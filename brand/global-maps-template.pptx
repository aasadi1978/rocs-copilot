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22C3"/>
    <a:srgbClr val="C74755"/>
    <a:srgbClr val="A63685"/>
    <a:srgbClr val="E45528"/>
    <a:srgbClr val="4D148C"/>
    <a:srgbClr val="345528"/>
    <a:srgbClr val="FF6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92"/>
    <p:restoredTop sz="94601"/>
  </p:normalViewPr>
  <p:slideViewPr>
    <p:cSldViewPr snapToGrid="0">
      <p:cViewPr>
        <p:scale>
          <a:sx n="196" d="100"/>
          <a:sy n="196" d="100"/>
        </p:scale>
        <p:origin x="425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7C7727-9FCE-E14D-AC54-E81AD0C00EB9}" type="datetimeFigureOut">
              <a:rPr lang="en-US" smtClean="0"/>
              <a:t>5/22/25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EFE24-588E-9A44-B6F8-A4A83B0F1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4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FE24-588E-9A44-B6F8-A4A83B0F15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72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FE24-588E-9A44-B6F8-A4A83B0F15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59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C0766-5C9B-6142-6237-74B83B4F0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2CFC61-E06E-C432-63FE-A49E8D6FD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13C69-DF7D-03C6-982F-C40CE786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EA6E-034C-5E4F-A0C5-8436ADBE115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3E6CB-512B-A083-C08F-3F520558A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E5DBA-ADAB-EDED-518B-98E2DAD9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A9FCF-473F-714D-8B7D-29114A9C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80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CA1D-DA8E-4B46-D216-3B73F9C7E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A5910-C295-A3BC-28DB-F41B9A537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68512-9D2A-A144-AC40-00C18F959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EA6E-034C-5E4F-A0C5-8436ADBE115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A78D7-2D43-9B71-EA79-899D599A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088B-D341-3703-81A7-66CB53E9D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A9FCF-473F-714D-8B7D-29114A9C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3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08E26-F9C6-C00E-0927-C43ADE6AA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4DCA6-4050-18CD-5036-CB3E915D6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79430-66FA-EB3B-4C88-E4914FE65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EA6E-034C-5E4F-A0C5-8436ADBE115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77D63-452C-B66B-86F1-333701542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84F43-6BEA-63B8-C22F-88A20D4FA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A9FCF-473F-714D-8B7D-29114A9C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52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FED2-B21A-E2F2-CA9A-1F62851D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2DCE7-1657-F474-D264-D0103D450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EDAC7-20C2-34DC-1038-822659402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F880B-B179-031B-E7DF-D20000F22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EA6E-034C-5E4F-A0C5-8436ADBE115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C8B6C-B8CA-E795-6EF0-EC573FC9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2FF95-066B-697B-0AD3-EF08A931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A9FCF-473F-714D-8B7D-29114A9C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61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0CAB7-FA95-797C-02AB-D78368AD1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D36E7-6907-B390-545F-1D0831714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96DBF-9040-3772-D4BB-4BBDA36A5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4DA32-6B96-AC88-2BBB-5E0A5FF37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98F6E-7772-4ED7-B4B4-4191AF373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4E67CD-827E-AB78-61C0-0435FB24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EA6E-034C-5E4F-A0C5-8436ADBE115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75436B-348E-9FAC-00CE-47460BF9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100EEA-6DB0-33C1-20C4-7F2498EE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A9FCF-473F-714D-8B7D-29114A9C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2D15-7BE8-45A5-265F-8B1DB08B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B56B2-4829-74C0-DC33-2F31BF5F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EA6E-034C-5E4F-A0C5-8436ADBE115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E61AB-4979-6F0E-8D7F-207392B38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2DAD82-5DF9-3276-907E-FA09D853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A9FCF-473F-714D-8B7D-29114A9C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6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B8963A-A973-A502-792E-4C20D0F0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EA6E-034C-5E4F-A0C5-8436ADBE115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E74A5-9C1E-A067-865C-879571091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C1ED4-3F72-FD41-9D78-0003F6E8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A9FCF-473F-714D-8B7D-29114A9C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65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22E71-3E0F-D953-0CF6-119720B4A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ED762-642C-686D-4665-6A64BEE27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743D4-FC72-D9E2-51DC-A5D539A23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C9860-AD41-1EC1-606F-741C46BE1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EA6E-034C-5E4F-A0C5-8436ADBE115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F8EF9-D91D-CC10-EB5D-9F5EA25B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F3774-A2F0-C4CF-3B6B-74C2AF56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A9FCF-473F-714D-8B7D-29114A9C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5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8C638-22E5-56E7-6D61-0FF57CC8C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C19CB-AE27-EC95-D851-11E3C5850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30871-67EB-236F-35CF-CD2D1046E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F28E0-58EA-3AB4-D1EF-EB2755C31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EA6E-034C-5E4F-A0C5-8436ADBE115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08FCC-91C4-8AC6-AB4E-D34A205D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1A254-D2F1-A783-FDB5-1416E4595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A9FCF-473F-714D-8B7D-29114A9C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4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046BE-DA9C-75BC-E561-C3346D02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3A21A-03A8-0BE1-9CF6-19BECBE56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C1371-7A4E-D2A3-AEC0-982F72D16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EA6E-034C-5E4F-A0C5-8436ADBE115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5F30-908E-B66F-6744-0512E78D4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FA20C-AF27-E236-356D-42FC108DC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A9FCF-473F-714D-8B7D-29114A9C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2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26C2AE-C4F8-29D7-0465-ECD082A7E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312B3-2F4D-9C95-AD90-9DCB87BD5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0FD81-1968-6722-BF4C-4FEF58BD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EA6E-034C-5E4F-A0C5-8436ADBE115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FB878-AAF8-927A-4410-8CCE78649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291AF-3FE4-9690-282D-6ADB7D02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A9FCF-473F-714D-8B7D-29114A9C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6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45984-F05A-FA8D-1B27-E813F0919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DFF0F-3F74-59BE-CF95-E3B180792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DA2F7-7CEA-DCF6-D27C-0C5E04995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8EA6E-034C-5E4F-A0C5-8436ADBE1153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066E2-581C-948F-7462-ABFE06DC7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009FA-4686-F9B4-6351-89A6A210C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A9FCF-473F-714D-8B7D-29114A9C6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7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aphic 4">
            <a:extLst>
              <a:ext uri="{FF2B5EF4-FFF2-40B4-BE49-F238E27FC236}">
                <a16:creationId xmlns:a16="http://schemas.microsoft.com/office/drawing/2014/main" id="{46EA4B40-2945-5D54-8096-74B74A755D3A}"/>
              </a:ext>
            </a:extLst>
          </p:cNvPr>
          <p:cNvGrpSpPr/>
          <p:nvPr/>
        </p:nvGrpSpPr>
        <p:grpSpPr>
          <a:xfrm>
            <a:off x="2334771" y="2235857"/>
            <a:ext cx="1824321" cy="1338913"/>
            <a:chOff x="2334771" y="2235857"/>
            <a:chExt cx="1824321" cy="1338913"/>
          </a:xfrm>
          <a:noFill/>
        </p:grpSpPr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1ABE02F1-F25F-3D2A-415B-0144772F9277}"/>
                </a:ext>
              </a:extLst>
            </p:cNvPr>
            <p:cNvSpPr/>
            <p:nvPr/>
          </p:nvSpPr>
          <p:spPr>
            <a:xfrm>
              <a:off x="2334771" y="2235857"/>
              <a:ext cx="273282" cy="808110"/>
            </a:xfrm>
            <a:custGeom>
              <a:avLst/>
              <a:gdLst>
                <a:gd name="connsiteX0" fmla="*/ 0 w 273282"/>
                <a:gd name="connsiteY0" fmla="*/ 0 h 808110"/>
                <a:gd name="connsiteX1" fmla="*/ 0 w 273282"/>
                <a:gd name="connsiteY1" fmla="*/ 552522 h 808110"/>
                <a:gd name="connsiteX2" fmla="*/ 34336 w 273282"/>
                <a:gd name="connsiteY2" fmla="*/ 552522 h 808110"/>
                <a:gd name="connsiteX3" fmla="*/ 63044 w 273282"/>
                <a:gd name="connsiteY3" fmla="*/ 579952 h 808110"/>
                <a:gd name="connsiteX4" fmla="*/ 85559 w 273282"/>
                <a:gd name="connsiteY4" fmla="*/ 614976 h 808110"/>
                <a:gd name="connsiteX5" fmla="*/ 108075 w 273282"/>
                <a:gd name="connsiteY5" fmla="*/ 598660 h 808110"/>
                <a:gd name="connsiteX6" fmla="*/ 126791 w 273282"/>
                <a:gd name="connsiteY6" fmla="*/ 583609 h 808110"/>
                <a:gd name="connsiteX7" fmla="*/ 150573 w 273282"/>
                <a:gd name="connsiteY7" fmla="*/ 603583 h 808110"/>
                <a:gd name="connsiteX8" fmla="*/ 191664 w 273282"/>
                <a:gd name="connsiteY8" fmla="*/ 644797 h 808110"/>
                <a:gd name="connsiteX9" fmla="*/ 211928 w 273282"/>
                <a:gd name="connsiteY9" fmla="*/ 702328 h 808110"/>
                <a:gd name="connsiteX10" fmla="*/ 235710 w 273282"/>
                <a:gd name="connsiteY10" fmla="*/ 730882 h 808110"/>
                <a:gd name="connsiteX11" fmla="*/ 273282 w 273282"/>
                <a:gd name="connsiteY11" fmla="*/ 756061 h 808110"/>
                <a:gd name="connsiteX12" fmla="*/ 265824 w 273282"/>
                <a:gd name="connsiteY12" fmla="*/ 801073 h 808110"/>
                <a:gd name="connsiteX13" fmla="*/ 248375 w 273282"/>
                <a:gd name="connsiteY13" fmla="*/ 808106 h 80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3282" h="808110">
                  <a:moveTo>
                    <a:pt x="0" y="0"/>
                  </a:moveTo>
                  <a:lnTo>
                    <a:pt x="0" y="552522"/>
                  </a:lnTo>
                  <a:cubicBezTo>
                    <a:pt x="16887" y="553788"/>
                    <a:pt x="34336" y="552522"/>
                    <a:pt x="34336" y="552522"/>
                  </a:cubicBezTo>
                  <a:cubicBezTo>
                    <a:pt x="54319" y="553788"/>
                    <a:pt x="63044" y="579952"/>
                    <a:pt x="63044" y="579952"/>
                  </a:cubicBezTo>
                  <a:cubicBezTo>
                    <a:pt x="84293" y="606255"/>
                    <a:pt x="85559" y="614976"/>
                    <a:pt x="85559" y="614976"/>
                  </a:cubicBezTo>
                  <a:cubicBezTo>
                    <a:pt x="103009" y="606255"/>
                    <a:pt x="108075" y="598660"/>
                    <a:pt x="108075" y="598660"/>
                  </a:cubicBezTo>
                  <a:cubicBezTo>
                    <a:pt x="115533" y="586141"/>
                    <a:pt x="126791" y="583609"/>
                    <a:pt x="126791" y="583609"/>
                  </a:cubicBezTo>
                  <a:cubicBezTo>
                    <a:pt x="143114" y="588673"/>
                    <a:pt x="150573" y="603583"/>
                    <a:pt x="150573" y="603583"/>
                  </a:cubicBezTo>
                  <a:cubicBezTo>
                    <a:pt x="174355" y="629887"/>
                    <a:pt x="191664" y="644797"/>
                    <a:pt x="191664" y="644797"/>
                  </a:cubicBezTo>
                  <a:cubicBezTo>
                    <a:pt x="205595" y="666037"/>
                    <a:pt x="211928" y="702328"/>
                    <a:pt x="211928" y="702328"/>
                  </a:cubicBezTo>
                  <a:cubicBezTo>
                    <a:pt x="220652" y="723568"/>
                    <a:pt x="235710" y="730882"/>
                    <a:pt x="235710" y="730882"/>
                  </a:cubicBezTo>
                  <a:cubicBezTo>
                    <a:pt x="258225" y="744808"/>
                    <a:pt x="273282" y="756061"/>
                    <a:pt x="273282" y="756061"/>
                  </a:cubicBezTo>
                  <a:cubicBezTo>
                    <a:pt x="273282" y="787288"/>
                    <a:pt x="265824" y="801073"/>
                    <a:pt x="265824" y="801073"/>
                  </a:cubicBezTo>
                  <a:cubicBezTo>
                    <a:pt x="253300" y="808528"/>
                    <a:pt x="248375" y="808106"/>
                    <a:pt x="248375" y="808106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80E3CC09-5C9B-A79F-8F40-4641811E6BE7}"/>
                </a:ext>
              </a:extLst>
            </p:cNvPr>
            <p:cNvSpPr/>
            <p:nvPr/>
          </p:nvSpPr>
          <p:spPr>
            <a:xfrm>
              <a:off x="2736674" y="3257771"/>
              <a:ext cx="1422419" cy="262641"/>
            </a:xfrm>
            <a:custGeom>
              <a:avLst/>
              <a:gdLst>
                <a:gd name="connsiteX0" fmla="*/ 0 w 1422419"/>
                <a:gd name="connsiteY0" fmla="*/ 36291 h 262641"/>
                <a:gd name="connsiteX1" fmla="*/ 33773 w 1422419"/>
                <a:gd name="connsiteY1" fmla="*/ 42199 h 262641"/>
                <a:gd name="connsiteX2" fmla="*/ 39261 w 1422419"/>
                <a:gd name="connsiteY2" fmla="*/ 17723 h 262641"/>
                <a:gd name="connsiteX3" fmla="*/ 718809 w 1422419"/>
                <a:gd name="connsiteY3" fmla="*/ 17723 h 262641"/>
                <a:gd name="connsiteX4" fmla="*/ 731614 w 1422419"/>
                <a:gd name="connsiteY4" fmla="*/ 0 h 262641"/>
                <a:gd name="connsiteX5" fmla="*/ 739495 w 1422419"/>
                <a:gd name="connsiteY5" fmla="*/ 21099 h 262641"/>
                <a:gd name="connsiteX6" fmla="*/ 758211 w 1422419"/>
                <a:gd name="connsiteY6" fmla="*/ 28554 h 262641"/>
                <a:gd name="connsiteX7" fmla="*/ 781852 w 1422419"/>
                <a:gd name="connsiteY7" fmla="*/ 30524 h 262641"/>
                <a:gd name="connsiteX8" fmla="*/ 801553 w 1422419"/>
                <a:gd name="connsiteY8" fmla="*/ 42199 h 262641"/>
                <a:gd name="connsiteX9" fmla="*/ 821254 w 1422419"/>
                <a:gd name="connsiteY9" fmla="*/ 48247 h 262641"/>
                <a:gd name="connsiteX10" fmla="*/ 838000 w 1422419"/>
                <a:gd name="connsiteY10" fmla="*/ 41355 h 262641"/>
                <a:gd name="connsiteX11" fmla="*/ 852776 w 1422419"/>
                <a:gd name="connsiteY11" fmla="*/ 48950 h 262641"/>
                <a:gd name="connsiteX12" fmla="*/ 879373 w 1422419"/>
                <a:gd name="connsiteY12" fmla="*/ 48950 h 262641"/>
                <a:gd name="connsiteX13" fmla="*/ 914553 w 1422419"/>
                <a:gd name="connsiteY13" fmla="*/ 55280 h 262641"/>
                <a:gd name="connsiteX14" fmla="*/ 956911 w 1422419"/>
                <a:gd name="connsiteY14" fmla="*/ 78208 h 262641"/>
                <a:gd name="connsiteX15" fmla="*/ 1002505 w 1422419"/>
                <a:gd name="connsiteY15" fmla="*/ 115203 h 262641"/>
                <a:gd name="connsiteX16" fmla="*/ 1038529 w 1422419"/>
                <a:gd name="connsiteY16" fmla="*/ 148962 h 262641"/>
                <a:gd name="connsiteX17" fmla="*/ 1043877 w 1422419"/>
                <a:gd name="connsiteY17" fmla="*/ 182299 h 262641"/>
                <a:gd name="connsiteX18" fmla="*/ 1042610 w 1422419"/>
                <a:gd name="connsiteY18" fmla="*/ 220137 h 262641"/>
                <a:gd name="connsiteX19" fmla="*/ 1034589 w 1422419"/>
                <a:gd name="connsiteY19" fmla="*/ 254599 h 262641"/>
                <a:gd name="connsiteX20" fmla="*/ 1068362 w 1422419"/>
                <a:gd name="connsiteY20" fmla="*/ 258960 h 262641"/>
                <a:gd name="connsiteX21" fmla="*/ 1109031 w 1422419"/>
                <a:gd name="connsiteY21" fmla="*/ 235188 h 262641"/>
                <a:gd name="connsiteX22" fmla="*/ 1141538 w 1422419"/>
                <a:gd name="connsiteY22" fmla="*/ 204523 h 262641"/>
                <a:gd name="connsiteX23" fmla="*/ 1187836 w 1422419"/>
                <a:gd name="connsiteY23" fmla="*/ 201991 h 262641"/>
                <a:gd name="connsiteX24" fmla="*/ 1217950 w 1422419"/>
                <a:gd name="connsiteY24" fmla="*/ 161902 h 262641"/>
                <a:gd name="connsiteX25" fmla="*/ 1302524 w 1422419"/>
                <a:gd name="connsiteY25" fmla="*/ 160074 h 262641"/>
                <a:gd name="connsiteX26" fmla="*/ 1328136 w 1422419"/>
                <a:gd name="connsiteY26" fmla="*/ 142491 h 262641"/>
                <a:gd name="connsiteX27" fmla="*/ 1345726 w 1422419"/>
                <a:gd name="connsiteY27" fmla="*/ 102402 h 262641"/>
                <a:gd name="connsiteX28" fmla="*/ 1368945 w 1422419"/>
                <a:gd name="connsiteY28" fmla="*/ 78630 h 262641"/>
                <a:gd name="connsiteX29" fmla="*/ 1402155 w 1422419"/>
                <a:gd name="connsiteY29" fmla="*/ 84257 h 262641"/>
                <a:gd name="connsiteX30" fmla="*/ 1405955 w 1422419"/>
                <a:gd name="connsiteY30" fmla="*/ 131097 h 262641"/>
                <a:gd name="connsiteX31" fmla="*/ 1419746 w 1422419"/>
                <a:gd name="connsiteY31" fmla="*/ 149384 h 262641"/>
                <a:gd name="connsiteX32" fmla="*/ 1422419 w 1422419"/>
                <a:gd name="connsiteY32" fmla="*/ 172734 h 262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22419" h="262641">
                  <a:moveTo>
                    <a:pt x="0" y="36291"/>
                  </a:moveTo>
                  <a:lnTo>
                    <a:pt x="33773" y="42199"/>
                  </a:lnTo>
                  <a:cubicBezTo>
                    <a:pt x="41232" y="34744"/>
                    <a:pt x="39261" y="17723"/>
                    <a:pt x="39261" y="17723"/>
                  </a:cubicBezTo>
                  <a:cubicBezTo>
                    <a:pt x="75990" y="19693"/>
                    <a:pt x="718809" y="17723"/>
                    <a:pt x="718809" y="17723"/>
                  </a:cubicBezTo>
                  <a:cubicBezTo>
                    <a:pt x="729644" y="10831"/>
                    <a:pt x="731614" y="0"/>
                    <a:pt x="731614" y="0"/>
                  </a:cubicBezTo>
                  <a:cubicBezTo>
                    <a:pt x="739495" y="5908"/>
                    <a:pt x="739495" y="21099"/>
                    <a:pt x="739495" y="21099"/>
                  </a:cubicBezTo>
                  <a:cubicBezTo>
                    <a:pt x="745405" y="25600"/>
                    <a:pt x="758211" y="28554"/>
                    <a:pt x="758211" y="28554"/>
                  </a:cubicBezTo>
                  <a:cubicBezTo>
                    <a:pt x="772002" y="35447"/>
                    <a:pt x="781852" y="30524"/>
                    <a:pt x="781852" y="30524"/>
                  </a:cubicBezTo>
                  <a:cubicBezTo>
                    <a:pt x="798598" y="35447"/>
                    <a:pt x="801553" y="42199"/>
                    <a:pt x="801553" y="42199"/>
                  </a:cubicBezTo>
                  <a:cubicBezTo>
                    <a:pt x="816329" y="52186"/>
                    <a:pt x="821254" y="48247"/>
                    <a:pt x="821254" y="48247"/>
                  </a:cubicBezTo>
                  <a:cubicBezTo>
                    <a:pt x="831105" y="43324"/>
                    <a:pt x="838000" y="41355"/>
                    <a:pt x="838000" y="41355"/>
                  </a:cubicBezTo>
                  <a:cubicBezTo>
                    <a:pt x="848836" y="49232"/>
                    <a:pt x="852776" y="48950"/>
                    <a:pt x="852776" y="48950"/>
                  </a:cubicBezTo>
                  <a:lnTo>
                    <a:pt x="879373" y="48950"/>
                  </a:lnTo>
                  <a:cubicBezTo>
                    <a:pt x="895556" y="46841"/>
                    <a:pt x="914553" y="55280"/>
                    <a:pt x="914553" y="55280"/>
                  </a:cubicBezTo>
                  <a:cubicBezTo>
                    <a:pt x="938476" y="70191"/>
                    <a:pt x="956911" y="78208"/>
                    <a:pt x="956911" y="78208"/>
                  </a:cubicBezTo>
                  <a:cubicBezTo>
                    <a:pt x="974079" y="91712"/>
                    <a:pt x="1002505" y="115203"/>
                    <a:pt x="1002505" y="115203"/>
                  </a:cubicBezTo>
                  <a:cubicBezTo>
                    <a:pt x="1018688" y="135036"/>
                    <a:pt x="1038529" y="148962"/>
                    <a:pt x="1038529" y="148962"/>
                  </a:cubicBezTo>
                  <a:cubicBezTo>
                    <a:pt x="1045706" y="162465"/>
                    <a:pt x="1043877" y="182299"/>
                    <a:pt x="1043877" y="182299"/>
                  </a:cubicBezTo>
                  <a:cubicBezTo>
                    <a:pt x="1052039" y="201288"/>
                    <a:pt x="1042610" y="220137"/>
                    <a:pt x="1042610" y="220137"/>
                  </a:cubicBezTo>
                  <a:cubicBezTo>
                    <a:pt x="1041062" y="233922"/>
                    <a:pt x="1034589" y="254599"/>
                    <a:pt x="1034589" y="254599"/>
                  </a:cubicBezTo>
                  <a:cubicBezTo>
                    <a:pt x="1040922" y="269650"/>
                    <a:pt x="1068362" y="258960"/>
                    <a:pt x="1068362" y="258960"/>
                  </a:cubicBezTo>
                  <a:cubicBezTo>
                    <a:pt x="1087782" y="249535"/>
                    <a:pt x="1109031" y="235188"/>
                    <a:pt x="1109031" y="235188"/>
                  </a:cubicBezTo>
                  <a:cubicBezTo>
                    <a:pt x="1133517" y="213948"/>
                    <a:pt x="1141538" y="204523"/>
                    <a:pt x="1141538" y="204523"/>
                  </a:cubicBezTo>
                  <a:cubicBezTo>
                    <a:pt x="1172215" y="204523"/>
                    <a:pt x="1187836" y="201991"/>
                    <a:pt x="1187836" y="201991"/>
                  </a:cubicBezTo>
                  <a:cubicBezTo>
                    <a:pt x="1198530" y="189472"/>
                    <a:pt x="1217950" y="161902"/>
                    <a:pt x="1217950" y="161902"/>
                  </a:cubicBezTo>
                  <a:cubicBezTo>
                    <a:pt x="1241732" y="160637"/>
                    <a:pt x="1302524" y="160074"/>
                    <a:pt x="1302524" y="160074"/>
                  </a:cubicBezTo>
                  <a:cubicBezTo>
                    <a:pt x="1319411" y="151353"/>
                    <a:pt x="1328136" y="142491"/>
                    <a:pt x="1328136" y="142491"/>
                  </a:cubicBezTo>
                  <a:cubicBezTo>
                    <a:pt x="1337564" y="117453"/>
                    <a:pt x="1345726" y="102402"/>
                    <a:pt x="1345726" y="102402"/>
                  </a:cubicBezTo>
                  <a:cubicBezTo>
                    <a:pt x="1350792" y="91149"/>
                    <a:pt x="1368945" y="78630"/>
                    <a:pt x="1368945" y="78630"/>
                  </a:cubicBezTo>
                  <a:cubicBezTo>
                    <a:pt x="1390194" y="76098"/>
                    <a:pt x="1402155" y="84257"/>
                    <a:pt x="1402155" y="84257"/>
                  </a:cubicBezTo>
                  <a:cubicBezTo>
                    <a:pt x="1409614" y="96213"/>
                    <a:pt x="1405955" y="131097"/>
                    <a:pt x="1405955" y="131097"/>
                  </a:cubicBezTo>
                  <a:cubicBezTo>
                    <a:pt x="1409754" y="139256"/>
                    <a:pt x="1419746" y="149384"/>
                    <a:pt x="1419746" y="149384"/>
                  </a:cubicBezTo>
                  <a:cubicBezTo>
                    <a:pt x="1422279" y="163731"/>
                    <a:pt x="1422419" y="172734"/>
                    <a:pt x="1422419" y="172734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76" name="Graphic 4">
            <a:extLst>
              <a:ext uri="{FF2B5EF4-FFF2-40B4-BE49-F238E27FC236}">
                <a16:creationId xmlns:a16="http://schemas.microsoft.com/office/drawing/2014/main" id="{14649CD5-B440-417A-DA2F-02D832E03C8F}"/>
              </a:ext>
            </a:extLst>
          </p:cNvPr>
          <p:cNvGrpSpPr/>
          <p:nvPr/>
        </p:nvGrpSpPr>
        <p:grpSpPr>
          <a:xfrm>
            <a:off x="5590659" y="2169261"/>
            <a:ext cx="1458021" cy="1575884"/>
            <a:chOff x="5590659" y="2169261"/>
            <a:chExt cx="1458021" cy="1575884"/>
          </a:xfrm>
          <a:noFill/>
        </p:grpSpPr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B82B969C-FCD4-6998-3919-57B655175529}"/>
                </a:ext>
              </a:extLst>
            </p:cNvPr>
            <p:cNvSpPr/>
            <p:nvPr/>
          </p:nvSpPr>
          <p:spPr>
            <a:xfrm>
              <a:off x="5590659" y="3506462"/>
              <a:ext cx="68109" cy="174703"/>
            </a:xfrm>
            <a:custGeom>
              <a:avLst/>
              <a:gdLst>
                <a:gd name="connsiteX0" fmla="*/ 0 w 68109"/>
                <a:gd name="connsiteY0" fmla="*/ 13926 h 174703"/>
                <a:gd name="connsiteX1" fmla="*/ 11539 w 68109"/>
                <a:gd name="connsiteY1" fmla="*/ 7596 h 174703"/>
                <a:gd name="connsiteX2" fmla="*/ 20545 w 68109"/>
                <a:gd name="connsiteY2" fmla="*/ 0 h 174703"/>
                <a:gd name="connsiteX3" fmla="*/ 20545 w 68109"/>
                <a:gd name="connsiteY3" fmla="*/ 13926 h 174703"/>
                <a:gd name="connsiteX4" fmla="*/ 44327 w 68109"/>
                <a:gd name="connsiteY4" fmla="*/ 7596 h 174703"/>
                <a:gd name="connsiteX5" fmla="*/ 64028 w 68109"/>
                <a:gd name="connsiteY5" fmla="*/ 13926 h 174703"/>
                <a:gd name="connsiteX6" fmla="*/ 68109 w 68109"/>
                <a:gd name="connsiteY6" fmla="*/ 22084 h 174703"/>
                <a:gd name="connsiteX7" fmla="*/ 68109 w 68109"/>
                <a:gd name="connsiteY7" fmla="*/ 22084 h 174703"/>
                <a:gd name="connsiteX8" fmla="*/ 54178 w 68109"/>
                <a:gd name="connsiteY8" fmla="*/ 42199 h 174703"/>
                <a:gd name="connsiteX9" fmla="*/ 53333 w 68109"/>
                <a:gd name="connsiteY9" fmla="*/ 84538 h 174703"/>
                <a:gd name="connsiteX10" fmla="*/ 39402 w 68109"/>
                <a:gd name="connsiteY10" fmla="*/ 88195 h 174703"/>
                <a:gd name="connsiteX11" fmla="*/ 51645 w 68109"/>
                <a:gd name="connsiteY11" fmla="*/ 103106 h 174703"/>
                <a:gd name="connsiteX12" fmla="*/ 47564 w 68109"/>
                <a:gd name="connsiteY12" fmla="*/ 144882 h 174703"/>
                <a:gd name="connsiteX13" fmla="*/ 40246 w 68109"/>
                <a:gd name="connsiteY13" fmla="*/ 154729 h 174703"/>
                <a:gd name="connsiteX14" fmla="*/ 39261 w 68109"/>
                <a:gd name="connsiteY14" fmla="*/ 174703 h 174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109" h="174703">
                  <a:moveTo>
                    <a:pt x="0" y="13926"/>
                  </a:moveTo>
                  <a:lnTo>
                    <a:pt x="11539" y="7596"/>
                  </a:lnTo>
                  <a:cubicBezTo>
                    <a:pt x="15620" y="1688"/>
                    <a:pt x="20545" y="0"/>
                    <a:pt x="20545" y="0"/>
                  </a:cubicBezTo>
                  <a:cubicBezTo>
                    <a:pt x="22937" y="9002"/>
                    <a:pt x="20545" y="13926"/>
                    <a:pt x="20545" y="13926"/>
                  </a:cubicBezTo>
                  <a:cubicBezTo>
                    <a:pt x="36869" y="13082"/>
                    <a:pt x="44327" y="7596"/>
                    <a:pt x="44327" y="7596"/>
                  </a:cubicBezTo>
                  <a:cubicBezTo>
                    <a:pt x="57414" y="11394"/>
                    <a:pt x="64028" y="13926"/>
                    <a:pt x="64028" y="13926"/>
                  </a:cubicBezTo>
                  <a:lnTo>
                    <a:pt x="68109" y="22084"/>
                  </a:lnTo>
                  <a:lnTo>
                    <a:pt x="68109" y="22084"/>
                  </a:lnTo>
                  <a:cubicBezTo>
                    <a:pt x="62340" y="29399"/>
                    <a:pt x="54178" y="42199"/>
                    <a:pt x="54178" y="42199"/>
                  </a:cubicBezTo>
                  <a:cubicBezTo>
                    <a:pt x="54178" y="54015"/>
                    <a:pt x="53333" y="84538"/>
                    <a:pt x="53333" y="84538"/>
                  </a:cubicBezTo>
                  <a:cubicBezTo>
                    <a:pt x="44327" y="86648"/>
                    <a:pt x="39402" y="88195"/>
                    <a:pt x="39402" y="88195"/>
                  </a:cubicBezTo>
                  <a:cubicBezTo>
                    <a:pt x="41091" y="95651"/>
                    <a:pt x="51645" y="103106"/>
                    <a:pt x="51645" y="103106"/>
                  </a:cubicBezTo>
                  <a:cubicBezTo>
                    <a:pt x="53333" y="112108"/>
                    <a:pt x="47564" y="144882"/>
                    <a:pt x="47564" y="144882"/>
                  </a:cubicBezTo>
                  <a:cubicBezTo>
                    <a:pt x="45172" y="153885"/>
                    <a:pt x="40246" y="154729"/>
                    <a:pt x="40246" y="154729"/>
                  </a:cubicBezTo>
                  <a:cubicBezTo>
                    <a:pt x="39402" y="158808"/>
                    <a:pt x="39261" y="174703"/>
                    <a:pt x="39261" y="174703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8CC83EA5-CBA1-86AD-D7B6-E5E510968DCC}"/>
                </a:ext>
              </a:extLst>
            </p:cNvPr>
            <p:cNvSpPr/>
            <p:nvPr/>
          </p:nvSpPr>
          <p:spPr>
            <a:xfrm>
              <a:off x="5775990" y="3467217"/>
              <a:ext cx="119050" cy="39244"/>
            </a:xfrm>
            <a:custGeom>
              <a:avLst/>
              <a:gdLst>
                <a:gd name="connsiteX0" fmla="*/ 0 w 119050"/>
                <a:gd name="connsiteY0" fmla="*/ 0 h 39244"/>
                <a:gd name="connsiteX1" fmla="*/ 7036 w 119050"/>
                <a:gd name="connsiteY1" fmla="*/ 6471 h 39244"/>
                <a:gd name="connsiteX2" fmla="*/ 9851 w 119050"/>
                <a:gd name="connsiteY2" fmla="*/ 13926 h 39244"/>
                <a:gd name="connsiteX3" fmla="*/ 25049 w 119050"/>
                <a:gd name="connsiteY3" fmla="*/ 13926 h 39244"/>
                <a:gd name="connsiteX4" fmla="*/ 40809 w 119050"/>
                <a:gd name="connsiteY4" fmla="*/ 21381 h 39244"/>
                <a:gd name="connsiteX5" fmla="*/ 61636 w 119050"/>
                <a:gd name="connsiteY5" fmla="*/ 18990 h 39244"/>
                <a:gd name="connsiteX6" fmla="*/ 73176 w 119050"/>
                <a:gd name="connsiteY6" fmla="*/ 21803 h 39244"/>
                <a:gd name="connsiteX7" fmla="*/ 96676 w 119050"/>
                <a:gd name="connsiteY7" fmla="*/ 32352 h 39244"/>
                <a:gd name="connsiteX8" fmla="*/ 106808 w 119050"/>
                <a:gd name="connsiteY8" fmla="*/ 39245 h 39244"/>
                <a:gd name="connsiteX9" fmla="*/ 119051 w 119050"/>
                <a:gd name="connsiteY9" fmla="*/ 36432 h 3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50" h="39244">
                  <a:moveTo>
                    <a:pt x="0" y="0"/>
                  </a:moveTo>
                  <a:lnTo>
                    <a:pt x="7036" y="6471"/>
                  </a:lnTo>
                  <a:cubicBezTo>
                    <a:pt x="7458" y="12941"/>
                    <a:pt x="9851" y="13926"/>
                    <a:pt x="9851" y="13926"/>
                  </a:cubicBezTo>
                  <a:cubicBezTo>
                    <a:pt x="19561" y="15332"/>
                    <a:pt x="25049" y="13926"/>
                    <a:pt x="25049" y="13926"/>
                  </a:cubicBezTo>
                  <a:cubicBezTo>
                    <a:pt x="32929" y="19411"/>
                    <a:pt x="40809" y="21381"/>
                    <a:pt x="40809" y="21381"/>
                  </a:cubicBezTo>
                  <a:cubicBezTo>
                    <a:pt x="54741" y="23209"/>
                    <a:pt x="61636" y="18990"/>
                    <a:pt x="61636" y="18990"/>
                  </a:cubicBezTo>
                  <a:cubicBezTo>
                    <a:pt x="68109" y="19411"/>
                    <a:pt x="73176" y="21803"/>
                    <a:pt x="73176" y="21803"/>
                  </a:cubicBezTo>
                  <a:cubicBezTo>
                    <a:pt x="80634" y="28695"/>
                    <a:pt x="96676" y="32352"/>
                    <a:pt x="96676" y="32352"/>
                  </a:cubicBezTo>
                  <a:cubicBezTo>
                    <a:pt x="102727" y="37416"/>
                    <a:pt x="106808" y="39245"/>
                    <a:pt x="106808" y="39245"/>
                  </a:cubicBezTo>
                  <a:cubicBezTo>
                    <a:pt x="111452" y="37838"/>
                    <a:pt x="119051" y="36432"/>
                    <a:pt x="119051" y="36432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9C0BFDAD-66A9-E57A-B519-E839172500A9}"/>
                </a:ext>
              </a:extLst>
            </p:cNvPr>
            <p:cNvSpPr/>
            <p:nvPr/>
          </p:nvSpPr>
          <p:spPr>
            <a:xfrm>
              <a:off x="5887161" y="3165215"/>
              <a:ext cx="92507" cy="73963"/>
            </a:xfrm>
            <a:custGeom>
              <a:avLst/>
              <a:gdLst>
                <a:gd name="connsiteX0" fmla="*/ 0 w 92507"/>
                <a:gd name="connsiteY0" fmla="*/ 18005 h 73963"/>
                <a:gd name="connsiteX1" fmla="*/ 3378 w 92507"/>
                <a:gd name="connsiteY1" fmla="*/ 25460 h 73963"/>
                <a:gd name="connsiteX2" fmla="*/ 15902 w 92507"/>
                <a:gd name="connsiteY2" fmla="*/ 27711 h 73963"/>
                <a:gd name="connsiteX3" fmla="*/ 26597 w 92507"/>
                <a:gd name="connsiteY3" fmla="*/ 39667 h 73963"/>
                <a:gd name="connsiteX4" fmla="*/ 39965 w 92507"/>
                <a:gd name="connsiteY4" fmla="*/ 45153 h 73963"/>
                <a:gd name="connsiteX5" fmla="*/ 37714 w 92507"/>
                <a:gd name="connsiteY5" fmla="*/ 55843 h 73963"/>
                <a:gd name="connsiteX6" fmla="*/ 50660 w 92507"/>
                <a:gd name="connsiteY6" fmla="*/ 53030 h 73963"/>
                <a:gd name="connsiteX7" fmla="*/ 56711 w 92507"/>
                <a:gd name="connsiteY7" fmla="*/ 47966 h 73963"/>
                <a:gd name="connsiteX8" fmla="*/ 58540 w 92507"/>
                <a:gd name="connsiteY8" fmla="*/ 66955 h 73963"/>
                <a:gd name="connsiteX9" fmla="*/ 78664 w 92507"/>
                <a:gd name="connsiteY9" fmla="*/ 73004 h 73963"/>
                <a:gd name="connsiteX10" fmla="*/ 81760 w 92507"/>
                <a:gd name="connsiteY10" fmla="*/ 58656 h 73963"/>
                <a:gd name="connsiteX11" fmla="*/ 89640 w 92507"/>
                <a:gd name="connsiteY11" fmla="*/ 50779 h 73963"/>
                <a:gd name="connsiteX12" fmla="*/ 91892 w 92507"/>
                <a:gd name="connsiteY12" fmla="*/ 34181 h 73963"/>
                <a:gd name="connsiteX13" fmla="*/ 78664 w 92507"/>
                <a:gd name="connsiteY13" fmla="*/ 18005 h 73963"/>
                <a:gd name="connsiteX14" fmla="*/ 87248 w 92507"/>
                <a:gd name="connsiteY14" fmla="*/ 3798 h 73963"/>
                <a:gd name="connsiteX15" fmla="*/ 66984 w 92507"/>
                <a:gd name="connsiteY15" fmla="*/ 0 h 73963"/>
                <a:gd name="connsiteX16" fmla="*/ 53053 w 92507"/>
                <a:gd name="connsiteY16" fmla="*/ 0 h 73963"/>
                <a:gd name="connsiteX17" fmla="*/ 44327 w 92507"/>
                <a:gd name="connsiteY17" fmla="*/ 0 h 73963"/>
                <a:gd name="connsiteX18" fmla="*/ 35884 w 92507"/>
                <a:gd name="connsiteY18" fmla="*/ 3798 h 73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2507" h="73963">
                  <a:moveTo>
                    <a:pt x="0" y="18005"/>
                  </a:moveTo>
                  <a:lnTo>
                    <a:pt x="3378" y="25460"/>
                  </a:lnTo>
                  <a:cubicBezTo>
                    <a:pt x="12102" y="26867"/>
                    <a:pt x="15902" y="27711"/>
                    <a:pt x="15902" y="27711"/>
                  </a:cubicBezTo>
                  <a:cubicBezTo>
                    <a:pt x="23360" y="36010"/>
                    <a:pt x="26597" y="39667"/>
                    <a:pt x="26597" y="39667"/>
                  </a:cubicBezTo>
                  <a:cubicBezTo>
                    <a:pt x="35884" y="47122"/>
                    <a:pt x="39965" y="45153"/>
                    <a:pt x="39965" y="45153"/>
                  </a:cubicBezTo>
                  <a:cubicBezTo>
                    <a:pt x="40950" y="45434"/>
                    <a:pt x="37714" y="55843"/>
                    <a:pt x="37714" y="55843"/>
                  </a:cubicBezTo>
                  <a:cubicBezTo>
                    <a:pt x="42780" y="58656"/>
                    <a:pt x="50660" y="53030"/>
                    <a:pt x="50660" y="53030"/>
                  </a:cubicBezTo>
                  <a:cubicBezTo>
                    <a:pt x="54319" y="49372"/>
                    <a:pt x="56711" y="47966"/>
                    <a:pt x="56711" y="47966"/>
                  </a:cubicBezTo>
                  <a:cubicBezTo>
                    <a:pt x="57977" y="48107"/>
                    <a:pt x="58540" y="66955"/>
                    <a:pt x="58540" y="66955"/>
                  </a:cubicBezTo>
                  <a:cubicBezTo>
                    <a:pt x="66843" y="71597"/>
                    <a:pt x="78664" y="73004"/>
                    <a:pt x="78664" y="73004"/>
                  </a:cubicBezTo>
                  <a:cubicBezTo>
                    <a:pt x="86826" y="78490"/>
                    <a:pt x="81760" y="58656"/>
                    <a:pt x="81760" y="58656"/>
                  </a:cubicBezTo>
                  <a:cubicBezTo>
                    <a:pt x="86404" y="52608"/>
                    <a:pt x="89640" y="50779"/>
                    <a:pt x="89640" y="50779"/>
                  </a:cubicBezTo>
                  <a:cubicBezTo>
                    <a:pt x="94284" y="45715"/>
                    <a:pt x="91892" y="34181"/>
                    <a:pt x="91892" y="34181"/>
                  </a:cubicBezTo>
                  <a:cubicBezTo>
                    <a:pt x="86404" y="25460"/>
                    <a:pt x="78664" y="18005"/>
                    <a:pt x="78664" y="18005"/>
                  </a:cubicBezTo>
                  <a:cubicBezTo>
                    <a:pt x="79790" y="7877"/>
                    <a:pt x="87248" y="3798"/>
                    <a:pt x="87248" y="3798"/>
                  </a:cubicBezTo>
                  <a:cubicBezTo>
                    <a:pt x="89077" y="1125"/>
                    <a:pt x="66984" y="0"/>
                    <a:pt x="66984" y="0"/>
                  </a:cubicBezTo>
                  <a:cubicBezTo>
                    <a:pt x="59103" y="1547"/>
                    <a:pt x="53053" y="0"/>
                    <a:pt x="53053" y="0"/>
                  </a:cubicBezTo>
                  <a:cubicBezTo>
                    <a:pt x="50801" y="141"/>
                    <a:pt x="44327" y="0"/>
                    <a:pt x="44327" y="0"/>
                  </a:cubicBezTo>
                  <a:cubicBezTo>
                    <a:pt x="40106" y="2391"/>
                    <a:pt x="35884" y="3798"/>
                    <a:pt x="35884" y="3798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986F0896-7BD5-9832-1B63-F0A828516443}"/>
                </a:ext>
              </a:extLst>
            </p:cNvPr>
            <p:cNvSpPr/>
            <p:nvPr/>
          </p:nvSpPr>
          <p:spPr>
            <a:xfrm>
              <a:off x="5968217" y="3218244"/>
              <a:ext cx="15514" cy="24063"/>
            </a:xfrm>
            <a:custGeom>
              <a:avLst/>
              <a:gdLst>
                <a:gd name="connsiteX0" fmla="*/ 7599 w 15514"/>
                <a:gd name="connsiteY0" fmla="*/ 0 h 24063"/>
                <a:gd name="connsiteX1" fmla="*/ 11258 w 15514"/>
                <a:gd name="connsiteY1" fmla="*/ 6470 h 24063"/>
                <a:gd name="connsiteX2" fmla="*/ 15480 w 15514"/>
                <a:gd name="connsiteY2" fmla="*/ 17583 h 24063"/>
                <a:gd name="connsiteX3" fmla="*/ 11258 w 15514"/>
                <a:gd name="connsiteY3" fmla="*/ 24053 h 24063"/>
                <a:gd name="connsiteX4" fmla="*/ 0 w 15514"/>
                <a:gd name="connsiteY4" fmla="*/ 20959 h 2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14" h="24063">
                  <a:moveTo>
                    <a:pt x="7599" y="0"/>
                  </a:moveTo>
                  <a:lnTo>
                    <a:pt x="11258" y="6470"/>
                  </a:lnTo>
                  <a:cubicBezTo>
                    <a:pt x="16183" y="10268"/>
                    <a:pt x="15480" y="17583"/>
                    <a:pt x="15480" y="17583"/>
                  </a:cubicBezTo>
                  <a:cubicBezTo>
                    <a:pt x="14776" y="24616"/>
                    <a:pt x="11258" y="24053"/>
                    <a:pt x="11258" y="24053"/>
                  </a:cubicBezTo>
                  <a:cubicBezTo>
                    <a:pt x="4503" y="24053"/>
                    <a:pt x="0" y="20959"/>
                    <a:pt x="0" y="20959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24C4297C-F120-2258-46F8-CDCC64AA0802}"/>
                </a:ext>
              </a:extLst>
            </p:cNvPr>
            <p:cNvSpPr/>
            <p:nvPr/>
          </p:nvSpPr>
          <p:spPr>
            <a:xfrm>
              <a:off x="5974268" y="3095868"/>
              <a:ext cx="27018" cy="72722"/>
            </a:xfrm>
            <a:custGeom>
              <a:avLst/>
              <a:gdLst>
                <a:gd name="connsiteX0" fmla="*/ 27019 w 27018"/>
                <a:gd name="connsiteY0" fmla="*/ 0 h 72722"/>
                <a:gd name="connsiteX1" fmla="*/ 27019 w 27018"/>
                <a:gd name="connsiteY1" fmla="*/ 9284 h 72722"/>
                <a:gd name="connsiteX2" fmla="*/ 27019 w 27018"/>
                <a:gd name="connsiteY2" fmla="*/ 20255 h 72722"/>
                <a:gd name="connsiteX3" fmla="*/ 16324 w 27018"/>
                <a:gd name="connsiteY3" fmla="*/ 20255 h 72722"/>
                <a:gd name="connsiteX4" fmla="*/ 24345 w 27018"/>
                <a:gd name="connsiteY4" fmla="*/ 35025 h 72722"/>
                <a:gd name="connsiteX5" fmla="*/ 21671 w 27018"/>
                <a:gd name="connsiteY5" fmla="*/ 42199 h 72722"/>
                <a:gd name="connsiteX6" fmla="*/ 11539 w 27018"/>
                <a:gd name="connsiteY6" fmla="*/ 48669 h 72722"/>
                <a:gd name="connsiteX7" fmla="*/ 5207 w 27018"/>
                <a:gd name="connsiteY7" fmla="*/ 59641 h 72722"/>
                <a:gd name="connsiteX8" fmla="*/ 0 w 27018"/>
                <a:gd name="connsiteY8" fmla="*/ 72722 h 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18" h="72722">
                  <a:moveTo>
                    <a:pt x="27019" y="0"/>
                  </a:moveTo>
                  <a:lnTo>
                    <a:pt x="27019" y="9284"/>
                  </a:lnTo>
                  <a:cubicBezTo>
                    <a:pt x="26315" y="15754"/>
                    <a:pt x="27019" y="20255"/>
                    <a:pt x="27019" y="20255"/>
                  </a:cubicBezTo>
                  <a:cubicBezTo>
                    <a:pt x="27019" y="20818"/>
                    <a:pt x="16324" y="20255"/>
                    <a:pt x="16324" y="20255"/>
                  </a:cubicBezTo>
                  <a:cubicBezTo>
                    <a:pt x="14776" y="19693"/>
                    <a:pt x="24345" y="35025"/>
                    <a:pt x="24345" y="35025"/>
                  </a:cubicBezTo>
                  <a:cubicBezTo>
                    <a:pt x="22516" y="40933"/>
                    <a:pt x="21671" y="42199"/>
                    <a:pt x="21671" y="42199"/>
                  </a:cubicBezTo>
                  <a:cubicBezTo>
                    <a:pt x="14917" y="47403"/>
                    <a:pt x="11539" y="48669"/>
                    <a:pt x="11539" y="48669"/>
                  </a:cubicBezTo>
                  <a:cubicBezTo>
                    <a:pt x="9429" y="54858"/>
                    <a:pt x="5207" y="59641"/>
                    <a:pt x="5207" y="59641"/>
                  </a:cubicBezTo>
                  <a:cubicBezTo>
                    <a:pt x="5066" y="66815"/>
                    <a:pt x="0" y="72722"/>
                    <a:pt x="0" y="72722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C46384F6-5D6D-730F-60B6-15B6D7F1D1ED}"/>
                </a:ext>
              </a:extLst>
            </p:cNvPr>
            <p:cNvSpPr/>
            <p:nvPr/>
          </p:nvSpPr>
          <p:spPr>
            <a:xfrm>
              <a:off x="5975956" y="3242157"/>
              <a:ext cx="47626" cy="219714"/>
            </a:xfrm>
            <a:custGeom>
              <a:avLst/>
              <a:gdLst>
                <a:gd name="connsiteX0" fmla="*/ 7740 w 47626"/>
                <a:gd name="connsiteY0" fmla="*/ 0 h 219714"/>
                <a:gd name="connsiteX1" fmla="*/ 7740 w 47626"/>
                <a:gd name="connsiteY1" fmla="*/ 5626 h 219714"/>
                <a:gd name="connsiteX2" fmla="*/ 19561 w 47626"/>
                <a:gd name="connsiteY2" fmla="*/ 11816 h 219714"/>
                <a:gd name="connsiteX3" fmla="*/ 30818 w 47626"/>
                <a:gd name="connsiteY3" fmla="*/ 11816 h 219714"/>
                <a:gd name="connsiteX4" fmla="*/ 35884 w 47626"/>
                <a:gd name="connsiteY4" fmla="*/ 15754 h 219714"/>
                <a:gd name="connsiteX5" fmla="*/ 46439 w 47626"/>
                <a:gd name="connsiteY5" fmla="*/ 15754 h 219714"/>
                <a:gd name="connsiteX6" fmla="*/ 46439 w 47626"/>
                <a:gd name="connsiteY6" fmla="*/ 31790 h 219714"/>
                <a:gd name="connsiteX7" fmla="*/ 40528 w 47626"/>
                <a:gd name="connsiteY7" fmla="*/ 45856 h 219714"/>
                <a:gd name="connsiteX8" fmla="*/ 37432 w 47626"/>
                <a:gd name="connsiteY8" fmla="*/ 61891 h 219714"/>
                <a:gd name="connsiteX9" fmla="*/ 35884 w 47626"/>
                <a:gd name="connsiteY9" fmla="*/ 73988 h 219714"/>
                <a:gd name="connsiteX10" fmla="*/ 22516 w 47626"/>
                <a:gd name="connsiteY10" fmla="*/ 79474 h 219714"/>
                <a:gd name="connsiteX11" fmla="*/ 18012 w 47626"/>
                <a:gd name="connsiteY11" fmla="*/ 89602 h 219714"/>
                <a:gd name="connsiteX12" fmla="*/ 7740 w 47626"/>
                <a:gd name="connsiteY12" fmla="*/ 100574 h 219714"/>
                <a:gd name="connsiteX13" fmla="*/ 0 w 47626"/>
                <a:gd name="connsiteY13" fmla="*/ 113796 h 219714"/>
                <a:gd name="connsiteX14" fmla="*/ 7740 w 47626"/>
                <a:gd name="connsiteY14" fmla="*/ 117734 h 219714"/>
                <a:gd name="connsiteX15" fmla="*/ 16465 w 47626"/>
                <a:gd name="connsiteY15" fmla="*/ 120829 h 219714"/>
                <a:gd name="connsiteX16" fmla="*/ 20405 w 47626"/>
                <a:gd name="connsiteY16" fmla="*/ 137568 h 219714"/>
                <a:gd name="connsiteX17" fmla="*/ 19983 w 47626"/>
                <a:gd name="connsiteY17" fmla="*/ 150790 h 219714"/>
                <a:gd name="connsiteX18" fmla="*/ 15339 w 47626"/>
                <a:gd name="connsiteY18" fmla="*/ 164856 h 219714"/>
                <a:gd name="connsiteX19" fmla="*/ 18435 w 47626"/>
                <a:gd name="connsiteY19" fmla="*/ 171468 h 219714"/>
                <a:gd name="connsiteX20" fmla="*/ 19561 w 47626"/>
                <a:gd name="connsiteY20" fmla="*/ 187785 h 219714"/>
                <a:gd name="connsiteX21" fmla="*/ 37854 w 47626"/>
                <a:gd name="connsiteY21" fmla="*/ 199882 h 219714"/>
                <a:gd name="connsiteX22" fmla="*/ 37432 w 47626"/>
                <a:gd name="connsiteY22" fmla="*/ 207618 h 219714"/>
                <a:gd name="connsiteX23" fmla="*/ 33352 w 47626"/>
                <a:gd name="connsiteY23" fmla="*/ 219715 h 219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626" h="219714">
                  <a:moveTo>
                    <a:pt x="7740" y="0"/>
                  </a:moveTo>
                  <a:lnTo>
                    <a:pt x="7740" y="5626"/>
                  </a:lnTo>
                  <a:cubicBezTo>
                    <a:pt x="10273" y="9565"/>
                    <a:pt x="19561" y="11816"/>
                    <a:pt x="19561" y="11816"/>
                  </a:cubicBezTo>
                  <a:cubicBezTo>
                    <a:pt x="26175" y="12238"/>
                    <a:pt x="30818" y="11816"/>
                    <a:pt x="30818" y="11816"/>
                  </a:cubicBezTo>
                  <a:cubicBezTo>
                    <a:pt x="33914" y="12660"/>
                    <a:pt x="35884" y="15754"/>
                    <a:pt x="35884" y="15754"/>
                  </a:cubicBezTo>
                  <a:cubicBezTo>
                    <a:pt x="41794" y="16598"/>
                    <a:pt x="46439" y="15754"/>
                    <a:pt x="46439" y="15754"/>
                  </a:cubicBezTo>
                  <a:cubicBezTo>
                    <a:pt x="49112" y="19974"/>
                    <a:pt x="46439" y="31790"/>
                    <a:pt x="46439" y="31790"/>
                  </a:cubicBezTo>
                  <a:cubicBezTo>
                    <a:pt x="43765" y="37979"/>
                    <a:pt x="40528" y="45856"/>
                    <a:pt x="40528" y="45856"/>
                  </a:cubicBezTo>
                  <a:cubicBezTo>
                    <a:pt x="37854" y="50498"/>
                    <a:pt x="37432" y="61891"/>
                    <a:pt x="37432" y="61891"/>
                  </a:cubicBezTo>
                  <a:cubicBezTo>
                    <a:pt x="36588" y="68925"/>
                    <a:pt x="35884" y="73988"/>
                    <a:pt x="35884" y="73988"/>
                  </a:cubicBezTo>
                  <a:cubicBezTo>
                    <a:pt x="26597" y="80178"/>
                    <a:pt x="22516" y="79474"/>
                    <a:pt x="22516" y="79474"/>
                  </a:cubicBezTo>
                  <a:cubicBezTo>
                    <a:pt x="19983" y="84538"/>
                    <a:pt x="18012" y="89602"/>
                    <a:pt x="18012" y="89602"/>
                  </a:cubicBezTo>
                  <a:cubicBezTo>
                    <a:pt x="11821" y="95088"/>
                    <a:pt x="7740" y="100574"/>
                    <a:pt x="7740" y="100574"/>
                  </a:cubicBezTo>
                  <a:cubicBezTo>
                    <a:pt x="4081" y="105637"/>
                    <a:pt x="0" y="113796"/>
                    <a:pt x="0" y="113796"/>
                  </a:cubicBezTo>
                  <a:cubicBezTo>
                    <a:pt x="141" y="121954"/>
                    <a:pt x="7740" y="117734"/>
                    <a:pt x="7740" y="117734"/>
                  </a:cubicBezTo>
                  <a:cubicBezTo>
                    <a:pt x="14213" y="117734"/>
                    <a:pt x="16465" y="120829"/>
                    <a:pt x="16465" y="120829"/>
                  </a:cubicBezTo>
                  <a:cubicBezTo>
                    <a:pt x="18857" y="127862"/>
                    <a:pt x="20405" y="137568"/>
                    <a:pt x="20405" y="137568"/>
                  </a:cubicBezTo>
                  <a:cubicBezTo>
                    <a:pt x="19561" y="146570"/>
                    <a:pt x="19983" y="150790"/>
                    <a:pt x="19983" y="150790"/>
                  </a:cubicBezTo>
                  <a:cubicBezTo>
                    <a:pt x="19561" y="164435"/>
                    <a:pt x="15339" y="164856"/>
                    <a:pt x="15339" y="164856"/>
                  </a:cubicBezTo>
                  <a:cubicBezTo>
                    <a:pt x="15339" y="169076"/>
                    <a:pt x="18435" y="171468"/>
                    <a:pt x="18435" y="171468"/>
                  </a:cubicBezTo>
                  <a:cubicBezTo>
                    <a:pt x="19279" y="181173"/>
                    <a:pt x="19561" y="187785"/>
                    <a:pt x="19561" y="187785"/>
                  </a:cubicBezTo>
                  <a:cubicBezTo>
                    <a:pt x="24626" y="201007"/>
                    <a:pt x="37854" y="199882"/>
                    <a:pt x="37854" y="199882"/>
                  </a:cubicBezTo>
                  <a:cubicBezTo>
                    <a:pt x="38699" y="204945"/>
                    <a:pt x="37432" y="207618"/>
                    <a:pt x="37432" y="207618"/>
                  </a:cubicBezTo>
                  <a:cubicBezTo>
                    <a:pt x="33211" y="209587"/>
                    <a:pt x="33352" y="219715"/>
                    <a:pt x="33352" y="219715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4E43785F-67E7-AE4B-7B95-EE0DF78150B4}"/>
                </a:ext>
              </a:extLst>
            </p:cNvPr>
            <p:cNvSpPr/>
            <p:nvPr/>
          </p:nvSpPr>
          <p:spPr>
            <a:xfrm>
              <a:off x="5995939" y="3310599"/>
              <a:ext cx="89784" cy="66664"/>
            </a:xfrm>
            <a:custGeom>
              <a:avLst/>
              <a:gdLst>
                <a:gd name="connsiteX0" fmla="*/ 0 w 89784"/>
                <a:gd name="connsiteY0" fmla="*/ 66313 h 66664"/>
                <a:gd name="connsiteX1" fmla="*/ 9428 w 89784"/>
                <a:gd name="connsiteY1" fmla="*/ 66313 h 66664"/>
                <a:gd name="connsiteX2" fmla="*/ 27863 w 89784"/>
                <a:gd name="connsiteY2" fmla="*/ 63921 h 66664"/>
                <a:gd name="connsiteX3" fmla="*/ 35603 w 89784"/>
                <a:gd name="connsiteY3" fmla="*/ 47886 h 66664"/>
                <a:gd name="connsiteX4" fmla="*/ 41654 w 89784"/>
                <a:gd name="connsiteY4" fmla="*/ 57029 h 66664"/>
                <a:gd name="connsiteX5" fmla="*/ 51223 w 89784"/>
                <a:gd name="connsiteY5" fmla="*/ 66172 h 66664"/>
                <a:gd name="connsiteX6" fmla="*/ 57133 w 89784"/>
                <a:gd name="connsiteY6" fmla="*/ 53231 h 66664"/>
                <a:gd name="connsiteX7" fmla="*/ 65858 w 89784"/>
                <a:gd name="connsiteY7" fmla="*/ 45495 h 66664"/>
                <a:gd name="connsiteX8" fmla="*/ 77819 w 89784"/>
                <a:gd name="connsiteY8" fmla="*/ 52950 h 66664"/>
                <a:gd name="connsiteX9" fmla="*/ 89077 w 89784"/>
                <a:gd name="connsiteY9" fmla="*/ 39727 h 66664"/>
                <a:gd name="connsiteX10" fmla="*/ 85981 w 89784"/>
                <a:gd name="connsiteY10" fmla="*/ 28756 h 66664"/>
                <a:gd name="connsiteX11" fmla="*/ 68109 w 89784"/>
                <a:gd name="connsiteY11" fmla="*/ 24536 h 66664"/>
                <a:gd name="connsiteX12" fmla="*/ 65858 w 89784"/>
                <a:gd name="connsiteY12" fmla="*/ 10048 h 66664"/>
                <a:gd name="connsiteX13" fmla="*/ 68109 w 89784"/>
                <a:gd name="connsiteY13" fmla="*/ 4140 h 66664"/>
                <a:gd name="connsiteX14" fmla="*/ 53896 w 89784"/>
                <a:gd name="connsiteY14" fmla="*/ 201 h 66664"/>
                <a:gd name="connsiteX15" fmla="*/ 37010 w 89784"/>
                <a:gd name="connsiteY15" fmla="*/ 4140 h 66664"/>
                <a:gd name="connsiteX16" fmla="*/ 20686 w 89784"/>
                <a:gd name="connsiteY16" fmla="*/ 5265 h 66664"/>
                <a:gd name="connsiteX17" fmla="*/ 16464 w 89784"/>
                <a:gd name="connsiteY17" fmla="*/ 5265 h 6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9784" h="66664">
                  <a:moveTo>
                    <a:pt x="0" y="66313"/>
                  </a:moveTo>
                  <a:lnTo>
                    <a:pt x="9428" y="66313"/>
                  </a:lnTo>
                  <a:cubicBezTo>
                    <a:pt x="21953" y="66735"/>
                    <a:pt x="27863" y="63921"/>
                    <a:pt x="27863" y="63921"/>
                  </a:cubicBezTo>
                  <a:cubicBezTo>
                    <a:pt x="29833" y="54638"/>
                    <a:pt x="35603" y="47886"/>
                    <a:pt x="35603" y="47886"/>
                  </a:cubicBezTo>
                  <a:cubicBezTo>
                    <a:pt x="40668" y="45917"/>
                    <a:pt x="41654" y="57029"/>
                    <a:pt x="41654" y="57029"/>
                  </a:cubicBezTo>
                  <a:cubicBezTo>
                    <a:pt x="49253" y="63499"/>
                    <a:pt x="51223" y="66172"/>
                    <a:pt x="51223" y="66172"/>
                  </a:cubicBezTo>
                  <a:cubicBezTo>
                    <a:pt x="50941" y="69688"/>
                    <a:pt x="57133" y="53231"/>
                    <a:pt x="57133" y="53231"/>
                  </a:cubicBezTo>
                  <a:cubicBezTo>
                    <a:pt x="59807" y="45072"/>
                    <a:pt x="65858" y="45495"/>
                    <a:pt x="65858" y="45495"/>
                  </a:cubicBezTo>
                  <a:cubicBezTo>
                    <a:pt x="71628" y="49714"/>
                    <a:pt x="77819" y="52950"/>
                    <a:pt x="77819" y="52950"/>
                  </a:cubicBezTo>
                  <a:cubicBezTo>
                    <a:pt x="85559" y="45495"/>
                    <a:pt x="89077" y="39727"/>
                    <a:pt x="89077" y="39727"/>
                  </a:cubicBezTo>
                  <a:cubicBezTo>
                    <a:pt x="91751" y="30444"/>
                    <a:pt x="85981" y="28756"/>
                    <a:pt x="85981" y="28756"/>
                  </a:cubicBezTo>
                  <a:cubicBezTo>
                    <a:pt x="73879" y="30303"/>
                    <a:pt x="68109" y="24536"/>
                    <a:pt x="68109" y="24536"/>
                  </a:cubicBezTo>
                  <a:cubicBezTo>
                    <a:pt x="65717" y="18628"/>
                    <a:pt x="65858" y="10048"/>
                    <a:pt x="65858" y="10048"/>
                  </a:cubicBezTo>
                  <a:cubicBezTo>
                    <a:pt x="69235" y="6531"/>
                    <a:pt x="68109" y="4140"/>
                    <a:pt x="68109" y="4140"/>
                  </a:cubicBezTo>
                  <a:cubicBezTo>
                    <a:pt x="59948" y="-1346"/>
                    <a:pt x="53896" y="201"/>
                    <a:pt x="53896" y="201"/>
                  </a:cubicBezTo>
                  <a:cubicBezTo>
                    <a:pt x="38136" y="1327"/>
                    <a:pt x="37010" y="4140"/>
                    <a:pt x="37010" y="4140"/>
                  </a:cubicBezTo>
                  <a:cubicBezTo>
                    <a:pt x="28004" y="5265"/>
                    <a:pt x="20686" y="5265"/>
                    <a:pt x="20686" y="5265"/>
                  </a:cubicBezTo>
                  <a:lnTo>
                    <a:pt x="16464" y="5265"/>
                  </a:ln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17096A65-CFEB-CFB5-182C-998C6301B10E}"/>
                </a:ext>
              </a:extLst>
            </p:cNvPr>
            <p:cNvSpPr/>
            <p:nvPr/>
          </p:nvSpPr>
          <p:spPr>
            <a:xfrm>
              <a:off x="6128117" y="3069002"/>
              <a:ext cx="169952" cy="206785"/>
            </a:xfrm>
            <a:custGeom>
              <a:avLst/>
              <a:gdLst>
                <a:gd name="connsiteX0" fmla="*/ 57938 w 169952"/>
                <a:gd name="connsiteY0" fmla="*/ 0 h 206785"/>
                <a:gd name="connsiteX1" fmla="*/ 57938 w 169952"/>
                <a:gd name="connsiteY1" fmla="*/ 19411 h 206785"/>
                <a:gd name="connsiteX2" fmla="*/ 50761 w 169952"/>
                <a:gd name="connsiteY2" fmla="*/ 31086 h 206785"/>
                <a:gd name="connsiteX3" fmla="*/ 57938 w 169952"/>
                <a:gd name="connsiteY3" fmla="*/ 46559 h 206785"/>
                <a:gd name="connsiteX4" fmla="*/ 63989 w 169952"/>
                <a:gd name="connsiteY4" fmla="*/ 65549 h 206785"/>
                <a:gd name="connsiteX5" fmla="*/ 63989 w 169952"/>
                <a:gd name="connsiteY5" fmla="*/ 88477 h 206785"/>
                <a:gd name="connsiteX6" fmla="*/ 74824 w 169952"/>
                <a:gd name="connsiteY6" fmla="*/ 108873 h 206785"/>
                <a:gd name="connsiteX7" fmla="*/ 70039 w 169952"/>
                <a:gd name="connsiteY7" fmla="*/ 115484 h 206785"/>
                <a:gd name="connsiteX8" fmla="*/ 50620 w 169952"/>
                <a:gd name="connsiteY8" fmla="*/ 119422 h 206785"/>
                <a:gd name="connsiteX9" fmla="*/ 36829 w 169952"/>
                <a:gd name="connsiteY9" fmla="*/ 129972 h 206785"/>
                <a:gd name="connsiteX10" fmla="*/ 20787 w 169952"/>
                <a:gd name="connsiteY10" fmla="*/ 137146 h 206785"/>
                <a:gd name="connsiteX11" fmla="*/ 101 w 169952"/>
                <a:gd name="connsiteY11" fmla="*/ 141506 h 206785"/>
                <a:gd name="connsiteX12" fmla="*/ 9951 w 169952"/>
                <a:gd name="connsiteY12" fmla="*/ 158105 h 206785"/>
                <a:gd name="connsiteX13" fmla="*/ 27401 w 169952"/>
                <a:gd name="connsiteY13" fmla="*/ 185815 h 206785"/>
                <a:gd name="connsiteX14" fmla="*/ 44006 w 169952"/>
                <a:gd name="connsiteY14" fmla="*/ 200725 h 206785"/>
                <a:gd name="connsiteX15" fmla="*/ 56108 w 169952"/>
                <a:gd name="connsiteY15" fmla="*/ 206774 h 206785"/>
                <a:gd name="connsiteX16" fmla="*/ 69336 w 169952"/>
                <a:gd name="connsiteY16" fmla="*/ 196787 h 206785"/>
                <a:gd name="connsiteX17" fmla="*/ 88193 w 169952"/>
                <a:gd name="connsiteY17" fmla="*/ 195662 h 206785"/>
                <a:gd name="connsiteX18" fmla="*/ 101421 w 169952"/>
                <a:gd name="connsiteY18" fmla="*/ 203398 h 206785"/>
                <a:gd name="connsiteX19" fmla="*/ 122388 w 169952"/>
                <a:gd name="connsiteY19" fmla="*/ 204523 h 206785"/>
                <a:gd name="connsiteX20" fmla="*/ 141245 w 169952"/>
                <a:gd name="connsiteY20" fmla="*/ 196224 h 206785"/>
                <a:gd name="connsiteX21" fmla="*/ 157850 w 169952"/>
                <a:gd name="connsiteY21" fmla="*/ 180189 h 206785"/>
                <a:gd name="connsiteX22" fmla="*/ 169952 w 169952"/>
                <a:gd name="connsiteY22" fmla="*/ 173156 h 206785"/>
                <a:gd name="connsiteX23" fmla="*/ 154473 w 169952"/>
                <a:gd name="connsiteY23" fmla="*/ 151494 h 206785"/>
                <a:gd name="connsiteX24" fmla="*/ 136742 w 169952"/>
                <a:gd name="connsiteY24" fmla="*/ 143757 h 206785"/>
                <a:gd name="connsiteX25" fmla="*/ 123514 w 169952"/>
                <a:gd name="connsiteY25" fmla="*/ 139397 h 206785"/>
                <a:gd name="connsiteX26" fmla="*/ 112397 w 169952"/>
                <a:gd name="connsiteY26" fmla="*/ 149243 h 206785"/>
                <a:gd name="connsiteX27" fmla="*/ 105783 w 169952"/>
                <a:gd name="connsiteY27" fmla="*/ 128847 h 206785"/>
                <a:gd name="connsiteX28" fmla="*/ 93681 w 169952"/>
                <a:gd name="connsiteY28" fmla="*/ 124908 h 206785"/>
                <a:gd name="connsiteX29" fmla="*/ 84815 w 169952"/>
                <a:gd name="connsiteY29" fmla="*/ 116609 h 206785"/>
                <a:gd name="connsiteX30" fmla="*/ 73980 w 169952"/>
                <a:gd name="connsiteY30" fmla="*/ 111686 h 206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952" h="206785">
                  <a:moveTo>
                    <a:pt x="57938" y="0"/>
                  </a:moveTo>
                  <a:lnTo>
                    <a:pt x="57938" y="19411"/>
                  </a:lnTo>
                  <a:cubicBezTo>
                    <a:pt x="54560" y="29961"/>
                    <a:pt x="50761" y="31086"/>
                    <a:pt x="50761" y="31086"/>
                  </a:cubicBezTo>
                  <a:cubicBezTo>
                    <a:pt x="51324" y="41636"/>
                    <a:pt x="57938" y="46559"/>
                    <a:pt x="57938" y="46559"/>
                  </a:cubicBezTo>
                  <a:cubicBezTo>
                    <a:pt x="62862" y="53170"/>
                    <a:pt x="63989" y="65549"/>
                    <a:pt x="63989" y="65549"/>
                  </a:cubicBezTo>
                  <a:cubicBezTo>
                    <a:pt x="63989" y="82428"/>
                    <a:pt x="63989" y="88477"/>
                    <a:pt x="63989" y="88477"/>
                  </a:cubicBezTo>
                  <a:cubicBezTo>
                    <a:pt x="72291" y="100152"/>
                    <a:pt x="74824" y="108873"/>
                    <a:pt x="74824" y="108873"/>
                  </a:cubicBezTo>
                  <a:lnTo>
                    <a:pt x="70039" y="115484"/>
                  </a:lnTo>
                  <a:lnTo>
                    <a:pt x="50620" y="119422"/>
                  </a:lnTo>
                  <a:cubicBezTo>
                    <a:pt x="42317" y="123783"/>
                    <a:pt x="36829" y="129972"/>
                    <a:pt x="36829" y="129972"/>
                  </a:cubicBezTo>
                  <a:cubicBezTo>
                    <a:pt x="27401" y="136021"/>
                    <a:pt x="20787" y="137146"/>
                    <a:pt x="20787" y="137146"/>
                  </a:cubicBezTo>
                  <a:cubicBezTo>
                    <a:pt x="6433" y="142069"/>
                    <a:pt x="101" y="141506"/>
                    <a:pt x="101" y="141506"/>
                  </a:cubicBezTo>
                  <a:cubicBezTo>
                    <a:pt x="-1166" y="139959"/>
                    <a:pt x="9951" y="158105"/>
                    <a:pt x="9951" y="158105"/>
                  </a:cubicBezTo>
                  <a:cubicBezTo>
                    <a:pt x="9670" y="169780"/>
                    <a:pt x="27401" y="185815"/>
                    <a:pt x="27401" y="185815"/>
                  </a:cubicBezTo>
                  <a:cubicBezTo>
                    <a:pt x="38518" y="191864"/>
                    <a:pt x="44006" y="200725"/>
                    <a:pt x="44006" y="200725"/>
                  </a:cubicBezTo>
                  <a:cubicBezTo>
                    <a:pt x="51183" y="207336"/>
                    <a:pt x="56108" y="206774"/>
                    <a:pt x="56108" y="206774"/>
                  </a:cubicBezTo>
                  <a:cubicBezTo>
                    <a:pt x="66099" y="203398"/>
                    <a:pt x="69336" y="196787"/>
                    <a:pt x="69336" y="196787"/>
                  </a:cubicBezTo>
                  <a:cubicBezTo>
                    <a:pt x="78905" y="191864"/>
                    <a:pt x="88193" y="195662"/>
                    <a:pt x="88193" y="195662"/>
                  </a:cubicBezTo>
                  <a:cubicBezTo>
                    <a:pt x="97621" y="202273"/>
                    <a:pt x="101421" y="203398"/>
                    <a:pt x="101421" y="203398"/>
                  </a:cubicBezTo>
                  <a:cubicBezTo>
                    <a:pt x="114086" y="207759"/>
                    <a:pt x="122388" y="204523"/>
                    <a:pt x="122388" y="204523"/>
                  </a:cubicBezTo>
                  <a:cubicBezTo>
                    <a:pt x="136742" y="199037"/>
                    <a:pt x="141245" y="196224"/>
                    <a:pt x="141245" y="196224"/>
                  </a:cubicBezTo>
                  <a:cubicBezTo>
                    <a:pt x="150110" y="187925"/>
                    <a:pt x="157850" y="180189"/>
                    <a:pt x="157850" y="180189"/>
                  </a:cubicBezTo>
                  <a:cubicBezTo>
                    <a:pt x="165590" y="176250"/>
                    <a:pt x="169952" y="173156"/>
                    <a:pt x="169952" y="173156"/>
                  </a:cubicBezTo>
                  <a:cubicBezTo>
                    <a:pt x="166575" y="165278"/>
                    <a:pt x="154473" y="151494"/>
                    <a:pt x="154473" y="151494"/>
                  </a:cubicBezTo>
                  <a:cubicBezTo>
                    <a:pt x="142371" y="149243"/>
                    <a:pt x="136742" y="143757"/>
                    <a:pt x="136742" y="143757"/>
                  </a:cubicBezTo>
                  <a:cubicBezTo>
                    <a:pt x="129002" y="139819"/>
                    <a:pt x="123514" y="139397"/>
                    <a:pt x="123514" y="139397"/>
                  </a:cubicBezTo>
                  <a:cubicBezTo>
                    <a:pt x="117463" y="143335"/>
                    <a:pt x="112397" y="149243"/>
                    <a:pt x="112397" y="149243"/>
                  </a:cubicBezTo>
                  <a:cubicBezTo>
                    <a:pt x="110849" y="149665"/>
                    <a:pt x="105783" y="128847"/>
                    <a:pt x="105783" y="128847"/>
                  </a:cubicBezTo>
                  <a:cubicBezTo>
                    <a:pt x="106064" y="128003"/>
                    <a:pt x="93681" y="124908"/>
                    <a:pt x="93681" y="124908"/>
                  </a:cubicBezTo>
                  <a:lnTo>
                    <a:pt x="84815" y="116609"/>
                  </a:lnTo>
                  <a:cubicBezTo>
                    <a:pt x="80594" y="116187"/>
                    <a:pt x="73980" y="111686"/>
                    <a:pt x="73980" y="111686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098D9567-150F-1F4F-891C-FA260806DD37}"/>
                </a:ext>
              </a:extLst>
            </p:cNvPr>
            <p:cNvSpPr/>
            <p:nvPr/>
          </p:nvSpPr>
          <p:spPr>
            <a:xfrm>
              <a:off x="6038719" y="3017519"/>
              <a:ext cx="20123" cy="984"/>
            </a:xfrm>
            <a:custGeom>
              <a:avLst/>
              <a:gdLst>
                <a:gd name="connsiteX0" fmla="*/ 0 w 20123"/>
                <a:gd name="connsiteY0" fmla="*/ 985 h 984"/>
                <a:gd name="connsiteX1" fmla="*/ 20123 w 20123"/>
                <a:gd name="connsiteY1" fmla="*/ 0 h 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23" h="984">
                  <a:moveTo>
                    <a:pt x="0" y="985"/>
                  </a:moveTo>
                  <a:lnTo>
                    <a:pt x="20123" y="0"/>
                  </a:lnTo>
                </a:path>
              </a:pathLst>
            </a:custGeom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A5E46B4F-C230-260D-3D71-3F918982F0FF}"/>
                </a:ext>
              </a:extLst>
            </p:cNvPr>
            <p:cNvSpPr/>
            <p:nvPr/>
          </p:nvSpPr>
          <p:spPr>
            <a:xfrm>
              <a:off x="6324666" y="3001905"/>
              <a:ext cx="79508" cy="40510"/>
            </a:xfrm>
            <a:custGeom>
              <a:avLst/>
              <a:gdLst>
                <a:gd name="connsiteX0" fmla="*/ 0 w 79508"/>
                <a:gd name="connsiteY0" fmla="*/ 36432 h 40510"/>
                <a:gd name="connsiteX1" fmla="*/ 75286 w 79508"/>
                <a:gd name="connsiteY1" fmla="*/ 40511 h 40510"/>
                <a:gd name="connsiteX2" fmla="*/ 79508 w 79508"/>
                <a:gd name="connsiteY2" fmla="*/ 23631 h 40510"/>
                <a:gd name="connsiteX3" fmla="*/ 63747 w 79508"/>
                <a:gd name="connsiteY3" fmla="*/ 6330 h 40510"/>
                <a:gd name="connsiteX4" fmla="*/ 44890 w 79508"/>
                <a:gd name="connsiteY4" fmla="*/ 0 h 40510"/>
                <a:gd name="connsiteX5" fmla="*/ 32788 w 79508"/>
                <a:gd name="connsiteY5" fmla="*/ 1688 h 4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508" h="40510">
                  <a:moveTo>
                    <a:pt x="0" y="36432"/>
                  </a:moveTo>
                  <a:lnTo>
                    <a:pt x="75286" y="40511"/>
                  </a:lnTo>
                  <a:cubicBezTo>
                    <a:pt x="76272" y="32774"/>
                    <a:pt x="79508" y="23631"/>
                    <a:pt x="79508" y="23631"/>
                  </a:cubicBezTo>
                  <a:cubicBezTo>
                    <a:pt x="72613" y="12238"/>
                    <a:pt x="63747" y="6330"/>
                    <a:pt x="63747" y="6330"/>
                  </a:cubicBezTo>
                  <a:cubicBezTo>
                    <a:pt x="47424" y="4220"/>
                    <a:pt x="44890" y="0"/>
                    <a:pt x="44890" y="0"/>
                  </a:cubicBezTo>
                  <a:cubicBezTo>
                    <a:pt x="37573" y="1125"/>
                    <a:pt x="32788" y="1688"/>
                    <a:pt x="32788" y="1688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A4700F0C-6622-6ACE-3EA6-0775985D7D78}"/>
                </a:ext>
              </a:extLst>
            </p:cNvPr>
            <p:cNvSpPr/>
            <p:nvPr/>
          </p:nvSpPr>
          <p:spPr>
            <a:xfrm>
              <a:off x="6298210" y="3042416"/>
              <a:ext cx="131543" cy="214631"/>
            </a:xfrm>
            <a:custGeom>
              <a:avLst/>
              <a:gdLst>
                <a:gd name="connsiteX0" fmla="*/ 102305 w 131543"/>
                <a:gd name="connsiteY0" fmla="*/ 0 h 214631"/>
                <a:gd name="connsiteX1" fmla="*/ 115251 w 131543"/>
                <a:gd name="connsiteY1" fmla="*/ 2251 h 214631"/>
                <a:gd name="connsiteX2" fmla="*/ 117080 w 131543"/>
                <a:gd name="connsiteY2" fmla="*/ 11394 h 214631"/>
                <a:gd name="connsiteX3" fmla="*/ 120036 w 131543"/>
                <a:gd name="connsiteY3" fmla="*/ 23631 h 214631"/>
                <a:gd name="connsiteX4" fmla="*/ 121443 w 131543"/>
                <a:gd name="connsiteY4" fmla="*/ 41495 h 214631"/>
                <a:gd name="connsiteX5" fmla="*/ 127213 w 131543"/>
                <a:gd name="connsiteY5" fmla="*/ 59078 h 214631"/>
                <a:gd name="connsiteX6" fmla="*/ 121584 w 131543"/>
                <a:gd name="connsiteY6" fmla="*/ 74973 h 214631"/>
                <a:gd name="connsiteX7" fmla="*/ 111030 w 131543"/>
                <a:gd name="connsiteY7" fmla="*/ 83835 h 214631"/>
                <a:gd name="connsiteX8" fmla="*/ 116518 w 131543"/>
                <a:gd name="connsiteY8" fmla="*/ 92697 h 214631"/>
                <a:gd name="connsiteX9" fmla="*/ 118629 w 131543"/>
                <a:gd name="connsiteY9" fmla="*/ 114640 h 214631"/>
                <a:gd name="connsiteX10" fmla="*/ 130731 w 131543"/>
                <a:gd name="connsiteY10" fmla="*/ 137568 h 214631"/>
                <a:gd name="connsiteX11" fmla="*/ 130731 w 131543"/>
                <a:gd name="connsiteY11" fmla="*/ 159933 h 214631"/>
                <a:gd name="connsiteX12" fmla="*/ 112578 w 131543"/>
                <a:gd name="connsiteY12" fmla="*/ 177797 h 214631"/>
                <a:gd name="connsiteX13" fmla="*/ 99209 w 131543"/>
                <a:gd name="connsiteY13" fmla="*/ 196224 h 214631"/>
                <a:gd name="connsiteX14" fmla="*/ 99209 w 131543"/>
                <a:gd name="connsiteY14" fmla="*/ 214088 h 214631"/>
                <a:gd name="connsiteX15" fmla="*/ 89218 w 131543"/>
                <a:gd name="connsiteY15" fmla="*/ 212541 h 214631"/>
                <a:gd name="connsiteX16" fmla="*/ 78101 w 131543"/>
                <a:gd name="connsiteY16" fmla="*/ 203820 h 214631"/>
                <a:gd name="connsiteX17" fmla="*/ 60229 w 131543"/>
                <a:gd name="connsiteY17" fmla="*/ 201991 h 214631"/>
                <a:gd name="connsiteX18" fmla="*/ 36025 w 131543"/>
                <a:gd name="connsiteY18" fmla="*/ 202835 h 214631"/>
                <a:gd name="connsiteX19" fmla="*/ 26315 w 131543"/>
                <a:gd name="connsiteY19" fmla="*/ 208040 h 214631"/>
                <a:gd name="connsiteX20" fmla="*/ 20264 w 131543"/>
                <a:gd name="connsiteY20" fmla="*/ 198053 h 214631"/>
                <a:gd name="connsiteX21" fmla="*/ 10835 w 131543"/>
                <a:gd name="connsiteY21" fmla="*/ 198615 h 214631"/>
                <a:gd name="connsiteX22" fmla="*/ 0 w 131543"/>
                <a:gd name="connsiteY22" fmla="*/ 199600 h 21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1543" h="214631">
                  <a:moveTo>
                    <a:pt x="102305" y="0"/>
                  </a:moveTo>
                  <a:lnTo>
                    <a:pt x="115251" y="2251"/>
                  </a:lnTo>
                  <a:cubicBezTo>
                    <a:pt x="116799" y="6892"/>
                    <a:pt x="117080" y="11394"/>
                    <a:pt x="117080" y="11394"/>
                  </a:cubicBezTo>
                  <a:cubicBezTo>
                    <a:pt x="118629" y="19833"/>
                    <a:pt x="120036" y="23631"/>
                    <a:pt x="120036" y="23631"/>
                  </a:cubicBezTo>
                  <a:cubicBezTo>
                    <a:pt x="122006" y="28554"/>
                    <a:pt x="121443" y="41495"/>
                    <a:pt x="121443" y="41495"/>
                  </a:cubicBezTo>
                  <a:cubicBezTo>
                    <a:pt x="124820" y="47263"/>
                    <a:pt x="127213" y="59078"/>
                    <a:pt x="127213" y="59078"/>
                  </a:cubicBezTo>
                  <a:cubicBezTo>
                    <a:pt x="126368" y="67096"/>
                    <a:pt x="121584" y="74973"/>
                    <a:pt x="121584" y="74973"/>
                  </a:cubicBezTo>
                  <a:cubicBezTo>
                    <a:pt x="115955" y="80318"/>
                    <a:pt x="111030" y="83835"/>
                    <a:pt x="111030" y="83835"/>
                  </a:cubicBezTo>
                  <a:cubicBezTo>
                    <a:pt x="113703" y="90024"/>
                    <a:pt x="116518" y="92697"/>
                    <a:pt x="116518" y="92697"/>
                  </a:cubicBezTo>
                  <a:cubicBezTo>
                    <a:pt x="118066" y="102543"/>
                    <a:pt x="118629" y="114640"/>
                    <a:pt x="118629" y="114640"/>
                  </a:cubicBezTo>
                  <a:cubicBezTo>
                    <a:pt x="122569" y="120688"/>
                    <a:pt x="130731" y="137568"/>
                    <a:pt x="130731" y="137568"/>
                  </a:cubicBezTo>
                  <a:cubicBezTo>
                    <a:pt x="132560" y="146289"/>
                    <a:pt x="130731" y="159933"/>
                    <a:pt x="130731" y="159933"/>
                  </a:cubicBezTo>
                  <a:cubicBezTo>
                    <a:pt x="124961" y="166544"/>
                    <a:pt x="112578" y="177797"/>
                    <a:pt x="112578" y="177797"/>
                  </a:cubicBezTo>
                  <a:cubicBezTo>
                    <a:pt x="106245" y="183846"/>
                    <a:pt x="99209" y="196224"/>
                    <a:pt x="99209" y="196224"/>
                  </a:cubicBezTo>
                  <a:cubicBezTo>
                    <a:pt x="98646" y="202835"/>
                    <a:pt x="99209" y="214088"/>
                    <a:pt x="99209" y="214088"/>
                  </a:cubicBezTo>
                  <a:cubicBezTo>
                    <a:pt x="95269" y="215917"/>
                    <a:pt x="89218" y="212541"/>
                    <a:pt x="89218" y="212541"/>
                  </a:cubicBezTo>
                  <a:cubicBezTo>
                    <a:pt x="82604" y="207055"/>
                    <a:pt x="78101" y="203820"/>
                    <a:pt x="78101" y="203820"/>
                  </a:cubicBezTo>
                  <a:cubicBezTo>
                    <a:pt x="69094" y="201991"/>
                    <a:pt x="60229" y="201991"/>
                    <a:pt x="60229" y="201991"/>
                  </a:cubicBezTo>
                  <a:cubicBezTo>
                    <a:pt x="42639" y="200725"/>
                    <a:pt x="36025" y="202835"/>
                    <a:pt x="36025" y="202835"/>
                  </a:cubicBezTo>
                  <a:cubicBezTo>
                    <a:pt x="31803" y="206492"/>
                    <a:pt x="26315" y="208040"/>
                    <a:pt x="26315" y="208040"/>
                  </a:cubicBezTo>
                  <a:cubicBezTo>
                    <a:pt x="20827" y="200725"/>
                    <a:pt x="20264" y="198053"/>
                    <a:pt x="20264" y="198053"/>
                  </a:cubicBezTo>
                  <a:cubicBezTo>
                    <a:pt x="15479" y="195662"/>
                    <a:pt x="10835" y="198615"/>
                    <a:pt x="10835" y="198615"/>
                  </a:cubicBezTo>
                  <a:cubicBezTo>
                    <a:pt x="6332" y="200725"/>
                    <a:pt x="0" y="199600"/>
                    <a:pt x="0" y="19960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50B8203F-F3D1-6636-6C4E-E83A78750043}"/>
                </a:ext>
              </a:extLst>
            </p:cNvPr>
            <p:cNvSpPr/>
            <p:nvPr/>
          </p:nvSpPr>
          <p:spPr>
            <a:xfrm>
              <a:off x="6351262" y="2954783"/>
              <a:ext cx="144521" cy="106794"/>
            </a:xfrm>
            <a:custGeom>
              <a:avLst/>
              <a:gdLst>
                <a:gd name="connsiteX0" fmla="*/ 0 w 144521"/>
                <a:gd name="connsiteY0" fmla="*/ 10972 h 106794"/>
                <a:gd name="connsiteX1" fmla="*/ 5910 w 144521"/>
                <a:gd name="connsiteY1" fmla="*/ 10972 h 106794"/>
                <a:gd name="connsiteX2" fmla="*/ 14917 w 144521"/>
                <a:gd name="connsiteY2" fmla="*/ 7877 h 106794"/>
                <a:gd name="connsiteX3" fmla="*/ 27722 w 144521"/>
                <a:gd name="connsiteY3" fmla="*/ 5064 h 106794"/>
                <a:gd name="connsiteX4" fmla="*/ 40106 w 144521"/>
                <a:gd name="connsiteY4" fmla="*/ 1266 h 106794"/>
                <a:gd name="connsiteX5" fmla="*/ 51223 w 144521"/>
                <a:gd name="connsiteY5" fmla="*/ 6189 h 106794"/>
                <a:gd name="connsiteX6" fmla="*/ 55585 w 144521"/>
                <a:gd name="connsiteY6" fmla="*/ 3657 h 106794"/>
                <a:gd name="connsiteX7" fmla="*/ 71205 w 144521"/>
                <a:gd name="connsiteY7" fmla="*/ 3657 h 106794"/>
                <a:gd name="connsiteX8" fmla="*/ 78382 w 144521"/>
                <a:gd name="connsiteY8" fmla="*/ 8018 h 106794"/>
                <a:gd name="connsiteX9" fmla="*/ 90203 w 144521"/>
                <a:gd name="connsiteY9" fmla="*/ 4923 h 106794"/>
                <a:gd name="connsiteX10" fmla="*/ 95832 w 144521"/>
                <a:gd name="connsiteY10" fmla="*/ 0 h 106794"/>
                <a:gd name="connsiteX11" fmla="*/ 100475 w 144521"/>
                <a:gd name="connsiteY11" fmla="*/ 7877 h 106794"/>
                <a:gd name="connsiteX12" fmla="*/ 109763 w 144521"/>
                <a:gd name="connsiteY12" fmla="*/ 12238 h 106794"/>
                <a:gd name="connsiteX13" fmla="*/ 123695 w 144521"/>
                <a:gd name="connsiteY13" fmla="*/ 12238 h 106794"/>
                <a:gd name="connsiteX14" fmla="*/ 138048 w 144521"/>
                <a:gd name="connsiteY14" fmla="*/ 22084 h 106794"/>
                <a:gd name="connsiteX15" fmla="*/ 143255 w 144521"/>
                <a:gd name="connsiteY15" fmla="*/ 34181 h 106794"/>
                <a:gd name="connsiteX16" fmla="*/ 144521 w 144521"/>
                <a:gd name="connsiteY16" fmla="*/ 47403 h 106794"/>
                <a:gd name="connsiteX17" fmla="*/ 131997 w 144521"/>
                <a:gd name="connsiteY17" fmla="*/ 60485 h 106794"/>
                <a:gd name="connsiteX18" fmla="*/ 118910 w 144521"/>
                <a:gd name="connsiteY18" fmla="*/ 74833 h 106794"/>
                <a:gd name="connsiteX19" fmla="*/ 103993 w 144521"/>
                <a:gd name="connsiteY19" fmla="*/ 103668 h 106794"/>
                <a:gd name="connsiteX20" fmla="*/ 65717 w 144521"/>
                <a:gd name="connsiteY20" fmla="*/ 106763 h 106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4521" h="106794">
                  <a:moveTo>
                    <a:pt x="0" y="10972"/>
                  </a:moveTo>
                  <a:lnTo>
                    <a:pt x="5910" y="10972"/>
                  </a:lnTo>
                  <a:cubicBezTo>
                    <a:pt x="12524" y="9706"/>
                    <a:pt x="14917" y="7877"/>
                    <a:pt x="14917" y="7877"/>
                  </a:cubicBezTo>
                  <a:cubicBezTo>
                    <a:pt x="21812" y="6330"/>
                    <a:pt x="27722" y="5064"/>
                    <a:pt x="27722" y="5064"/>
                  </a:cubicBezTo>
                  <a:cubicBezTo>
                    <a:pt x="34055" y="1407"/>
                    <a:pt x="40106" y="1266"/>
                    <a:pt x="40106" y="1266"/>
                  </a:cubicBezTo>
                  <a:cubicBezTo>
                    <a:pt x="44750" y="2251"/>
                    <a:pt x="51223" y="6189"/>
                    <a:pt x="51223" y="6189"/>
                  </a:cubicBezTo>
                  <a:lnTo>
                    <a:pt x="55585" y="3657"/>
                  </a:lnTo>
                  <a:lnTo>
                    <a:pt x="71205" y="3657"/>
                  </a:lnTo>
                  <a:cubicBezTo>
                    <a:pt x="75005" y="5486"/>
                    <a:pt x="78382" y="8018"/>
                    <a:pt x="78382" y="8018"/>
                  </a:cubicBezTo>
                  <a:cubicBezTo>
                    <a:pt x="83730" y="9425"/>
                    <a:pt x="90203" y="4923"/>
                    <a:pt x="90203" y="4923"/>
                  </a:cubicBezTo>
                  <a:cubicBezTo>
                    <a:pt x="93299" y="1547"/>
                    <a:pt x="95832" y="0"/>
                    <a:pt x="95832" y="0"/>
                  </a:cubicBezTo>
                  <a:cubicBezTo>
                    <a:pt x="98646" y="1266"/>
                    <a:pt x="100475" y="7877"/>
                    <a:pt x="100475" y="7877"/>
                  </a:cubicBezTo>
                  <a:cubicBezTo>
                    <a:pt x="104134" y="12238"/>
                    <a:pt x="109763" y="12238"/>
                    <a:pt x="109763" y="12238"/>
                  </a:cubicBezTo>
                  <a:cubicBezTo>
                    <a:pt x="116659" y="12097"/>
                    <a:pt x="123695" y="12238"/>
                    <a:pt x="123695" y="12238"/>
                  </a:cubicBezTo>
                  <a:cubicBezTo>
                    <a:pt x="130590" y="15192"/>
                    <a:pt x="138048" y="22084"/>
                    <a:pt x="138048" y="22084"/>
                  </a:cubicBezTo>
                  <a:cubicBezTo>
                    <a:pt x="143677" y="27429"/>
                    <a:pt x="143255" y="34181"/>
                    <a:pt x="143255" y="34181"/>
                  </a:cubicBezTo>
                  <a:cubicBezTo>
                    <a:pt x="141003" y="42340"/>
                    <a:pt x="144521" y="47403"/>
                    <a:pt x="144521" y="47403"/>
                  </a:cubicBezTo>
                  <a:cubicBezTo>
                    <a:pt x="141989" y="56124"/>
                    <a:pt x="131997" y="60485"/>
                    <a:pt x="131997" y="60485"/>
                  </a:cubicBezTo>
                  <a:cubicBezTo>
                    <a:pt x="123554" y="67377"/>
                    <a:pt x="118910" y="74833"/>
                    <a:pt x="118910" y="74833"/>
                  </a:cubicBezTo>
                  <a:cubicBezTo>
                    <a:pt x="109623" y="90306"/>
                    <a:pt x="103993" y="103668"/>
                    <a:pt x="103993" y="103668"/>
                  </a:cubicBezTo>
                  <a:cubicBezTo>
                    <a:pt x="91188" y="107326"/>
                    <a:pt x="65717" y="106763"/>
                    <a:pt x="65717" y="106763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A38ADEE8-1DFB-EB79-D572-A792DA9C8544}"/>
                </a:ext>
              </a:extLst>
            </p:cNvPr>
            <p:cNvSpPr/>
            <p:nvPr/>
          </p:nvSpPr>
          <p:spPr>
            <a:xfrm>
              <a:off x="6437806" y="2818060"/>
              <a:ext cx="90484" cy="86225"/>
            </a:xfrm>
            <a:custGeom>
              <a:avLst/>
              <a:gdLst>
                <a:gd name="connsiteX0" fmla="*/ 90484 w 90484"/>
                <a:gd name="connsiteY0" fmla="*/ 0 h 86225"/>
                <a:gd name="connsiteX1" fmla="*/ 87670 w 90484"/>
                <a:gd name="connsiteY1" fmla="*/ 3235 h 86225"/>
                <a:gd name="connsiteX2" fmla="*/ 85559 w 90484"/>
                <a:gd name="connsiteY2" fmla="*/ 10268 h 86225"/>
                <a:gd name="connsiteX3" fmla="*/ 77678 w 90484"/>
                <a:gd name="connsiteY3" fmla="*/ 21521 h 86225"/>
                <a:gd name="connsiteX4" fmla="*/ 74020 w 90484"/>
                <a:gd name="connsiteY4" fmla="*/ 31649 h 86225"/>
                <a:gd name="connsiteX5" fmla="*/ 77678 w 90484"/>
                <a:gd name="connsiteY5" fmla="*/ 47825 h 86225"/>
                <a:gd name="connsiteX6" fmla="*/ 78945 w 90484"/>
                <a:gd name="connsiteY6" fmla="*/ 58234 h 86225"/>
                <a:gd name="connsiteX7" fmla="*/ 83870 w 90484"/>
                <a:gd name="connsiteY7" fmla="*/ 65408 h 86225"/>
                <a:gd name="connsiteX8" fmla="*/ 85137 w 90484"/>
                <a:gd name="connsiteY8" fmla="*/ 70753 h 86225"/>
                <a:gd name="connsiteX9" fmla="*/ 79367 w 90484"/>
                <a:gd name="connsiteY9" fmla="*/ 72441 h 86225"/>
                <a:gd name="connsiteX10" fmla="*/ 77397 w 90484"/>
                <a:gd name="connsiteY10" fmla="*/ 79615 h 86225"/>
                <a:gd name="connsiteX11" fmla="*/ 73598 w 90484"/>
                <a:gd name="connsiteY11" fmla="*/ 84960 h 86225"/>
                <a:gd name="connsiteX12" fmla="*/ 66984 w 90484"/>
                <a:gd name="connsiteY12" fmla="*/ 82850 h 86225"/>
                <a:gd name="connsiteX13" fmla="*/ 61918 w 90484"/>
                <a:gd name="connsiteY13" fmla="*/ 81725 h 86225"/>
                <a:gd name="connsiteX14" fmla="*/ 56008 w 90484"/>
                <a:gd name="connsiteY14" fmla="*/ 86226 h 86225"/>
                <a:gd name="connsiteX15" fmla="*/ 44046 w 90484"/>
                <a:gd name="connsiteY15" fmla="*/ 79896 h 86225"/>
                <a:gd name="connsiteX16" fmla="*/ 38980 w 90484"/>
                <a:gd name="connsiteY16" fmla="*/ 72301 h 86225"/>
                <a:gd name="connsiteX17" fmla="*/ 24345 w 90484"/>
                <a:gd name="connsiteY17" fmla="*/ 62454 h 86225"/>
                <a:gd name="connsiteX18" fmla="*/ 16887 w 90484"/>
                <a:gd name="connsiteY18" fmla="*/ 61610 h 86225"/>
                <a:gd name="connsiteX19" fmla="*/ 5207 w 90484"/>
                <a:gd name="connsiteY19" fmla="*/ 66674 h 86225"/>
                <a:gd name="connsiteX20" fmla="*/ 0 w 90484"/>
                <a:gd name="connsiteY20" fmla="*/ 68221 h 8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484" h="86225">
                  <a:moveTo>
                    <a:pt x="90484" y="0"/>
                  </a:moveTo>
                  <a:lnTo>
                    <a:pt x="87670" y="3235"/>
                  </a:lnTo>
                  <a:cubicBezTo>
                    <a:pt x="86544" y="7877"/>
                    <a:pt x="85559" y="10268"/>
                    <a:pt x="85559" y="10268"/>
                  </a:cubicBezTo>
                  <a:cubicBezTo>
                    <a:pt x="81337" y="16598"/>
                    <a:pt x="77678" y="21521"/>
                    <a:pt x="77678" y="21521"/>
                  </a:cubicBezTo>
                  <a:cubicBezTo>
                    <a:pt x="71909" y="26022"/>
                    <a:pt x="74020" y="31649"/>
                    <a:pt x="74020" y="31649"/>
                  </a:cubicBezTo>
                  <a:cubicBezTo>
                    <a:pt x="77256" y="43746"/>
                    <a:pt x="77678" y="47825"/>
                    <a:pt x="77678" y="47825"/>
                  </a:cubicBezTo>
                  <a:cubicBezTo>
                    <a:pt x="77678" y="53733"/>
                    <a:pt x="78945" y="58234"/>
                    <a:pt x="78945" y="58234"/>
                  </a:cubicBezTo>
                  <a:cubicBezTo>
                    <a:pt x="81337" y="62454"/>
                    <a:pt x="83870" y="65408"/>
                    <a:pt x="83870" y="65408"/>
                  </a:cubicBezTo>
                  <a:cubicBezTo>
                    <a:pt x="85841" y="69206"/>
                    <a:pt x="85137" y="70753"/>
                    <a:pt x="85137" y="70753"/>
                  </a:cubicBezTo>
                  <a:cubicBezTo>
                    <a:pt x="80915" y="71456"/>
                    <a:pt x="79367" y="72441"/>
                    <a:pt x="79367" y="72441"/>
                  </a:cubicBezTo>
                  <a:cubicBezTo>
                    <a:pt x="78523" y="78349"/>
                    <a:pt x="77397" y="79615"/>
                    <a:pt x="77397" y="79615"/>
                  </a:cubicBezTo>
                  <a:cubicBezTo>
                    <a:pt x="74864" y="82569"/>
                    <a:pt x="73598" y="84960"/>
                    <a:pt x="73598" y="84960"/>
                  </a:cubicBezTo>
                  <a:cubicBezTo>
                    <a:pt x="69939" y="85241"/>
                    <a:pt x="66984" y="82850"/>
                    <a:pt x="66984" y="82850"/>
                  </a:cubicBezTo>
                  <a:cubicBezTo>
                    <a:pt x="64169" y="82006"/>
                    <a:pt x="61918" y="81725"/>
                    <a:pt x="61918" y="81725"/>
                  </a:cubicBezTo>
                  <a:lnTo>
                    <a:pt x="56008" y="86226"/>
                  </a:lnTo>
                  <a:cubicBezTo>
                    <a:pt x="50660" y="85945"/>
                    <a:pt x="44046" y="79896"/>
                    <a:pt x="44046" y="79896"/>
                  </a:cubicBezTo>
                  <a:cubicBezTo>
                    <a:pt x="40669" y="74410"/>
                    <a:pt x="38980" y="72301"/>
                    <a:pt x="38980" y="72301"/>
                  </a:cubicBezTo>
                  <a:cubicBezTo>
                    <a:pt x="34055" y="66815"/>
                    <a:pt x="24345" y="62454"/>
                    <a:pt x="24345" y="62454"/>
                  </a:cubicBezTo>
                  <a:cubicBezTo>
                    <a:pt x="18998" y="61329"/>
                    <a:pt x="16887" y="61610"/>
                    <a:pt x="16887" y="61610"/>
                  </a:cubicBezTo>
                  <a:cubicBezTo>
                    <a:pt x="11117" y="63720"/>
                    <a:pt x="5207" y="66674"/>
                    <a:pt x="5207" y="66674"/>
                  </a:cubicBezTo>
                  <a:cubicBezTo>
                    <a:pt x="1829" y="67940"/>
                    <a:pt x="0" y="68221"/>
                    <a:pt x="0" y="68221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FFEA347D-83E4-4677-5B64-F6FA81907DCC}"/>
                </a:ext>
              </a:extLst>
            </p:cNvPr>
            <p:cNvSpPr/>
            <p:nvPr/>
          </p:nvSpPr>
          <p:spPr>
            <a:xfrm>
              <a:off x="6493392" y="2902738"/>
              <a:ext cx="39011" cy="80458"/>
            </a:xfrm>
            <a:custGeom>
              <a:avLst/>
              <a:gdLst>
                <a:gd name="connsiteX0" fmla="*/ 0 w 39011"/>
                <a:gd name="connsiteY0" fmla="*/ 80459 h 80458"/>
                <a:gd name="connsiteX1" fmla="*/ 6051 w 39011"/>
                <a:gd name="connsiteY1" fmla="*/ 77927 h 80458"/>
                <a:gd name="connsiteX2" fmla="*/ 25471 w 39011"/>
                <a:gd name="connsiteY2" fmla="*/ 74551 h 80458"/>
                <a:gd name="connsiteX3" fmla="*/ 38699 w 39011"/>
                <a:gd name="connsiteY3" fmla="*/ 62173 h 80458"/>
                <a:gd name="connsiteX4" fmla="*/ 38699 w 39011"/>
                <a:gd name="connsiteY4" fmla="*/ 45856 h 80458"/>
                <a:gd name="connsiteX5" fmla="*/ 33210 w 39011"/>
                <a:gd name="connsiteY5" fmla="*/ 37135 h 80458"/>
                <a:gd name="connsiteX6" fmla="*/ 32366 w 39011"/>
                <a:gd name="connsiteY6" fmla="*/ 32634 h 80458"/>
                <a:gd name="connsiteX7" fmla="*/ 27441 w 39011"/>
                <a:gd name="connsiteY7" fmla="*/ 31087 h 80458"/>
                <a:gd name="connsiteX8" fmla="*/ 29974 w 39011"/>
                <a:gd name="connsiteY8" fmla="*/ 21099 h 80458"/>
                <a:gd name="connsiteX9" fmla="*/ 31099 w 39011"/>
                <a:gd name="connsiteY9" fmla="*/ 14488 h 80458"/>
                <a:gd name="connsiteX10" fmla="*/ 22797 w 39011"/>
                <a:gd name="connsiteY10" fmla="*/ 4923 h 80458"/>
                <a:gd name="connsiteX11" fmla="*/ 22093 w 39011"/>
                <a:gd name="connsiteY11" fmla="*/ 1266 h 80458"/>
                <a:gd name="connsiteX12" fmla="*/ 18153 w 39011"/>
                <a:gd name="connsiteY12" fmla="*/ 0 h 80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011" h="80458">
                  <a:moveTo>
                    <a:pt x="0" y="80459"/>
                  </a:moveTo>
                  <a:lnTo>
                    <a:pt x="6051" y="77927"/>
                  </a:lnTo>
                  <a:cubicBezTo>
                    <a:pt x="10272" y="75395"/>
                    <a:pt x="25471" y="74551"/>
                    <a:pt x="25471" y="74551"/>
                  </a:cubicBezTo>
                  <a:cubicBezTo>
                    <a:pt x="32507" y="72160"/>
                    <a:pt x="38699" y="62173"/>
                    <a:pt x="38699" y="62173"/>
                  </a:cubicBezTo>
                  <a:cubicBezTo>
                    <a:pt x="39402" y="54718"/>
                    <a:pt x="38699" y="45856"/>
                    <a:pt x="38699" y="45856"/>
                  </a:cubicBezTo>
                  <a:cubicBezTo>
                    <a:pt x="35462" y="41214"/>
                    <a:pt x="33210" y="37135"/>
                    <a:pt x="33210" y="37135"/>
                  </a:cubicBezTo>
                  <a:cubicBezTo>
                    <a:pt x="32929" y="33759"/>
                    <a:pt x="32366" y="32634"/>
                    <a:pt x="32366" y="32634"/>
                  </a:cubicBezTo>
                  <a:cubicBezTo>
                    <a:pt x="29411" y="32212"/>
                    <a:pt x="27441" y="31087"/>
                    <a:pt x="27441" y="31087"/>
                  </a:cubicBezTo>
                  <a:cubicBezTo>
                    <a:pt x="27722" y="28273"/>
                    <a:pt x="29974" y="21099"/>
                    <a:pt x="29974" y="21099"/>
                  </a:cubicBezTo>
                  <a:cubicBezTo>
                    <a:pt x="31240" y="17020"/>
                    <a:pt x="31099" y="14488"/>
                    <a:pt x="31099" y="14488"/>
                  </a:cubicBezTo>
                  <a:cubicBezTo>
                    <a:pt x="28567" y="10831"/>
                    <a:pt x="22797" y="4923"/>
                    <a:pt x="22797" y="4923"/>
                  </a:cubicBezTo>
                  <a:cubicBezTo>
                    <a:pt x="22516" y="2110"/>
                    <a:pt x="22093" y="1266"/>
                    <a:pt x="22093" y="1266"/>
                  </a:cubicBezTo>
                  <a:cubicBezTo>
                    <a:pt x="20404" y="422"/>
                    <a:pt x="18153" y="0"/>
                    <a:pt x="18153" y="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0863011B-62AE-5B7D-478B-A1C1F02B4379}"/>
                </a:ext>
              </a:extLst>
            </p:cNvPr>
            <p:cNvSpPr/>
            <p:nvPr/>
          </p:nvSpPr>
          <p:spPr>
            <a:xfrm>
              <a:off x="6418950" y="2968287"/>
              <a:ext cx="232472" cy="196824"/>
            </a:xfrm>
            <a:custGeom>
              <a:avLst/>
              <a:gdLst>
                <a:gd name="connsiteX0" fmla="*/ 0 w 232472"/>
                <a:gd name="connsiteY0" fmla="*/ 192426 h 196824"/>
                <a:gd name="connsiteX1" fmla="*/ 14072 w 232472"/>
                <a:gd name="connsiteY1" fmla="*/ 181455 h 196824"/>
                <a:gd name="connsiteX2" fmla="*/ 40106 w 232472"/>
                <a:gd name="connsiteY2" fmla="*/ 173577 h 196824"/>
                <a:gd name="connsiteX3" fmla="*/ 64028 w 232472"/>
                <a:gd name="connsiteY3" fmla="*/ 176391 h 196824"/>
                <a:gd name="connsiteX4" fmla="*/ 94002 w 232472"/>
                <a:gd name="connsiteY4" fmla="*/ 187363 h 196824"/>
                <a:gd name="connsiteX5" fmla="*/ 115674 w 232472"/>
                <a:gd name="connsiteY5" fmla="*/ 185956 h 196824"/>
                <a:gd name="connsiteX6" fmla="*/ 128057 w 232472"/>
                <a:gd name="connsiteY6" fmla="*/ 192286 h 196824"/>
                <a:gd name="connsiteX7" fmla="*/ 138471 w 232472"/>
                <a:gd name="connsiteY7" fmla="*/ 188769 h 196824"/>
                <a:gd name="connsiteX8" fmla="*/ 145648 w 232472"/>
                <a:gd name="connsiteY8" fmla="*/ 196365 h 196824"/>
                <a:gd name="connsiteX9" fmla="*/ 164223 w 232472"/>
                <a:gd name="connsiteY9" fmla="*/ 193974 h 196824"/>
                <a:gd name="connsiteX10" fmla="*/ 173651 w 232472"/>
                <a:gd name="connsiteY10" fmla="*/ 194396 h 196824"/>
                <a:gd name="connsiteX11" fmla="*/ 182657 w 232472"/>
                <a:gd name="connsiteY11" fmla="*/ 173577 h 196824"/>
                <a:gd name="connsiteX12" fmla="*/ 205454 w 232472"/>
                <a:gd name="connsiteY12" fmla="*/ 169780 h 196824"/>
                <a:gd name="connsiteX13" fmla="*/ 199263 w 232472"/>
                <a:gd name="connsiteY13" fmla="*/ 140803 h 196824"/>
                <a:gd name="connsiteX14" fmla="*/ 202077 w 232472"/>
                <a:gd name="connsiteY14" fmla="*/ 123783 h 196824"/>
                <a:gd name="connsiteX15" fmla="*/ 217697 w 232472"/>
                <a:gd name="connsiteY15" fmla="*/ 123783 h 196824"/>
                <a:gd name="connsiteX16" fmla="*/ 232473 w 232472"/>
                <a:gd name="connsiteY16" fmla="*/ 110561 h 196824"/>
                <a:gd name="connsiteX17" fmla="*/ 221074 w 232472"/>
                <a:gd name="connsiteY17" fmla="*/ 100714 h 196824"/>
                <a:gd name="connsiteX18" fmla="*/ 209254 w 232472"/>
                <a:gd name="connsiteY18" fmla="*/ 82991 h 196824"/>
                <a:gd name="connsiteX19" fmla="*/ 194478 w 232472"/>
                <a:gd name="connsiteY19" fmla="*/ 68221 h 196824"/>
                <a:gd name="connsiteX20" fmla="*/ 182657 w 232472"/>
                <a:gd name="connsiteY20" fmla="*/ 53733 h 196824"/>
                <a:gd name="connsiteX21" fmla="*/ 188849 w 232472"/>
                <a:gd name="connsiteY21" fmla="*/ 24053 h 196824"/>
                <a:gd name="connsiteX22" fmla="*/ 168022 w 232472"/>
                <a:gd name="connsiteY22" fmla="*/ 6049 h 196824"/>
                <a:gd name="connsiteX23" fmla="*/ 148603 w 232472"/>
                <a:gd name="connsiteY23" fmla="*/ 10268 h 196824"/>
                <a:gd name="connsiteX24" fmla="*/ 145788 w 232472"/>
                <a:gd name="connsiteY24" fmla="*/ 1266 h 196824"/>
                <a:gd name="connsiteX25" fmla="*/ 123413 w 232472"/>
                <a:gd name="connsiteY25" fmla="*/ 1266 h 196824"/>
                <a:gd name="connsiteX26" fmla="*/ 110748 w 232472"/>
                <a:gd name="connsiteY26" fmla="*/ 0 h 196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2472" h="196824">
                  <a:moveTo>
                    <a:pt x="0" y="192426"/>
                  </a:moveTo>
                  <a:lnTo>
                    <a:pt x="14072" y="181455"/>
                  </a:lnTo>
                  <a:cubicBezTo>
                    <a:pt x="24063" y="176953"/>
                    <a:pt x="40106" y="173577"/>
                    <a:pt x="40106" y="173577"/>
                  </a:cubicBezTo>
                  <a:cubicBezTo>
                    <a:pt x="57696" y="173577"/>
                    <a:pt x="64028" y="176391"/>
                    <a:pt x="64028" y="176391"/>
                  </a:cubicBezTo>
                  <a:cubicBezTo>
                    <a:pt x="87107" y="177797"/>
                    <a:pt x="94002" y="187363"/>
                    <a:pt x="94002" y="187363"/>
                  </a:cubicBezTo>
                  <a:cubicBezTo>
                    <a:pt x="110889" y="192145"/>
                    <a:pt x="115674" y="185956"/>
                    <a:pt x="115674" y="185956"/>
                  </a:cubicBezTo>
                  <a:cubicBezTo>
                    <a:pt x="123695" y="187363"/>
                    <a:pt x="128057" y="192286"/>
                    <a:pt x="128057" y="192286"/>
                  </a:cubicBezTo>
                  <a:cubicBezTo>
                    <a:pt x="133264" y="197209"/>
                    <a:pt x="138471" y="188769"/>
                    <a:pt x="138471" y="188769"/>
                  </a:cubicBezTo>
                  <a:cubicBezTo>
                    <a:pt x="144099" y="189191"/>
                    <a:pt x="145648" y="196365"/>
                    <a:pt x="145648" y="196365"/>
                  </a:cubicBezTo>
                  <a:cubicBezTo>
                    <a:pt x="156061" y="198193"/>
                    <a:pt x="164223" y="193974"/>
                    <a:pt x="164223" y="193974"/>
                  </a:cubicBezTo>
                  <a:cubicBezTo>
                    <a:pt x="169430" y="197349"/>
                    <a:pt x="173651" y="194396"/>
                    <a:pt x="173651" y="194396"/>
                  </a:cubicBezTo>
                  <a:cubicBezTo>
                    <a:pt x="178436" y="186378"/>
                    <a:pt x="182657" y="173577"/>
                    <a:pt x="182657" y="173577"/>
                  </a:cubicBezTo>
                  <a:cubicBezTo>
                    <a:pt x="190256" y="170202"/>
                    <a:pt x="205454" y="169780"/>
                    <a:pt x="205454" y="169780"/>
                  </a:cubicBezTo>
                  <a:cubicBezTo>
                    <a:pt x="206440" y="164153"/>
                    <a:pt x="199263" y="140803"/>
                    <a:pt x="199263" y="140803"/>
                  </a:cubicBezTo>
                  <a:cubicBezTo>
                    <a:pt x="195885" y="131379"/>
                    <a:pt x="202077" y="123783"/>
                    <a:pt x="202077" y="123783"/>
                  </a:cubicBezTo>
                  <a:cubicBezTo>
                    <a:pt x="206862" y="121954"/>
                    <a:pt x="217697" y="123783"/>
                    <a:pt x="217697" y="123783"/>
                  </a:cubicBezTo>
                  <a:cubicBezTo>
                    <a:pt x="229518" y="119563"/>
                    <a:pt x="232473" y="110561"/>
                    <a:pt x="232473" y="110561"/>
                  </a:cubicBezTo>
                  <a:cubicBezTo>
                    <a:pt x="229096" y="101980"/>
                    <a:pt x="221074" y="100714"/>
                    <a:pt x="221074" y="100714"/>
                  </a:cubicBezTo>
                  <a:cubicBezTo>
                    <a:pt x="212068" y="96354"/>
                    <a:pt x="209254" y="82991"/>
                    <a:pt x="209254" y="82991"/>
                  </a:cubicBezTo>
                  <a:cubicBezTo>
                    <a:pt x="198840" y="73566"/>
                    <a:pt x="194478" y="68221"/>
                    <a:pt x="194478" y="68221"/>
                  </a:cubicBezTo>
                  <a:cubicBezTo>
                    <a:pt x="186879" y="57812"/>
                    <a:pt x="182657" y="53733"/>
                    <a:pt x="182657" y="53733"/>
                  </a:cubicBezTo>
                  <a:cubicBezTo>
                    <a:pt x="188849" y="43043"/>
                    <a:pt x="188849" y="24053"/>
                    <a:pt x="188849" y="24053"/>
                  </a:cubicBezTo>
                  <a:cubicBezTo>
                    <a:pt x="182657" y="17864"/>
                    <a:pt x="168022" y="6049"/>
                    <a:pt x="168022" y="6049"/>
                  </a:cubicBezTo>
                  <a:cubicBezTo>
                    <a:pt x="155639" y="9846"/>
                    <a:pt x="148603" y="10268"/>
                    <a:pt x="148603" y="10268"/>
                  </a:cubicBezTo>
                  <a:cubicBezTo>
                    <a:pt x="147195" y="3095"/>
                    <a:pt x="145788" y="1266"/>
                    <a:pt x="145788" y="1266"/>
                  </a:cubicBezTo>
                  <a:cubicBezTo>
                    <a:pt x="128761" y="-1547"/>
                    <a:pt x="123413" y="1266"/>
                    <a:pt x="123413" y="1266"/>
                  </a:cubicBezTo>
                  <a:cubicBezTo>
                    <a:pt x="117221" y="1688"/>
                    <a:pt x="110748" y="0"/>
                    <a:pt x="110748" y="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81C8E4D7-06FA-8346-391A-A7DF361D19B4}"/>
                </a:ext>
              </a:extLst>
            </p:cNvPr>
            <p:cNvSpPr/>
            <p:nvPr/>
          </p:nvSpPr>
          <p:spPr>
            <a:xfrm>
              <a:off x="6624263" y="3125548"/>
              <a:ext cx="217118" cy="209587"/>
            </a:xfrm>
            <a:custGeom>
              <a:avLst/>
              <a:gdLst>
                <a:gd name="connsiteX0" fmla="*/ 0 w 217118"/>
                <a:gd name="connsiteY0" fmla="*/ 12660 h 209587"/>
                <a:gd name="connsiteX1" fmla="*/ 17449 w 217118"/>
                <a:gd name="connsiteY1" fmla="*/ 12660 h 209587"/>
                <a:gd name="connsiteX2" fmla="*/ 21108 w 217118"/>
                <a:gd name="connsiteY2" fmla="*/ 0 h 209587"/>
                <a:gd name="connsiteX3" fmla="*/ 52490 w 217118"/>
                <a:gd name="connsiteY3" fmla="*/ 2391 h 209587"/>
                <a:gd name="connsiteX4" fmla="*/ 66702 w 217118"/>
                <a:gd name="connsiteY4" fmla="*/ 15332 h 209587"/>
                <a:gd name="connsiteX5" fmla="*/ 65436 w 217118"/>
                <a:gd name="connsiteY5" fmla="*/ 26444 h 209587"/>
                <a:gd name="connsiteX6" fmla="*/ 65436 w 217118"/>
                <a:gd name="connsiteY6" fmla="*/ 26444 h 209587"/>
                <a:gd name="connsiteX7" fmla="*/ 63044 w 217118"/>
                <a:gd name="connsiteY7" fmla="*/ 46981 h 209587"/>
                <a:gd name="connsiteX8" fmla="*/ 84574 w 217118"/>
                <a:gd name="connsiteY8" fmla="*/ 46981 h 209587"/>
                <a:gd name="connsiteX9" fmla="*/ 94987 w 217118"/>
                <a:gd name="connsiteY9" fmla="*/ 68925 h 209587"/>
                <a:gd name="connsiteX10" fmla="*/ 109341 w 217118"/>
                <a:gd name="connsiteY10" fmla="*/ 80600 h 209587"/>
                <a:gd name="connsiteX11" fmla="*/ 122006 w 217118"/>
                <a:gd name="connsiteY11" fmla="*/ 86789 h 209587"/>
                <a:gd name="connsiteX12" fmla="*/ 139878 w 217118"/>
                <a:gd name="connsiteY12" fmla="*/ 81303 h 209587"/>
                <a:gd name="connsiteX13" fmla="*/ 153809 w 217118"/>
                <a:gd name="connsiteY13" fmla="*/ 88617 h 209587"/>
                <a:gd name="connsiteX14" fmla="*/ 159016 w 217118"/>
                <a:gd name="connsiteY14" fmla="*/ 97760 h 209587"/>
                <a:gd name="connsiteX15" fmla="*/ 170274 w 217118"/>
                <a:gd name="connsiteY15" fmla="*/ 92837 h 209587"/>
                <a:gd name="connsiteX16" fmla="*/ 194056 w 217118"/>
                <a:gd name="connsiteY16" fmla="*/ 102965 h 209587"/>
                <a:gd name="connsiteX17" fmla="*/ 212209 w 217118"/>
                <a:gd name="connsiteY17" fmla="*/ 109295 h 209587"/>
                <a:gd name="connsiteX18" fmla="*/ 216009 w 217118"/>
                <a:gd name="connsiteY18" fmla="*/ 126174 h 209587"/>
                <a:gd name="connsiteX19" fmla="*/ 206017 w 217118"/>
                <a:gd name="connsiteY19" fmla="*/ 133629 h 209587"/>
                <a:gd name="connsiteX20" fmla="*/ 211224 w 217118"/>
                <a:gd name="connsiteY20" fmla="*/ 140240 h 209587"/>
                <a:gd name="connsiteX21" fmla="*/ 203766 w 217118"/>
                <a:gd name="connsiteY21" fmla="*/ 149946 h 209587"/>
                <a:gd name="connsiteX22" fmla="*/ 211224 w 217118"/>
                <a:gd name="connsiteY22" fmla="*/ 166263 h 209587"/>
                <a:gd name="connsiteX23" fmla="*/ 188286 w 217118"/>
                <a:gd name="connsiteY23" fmla="*/ 179626 h 209587"/>
                <a:gd name="connsiteX24" fmla="*/ 174777 w 217118"/>
                <a:gd name="connsiteY24" fmla="*/ 186940 h 209587"/>
                <a:gd name="connsiteX25" fmla="*/ 166756 w 217118"/>
                <a:gd name="connsiteY25" fmla="*/ 195521 h 209587"/>
                <a:gd name="connsiteX26" fmla="*/ 167319 w 217118"/>
                <a:gd name="connsiteY26" fmla="*/ 209587 h 20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7118" h="209587">
                  <a:moveTo>
                    <a:pt x="0" y="12660"/>
                  </a:moveTo>
                  <a:lnTo>
                    <a:pt x="17449" y="12660"/>
                  </a:lnTo>
                  <a:cubicBezTo>
                    <a:pt x="18716" y="4220"/>
                    <a:pt x="21108" y="0"/>
                    <a:pt x="21108" y="0"/>
                  </a:cubicBezTo>
                  <a:cubicBezTo>
                    <a:pt x="37151" y="563"/>
                    <a:pt x="52490" y="2391"/>
                    <a:pt x="52490" y="2391"/>
                  </a:cubicBezTo>
                  <a:cubicBezTo>
                    <a:pt x="58681" y="7314"/>
                    <a:pt x="66702" y="15332"/>
                    <a:pt x="66702" y="15332"/>
                  </a:cubicBezTo>
                  <a:lnTo>
                    <a:pt x="65436" y="26444"/>
                  </a:lnTo>
                  <a:cubicBezTo>
                    <a:pt x="65436" y="26444"/>
                    <a:pt x="69095" y="18427"/>
                    <a:pt x="65436" y="26444"/>
                  </a:cubicBezTo>
                  <a:cubicBezTo>
                    <a:pt x="61777" y="34462"/>
                    <a:pt x="63044" y="46981"/>
                    <a:pt x="63044" y="46981"/>
                  </a:cubicBezTo>
                  <a:cubicBezTo>
                    <a:pt x="71065" y="50498"/>
                    <a:pt x="84574" y="46981"/>
                    <a:pt x="84574" y="46981"/>
                  </a:cubicBezTo>
                  <a:cubicBezTo>
                    <a:pt x="90766" y="52326"/>
                    <a:pt x="94987" y="68925"/>
                    <a:pt x="94987" y="68925"/>
                  </a:cubicBezTo>
                  <a:cubicBezTo>
                    <a:pt x="102305" y="84257"/>
                    <a:pt x="109341" y="80600"/>
                    <a:pt x="109341" y="80600"/>
                  </a:cubicBezTo>
                  <a:cubicBezTo>
                    <a:pt x="120177" y="82428"/>
                    <a:pt x="122006" y="86789"/>
                    <a:pt x="122006" y="86789"/>
                  </a:cubicBezTo>
                  <a:cubicBezTo>
                    <a:pt x="133123" y="85523"/>
                    <a:pt x="139878" y="81303"/>
                    <a:pt x="139878" y="81303"/>
                  </a:cubicBezTo>
                  <a:cubicBezTo>
                    <a:pt x="147899" y="80740"/>
                    <a:pt x="153809" y="88617"/>
                    <a:pt x="153809" y="88617"/>
                  </a:cubicBezTo>
                  <a:cubicBezTo>
                    <a:pt x="156061" y="94666"/>
                    <a:pt x="159016" y="97760"/>
                    <a:pt x="159016" y="97760"/>
                  </a:cubicBezTo>
                  <a:cubicBezTo>
                    <a:pt x="166193" y="98323"/>
                    <a:pt x="170274" y="92837"/>
                    <a:pt x="170274" y="92837"/>
                  </a:cubicBezTo>
                  <a:cubicBezTo>
                    <a:pt x="176888" y="92837"/>
                    <a:pt x="194056" y="102965"/>
                    <a:pt x="194056" y="102965"/>
                  </a:cubicBezTo>
                  <a:cubicBezTo>
                    <a:pt x="202359" y="105216"/>
                    <a:pt x="212209" y="109295"/>
                    <a:pt x="212209" y="109295"/>
                  </a:cubicBezTo>
                  <a:cubicBezTo>
                    <a:pt x="220230" y="116750"/>
                    <a:pt x="216009" y="126174"/>
                    <a:pt x="216009" y="126174"/>
                  </a:cubicBezTo>
                  <a:cubicBezTo>
                    <a:pt x="209395" y="131941"/>
                    <a:pt x="206017" y="133629"/>
                    <a:pt x="206017" y="133629"/>
                  </a:cubicBezTo>
                  <a:lnTo>
                    <a:pt x="211224" y="140240"/>
                  </a:lnTo>
                  <a:cubicBezTo>
                    <a:pt x="209535" y="144320"/>
                    <a:pt x="203766" y="149946"/>
                    <a:pt x="203766" y="149946"/>
                  </a:cubicBezTo>
                  <a:cubicBezTo>
                    <a:pt x="207846" y="160355"/>
                    <a:pt x="211224" y="166263"/>
                    <a:pt x="211224" y="166263"/>
                  </a:cubicBezTo>
                  <a:cubicBezTo>
                    <a:pt x="203484" y="175687"/>
                    <a:pt x="188286" y="179626"/>
                    <a:pt x="188286" y="179626"/>
                  </a:cubicBezTo>
                  <a:cubicBezTo>
                    <a:pt x="182798" y="182720"/>
                    <a:pt x="174777" y="186940"/>
                    <a:pt x="174777" y="186940"/>
                  </a:cubicBezTo>
                  <a:cubicBezTo>
                    <a:pt x="166756" y="193130"/>
                    <a:pt x="166756" y="195521"/>
                    <a:pt x="166756" y="195521"/>
                  </a:cubicBezTo>
                  <a:cubicBezTo>
                    <a:pt x="166756" y="200444"/>
                    <a:pt x="167319" y="209587"/>
                    <a:pt x="167319" y="209587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3CFB90C3-B3CB-9A35-E5B7-B6B94EB92E08}"/>
                </a:ext>
              </a:extLst>
            </p:cNvPr>
            <p:cNvSpPr/>
            <p:nvPr/>
          </p:nvSpPr>
          <p:spPr>
            <a:xfrm>
              <a:off x="6233759" y="3283371"/>
              <a:ext cx="349319" cy="117593"/>
            </a:xfrm>
            <a:custGeom>
              <a:avLst/>
              <a:gdLst>
                <a:gd name="connsiteX0" fmla="*/ 0 w 349319"/>
                <a:gd name="connsiteY0" fmla="*/ 59641 h 117593"/>
                <a:gd name="connsiteX1" fmla="*/ 15902 w 349319"/>
                <a:gd name="connsiteY1" fmla="*/ 78771 h 117593"/>
                <a:gd name="connsiteX2" fmla="*/ 38417 w 349319"/>
                <a:gd name="connsiteY2" fmla="*/ 93963 h 117593"/>
                <a:gd name="connsiteX3" fmla="*/ 69095 w 349319"/>
                <a:gd name="connsiteY3" fmla="*/ 93963 h 117593"/>
                <a:gd name="connsiteX4" fmla="*/ 96817 w 349319"/>
                <a:gd name="connsiteY4" fmla="*/ 84679 h 117593"/>
                <a:gd name="connsiteX5" fmla="*/ 120036 w 349319"/>
                <a:gd name="connsiteY5" fmla="*/ 83976 h 117593"/>
                <a:gd name="connsiteX6" fmla="*/ 137345 w 349319"/>
                <a:gd name="connsiteY6" fmla="*/ 51764 h 117593"/>
                <a:gd name="connsiteX7" fmla="*/ 168022 w 349319"/>
                <a:gd name="connsiteY7" fmla="*/ 14910 h 117593"/>
                <a:gd name="connsiteX8" fmla="*/ 195885 w 349319"/>
                <a:gd name="connsiteY8" fmla="*/ 14910 h 117593"/>
                <a:gd name="connsiteX9" fmla="*/ 213757 w 349319"/>
                <a:gd name="connsiteY9" fmla="*/ 27289 h 117593"/>
                <a:gd name="connsiteX10" fmla="*/ 256537 w 349319"/>
                <a:gd name="connsiteY10" fmla="*/ 11956 h 117593"/>
                <a:gd name="connsiteX11" fmla="*/ 272297 w 349319"/>
                <a:gd name="connsiteY11" fmla="*/ 0 h 117593"/>
                <a:gd name="connsiteX12" fmla="*/ 297065 w 349319"/>
                <a:gd name="connsiteY12" fmla="*/ 0 h 117593"/>
                <a:gd name="connsiteX13" fmla="*/ 318032 w 349319"/>
                <a:gd name="connsiteY13" fmla="*/ 12800 h 117593"/>
                <a:gd name="connsiteX14" fmla="*/ 327742 w 349319"/>
                <a:gd name="connsiteY14" fmla="*/ 31508 h 117593"/>
                <a:gd name="connsiteX15" fmla="*/ 348006 w 349319"/>
                <a:gd name="connsiteY15" fmla="*/ 60626 h 117593"/>
                <a:gd name="connsiteX16" fmla="*/ 348006 w 349319"/>
                <a:gd name="connsiteY16" fmla="*/ 72723 h 117593"/>
                <a:gd name="connsiteX17" fmla="*/ 327038 w 349319"/>
                <a:gd name="connsiteY17" fmla="*/ 73426 h 117593"/>
                <a:gd name="connsiteX18" fmla="*/ 320987 w 349319"/>
                <a:gd name="connsiteY18" fmla="*/ 80881 h 117593"/>
                <a:gd name="connsiteX19" fmla="*/ 320284 w 349319"/>
                <a:gd name="connsiteY19" fmla="*/ 102684 h 117593"/>
                <a:gd name="connsiteX20" fmla="*/ 333089 w 349319"/>
                <a:gd name="connsiteY20" fmla="*/ 112389 h 117593"/>
                <a:gd name="connsiteX21" fmla="*/ 339844 w 349319"/>
                <a:gd name="connsiteY21" fmla="*/ 117594 h 11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9319" h="117593">
                  <a:moveTo>
                    <a:pt x="0" y="59641"/>
                  </a:moveTo>
                  <a:lnTo>
                    <a:pt x="15902" y="78771"/>
                  </a:lnTo>
                  <a:cubicBezTo>
                    <a:pt x="26456" y="90024"/>
                    <a:pt x="38417" y="93963"/>
                    <a:pt x="38417" y="93963"/>
                  </a:cubicBezTo>
                  <a:cubicBezTo>
                    <a:pt x="61636" y="99730"/>
                    <a:pt x="69095" y="93963"/>
                    <a:pt x="69095" y="93963"/>
                  </a:cubicBezTo>
                  <a:cubicBezTo>
                    <a:pt x="81056" y="87773"/>
                    <a:pt x="96817" y="84679"/>
                    <a:pt x="96817" y="84679"/>
                  </a:cubicBezTo>
                  <a:cubicBezTo>
                    <a:pt x="108075" y="86930"/>
                    <a:pt x="120036" y="83976"/>
                    <a:pt x="120036" y="83976"/>
                  </a:cubicBezTo>
                  <a:cubicBezTo>
                    <a:pt x="133545" y="70472"/>
                    <a:pt x="137345" y="51764"/>
                    <a:pt x="137345" y="51764"/>
                  </a:cubicBezTo>
                  <a:cubicBezTo>
                    <a:pt x="141144" y="41918"/>
                    <a:pt x="168022" y="14910"/>
                    <a:pt x="168022" y="14910"/>
                  </a:cubicBezTo>
                  <a:lnTo>
                    <a:pt x="195885" y="14910"/>
                  </a:lnTo>
                  <a:cubicBezTo>
                    <a:pt x="207002" y="21662"/>
                    <a:pt x="213757" y="27289"/>
                    <a:pt x="213757" y="27289"/>
                  </a:cubicBezTo>
                  <a:cubicBezTo>
                    <a:pt x="225718" y="23913"/>
                    <a:pt x="256537" y="11956"/>
                    <a:pt x="256537" y="11956"/>
                  </a:cubicBezTo>
                  <a:cubicBezTo>
                    <a:pt x="267091" y="5205"/>
                    <a:pt x="272297" y="0"/>
                    <a:pt x="272297" y="0"/>
                  </a:cubicBezTo>
                  <a:lnTo>
                    <a:pt x="297065" y="0"/>
                  </a:lnTo>
                  <a:cubicBezTo>
                    <a:pt x="306071" y="8299"/>
                    <a:pt x="318032" y="12800"/>
                    <a:pt x="318032" y="12800"/>
                  </a:cubicBezTo>
                  <a:cubicBezTo>
                    <a:pt x="327038" y="21099"/>
                    <a:pt x="327742" y="31508"/>
                    <a:pt x="327742" y="31508"/>
                  </a:cubicBezTo>
                  <a:cubicBezTo>
                    <a:pt x="332245" y="42762"/>
                    <a:pt x="348006" y="60626"/>
                    <a:pt x="348006" y="60626"/>
                  </a:cubicBezTo>
                  <a:cubicBezTo>
                    <a:pt x="350961" y="70472"/>
                    <a:pt x="348006" y="72723"/>
                    <a:pt x="348006" y="72723"/>
                  </a:cubicBezTo>
                  <a:cubicBezTo>
                    <a:pt x="337452" y="74270"/>
                    <a:pt x="327038" y="73426"/>
                    <a:pt x="327038" y="73426"/>
                  </a:cubicBezTo>
                  <a:cubicBezTo>
                    <a:pt x="320284" y="76380"/>
                    <a:pt x="320987" y="80881"/>
                    <a:pt x="320987" y="80881"/>
                  </a:cubicBezTo>
                  <a:cubicBezTo>
                    <a:pt x="320987" y="95088"/>
                    <a:pt x="320284" y="102684"/>
                    <a:pt x="320284" y="102684"/>
                  </a:cubicBezTo>
                  <a:cubicBezTo>
                    <a:pt x="325490" y="111686"/>
                    <a:pt x="333089" y="112389"/>
                    <a:pt x="333089" y="112389"/>
                  </a:cubicBezTo>
                  <a:lnTo>
                    <a:pt x="339844" y="117594"/>
                  </a:ln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93B298E2-0D98-9CB1-9AC5-4DF9C3A9B70F}"/>
                </a:ext>
              </a:extLst>
            </p:cNvPr>
            <p:cNvSpPr/>
            <p:nvPr/>
          </p:nvSpPr>
          <p:spPr>
            <a:xfrm>
              <a:off x="6353936" y="3367487"/>
              <a:ext cx="192648" cy="90586"/>
            </a:xfrm>
            <a:custGeom>
              <a:avLst/>
              <a:gdLst>
                <a:gd name="connsiteX0" fmla="*/ 192649 w 192648"/>
                <a:gd name="connsiteY0" fmla="*/ 87633 h 90586"/>
                <a:gd name="connsiteX1" fmla="*/ 176184 w 192648"/>
                <a:gd name="connsiteY1" fmla="*/ 79334 h 90586"/>
                <a:gd name="connsiteX2" fmla="*/ 163378 w 192648"/>
                <a:gd name="connsiteY2" fmla="*/ 73285 h 90586"/>
                <a:gd name="connsiteX3" fmla="*/ 140159 w 192648"/>
                <a:gd name="connsiteY3" fmla="*/ 73285 h 90586"/>
                <a:gd name="connsiteX4" fmla="*/ 120739 w 192648"/>
                <a:gd name="connsiteY4" fmla="*/ 83835 h 90586"/>
                <a:gd name="connsiteX5" fmla="*/ 107652 w 192648"/>
                <a:gd name="connsiteY5" fmla="*/ 90587 h 90586"/>
                <a:gd name="connsiteX6" fmla="*/ 85418 w 192648"/>
                <a:gd name="connsiteY6" fmla="*/ 86789 h 90586"/>
                <a:gd name="connsiteX7" fmla="*/ 65014 w 192648"/>
                <a:gd name="connsiteY7" fmla="*/ 86789 h 90586"/>
                <a:gd name="connsiteX8" fmla="*/ 47986 w 192648"/>
                <a:gd name="connsiteY8" fmla="*/ 73004 h 90586"/>
                <a:gd name="connsiteX9" fmla="*/ 39684 w 192648"/>
                <a:gd name="connsiteY9" fmla="*/ 60626 h 90586"/>
                <a:gd name="connsiteX10" fmla="*/ 22375 w 192648"/>
                <a:gd name="connsiteY10" fmla="*/ 55421 h 90586"/>
                <a:gd name="connsiteX11" fmla="*/ 10132 w 192648"/>
                <a:gd name="connsiteY11" fmla="*/ 26163 h 90586"/>
                <a:gd name="connsiteX12" fmla="*/ 0 w 192648"/>
                <a:gd name="connsiteY12" fmla="*/ 0 h 9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2648" h="90586">
                  <a:moveTo>
                    <a:pt x="192649" y="87633"/>
                  </a:moveTo>
                  <a:lnTo>
                    <a:pt x="176184" y="79334"/>
                  </a:lnTo>
                  <a:cubicBezTo>
                    <a:pt x="170977" y="77083"/>
                    <a:pt x="163378" y="73285"/>
                    <a:pt x="163378" y="73285"/>
                  </a:cubicBezTo>
                  <a:cubicBezTo>
                    <a:pt x="152121" y="72582"/>
                    <a:pt x="140159" y="73285"/>
                    <a:pt x="140159" y="73285"/>
                  </a:cubicBezTo>
                  <a:cubicBezTo>
                    <a:pt x="133404" y="79334"/>
                    <a:pt x="120739" y="83835"/>
                    <a:pt x="120739" y="83835"/>
                  </a:cubicBezTo>
                  <a:cubicBezTo>
                    <a:pt x="110185" y="89039"/>
                    <a:pt x="107652" y="90587"/>
                    <a:pt x="107652" y="90587"/>
                  </a:cubicBezTo>
                  <a:cubicBezTo>
                    <a:pt x="90625" y="87633"/>
                    <a:pt x="85418" y="86789"/>
                    <a:pt x="85418" y="86789"/>
                  </a:cubicBezTo>
                  <a:lnTo>
                    <a:pt x="65014" y="86789"/>
                  </a:lnTo>
                  <a:cubicBezTo>
                    <a:pt x="48690" y="82991"/>
                    <a:pt x="47986" y="73004"/>
                    <a:pt x="47986" y="73004"/>
                  </a:cubicBezTo>
                  <a:lnTo>
                    <a:pt x="39684" y="60626"/>
                  </a:lnTo>
                  <a:cubicBezTo>
                    <a:pt x="27722" y="56828"/>
                    <a:pt x="22375" y="55421"/>
                    <a:pt x="22375" y="55421"/>
                  </a:cubicBezTo>
                  <a:cubicBezTo>
                    <a:pt x="5910" y="45715"/>
                    <a:pt x="10132" y="26163"/>
                    <a:pt x="10132" y="26163"/>
                  </a:cubicBezTo>
                  <a:cubicBezTo>
                    <a:pt x="5910" y="16457"/>
                    <a:pt x="0" y="0"/>
                    <a:pt x="0" y="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2D6F8D1C-9E2B-3E54-5D95-1B6BE32626D8}"/>
                </a:ext>
              </a:extLst>
            </p:cNvPr>
            <p:cNvSpPr/>
            <p:nvPr/>
          </p:nvSpPr>
          <p:spPr>
            <a:xfrm>
              <a:off x="6385297" y="3257067"/>
              <a:ext cx="14373" cy="43605"/>
            </a:xfrm>
            <a:custGeom>
              <a:avLst/>
              <a:gdLst>
                <a:gd name="connsiteX0" fmla="*/ 5930 w 14373"/>
                <a:gd name="connsiteY0" fmla="*/ 0 h 43605"/>
                <a:gd name="connsiteX1" fmla="*/ 3820 w 14373"/>
                <a:gd name="connsiteY1" fmla="*/ 7596 h 43605"/>
                <a:gd name="connsiteX2" fmla="*/ 20 w 14373"/>
                <a:gd name="connsiteY2" fmla="*/ 18708 h 43605"/>
                <a:gd name="connsiteX3" fmla="*/ 6071 w 14373"/>
                <a:gd name="connsiteY3" fmla="*/ 33196 h 43605"/>
                <a:gd name="connsiteX4" fmla="*/ 14374 w 14373"/>
                <a:gd name="connsiteY4" fmla="*/ 43605 h 4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73" h="43605">
                  <a:moveTo>
                    <a:pt x="5930" y="0"/>
                  </a:moveTo>
                  <a:lnTo>
                    <a:pt x="3820" y="7596"/>
                  </a:lnTo>
                  <a:cubicBezTo>
                    <a:pt x="20" y="17020"/>
                    <a:pt x="20" y="18708"/>
                    <a:pt x="20" y="18708"/>
                  </a:cubicBezTo>
                  <a:cubicBezTo>
                    <a:pt x="-402" y="28133"/>
                    <a:pt x="6071" y="33196"/>
                    <a:pt x="6071" y="33196"/>
                  </a:cubicBezTo>
                  <a:cubicBezTo>
                    <a:pt x="9871" y="36994"/>
                    <a:pt x="14374" y="43605"/>
                    <a:pt x="14374" y="43605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3CD43C6C-215D-1AD2-4CC1-EFCCBEE570AA}"/>
                </a:ext>
              </a:extLst>
            </p:cNvPr>
            <p:cNvSpPr/>
            <p:nvPr/>
          </p:nvSpPr>
          <p:spPr>
            <a:xfrm>
              <a:off x="6221100" y="3401106"/>
              <a:ext cx="93715" cy="107325"/>
            </a:xfrm>
            <a:custGeom>
              <a:avLst/>
              <a:gdLst>
                <a:gd name="connsiteX0" fmla="*/ 85553 w 93715"/>
                <a:gd name="connsiteY0" fmla="*/ 13644 h 107325"/>
                <a:gd name="connsiteX1" fmla="*/ 74859 w 93715"/>
                <a:gd name="connsiteY1" fmla="*/ 11675 h 107325"/>
                <a:gd name="connsiteX2" fmla="*/ 62053 w 93715"/>
                <a:gd name="connsiteY2" fmla="*/ 4220 h 107325"/>
                <a:gd name="connsiteX3" fmla="*/ 44885 w 93715"/>
                <a:gd name="connsiteY3" fmla="*/ 4220 h 107325"/>
                <a:gd name="connsiteX4" fmla="*/ 30390 w 93715"/>
                <a:gd name="connsiteY4" fmla="*/ 0 h 107325"/>
                <a:gd name="connsiteX5" fmla="*/ 13504 w 93715"/>
                <a:gd name="connsiteY5" fmla="*/ 0 h 107325"/>
                <a:gd name="connsiteX6" fmla="*/ 3371 w 93715"/>
                <a:gd name="connsiteY6" fmla="*/ 0 h 107325"/>
                <a:gd name="connsiteX7" fmla="*/ 1261 w 93715"/>
                <a:gd name="connsiteY7" fmla="*/ 9284 h 107325"/>
                <a:gd name="connsiteX8" fmla="*/ 5482 w 93715"/>
                <a:gd name="connsiteY8" fmla="*/ 25882 h 107325"/>
                <a:gd name="connsiteX9" fmla="*/ 16599 w 93715"/>
                <a:gd name="connsiteY9" fmla="*/ 43043 h 107325"/>
                <a:gd name="connsiteX10" fmla="*/ 34190 w 93715"/>
                <a:gd name="connsiteY10" fmla="*/ 64423 h 107325"/>
                <a:gd name="connsiteX11" fmla="*/ 52624 w 93715"/>
                <a:gd name="connsiteY11" fmla="*/ 87492 h 107325"/>
                <a:gd name="connsiteX12" fmla="*/ 65993 w 93715"/>
                <a:gd name="connsiteY12" fmla="*/ 101136 h 107325"/>
                <a:gd name="connsiteX13" fmla="*/ 70637 w 93715"/>
                <a:gd name="connsiteY13" fmla="*/ 107325 h 107325"/>
                <a:gd name="connsiteX14" fmla="*/ 70637 w 93715"/>
                <a:gd name="connsiteY14" fmla="*/ 91993 h 107325"/>
                <a:gd name="connsiteX15" fmla="*/ 72325 w 93715"/>
                <a:gd name="connsiteY15" fmla="*/ 76239 h 107325"/>
                <a:gd name="connsiteX16" fmla="*/ 79643 w 93715"/>
                <a:gd name="connsiteY16" fmla="*/ 64705 h 107325"/>
                <a:gd name="connsiteX17" fmla="*/ 93715 w 93715"/>
                <a:gd name="connsiteY17" fmla="*/ 61047 h 10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3715" h="107325">
                  <a:moveTo>
                    <a:pt x="85553" y="13644"/>
                  </a:moveTo>
                  <a:lnTo>
                    <a:pt x="74859" y="11675"/>
                  </a:lnTo>
                  <a:cubicBezTo>
                    <a:pt x="68807" y="5486"/>
                    <a:pt x="62053" y="4220"/>
                    <a:pt x="62053" y="4220"/>
                  </a:cubicBezTo>
                  <a:lnTo>
                    <a:pt x="44885" y="4220"/>
                  </a:lnTo>
                  <a:cubicBezTo>
                    <a:pt x="35456" y="4220"/>
                    <a:pt x="30390" y="0"/>
                    <a:pt x="30390" y="0"/>
                  </a:cubicBezTo>
                  <a:cubicBezTo>
                    <a:pt x="22650" y="0"/>
                    <a:pt x="13504" y="0"/>
                    <a:pt x="13504" y="0"/>
                  </a:cubicBezTo>
                  <a:cubicBezTo>
                    <a:pt x="13222" y="5908"/>
                    <a:pt x="3371" y="0"/>
                    <a:pt x="3371" y="0"/>
                  </a:cubicBezTo>
                  <a:cubicBezTo>
                    <a:pt x="-2679" y="5486"/>
                    <a:pt x="1261" y="9284"/>
                    <a:pt x="1261" y="9284"/>
                  </a:cubicBezTo>
                  <a:cubicBezTo>
                    <a:pt x="3371" y="19552"/>
                    <a:pt x="5482" y="25882"/>
                    <a:pt x="5482" y="25882"/>
                  </a:cubicBezTo>
                  <a:cubicBezTo>
                    <a:pt x="12800" y="33618"/>
                    <a:pt x="16599" y="43043"/>
                    <a:pt x="16599" y="43043"/>
                  </a:cubicBezTo>
                  <a:cubicBezTo>
                    <a:pt x="26028" y="54577"/>
                    <a:pt x="34190" y="64423"/>
                    <a:pt x="34190" y="64423"/>
                  </a:cubicBezTo>
                  <a:cubicBezTo>
                    <a:pt x="44040" y="77646"/>
                    <a:pt x="52624" y="87492"/>
                    <a:pt x="52624" y="87492"/>
                  </a:cubicBezTo>
                  <a:cubicBezTo>
                    <a:pt x="60083" y="93681"/>
                    <a:pt x="65993" y="101136"/>
                    <a:pt x="65993" y="101136"/>
                  </a:cubicBezTo>
                  <a:cubicBezTo>
                    <a:pt x="66696" y="103106"/>
                    <a:pt x="70637" y="107325"/>
                    <a:pt x="70637" y="107325"/>
                  </a:cubicBezTo>
                  <a:cubicBezTo>
                    <a:pt x="70637" y="107325"/>
                    <a:pt x="71059" y="99589"/>
                    <a:pt x="70637" y="91993"/>
                  </a:cubicBezTo>
                  <a:cubicBezTo>
                    <a:pt x="70637" y="91993"/>
                    <a:pt x="70637" y="82991"/>
                    <a:pt x="72325" y="76239"/>
                  </a:cubicBezTo>
                  <a:cubicBezTo>
                    <a:pt x="72325" y="76239"/>
                    <a:pt x="75281" y="72863"/>
                    <a:pt x="79643" y="64705"/>
                  </a:cubicBezTo>
                  <a:lnTo>
                    <a:pt x="93715" y="61047"/>
                  </a:ln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6CD96E8D-724A-2CDA-8ACE-2A1D0409F26A}"/>
                </a:ext>
              </a:extLst>
            </p:cNvPr>
            <p:cNvSpPr/>
            <p:nvPr/>
          </p:nvSpPr>
          <p:spPr>
            <a:xfrm>
              <a:off x="6085579" y="3275775"/>
              <a:ext cx="300723" cy="81584"/>
            </a:xfrm>
            <a:custGeom>
              <a:avLst/>
              <a:gdLst>
                <a:gd name="connsiteX0" fmla="*/ 0 w 300723"/>
                <a:gd name="connsiteY0" fmla="*/ 66533 h 81584"/>
                <a:gd name="connsiteX1" fmla="*/ 9710 w 300723"/>
                <a:gd name="connsiteY1" fmla="*/ 66533 h 81584"/>
                <a:gd name="connsiteX2" fmla="*/ 22938 w 300723"/>
                <a:gd name="connsiteY2" fmla="*/ 61188 h 81584"/>
                <a:gd name="connsiteX3" fmla="*/ 44609 w 300723"/>
                <a:gd name="connsiteY3" fmla="*/ 59641 h 81584"/>
                <a:gd name="connsiteX4" fmla="*/ 55585 w 300723"/>
                <a:gd name="connsiteY4" fmla="*/ 71879 h 81584"/>
                <a:gd name="connsiteX5" fmla="*/ 73176 w 300723"/>
                <a:gd name="connsiteY5" fmla="*/ 76239 h 81584"/>
                <a:gd name="connsiteX6" fmla="*/ 82604 w 300723"/>
                <a:gd name="connsiteY6" fmla="*/ 79756 h 81584"/>
                <a:gd name="connsiteX7" fmla="*/ 99913 w 300723"/>
                <a:gd name="connsiteY7" fmla="*/ 81584 h 81584"/>
                <a:gd name="connsiteX8" fmla="*/ 115251 w 300723"/>
                <a:gd name="connsiteY8" fmla="*/ 76239 h 81584"/>
                <a:gd name="connsiteX9" fmla="*/ 127776 w 300723"/>
                <a:gd name="connsiteY9" fmla="*/ 74129 h 81584"/>
                <a:gd name="connsiteX10" fmla="*/ 146633 w 300723"/>
                <a:gd name="connsiteY10" fmla="*/ 68362 h 81584"/>
                <a:gd name="connsiteX11" fmla="*/ 152261 w 300723"/>
                <a:gd name="connsiteY11" fmla="*/ 49372 h 81584"/>
                <a:gd name="connsiteX12" fmla="*/ 153528 w 300723"/>
                <a:gd name="connsiteY12" fmla="*/ 35166 h 81584"/>
                <a:gd name="connsiteX13" fmla="*/ 180265 w 300723"/>
                <a:gd name="connsiteY13" fmla="*/ 33056 h 81584"/>
                <a:gd name="connsiteX14" fmla="*/ 212772 w 300723"/>
                <a:gd name="connsiteY14" fmla="*/ 29539 h 81584"/>
                <a:gd name="connsiteX15" fmla="*/ 230503 w 300723"/>
                <a:gd name="connsiteY15" fmla="*/ 18568 h 81584"/>
                <a:gd name="connsiteX16" fmla="*/ 243027 w 300723"/>
                <a:gd name="connsiteY16" fmla="*/ 18568 h 81584"/>
                <a:gd name="connsiteX17" fmla="*/ 256537 w 300723"/>
                <a:gd name="connsiteY17" fmla="*/ 5345 h 81584"/>
                <a:gd name="connsiteX18" fmla="*/ 276941 w 300723"/>
                <a:gd name="connsiteY18" fmla="*/ 0 h 81584"/>
                <a:gd name="connsiteX19" fmla="*/ 287355 w 300723"/>
                <a:gd name="connsiteY19" fmla="*/ 7736 h 81584"/>
                <a:gd name="connsiteX20" fmla="*/ 300723 w 300723"/>
                <a:gd name="connsiteY20" fmla="*/ 8862 h 8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0723" h="81584">
                  <a:moveTo>
                    <a:pt x="0" y="66533"/>
                  </a:moveTo>
                  <a:lnTo>
                    <a:pt x="9710" y="66533"/>
                  </a:lnTo>
                  <a:cubicBezTo>
                    <a:pt x="16887" y="63720"/>
                    <a:pt x="22938" y="61188"/>
                    <a:pt x="22938" y="61188"/>
                  </a:cubicBezTo>
                  <a:cubicBezTo>
                    <a:pt x="28848" y="59641"/>
                    <a:pt x="44609" y="59641"/>
                    <a:pt x="44609" y="59641"/>
                  </a:cubicBezTo>
                  <a:cubicBezTo>
                    <a:pt x="47705" y="66815"/>
                    <a:pt x="55585" y="71879"/>
                    <a:pt x="55585" y="71879"/>
                  </a:cubicBezTo>
                  <a:cubicBezTo>
                    <a:pt x="65999" y="77505"/>
                    <a:pt x="73176" y="76239"/>
                    <a:pt x="73176" y="76239"/>
                  </a:cubicBezTo>
                  <a:lnTo>
                    <a:pt x="82604" y="79756"/>
                  </a:lnTo>
                  <a:lnTo>
                    <a:pt x="99913" y="81584"/>
                  </a:lnTo>
                  <a:cubicBezTo>
                    <a:pt x="109623" y="81022"/>
                    <a:pt x="115251" y="76239"/>
                    <a:pt x="115251" y="76239"/>
                  </a:cubicBezTo>
                  <a:cubicBezTo>
                    <a:pt x="121865" y="74129"/>
                    <a:pt x="127776" y="74129"/>
                    <a:pt x="127776" y="74129"/>
                  </a:cubicBezTo>
                  <a:cubicBezTo>
                    <a:pt x="139737" y="71879"/>
                    <a:pt x="146633" y="68362"/>
                    <a:pt x="146633" y="68362"/>
                  </a:cubicBezTo>
                  <a:cubicBezTo>
                    <a:pt x="149729" y="64986"/>
                    <a:pt x="152261" y="49372"/>
                    <a:pt x="152261" y="49372"/>
                  </a:cubicBezTo>
                  <a:cubicBezTo>
                    <a:pt x="152824" y="43746"/>
                    <a:pt x="153528" y="35166"/>
                    <a:pt x="153528" y="35166"/>
                  </a:cubicBezTo>
                  <a:cubicBezTo>
                    <a:pt x="159157" y="31508"/>
                    <a:pt x="180265" y="33056"/>
                    <a:pt x="180265" y="33056"/>
                  </a:cubicBezTo>
                  <a:cubicBezTo>
                    <a:pt x="205454" y="34040"/>
                    <a:pt x="212772" y="29539"/>
                    <a:pt x="212772" y="29539"/>
                  </a:cubicBezTo>
                  <a:cubicBezTo>
                    <a:pt x="229236" y="18568"/>
                    <a:pt x="230503" y="18568"/>
                    <a:pt x="230503" y="18568"/>
                  </a:cubicBezTo>
                  <a:lnTo>
                    <a:pt x="243027" y="18568"/>
                  </a:lnTo>
                  <a:cubicBezTo>
                    <a:pt x="250204" y="10409"/>
                    <a:pt x="256537" y="5345"/>
                    <a:pt x="256537" y="5345"/>
                  </a:cubicBezTo>
                  <a:cubicBezTo>
                    <a:pt x="266950" y="4361"/>
                    <a:pt x="276941" y="0"/>
                    <a:pt x="276941" y="0"/>
                  </a:cubicBezTo>
                  <a:cubicBezTo>
                    <a:pt x="283274" y="2532"/>
                    <a:pt x="287355" y="7736"/>
                    <a:pt x="287355" y="7736"/>
                  </a:cubicBezTo>
                  <a:cubicBezTo>
                    <a:pt x="294250" y="10690"/>
                    <a:pt x="300723" y="8862"/>
                    <a:pt x="300723" y="8862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8C5047CB-C601-0460-CBDF-A6C357582A98}"/>
                </a:ext>
              </a:extLst>
            </p:cNvPr>
            <p:cNvSpPr/>
            <p:nvPr/>
          </p:nvSpPr>
          <p:spPr>
            <a:xfrm>
              <a:off x="6162695" y="3343293"/>
              <a:ext cx="70923" cy="48263"/>
            </a:xfrm>
            <a:custGeom>
              <a:avLst/>
              <a:gdLst>
                <a:gd name="connsiteX0" fmla="*/ 5488 w 70923"/>
                <a:gd name="connsiteY0" fmla="*/ 12238 h 48263"/>
                <a:gd name="connsiteX1" fmla="*/ 0 w 70923"/>
                <a:gd name="connsiteY1" fmla="*/ 18989 h 48263"/>
                <a:gd name="connsiteX2" fmla="*/ 2674 w 70923"/>
                <a:gd name="connsiteY2" fmla="*/ 30805 h 48263"/>
                <a:gd name="connsiteX3" fmla="*/ 5348 w 70923"/>
                <a:gd name="connsiteY3" fmla="*/ 46700 h 48263"/>
                <a:gd name="connsiteX4" fmla="*/ 25471 w 70923"/>
                <a:gd name="connsiteY4" fmla="*/ 44168 h 48263"/>
                <a:gd name="connsiteX5" fmla="*/ 42357 w 70923"/>
                <a:gd name="connsiteY5" fmla="*/ 48247 h 48263"/>
                <a:gd name="connsiteX6" fmla="*/ 50519 w 70923"/>
                <a:gd name="connsiteY6" fmla="*/ 34322 h 48263"/>
                <a:gd name="connsiteX7" fmla="*/ 62199 w 70923"/>
                <a:gd name="connsiteY7" fmla="*/ 19693 h 48263"/>
                <a:gd name="connsiteX8" fmla="*/ 69798 w 70923"/>
                <a:gd name="connsiteY8" fmla="*/ 17583 h 48263"/>
                <a:gd name="connsiteX9" fmla="*/ 70924 w 70923"/>
                <a:gd name="connsiteY9" fmla="*/ 0 h 48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923" h="48263">
                  <a:moveTo>
                    <a:pt x="5488" y="12238"/>
                  </a:moveTo>
                  <a:lnTo>
                    <a:pt x="0" y="18989"/>
                  </a:lnTo>
                  <a:cubicBezTo>
                    <a:pt x="0" y="28133"/>
                    <a:pt x="2674" y="30805"/>
                    <a:pt x="2674" y="30805"/>
                  </a:cubicBezTo>
                  <a:cubicBezTo>
                    <a:pt x="4503" y="42058"/>
                    <a:pt x="5348" y="46700"/>
                    <a:pt x="5348" y="46700"/>
                  </a:cubicBezTo>
                  <a:cubicBezTo>
                    <a:pt x="16746" y="51342"/>
                    <a:pt x="25471" y="44168"/>
                    <a:pt x="25471" y="44168"/>
                  </a:cubicBezTo>
                  <a:cubicBezTo>
                    <a:pt x="36165" y="46700"/>
                    <a:pt x="42357" y="48247"/>
                    <a:pt x="42357" y="48247"/>
                  </a:cubicBezTo>
                  <a:cubicBezTo>
                    <a:pt x="48549" y="41073"/>
                    <a:pt x="50519" y="34322"/>
                    <a:pt x="50519" y="34322"/>
                  </a:cubicBezTo>
                  <a:cubicBezTo>
                    <a:pt x="58118" y="27289"/>
                    <a:pt x="62199" y="19693"/>
                    <a:pt x="62199" y="19693"/>
                  </a:cubicBezTo>
                  <a:lnTo>
                    <a:pt x="69798" y="17583"/>
                  </a:lnTo>
                  <a:lnTo>
                    <a:pt x="70924" y="0"/>
                  </a:ln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26CBBE8E-CFB7-E2AD-317E-2480110DFF54}"/>
                </a:ext>
              </a:extLst>
            </p:cNvPr>
            <p:cNvSpPr/>
            <p:nvPr/>
          </p:nvSpPr>
          <p:spPr>
            <a:xfrm>
              <a:off x="6498458" y="3289701"/>
              <a:ext cx="55303" cy="96494"/>
            </a:xfrm>
            <a:custGeom>
              <a:avLst/>
              <a:gdLst>
                <a:gd name="connsiteX0" fmla="*/ 0 w 55303"/>
                <a:gd name="connsiteY0" fmla="*/ 0 h 96494"/>
                <a:gd name="connsiteX1" fmla="*/ 12102 w 55303"/>
                <a:gd name="connsiteY1" fmla="*/ 14769 h 96494"/>
                <a:gd name="connsiteX2" fmla="*/ 24626 w 55303"/>
                <a:gd name="connsiteY2" fmla="*/ 34040 h 96494"/>
                <a:gd name="connsiteX3" fmla="*/ 36447 w 55303"/>
                <a:gd name="connsiteY3" fmla="*/ 54436 h 96494"/>
                <a:gd name="connsiteX4" fmla="*/ 36447 w 55303"/>
                <a:gd name="connsiteY4" fmla="*/ 72582 h 96494"/>
                <a:gd name="connsiteX5" fmla="*/ 55304 w 55303"/>
                <a:gd name="connsiteY5" fmla="*/ 96494 h 96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303" h="96494">
                  <a:moveTo>
                    <a:pt x="0" y="0"/>
                  </a:moveTo>
                  <a:lnTo>
                    <a:pt x="12102" y="14769"/>
                  </a:lnTo>
                  <a:cubicBezTo>
                    <a:pt x="18857" y="27288"/>
                    <a:pt x="24626" y="34040"/>
                    <a:pt x="24626" y="34040"/>
                  </a:cubicBezTo>
                  <a:cubicBezTo>
                    <a:pt x="37995" y="48247"/>
                    <a:pt x="36447" y="54436"/>
                    <a:pt x="36447" y="54436"/>
                  </a:cubicBezTo>
                  <a:cubicBezTo>
                    <a:pt x="37151" y="65971"/>
                    <a:pt x="36447" y="72582"/>
                    <a:pt x="36447" y="72582"/>
                  </a:cubicBezTo>
                  <a:cubicBezTo>
                    <a:pt x="43061" y="92697"/>
                    <a:pt x="55304" y="96494"/>
                    <a:pt x="55304" y="96494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6BFBE2BA-943B-BC4A-3915-D524724D3699}"/>
                </a:ext>
              </a:extLst>
            </p:cNvPr>
            <p:cNvSpPr/>
            <p:nvPr/>
          </p:nvSpPr>
          <p:spPr>
            <a:xfrm>
              <a:off x="6298351" y="3379162"/>
              <a:ext cx="32429" cy="148258"/>
            </a:xfrm>
            <a:custGeom>
              <a:avLst/>
              <a:gdLst>
                <a:gd name="connsiteX0" fmla="*/ 0 w 32429"/>
                <a:gd name="connsiteY0" fmla="*/ 0 h 148258"/>
                <a:gd name="connsiteX1" fmla="*/ 2252 w 32429"/>
                <a:gd name="connsiteY1" fmla="*/ 15895 h 148258"/>
                <a:gd name="connsiteX2" fmla="*/ 9006 w 32429"/>
                <a:gd name="connsiteY2" fmla="*/ 49091 h 148258"/>
                <a:gd name="connsiteX3" fmla="*/ 13932 w 32429"/>
                <a:gd name="connsiteY3" fmla="*/ 61610 h 148258"/>
                <a:gd name="connsiteX4" fmla="*/ 13932 w 32429"/>
                <a:gd name="connsiteY4" fmla="*/ 75536 h 148258"/>
                <a:gd name="connsiteX5" fmla="*/ 21953 w 32429"/>
                <a:gd name="connsiteY5" fmla="*/ 94947 h 148258"/>
                <a:gd name="connsiteX6" fmla="*/ 32225 w 32429"/>
                <a:gd name="connsiteY6" fmla="*/ 104372 h 148258"/>
                <a:gd name="connsiteX7" fmla="*/ 27300 w 32429"/>
                <a:gd name="connsiteY7" fmla="*/ 117875 h 148258"/>
                <a:gd name="connsiteX8" fmla="*/ 17028 w 32429"/>
                <a:gd name="connsiteY8" fmla="*/ 122798 h 148258"/>
                <a:gd name="connsiteX9" fmla="*/ 11961 w 32429"/>
                <a:gd name="connsiteY9" fmla="*/ 131801 h 148258"/>
                <a:gd name="connsiteX10" fmla="*/ 13932 w 32429"/>
                <a:gd name="connsiteY10" fmla="*/ 148258 h 148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29" h="148258">
                  <a:moveTo>
                    <a:pt x="0" y="0"/>
                  </a:moveTo>
                  <a:lnTo>
                    <a:pt x="2252" y="15895"/>
                  </a:lnTo>
                  <a:cubicBezTo>
                    <a:pt x="10273" y="23069"/>
                    <a:pt x="9006" y="49091"/>
                    <a:pt x="9006" y="49091"/>
                  </a:cubicBezTo>
                  <a:cubicBezTo>
                    <a:pt x="10836" y="58515"/>
                    <a:pt x="13932" y="61610"/>
                    <a:pt x="13932" y="61610"/>
                  </a:cubicBezTo>
                  <a:cubicBezTo>
                    <a:pt x="14354" y="73707"/>
                    <a:pt x="13932" y="75536"/>
                    <a:pt x="13932" y="75536"/>
                  </a:cubicBezTo>
                  <a:cubicBezTo>
                    <a:pt x="17590" y="86789"/>
                    <a:pt x="21953" y="94947"/>
                    <a:pt x="21953" y="94947"/>
                  </a:cubicBezTo>
                  <a:cubicBezTo>
                    <a:pt x="27722" y="100292"/>
                    <a:pt x="32225" y="104372"/>
                    <a:pt x="32225" y="104372"/>
                  </a:cubicBezTo>
                  <a:cubicBezTo>
                    <a:pt x="33633" y="114218"/>
                    <a:pt x="27300" y="117875"/>
                    <a:pt x="27300" y="117875"/>
                  </a:cubicBezTo>
                  <a:lnTo>
                    <a:pt x="17028" y="122798"/>
                  </a:lnTo>
                  <a:lnTo>
                    <a:pt x="11961" y="131801"/>
                  </a:lnTo>
                  <a:cubicBezTo>
                    <a:pt x="11961" y="136724"/>
                    <a:pt x="13932" y="148258"/>
                    <a:pt x="13932" y="148258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5A816963-4701-45F8-450F-1442E9F9B5B5}"/>
                </a:ext>
              </a:extLst>
            </p:cNvPr>
            <p:cNvSpPr/>
            <p:nvPr/>
          </p:nvSpPr>
          <p:spPr>
            <a:xfrm>
              <a:off x="6389117" y="3433177"/>
              <a:ext cx="147195" cy="106200"/>
            </a:xfrm>
            <a:custGeom>
              <a:avLst/>
              <a:gdLst>
                <a:gd name="connsiteX0" fmla="*/ 7740 w 147195"/>
                <a:gd name="connsiteY0" fmla="*/ 0 h 106200"/>
                <a:gd name="connsiteX1" fmla="*/ 5770 w 147195"/>
                <a:gd name="connsiteY1" fmla="*/ 5908 h 106200"/>
                <a:gd name="connsiteX2" fmla="*/ 0 w 147195"/>
                <a:gd name="connsiteY2" fmla="*/ 14488 h 106200"/>
                <a:gd name="connsiteX3" fmla="*/ 3940 w 147195"/>
                <a:gd name="connsiteY3" fmla="*/ 27992 h 106200"/>
                <a:gd name="connsiteX4" fmla="*/ 12665 w 147195"/>
                <a:gd name="connsiteY4" fmla="*/ 39667 h 106200"/>
                <a:gd name="connsiteX5" fmla="*/ 6332 w 147195"/>
                <a:gd name="connsiteY5" fmla="*/ 53170 h 106200"/>
                <a:gd name="connsiteX6" fmla="*/ 0 w 147195"/>
                <a:gd name="connsiteY6" fmla="*/ 66252 h 106200"/>
                <a:gd name="connsiteX7" fmla="*/ 6332 w 147195"/>
                <a:gd name="connsiteY7" fmla="*/ 75395 h 106200"/>
                <a:gd name="connsiteX8" fmla="*/ 12665 w 147195"/>
                <a:gd name="connsiteY8" fmla="*/ 82428 h 106200"/>
                <a:gd name="connsiteX9" fmla="*/ 14072 w 147195"/>
                <a:gd name="connsiteY9" fmla="*/ 102965 h 106200"/>
                <a:gd name="connsiteX10" fmla="*/ 28848 w 147195"/>
                <a:gd name="connsiteY10" fmla="*/ 102965 h 106200"/>
                <a:gd name="connsiteX11" fmla="*/ 44609 w 147195"/>
                <a:gd name="connsiteY11" fmla="*/ 96354 h 106200"/>
                <a:gd name="connsiteX12" fmla="*/ 57696 w 147195"/>
                <a:gd name="connsiteY12" fmla="*/ 100433 h 106200"/>
                <a:gd name="connsiteX13" fmla="*/ 75709 w 147195"/>
                <a:gd name="connsiteY13" fmla="*/ 106200 h 106200"/>
                <a:gd name="connsiteX14" fmla="*/ 88655 w 147195"/>
                <a:gd name="connsiteY14" fmla="*/ 102965 h 106200"/>
                <a:gd name="connsiteX15" fmla="*/ 97239 w 147195"/>
                <a:gd name="connsiteY15" fmla="*/ 94384 h 106200"/>
                <a:gd name="connsiteX16" fmla="*/ 107089 w 147195"/>
                <a:gd name="connsiteY16" fmla="*/ 85523 h 106200"/>
                <a:gd name="connsiteX17" fmla="*/ 125102 w 147195"/>
                <a:gd name="connsiteY17" fmla="*/ 81444 h 106200"/>
                <a:gd name="connsiteX18" fmla="*/ 140440 w 147195"/>
                <a:gd name="connsiteY18" fmla="*/ 83272 h 106200"/>
                <a:gd name="connsiteX19" fmla="*/ 147195 w 147195"/>
                <a:gd name="connsiteY19" fmla="*/ 82850 h 10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7195" h="106200">
                  <a:moveTo>
                    <a:pt x="7740" y="0"/>
                  </a:moveTo>
                  <a:lnTo>
                    <a:pt x="5770" y="5908"/>
                  </a:lnTo>
                  <a:cubicBezTo>
                    <a:pt x="2111" y="13503"/>
                    <a:pt x="0" y="14488"/>
                    <a:pt x="0" y="14488"/>
                  </a:cubicBezTo>
                  <a:cubicBezTo>
                    <a:pt x="0" y="23491"/>
                    <a:pt x="3940" y="27992"/>
                    <a:pt x="3940" y="27992"/>
                  </a:cubicBezTo>
                  <a:cubicBezTo>
                    <a:pt x="9428" y="35588"/>
                    <a:pt x="12665" y="39667"/>
                    <a:pt x="12665" y="39667"/>
                  </a:cubicBezTo>
                  <a:cubicBezTo>
                    <a:pt x="12243" y="47263"/>
                    <a:pt x="6332" y="53170"/>
                    <a:pt x="6332" y="53170"/>
                  </a:cubicBezTo>
                  <a:cubicBezTo>
                    <a:pt x="563" y="60766"/>
                    <a:pt x="0" y="66252"/>
                    <a:pt x="0" y="66252"/>
                  </a:cubicBezTo>
                  <a:cubicBezTo>
                    <a:pt x="2674" y="76520"/>
                    <a:pt x="6332" y="75395"/>
                    <a:pt x="6332" y="75395"/>
                  </a:cubicBezTo>
                  <a:lnTo>
                    <a:pt x="12665" y="82428"/>
                  </a:lnTo>
                  <a:cubicBezTo>
                    <a:pt x="12243" y="92697"/>
                    <a:pt x="14072" y="102965"/>
                    <a:pt x="14072" y="102965"/>
                  </a:cubicBezTo>
                  <a:lnTo>
                    <a:pt x="28848" y="102965"/>
                  </a:lnTo>
                  <a:cubicBezTo>
                    <a:pt x="36447" y="99026"/>
                    <a:pt x="44609" y="96354"/>
                    <a:pt x="44609" y="96354"/>
                  </a:cubicBezTo>
                  <a:cubicBezTo>
                    <a:pt x="54037" y="97198"/>
                    <a:pt x="57696" y="100433"/>
                    <a:pt x="57696" y="100433"/>
                  </a:cubicBezTo>
                  <a:cubicBezTo>
                    <a:pt x="69376" y="105778"/>
                    <a:pt x="75709" y="106200"/>
                    <a:pt x="75709" y="106200"/>
                  </a:cubicBezTo>
                  <a:cubicBezTo>
                    <a:pt x="85981" y="106200"/>
                    <a:pt x="88655" y="102965"/>
                    <a:pt x="88655" y="102965"/>
                  </a:cubicBezTo>
                  <a:cubicBezTo>
                    <a:pt x="94424" y="94947"/>
                    <a:pt x="97239" y="94384"/>
                    <a:pt x="97239" y="94384"/>
                  </a:cubicBezTo>
                  <a:cubicBezTo>
                    <a:pt x="104416" y="88336"/>
                    <a:pt x="107089" y="85523"/>
                    <a:pt x="107089" y="85523"/>
                  </a:cubicBezTo>
                  <a:cubicBezTo>
                    <a:pt x="118347" y="81444"/>
                    <a:pt x="125102" y="81444"/>
                    <a:pt x="125102" y="81444"/>
                  </a:cubicBezTo>
                  <a:cubicBezTo>
                    <a:pt x="136782" y="83694"/>
                    <a:pt x="140440" y="83272"/>
                    <a:pt x="140440" y="83272"/>
                  </a:cubicBezTo>
                  <a:lnTo>
                    <a:pt x="147195" y="82850"/>
                  </a:ln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615ACD2F-0352-1645-1744-978C55859161}"/>
                </a:ext>
              </a:extLst>
            </p:cNvPr>
            <p:cNvSpPr/>
            <p:nvPr/>
          </p:nvSpPr>
          <p:spPr>
            <a:xfrm>
              <a:off x="6474535" y="3523763"/>
              <a:ext cx="19701" cy="39807"/>
            </a:xfrm>
            <a:custGeom>
              <a:avLst/>
              <a:gdLst>
                <a:gd name="connsiteX0" fmla="*/ 15761 w 19701"/>
                <a:gd name="connsiteY0" fmla="*/ 0 h 39807"/>
                <a:gd name="connsiteX1" fmla="*/ 19701 w 19701"/>
                <a:gd name="connsiteY1" fmla="*/ 7314 h 39807"/>
                <a:gd name="connsiteX2" fmla="*/ 17731 w 19701"/>
                <a:gd name="connsiteY2" fmla="*/ 18989 h 39807"/>
                <a:gd name="connsiteX3" fmla="*/ 7880 w 19701"/>
                <a:gd name="connsiteY3" fmla="*/ 29258 h 39807"/>
                <a:gd name="connsiteX4" fmla="*/ 0 w 19701"/>
                <a:gd name="connsiteY4" fmla="*/ 39808 h 39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1" h="39807">
                  <a:moveTo>
                    <a:pt x="15761" y="0"/>
                  </a:moveTo>
                  <a:lnTo>
                    <a:pt x="19701" y="7314"/>
                  </a:lnTo>
                  <a:cubicBezTo>
                    <a:pt x="18857" y="14488"/>
                    <a:pt x="17731" y="18989"/>
                    <a:pt x="17731" y="18989"/>
                  </a:cubicBezTo>
                  <a:cubicBezTo>
                    <a:pt x="12102" y="24335"/>
                    <a:pt x="7880" y="29258"/>
                    <a:pt x="7880" y="29258"/>
                  </a:cubicBezTo>
                  <a:cubicBezTo>
                    <a:pt x="2533" y="37275"/>
                    <a:pt x="0" y="39808"/>
                    <a:pt x="0" y="39808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3E5E24A9-4756-7625-B450-D2D5C03E58DE}"/>
                </a:ext>
              </a:extLst>
            </p:cNvPr>
            <p:cNvSpPr/>
            <p:nvPr/>
          </p:nvSpPr>
          <p:spPr>
            <a:xfrm>
              <a:off x="6323259" y="3536001"/>
              <a:ext cx="79930" cy="58374"/>
            </a:xfrm>
            <a:custGeom>
              <a:avLst/>
              <a:gdLst>
                <a:gd name="connsiteX0" fmla="*/ 0 w 79930"/>
                <a:gd name="connsiteY0" fmla="*/ 58375 h 58374"/>
                <a:gd name="connsiteX1" fmla="*/ 7740 w 79930"/>
                <a:gd name="connsiteY1" fmla="*/ 50357 h 58374"/>
                <a:gd name="connsiteX2" fmla="*/ 25049 w 79930"/>
                <a:gd name="connsiteY2" fmla="*/ 37275 h 58374"/>
                <a:gd name="connsiteX3" fmla="*/ 30677 w 79930"/>
                <a:gd name="connsiteY3" fmla="*/ 17583 h 58374"/>
                <a:gd name="connsiteX4" fmla="*/ 43061 w 79930"/>
                <a:gd name="connsiteY4" fmla="*/ 17583 h 58374"/>
                <a:gd name="connsiteX5" fmla="*/ 63184 w 79930"/>
                <a:gd name="connsiteY5" fmla="*/ 7736 h 58374"/>
                <a:gd name="connsiteX6" fmla="*/ 75849 w 79930"/>
                <a:gd name="connsiteY6" fmla="*/ 7736 h 58374"/>
                <a:gd name="connsiteX7" fmla="*/ 79930 w 79930"/>
                <a:gd name="connsiteY7" fmla="*/ 0 h 58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930" h="58374">
                  <a:moveTo>
                    <a:pt x="0" y="58375"/>
                  </a:moveTo>
                  <a:lnTo>
                    <a:pt x="7740" y="50357"/>
                  </a:lnTo>
                  <a:cubicBezTo>
                    <a:pt x="17449" y="44449"/>
                    <a:pt x="25049" y="37275"/>
                    <a:pt x="25049" y="37275"/>
                  </a:cubicBezTo>
                  <a:cubicBezTo>
                    <a:pt x="30396" y="29258"/>
                    <a:pt x="30677" y="17583"/>
                    <a:pt x="30677" y="17583"/>
                  </a:cubicBezTo>
                  <a:lnTo>
                    <a:pt x="43061" y="17583"/>
                  </a:lnTo>
                  <a:cubicBezTo>
                    <a:pt x="51645" y="7315"/>
                    <a:pt x="63184" y="7736"/>
                    <a:pt x="63184" y="7736"/>
                  </a:cubicBezTo>
                  <a:cubicBezTo>
                    <a:pt x="70924" y="6893"/>
                    <a:pt x="75849" y="7736"/>
                    <a:pt x="75849" y="7736"/>
                  </a:cubicBezTo>
                  <a:cubicBezTo>
                    <a:pt x="78101" y="4642"/>
                    <a:pt x="79930" y="0"/>
                    <a:pt x="79930" y="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14C7DC21-ED66-F3E4-8924-4A24B0F1B2F0}"/>
                </a:ext>
              </a:extLst>
            </p:cNvPr>
            <p:cNvSpPr/>
            <p:nvPr/>
          </p:nvSpPr>
          <p:spPr>
            <a:xfrm>
              <a:off x="6328184" y="3494646"/>
              <a:ext cx="25611" cy="58937"/>
            </a:xfrm>
            <a:custGeom>
              <a:avLst/>
              <a:gdLst>
                <a:gd name="connsiteX0" fmla="*/ 0 w 25611"/>
                <a:gd name="connsiteY0" fmla="*/ 0 h 58937"/>
                <a:gd name="connsiteX1" fmla="*/ 7177 w 25611"/>
                <a:gd name="connsiteY1" fmla="*/ 5908 h 58937"/>
                <a:gd name="connsiteX2" fmla="*/ 11680 w 25611"/>
                <a:gd name="connsiteY2" fmla="*/ 19411 h 58937"/>
                <a:gd name="connsiteX3" fmla="*/ 11680 w 25611"/>
                <a:gd name="connsiteY3" fmla="*/ 41355 h 58937"/>
                <a:gd name="connsiteX4" fmla="*/ 16183 w 25611"/>
                <a:gd name="connsiteY4" fmla="*/ 52186 h 58937"/>
                <a:gd name="connsiteX5" fmla="*/ 25612 w 25611"/>
                <a:gd name="connsiteY5" fmla="*/ 58938 h 5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1" h="58937">
                  <a:moveTo>
                    <a:pt x="0" y="0"/>
                  </a:moveTo>
                  <a:lnTo>
                    <a:pt x="7177" y="5908"/>
                  </a:lnTo>
                  <a:cubicBezTo>
                    <a:pt x="13369" y="10831"/>
                    <a:pt x="11680" y="19411"/>
                    <a:pt x="11680" y="19411"/>
                  </a:cubicBezTo>
                  <a:cubicBezTo>
                    <a:pt x="12384" y="30665"/>
                    <a:pt x="11680" y="41355"/>
                    <a:pt x="11680" y="41355"/>
                  </a:cubicBezTo>
                  <a:cubicBezTo>
                    <a:pt x="13791" y="47263"/>
                    <a:pt x="16183" y="52186"/>
                    <a:pt x="16183" y="52186"/>
                  </a:cubicBezTo>
                  <a:cubicBezTo>
                    <a:pt x="19138" y="56687"/>
                    <a:pt x="25612" y="58938"/>
                    <a:pt x="25612" y="58938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6085D968-5E8D-91BA-5440-26A3B98BF71F}"/>
                </a:ext>
              </a:extLst>
            </p:cNvPr>
            <p:cNvSpPr/>
            <p:nvPr/>
          </p:nvSpPr>
          <p:spPr>
            <a:xfrm>
              <a:off x="6340990" y="3504868"/>
              <a:ext cx="48268" cy="15379"/>
            </a:xfrm>
            <a:custGeom>
              <a:avLst/>
              <a:gdLst>
                <a:gd name="connsiteX0" fmla="*/ 0 w 48268"/>
                <a:gd name="connsiteY0" fmla="*/ 15379 h 15379"/>
                <a:gd name="connsiteX1" fmla="*/ 9992 w 48268"/>
                <a:gd name="connsiteY1" fmla="*/ 5955 h 15379"/>
                <a:gd name="connsiteX2" fmla="*/ 25752 w 48268"/>
                <a:gd name="connsiteY2" fmla="*/ 3423 h 15379"/>
                <a:gd name="connsiteX3" fmla="*/ 41935 w 48268"/>
                <a:gd name="connsiteY3" fmla="*/ 188 h 15379"/>
                <a:gd name="connsiteX4" fmla="*/ 48268 w 48268"/>
                <a:gd name="connsiteY4" fmla="*/ 188 h 1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68" h="15379">
                  <a:moveTo>
                    <a:pt x="0" y="15379"/>
                  </a:moveTo>
                  <a:lnTo>
                    <a:pt x="9992" y="5955"/>
                  </a:lnTo>
                  <a:cubicBezTo>
                    <a:pt x="17168" y="2297"/>
                    <a:pt x="25752" y="3423"/>
                    <a:pt x="25752" y="3423"/>
                  </a:cubicBezTo>
                  <a:cubicBezTo>
                    <a:pt x="35181" y="1875"/>
                    <a:pt x="41935" y="188"/>
                    <a:pt x="41935" y="188"/>
                  </a:cubicBezTo>
                  <a:cubicBezTo>
                    <a:pt x="46861" y="-234"/>
                    <a:pt x="48268" y="188"/>
                    <a:pt x="48268" y="188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8A95DA69-289C-F78F-88E9-0CE1DEC81DF8}"/>
                </a:ext>
              </a:extLst>
            </p:cNvPr>
            <p:cNvSpPr/>
            <p:nvPr/>
          </p:nvSpPr>
          <p:spPr>
            <a:xfrm>
              <a:off x="6104295" y="2169261"/>
              <a:ext cx="518842" cy="670179"/>
            </a:xfrm>
            <a:custGeom>
              <a:avLst/>
              <a:gdLst>
                <a:gd name="connsiteX0" fmla="*/ 0 w 518842"/>
                <a:gd name="connsiteY0" fmla="*/ 661880 h 670179"/>
                <a:gd name="connsiteX1" fmla="*/ 4925 w 518842"/>
                <a:gd name="connsiteY1" fmla="*/ 659489 h 670179"/>
                <a:gd name="connsiteX2" fmla="*/ 8725 w 518842"/>
                <a:gd name="connsiteY2" fmla="*/ 670179 h 670179"/>
                <a:gd name="connsiteX3" fmla="*/ 16042 w 518842"/>
                <a:gd name="connsiteY3" fmla="*/ 656395 h 670179"/>
                <a:gd name="connsiteX4" fmla="*/ 12946 w 518842"/>
                <a:gd name="connsiteY4" fmla="*/ 634592 h 670179"/>
                <a:gd name="connsiteX5" fmla="*/ 25611 w 518842"/>
                <a:gd name="connsiteY5" fmla="*/ 622354 h 670179"/>
                <a:gd name="connsiteX6" fmla="*/ 36728 w 518842"/>
                <a:gd name="connsiteY6" fmla="*/ 586063 h 670179"/>
                <a:gd name="connsiteX7" fmla="*/ 28004 w 518842"/>
                <a:gd name="connsiteY7" fmla="*/ 563135 h 670179"/>
                <a:gd name="connsiteX8" fmla="*/ 36728 w 518842"/>
                <a:gd name="connsiteY8" fmla="*/ 560463 h 670179"/>
                <a:gd name="connsiteX9" fmla="*/ 43201 w 518842"/>
                <a:gd name="connsiteY9" fmla="*/ 545552 h 670179"/>
                <a:gd name="connsiteX10" fmla="*/ 26737 w 518842"/>
                <a:gd name="connsiteY10" fmla="*/ 526422 h 670179"/>
                <a:gd name="connsiteX11" fmla="*/ 27159 w 518842"/>
                <a:gd name="connsiteY11" fmla="*/ 491679 h 670179"/>
                <a:gd name="connsiteX12" fmla="*/ 21671 w 518842"/>
                <a:gd name="connsiteY12" fmla="*/ 471002 h 670179"/>
                <a:gd name="connsiteX13" fmla="*/ 24486 w 518842"/>
                <a:gd name="connsiteY13" fmla="*/ 454544 h 670179"/>
                <a:gd name="connsiteX14" fmla="*/ 21671 w 518842"/>
                <a:gd name="connsiteY14" fmla="*/ 437524 h 670179"/>
                <a:gd name="connsiteX15" fmla="*/ 26878 w 518842"/>
                <a:gd name="connsiteY15" fmla="*/ 426271 h 670179"/>
                <a:gd name="connsiteX16" fmla="*/ 25752 w 518842"/>
                <a:gd name="connsiteY16" fmla="*/ 415018 h 670179"/>
                <a:gd name="connsiteX17" fmla="*/ 43342 w 518842"/>
                <a:gd name="connsiteY17" fmla="*/ 391527 h 670179"/>
                <a:gd name="connsiteX18" fmla="*/ 57414 w 518842"/>
                <a:gd name="connsiteY18" fmla="*/ 391527 h 670179"/>
                <a:gd name="connsiteX19" fmla="*/ 68813 w 518842"/>
                <a:gd name="connsiteY19" fmla="*/ 395325 h 670179"/>
                <a:gd name="connsiteX20" fmla="*/ 74864 w 518842"/>
                <a:gd name="connsiteY20" fmla="*/ 369021 h 670179"/>
                <a:gd name="connsiteX21" fmla="*/ 64169 w 518842"/>
                <a:gd name="connsiteY21" fmla="*/ 361707 h 670179"/>
                <a:gd name="connsiteX22" fmla="*/ 85981 w 518842"/>
                <a:gd name="connsiteY22" fmla="*/ 318101 h 670179"/>
                <a:gd name="connsiteX23" fmla="*/ 85981 w 518842"/>
                <a:gd name="connsiteY23" fmla="*/ 264227 h 670179"/>
                <a:gd name="connsiteX24" fmla="*/ 98224 w 518842"/>
                <a:gd name="connsiteY24" fmla="*/ 264227 h 670179"/>
                <a:gd name="connsiteX25" fmla="*/ 110467 w 518842"/>
                <a:gd name="connsiteY25" fmla="*/ 253537 h 670179"/>
                <a:gd name="connsiteX26" fmla="*/ 108215 w 518842"/>
                <a:gd name="connsiteY26" fmla="*/ 239752 h 670179"/>
                <a:gd name="connsiteX27" fmla="*/ 130308 w 518842"/>
                <a:gd name="connsiteY27" fmla="*/ 210354 h 670179"/>
                <a:gd name="connsiteX28" fmla="*/ 134108 w 518842"/>
                <a:gd name="connsiteY28" fmla="*/ 194740 h 670179"/>
                <a:gd name="connsiteX29" fmla="*/ 125665 w 518842"/>
                <a:gd name="connsiteY29" fmla="*/ 181377 h 670179"/>
                <a:gd name="connsiteX30" fmla="*/ 129886 w 518842"/>
                <a:gd name="connsiteY30" fmla="*/ 175329 h 670179"/>
                <a:gd name="connsiteX31" fmla="*/ 136359 w 518842"/>
                <a:gd name="connsiteY31" fmla="*/ 169562 h 670179"/>
                <a:gd name="connsiteX32" fmla="*/ 140159 w 518842"/>
                <a:gd name="connsiteY32" fmla="*/ 151979 h 670179"/>
                <a:gd name="connsiteX33" fmla="*/ 155498 w 518842"/>
                <a:gd name="connsiteY33" fmla="*/ 134818 h 670179"/>
                <a:gd name="connsiteX34" fmla="*/ 169148 w 518842"/>
                <a:gd name="connsiteY34" fmla="*/ 142414 h 670179"/>
                <a:gd name="connsiteX35" fmla="*/ 177169 w 518842"/>
                <a:gd name="connsiteY35" fmla="*/ 131020 h 670179"/>
                <a:gd name="connsiteX36" fmla="*/ 178717 w 518842"/>
                <a:gd name="connsiteY36" fmla="*/ 107248 h 670179"/>
                <a:gd name="connsiteX37" fmla="*/ 184768 w 518842"/>
                <a:gd name="connsiteY37" fmla="*/ 103169 h 670179"/>
                <a:gd name="connsiteX38" fmla="*/ 192789 w 518842"/>
                <a:gd name="connsiteY38" fmla="*/ 107248 h 670179"/>
                <a:gd name="connsiteX39" fmla="*/ 201232 w 518842"/>
                <a:gd name="connsiteY39" fmla="*/ 107248 h 670179"/>
                <a:gd name="connsiteX40" fmla="*/ 221919 w 518842"/>
                <a:gd name="connsiteY40" fmla="*/ 116954 h 670179"/>
                <a:gd name="connsiteX41" fmla="*/ 231910 w 518842"/>
                <a:gd name="connsiteY41" fmla="*/ 108936 h 670179"/>
                <a:gd name="connsiteX42" fmla="*/ 225015 w 518842"/>
                <a:gd name="connsiteY42" fmla="*/ 105138 h 670179"/>
                <a:gd name="connsiteX43" fmla="*/ 235710 w 518842"/>
                <a:gd name="connsiteY43" fmla="*/ 87977 h 670179"/>
                <a:gd name="connsiteX44" fmla="*/ 232614 w 518842"/>
                <a:gd name="connsiteY44" fmla="*/ 77287 h 670179"/>
                <a:gd name="connsiteX45" fmla="*/ 227688 w 518842"/>
                <a:gd name="connsiteY45" fmla="*/ 68566 h 670179"/>
                <a:gd name="connsiteX46" fmla="*/ 239509 w 518842"/>
                <a:gd name="connsiteY46" fmla="*/ 68566 h 670179"/>
                <a:gd name="connsiteX47" fmla="*/ 244153 w 518842"/>
                <a:gd name="connsiteY47" fmla="*/ 64768 h 670179"/>
                <a:gd name="connsiteX48" fmla="*/ 253862 w 518842"/>
                <a:gd name="connsiteY48" fmla="*/ 70113 h 670179"/>
                <a:gd name="connsiteX49" fmla="*/ 252174 w 518842"/>
                <a:gd name="connsiteY49" fmla="*/ 58720 h 670179"/>
                <a:gd name="connsiteX50" fmla="*/ 260195 w 518842"/>
                <a:gd name="connsiteY50" fmla="*/ 50702 h 670179"/>
                <a:gd name="connsiteX51" fmla="*/ 270468 w 518842"/>
                <a:gd name="connsiteY51" fmla="*/ 59423 h 670179"/>
                <a:gd name="connsiteX52" fmla="*/ 277785 w 518842"/>
                <a:gd name="connsiteY52" fmla="*/ 70817 h 670179"/>
                <a:gd name="connsiteX53" fmla="*/ 281163 w 518842"/>
                <a:gd name="connsiteY53" fmla="*/ 81226 h 670179"/>
                <a:gd name="connsiteX54" fmla="*/ 283555 w 518842"/>
                <a:gd name="connsiteY54" fmla="*/ 89947 h 670179"/>
                <a:gd name="connsiteX55" fmla="*/ 283555 w 518842"/>
                <a:gd name="connsiteY55" fmla="*/ 93745 h 670179"/>
                <a:gd name="connsiteX56" fmla="*/ 293546 w 518842"/>
                <a:gd name="connsiteY56" fmla="*/ 97542 h 670179"/>
                <a:gd name="connsiteX57" fmla="*/ 304241 w 518842"/>
                <a:gd name="connsiteY57" fmla="*/ 102184 h 670179"/>
                <a:gd name="connsiteX58" fmla="*/ 319580 w 518842"/>
                <a:gd name="connsiteY58" fmla="*/ 97261 h 670179"/>
                <a:gd name="connsiteX59" fmla="*/ 323379 w 518842"/>
                <a:gd name="connsiteY59" fmla="*/ 91635 h 670179"/>
                <a:gd name="connsiteX60" fmla="*/ 346739 w 518842"/>
                <a:gd name="connsiteY60" fmla="*/ 107389 h 670179"/>
                <a:gd name="connsiteX61" fmla="*/ 353212 w 518842"/>
                <a:gd name="connsiteY61" fmla="*/ 99934 h 670179"/>
                <a:gd name="connsiteX62" fmla="*/ 361656 w 518842"/>
                <a:gd name="connsiteY62" fmla="*/ 87415 h 670179"/>
                <a:gd name="connsiteX63" fmla="*/ 369255 w 518842"/>
                <a:gd name="connsiteY63" fmla="*/ 81226 h 670179"/>
                <a:gd name="connsiteX64" fmla="*/ 369255 w 518842"/>
                <a:gd name="connsiteY64" fmla="*/ 60830 h 670179"/>
                <a:gd name="connsiteX65" fmla="*/ 373476 w 518842"/>
                <a:gd name="connsiteY65" fmla="*/ 33682 h 670179"/>
                <a:gd name="connsiteX66" fmla="*/ 386141 w 518842"/>
                <a:gd name="connsiteY66" fmla="*/ 16943 h 670179"/>
                <a:gd name="connsiteX67" fmla="*/ 389519 w 518842"/>
                <a:gd name="connsiteY67" fmla="*/ 9910 h 670179"/>
                <a:gd name="connsiteX68" fmla="*/ 403591 w 518842"/>
                <a:gd name="connsiteY68" fmla="*/ 12020 h 670179"/>
                <a:gd name="connsiteX69" fmla="*/ 418930 w 518842"/>
                <a:gd name="connsiteY69" fmla="*/ 63 h 670179"/>
                <a:gd name="connsiteX70" fmla="*/ 427373 w 518842"/>
                <a:gd name="connsiteY70" fmla="*/ 2877 h 670179"/>
                <a:gd name="connsiteX71" fmla="*/ 435816 w 518842"/>
                <a:gd name="connsiteY71" fmla="*/ 14833 h 670179"/>
                <a:gd name="connsiteX72" fmla="*/ 452281 w 518842"/>
                <a:gd name="connsiteY72" fmla="*/ 24679 h 670179"/>
                <a:gd name="connsiteX73" fmla="*/ 460302 w 518842"/>
                <a:gd name="connsiteY73" fmla="*/ 40293 h 670179"/>
                <a:gd name="connsiteX74" fmla="*/ 456924 w 518842"/>
                <a:gd name="connsiteY74" fmla="*/ 50280 h 670179"/>
                <a:gd name="connsiteX75" fmla="*/ 449607 w 518842"/>
                <a:gd name="connsiteY75" fmla="*/ 62095 h 670179"/>
                <a:gd name="connsiteX76" fmla="*/ 450311 w 518842"/>
                <a:gd name="connsiteY76" fmla="*/ 73067 h 670179"/>
                <a:gd name="connsiteX77" fmla="*/ 444963 w 518842"/>
                <a:gd name="connsiteY77" fmla="*/ 77006 h 670179"/>
                <a:gd name="connsiteX78" fmla="*/ 438490 w 518842"/>
                <a:gd name="connsiteY78" fmla="*/ 83617 h 670179"/>
                <a:gd name="connsiteX79" fmla="*/ 448059 w 518842"/>
                <a:gd name="connsiteY79" fmla="*/ 86993 h 670179"/>
                <a:gd name="connsiteX80" fmla="*/ 443134 w 518842"/>
                <a:gd name="connsiteY80" fmla="*/ 98386 h 670179"/>
                <a:gd name="connsiteX81" fmla="*/ 440460 w 518842"/>
                <a:gd name="connsiteY81" fmla="*/ 115547 h 670179"/>
                <a:gd name="connsiteX82" fmla="*/ 445385 w 518842"/>
                <a:gd name="connsiteY82" fmla="*/ 133552 h 670179"/>
                <a:gd name="connsiteX83" fmla="*/ 462554 w 518842"/>
                <a:gd name="connsiteY83" fmla="*/ 143117 h 670179"/>
                <a:gd name="connsiteX84" fmla="*/ 466353 w 518842"/>
                <a:gd name="connsiteY84" fmla="*/ 155777 h 670179"/>
                <a:gd name="connsiteX85" fmla="*/ 477048 w 518842"/>
                <a:gd name="connsiteY85" fmla="*/ 167592 h 670179"/>
                <a:gd name="connsiteX86" fmla="*/ 477048 w 518842"/>
                <a:gd name="connsiteY86" fmla="*/ 181377 h 670179"/>
                <a:gd name="connsiteX87" fmla="*/ 454532 w 518842"/>
                <a:gd name="connsiteY87" fmla="*/ 214574 h 670179"/>
                <a:gd name="connsiteX88" fmla="*/ 473248 w 518842"/>
                <a:gd name="connsiteY88" fmla="*/ 261133 h 670179"/>
                <a:gd name="connsiteX89" fmla="*/ 480847 w 518842"/>
                <a:gd name="connsiteY89" fmla="*/ 293204 h 670179"/>
                <a:gd name="connsiteX90" fmla="*/ 473248 w 518842"/>
                <a:gd name="connsiteY90" fmla="*/ 296298 h 670179"/>
                <a:gd name="connsiteX91" fmla="*/ 470997 w 518842"/>
                <a:gd name="connsiteY91" fmla="*/ 316554 h 670179"/>
                <a:gd name="connsiteX92" fmla="*/ 469449 w 518842"/>
                <a:gd name="connsiteY92" fmla="*/ 323024 h 670179"/>
                <a:gd name="connsiteX93" fmla="*/ 475500 w 518842"/>
                <a:gd name="connsiteY93" fmla="*/ 328792 h 670179"/>
                <a:gd name="connsiteX94" fmla="*/ 468605 w 518842"/>
                <a:gd name="connsiteY94" fmla="*/ 333433 h 670179"/>
                <a:gd name="connsiteX95" fmla="*/ 469308 w 518842"/>
                <a:gd name="connsiteY95" fmla="*/ 348625 h 670179"/>
                <a:gd name="connsiteX96" fmla="*/ 477751 w 518842"/>
                <a:gd name="connsiteY96" fmla="*/ 350172 h 670179"/>
                <a:gd name="connsiteX97" fmla="*/ 480847 w 518842"/>
                <a:gd name="connsiteY97" fmla="*/ 372256 h 670179"/>
                <a:gd name="connsiteX98" fmla="*/ 488165 w 518842"/>
                <a:gd name="connsiteY98" fmla="*/ 378727 h 670179"/>
                <a:gd name="connsiteX99" fmla="*/ 491261 w 518842"/>
                <a:gd name="connsiteY99" fmla="*/ 391668 h 670179"/>
                <a:gd name="connsiteX100" fmla="*/ 479862 w 518842"/>
                <a:gd name="connsiteY100" fmla="*/ 409954 h 670179"/>
                <a:gd name="connsiteX101" fmla="*/ 494357 w 518842"/>
                <a:gd name="connsiteY101" fmla="*/ 428662 h 670179"/>
                <a:gd name="connsiteX102" fmla="*/ 508147 w 518842"/>
                <a:gd name="connsiteY102" fmla="*/ 438930 h 670179"/>
                <a:gd name="connsiteX103" fmla="*/ 514198 w 518842"/>
                <a:gd name="connsiteY103" fmla="*/ 451871 h 670179"/>
                <a:gd name="connsiteX104" fmla="*/ 518842 w 518842"/>
                <a:gd name="connsiteY104" fmla="*/ 460311 h 670179"/>
                <a:gd name="connsiteX105" fmla="*/ 509273 w 518842"/>
                <a:gd name="connsiteY105" fmla="*/ 480988 h 670179"/>
                <a:gd name="connsiteX106" fmla="*/ 485773 w 518842"/>
                <a:gd name="connsiteY106" fmla="*/ 510387 h 670179"/>
                <a:gd name="connsiteX107" fmla="*/ 463398 w 518842"/>
                <a:gd name="connsiteY107" fmla="*/ 539785 h 670179"/>
                <a:gd name="connsiteX108" fmla="*/ 422166 w 518842"/>
                <a:gd name="connsiteY108" fmla="*/ 586485 h 670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518842" h="670179">
                  <a:moveTo>
                    <a:pt x="0" y="661880"/>
                  </a:moveTo>
                  <a:lnTo>
                    <a:pt x="4925" y="659489"/>
                  </a:lnTo>
                  <a:cubicBezTo>
                    <a:pt x="4925" y="668210"/>
                    <a:pt x="8725" y="670179"/>
                    <a:pt x="8725" y="670179"/>
                  </a:cubicBezTo>
                  <a:cubicBezTo>
                    <a:pt x="14776" y="664834"/>
                    <a:pt x="16042" y="656395"/>
                    <a:pt x="16042" y="656395"/>
                  </a:cubicBezTo>
                  <a:cubicBezTo>
                    <a:pt x="16464" y="647955"/>
                    <a:pt x="12946" y="634592"/>
                    <a:pt x="12946" y="634592"/>
                  </a:cubicBezTo>
                  <a:cubicBezTo>
                    <a:pt x="17590" y="629247"/>
                    <a:pt x="25611" y="622354"/>
                    <a:pt x="25611" y="622354"/>
                  </a:cubicBezTo>
                  <a:cubicBezTo>
                    <a:pt x="35603" y="612789"/>
                    <a:pt x="36728" y="586063"/>
                    <a:pt x="36728" y="586063"/>
                  </a:cubicBezTo>
                  <a:cubicBezTo>
                    <a:pt x="33351" y="579171"/>
                    <a:pt x="28004" y="563135"/>
                    <a:pt x="28004" y="563135"/>
                  </a:cubicBezTo>
                  <a:cubicBezTo>
                    <a:pt x="31099" y="560463"/>
                    <a:pt x="36728" y="560463"/>
                    <a:pt x="36728" y="560463"/>
                  </a:cubicBezTo>
                  <a:cubicBezTo>
                    <a:pt x="42498" y="551320"/>
                    <a:pt x="43201" y="545552"/>
                    <a:pt x="43201" y="545552"/>
                  </a:cubicBezTo>
                  <a:cubicBezTo>
                    <a:pt x="41654" y="540207"/>
                    <a:pt x="26737" y="526422"/>
                    <a:pt x="26737" y="526422"/>
                  </a:cubicBezTo>
                  <a:cubicBezTo>
                    <a:pt x="25611" y="517983"/>
                    <a:pt x="27159" y="491679"/>
                    <a:pt x="27159" y="491679"/>
                  </a:cubicBezTo>
                  <a:cubicBezTo>
                    <a:pt x="25189" y="479863"/>
                    <a:pt x="21671" y="471002"/>
                    <a:pt x="21671" y="471002"/>
                  </a:cubicBezTo>
                  <a:cubicBezTo>
                    <a:pt x="22656" y="461436"/>
                    <a:pt x="24486" y="454544"/>
                    <a:pt x="24486" y="454544"/>
                  </a:cubicBezTo>
                  <a:cubicBezTo>
                    <a:pt x="26033" y="446104"/>
                    <a:pt x="21671" y="437524"/>
                    <a:pt x="21671" y="437524"/>
                  </a:cubicBezTo>
                  <a:cubicBezTo>
                    <a:pt x="24204" y="428943"/>
                    <a:pt x="26878" y="426271"/>
                    <a:pt x="26878" y="426271"/>
                  </a:cubicBezTo>
                  <a:cubicBezTo>
                    <a:pt x="26455" y="422473"/>
                    <a:pt x="25752" y="415018"/>
                    <a:pt x="25752" y="415018"/>
                  </a:cubicBezTo>
                  <a:cubicBezTo>
                    <a:pt x="31803" y="408266"/>
                    <a:pt x="43342" y="391527"/>
                    <a:pt x="43342" y="391527"/>
                  </a:cubicBezTo>
                  <a:cubicBezTo>
                    <a:pt x="46719" y="389980"/>
                    <a:pt x="57414" y="391527"/>
                    <a:pt x="57414" y="391527"/>
                  </a:cubicBezTo>
                  <a:cubicBezTo>
                    <a:pt x="63184" y="393778"/>
                    <a:pt x="68813" y="395325"/>
                    <a:pt x="68813" y="395325"/>
                  </a:cubicBezTo>
                  <a:cubicBezTo>
                    <a:pt x="79086" y="391527"/>
                    <a:pt x="74864" y="369021"/>
                    <a:pt x="74864" y="369021"/>
                  </a:cubicBezTo>
                  <a:cubicBezTo>
                    <a:pt x="69094" y="364098"/>
                    <a:pt x="64169" y="361707"/>
                    <a:pt x="64169" y="361707"/>
                  </a:cubicBezTo>
                  <a:cubicBezTo>
                    <a:pt x="64873" y="357065"/>
                    <a:pt x="85981" y="318101"/>
                    <a:pt x="85981" y="318101"/>
                  </a:cubicBezTo>
                  <a:cubicBezTo>
                    <a:pt x="86684" y="311631"/>
                    <a:pt x="85981" y="264227"/>
                    <a:pt x="85981" y="264227"/>
                  </a:cubicBezTo>
                  <a:cubicBezTo>
                    <a:pt x="90203" y="263805"/>
                    <a:pt x="98224" y="264227"/>
                    <a:pt x="98224" y="264227"/>
                  </a:cubicBezTo>
                  <a:cubicBezTo>
                    <a:pt x="102868" y="261555"/>
                    <a:pt x="110467" y="253537"/>
                    <a:pt x="110467" y="253537"/>
                  </a:cubicBezTo>
                  <a:cubicBezTo>
                    <a:pt x="110889" y="248192"/>
                    <a:pt x="108215" y="239752"/>
                    <a:pt x="108215" y="239752"/>
                  </a:cubicBezTo>
                  <a:cubicBezTo>
                    <a:pt x="111311" y="236658"/>
                    <a:pt x="130308" y="210354"/>
                    <a:pt x="130308" y="210354"/>
                  </a:cubicBezTo>
                  <a:cubicBezTo>
                    <a:pt x="134530" y="206556"/>
                    <a:pt x="134108" y="194740"/>
                    <a:pt x="134108" y="194740"/>
                  </a:cubicBezTo>
                  <a:cubicBezTo>
                    <a:pt x="132138" y="190520"/>
                    <a:pt x="125665" y="181377"/>
                    <a:pt x="125665" y="181377"/>
                  </a:cubicBezTo>
                  <a:cubicBezTo>
                    <a:pt x="126087" y="177579"/>
                    <a:pt x="129886" y="175329"/>
                    <a:pt x="129886" y="175329"/>
                  </a:cubicBezTo>
                  <a:cubicBezTo>
                    <a:pt x="134108" y="173782"/>
                    <a:pt x="136359" y="169562"/>
                    <a:pt x="136359" y="169562"/>
                  </a:cubicBezTo>
                  <a:cubicBezTo>
                    <a:pt x="138611" y="161544"/>
                    <a:pt x="140159" y="151979"/>
                    <a:pt x="140159" y="151979"/>
                  </a:cubicBezTo>
                  <a:cubicBezTo>
                    <a:pt x="143958" y="147337"/>
                    <a:pt x="155498" y="134818"/>
                    <a:pt x="155498" y="134818"/>
                  </a:cubicBezTo>
                  <a:cubicBezTo>
                    <a:pt x="159297" y="134396"/>
                    <a:pt x="169148" y="142414"/>
                    <a:pt x="169148" y="142414"/>
                  </a:cubicBezTo>
                  <a:cubicBezTo>
                    <a:pt x="174073" y="143539"/>
                    <a:pt x="177169" y="131020"/>
                    <a:pt x="177169" y="131020"/>
                  </a:cubicBezTo>
                  <a:cubicBezTo>
                    <a:pt x="178295" y="125675"/>
                    <a:pt x="178717" y="107248"/>
                    <a:pt x="178717" y="107248"/>
                  </a:cubicBezTo>
                  <a:cubicBezTo>
                    <a:pt x="178717" y="104294"/>
                    <a:pt x="184768" y="103169"/>
                    <a:pt x="184768" y="103169"/>
                  </a:cubicBezTo>
                  <a:cubicBezTo>
                    <a:pt x="190537" y="105842"/>
                    <a:pt x="192789" y="107248"/>
                    <a:pt x="192789" y="107248"/>
                  </a:cubicBezTo>
                  <a:cubicBezTo>
                    <a:pt x="198137" y="106967"/>
                    <a:pt x="201232" y="107248"/>
                    <a:pt x="201232" y="107248"/>
                  </a:cubicBezTo>
                  <a:cubicBezTo>
                    <a:pt x="207002" y="110483"/>
                    <a:pt x="221919" y="116954"/>
                    <a:pt x="221919" y="116954"/>
                  </a:cubicBezTo>
                  <a:cubicBezTo>
                    <a:pt x="229518" y="116532"/>
                    <a:pt x="231910" y="108936"/>
                    <a:pt x="231910" y="108936"/>
                  </a:cubicBezTo>
                  <a:cubicBezTo>
                    <a:pt x="232614" y="107811"/>
                    <a:pt x="225015" y="105138"/>
                    <a:pt x="225015" y="105138"/>
                  </a:cubicBezTo>
                  <a:cubicBezTo>
                    <a:pt x="223748" y="104716"/>
                    <a:pt x="235710" y="87977"/>
                    <a:pt x="235710" y="87977"/>
                  </a:cubicBezTo>
                  <a:cubicBezTo>
                    <a:pt x="235710" y="83758"/>
                    <a:pt x="232614" y="77287"/>
                    <a:pt x="232614" y="77287"/>
                  </a:cubicBezTo>
                  <a:cubicBezTo>
                    <a:pt x="230643" y="76162"/>
                    <a:pt x="227688" y="68566"/>
                    <a:pt x="227688" y="68566"/>
                  </a:cubicBezTo>
                  <a:cubicBezTo>
                    <a:pt x="227970" y="67722"/>
                    <a:pt x="239509" y="68566"/>
                    <a:pt x="239509" y="68566"/>
                  </a:cubicBezTo>
                  <a:cubicBezTo>
                    <a:pt x="242605" y="67441"/>
                    <a:pt x="244153" y="64768"/>
                    <a:pt x="244153" y="64768"/>
                  </a:cubicBezTo>
                  <a:cubicBezTo>
                    <a:pt x="243871" y="64065"/>
                    <a:pt x="253862" y="70113"/>
                    <a:pt x="253862" y="70113"/>
                  </a:cubicBezTo>
                  <a:cubicBezTo>
                    <a:pt x="254707" y="70817"/>
                    <a:pt x="252174" y="58720"/>
                    <a:pt x="252174" y="58720"/>
                  </a:cubicBezTo>
                  <a:cubicBezTo>
                    <a:pt x="254425" y="51124"/>
                    <a:pt x="260195" y="50702"/>
                    <a:pt x="260195" y="50702"/>
                  </a:cubicBezTo>
                  <a:cubicBezTo>
                    <a:pt x="264417" y="52249"/>
                    <a:pt x="270468" y="59423"/>
                    <a:pt x="270468" y="59423"/>
                  </a:cubicBezTo>
                  <a:cubicBezTo>
                    <a:pt x="273141" y="66737"/>
                    <a:pt x="277785" y="70817"/>
                    <a:pt x="277785" y="70817"/>
                  </a:cubicBezTo>
                  <a:cubicBezTo>
                    <a:pt x="281163" y="73911"/>
                    <a:pt x="281163" y="81226"/>
                    <a:pt x="281163" y="81226"/>
                  </a:cubicBezTo>
                  <a:cubicBezTo>
                    <a:pt x="282711" y="85727"/>
                    <a:pt x="283555" y="89947"/>
                    <a:pt x="283555" y="89947"/>
                  </a:cubicBezTo>
                  <a:lnTo>
                    <a:pt x="283555" y="93745"/>
                  </a:lnTo>
                  <a:cubicBezTo>
                    <a:pt x="283555" y="97120"/>
                    <a:pt x="293546" y="97542"/>
                    <a:pt x="293546" y="97542"/>
                  </a:cubicBezTo>
                  <a:cubicBezTo>
                    <a:pt x="301145" y="99090"/>
                    <a:pt x="304241" y="102184"/>
                    <a:pt x="304241" y="102184"/>
                  </a:cubicBezTo>
                  <a:cubicBezTo>
                    <a:pt x="310714" y="103732"/>
                    <a:pt x="319580" y="97261"/>
                    <a:pt x="319580" y="97261"/>
                  </a:cubicBezTo>
                  <a:cubicBezTo>
                    <a:pt x="320705" y="93041"/>
                    <a:pt x="323379" y="91635"/>
                    <a:pt x="323379" y="91635"/>
                  </a:cubicBezTo>
                  <a:cubicBezTo>
                    <a:pt x="328023" y="92197"/>
                    <a:pt x="346739" y="107389"/>
                    <a:pt x="346739" y="107389"/>
                  </a:cubicBezTo>
                  <a:cubicBezTo>
                    <a:pt x="350116" y="108233"/>
                    <a:pt x="353212" y="99934"/>
                    <a:pt x="353212" y="99934"/>
                  </a:cubicBezTo>
                  <a:cubicBezTo>
                    <a:pt x="353916" y="91494"/>
                    <a:pt x="361656" y="87415"/>
                    <a:pt x="361656" y="87415"/>
                  </a:cubicBezTo>
                  <a:cubicBezTo>
                    <a:pt x="367425" y="85727"/>
                    <a:pt x="369255" y="81226"/>
                    <a:pt x="369255" y="81226"/>
                  </a:cubicBezTo>
                  <a:cubicBezTo>
                    <a:pt x="371929" y="75740"/>
                    <a:pt x="369255" y="60830"/>
                    <a:pt x="369255" y="60830"/>
                  </a:cubicBezTo>
                  <a:cubicBezTo>
                    <a:pt x="371225" y="48592"/>
                    <a:pt x="373476" y="33682"/>
                    <a:pt x="373476" y="33682"/>
                  </a:cubicBezTo>
                  <a:cubicBezTo>
                    <a:pt x="376854" y="26086"/>
                    <a:pt x="386141" y="16943"/>
                    <a:pt x="386141" y="16943"/>
                  </a:cubicBezTo>
                  <a:cubicBezTo>
                    <a:pt x="388111" y="10332"/>
                    <a:pt x="389519" y="9910"/>
                    <a:pt x="389519" y="9910"/>
                  </a:cubicBezTo>
                  <a:cubicBezTo>
                    <a:pt x="394866" y="9206"/>
                    <a:pt x="403591" y="12020"/>
                    <a:pt x="403591" y="12020"/>
                  </a:cubicBezTo>
                  <a:cubicBezTo>
                    <a:pt x="408939" y="7659"/>
                    <a:pt x="418930" y="63"/>
                    <a:pt x="418930" y="63"/>
                  </a:cubicBezTo>
                  <a:cubicBezTo>
                    <a:pt x="425825" y="-499"/>
                    <a:pt x="427373" y="2877"/>
                    <a:pt x="427373" y="2877"/>
                  </a:cubicBezTo>
                  <a:cubicBezTo>
                    <a:pt x="431595" y="9769"/>
                    <a:pt x="435816" y="14833"/>
                    <a:pt x="435816" y="14833"/>
                  </a:cubicBezTo>
                  <a:cubicBezTo>
                    <a:pt x="440460" y="20037"/>
                    <a:pt x="452281" y="24679"/>
                    <a:pt x="452281" y="24679"/>
                  </a:cubicBezTo>
                  <a:cubicBezTo>
                    <a:pt x="457628" y="28899"/>
                    <a:pt x="460302" y="40293"/>
                    <a:pt x="460302" y="40293"/>
                  </a:cubicBezTo>
                  <a:cubicBezTo>
                    <a:pt x="459598" y="47185"/>
                    <a:pt x="456924" y="50280"/>
                    <a:pt x="456924" y="50280"/>
                  </a:cubicBezTo>
                  <a:cubicBezTo>
                    <a:pt x="452703" y="59845"/>
                    <a:pt x="449607" y="62095"/>
                    <a:pt x="449607" y="62095"/>
                  </a:cubicBezTo>
                  <a:cubicBezTo>
                    <a:pt x="449607" y="68988"/>
                    <a:pt x="450311" y="73067"/>
                    <a:pt x="450311" y="73067"/>
                  </a:cubicBezTo>
                  <a:cubicBezTo>
                    <a:pt x="446933" y="77428"/>
                    <a:pt x="444963" y="77006"/>
                    <a:pt x="444963" y="77006"/>
                  </a:cubicBezTo>
                  <a:cubicBezTo>
                    <a:pt x="441164" y="80382"/>
                    <a:pt x="438490" y="83617"/>
                    <a:pt x="438490" y="83617"/>
                  </a:cubicBezTo>
                  <a:cubicBezTo>
                    <a:pt x="437927" y="84179"/>
                    <a:pt x="448059" y="86993"/>
                    <a:pt x="448059" y="86993"/>
                  </a:cubicBezTo>
                  <a:cubicBezTo>
                    <a:pt x="449466" y="87696"/>
                    <a:pt x="443134" y="98386"/>
                    <a:pt x="443134" y="98386"/>
                  </a:cubicBezTo>
                  <a:cubicBezTo>
                    <a:pt x="440460" y="108373"/>
                    <a:pt x="440460" y="115547"/>
                    <a:pt x="440460" y="115547"/>
                  </a:cubicBezTo>
                  <a:cubicBezTo>
                    <a:pt x="442430" y="128488"/>
                    <a:pt x="445385" y="133552"/>
                    <a:pt x="445385" y="133552"/>
                  </a:cubicBezTo>
                  <a:cubicBezTo>
                    <a:pt x="452703" y="136928"/>
                    <a:pt x="462554" y="143117"/>
                    <a:pt x="462554" y="143117"/>
                  </a:cubicBezTo>
                  <a:cubicBezTo>
                    <a:pt x="464523" y="148462"/>
                    <a:pt x="466353" y="155777"/>
                    <a:pt x="466353" y="155777"/>
                  </a:cubicBezTo>
                  <a:cubicBezTo>
                    <a:pt x="472404" y="164216"/>
                    <a:pt x="477048" y="167592"/>
                    <a:pt x="477048" y="167592"/>
                  </a:cubicBezTo>
                  <a:cubicBezTo>
                    <a:pt x="479018" y="170968"/>
                    <a:pt x="477048" y="181377"/>
                    <a:pt x="477048" y="181377"/>
                  </a:cubicBezTo>
                  <a:cubicBezTo>
                    <a:pt x="466353" y="196287"/>
                    <a:pt x="454532" y="214574"/>
                    <a:pt x="454532" y="214574"/>
                  </a:cubicBezTo>
                  <a:cubicBezTo>
                    <a:pt x="455236" y="224139"/>
                    <a:pt x="473248" y="261133"/>
                    <a:pt x="473248" y="261133"/>
                  </a:cubicBezTo>
                  <a:cubicBezTo>
                    <a:pt x="477470" y="274918"/>
                    <a:pt x="480847" y="293204"/>
                    <a:pt x="480847" y="293204"/>
                  </a:cubicBezTo>
                  <a:cubicBezTo>
                    <a:pt x="479722" y="298549"/>
                    <a:pt x="473248" y="296298"/>
                    <a:pt x="473248" y="296298"/>
                  </a:cubicBezTo>
                  <a:cubicBezTo>
                    <a:pt x="469449" y="301222"/>
                    <a:pt x="470997" y="316554"/>
                    <a:pt x="470997" y="316554"/>
                  </a:cubicBezTo>
                  <a:cubicBezTo>
                    <a:pt x="467901" y="319930"/>
                    <a:pt x="469449" y="323024"/>
                    <a:pt x="469449" y="323024"/>
                  </a:cubicBezTo>
                  <a:cubicBezTo>
                    <a:pt x="473670" y="324994"/>
                    <a:pt x="475500" y="328792"/>
                    <a:pt x="475500" y="328792"/>
                  </a:cubicBezTo>
                  <a:cubicBezTo>
                    <a:pt x="474796" y="332167"/>
                    <a:pt x="468605" y="333433"/>
                    <a:pt x="468605" y="333433"/>
                  </a:cubicBezTo>
                  <a:cubicBezTo>
                    <a:pt x="467479" y="337513"/>
                    <a:pt x="469308" y="348625"/>
                    <a:pt x="469308" y="348625"/>
                  </a:cubicBezTo>
                  <a:cubicBezTo>
                    <a:pt x="474233" y="350172"/>
                    <a:pt x="477751" y="350172"/>
                    <a:pt x="477751" y="350172"/>
                  </a:cubicBezTo>
                  <a:cubicBezTo>
                    <a:pt x="480847" y="358612"/>
                    <a:pt x="480847" y="372256"/>
                    <a:pt x="480847" y="372256"/>
                  </a:cubicBezTo>
                  <a:cubicBezTo>
                    <a:pt x="483943" y="375632"/>
                    <a:pt x="488165" y="378727"/>
                    <a:pt x="488165" y="378727"/>
                  </a:cubicBezTo>
                  <a:cubicBezTo>
                    <a:pt x="491542" y="384072"/>
                    <a:pt x="491261" y="391668"/>
                    <a:pt x="491261" y="391668"/>
                  </a:cubicBezTo>
                  <a:cubicBezTo>
                    <a:pt x="488587" y="401233"/>
                    <a:pt x="479862" y="409954"/>
                    <a:pt x="479862" y="409954"/>
                  </a:cubicBezTo>
                  <a:cubicBezTo>
                    <a:pt x="477188" y="413048"/>
                    <a:pt x="494357" y="428662"/>
                    <a:pt x="494357" y="428662"/>
                  </a:cubicBezTo>
                  <a:cubicBezTo>
                    <a:pt x="502378" y="432882"/>
                    <a:pt x="508147" y="438930"/>
                    <a:pt x="508147" y="438930"/>
                  </a:cubicBezTo>
                  <a:cubicBezTo>
                    <a:pt x="509695" y="446245"/>
                    <a:pt x="514198" y="451871"/>
                    <a:pt x="514198" y="451871"/>
                  </a:cubicBezTo>
                  <a:cubicBezTo>
                    <a:pt x="517576" y="456794"/>
                    <a:pt x="518842" y="460311"/>
                    <a:pt x="518842" y="460311"/>
                  </a:cubicBezTo>
                  <a:cubicBezTo>
                    <a:pt x="516872" y="465656"/>
                    <a:pt x="509273" y="480988"/>
                    <a:pt x="509273" y="480988"/>
                  </a:cubicBezTo>
                  <a:cubicBezTo>
                    <a:pt x="501956" y="491679"/>
                    <a:pt x="485773" y="510387"/>
                    <a:pt x="485773" y="510387"/>
                  </a:cubicBezTo>
                  <a:cubicBezTo>
                    <a:pt x="477611" y="519530"/>
                    <a:pt x="463398" y="539785"/>
                    <a:pt x="463398" y="539785"/>
                  </a:cubicBezTo>
                  <a:cubicBezTo>
                    <a:pt x="448481" y="559619"/>
                    <a:pt x="422166" y="586485"/>
                    <a:pt x="422166" y="586485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399EEA44-3E75-A9C2-8C29-E1AC4706527B}"/>
                </a:ext>
              </a:extLst>
            </p:cNvPr>
            <p:cNvSpPr/>
            <p:nvPr/>
          </p:nvSpPr>
          <p:spPr>
            <a:xfrm>
              <a:off x="6552636" y="2190986"/>
              <a:ext cx="53755" cy="53842"/>
            </a:xfrm>
            <a:custGeom>
              <a:avLst/>
              <a:gdLst>
                <a:gd name="connsiteX0" fmla="*/ 50941 w 53755"/>
                <a:gd name="connsiteY0" fmla="*/ 0 h 53842"/>
                <a:gd name="connsiteX1" fmla="*/ 50941 w 53755"/>
                <a:gd name="connsiteY1" fmla="*/ 4923 h 53842"/>
                <a:gd name="connsiteX2" fmla="*/ 53756 w 53755"/>
                <a:gd name="connsiteY2" fmla="*/ 14770 h 53842"/>
                <a:gd name="connsiteX3" fmla="*/ 40528 w 53755"/>
                <a:gd name="connsiteY3" fmla="*/ 17020 h 53842"/>
                <a:gd name="connsiteX4" fmla="*/ 33633 w 53755"/>
                <a:gd name="connsiteY4" fmla="*/ 10690 h 53842"/>
                <a:gd name="connsiteX5" fmla="*/ 33633 w 53755"/>
                <a:gd name="connsiteY5" fmla="*/ 21943 h 53842"/>
                <a:gd name="connsiteX6" fmla="*/ 22375 w 53755"/>
                <a:gd name="connsiteY6" fmla="*/ 29680 h 53842"/>
                <a:gd name="connsiteX7" fmla="*/ 10835 w 53755"/>
                <a:gd name="connsiteY7" fmla="*/ 34603 h 53842"/>
                <a:gd name="connsiteX8" fmla="*/ 10835 w 53755"/>
                <a:gd name="connsiteY8" fmla="*/ 45293 h 53842"/>
                <a:gd name="connsiteX9" fmla="*/ 5348 w 53755"/>
                <a:gd name="connsiteY9" fmla="*/ 53592 h 53842"/>
                <a:gd name="connsiteX10" fmla="*/ 0 w 53755"/>
                <a:gd name="connsiteY10" fmla="*/ 53592 h 5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755" h="53842">
                  <a:moveTo>
                    <a:pt x="50941" y="0"/>
                  </a:moveTo>
                  <a:lnTo>
                    <a:pt x="50941" y="4923"/>
                  </a:lnTo>
                  <a:cubicBezTo>
                    <a:pt x="53756" y="10128"/>
                    <a:pt x="53756" y="14770"/>
                    <a:pt x="53756" y="14770"/>
                  </a:cubicBezTo>
                  <a:cubicBezTo>
                    <a:pt x="47705" y="17302"/>
                    <a:pt x="40528" y="17020"/>
                    <a:pt x="40528" y="17020"/>
                  </a:cubicBezTo>
                  <a:cubicBezTo>
                    <a:pt x="33492" y="8862"/>
                    <a:pt x="33633" y="10690"/>
                    <a:pt x="33633" y="10690"/>
                  </a:cubicBezTo>
                  <a:lnTo>
                    <a:pt x="33633" y="21943"/>
                  </a:lnTo>
                  <a:cubicBezTo>
                    <a:pt x="28426" y="26585"/>
                    <a:pt x="22375" y="29680"/>
                    <a:pt x="22375" y="29680"/>
                  </a:cubicBezTo>
                  <a:cubicBezTo>
                    <a:pt x="14917" y="33196"/>
                    <a:pt x="10835" y="34603"/>
                    <a:pt x="10835" y="34603"/>
                  </a:cubicBezTo>
                  <a:cubicBezTo>
                    <a:pt x="10554" y="39245"/>
                    <a:pt x="10835" y="45293"/>
                    <a:pt x="10835" y="45293"/>
                  </a:cubicBezTo>
                  <a:cubicBezTo>
                    <a:pt x="9710" y="50498"/>
                    <a:pt x="5348" y="53592"/>
                    <a:pt x="5348" y="53592"/>
                  </a:cubicBezTo>
                  <a:cubicBezTo>
                    <a:pt x="2533" y="54155"/>
                    <a:pt x="0" y="53592"/>
                    <a:pt x="0" y="53592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8F149167-83D3-28F9-7BF8-166323698876}"/>
                </a:ext>
              </a:extLst>
            </p:cNvPr>
            <p:cNvSpPr/>
            <p:nvPr/>
          </p:nvSpPr>
          <p:spPr>
            <a:xfrm>
              <a:off x="6348307" y="2234029"/>
              <a:ext cx="85277" cy="225200"/>
            </a:xfrm>
            <a:custGeom>
              <a:avLst/>
              <a:gdLst>
                <a:gd name="connsiteX0" fmla="*/ 0 w 85277"/>
                <a:gd name="connsiteY0" fmla="*/ 0 h 225200"/>
                <a:gd name="connsiteX1" fmla="*/ 3096 w 85277"/>
                <a:gd name="connsiteY1" fmla="*/ 10690 h 225200"/>
                <a:gd name="connsiteX2" fmla="*/ 17449 w 85277"/>
                <a:gd name="connsiteY2" fmla="*/ 23209 h 225200"/>
                <a:gd name="connsiteX3" fmla="*/ 18997 w 85277"/>
                <a:gd name="connsiteY3" fmla="*/ 30383 h 225200"/>
                <a:gd name="connsiteX4" fmla="*/ 18997 w 85277"/>
                <a:gd name="connsiteY4" fmla="*/ 30383 h 225200"/>
                <a:gd name="connsiteX5" fmla="*/ 37010 w 85277"/>
                <a:gd name="connsiteY5" fmla="*/ 46841 h 225200"/>
                <a:gd name="connsiteX6" fmla="*/ 46157 w 85277"/>
                <a:gd name="connsiteY6" fmla="*/ 53170 h 225200"/>
                <a:gd name="connsiteX7" fmla="*/ 59525 w 85277"/>
                <a:gd name="connsiteY7" fmla="*/ 66252 h 225200"/>
                <a:gd name="connsiteX8" fmla="*/ 69939 w 85277"/>
                <a:gd name="connsiteY8" fmla="*/ 81444 h 225200"/>
                <a:gd name="connsiteX9" fmla="*/ 69939 w 85277"/>
                <a:gd name="connsiteY9" fmla="*/ 99026 h 225200"/>
                <a:gd name="connsiteX10" fmla="*/ 69939 w 85277"/>
                <a:gd name="connsiteY10" fmla="*/ 119282 h 225200"/>
                <a:gd name="connsiteX11" fmla="*/ 74442 w 85277"/>
                <a:gd name="connsiteY11" fmla="*/ 126737 h 225200"/>
                <a:gd name="connsiteX12" fmla="*/ 69939 w 85277"/>
                <a:gd name="connsiteY12" fmla="*/ 137849 h 225200"/>
                <a:gd name="connsiteX13" fmla="*/ 81337 w 85277"/>
                <a:gd name="connsiteY13" fmla="*/ 156417 h 225200"/>
                <a:gd name="connsiteX14" fmla="*/ 73316 w 85277"/>
                <a:gd name="connsiteY14" fmla="*/ 188347 h 225200"/>
                <a:gd name="connsiteX15" fmla="*/ 77538 w 85277"/>
                <a:gd name="connsiteY15" fmla="*/ 199037 h 225200"/>
                <a:gd name="connsiteX16" fmla="*/ 85278 w 85277"/>
                <a:gd name="connsiteY16" fmla="*/ 225201 h 22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77" h="225200">
                  <a:moveTo>
                    <a:pt x="0" y="0"/>
                  </a:moveTo>
                  <a:lnTo>
                    <a:pt x="3096" y="10690"/>
                  </a:lnTo>
                  <a:cubicBezTo>
                    <a:pt x="6754" y="17723"/>
                    <a:pt x="17449" y="23209"/>
                    <a:pt x="17449" y="23209"/>
                  </a:cubicBezTo>
                  <a:lnTo>
                    <a:pt x="18997" y="30383"/>
                  </a:lnTo>
                  <a:cubicBezTo>
                    <a:pt x="18997" y="30383"/>
                    <a:pt x="12102" y="25601"/>
                    <a:pt x="18997" y="30383"/>
                  </a:cubicBezTo>
                  <a:cubicBezTo>
                    <a:pt x="25893" y="35166"/>
                    <a:pt x="37010" y="46841"/>
                    <a:pt x="37010" y="46841"/>
                  </a:cubicBezTo>
                  <a:cubicBezTo>
                    <a:pt x="37010" y="50498"/>
                    <a:pt x="46157" y="53170"/>
                    <a:pt x="46157" y="53170"/>
                  </a:cubicBezTo>
                  <a:cubicBezTo>
                    <a:pt x="56289" y="60063"/>
                    <a:pt x="59525" y="66252"/>
                    <a:pt x="59525" y="66252"/>
                  </a:cubicBezTo>
                  <a:cubicBezTo>
                    <a:pt x="61636" y="73988"/>
                    <a:pt x="69939" y="81444"/>
                    <a:pt x="69939" y="81444"/>
                  </a:cubicBezTo>
                  <a:cubicBezTo>
                    <a:pt x="74442" y="88899"/>
                    <a:pt x="69939" y="99026"/>
                    <a:pt x="69939" y="99026"/>
                  </a:cubicBezTo>
                  <a:cubicBezTo>
                    <a:pt x="67406" y="112389"/>
                    <a:pt x="69939" y="119282"/>
                    <a:pt x="69939" y="119282"/>
                  </a:cubicBezTo>
                  <a:cubicBezTo>
                    <a:pt x="73879" y="121392"/>
                    <a:pt x="74442" y="126737"/>
                    <a:pt x="74442" y="126737"/>
                  </a:cubicBezTo>
                  <a:cubicBezTo>
                    <a:pt x="71205" y="135177"/>
                    <a:pt x="69939" y="137849"/>
                    <a:pt x="69939" y="137849"/>
                  </a:cubicBezTo>
                  <a:cubicBezTo>
                    <a:pt x="77538" y="149524"/>
                    <a:pt x="81337" y="156417"/>
                    <a:pt x="81337" y="156417"/>
                  </a:cubicBezTo>
                  <a:cubicBezTo>
                    <a:pt x="79789" y="163872"/>
                    <a:pt x="73316" y="188347"/>
                    <a:pt x="73316" y="188347"/>
                  </a:cubicBezTo>
                  <a:cubicBezTo>
                    <a:pt x="74864" y="195240"/>
                    <a:pt x="77538" y="199037"/>
                    <a:pt x="77538" y="199037"/>
                  </a:cubicBezTo>
                  <a:cubicBezTo>
                    <a:pt x="83448" y="209728"/>
                    <a:pt x="85278" y="225201"/>
                    <a:pt x="85278" y="225201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E07A812F-A4D8-876D-FF36-02C7D1030779}"/>
                </a:ext>
              </a:extLst>
            </p:cNvPr>
            <p:cNvSpPr/>
            <p:nvPr/>
          </p:nvSpPr>
          <p:spPr>
            <a:xfrm>
              <a:off x="6833658" y="3458215"/>
              <a:ext cx="215023" cy="80802"/>
            </a:xfrm>
            <a:custGeom>
              <a:avLst/>
              <a:gdLst>
                <a:gd name="connsiteX0" fmla="*/ 0 w 215023"/>
                <a:gd name="connsiteY0" fmla="*/ 10972 h 80802"/>
                <a:gd name="connsiteX1" fmla="*/ 7740 w 215023"/>
                <a:gd name="connsiteY1" fmla="*/ 0 h 80802"/>
                <a:gd name="connsiteX2" fmla="*/ 51927 w 215023"/>
                <a:gd name="connsiteY2" fmla="*/ 15332 h 80802"/>
                <a:gd name="connsiteX3" fmla="*/ 75427 w 215023"/>
                <a:gd name="connsiteY3" fmla="*/ 15332 h 80802"/>
                <a:gd name="connsiteX4" fmla="*/ 98928 w 215023"/>
                <a:gd name="connsiteY4" fmla="*/ 31649 h 80802"/>
                <a:gd name="connsiteX5" fmla="*/ 124539 w 215023"/>
                <a:gd name="connsiteY5" fmla="*/ 31649 h 80802"/>
                <a:gd name="connsiteX6" fmla="*/ 144521 w 215023"/>
                <a:gd name="connsiteY6" fmla="*/ 40933 h 80802"/>
                <a:gd name="connsiteX7" fmla="*/ 156624 w 215023"/>
                <a:gd name="connsiteY7" fmla="*/ 54436 h 80802"/>
                <a:gd name="connsiteX8" fmla="*/ 183642 w 215023"/>
                <a:gd name="connsiteY8" fmla="*/ 65689 h 80802"/>
                <a:gd name="connsiteX9" fmla="*/ 190819 w 215023"/>
                <a:gd name="connsiteY9" fmla="*/ 77927 h 80802"/>
                <a:gd name="connsiteX10" fmla="*/ 205736 w 215023"/>
                <a:gd name="connsiteY10" fmla="*/ 77927 h 80802"/>
                <a:gd name="connsiteX11" fmla="*/ 215023 w 215023"/>
                <a:gd name="connsiteY11" fmla="*/ 65689 h 8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5023" h="80802">
                  <a:moveTo>
                    <a:pt x="0" y="10972"/>
                  </a:moveTo>
                  <a:lnTo>
                    <a:pt x="7740" y="0"/>
                  </a:lnTo>
                  <a:cubicBezTo>
                    <a:pt x="27019" y="3235"/>
                    <a:pt x="51927" y="15332"/>
                    <a:pt x="51927" y="15332"/>
                  </a:cubicBezTo>
                  <a:cubicBezTo>
                    <a:pt x="68250" y="16739"/>
                    <a:pt x="75427" y="15332"/>
                    <a:pt x="75427" y="15332"/>
                  </a:cubicBezTo>
                  <a:cubicBezTo>
                    <a:pt x="93158" y="27429"/>
                    <a:pt x="98928" y="31649"/>
                    <a:pt x="98928" y="31649"/>
                  </a:cubicBezTo>
                  <a:cubicBezTo>
                    <a:pt x="118066" y="36572"/>
                    <a:pt x="124539" y="31649"/>
                    <a:pt x="124539" y="31649"/>
                  </a:cubicBezTo>
                  <a:cubicBezTo>
                    <a:pt x="140159" y="35869"/>
                    <a:pt x="144521" y="40933"/>
                    <a:pt x="144521" y="40933"/>
                  </a:cubicBezTo>
                  <a:cubicBezTo>
                    <a:pt x="150151" y="53030"/>
                    <a:pt x="156624" y="54436"/>
                    <a:pt x="156624" y="54436"/>
                  </a:cubicBezTo>
                  <a:cubicBezTo>
                    <a:pt x="178717" y="62313"/>
                    <a:pt x="183642" y="65689"/>
                    <a:pt x="183642" y="65689"/>
                  </a:cubicBezTo>
                  <a:lnTo>
                    <a:pt x="190819" y="77927"/>
                  </a:lnTo>
                  <a:cubicBezTo>
                    <a:pt x="195041" y="84398"/>
                    <a:pt x="205736" y="77927"/>
                    <a:pt x="205736" y="77927"/>
                  </a:cubicBezTo>
                  <a:cubicBezTo>
                    <a:pt x="209254" y="71597"/>
                    <a:pt x="215023" y="65689"/>
                    <a:pt x="215023" y="65689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3BADFA8E-F3E1-9846-D7EA-0EA7B04EFCAA}"/>
                </a:ext>
              </a:extLst>
            </p:cNvPr>
            <p:cNvSpPr/>
            <p:nvPr/>
          </p:nvSpPr>
          <p:spPr>
            <a:xfrm>
              <a:off x="6876297" y="3530937"/>
              <a:ext cx="92876" cy="88195"/>
            </a:xfrm>
            <a:custGeom>
              <a:avLst/>
              <a:gdLst>
                <a:gd name="connsiteX0" fmla="*/ 0 w 92876"/>
                <a:gd name="connsiteY0" fmla="*/ 0 h 88195"/>
                <a:gd name="connsiteX1" fmla="*/ 22093 w 92876"/>
                <a:gd name="connsiteY1" fmla="*/ 0 h 88195"/>
                <a:gd name="connsiteX2" fmla="*/ 49816 w 92876"/>
                <a:gd name="connsiteY2" fmla="*/ 12660 h 88195"/>
                <a:gd name="connsiteX3" fmla="*/ 49816 w 92876"/>
                <a:gd name="connsiteY3" fmla="*/ 36291 h 88195"/>
                <a:gd name="connsiteX4" fmla="*/ 61918 w 92876"/>
                <a:gd name="connsiteY4" fmla="*/ 50357 h 88195"/>
                <a:gd name="connsiteX5" fmla="*/ 81900 w 92876"/>
                <a:gd name="connsiteY5" fmla="*/ 58234 h 88195"/>
                <a:gd name="connsiteX6" fmla="*/ 92877 w 92876"/>
                <a:gd name="connsiteY6" fmla="*/ 88195 h 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876" h="88195">
                  <a:moveTo>
                    <a:pt x="0" y="0"/>
                  </a:moveTo>
                  <a:lnTo>
                    <a:pt x="22093" y="0"/>
                  </a:lnTo>
                  <a:cubicBezTo>
                    <a:pt x="33492" y="4923"/>
                    <a:pt x="49816" y="12660"/>
                    <a:pt x="49816" y="12660"/>
                  </a:cubicBezTo>
                  <a:cubicBezTo>
                    <a:pt x="51927" y="27711"/>
                    <a:pt x="49816" y="36291"/>
                    <a:pt x="49816" y="36291"/>
                  </a:cubicBezTo>
                  <a:cubicBezTo>
                    <a:pt x="55445" y="48388"/>
                    <a:pt x="61918" y="50357"/>
                    <a:pt x="61918" y="50357"/>
                  </a:cubicBezTo>
                  <a:cubicBezTo>
                    <a:pt x="76131" y="52608"/>
                    <a:pt x="81900" y="58234"/>
                    <a:pt x="81900" y="58234"/>
                  </a:cubicBezTo>
                  <a:cubicBezTo>
                    <a:pt x="89077" y="73144"/>
                    <a:pt x="92877" y="88195"/>
                    <a:pt x="92877" y="88195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2EA01385-44E5-12C1-AA7D-23BF1B958A1E}"/>
                </a:ext>
              </a:extLst>
            </p:cNvPr>
            <p:cNvSpPr/>
            <p:nvPr/>
          </p:nvSpPr>
          <p:spPr>
            <a:xfrm>
              <a:off x="6926112" y="3541784"/>
              <a:ext cx="72582" cy="77489"/>
            </a:xfrm>
            <a:custGeom>
              <a:avLst/>
              <a:gdLst>
                <a:gd name="connsiteX0" fmla="*/ 0 w 72582"/>
                <a:gd name="connsiteY0" fmla="*/ 1813 h 77489"/>
                <a:gd name="connsiteX1" fmla="*/ 23500 w 72582"/>
                <a:gd name="connsiteY1" fmla="*/ 1813 h 77489"/>
                <a:gd name="connsiteX2" fmla="*/ 43061 w 72582"/>
                <a:gd name="connsiteY2" fmla="*/ 1813 h 77489"/>
                <a:gd name="connsiteX3" fmla="*/ 51927 w 72582"/>
                <a:gd name="connsiteY3" fmla="*/ 21787 h 77489"/>
                <a:gd name="connsiteX4" fmla="*/ 58259 w 72582"/>
                <a:gd name="connsiteY4" fmla="*/ 39651 h 77489"/>
                <a:gd name="connsiteX5" fmla="*/ 71768 w 72582"/>
                <a:gd name="connsiteY5" fmla="*/ 56109 h 77489"/>
                <a:gd name="connsiteX6" fmla="*/ 72331 w 72582"/>
                <a:gd name="connsiteY6" fmla="*/ 77489 h 7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582" h="77489">
                  <a:moveTo>
                    <a:pt x="0" y="1813"/>
                  </a:moveTo>
                  <a:lnTo>
                    <a:pt x="23500" y="1813"/>
                  </a:lnTo>
                  <a:cubicBezTo>
                    <a:pt x="32085" y="-2266"/>
                    <a:pt x="43061" y="1813"/>
                    <a:pt x="43061" y="1813"/>
                  </a:cubicBezTo>
                  <a:lnTo>
                    <a:pt x="51927" y="21787"/>
                  </a:lnTo>
                  <a:cubicBezTo>
                    <a:pt x="54037" y="34728"/>
                    <a:pt x="58259" y="39651"/>
                    <a:pt x="58259" y="39651"/>
                  </a:cubicBezTo>
                  <a:cubicBezTo>
                    <a:pt x="68250" y="49076"/>
                    <a:pt x="71768" y="56109"/>
                    <a:pt x="71768" y="56109"/>
                  </a:cubicBezTo>
                  <a:cubicBezTo>
                    <a:pt x="73175" y="63283"/>
                    <a:pt x="72331" y="77489"/>
                    <a:pt x="72331" y="77489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48AB8F43-40B2-6BED-0D56-6C30D202BA94}"/>
                </a:ext>
              </a:extLst>
            </p:cNvPr>
            <p:cNvSpPr/>
            <p:nvPr/>
          </p:nvSpPr>
          <p:spPr>
            <a:xfrm>
              <a:off x="6962419" y="3514761"/>
              <a:ext cx="39261" cy="27007"/>
            </a:xfrm>
            <a:custGeom>
              <a:avLst/>
              <a:gdLst>
                <a:gd name="connsiteX0" fmla="*/ 34055 w 39261"/>
                <a:gd name="connsiteY0" fmla="*/ 0 h 27007"/>
                <a:gd name="connsiteX1" fmla="*/ 34055 w 39261"/>
                <a:gd name="connsiteY1" fmla="*/ 9284 h 27007"/>
                <a:gd name="connsiteX2" fmla="*/ 39262 w 39261"/>
                <a:gd name="connsiteY2" fmla="*/ 23913 h 27007"/>
                <a:gd name="connsiteX3" fmla="*/ 22516 w 39261"/>
                <a:gd name="connsiteY3" fmla="*/ 21099 h 27007"/>
                <a:gd name="connsiteX4" fmla="*/ 8303 w 39261"/>
                <a:gd name="connsiteY4" fmla="*/ 19271 h 27007"/>
                <a:gd name="connsiteX5" fmla="*/ 0 w 39261"/>
                <a:gd name="connsiteY5" fmla="*/ 27007 h 2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261" h="27007">
                  <a:moveTo>
                    <a:pt x="34055" y="0"/>
                  </a:moveTo>
                  <a:lnTo>
                    <a:pt x="34055" y="9284"/>
                  </a:lnTo>
                  <a:cubicBezTo>
                    <a:pt x="35744" y="16739"/>
                    <a:pt x="39262" y="23913"/>
                    <a:pt x="39262" y="23913"/>
                  </a:cubicBezTo>
                  <a:cubicBezTo>
                    <a:pt x="34336" y="28554"/>
                    <a:pt x="22516" y="21099"/>
                    <a:pt x="22516" y="21099"/>
                  </a:cubicBezTo>
                  <a:cubicBezTo>
                    <a:pt x="11117" y="18989"/>
                    <a:pt x="8303" y="19271"/>
                    <a:pt x="8303" y="19271"/>
                  </a:cubicBezTo>
                  <a:cubicBezTo>
                    <a:pt x="4081" y="21099"/>
                    <a:pt x="0" y="27007"/>
                    <a:pt x="0" y="27007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28CFC3AE-5729-36D5-387B-3F7778401F66}"/>
                </a:ext>
              </a:extLst>
            </p:cNvPr>
            <p:cNvSpPr/>
            <p:nvPr/>
          </p:nvSpPr>
          <p:spPr>
            <a:xfrm>
              <a:off x="6959041" y="3591422"/>
              <a:ext cx="37572" cy="26866"/>
            </a:xfrm>
            <a:custGeom>
              <a:avLst/>
              <a:gdLst>
                <a:gd name="connsiteX0" fmla="*/ 0 w 37572"/>
                <a:gd name="connsiteY0" fmla="*/ 0 h 26866"/>
                <a:gd name="connsiteX1" fmla="*/ 11398 w 37572"/>
                <a:gd name="connsiteY1" fmla="*/ 0 h 26866"/>
                <a:gd name="connsiteX2" fmla="*/ 23078 w 37572"/>
                <a:gd name="connsiteY2" fmla="*/ 11534 h 26866"/>
                <a:gd name="connsiteX3" fmla="*/ 29130 w 37572"/>
                <a:gd name="connsiteY3" fmla="*/ 21240 h 26866"/>
                <a:gd name="connsiteX4" fmla="*/ 37573 w 37572"/>
                <a:gd name="connsiteY4" fmla="*/ 26867 h 26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72" h="26866">
                  <a:moveTo>
                    <a:pt x="0" y="0"/>
                  </a:moveTo>
                  <a:lnTo>
                    <a:pt x="11398" y="0"/>
                  </a:lnTo>
                  <a:cubicBezTo>
                    <a:pt x="18998" y="5486"/>
                    <a:pt x="23078" y="11534"/>
                    <a:pt x="23078" y="11534"/>
                  </a:cubicBezTo>
                  <a:cubicBezTo>
                    <a:pt x="29974" y="16739"/>
                    <a:pt x="29130" y="21240"/>
                    <a:pt x="29130" y="21240"/>
                  </a:cubicBezTo>
                  <a:lnTo>
                    <a:pt x="37573" y="26867"/>
                  </a:ln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D02EC662-AAE8-6171-7765-B8572F9B900E}"/>
                </a:ext>
              </a:extLst>
            </p:cNvPr>
            <p:cNvSpPr/>
            <p:nvPr/>
          </p:nvSpPr>
          <p:spPr>
            <a:xfrm>
              <a:off x="6063908" y="3260302"/>
              <a:ext cx="98787" cy="60906"/>
            </a:xfrm>
            <a:custGeom>
              <a:avLst/>
              <a:gdLst>
                <a:gd name="connsiteX0" fmla="*/ 98787 w 98787"/>
                <a:gd name="connsiteY0" fmla="*/ 0 h 60906"/>
                <a:gd name="connsiteX1" fmla="*/ 98787 w 98787"/>
                <a:gd name="connsiteY1" fmla="*/ 11394 h 60906"/>
                <a:gd name="connsiteX2" fmla="*/ 89922 w 98787"/>
                <a:gd name="connsiteY2" fmla="*/ 11394 h 60906"/>
                <a:gd name="connsiteX3" fmla="*/ 87107 w 98787"/>
                <a:gd name="connsiteY3" fmla="*/ 18708 h 60906"/>
                <a:gd name="connsiteX4" fmla="*/ 77960 w 98787"/>
                <a:gd name="connsiteY4" fmla="*/ 25601 h 60906"/>
                <a:gd name="connsiteX5" fmla="*/ 77960 w 98787"/>
                <a:gd name="connsiteY5" fmla="*/ 35306 h 60906"/>
                <a:gd name="connsiteX6" fmla="*/ 84715 w 98787"/>
                <a:gd name="connsiteY6" fmla="*/ 46137 h 60906"/>
                <a:gd name="connsiteX7" fmla="*/ 76694 w 98787"/>
                <a:gd name="connsiteY7" fmla="*/ 46137 h 60906"/>
                <a:gd name="connsiteX8" fmla="*/ 64451 w 98787"/>
                <a:gd name="connsiteY8" fmla="*/ 45575 h 60906"/>
                <a:gd name="connsiteX9" fmla="*/ 41232 w 98787"/>
                <a:gd name="connsiteY9" fmla="*/ 56546 h 60906"/>
                <a:gd name="connsiteX10" fmla="*/ 27019 w 98787"/>
                <a:gd name="connsiteY10" fmla="*/ 50779 h 60906"/>
                <a:gd name="connsiteX11" fmla="*/ 17872 w 98787"/>
                <a:gd name="connsiteY11" fmla="*/ 56546 h 60906"/>
                <a:gd name="connsiteX12" fmla="*/ 14072 w 98787"/>
                <a:gd name="connsiteY12" fmla="*/ 60907 h 60906"/>
                <a:gd name="connsiteX13" fmla="*/ 2111 w 98787"/>
                <a:gd name="connsiteY13" fmla="*/ 50779 h 60906"/>
                <a:gd name="connsiteX14" fmla="*/ 0 w 98787"/>
                <a:gd name="connsiteY14" fmla="*/ 54859 h 60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8787" h="60906">
                  <a:moveTo>
                    <a:pt x="98787" y="0"/>
                  </a:moveTo>
                  <a:lnTo>
                    <a:pt x="98787" y="11394"/>
                  </a:lnTo>
                  <a:cubicBezTo>
                    <a:pt x="94425" y="13082"/>
                    <a:pt x="89922" y="11394"/>
                    <a:pt x="89922" y="11394"/>
                  </a:cubicBezTo>
                  <a:cubicBezTo>
                    <a:pt x="88233" y="14207"/>
                    <a:pt x="87107" y="18708"/>
                    <a:pt x="87107" y="18708"/>
                  </a:cubicBezTo>
                  <a:cubicBezTo>
                    <a:pt x="84293" y="22647"/>
                    <a:pt x="77960" y="25601"/>
                    <a:pt x="77960" y="25601"/>
                  </a:cubicBezTo>
                  <a:cubicBezTo>
                    <a:pt x="75146" y="30102"/>
                    <a:pt x="77960" y="35306"/>
                    <a:pt x="77960" y="35306"/>
                  </a:cubicBezTo>
                  <a:cubicBezTo>
                    <a:pt x="83589" y="39245"/>
                    <a:pt x="84715" y="46137"/>
                    <a:pt x="84715" y="46137"/>
                  </a:cubicBezTo>
                  <a:cubicBezTo>
                    <a:pt x="84152" y="50076"/>
                    <a:pt x="76694" y="46137"/>
                    <a:pt x="76694" y="46137"/>
                  </a:cubicBezTo>
                  <a:cubicBezTo>
                    <a:pt x="70080" y="47263"/>
                    <a:pt x="64451" y="45575"/>
                    <a:pt x="64451" y="45575"/>
                  </a:cubicBezTo>
                  <a:cubicBezTo>
                    <a:pt x="61496" y="47263"/>
                    <a:pt x="41232" y="56546"/>
                    <a:pt x="41232" y="56546"/>
                  </a:cubicBezTo>
                  <a:cubicBezTo>
                    <a:pt x="34336" y="58094"/>
                    <a:pt x="27019" y="50779"/>
                    <a:pt x="27019" y="50779"/>
                  </a:cubicBezTo>
                  <a:cubicBezTo>
                    <a:pt x="21390" y="53030"/>
                    <a:pt x="17872" y="56546"/>
                    <a:pt x="17872" y="56546"/>
                  </a:cubicBezTo>
                  <a:cubicBezTo>
                    <a:pt x="15620" y="59219"/>
                    <a:pt x="14072" y="60907"/>
                    <a:pt x="14072" y="60907"/>
                  </a:cubicBezTo>
                  <a:cubicBezTo>
                    <a:pt x="7740" y="55280"/>
                    <a:pt x="2111" y="50779"/>
                    <a:pt x="2111" y="50779"/>
                  </a:cubicBezTo>
                  <a:lnTo>
                    <a:pt x="0" y="54859"/>
                  </a:ln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89C7DA51-25F6-5199-406C-F8F5CB03E4E8}"/>
                </a:ext>
              </a:extLst>
            </p:cNvPr>
            <p:cNvSpPr/>
            <p:nvPr/>
          </p:nvSpPr>
          <p:spPr>
            <a:xfrm>
              <a:off x="6236011" y="3275775"/>
              <a:ext cx="3236" cy="35025"/>
            </a:xfrm>
            <a:custGeom>
              <a:avLst/>
              <a:gdLst>
                <a:gd name="connsiteX0" fmla="*/ 3096 w 3236"/>
                <a:gd name="connsiteY0" fmla="*/ 0 h 35025"/>
                <a:gd name="connsiteX1" fmla="*/ 0 w 3236"/>
                <a:gd name="connsiteY1" fmla="*/ 9987 h 35025"/>
                <a:gd name="connsiteX2" fmla="*/ 3237 w 3236"/>
                <a:gd name="connsiteY2" fmla="*/ 35025 h 35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36" h="35025">
                  <a:moveTo>
                    <a:pt x="3096" y="0"/>
                  </a:moveTo>
                  <a:lnTo>
                    <a:pt x="0" y="9987"/>
                  </a:lnTo>
                  <a:cubicBezTo>
                    <a:pt x="703" y="17864"/>
                    <a:pt x="3237" y="35025"/>
                    <a:pt x="3237" y="35025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9" name="Graphic 4">
            <a:extLst>
              <a:ext uri="{FF2B5EF4-FFF2-40B4-BE49-F238E27FC236}">
                <a16:creationId xmlns:a16="http://schemas.microsoft.com/office/drawing/2014/main" id="{1223AA72-A2B3-BF80-4B68-6D548EECD36D}"/>
              </a:ext>
            </a:extLst>
          </p:cNvPr>
          <p:cNvGrpSpPr/>
          <p:nvPr/>
        </p:nvGrpSpPr>
        <p:grpSpPr>
          <a:xfrm>
            <a:off x="3526266" y="4160824"/>
            <a:ext cx="1008555" cy="2227228"/>
            <a:chOff x="3526266" y="4160824"/>
            <a:chExt cx="1008555" cy="2227228"/>
          </a:xfrm>
          <a:noFill/>
        </p:grpSpPr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2A2BF6F6-A8CB-F1A5-4795-323C4E243CB4}"/>
                </a:ext>
              </a:extLst>
            </p:cNvPr>
            <p:cNvSpPr/>
            <p:nvPr/>
          </p:nvSpPr>
          <p:spPr>
            <a:xfrm>
              <a:off x="3526266" y="4187831"/>
              <a:ext cx="108356" cy="99307"/>
            </a:xfrm>
            <a:custGeom>
              <a:avLst/>
              <a:gdLst>
                <a:gd name="connsiteX0" fmla="*/ 0 w 108356"/>
                <a:gd name="connsiteY0" fmla="*/ 99308 h 99307"/>
                <a:gd name="connsiteX1" fmla="*/ 0 w 108356"/>
                <a:gd name="connsiteY1" fmla="*/ 79474 h 99307"/>
                <a:gd name="connsiteX2" fmla="*/ 12665 w 108356"/>
                <a:gd name="connsiteY2" fmla="*/ 65408 h 99307"/>
                <a:gd name="connsiteX3" fmla="*/ 39824 w 108356"/>
                <a:gd name="connsiteY3" fmla="*/ 61188 h 99307"/>
                <a:gd name="connsiteX4" fmla="*/ 37995 w 108356"/>
                <a:gd name="connsiteY4" fmla="*/ 50498 h 99307"/>
                <a:gd name="connsiteX5" fmla="*/ 26174 w 108356"/>
                <a:gd name="connsiteY5" fmla="*/ 42340 h 99307"/>
                <a:gd name="connsiteX6" fmla="*/ 20405 w 108356"/>
                <a:gd name="connsiteY6" fmla="*/ 31930 h 99307"/>
                <a:gd name="connsiteX7" fmla="*/ 32788 w 108356"/>
                <a:gd name="connsiteY7" fmla="*/ 31930 h 99307"/>
                <a:gd name="connsiteX8" fmla="*/ 32788 w 108356"/>
                <a:gd name="connsiteY8" fmla="*/ 15754 h 99307"/>
                <a:gd name="connsiteX9" fmla="*/ 77397 w 108356"/>
                <a:gd name="connsiteY9" fmla="*/ 17864 h 99307"/>
                <a:gd name="connsiteX10" fmla="*/ 84855 w 108356"/>
                <a:gd name="connsiteY10" fmla="*/ 10409 h 99307"/>
                <a:gd name="connsiteX11" fmla="*/ 98083 w 108356"/>
                <a:gd name="connsiteY11" fmla="*/ 2813 h 99307"/>
                <a:gd name="connsiteX12" fmla="*/ 108356 w 108356"/>
                <a:gd name="connsiteY12" fmla="*/ 0 h 99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356" h="99307">
                  <a:moveTo>
                    <a:pt x="0" y="99308"/>
                  </a:moveTo>
                  <a:lnTo>
                    <a:pt x="0" y="79474"/>
                  </a:lnTo>
                  <a:cubicBezTo>
                    <a:pt x="1829" y="70050"/>
                    <a:pt x="12665" y="65408"/>
                    <a:pt x="12665" y="65408"/>
                  </a:cubicBezTo>
                  <a:cubicBezTo>
                    <a:pt x="26737" y="63017"/>
                    <a:pt x="39824" y="61188"/>
                    <a:pt x="39824" y="61188"/>
                  </a:cubicBezTo>
                  <a:cubicBezTo>
                    <a:pt x="43202" y="55562"/>
                    <a:pt x="37995" y="50498"/>
                    <a:pt x="37995" y="50498"/>
                  </a:cubicBezTo>
                  <a:cubicBezTo>
                    <a:pt x="34195" y="50498"/>
                    <a:pt x="26174" y="42340"/>
                    <a:pt x="26174" y="42340"/>
                  </a:cubicBezTo>
                  <a:cubicBezTo>
                    <a:pt x="26174" y="34884"/>
                    <a:pt x="20405" y="31930"/>
                    <a:pt x="20405" y="31930"/>
                  </a:cubicBezTo>
                  <a:cubicBezTo>
                    <a:pt x="19420" y="31930"/>
                    <a:pt x="32788" y="31930"/>
                    <a:pt x="32788" y="31930"/>
                  </a:cubicBezTo>
                  <a:cubicBezTo>
                    <a:pt x="35181" y="23069"/>
                    <a:pt x="32788" y="15754"/>
                    <a:pt x="32788" y="15754"/>
                  </a:cubicBezTo>
                  <a:cubicBezTo>
                    <a:pt x="32788" y="14770"/>
                    <a:pt x="77397" y="17864"/>
                    <a:pt x="77397" y="17864"/>
                  </a:cubicBezTo>
                  <a:lnTo>
                    <a:pt x="84855" y="10409"/>
                  </a:lnTo>
                  <a:cubicBezTo>
                    <a:pt x="88092" y="4782"/>
                    <a:pt x="98083" y="2813"/>
                    <a:pt x="98083" y="2813"/>
                  </a:cubicBezTo>
                  <a:cubicBezTo>
                    <a:pt x="101320" y="563"/>
                    <a:pt x="108356" y="0"/>
                    <a:pt x="108356" y="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813BED2F-C848-5FE8-1755-D7623797EE84}"/>
                </a:ext>
              </a:extLst>
            </p:cNvPr>
            <p:cNvSpPr/>
            <p:nvPr/>
          </p:nvSpPr>
          <p:spPr>
            <a:xfrm>
              <a:off x="3601271" y="4205414"/>
              <a:ext cx="18153" cy="56796"/>
            </a:xfrm>
            <a:custGeom>
              <a:avLst/>
              <a:gdLst>
                <a:gd name="connsiteX0" fmla="*/ 18153 w 18153"/>
                <a:gd name="connsiteY0" fmla="*/ 56546 h 56796"/>
                <a:gd name="connsiteX1" fmla="*/ 10976 w 18153"/>
                <a:gd name="connsiteY1" fmla="*/ 56546 h 56796"/>
                <a:gd name="connsiteX2" fmla="*/ 4503 w 18153"/>
                <a:gd name="connsiteY2" fmla="*/ 56546 h 56796"/>
                <a:gd name="connsiteX3" fmla="*/ 1126 w 18153"/>
                <a:gd name="connsiteY3" fmla="*/ 30805 h 56796"/>
                <a:gd name="connsiteX4" fmla="*/ 0 w 18153"/>
                <a:gd name="connsiteY4" fmla="*/ 0 h 56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53" h="56796">
                  <a:moveTo>
                    <a:pt x="18153" y="56546"/>
                  </a:moveTo>
                  <a:lnTo>
                    <a:pt x="10976" y="56546"/>
                  </a:lnTo>
                  <a:cubicBezTo>
                    <a:pt x="8021" y="57109"/>
                    <a:pt x="4503" y="56546"/>
                    <a:pt x="4503" y="56546"/>
                  </a:cubicBezTo>
                  <a:cubicBezTo>
                    <a:pt x="2955" y="54014"/>
                    <a:pt x="1126" y="30805"/>
                    <a:pt x="1126" y="30805"/>
                  </a:cubicBezTo>
                  <a:cubicBezTo>
                    <a:pt x="844" y="25460"/>
                    <a:pt x="0" y="0"/>
                    <a:pt x="0" y="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1F83D98B-3D73-9DF4-5A06-5BAAC5A6097F}"/>
                </a:ext>
              </a:extLst>
            </p:cNvPr>
            <p:cNvSpPr/>
            <p:nvPr/>
          </p:nvSpPr>
          <p:spPr>
            <a:xfrm>
              <a:off x="3579318" y="4263648"/>
              <a:ext cx="41935" cy="49372"/>
            </a:xfrm>
            <a:custGeom>
              <a:avLst/>
              <a:gdLst>
                <a:gd name="connsiteX0" fmla="*/ 0 w 41935"/>
                <a:gd name="connsiteY0" fmla="*/ 49372 h 49372"/>
                <a:gd name="connsiteX1" fmla="*/ 0 w 41935"/>
                <a:gd name="connsiteY1" fmla="*/ 43887 h 49372"/>
                <a:gd name="connsiteX2" fmla="*/ 7880 w 41935"/>
                <a:gd name="connsiteY2" fmla="*/ 43887 h 49372"/>
                <a:gd name="connsiteX3" fmla="*/ 13650 w 41935"/>
                <a:gd name="connsiteY3" fmla="*/ 34744 h 49372"/>
                <a:gd name="connsiteX4" fmla="*/ 22797 w 41935"/>
                <a:gd name="connsiteY4" fmla="*/ 29398 h 49372"/>
                <a:gd name="connsiteX5" fmla="*/ 24345 w 41935"/>
                <a:gd name="connsiteY5" fmla="*/ 14207 h 49372"/>
                <a:gd name="connsiteX6" fmla="*/ 37573 w 41935"/>
                <a:gd name="connsiteY6" fmla="*/ 5908 h 49372"/>
                <a:gd name="connsiteX7" fmla="*/ 41935 w 41935"/>
                <a:gd name="connsiteY7" fmla="*/ 0 h 4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935" h="49372">
                  <a:moveTo>
                    <a:pt x="0" y="49372"/>
                  </a:moveTo>
                  <a:lnTo>
                    <a:pt x="0" y="43887"/>
                  </a:lnTo>
                  <a:cubicBezTo>
                    <a:pt x="4081" y="43465"/>
                    <a:pt x="7880" y="43887"/>
                    <a:pt x="7880" y="43887"/>
                  </a:cubicBezTo>
                  <a:cubicBezTo>
                    <a:pt x="10273" y="40370"/>
                    <a:pt x="13650" y="34744"/>
                    <a:pt x="13650" y="34744"/>
                  </a:cubicBezTo>
                  <a:cubicBezTo>
                    <a:pt x="18997" y="32915"/>
                    <a:pt x="22797" y="29398"/>
                    <a:pt x="22797" y="29398"/>
                  </a:cubicBezTo>
                  <a:cubicBezTo>
                    <a:pt x="23219" y="25178"/>
                    <a:pt x="24345" y="14207"/>
                    <a:pt x="24345" y="14207"/>
                  </a:cubicBezTo>
                  <a:cubicBezTo>
                    <a:pt x="30396" y="10128"/>
                    <a:pt x="37573" y="5908"/>
                    <a:pt x="37573" y="5908"/>
                  </a:cubicBezTo>
                  <a:cubicBezTo>
                    <a:pt x="39402" y="2813"/>
                    <a:pt x="41935" y="0"/>
                    <a:pt x="41935" y="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4537E457-568C-4900-BA6E-1752E207DAE1}"/>
                </a:ext>
              </a:extLst>
            </p:cNvPr>
            <p:cNvSpPr/>
            <p:nvPr/>
          </p:nvSpPr>
          <p:spPr>
            <a:xfrm>
              <a:off x="3650242" y="4280246"/>
              <a:ext cx="103430" cy="45621"/>
            </a:xfrm>
            <a:custGeom>
              <a:avLst/>
              <a:gdLst>
                <a:gd name="connsiteX0" fmla="*/ 0 w 103430"/>
                <a:gd name="connsiteY0" fmla="*/ 44871 h 45621"/>
                <a:gd name="connsiteX1" fmla="*/ 2955 w 103430"/>
                <a:gd name="connsiteY1" fmla="*/ 44871 h 45621"/>
                <a:gd name="connsiteX2" fmla="*/ 6051 w 103430"/>
                <a:gd name="connsiteY2" fmla="*/ 44871 h 45621"/>
                <a:gd name="connsiteX3" fmla="*/ 9428 w 103430"/>
                <a:gd name="connsiteY3" fmla="*/ 38823 h 45621"/>
                <a:gd name="connsiteX4" fmla="*/ 14354 w 103430"/>
                <a:gd name="connsiteY4" fmla="*/ 33618 h 45621"/>
                <a:gd name="connsiteX5" fmla="*/ 26034 w 103430"/>
                <a:gd name="connsiteY5" fmla="*/ 27148 h 45621"/>
                <a:gd name="connsiteX6" fmla="*/ 31803 w 103430"/>
                <a:gd name="connsiteY6" fmla="*/ 27148 h 45621"/>
                <a:gd name="connsiteX7" fmla="*/ 39121 w 103430"/>
                <a:gd name="connsiteY7" fmla="*/ 29398 h 45621"/>
                <a:gd name="connsiteX8" fmla="*/ 57415 w 103430"/>
                <a:gd name="connsiteY8" fmla="*/ 8862 h 45621"/>
                <a:gd name="connsiteX9" fmla="*/ 69517 w 103430"/>
                <a:gd name="connsiteY9" fmla="*/ 4361 h 45621"/>
                <a:gd name="connsiteX10" fmla="*/ 87811 w 103430"/>
                <a:gd name="connsiteY10" fmla="*/ 4361 h 45621"/>
                <a:gd name="connsiteX11" fmla="*/ 93862 w 103430"/>
                <a:gd name="connsiteY11" fmla="*/ 1688 h 45621"/>
                <a:gd name="connsiteX12" fmla="*/ 103431 w 103430"/>
                <a:gd name="connsiteY12" fmla="*/ 0 h 45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3430" h="45621">
                  <a:moveTo>
                    <a:pt x="0" y="44871"/>
                  </a:moveTo>
                  <a:lnTo>
                    <a:pt x="2955" y="44871"/>
                  </a:lnTo>
                  <a:cubicBezTo>
                    <a:pt x="2955" y="44871"/>
                    <a:pt x="4925" y="46559"/>
                    <a:pt x="6051" y="44871"/>
                  </a:cubicBezTo>
                  <a:cubicBezTo>
                    <a:pt x="7177" y="43183"/>
                    <a:pt x="9428" y="38823"/>
                    <a:pt x="9428" y="38823"/>
                  </a:cubicBezTo>
                  <a:cubicBezTo>
                    <a:pt x="11821" y="36432"/>
                    <a:pt x="14354" y="33618"/>
                    <a:pt x="14354" y="33618"/>
                  </a:cubicBezTo>
                  <a:cubicBezTo>
                    <a:pt x="18857" y="31790"/>
                    <a:pt x="25612" y="27992"/>
                    <a:pt x="26034" y="27148"/>
                  </a:cubicBezTo>
                  <a:cubicBezTo>
                    <a:pt x="26456" y="26304"/>
                    <a:pt x="31803" y="27148"/>
                    <a:pt x="31803" y="27148"/>
                  </a:cubicBezTo>
                  <a:cubicBezTo>
                    <a:pt x="36025" y="27992"/>
                    <a:pt x="39121" y="29398"/>
                    <a:pt x="39121" y="29398"/>
                  </a:cubicBezTo>
                  <a:cubicBezTo>
                    <a:pt x="42639" y="26304"/>
                    <a:pt x="57415" y="8862"/>
                    <a:pt x="57415" y="8862"/>
                  </a:cubicBezTo>
                  <a:cubicBezTo>
                    <a:pt x="60370" y="5767"/>
                    <a:pt x="69517" y="4361"/>
                    <a:pt x="69517" y="4361"/>
                  </a:cubicBezTo>
                  <a:cubicBezTo>
                    <a:pt x="73316" y="4642"/>
                    <a:pt x="87811" y="4361"/>
                    <a:pt x="87811" y="4361"/>
                  </a:cubicBezTo>
                  <a:cubicBezTo>
                    <a:pt x="92314" y="5064"/>
                    <a:pt x="93862" y="1688"/>
                    <a:pt x="93862" y="1688"/>
                  </a:cubicBezTo>
                  <a:cubicBezTo>
                    <a:pt x="95691" y="563"/>
                    <a:pt x="103431" y="0"/>
                    <a:pt x="103431" y="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B59F7F75-B9D5-A864-4F6A-06F1015F1265}"/>
                </a:ext>
              </a:extLst>
            </p:cNvPr>
            <p:cNvSpPr/>
            <p:nvPr/>
          </p:nvSpPr>
          <p:spPr>
            <a:xfrm>
              <a:off x="3594797" y="4296938"/>
              <a:ext cx="48408" cy="28038"/>
            </a:xfrm>
            <a:custGeom>
              <a:avLst/>
              <a:gdLst>
                <a:gd name="connsiteX0" fmla="*/ 0 w 48408"/>
                <a:gd name="connsiteY0" fmla="*/ 750 h 28038"/>
                <a:gd name="connsiteX1" fmla="*/ 7318 w 48408"/>
                <a:gd name="connsiteY1" fmla="*/ 750 h 28038"/>
                <a:gd name="connsiteX2" fmla="*/ 13650 w 48408"/>
                <a:gd name="connsiteY2" fmla="*/ 750 h 28038"/>
                <a:gd name="connsiteX3" fmla="*/ 18857 w 48408"/>
                <a:gd name="connsiteY3" fmla="*/ 6236 h 28038"/>
                <a:gd name="connsiteX4" fmla="*/ 32085 w 48408"/>
                <a:gd name="connsiteY4" fmla="*/ 11581 h 28038"/>
                <a:gd name="connsiteX5" fmla="*/ 41091 w 48408"/>
                <a:gd name="connsiteY5" fmla="*/ 16082 h 28038"/>
                <a:gd name="connsiteX6" fmla="*/ 45313 w 48408"/>
                <a:gd name="connsiteY6" fmla="*/ 23959 h 28038"/>
                <a:gd name="connsiteX7" fmla="*/ 48408 w 48408"/>
                <a:gd name="connsiteY7" fmla="*/ 28039 h 28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408" h="28038">
                  <a:moveTo>
                    <a:pt x="0" y="750"/>
                  </a:moveTo>
                  <a:lnTo>
                    <a:pt x="7318" y="750"/>
                  </a:lnTo>
                  <a:cubicBezTo>
                    <a:pt x="9991" y="-938"/>
                    <a:pt x="13650" y="750"/>
                    <a:pt x="13650" y="750"/>
                  </a:cubicBezTo>
                  <a:cubicBezTo>
                    <a:pt x="16324" y="2579"/>
                    <a:pt x="18857" y="6236"/>
                    <a:pt x="18857" y="6236"/>
                  </a:cubicBezTo>
                  <a:cubicBezTo>
                    <a:pt x="22656" y="10456"/>
                    <a:pt x="32085" y="11581"/>
                    <a:pt x="32085" y="11581"/>
                  </a:cubicBezTo>
                  <a:cubicBezTo>
                    <a:pt x="36728" y="12425"/>
                    <a:pt x="41091" y="16082"/>
                    <a:pt x="41091" y="16082"/>
                  </a:cubicBezTo>
                  <a:cubicBezTo>
                    <a:pt x="44609" y="21428"/>
                    <a:pt x="45313" y="23959"/>
                    <a:pt x="45313" y="23959"/>
                  </a:cubicBezTo>
                  <a:cubicBezTo>
                    <a:pt x="46016" y="25648"/>
                    <a:pt x="48408" y="28039"/>
                    <a:pt x="48408" y="28039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5F3E76D4-6F60-35B4-931E-F72570BE2B83}"/>
                </a:ext>
              </a:extLst>
            </p:cNvPr>
            <p:cNvSpPr/>
            <p:nvPr/>
          </p:nvSpPr>
          <p:spPr>
            <a:xfrm>
              <a:off x="3692318" y="4381383"/>
              <a:ext cx="52629" cy="5721"/>
            </a:xfrm>
            <a:custGeom>
              <a:avLst/>
              <a:gdLst>
                <a:gd name="connsiteX0" fmla="*/ 0 w 52629"/>
                <a:gd name="connsiteY0" fmla="*/ 0 h 5721"/>
                <a:gd name="connsiteX1" fmla="*/ 11539 w 52629"/>
                <a:gd name="connsiteY1" fmla="*/ 1547 h 5721"/>
                <a:gd name="connsiteX2" fmla="*/ 25189 w 52629"/>
                <a:gd name="connsiteY2" fmla="*/ 5626 h 5721"/>
                <a:gd name="connsiteX3" fmla="*/ 38839 w 52629"/>
                <a:gd name="connsiteY3" fmla="*/ 5626 h 5721"/>
                <a:gd name="connsiteX4" fmla="*/ 52630 w 52629"/>
                <a:gd name="connsiteY4" fmla="*/ 4923 h 5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29" h="5721">
                  <a:moveTo>
                    <a:pt x="0" y="0"/>
                  </a:moveTo>
                  <a:lnTo>
                    <a:pt x="11539" y="1547"/>
                  </a:lnTo>
                  <a:cubicBezTo>
                    <a:pt x="18153" y="4501"/>
                    <a:pt x="25189" y="5626"/>
                    <a:pt x="25189" y="5626"/>
                  </a:cubicBezTo>
                  <a:lnTo>
                    <a:pt x="38839" y="5626"/>
                  </a:lnTo>
                  <a:cubicBezTo>
                    <a:pt x="44046" y="6048"/>
                    <a:pt x="52630" y="4923"/>
                    <a:pt x="52630" y="4923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11AA0A3A-F9CD-D3ED-CCCF-FFAAE2A2401C}"/>
                </a:ext>
              </a:extLst>
            </p:cNvPr>
            <p:cNvSpPr/>
            <p:nvPr/>
          </p:nvSpPr>
          <p:spPr>
            <a:xfrm>
              <a:off x="3758668" y="4416689"/>
              <a:ext cx="9076" cy="34884"/>
            </a:xfrm>
            <a:custGeom>
              <a:avLst/>
              <a:gdLst>
                <a:gd name="connsiteX0" fmla="*/ 9077 w 9076"/>
                <a:gd name="connsiteY0" fmla="*/ 0 h 34884"/>
                <a:gd name="connsiteX1" fmla="*/ 493 w 9076"/>
                <a:gd name="connsiteY1" fmla="*/ 0 h 34884"/>
                <a:gd name="connsiteX2" fmla="*/ 2322 w 9076"/>
                <a:gd name="connsiteY2" fmla="*/ 7174 h 34884"/>
                <a:gd name="connsiteX3" fmla="*/ 1900 w 9076"/>
                <a:gd name="connsiteY3" fmla="*/ 12660 h 34884"/>
                <a:gd name="connsiteX4" fmla="*/ 3870 w 9076"/>
                <a:gd name="connsiteY4" fmla="*/ 18990 h 34884"/>
                <a:gd name="connsiteX5" fmla="*/ 352 w 9076"/>
                <a:gd name="connsiteY5" fmla="*/ 23772 h 34884"/>
                <a:gd name="connsiteX6" fmla="*/ 70 w 9076"/>
                <a:gd name="connsiteY6" fmla="*/ 34884 h 34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76" h="34884">
                  <a:moveTo>
                    <a:pt x="9077" y="0"/>
                  </a:moveTo>
                  <a:lnTo>
                    <a:pt x="493" y="0"/>
                  </a:lnTo>
                  <a:cubicBezTo>
                    <a:pt x="-352" y="422"/>
                    <a:pt x="2322" y="7174"/>
                    <a:pt x="2322" y="7174"/>
                  </a:cubicBezTo>
                  <a:lnTo>
                    <a:pt x="1900" y="12660"/>
                  </a:lnTo>
                  <a:lnTo>
                    <a:pt x="3870" y="18990"/>
                  </a:lnTo>
                  <a:cubicBezTo>
                    <a:pt x="4011" y="22647"/>
                    <a:pt x="352" y="23772"/>
                    <a:pt x="352" y="23772"/>
                  </a:cubicBezTo>
                  <a:cubicBezTo>
                    <a:pt x="-211" y="23772"/>
                    <a:pt x="70" y="34884"/>
                    <a:pt x="70" y="34884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67DA33C7-2598-8411-3A35-0B2324EA0CE2}"/>
                </a:ext>
              </a:extLst>
            </p:cNvPr>
            <p:cNvSpPr/>
            <p:nvPr/>
          </p:nvSpPr>
          <p:spPr>
            <a:xfrm>
              <a:off x="3886233" y="4441586"/>
              <a:ext cx="16213" cy="35728"/>
            </a:xfrm>
            <a:custGeom>
              <a:avLst/>
              <a:gdLst>
                <a:gd name="connsiteX0" fmla="*/ 0 w 16213"/>
                <a:gd name="connsiteY0" fmla="*/ 35728 h 35728"/>
                <a:gd name="connsiteX1" fmla="*/ 0 w 16213"/>
                <a:gd name="connsiteY1" fmla="*/ 26726 h 35728"/>
                <a:gd name="connsiteX2" fmla="*/ 7317 w 16213"/>
                <a:gd name="connsiteY2" fmla="*/ 28554 h 35728"/>
                <a:gd name="connsiteX3" fmla="*/ 11539 w 16213"/>
                <a:gd name="connsiteY3" fmla="*/ 23209 h 35728"/>
                <a:gd name="connsiteX4" fmla="*/ 16183 w 16213"/>
                <a:gd name="connsiteY4" fmla="*/ 11956 h 35728"/>
                <a:gd name="connsiteX5" fmla="*/ 9851 w 16213"/>
                <a:gd name="connsiteY5" fmla="*/ 10128 h 35728"/>
                <a:gd name="connsiteX6" fmla="*/ 9428 w 16213"/>
                <a:gd name="connsiteY6" fmla="*/ 0 h 35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13" h="35728">
                  <a:moveTo>
                    <a:pt x="0" y="35728"/>
                  </a:moveTo>
                  <a:lnTo>
                    <a:pt x="0" y="26726"/>
                  </a:lnTo>
                  <a:cubicBezTo>
                    <a:pt x="0" y="25460"/>
                    <a:pt x="7317" y="28554"/>
                    <a:pt x="7317" y="28554"/>
                  </a:cubicBezTo>
                  <a:cubicBezTo>
                    <a:pt x="10835" y="26023"/>
                    <a:pt x="11539" y="23209"/>
                    <a:pt x="11539" y="23209"/>
                  </a:cubicBezTo>
                  <a:cubicBezTo>
                    <a:pt x="16887" y="21803"/>
                    <a:pt x="16183" y="11956"/>
                    <a:pt x="16183" y="11956"/>
                  </a:cubicBezTo>
                  <a:cubicBezTo>
                    <a:pt x="15761" y="8721"/>
                    <a:pt x="9851" y="10128"/>
                    <a:pt x="9851" y="10128"/>
                  </a:cubicBezTo>
                  <a:cubicBezTo>
                    <a:pt x="7740" y="7314"/>
                    <a:pt x="9428" y="0"/>
                    <a:pt x="9428" y="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540E6393-CABD-DB8C-EFAB-B977C4AE88D5}"/>
                </a:ext>
              </a:extLst>
            </p:cNvPr>
            <p:cNvSpPr/>
            <p:nvPr/>
          </p:nvSpPr>
          <p:spPr>
            <a:xfrm>
              <a:off x="3995996" y="4359721"/>
              <a:ext cx="334637" cy="277808"/>
            </a:xfrm>
            <a:custGeom>
              <a:avLst/>
              <a:gdLst>
                <a:gd name="connsiteX0" fmla="*/ 53193 w 334637"/>
                <a:gd name="connsiteY0" fmla="*/ 0 h 277808"/>
                <a:gd name="connsiteX1" fmla="*/ 34055 w 334637"/>
                <a:gd name="connsiteY1" fmla="*/ 2954 h 277808"/>
                <a:gd name="connsiteX2" fmla="*/ 23501 w 334637"/>
                <a:gd name="connsiteY2" fmla="*/ 21521 h 277808"/>
                <a:gd name="connsiteX3" fmla="*/ 7599 w 334637"/>
                <a:gd name="connsiteY3" fmla="*/ 44027 h 277808"/>
                <a:gd name="connsiteX4" fmla="*/ 0 w 334637"/>
                <a:gd name="connsiteY4" fmla="*/ 68081 h 277808"/>
                <a:gd name="connsiteX5" fmla="*/ 14072 w 334637"/>
                <a:gd name="connsiteY5" fmla="*/ 68081 h 277808"/>
                <a:gd name="connsiteX6" fmla="*/ 22938 w 334637"/>
                <a:gd name="connsiteY6" fmla="*/ 86929 h 277808"/>
                <a:gd name="connsiteX7" fmla="*/ 26596 w 334637"/>
                <a:gd name="connsiteY7" fmla="*/ 117594 h 277808"/>
                <a:gd name="connsiteX8" fmla="*/ 77819 w 334637"/>
                <a:gd name="connsiteY8" fmla="*/ 120548 h 277808"/>
                <a:gd name="connsiteX9" fmla="*/ 95832 w 334637"/>
                <a:gd name="connsiteY9" fmla="*/ 142350 h 277808"/>
                <a:gd name="connsiteX10" fmla="*/ 142974 w 334637"/>
                <a:gd name="connsiteY10" fmla="*/ 142350 h 277808"/>
                <a:gd name="connsiteX11" fmla="*/ 137626 w 334637"/>
                <a:gd name="connsiteY11" fmla="*/ 167670 h 277808"/>
                <a:gd name="connsiteX12" fmla="*/ 141144 w 334637"/>
                <a:gd name="connsiteY12" fmla="*/ 198897 h 277808"/>
                <a:gd name="connsiteX13" fmla="*/ 148180 w 334637"/>
                <a:gd name="connsiteY13" fmla="*/ 212400 h 277808"/>
                <a:gd name="connsiteX14" fmla="*/ 139315 w 334637"/>
                <a:gd name="connsiteY14" fmla="*/ 227733 h 277808"/>
                <a:gd name="connsiteX15" fmla="*/ 152261 w 334637"/>
                <a:gd name="connsiteY15" fmla="*/ 239548 h 277808"/>
                <a:gd name="connsiteX16" fmla="*/ 155217 w 334637"/>
                <a:gd name="connsiteY16" fmla="*/ 256568 h 277808"/>
                <a:gd name="connsiteX17" fmla="*/ 188145 w 334637"/>
                <a:gd name="connsiteY17" fmla="*/ 277808 h 277808"/>
                <a:gd name="connsiteX18" fmla="*/ 248797 w 334637"/>
                <a:gd name="connsiteY18" fmla="*/ 243065 h 277808"/>
                <a:gd name="connsiteX19" fmla="*/ 248797 w 334637"/>
                <a:gd name="connsiteY19" fmla="*/ 235469 h 277808"/>
                <a:gd name="connsiteX20" fmla="*/ 231206 w 334637"/>
                <a:gd name="connsiteY20" fmla="*/ 236032 h 277808"/>
                <a:gd name="connsiteX21" fmla="*/ 216431 w 334637"/>
                <a:gd name="connsiteY21" fmla="*/ 192567 h 277808"/>
                <a:gd name="connsiteX22" fmla="*/ 231206 w 334637"/>
                <a:gd name="connsiteY22" fmla="*/ 196646 h 277808"/>
                <a:gd name="connsiteX23" fmla="*/ 249078 w 334637"/>
                <a:gd name="connsiteY23" fmla="*/ 199037 h 277808"/>
                <a:gd name="connsiteX24" fmla="*/ 257099 w 334637"/>
                <a:gd name="connsiteY24" fmla="*/ 207336 h 277808"/>
                <a:gd name="connsiteX25" fmla="*/ 263573 w 334637"/>
                <a:gd name="connsiteY25" fmla="*/ 196224 h 277808"/>
                <a:gd name="connsiteX26" fmla="*/ 310714 w 334637"/>
                <a:gd name="connsiteY26" fmla="*/ 180892 h 277808"/>
                <a:gd name="connsiteX27" fmla="*/ 315218 w 334637"/>
                <a:gd name="connsiteY27" fmla="*/ 172452 h 277808"/>
                <a:gd name="connsiteX28" fmla="*/ 314655 w 334637"/>
                <a:gd name="connsiteY28" fmla="*/ 166263 h 277808"/>
                <a:gd name="connsiteX29" fmla="*/ 300442 w 334637"/>
                <a:gd name="connsiteY29" fmla="*/ 146852 h 277808"/>
                <a:gd name="connsiteX30" fmla="*/ 310574 w 334637"/>
                <a:gd name="connsiteY30" fmla="*/ 118016 h 277808"/>
                <a:gd name="connsiteX31" fmla="*/ 326897 w 334637"/>
                <a:gd name="connsiteY31" fmla="*/ 100152 h 277808"/>
                <a:gd name="connsiteX32" fmla="*/ 334637 w 334637"/>
                <a:gd name="connsiteY32" fmla="*/ 86226 h 277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34637" h="277808">
                  <a:moveTo>
                    <a:pt x="53193" y="0"/>
                  </a:moveTo>
                  <a:lnTo>
                    <a:pt x="34055" y="2954"/>
                  </a:lnTo>
                  <a:cubicBezTo>
                    <a:pt x="25752" y="9987"/>
                    <a:pt x="23501" y="21521"/>
                    <a:pt x="23501" y="21521"/>
                  </a:cubicBezTo>
                  <a:cubicBezTo>
                    <a:pt x="17590" y="30524"/>
                    <a:pt x="7599" y="44027"/>
                    <a:pt x="7599" y="44027"/>
                  </a:cubicBezTo>
                  <a:cubicBezTo>
                    <a:pt x="4644" y="53452"/>
                    <a:pt x="0" y="68081"/>
                    <a:pt x="0" y="68081"/>
                  </a:cubicBezTo>
                  <a:cubicBezTo>
                    <a:pt x="9991" y="68643"/>
                    <a:pt x="14072" y="68081"/>
                    <a:pt x="14072" y="68081"/>
                  </a:cubicBezTo>
                  <a:cubicBezTo>
                    <a:pt x="17590" y="78068"/>
                    <a:pt x="22938" y="86929"/>
                    <a:pt x="22938" y="86929"/>
                  </a:cubicBezTo>
                  <a:cubicBezTo>
                    <a:pt x="28285" y="104512"/>
                    <a:pt x="26596" y="117594"/>
                    <a:pt x="26596" y="117594"/>
                  </a:cubicBezTo>
                  <a:cubicBezTo>
                    <a:pt x="35321" y="123502"/>
                    <a:pt x="77819" y="120548"/>
                    <a:pt x="77819" y="120548"/>
                  </a:cubicBezTo>
                  <a:cubicBezTo>
                    <a:pt x="82885" y="125190"/>
                    <a:pt x="95832" y="142350"/>
                    <a:pt x="95832" y="142350"/>
                  </a:cubicBezTo>
                  <a:cubicBezTo>
                    <a:pt x="118769" y="145867"/>
                    <a:pt x="142974" y="142350"/>
                    <a:pt x="142974" y="142350"/>
                  </a:cubicBezTo>
                  <a:cubicBezTo>
                    <a:pt x="150573" y="146430"/>
                    <a:pt x="137626" y="167670"/>
                    <a:pt x="137626" y="167670"/>
                  </a:cubicBezTo>
                  <a:cubicBezTo>
                    <a:pt x="138189" y="180611"/>
                    <a:pt x="141144" y="198897"/>
                    <a:pt x="141144" y="198897"/>
                  </a:cubicBezTo>
                  <a:cubicBezTo>
                    <a:pt x="147617" y="205367"/>
                    <a:pt x="148180" y="212400"/>
                    <a:pt x="148180" y="212400"/>
                  </a:cubicBezTo>
                  <a:cubicBezTo>
                    <a:pt x="147055" y="217746"/>
                    <a:pt x="139315" y="227733"/>
                    <a:pt x="139315" y="227733"/>
                  </a:cubicBezTo>
                  <a:cubicBezTo>
                    <a:pt x="146351" y="234203"/>
                    <a:pt x="152261" y="239548"/>
                    <a:pt x="152261" y="239548"/>
                  </a:cubicBezTo>
                  <a:cubicBezTo>
                    <a:pt x="152824" y="248973"/>
                    <a:pt x="155217" y="256568"/>
                    <a:pt x="155217" y="256568"/>
                  </a:cubicBezTo>
                  <a:cubicBezTo>
                    <a:pt x="161690" y="268947"/>
                    <a:pt x="188145" y="277808"/>
                    <a:pt x="188145" y="277808"/>
                  </a:cubicBezTo>
                  <a:cubicBezTo>
                    <a:pt x="204610" y="277246"/>
                    <a:pt x="248797" y="243065"/>
                    <a:pt x="248797" y="243065"/>
                  </a:cubicBezTo>
                  <a:cubicBezTo>
                    <a:pt x="249359" y="238423"/>
                    <a:pt x="248797" y="235469"/>
                    <a:pt x="248797" y="235469"/>
                  </a:cubicBezTo>
                  <a:cubicBezTo>
                    <a:pt x="234724" y="236032"/>
                    <a:pt x="231206" y="236032"/>
                    <a:pt x="231206" y="236032"/>
                  </a:cubicBezTo>
                  <a:cubicBezTo>
                    <a:pt x="229377" y="219574"/>
                    <a:pt x="216431" y="192567"/>
                    <a:pt x="216431" y="192567"/>
                  </a:cubicBezTo>
                  <a:cubicBezTo>
                    <a:pt x="222904" y="189613"/>
                    <a:pt x="231206" y="196646"/>
                    <a:pt x="231206" y="196646"/>
                  </a:cubicBezTo>
                  <a:cubicBezTo>
                    <a:pt x="242323" y="197771"/>
                    <a:pt x="249078" y="199037"/>
                    <a:pt x="249078" y="199037"/>
                  </a:cubicBezTo>
                  <a:cubicBezTo>
                    <a:pt x="252877" y="201429"/>
                    <a:pt x="257099" y="207336"/>
                    <a:pt x="257099" y="207336"/>
                  </a:cubicBezTo>
                  <a:cubicBezTo>
                    <a:pt x="264135" y="204945"/>
                    <a:pt x="263573" y="196224"/>
                    <a:pt x="263573" y="196224"/>
                  </a:cubicBezTo>
                  <a:cubicBezTo>
                    <a:pt x="273001" y="193833"/>
                    <a:pt x="310714" y="180892"/>
                    <a:pt x="310714" y="180892"/>
                  </a:cubicBezTo>
                  <a:cubicBezTo>
                    <a:pt x="313810" y="178360"/>
                    <a:pt x="314936" y="175125"/>
                    <a:pt x="315218" y="172452"/>
                  </a:cubicBezTo>
                  <a:cubicBezTo>
                    <a:pt x="315640" y="168936"/>
                    <a:pt x="314655" y="166263"/>
                    <a:pt x="314655" y="166263"/>
                  </a:cubicBezTo>
                  <a:cubicBezTo>
                    <a:pt x="309307" y="157120"/>
                    <a:pt x="300442" y="146852"/>
                    <a:pt x="300442" y="146852"/>
                  </a:cubicBezTo>
                  <a:cubicBezTo>
                    <a:pt x="302271" y="126877"/>
                    <a:pt x="310574" y="118016"/>
                    <a:pt x="310574" y="118016"/>
                  </a:cubicBezTo>
                  <a:cubicBezTo>
                    <a:pt x="315218" y="109717"/>
                    <a:pt x="326897" y="100152"/>
                    <a:pt x="326897" y="100152"/>
                  </a:cubicBezTo>
                  <a:cubicBezTo>
                    <a:pt x="331541" y="89743"/>
                    <a:pt x="334637" y="86226"/>
                    <a:pt x="334637" y="86226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860BAC90-9508-7EDF-87C0-5376994A116B}"/>
                </a:ext>
              </a:extLst>
            </p:cNvPr>
            <p:cNvSpPr/>
            <p:nvPr/>
          </p:nvSpPr>
          <p:spPr>
            <a:xfrm>
              <a:off x="4311214" y="4531891"/>
              <a:ext cx="153950" cy="97479"/>
            </a:xfrm>
            <a:custGeom>
              <a:avLst/>
              <a:gdLst>
                <a:gd name="connsiteX0" fmla="*/ 0 w 153950"/>
                <a:gd name="connsiteY0" fmla="*/ 0 h 97479"/>
                <a:gd name="connsiteX1" fmla="*/ 13650 w 153950"/>
                <a:gd name="connsiteY1" fmla="*/ 282 h 97479"/>
                <a:gd name="connsiteX2" fmla="*/ 22516 w 153950"/>
                <a:gd name="connsiteY2" fmla="*/ 17020 h 97479"/>
                <a:gd name="connsiteX3" fmla="*/ 19701 w 153950"/>
                <a:gd name="connsiteY3" fmla="*/ 51483 h 97479"/>
                <a:gd name="connsiteX4" fmla="*/ 19701 w 153950"/>
                <a:gd name="connsiteY4" fmla="*/ 72723 h 97479"/>
                <a:gd name="connsiteX5" fmla="*/ 34899 w 153950"/>
                <a:gd name="connsiteY5" fmla="*/ 88618 h 97479"/>
                <a:gd name="connsiteX6" fmla="*/ 42498 w 153950"/>
                <a:gd name="connsiteY6" fmla="*/ 97479 h 97479"/>
                <a:gd name="connsiteX7" fmla="*/ 59948 w 153950"/>
                <a:gd name="connsiteY7" fmla="*/ 88758 h 97479"/>
                <a:gd name="connsiteX8" fmla="*/ 82041 w 153950"/>
                <a:gd name="connsiteY8" fmla="*/ 84538 h 97479"/>
                <a:gd name="connsiteX9" fmla="*/ 114970 w 153950"/>
                <a:gd name="connsiteY9" fmla="*/ 79756 h 97479"/>
                <a:gd name="connsiteX10" fmla="*/ 119473 w 153950"/>
                <a:gd name="connsiteY10" fmla="*/ 63298 h 97479"/>
                <a:gd name="connsiteX11" fmla="*/ 137486 w 153950"/>
                <a:gd name="connsiteY11" fmla="*/ 62876 h 97479"/>
                <a:gd name="connsiteX12" fmla="*/ 153950 w 153950"/>
                <a:gd name="connsiteY12" fmla="*/ 71457 h 97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3950" h="97479">
                  <a:moveTo>
                    <a:pt x="0" y="0"/>
                  </a:moveTo>
                  <a:cubicBezTo>
                    <a:pt x="0" y="0"/>
                    <a:pt x="7177" y="282"/>
                    <a:pt x="13650" y="282"/>
                  </a:cubicBezTo>
                  <a:cubicBezTo>
                    <a:pt x="13650" y="282"/>
                    <a:pt x="19560" y="9706"/>
                    <a:pt x="22516" y="17020"/>
                  </a:cubicBezTo>
                  <a:cubicBezTo>
                    <a:pt x="22516" y="17020"/>
                    <a:pt x="24345" y="37979"/>
                    <a:pt x="19701" y="51483"/>
                  </a:cubicBezTo>
                  <a:cubicBezTo>
                    <a:pt x="19701" y="51483"/>
                    <a:pt x="22516" y="60344"/>
                    <a:pt x="19701" y="72723"/>
                  </a:cubicBezTo>
                  <a:cubicBezTo>
                    <a:pt x="19701" y="72723"/>
                    <a:pt x="25471" y="82710"/>
                    <a:pt x="34899" y="88618"/>
                  </a:cubicBezTo>
                  <a:lnTo>
                    <a:pt x="42498" y="97479"/>
                  </a:lnTo>
                  <a:lnTo>
                    <a:pt x="59948" y="88758"/>
                  </a:lnTo>
                  <a:cubicBezTo>
                    <a:pt x="72331" y="83554"/>
                    <a:pt x="82041" y="84538"/>
                    <a:pt x="82041" y="84538"/>
                  </a:cubicBezTo>
                  <a:cubicBezTo>
                    <a:pt x="97802" y="81303"/>
                    <a:pt x="114970" y="79756"/>
                    <a:pt x="114970" y="79756"/>
                  </a:cubicBezTo>
                  <a:cubicBezTo>
                    <a:pt x="125102" y="70050"/>
                    <a:pt x="119473" y="63298"/>
                    <a:pt x="119473" y="63298"/>
                  </a:cubicBezTo>
                  <a:cubicBezTo>
                    <a:pt x="117644" y="61751"/>
                    <a:pt x="137486" y="62876"/>
                    <a:pt x="137486" y="62876"/>
                  </a:cubicBezTo>
                  <a:cubicBezTo>
                    <a:pt x="152402" y="67377"/>
                    <a:pt x="153950" y="71457"/>
                    <a:pt x="153950" y="71457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814B2A8C-925F-DBEC-1C4C-937A45261332}"/>
                </a:ext>
              </a:extLst>
            </p:cNvPr>
            <p:cNvSpPr/>
            <p:nvPr/>
          </p:nvSpPr>
          <p:spPr>
            <a:xfrm>
              <a:off x="3818232" y="4623322"/>
              <a:ext cx="125565" cy="156951"/>
            </a:xfrm>
            <a:custGeom>
              <a:avLst/>
              <a:gdLst>
                <a:gd name="connsiteX0" fmla="*/ 4113 w 125565"/>
                <a:gd name="connsiteY0" fmla="*/ 121533 h 156951"/>
                <a:gd name="connsiteX1" fmla="*/ 6505 w 125565"/>
                <a:gd name="connsiteY1" fmla="*/ 127018 h 156951"/>
                <a:gd name="connsiteX2" fmla="*/ 32 w 125565"/>
                <a:gd name="connsiteY2" fmla="*/ 138131 h 156951"/>
                <a:gd name="connsiteX3" fmla="*/ 6505 w 125565"/>
                <a:gd name="connsiteY3" fmla="*/ 144601 h 156951"/>
                <a:gd name="connsiteX4" fmla="*/ 27051 w 125565"/>
                <a:gd name="connsiteY4" fmla="*/ 153463 h 156951"/>
                <a:gd name="connsiteX5" fmla="*/ 44078 w 125565"/>
                <a:gd name="connsiteY5" fmla="*/ 148821 h 156951"/>
                <a:gd name="connsiteX6" fmla="*/ 51114 w 125565"/>
                <a:gd name="connsiteY6" fmla="*/ 127581 h 156951"/>
                <a:gd name="connsiteX7" fmla="*/ 70534 w 125565"/>
                <a:gd name="connsiteY7" fmla="*/ 109998 h 156951"/>
                <a:gd name="connsiteX8" fmla="*/ 99945 w 125565"/>
                <a:gd name="connsiteY8" fmla="*/ 95229 h 156951"/>
                <a:gd name="connsiteX9" fmla="*/ 116972 w 125565"/>
                <a:gd name="connsiteY9" fmla="*/ 70472 h 156951"/>
                <a:gd name="connsiteX10" fmla="*/ 125556 w 125565"/>
                <a:gd name="connsiteY10" fmla="*/ 39949 h 156951"/>
                <a:gd name="connsiteX11" fmla="*/ 111202 w 125565"/>
                <a:gd name="connsiteY11" fmla="*/ 26445 h 156951"/>
                <a:gd name="connsiteX12" fmla="*/ 73489 w 125565"/>
                <a:gd name="connsiteY12" fmla="*/ 26445 h 156951"/>
                <a:gd name="connsiteX13" fmla="*/ 62653 w 125565"/>
                <a:gd name="connsiteY13" fmla="*/ 14066 h 156951"/>
                <a:gd name="connsiteX14" fmla="*/ 43093 w 125565"/>
                <a:gd name="connsiteY14" fmla="*/ 0 h 156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5565" h="156951">
                  <a:moveTo>
                    <a:pt x="4113" y="121533"/>
                  </a:moveTo>
                  <a:lnTo>
                    <a:pt x="6505" y="127018"/>
                  </a:lnTo>
                  <a:cubicBezTo>
                    <a:pt x="5380" y="135318"/>
                    <a:pt x="32" y="138131"/>
                    <a:pt x="32" y="138131"/>
                  </a:cubicBezTo>
                  <a:cubicBezTo>
                    <a:pt x="-531" y="148118"/>
                    <a:pt x="6505" y="144601"/>
                    <a:pt x="6505" y="144601"/>
                  </a:cubicBezTo>
                  <a:cubicBezTo>
                    <a:pt x="11853" y="144039"/>
                    <a:pt x="27051" y="153463"/>
                    <a:pt x="27051" y="153463"/>
                  </a:cubicBezTo>
                  <a:cubicBezTo>
                    <a:pt x="38168" y="163450"/>
                    <a:pt x="44078" y="148821"/>
                    <a:pt x="44078" y="148821"/>
                  </a:cubicBezTo>
                  <a:cubicBezTo>
                    <a:pt x="48722" y="138272"/>
                    <a:pt x="51114" y="127581"/>
                    <a:pt x="51114" y="127581"/>
                  </a:cubicBezTo>
                  <a:cubicBezTo>
                    <a:pt x="54632" y="119985"/>
                    <a:pt x="70534" y="109998"/>
                    <a:pt x="70534" y="109998"/>
                  </a:cubicBezTo>
                  <a:cubicBezTo>
                    <a:pt x="82354" y="105357"/>
                    <a:pt x="99945" y="95229"/>
                    <a:pt x="99945" y="95229"/>
                  </a:cubicBezTo>
                  <a:cubicBezTo>
                    <a:pt x="107544" y="86930"/>
                    <a:pt x="116972" y="70472"/>
                    <a:pt x="116972" y="70472"/>
                  </a:cubicBezTo>
                  <a:cubicBezTo>
                    <a:pt x="120068" y="58094"/>
                    <a:pt x="125556" y="39949"/>
                    <a:pt x="125556" y="39949"/>
                  </a:cubicBezTo>
                  <a:cubicBezTo>
                    <a:pt x="125978" y="35306"/>
                    <a:pt x="111202" y="26445"/>
                    <a:pt x="111202" y="26445"/>
                  </a:cubicBezTo>
                  <a:cubicBezTo>
                    <a:pt x="102900" y="25882"/>
                    <a:pt x="73489" y="26445"/>
                    <a:pt x="73489" y="26445"/>
                  </a:cubicBezTo>
                  <a:cubicBezTo>
                    <a:pt x="70534" y="17583"/>
                    <a:pt x="62653" y="14066"/>
                    <a:pt x="62653" y="14066"/>
                  </a:cubicBezTo>
                  <a:cubicBezTo>
                    <a:pt x="56321" y="7033"/>
                    <a:pt x="43093" y="0"/>
                    <a:pt x="43093" y="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 360">
              <a:extLst>
                <a:ext uri="{FF2B5EF4-FFF2-40B4-BE49-F238E27FC236}">
                  <a16:creationId xmlns:a16="http://schemas.microsoft.com/office/drawing/2014/main" id="{7C4BEC1E-E314-749E-3E7A-1B5C30692F17}"/>
                </a:ext>
              </a:extLst>
            </p:cNvPr>
            <p:cNvSpPr/>
            <p:nvPr/>
          </p:nvSpPr>
          <p:spPr>
            <a:xfrm>
              <a:off x="3943788" y="4603067"/>
              <a:ext cx="204891" cy="155573"/>
            </a:xfrm>
            <a:custGeom>
              <a:avLst/>
              <a:gdLst>
                <a:gd name="connsiteX0" fmla="*/ 204891 w 204891"/>
                <a:gd name="connsiteY0" fmla="*/ 0 h 155573"/>
                <a:gd name="connsiteX1" fmla="*/ 195182 w 204891"/>
                <a:gd name="connsiteY1" fmla="*/ 0 h 155573"/>
                <a:gd name="connsiteX2" fmla="*/ 182798 w 204891"/>
                <a:gd name="connsiteY2" fmla="*/ 9565 h 155573"/>
                <a:gd name="connsiteX3" fmla="*/ 146351 w 204891"/>
                <a:gd name="connsiteY3" fmla="*/ 9565 h 155573"/>
                <a:gd name="connsiteX4" fmla="*/ 139878 w 204891"/>
                <a:gd name="connsiteY4" fmla="*/ 23069 h 155573"/>
                <a:gd name="connsiteX5" fmla="*/ 155779 w 204891"/>
                <a:gd name="connsiteY5" fmla="*/ 26023 h 155573"/>
                <a:gd name="connsiteX6" fmla="*/ 157609 w 204891"/>
                <a:gd name="connsiteY6" fmla="*/ 38401 h 155573"/>
                <a:gd name="connsiteX7" fmla="*/ 137626 w 204891"/>
                <a:gd name="connsiteY7" fmla="*/ 38401 h 155573"/>
                <a:gd name="connsiteX8" fmla="*/ 137626 w 204891"/>
                <a:gd name="connsiteY8" fmla="*/ 56687 h 155573"/>
                <a:gd name="connsiteX9" fmla="*/ 148743 w 204891"/>
                <a:gd name="connsiteY9" fmla="*/ 76098 h 155573"/>
                <a:gd name="connsiteX10" fmla="*/ 148743 w 204891"/>
                <a:gd name="connsiteY10" fmla="*/ 104935 h 155573"/>
                <a:gd name="connsiteX11" fmla="*/ 143396 w 204891"/>
                <a:gd name="connsiteY11" fmla="*/ 127300 h 155573"/>
                <a:gd name="connsiteX12" fmla="*/ 140441 w 204891"/>
                <a:gd name="connsiteY12" fmla="*/ 155573 h 155573"/>
                <a:gd name="connsiteX13" fmla="*/ 118066 w 204891"/>
                <a:gd name="connsiteY13" fmla="*/ 148540 h 155573"/>
                <a:gd name="connsiteX14" fmla="*/ 130449 w 204891"/>
                <a:gd name="connsiteY14" fmla="*/ 126737 h 155573"/>
                <a:gd name="connsiteX15" fmla="*/ 118066 w 204891"/>
                <a:gd name="connsiteY15" fmla="*/ 110842 h 155573"/>
                <a:gd name="connsiteX16" fmla="*/ 88655 w 204891"/>
                <a:gd name="connsiteY16" fmla="*/ 111968 h 155573"/>
                <a:gd name="connsiteX17" fmla="*/ 62199 w 204891"/>
                <a:gd name="connsiteY17" fmla="*/ 114359 h 155573"/>
                <a:gd name="connsiteX18" fmla="*/ 58118 w 204891"/>
                <a:gd name="connsiteY18" fmla="*/ 98745 h 155573"/>
                <a:gd name="connsiteX19" fmla="*/ 29833 w 204891"/>
                <a:gd name="connsiteY19" fmla="*/ 74833 h 155573"/>
                <a:gd name="connsiteX20" fmla="*/ 0 w 204891"/>
                <a:gd name="connsiteY20" fmla="*/ 60063 h 15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4891" h="155573">
                  <a:moveTo>
                    <a:pt x="204891" y="0"/>
                  </a:moveTo>
                  <a:lnTo>
                    <a:pt x="195182" y="0"/>
                  </a:lnTo>
                  <a:cubicBezTo>
                    <a:pt x="189834" y="6049"/>
                    <a:pt x="182798" y="9565"/>
                    <a:pt x="182798" y="9565"/>
                  </a:cubicBezTo>
                  <a:cubicBezTo>
                    <a:pt x="169289" y="9003"/>
                    <a:pt x="146351" y="9565"/>
                    <a:pt x="146351" y="9565"/>
                  </a:cubicBezTo>
                  <a:cubicBezTo>
                    <a:pt x="140441" y="13082"/>
                    <a:pt x="139878" y="23069"/>
                    <a:pt x="139878" y="23069"/>
                  </a:cubicBezTo>
                  <a:cubicBezTo>
                    <a:pt x="145788" y="26585"/>
                    <a:pt x="155779" y="26023"/>
                    <a:pt x="155779" y="26023"/>
                  </a:cubicBezTo>
                  <a:cubicBezTo>
                    <a:pt x="157609" y="30102"/>
                    <a:pt x="157609" y="38401"/>
                    <a:pt x="157609" y="38401"/>
                  </a:cubicBezTo>
                  <a:cubicBezTo>
                    <a:pt x="148743" y="40230"/>
                    <a:pt x="137626" y="38401"/>
                    <a:pt x="137626" y="38401"/>
                  </a:cubicBezTo>
                  <a:cubicBezTo>
                    <a:pt x="135234" y="46700"/>
                    <a:pt x="137626" y="56687"/>
                    <a:pt x="137626" y="56687"/>
                  </a:cubicBezTo>
                  <a:cubicBezTo>
                    <a:pt x="141707" y="64986"/>
                    <a:pt x="148743" y="76098"/>
                    <a:pt x="148743" y="76098"/>
                  </a:cubicBezTo>
                  <a:cubicBezTo>
                    <a:pt x="148180" y="86648"/>
                    <a:pt x="148743" y="104935"/>
                    <a:pt x="148743" y="104935"/>
                  </a:cubicBezTo>
                  <a:cubicBezTo>
                    <a:pt x="142270" y="113796"/>
                    <a:pt x="143396" y="127300"/>
                    <a:pt x="143396" y="127300"/>
                  </a:cubicBezTo>
                  <a:cubicBezTo>
                    <a:pt x="139315" y="134896"/>
                    <a:pt x="140441" y="155573"/>
                    <a:pt x="140441" y="155573"/>
                  </a:cubicBezTo>
                  <a:cubicBezTo>
                    <a:pt x="131012" y="152057"/>
                    <a:pt x="118066" y="148540"/>
                    <a:pt x="118066" y="148540"/>
                  </a:cubicBezTo>
                  <a:cubicBezTo>
                    <a:pt x="121021" y="137428"/>
                    <a:pt x="130449" y="126737"/>
                    <a:pt x="130449" y="126737"/>
                  </a:cubicBezTo>
                  <a:cubicBezTo>
                    <a:pt x="128620" y="117875"/>
                    <a:pt x="118066" y="110842"/>
                    <a:pt x="118066" y="110842"/>
                  </a:cubicBezTo>
                  <a:cubicBezTo>
                    <a:pt x="108075" y="110842"/>
                    <a:pt x="88655" y="111968"/>
                    <a:pt x="88655" y="111968"/>
                  </a:cubicBezTo>
                  <a:cubicBezTo>
                    <a:pt x="77538" y="114921"/>
                    <a:pt x="62199" y="114359"/>
                    <a:pt x="62199" y="114359"/>
                  </a:cubicBezTo>
                  <a:cubicBezTo>
                    <a:pt x="59807" y="106060"/>
                    <a:pt x="58118" y="98745"/>
                    <a:pt x="58118" y="98745"/>
                  </a:cubicBezTo>
                  <a:cubicBezTo>
                    <a:pt x="47564" y="88477"/>
                    <a:pt x="29833" y="74833"/>
                    <a:pt x="29833" y="74833"/>
                  </a:cubicBezTo>
                  <a:cubicBezTo>
                    <a:pt x="19842" y="63017"/>
                    <a:pt x="0" y="60063"/>
                    <a:pt x="0" y="60063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31E6AD27-34B0-4E5D-1E6D-F9D1EE061F34}"/>
                </a:ext>
              </a:extLst>
            </p:cNvPr>
            <p:cNvSpPr/>
            <p:nvPr/>
          </p:nvSpPr>
          <p:spPr>
            <a:xfrm>
              <a:off x="3982065" y="4757795"/>
              <a:ext cx="487789" cy="614981"/>
            </a:xfrm>
            <a:custGeom>
              <a:avLst/>
              <a:gdLst>
                <a:gd name="connsiteX0" fmla="*/ 100053 w 487789"/>
                <a:gd name="connsiteY0" fmla="*/ 0 h 614981"/>
                <a:gd name="connsiteX1" fmla="*/ 95550 w 487789"/>
                <a:gd name="connsiteY1" fmla="*/ 5064 h 614981"/>
                <a:gd name="connsiteX2" fmla="*/ 66280 w 487789"/>
                <a:gd name="connsiteY2" fmla="*/ 8581 h 614981"/>
                <a:gd name="connsiteX3" fmla="*/ 32929 w 487789"/>
                <a:gd name="connsiteY3" fmla="*/ 26304 h 614981"/>
                <a:gd name="connsiteX4" fmla="*/ 16887 w 487789"/>
                <a:gd name="connsiteY4" fmla="*/ 49373 h 614981"/>
                <a:gd name="connsiteX5" fmla="*/ 16887 w 487789"/>
                <a:gd name="connsiteY5" fmla="*/ 64143 h 614981"/>
                <a:gd name="connsiteX6" fmla="*/ 0 w 487789"/>
                <a:gd name="connsiteY6" fmla="*/ 86789 h 614981"/>
                <a:gd name="connsiteX7" fmla="*/ 19138 w 487789"/>
                <a:gd name="connsiteY7" fmla="*/ 119704 h 614981"/>
                <a:gd name="connsiteX8" fmla="*/ 20405 w 487789"/>
                <a:gd name="connsiteY8" fmla="*/ 132645 h 614981"/>
                <a:gd name="connsiteX9" fmla="*/ 35884 w 487789"/>
                <a:gd name="connsiteY9" fmla="*/ 135318 h 614981"/>
                <a:gd name="connsiteX10" fmla="*/ 42498 w 487789"/>
                <a:gd name="connsiteY10" fmla="*/ 147274 h 614981"/>
                <a:gd name="connsiteX11" fmla="*/ 65999 w 487789"/>
                <a:gd name="connsiteY11" fmla="*/ 147274 h 614981"/>
                <a:gd name="connsiteX12" fmla="*/ 80212 w 487789"/>
                <a:gd name="connsiteY12" fmla="*/ 137990 h 614981"/>
                <a:gd name="connsiteX13" fmla="*/ 84152 w 487789"/>
                <a:gd name="connsiteY13" fmla="*/ 150931 h 614981"/>
                <a:gd name="connsiteX14" fmla="*/ 82885 w 487789"/>
                <a:gd name="connsiteY14" fmla="*/ 173578 h 614981"/>
                <a:gd name="connsiteX15" fmla="*/ 104697 w 487789"/>
                <a:gd name="connsiteY15" fmla="*/ 176251 h 614981"/>
                <a:gd name="connsiteX16" fmla="*/ 109482 w 487789"/>
                <a:gd name="connsiteY16" fmla="*/ 175828 h 614981"/>
                <a:gd name="connsiteX17" fmla="*/ 130872 w 487789"/>
                <a:gd name="connsiteY17" fmla="*/ 174000 h 614981"/>
                <a:gd name="connsiteX18" fmla="*/ 153950 w 487789"/>
                <a:gd name="connsiteY18" fmla="*/ 164294 h 614981"/>
                <a:gd name="connsiteX19" fmla="*/ 185472 w 487789"/>
                <a:gd name="connsiteY19" fmla="*/ 146993 h 614981"/>
                <a:gd name="connsiteX20" fmla="*/ 213898 w 487789"/>
                <a:gd name="connsiteY20" fmla="*/ 146149 h 614981"/>
                <a:gd name="connsiteX21" fmla="*/ 213898 w 487789"/>
                <a:gd name="connsiteY21" fmla="*/ 164856 h 614981"/>
                <a:gd name="connsiteX22" fmla="*/ 213898 w 487789"/>
                <a:gd name="connsiteY22" fmla="*/ 192427 h 614981"/>
                <a:gd name="connsiteX23" fmla="*/ 238383 w 487789"/>
                <a:gd name="connsiteY23" fmla="*/ 215917 h 614981"/>
                <a:gd name="connsiteX24" fmla="*/ 264136 w 487789"/>
                <a:gd name="connsiteY24" fmla="*/ 215917 h 614981"/>
                <a:gd name="connsiteX25" fmla="*/ 286792 w 487789"/>
                <a:gd name="connsiteY25" fmla="*/ 232375 h 614981"/>
                <a:gd name="connsiteX26" fmla="*/ 312966 w 487789"/>
                <a:gd name="connsiteY26" fmla="*/ 242643 h 614981"/>
                <a:gd name="connsiteX27" fmla="*/ 328445 w 487789"/>
                <a:gd name="connsiteY27" fmla="*/ 245737 h 614981"/>
                <a:gd name="connsiteX28" fmla="*/ 337311 w 487789"/>
                <a:gd name="connsiteY28" fmla="*/ 267540 h 614981"/>
                <a:gd name="connsiteX29" fmla="*/ 337311 w 487789"/>
                <a:gd name="connsiteY29" fmla="*/ 283013 h 614981"/>
                <a:gd name="connsiteX30" fmla="*/ 342658 w 487789"/>
                <a:gd name="connsiteY30" fmla="*/ 311005 h 614981"/>
                <a:gd name="connsiteX31" fmla="*/ 388815 w 487789"/>
                <a:gd name="connsiteY31" fmla="*/ 311005 h 614981"/>
                <a:gd name="connsiteX32" fmla="*/ 388815 w 487789"/>
                <a:gd name="connsiteY32" fmla="*/ 338716 h 614981"/>
                <a:gd name="connsiteX33" fmla="*/ 409079 w 487789"/>
                <a:gd name="connsiteY33" fmla="*/ 354892 h 614981"/>
                <a:gd name="connsiteX34" fmla="*/ 406124 w 487789"/>
                <a:gd name="connsiteY34" fmla="*/ 380774 h 614981"/>
                <a:gd name="connsiteX35" fmla="*/ 393881 w 487789"/>
                <a:gd name="connsiteY35" fmla="*/ 411438 h 614981"/>
                <a:gd name="connsiteX36" fmla="*/ 398244 w 487789"/>
                <a:gd name="connsiteY36" fmla="*/ 437320 h 614981"/>
                <a:gd name="connsiteX37" fmla="*/ 398806 w 487789"/>
                <a:gd name="connsiteY37" fmla="*/ 464890 h 614981"/>
                <a:gd name="connsiteX38" fmla="*/ 425262 w 487789"/>
                <a:gd name="connsiteY38" fmla="*/ 469672 h 614981"/>
                <a:gd name="connsiteX39" fmla="*/ 434831 w 487789"/>
                <a:gd name="connsiteY39" fmla="*/ 464890 h 614981"/>
                <a:gd name="connsiteX40" fmla="*/ 450451 w 487789"/>
                <a:gd name="connsiteY40" fmla="*/ 469672 h 614981"/>
                <a:gd name="connsiteX41" fmla="*/ 471419 w 487789"/>
                <a:gd name="connsiteY41" fmla="*/ 491335 h 614981"/>
                <a:gd name="connsiteX42" fmla="*/ 486476 w 487789"/>
                <a:gd name="connsiteY42" fmla="*/ 511168 h 614981"/>
                <a:gd name="connsiteX43" fmla="*/ 486476 w 487789"/>
                <a:gd name="connsiteY43" fmla="*/ 555055 h 614981"/>
                <a:gd name="connsiteX44" fmla="*/ 472686 w 487789"/>
                <a:gd name="connsiteY44" fmla="*/ 591767 h 614981"/>
                <a:gd name="connsiteX45" fmla="*/ 434831 w 487789"/>
                <a:gd name="connsiteY45" fmla="*/ 614555 h 614981"/>
                <a:gd name="connsiteX46" fmla="*/ 398806 w 487789"/>
                <a:gd name="connsiteY46" fmla="*/ 608506 h 614981"/>
                <a:gd name="connsiteX47" fmla="*/ 382624 w 487789"/>
                <a:gd name="connsiteY47" fmla="*/ 607943 h 614981"/>
                <a:gd name="connsiteX48" fmla="*/ 398244 w 487789"/>
                <a:gd name="connsiteY48" fmla="*/ 572497 h 614981"/>
                <a:gd name="connsiteX49" fmla="*/ 404295 w 487789"/>
                <a:gd name="connsiteY49" fmla="*/ 552663 h 614981"/>
                <a:gd name="connsiteX50" fmla="*/ 319580 w 487789"/>
                <a:gd name="connsiteY50" fmla="*/ 505823 h 614981"/>
                <a:gd name="connsiteX51" fmla="*/ 291295 w 487789"/>
                <a:gd name="connsiteY51" fmla="*/ 487818 h 614981"/>
                <a:gd name="connsiteX52" fmla="*/ 284118 w 487789"/>
                <a:gd name="connsiteY52" fmla="*/ 449980 h 614981"/>
                <a:gd name="connsiteX53" fmla="*/ 300301 w 487789"/>
                <a:gd name="connsiteY53" fmla="*/ 406093 h 614981"/>
                <a:gd name="connsiteX54" fmla="*/ 320143 w 487789"/>
                <a:gd name="connsiteY54" fmla="*/ 395825 h 614981"/>
                <a:gd name="connsiteX55" fmla="*/ 348428 w 487789"/>
                <a:gd name="connsiteY55" fmla="*/ 391042 h 614981"/>
                <a:gd name="connsiteX56" fmla="*/ 374321 w 487789"/>
                <a:gd name="connsiteY56" fmla="*/ 393433 h 614981"/>
                <a:gd name="connsiteX57" fmla="*/ 394022 w 487789"/>
                <a:gd name="connsiteY57" fmla="*/ 406093 h 614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487789" h="614981">
                  <a:moveTo>
                    <a:pt x="100053" y="0"/>
                  </a:moveTo>
                  <a:lnTo>
                    <a:pt x="95550" y="5064"/>
                  </a:lnTo>
                  <a:cubicBezTo>
                    <a:pt x="84855" y="7737"/>
                    <a:pt x="66280" y="8581"/>
                    <a:pt x="66280" y="8581"/>
                  </a:cubicBezTo>
                  <a:cubicBezTo>
                    <a:pt x="57415" y="11675"/>
                    <a:pt x="32929" y="26304"/>
                    <a:pt x="32929" y="26304"/>
                  </a:cubicBezTo>
                  <a:cubicBezTo>
                    <a:pt x="28426" y="34322"/>
                    <a:pt x="16887" y="49373"/>
                    <a:pt x="16887" y="49373"/>
                  </a:cubicBezTo>
                  <a:cubicBezTo>
                    <a:pt x="17309" y="55703"/>
                    <a:pt x="16887" y="64143"/>
                    <a:pt x="16887" y="64143"/>
                  </a:cubicBezTo>
                  <a:cubicBezTo>
                    <a:pt x="13791" y="66815"/>
                    <a:pt x="0" y="86789"/>
                    <a:pt x="0" y="86789"/>
                  </a:cubicBezTo>
                  <a:cubicBezTo>
                    <a:pt x="1266" y="103247"/>
                    <a:pt x="19138" y="119704"/>
                    <a:pt x="19138" y="119704"/>
                  </a:cubicBezTo>
                  <a:cubicBezTo>
                    <a:pt x="21812" y="123642"/>
                    <a:pt x="20405" y="132645"/>
                    <a:pt x="20405" y="132645"/>
                  </a:cubicBezTo>
                  <a:cubicBezTo>
                    <a:pt x="27019" y="134896"/>
                    <a:pt x="35884" y="135318"/>
                    <a:pt x="35884" y="135318"/>
                  </a:cubicBezTo>
                  <a:cubicBezTo>
                    <a:pt x="37151" y="138834"/>
                    <a:pt x="42498" y="147274"/>
                    <a:pt x="42498" y="147274"/>
                  </a:cubicBezTo>
                  <a:cubicBezTo>
                    <a:pt x="51786" y="149524"/>
                    <a:pt x="65999" y="147274"/>
                    <a:pt x="65999" y="147274"/>
                  </a:cubicBezTo>
                  <a:cubicBezTo>
                    <a:pt x="74442" y="143757"/>
                    <a:pt x="80212" y="137990"/>
                    <a:pt x="80212" y="137990"/>
                  </a:cubicBezTo>
                  <a:cubicBezTo>
                    <a:pt x="84152" y="142913"/>
                    <a:pt x="84152" y="150931"/>
                    <a:pt x="84152" y="150931"/>
                  </a:cubicBezTo>
                  <a:cubicBezTo>
                    <a:pt x="84152" y="163309"/>
                    <a:pt x="82885" y="173578"/>
                    <a:pt x="82885" y="173578"/>
                  </a:cubicBezTo>
                  <a:cubicBezTo>
                    <a:pt x="89077" y="176673"/>
                    <a:pt x="104697" y="176251"/>
                    <a:pt x="104697" y="176251"/>
                  </a:cubicBezTo>
                  <a:cubicBezTo>
                    <a:pt x="105823" y="176251"/>
                    <a:pt x="107512" y="175969"/>
                    <a:pt x="109482" y="175828"/>
                  </a:cubicBezTo>
                  <a:cubicBezTo>
                    <a:pt x="117784" y="175125"/>
                    <a:pt x="130872" y="174000"/>
                    <a:pt x="130872" y="174000"/>
                  </a:cubicBezTo>
                  <a:cubicBezTo>
                    <a:pt x="141144" y="171327"/>
                    <a:pt x="153950" y="164294"/>
                    <a:pt x="153950" y="164294"/>
                  </a:cubicBezTo>
                  <a:cubicBezTo>
                    <a:pt x="162393" y="159371"/>
                    <a:pt x="185472" y="146993"/>
                    <a:pt x="185472" y="146993"/>
                  </a:cubicBezTo>
                  <a:cubicBezTo>
                    <a:pt x="199685" y="145164"/>
                    <a:pt x="213898" y="146149"/>
                    <a:pt x="213898" y="146149"/>
                  </a:cubicBezTo>
                  <a:cubicBezTo>
                    <a:pt x="213475" y="155432"/>
                    <a:pt x="213898" y="164856"/>
                    <a:pt x="213898" y="164856"/>
                  </a:cubicBezTo>
                  <a:cubicBezTo>
                    <a:pt x="214742" y="176813"/>
                    <a:pt x="213898" y="192427"/>
                    <a:pt x="213898" y="192427"/>
                  </a:cubicBezTo>
                  <a:cubicBezTo>
                    <a:pt x="221497" y="200022"/>
                    <a:pt x="238383" y="215917"/>
                    <a:pt x="238383" y="215917"/>
                  </a:cubicBezTo>
                  <a:cubicBezTo>
                    <a:pt x="249922" y="217183"/>
                    <a:pt x="264136" y="215917"/>
                    <a:pt x="264136" y="215917"/>
                  </a:cubicBezTo>
                  <a:cubicBezTo>
                    <a:pt x="272579" y="219856"/>
                    <a:pt x="286792" y="232375"/>
                    <a:pt x="286792" y="232375"/>
                  </a:cubicBezTo>
                  <a:cubicBezTo>
                    <a:pt x="297064" y="236313"/>
                    <a:pt x="312966" y="242643"/>
                    <a:pt x="312966" y="242643"/>
                  </a:cubicBezTo>
                  <a:cubicBezTo>
                    <a:pt x="325350" y="244893"/>
                    <a:pt x="328445" y="245737"/>
                    <a:pt x="328445" y="245737"/>
                  </a:cubicBezTo>
                  <a:cubicBezTo>
                    <a:pt x="332949" y="254177"/>
                    <a:pt x="337311" y="267540"/>
                    <a:pt x="337311" y="267540"/>
                  </a:cubicBezTo>
                  <a:cubicBezTo>
                    <a:pt x="338577" y="275980"/>
                    <a:pt x="337311" y="283013"/>
                    <a:pt x="337311" y="283013"/>
                  </a:cubicBezTo>
                  <a:cubicBezTo>
                    <a:pt x="340829" y="290609"/>
                    <a:pt x="342658" y="311005"/>
                    <a:pt x="342658" y="311005"/>
                  </a:cubicBezTo>
                  <a:lnTo>
                    <a:pt x="388815" y="311005"/>
                  </a:lnTo>
                  <a:cubicBezTo>
                    <a:pt x="388534" y="315366"/>
                    <a:pt x="388815" y="338716"/>
                    <a:pt x="388815" y="338716"/>
                  </a:cubicBezTo>
                  <a:cubicBezTo>
                    <a:pt x="402465" y="341669"/>
                    <a:pt x="409079" y="354892"/>
                    <a:pt x="409079" y="354892"/>
                  </a:cubicBezTo>
                  <a:cubicBezTo>
                    <a:pt x="410909" y="361503"/>
                    <a:pt x="406124" y="380774"/>
                    <a:pt x="406124" y="380774"/>
                  </a:cubicBezTo>
                  <a:cubicBezTo>
                    <a:pt x="397681" y="396387"/>
                    <a:pt x="393881" y="411438"/>
                    <a:pt x="393881" y="411438"/>
                  </a:cubicBezTo>
                  <a:lnTo>
                    <a:pt x="398244" y="437320"/>
                  </a:lnTo>
                  <a:cubicBezTo>
                    <a:pt x="398806" y="450542"/>
                    <a:pt x="398806" y="464890"/>
                    <a:pt x="398806" y="464890"/>
                  </a:cubicBezTo>
                  <a:cubicBezTo>
                    <a:pt x="410768" y="469672"/>
                    <a:pt x="425262" y="469672"/>
                    <a:pt x="425262" y="469672"/>
                  </a:cubicBezTo>
                  <a:lnTo>
                    <a:pt x="434831" y="464890"/>
                  </a:lnTo>
                  <a:cubicBezTo>
                    <a:pt x="442712" y="465453"/>
                    <a:pt x="450451" y="469672"/>
                    <a:pt x="450451" y="469672"/>
                  </a:cubicBezTo>
                  <a:cubicBezTo>
                    <a:pt x="458895" y="478112"/>
                    <a:pt x="471419" y="491335"/>
                    <a:pt x="471419" y="491335"/>
                  </a:cubicBezTo>
                  <a:cubicBezTo>
                    <a:pt x="478596" y="497383"/>
                    <a:pt x="486476" y="511168"/>
                    <a:pt x="486476" y="511168"/>
                  </a:cubicBezTo>
                  <a:cubicBezTo>
                    <a:pt x="489432" y="521436"/>
                    <a:pt x="486476" y="555055"/>
                    <a:pt x="486476" y="555055"/>
                  </a:cubicBezTo>
                  <a:cubicBezTo>
                    <a:pt x="484084" y="561103"/>
                    <a:pt x="472686" y="591767"/>
                    <a:pt x="472686" y="591767"/>
                  </a:cubicBezTo>
                  <a:cubicBezTo>
                    <a:pt x="460724" y="611038"/>
                    <a:pt x="434831" y="614555"/>
                    <a:pt x="434831" y="614555"/>
                  </a:cubicBezTo>
                  <a:cubicBezTo>
                    <a:pt x="420337" y="616946"/>
                    <a:pt x="398806" y="608506"/>
                    <a:pt x="398806" y="608506"/>
                  </a:cubicBezTo>
                  <a:cubicBezTo>
                    <a:pt x="387408" y="607943"/>
                    <a:pt x="382624" y="607943"/>
                    <a:pt x="382624" y="607943"/>
                  </a:cubicBezTo>
                  <a:cubicBezTo>
                    <a:pt x="382624" y="598941"/>
                    <a:pt x="398244" y="572497"/>
                    <a:pt x="398244" y="572497"/>
                  </a:cubicBezTo>
                  <a:cubicBezTo>
                    <a:pt x="401902" y="564057"/>
                    <a:pt x="404295" y="552663"/>
                    <a:pt x="404295" y="552663"/>
                  </a:cubicBezTo>
                  <a:cubicBezTo>
                    <a:pt x="392896" y="540004"/>
                    <a:pt x="319580" y="505823"/>
                    <a:pt x="319580" y="505823"/>
                  </a:cubicBezTo>
                  <a:cubicBezTo>
                    <a:pt x="304523" y="496820"/>
                    <a:pt x="291295" y="487818"/>
                    <a:pt x="291295" y="487818"/>
                  </a:cubicBezTo>
                  <a:cubicBezTo>
                    <a:pt x="284118" y="476424"/>
                    <a:pt x="284118" y="449980"/>
                    <a:pt x="284118" y="449980"/>
                  </a:cubicBezTo>
                  <a:cubicBezTo>
                    <a:pt x="283555" y="439711"/>
                    <a:pt x="300301" y="406093"/>
                    <a:pt x="300301" y="406093"/>
                  </a:cubicBezTo>
                  <a:cubicBezTo>
                    <a:pt x="304523" y="398919"/>
                    <a:pt x="320143" y="395825"/>
                    <a:pt x="320143" y="395825"/>
                  </a:cubicBezTo>
                  <a:cubicBezTo>
                    <a:pt x="336326" y="392167"/>
                    <a:pt x="348428" y="391042"/>
                    <a:pt x="348428" y="391042"/>
                  </a:cubicBezTo>
                  <a:cubicBezTo>
                    <a:pt x="357434" y="391605"/>
                    <a:pt x="374321" y="393433"/>
                    <a:pt x="374321" y="393433"/>
                  </a:cubicBezTo>
                  <a:cubicBezTo>
                    <a:pt x="379668" y="396387"/>
                    <a:pt x="394022" y="406093"/>
                    <a:pt x="394022" y="406093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A87E17D0-34F8-45A4-68C9-3D4AE8083FC0}"/>
                </a:ext>
              </a:extLst>
            </p:cNvPr>
            <p:cNvSpPr/>
            <p:nvPr/>
          </p:nvSpPr>
          <p:spPr>
            <a:xfrm>
              <a:off x="4070860" y="4932217"/>
              <a:ext cx="42129" cy="191019"/>
            </a:xfrm>
            <a:custGeom>
              <a:avLst/>
              <a:gdLst>
                <a:gd name="connsiteX0" fmla="*/ 20405 w 42129"/>
                <a:gd name="connsiteY0" fmla="*/ 0 h 191019"/>
                <a:gd name="connsiteX1" fmla="*/ 29130 w 42129"/>
                <a:gd name="connsiteY1" fmla="*/ 17442 h 191019"/>
                <a:gd name="connsiteX2" fmla="*/ 41935 w 42129"/>
                <a:gd name="connsiteY2" fmla="*/ 36713 h 191019"/>
                <a:gd name="connsiteX3" fmla="*/ 32085 w 42129"/>
                <a:gd name="connsiteY3" fmla="*/ 67799 h 191019"/>
                <a:gd name="connsiteX4" fmla="*/ 35040 w 42129"/>
                <a:gd name="connsiteY4" fmla="*/ 80177 h 191019"/>
                <a:gd name="connsiteX5" fmla="*/ 25471 w 42129"/>
                <a:gd name="connsiteY5" fmla="*/ 105778 h 191019"/>
                <a:gd name="connsiteX6" fmla="*/ 27722 w 42129"/>
                <a:gd name="connsiteY6" fmla="*/ 129128 h 191019"/>
                <a:gd name="connsiteX7" fmla="*/ 39121 w 42129"/>
                <a:gd name="connsiteY7" fmla="*/ 139256 h 191019"/>
                <a:gd name="connsiteX8" fmla="*/ 22234 w 42129"/>
                <a:gd name="connsiteY8" fmla="*/ 157964 h 191019"/>
                <a:gd name="connsiteX9" fmla="*/ 13932 w 42129"/>
                <a:gd name="connsiteY9" fmla="*/ 174421 h 191019"/>
                <a:gd name="connsiteX10" fmla="*/ 12102 w 42129"/>
                <a:gd name="connsiteY10" fmla="*/ 186378 h 191019"/>
                <a:gd name="connsiteX11" fmla="*/ 0 w 42129"/>
                <a:gd name="connsiteY11" fmla="*/ 191020 h 191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129" h="191019">
                  <a:moveTo>
                    <a:pt x="20405" y="0"/>
                  </a:moveTo>
                  <a:lnTo>
                    <a:pt x="29130" y="17442"/>
                  </a:lnTo>
                  <a:cubicBezTo>
                    <a:pt x="36447" y="25178"/>
                    <a:pt x="41935" y="36713"/>
                    <a:pt x="41935" y="36713"/>
                  </a:cubicBezTo>
                  <a:cubicBezTo>
                    <a:pt x="43765" y="47684"/>
                    <a:pt x="32085" y="67799"/>
                    <a:pt x="32085" y="67799"/>
                  </a:cubicBezTo>
                  <a:cubicBezTo>
                    <a:pt x="31803" y="68643"/>
                    <a:pt x="35040" y="80177"/>
                    <a:pt x="35040" y="80177"/>
                  </a:cubicBezTo>
                  <a:cubicBezTo>
                    <a:pt x="33210" y="88898"/>
                    <a:pt x="25471" y="105778"/>
                    <a:pt x="25471" y="105778"/>
                  </a:cubicBezTo>
                  <a:cubicBezTo>
                    <a:pt x="25049" y="117172"/>
                    <a:pt x="27722" y="129128"/>
                    <a:pt x="27722" y="129128"/>
                  </a:cubicBezTo>
                  <a:cubicBezTo>
                    <a:pt x="34618" y="136020"/>
                    <a:pt x="39121" y="139256"/>
                    <a:pt x="39121" y="139256"/>
                  </a:cubicBezTo>
                  <a:cubicBezTo>
                    <a:pt x="39684" y="139678"/>
                    <a:pt x="22234" y="157964"/>
                    <a:pt x="22234" y="157964"/>
                  </a:cubicBezTo>
                  <a:lnTo>
                    <a:pt x="13932" y="174421"/>
                  </a:lnTo>
                  <a:cubicBezTo>
                    <a:pt x="12524" y="183142"/>
                    <a:pt x="12102" y="186378"/>
                    <a:pt x="12102" y="186378"/>
                  </a:cubicBezTo>
                  <a:cubicBezTo>
                    <a:pt x="8021" y="189050"/>
                    <a:pt x="0" y="191020"/>
                    <a:pt x="0" y="19102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57C75431-8F3C-D924-320E-171FCF2FB857}"/>
                </a:ext>
              </a:extLst>
            </p:cNvPr>
            <p:cNvSpPr/>
            <p:nvPr/>
          </p:nvSpPr>
          <p:spPr>
            <a:xfrm>
              <a:off x="4091969" y="5100871"/>
              <a:ext cx="175199" cy="141225"/>
            </a:xfrm>
            <a:custGeom>
              <a:avLst/>
              <a:gdLst>
                <a:gd name="connsiteX0" fmla="*/ 0 w 175199"/>
                <a:gd name="connsiteY0" fmla="*/ 0 h 141225"/>
                <a:gd name="connsiteX1" fmla="*/ 10132 w 175199"/>
                <a:gd name="connsiteY1" fmla="*/ 13222 h 141225"/>
                <a:gd name="connsiteX2" fmla="*/ 10132 w 175199"/>
                <a:gd name="connsiteY2" fmla="*/ 35728 h 141225"/>
                <a:gd name="connsiteX3" fmla="*/ 25752 w 175199"/>
                <a:gd name="connsiteY3" fmla="*/ 48247 h 141225"/>
                <a:gd name="connsiteX4" fmla="*/ 20968 w 175199"/>
                <a:gd name="connsiteY4" fmla="*/ 63017 h 141225"/>
                <a:gd name="connsiteX5" fmla="*/ 29552 w 175199"/>
                <a:gd name="connsiteY5" fmla="*/ 93400 h 141225"/>
                <a:gd name="connsiteX6" fmla="*/ 35040 w 175199"/>
                <a:gd name="connsiteY6" fmla="*/ 119141 h 141225"/>
                <a:gd name="connsiteX7" fmla="*/ 39684 w 175199"/>
                <a:gd name="connsiteY7" fmla="*/ 140100 h 141225"/>
                <a:gd name="connsiteX8" fmla="*/ 59103 w 175199"/>
                <a:gd name="connsiteY8" fmla="*/ 140100 h 141225"/>
                <a:gd name="connsiteX9" fmla="*/ 62340 w 175199"/>
                <a:gd name="connsiteY9" fmla="*/ 137709 h 141225"/>
                <a:gd name="connsiteX10" fmla="*/ 76975 w 175199"/>
                <a:gd name="connsiteY10" fmla="*/ 120688 h 141225"/>
                <a:gd name="connsiteX11" fmla="*/ 87107 w 175199"/>
                <a:gd name="connsiteY11" fmla="*/ 118297 h 141225"/>
                <a:gd name="connsiteX12" fmla="*/ 115955 w 175199"/>
                <a:gd name="connsiteY12" fmla="*/ 122236 h 141225"/>
                <a:gd name="connsiteX13" fmla="*/ 126791 w 175199"/>
                <a:gd name="connsiteY13" fmla="*/ 141225 h 141225"/>
                <a:gd name="connsiteX14" fmla="*/ 133968 w 175199"/>
                <a:gd name="connsiteY14" fmla="*/ 123080 h 141225"/>
                <a:gd name="connsiteX15" fmla="*/ 175199 w 175199"/>
                <a:gd name="connsiteY15" fmla="*/ 122236 h 14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5199" h="141225">
                  <a:moveTo>
                    <a:pt x="0" y="0"/>
                  </a:moveTo>
                  <a:lnTo>
                    <a:pt x="10132" y="13222"/>
                  </a:lnTo>
                  <a:cubicBezTo>
                    <a:pt x="12524" y="25741"/>
                    <a:pt x="10132" y="35728"/>
                    <a:pt x="10132" y="35728"/>
                  </a:cubicBezTo>
                  <a:cubicBezTo>
                    <a:pt x="23360" y="45012"/>
                    <a:pt x="25752" y="48247"/>
                    <a:pt x="25752" y="48247"/>
                  </a:cubicBezTo>
                  <a:cubicBezTo>
                    <a:pt x="22656" y="59078"/>
                    <a:pt x="20968" y="63017"/>
                    <a:pt x="20968" y="63017"/>
                  </a:cubicBezTo>
                  <a:cubicBezTo>
                    <a:pt x="20264" y="71597"/>
                    <a:pt x="29552" y="93400"/>
                    <a:pt x="29552" y="93400"/>
                  </a:cubicBezTo>
                  <a:cubicBezTo>
                    <a:pt x="36588" y="109013"/>
                    <a:pt x="35040" y="119141"/>
                    <a:pt x="35040" y="119141"/>
                  </a:cubicBezTo>
                  <a:cubicBezTo>
                    <a:pt x="38980" y="132363"/>
                    <a:pt x="39684" y="140100"/>
                    <a:pt x="39684" y="140100"/>
                  </a:cubicBezTo>
                  <a:cubicBezTo>
                    <a:pt x="51363" y="142491"/>
                    <a:pt x="59103" y="140100"/>
                    <a:pt x="59103" y="140100"/>
                  </a:cubicBezTo>
                  <a:cubicBezTo>
                    <a:pt x="60229" y="139397"/>
                    <a:pt x="61214" y="138693"/>
                    <a:pt x="62340" y="137709"/>
                  </a:cubicBezTo>
                  <a:cubicBezTo>
                    <a:pt x="69376" y="131660"/>
                    <a:pt x="76975" y="120688"/>
                    <a:pt x="76975" y="120688"/>
                  </a:cubicBezTo>
                  <a:cubicBezTo>
                    <a:pt x="83167" y="117594"/>
                    <a:pt x="87107" y="118297"/>
                    <a:pt x="87107" y="118297"/>
                  </a:cubicBezTo>
                  <a:cubicBezTo>
                    <a:pt x="101179" y="121392"/>
                    <a:pt x="115955" y="122236"/>
                    <a:pt x="115955" y="122236"/>
                  </a:cubicBezTo>
                  <a:cubicBezTo>
                    <a:pt x="121443" y="131520"/>
                    <a:pt x="126791" y="141225"/>
                    <a:pt x="126791" y="141225"/>
                  </a:cubicBezTo>
                  <a:cubicBezTo>
                    <a:pt x="134530" y="136302"/>
                    <a:pt x="133968" y="123080"/>
                    <a:pt x="133968" y="123080"/>
                  </a:cubicBezTo>
                  <a:cubicBezTo>
                    <a:pt x="146914" y="123080"/>
                    <a:pt x="175199" y="122236"/>
                    <a:pt x="175199" y="122236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803D3BA4-53CA-3239-EAD4-E9146BDAED56}"/>
                </a:ext>
              </a:extLst>
            </p:cNvPr>
            <p:cNvSpPr/>
            <p:nvPr/>
          </p:nvSpPr>
          <p:spPr>
            <a:xfrm>
              <a:off x="3991086" y="5243503"/>
              <a:ext cx="162659" cy="933858"/>
            </a:xfrm>
            <a:custGeom>
              <a:avLst/>
              <a:gdLst>
                <a:gd name="connsiteX0" fmla="*/ 162659 w 162659"/>
                <a:gd name="connsiteY0" fmla="*/ 0 h 933858"/>
                <a:gd name="connsiteX1" fmla="*/ 162659 w 162659"/>
                <a:gd name="connsiteY1" fmla="*/ 6752 h 933858"/>
                <a:gd name="connsiteX2" fmla="*/ 160971 w 162659"/>
                <a:gd name="connsiteY2" fmla="*/ 18567 h 933858"/>
                <a:gd name="connsiteX3" fmla="*/ 156889 w 162659"/>
                <a:gd name="connsiteY3" fmla="*/ 29539 h 933858"/>
                <a:gd name="connsiteX4" fmla="*/ 128323 w 162659"/>
                <a:gd name="connsiteY4" fmla="*/ 46840 h 933858"/>
                <a:gd name="connsiteX5" fmla="*/ 128323 w 162659"/>
                <a:gd name="connsiteY5" fmla="*/ 82287 h 933858"/>
                <a:gd name="connsiteX6" fmla="*/ 125508 w 162659"/>
                <a:gd name="connsiteY6" fmla="*/ 106200 h 933858"/>
                <a:gd name="connsiteX7" fmla="*/ 103274 w 162659"/>
                <a:gd name="connsiteY7" fmla="*/ 146429 h 933858"/>
                <a:gd name="connsiteX8" fmla="*/ 93424 w 162659"/>
                <a:gd name="connsiteY8" fmla="*/ 169498 h 933858"/>
                <a:gd name="connsiteX9" fmla="*/ 90891 w 162659"/>
                <a:gd name="connsiteY9" fmla="*/ 205086 h 933858"/>
                <a:gd name="connsiteX10" fmla="*/ 83573 w 162659"/>
                <a:gd name="connsiteY10" fmla="*/ 216620 h 933858"/>
                <a:gd name="connsiteX11" fmla="*/ 75411 w 162659"/>
                <a:gd name="connsiteY11" fmla="*/ 233781 h 933858"/>
                <a:gd name="connsiteX12" fmla="*/ 78366 w 162659"/>
                <a:gd name="connsiteY12" fmla="*/ 259100 h 933858"/>
                <a:gd name="connsiteX13" fmla="*/ 89484 w 162659"/>
                <a:gd name="connsiteY13" fmla="*/ 291593 h 933858"/>
                <a:gd name="connsiteX14" fmla="*/ 85684 w 162659"/>
                <a:gd name="connsiteY14" fmla="*/ 323242 h 933858"/>
                <a:gd name="connsiteX15" fmla="*/ 75411 w 162659"/>
                <a:gd name="connsiteY15" fmla="*/ 353625 h 933858"/>
                <a:gd name="connsiteX16" fmla="*/ 79211 w 162659"/>
                <a:gd name="connsiteY16" fmla="*/ 366004 h 933858"/>
                <a:gd name="connsiteX17" fmla="*/ 75271 w 162659"/>
                <a:gd name="connsiteY17" fmla="*/ 384430 h 933858"/>
                <a:gd name="connsiteX18" fmla="*/ 60776 w 162659"/>
                <a:gd name="connsiteY18" fmla="*/ 394699 h 933858"/>
                <a:gd name="connsiteX19" fmla="*/ 60776 w 162659"/>
                <a:gd name="connsiteY19" fmla="*/ 432678 h 933858"/>
                <a:gd name="connsiteX20" fmla="*/ 62324 w 162659"/>
                <a:gd name="connsiteY20" fmla="*/ 443509 h 933858"/>
                <a:gd name="connsiteX21" fmla="*/ 65983 w 162659"/>
                <a:gd name="connsiteY21" fmla="*/ 449276 h 933858"/>
                <a:gd name="connsiteX22" fmla="*/ 62606 w 162659"/>
                <a:gd name="connsiteY22" fmla="*/ 456309 h 933858"/>
                <a:gd name="connsiteX23" fmla="*/ 51911 w 162659"/>
                <a:gd name="connsiteY23" fmla="*/ 460529 h 933858"/>
                <a:gd name="connsiteX24" fmla="*/ 51911 w 162659"/>
                <a:gd name="connsiteY24" fmla="*/ 469109 h 933858"/>
                <a:gd name="connsiteX25" fmla="*/ 49237 w 162659"/>
                <a:gd name="connsiteY25" fmla="*/ 480784 h 933858"/>
                <a:gd name="connsiteX26" fmla="*/ 49237 w 162659"/>
                <a:gd name="connsiteY26" fmla="*/ 484441 h 933858"/>
                <a:gd name="connsiteX27" fmla="*/ 44593 w 162659"/>
                <a:gd name="connsiteY27" fmla="*/ 482894 h 933858"/>
                <a:gd name="connsiteX28" fmla="*/ 44593 w 162659"/>
                <a:gd name="connsiteY28" fmla="*/ 492319 h 933858"/>
                <a:gd name="connsiteX29" fmla="*/ 44593 w 162659"/>
                <a:gd name="connsiteY29" fmla="*/ 497523 h 933858"/>
                <a:gd name="connsiteX30" fmla="*/ 40653 w 162659"/>
                <a:gd name="connsiteY30" fmla="*/ 501743 h 933858"/>
                <a:gd name="connsiteX31" fmla="*/ 45156 w 162659"/>
                <a:gd name="connsiteY31" fmla="*/ 507229 h 933858"/>
                <a:gd name="connsiteX32" fmla="*/ 40653 w 162659"/>
                <a:gd name="connsiteY32" fmla="*/ 510886 h 933858"/>
                <a:gd name="connsiteX33" fmla="*/ 38542 w 162659"/>
                <a:gd name="connsiteY33" fmla="*/ 519467 h 933858"/>
                <a:gd name="connsiteX34" fmla="*/ 39809 w 162659"/>
                <a:gd name="connsiteY34" fmla="*/ 528610 h 933858"/>
                <a:gd name="connsiteX35" fmla="*/ 39809 w 162659"/>
                <a:gd name="connsiteY35" fmla="*/ 539300 h 933858"/>
                <a:gd name="connsiteX36" fmla="*/ 41920 w 162659"/>
                <a:gd name="connsiteY36" fmla="*/ 546896 h 933858"/>
                <a:gd name="connsiteX37" fmla="*/ 41357 w 162659"/>
                <a:gd name="connsiteY37" fmla="*/ 553366 h 933858"/>
                <a:gd name="connsiteX38" fmla="*/ 42342 w 162659"/>
                <a:gd name="connsiteY38" fmla="*/ 566167 h 933858"/>
                <a:gd name="connsiteX39" fmla="*/ 35587 w 162659"/>
                <a:gd name="connsiteY39" fmla="*/ 566167 h 933858"/>
                <a:gd name="connsiteX40" fmla="*/ 32913 w 162659"/>
                <a:gd name="connsiteY40" fmla="*/ 572215 h 933858"/>
                <a:gd name="connsiteX41" fmla="*/ 37417 w 162659"/>
                <a:gd name="connsiteY41" fmla="*/ 576435 h 933858"/>
                <a:gd name="connsiteX42" fmla="*/ 32913 w 162659"/>
                <a:gd name="connsiteY42" fmla="*/ 584312 h 933858"/>
                <a:gd name="connsiteX43" fmla="*/ 35587 w 162659"/>
                <a:gd name="connsiteY43" fmla="*/ 595987 h 933858"/>
                <a:gd name="connsiteX44" fmla="*/ 43749 w 162659"/>
                <a:gd name="connsiteY44" fmla="*/ 602457 h 933858"/>
                <a:gd name="connsiteX45" fmla="*/ 42905 w 162659"/>
                <a:gd name="connsiteY45" fmla="*/ 607381 h 933858"/>
                <a:gd name="connsiteX46" fmla="*/ 38261 w 162659"/>
                <a:gd name="connsiteY46" fmla="*/ 608928 h 933858"/>
                <a:gd name="connsiteX47" fmla="*/ 44312 w 162659"/>
                <a:gd name="connsiteY47" fmla="*/ 614695 h 933858"/>
                <a:gd name="connsiteX48" fmla="*/ 43749 w 162659"/>
                <a:gd name="connsiteY48" fmla="*/ 623276 h 933858"/>
                <a:gd name="connsiteX49" fmla="*/ 44593 w 162659"/>
                <a:gd name="connsiteY49" fmla="*/ 626089 h 933858"/>
                <a:gd name="connsiteX50" fmla="*/ 45156 w 162659"/>
                <a:gd name="connsiteY50" fmla="*/ 630309 h 933858"/>
                <a:gd name="connsiteX51" fmla="*/ 40935 w 162659"/>
                <a:gd name="connsiteY51" fmla="*/ 633403 h 933858"/>
                <a:gd name="connsiteX52" fmla="*/ 42483 w 162659"/>
                <a:gd name="connsiteY52" fmla="*/ 643531 h 933858"/>
                <a:gd name="connsiteX53" fmla="*/ 53459 w 162659"/>
                <a:gd name="connsiteY53" fmla="*/ 643531 h 933858"/>
                <a:gd name="connsiteX54" fmla="*/ 59228 w 162659"/>
                <a:gd name="connsiteY54" fmla="*/ 648454 h 933858"/>
                <a:gd name="connsiteX55" fmla="*/ 55851 w 162659"/>
                <a:gd name="connsiteY55" fmla="*/ 650564 h 933858"/>
                <a:gd name="connsiteX56" fmla="*/ 56414 w 162659"/>
                <a:gd name="connsiteY56" fmla="*/ 657035 h 933858"/>
                <a:gd name="connsiteX57" fmla="*/ 49941 w 162659"/>
                <a:gd name="connsiteY57" fmla="*/ 655769 h 933858"/>
                <a:gd name="connsiteX58" fmla="*/ 43608 w 162659"/>
                <a:gd name="connsiteY58" fmla="*/ 657597 h 933858"/>
                <a:gd name="connsiteX59" fmla="*/ 35446 w 162659"/>
                <a:gd name="connsiteY59" fmla="*/ 656191 h 933858"/>
                <a:gd name="connsiteX60" fmla="*/ 37276 w 162659"/>
                <a:gd name="connsiteY60" fmla="*/ 661676 h 933858"/>
                <a:gd name="connsiteX61" fmla="*/ 47689 w 162659"/>
                <a:gd name="connsiteY61" fmla="*/ 663786 h 933858"/>
                <a:gd name="connsiteX62" fmla="*/ 48533 w 162659"/>
                <a:gd name="connsiteY62" fmla="*/ 668428 h 933858"/>
                <a:gd name="connsiteX63" fmla="*/ 53740 w 162659"/>
                <a:gd name="connsiteY63" fmla="*/ 673914 h 933858"/>
                <a:gd name="connsiteX64" fmla="*/ 49237 w 162659"/>
                <a:gd name="connsiteY64" fmla="*/ 679681 h 933858"/>
                <a:gd name="connsiteX65" fmla="*/ 42905 w 162659"/>
                <a:gd name="connsiteY65" fmla="*/ 683057 h 933858"/>
                <a:gd name="connsiteX66" fmla="*/ 43890 w 162659"/>
                <a:gd name="connsiteY66" fmla="*/ 695013 h 933858"/>
                <a:gd name="connsiteX67" fmla="*/ 44875 w 162659"/>
                <a:gd name="connsiteY67" fmla="*/ 701765 h 933858"/>
                <a:gd name="connsiteX68" fmla="*/ 38824 w 162659"/>
                <a:gd name="connsiteY68" fmla="*/ 704157 h 933858"/>
                <a:gd name="connsiteX69" fmla="*/ 44312 w 162659"/>
                <a:gd name="connsiteY69" fmla="*/ 710908 h 933858"/>
                <a:gd name="connsiteX70" fmla="*/ 45578 w 162659"/>
                <a:gd name="connsiteY70" fmla="*/ 721880 h 933858"/>
                <a:gd name="connsiteX71" fmla="*/ 41920 w 162659"/>
                <a:gd name="connsiteY71" fmla="*/ 727366 h 933858"/>
                <a:gd name="connsiteX72" fmla="*/ 37276 w 162659"/>
                <a:gd name="connsiteY72" fmla="*/ 728351 h 933858"/>
                <a:gd name="connsiteX73" fmla="*/ 39105 w 162659"/>
                <a:gd name="connsiteY73" fmla="*/ 736228 h 933858"/>
                <a:gd name="connsiteX74" fmla="*/ 39949 w 162659"/>
                <a:gd name="connsiteY74" fmla="*/ 743542 h 933858"/>
                <a:gd name="connsiteX75" fmla="*/ 36009 w 162659"/>
                <a:gd name="connsiteY75" fmla="*/ 746215 h 933858"/>
                <a:gd name="connsiteX76" fmla="*/ 28973 w 162659"/>
                <a:gd name="connsiteY76" fmla="*/ 752263 h 933858"/>
                <a:gd name="connsiteX77" fmla="*/ 28973 w 162659"/>
                <a:gd name="connsiteY77" fmla="*/ 757749 h 933858"/>
                <a:gd name="connsiteX78" fmla="*/ 23766 w 162659"/>
                <a:gd name="connsiteY78" fmla="*/ 767455 h 933858"/>
                <a:gd name="connsiteX79" fmla="*/ 27144 w 162659"/>
                <a:gd name="connsiteY79" fmla="*/ 774206 h 933858"/>
                <a:gd name="connsiteX80" fmla="*/ 30521 w 162659"/>
                <a:gd name="connsiteY80" fmla="*/ 782787 h 933858"/>
                <a:gd name="connsiteX81" fmla="*/ 23766 w 162659"/>
                <a:gd name="connsiteY81" fmla="*/ 790101 h 933858"/>
                <a:gd name="connsiteX82" fmla="*/ 23766 w 162659"/>
                <a:gd name="connsiteY82" fmla="*/ 801073 h 933858"/>
                <a:gd name="connsiteX83" fmla="*/ 17012 w 162659"/>
                <a:gd name="connsiteY83" fmla="*/ 807825 h 933858"/>
                <a:gd name="connsiteX84" fmla="*/ 10257 w 162659"/>
                <a:gd name="connsiteY84" fmla="*/ 813029 h 933858"/>
                <a:gd name="connsiteX85" fmla="*/ 10257 w 162659"/>
                <a:gd name="connsiteY85" fmla="*/ 819500 h 933858"/>
                <a:gd name="connsiteX86" fmla="*/ 5050 w 162659"/>
                <a:gd name="connsiteY86" fmla="*/ 832300 h 933858"/>
                <a:gd name="connsiteX87" fmla="*/ 125 w 162659"/>
                <a:gd name="connsiteY87" fmla="*/ 842709 h 933858"/>
                <a:gd name="connsiteX88" fmla="*/ 125 w 162659"/>
                <a:gd name="connsiteY88" fmla="*/ 857619 h 933858"/>
                <a:gd name="connsiteX89" fmla="*/ 3221 w 162659"/>
                <a:gd name="connsiteY89" fmla="*/ 869294 h 933858"/>
                <a:gd name="connsiteX90" fmla="*/ 7443 w 162659"/>
                <a:gd name="connsiteY90" fmla="*/ 877171 h 933858"/>
                <a:gd name="connsiteX91" fmla="*/ 16308 w 162659"/>
                <a:gd name="connsiteY91" fmla="*/ 872670 h 933858"/>
                <a:gd name="connsiteX92" fmla="*/ 21796 w 162659"/>
                <a:gd name="connsiteY92" fmla="*/ 873655 h 933858"/>
                <a:gd name="connsiteX93" fmla="*/ 27847 w 162659"/>
                <a:gd name="connsiteY93" fmla="*/ 872108 h 933858"/>
                <a:gd name="connsiteX94" fmla="*/ 29395 w 162659"/>
                <a:gd name="connsiteY94" fmla="*/ 877171 h 933858"/>
                <a:gd name="connsiteX95" fmla="*/ 31225 w 162659"/>
                <a:gd name="connsiteY95" fmla="*/ 884908 h 933858"/>
                <a:gd name="connsiteX96" fmla="*/ 27285 w 162659"/>
                <a:gd name="connsiteY96" fmla="*/ 888565 h 933858"/>
                <a:gd name="connsiteX97" fmla="*/ 30099 w 162659"/>
                <a:gd name="connsiteY97" fmla="*/ 895598 h 933858"/>
                <a:gd name="connsiteX98" fmla="*/ 28269 w 162659"/>
                <a:gd name="connsiteY98" fmla="*/ 900240 h 933858"/>
                <a:gd name="connsiteX99" fmla="*/ 26159 w 162659"/>
                <a:gd name="connsiteY99" fmla="*/ 909383 h 933858"/>
                <a:gd name="connsiteX100" fmla="*/ 30803 w 162659"/>
                <a:gd name="connsiteY100" fmla="*/ 914025 h 933858"/>
                <a:gd name="connsiteX101" fmla="*/ 36572 w 162659"/>
                <a:gd name="connsiteY101" fmla="*/ 919229 h 933858"/>
                <a:gd name="connsiteX102" fmla="*/ 36854 w 162659"/>
                <a:gd name="connsiteY102" fmla="*/ 924434 h 933858"/>
                <a:gd name="connsiteX103" fmla="*/ 86669 w 162659"/>
                <a:gd name="connsiteY103" fmla="*/ 925981 h 933858"/>
                <a:gd name="connsiteX104" fmla="*/ 97927 w 162659"/>
                <a:gd name="connsiteY104" fmla="*/ 932030 h 933858"/>
                <a:gd name="connsiteX105" fmla="*/ 107918 w 162659"/>
                <a:gd name="connsiteY105" fmla="*/ 933858 h 933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162659" h="933858">
                  <a:moveTo>
                    <a:pt x="162659" y="0"/>
                  </a:moveTo>
                  <a:lnTo>
                    <a:pt x="162659" y="6752"/>
                  </a:lnTo>
                  <a:cubicBezTo>
                    <a:pt x="162518" y="12378"/>
                    <a:pt x="160971" y="18567"/>
                    <a:pt x="160971" y="18567"/>
                  </a:cubicBezTo>
                  <a:cubicBezTo>
                    <a:pt x="158578" y="23068"/>
                    <a:pt x="156889" y="29539"/>
                    <a:pt x="156889" y="29539"/>
                  </a:cubicBezTo>
                  <a:cubicBezTo>
                    <a:pt x="151542" y="33618"/>
                    <a:pt x="128323" y="46840"/>
                    <a:pt x="128323" y="46840"/>
                  </a:cubicBezTo>
                  <a:cubicBezTo>
                    <a:pt x="125931" y="50638"/>
                    <a:pt x="128323" y="82287"/>
                    <a:pt x="128323" y="82287"/>
                  </a:cubicBezTo>
                  <a:cubicBezTo>
                    <a:pt x="126916" y="92556"/>
                    <a:pt x="125508" y="106200"/>
                    <a:pt x="125508" y="106200"/>
                  </a:cubicBezTo>
                  <a:cubicBezTo>
                    <a:pt x="121709" y="118578"/>
                    <a:pt x="103274" y="146429"/>
                    <a:pt x="103274" y="146429"/>
                  </a:cubicBezTo>
                  <a:cubicBezTo>
                    <a:pt x="95957" y="153322"/>
                    <a:pt x="93424" y="169498"/>
                    <a:pt x="93424" y="169498"/>
                  </a:cubicBezTo>
                  <a:cubicBezTo>
                    <a:pt x="92157" y="183564"/>
                    <a:pt x="90891" y="205086"/>
                    <a:pt x="90891" y="205086"/>
                  </a:cubicBezTo>
                  <a:cubicBezTo>
                    <a:pt x="87091" y="212400"/>
                    <a:pt x="83573" y="216620"/>
                    <a:pt x="83573" y="216620"/>
                  </a:cubicBezTo>
                  <a:cubicBezTo>
                    <a:pt x="79352" y="223934"/>
                    <a:pt x="75411" y="233781"/>
                    <a:pt x="75411" y="233781"/>
                  </a:cubicBezTo>
                  <a:cubicBezTo>
                    <a:pt x="77522" y="250098"/>
                    <a:pt x="78366" y="259100"/>
                    <a:pt x="78366" y="259100"/>
                  </a:cubicBezTo>
                  <a:lnTo>
                    <a:pt x="89484" y="291593"/>
                  </a:lnTo>
                  <a:cubicBezTo>
                    <a:pt x="93283" y="305659"/>
                    <a:pt x="85684" y="323242"/>
                    <a:pt x="85684" y="323242"/>
                  </a:cubicBezTo>
                  <a:cubicBezTo>
                    <a:pt x="81462" y="333933"/>
                    <a:pt x="75411" y="353625"/>
                    <a:pt x="75411" y="353625"/>
                  </a:cubicBezTo>
                  <a:cubicBezTo>
                    <a:pt x="74989" y="361784"/>
                    <a:pt x="79211" y="366004"/>
                    <a:pt x="79211" y="366004"/>
                  </a:cubicBezTo>
                  <a:cubicBezTo>
                    <a:pt x="79633" y="373740"/>
                    <a:pt x="75271" y="384430"/>
                    <a:pt x="75271" y="384430"/>
                  </a:cubicBezTo>
                  <a:cubicBezTo>
                    <a:pt x="69782" y="386962"/>
                    <a:pt x="60776" y="394699"/>
                    <a:pt x="60776" y="394699"/>
                  </a:cubicBezTo>
                  <a:cubicBezTo>
                    <a:pt x="59932" y="403279"/>
                    <a:pt x="60776" y="432678"/>
                    <a:pt x="60776" y="432678"/>
                  </a:cubicBezTo>
                  <a:cubicBezTo>
                    <a:pt x="61621" y="435772"/>
                    <a:pt x="62324" y="443509"/>
                    <a:pt x="62324" y="443509"/>
                  </a:cubicBezTo>
                  <a:cubicBezTo>
                    <a:pt x="65139" y="448010"/>
                    <a:pt x="65983" y="449276"/>
                    <a:pt x="65983" y="449276"/>
                  </a:cubicBezTo>
                  <a:cubicBezTo>
                    <a:pt x="65420" y="454762"/>
                    <a:pt x="62606" y="456309"/>
                    <a:pt x="62606" y="456309"/>
                  </a:cubicBezTo>
                  <a:cubicBezTo>
                    <a:pt x="57118" y="456590"/>
                    <a:pt x="51911" y="460529"/>
                    <a:pt x="51911" y="460529"/>
                  </a:cubicBezTo>
                  <a:cubicBezTo>
                    <a:pt x="52192" y="465452"/>
                    <a:pt x="51911" y="469109"/>
                    <a:pt x="51911" y="469109"/>
                  </a:cubicBezTo>
                  <a:cubicBezTo>
                    <a:pt x="52192" y="474595"/>
                    <a:pt x="49237" y="480784"/>
                    <a:pt x="49237" y="480784"/>
                  </a:cubicBezTo>
                  <a:cubicBezTo>
                    <a:pt x="50785" y="483457"/>
                    <a:pt x="49237" y="484441"/>
                    <a:pt x="49237" y="484441"/>
                  </a:cubicBezTo>
                  <a:cubicBezTo>
                    <a:pt x="47408" y="484441"/>
                    <a:pt x="44593" y="482894"/>
                    <a:pt x="44593" y="482894"/>
                  </a:cubicBezTo>
                  <a:cubicBezTo>
                    <a:pt x="45156" y="488661"/>
                    <a:pt x="44593" y="492319"/>
                    <a:pt x="44593" y="492319"/>
                  </a:cubicBezTo>
                  <a:cubicBezTo>
                    <a:pt x="46704" y="494710"/>
                    <a:pt x="44593" y="497523"/>
                    <a:pt x="44593" y="497523"/>
                  </a:cubicBezTo>
                  <a:cubicBezTo>
                    <a:pt x="43045" y="500899"/>
                    <a:pt x="40653" y="501743"/>
                    <a:pt x="40653" y="501743"/>
                  </a:cubicBezTo>
                  <a:cubicBezTo>
                    <a:pt x="41638" y="506385"/>
                    <a:pt x="45156" y="507229"/>
                    <a:pt x="45156" y="507229"/>
                  </a:cubicBezTo>
                  <a:cubicBezTo>
                    <a:pt x="44171" y="510324"/>
                    <a:pt x="40653" y="510886"/>
                    <a:pt x="40653" y="510886"/>
                  </a:cubicBezTo>
                  <a:cubicBezTo>
                    <a:pt x="40372" y="514543"/>
                    <a:pt x="38542" y="519467"/>
                    <a:pt x="38542" y="519467"/>
                  </a:cubicBezTo>
                  <a:cubicBezTo>
                    <a:pt x="39527" y="524671"/>
                    <a:pt x="39809" y="528610"/>
                    <a:pt x="39809" y="528610"/>
                  </a:cubicBezTo>
                  <a:cubicBezTo>
                    <a:pt x="40653" y="533251"/>
                    <a:pt x="39809" y="539300"/>
                    <a:pt x="39809" y="539300"/>
                  </a:cubicBezTo>
                  <a:cubicBezTo>
                    <a:pt x="40794" y="545770"/>
                    <a:pt x="41920" y="546896"/>
                    <a:pt x="41920" y="546896"/>
                  </a:cubicBezTo>
                  <a:cubicBezTo>
                    <a:pt x="40653" y="551116"/>
                    <a:pt x="41357" y="553366"/>
                    <a:pt x="41357" y="553366"/>
                  </a:cubicBezTo>
                  <a:cubicBezTo>
                    <a:pt x="42905" y="559134"/>
                    <a:pt x="42342" y="566167"/>
                    <a:pt x="42342" y="566167"/>
                  </a:cubicBezTo>
                  <a:cubicBezTo>
                    <a:pt x="39668" y="568980"/>
                    <a:pt x="35587" y="566167"/>
                    <a:pt x="35587" y="566167"/>
                  </a:cubicBezTo>
                  <a:cubicBezTo>
                    <a:pt x="32210" y="567995"/>
                    <a:pt x="32913" y="572215"/>
                    <a:pt x="32913" y="572215"/>
                  </a:cubicBezTo>
                  <a:cubicBezTo>
                    <a:pt x="34180" y="574044"/>
                    <a:pt x="37417" y="576435"/>
                    <a:pt x="37417" y="576435"/>
                  </a:cubicBezTo>
                  <a:cubicBezTo>
                    <a:pt x="35024" y="580092"/>
                    <a:pt x="32913" y="584312"/>
                    <a:pt x="32913" y="584312"/>
                  </a:cubicBezTo>
                  <a:cubicBezTo>
                    <a:pt x="32913" y="592189"/>
                    <a:pt x="35587" y="595987"/>
                    <a:pt x="35587" y="595987"/>
                  </a:cubicBezTo>
                  <a:cubicBezTo>
                    <a:pt x="38683" y="599363"/>
                    <a:pt x="43749" y="602457"/>
                    <a:pt x="43749" y="602457"/>
                  </a:cubicBezTo>
                  <a:cubicBezTo>
                    <a:pt x="44030" y="605271"/>
                    <a:pt x="42905" y="607381"/>
                    <a:pt x="42905" y="607381"/>
                  </a:cubicBezTo>
                  <a:cubicBezTo>
                    <a:pt x="38964" y="607943"/>
                    <a:pt x="38261" y="608928"/>
                    <a:pt x="38261" y="608928"/>
                  </a:cubicBezTo>
                  <a:cubicBezTo>
                    <a:pt x="38261" y="612022"/>
                    <a:pt x="44312" y="614695"/>
                    <a:pt x="44312" y="614695"/>
                  </a:cubicBezTo>
                  <a:cubicBezTo>
                    <a:pt x="46423" y="617368"/>
                    <a:pt x="43749" y="623276"/>
                    <a:pt x="43749" y="623276"/>
                  </a:cubicBezTo>
                  <a:lnTo>
                    <a:pt x="44593" y="626089"/>
                  </a:lnTo>
                  <a:lnTo>
                    <a:pt x="45156" y="630309"/>
                  </a:lnTo>
                  <a:cubicBezTo>
                    <a:pt x="44312" y="632700"/>
                    <a:pt x="40935" y="633403"/>
                    <a:pt x="40935" y="633403"/>
                  </a:cubicBezTo>
                  <a:cubicBezTo>
                    <a:pt x="42201" y="637342"/>
                    <a:pt x="42483" y="643531"/>
                    <a:pt x="42483" y="643531"/>
                  </a:cubicBezTo>
                  <a:cubicBezTo>
                    <a:pt x="46423" y="644093"/>
                    <a:pt x="53459" y="643531"/>
                    <a:pt x="53459" y="643531"/>
                  </a:cubicBezTo>
                  <a:cubicBezTo>
                    <a:pt x="57399" y="645641"/>
                    <a:pt x="59228" y="648454"/>
                    <a:pt x="59228" y="648454"/>
                  </a:cubicBezTo>
                  <a:cubicBezTo>
                    <a:pt x="57962" y="650564"/>
                    <a:pt x="55851" y="650564"/>
                    <a:pt x="55851" y="650564"/>
                  </a:cubicBezTo>
                  <a:cubicBezTo>
                    <a:pt x="55851" y="652955"/>
                    <a:pt x="56414" y="657035"/>
                    <a:pt x="56414" y="657035"/>
                  </a:cubicBezTo>
                  <a:cubicBezTo>
                    <a:pt x="54022" y="658863"/>
                    <a:pt x="49941" y="655769"/>
                    <a:pt x="49941" y="655769"/>
                  </a:cubicBezTo>
                  <a:cubicBezTo>
                    <a:pt x="46845" y="656753"/>
                    <a:pt x="43608" y="657597"/>
                    <a:pt x="43608" y="657597"/>
                  </a:cubicBezTo>
                  <a:cubicBezTo>
                    <a:pt x="40794" y="656472"/>
                    <a:pt x="35446" y="656191"/>
                    <a:pt x="35446" y="656191"/>
                  </a:cubicBezTo>
                  <a:cubicBezTo>
                    <a:pt x="34883" y="658582"/>
                    <a:pt x="37276" y="661676"/>
                    <a:pt x="37276" y="661676"/>
                  </a:cubicBezTo>
                  <a:cubicBezTo>
                    <a:pt x="42483" y="663786"/>
                    <a:pt x="47689" y="663786"/>
                    <a:pt x="47689" y="663786"/>
                  </a:cubicBezTo>
                  <a:cubicBezTo>
                    <a:pt x="48252" y="666037"/>
                    <a:pt x="48533" y="668428"/>
                    <a:pt x="48533" y="668428"/>
                  </a:cubicBezTo>
                  <a:cubicBezTo>
                    <a:pt x="51911" y="670538"/>
                    <a:pt x="53740" y="673914"/>
                    <a:pt x="53740" y="673914"/>
                  </a:cubicBezTo>
                  <a:cubicBezTo>
                    <a:pt x="52474" y="679119"/>
                    <a:pt x="49237" y="679681"/>
                    <a:pt x="49237" y="679681"/>
                  </a:cubicBezTo>
                  <a:cubicBezTo>
                    <a:pt x="47689" y="681791"/>
                    <a:pt x="42905" y="683057"/>
                    <a:pt x="42905" y="683057"/>
                  </a:cubicBezTo>
                  <a:cubicBezTo>
                    <a:pt x="41920" y="687980"/>
                    <a:pt x="43890" y="695013"/>
                    <a:pt x="43890" y="695013"/>
                  </a:cubicBezTo>
                  <a:cubicBezTo>
                    <a:pt x="45719" y="699655"/>
                    <a:pt x="44875" y="701765"/>
                    <a:pt x="44875" y="701765"/>
                  </a:cubicBezTo>
                  <a:cubicBezTo>
                    <a:pt x="42483" y="703594"/>
                    <a:pt x="38824" y="704157"/>
                    <a:pt x="38824" y="704157"/>
                  </a:cubicBezTo>
                  <a:cubicBezTo>
                    <a:pt x="41497" y="706829"/>
                    <a:pt x="44312" y="710908"/>
                    <a:pt x="44312" y="710908"/>
                  </a:cubicBezTo>
                  <a:cubicBezTo>
                    <a:pt x="44875" y="717660"/>
                    <a:pt x="45578" y="721880"/>
                    <a:pt x="45578" y="721880"/>
                  </a:cubicBezTo>
                  <a:cubicBezTo>
                    <a:pt x="44312" y="726381"/>
                    <a:pt x="41920" y="727366"/>
                    <a:pt x="41920" y="727366"/>
                  </a:cubicBezTo>
                  <a:cubicBezTo>
                    <a:pt x="39246" y="728632"/>
                    <a:pt x="37276" y="728351"/>
                    <a:pt x="37276" y="728351"/>
                  </a:cubicBezTo>
                  <a:cubicBezTo>
                    <a:pt x="37557" y="735102"/>
                    <a:pt x="39105" y="736228"/>
                    <a:pt x="39105" y="736228"/>
                  </a:cubicBezTo>
                  <a:cubicBezTo>
                    <a:pt x="40653" y="740728"/>
                    <a:pt x="39949" y="743542"/>
                    <a:pt x="39949" y="743542"/>
                  </a:cubicBezTo>
                  <a:cubicBezTo>
                    <a:pt x="36572" y="744105"/>
                    <a:pt x="36009" y="746215"/>
                    <a:pt x="36009" y="746215"/>
                  </a:cubicBezTo>
                  <a:cubicBezTo>
                    <a:pt x="33898" y="749309"/>
                    <a:pt x="28973" y="752263"/>
                    <a:pt x="28973" y="752263"/>
                  </a:cubicBezTo>
                  <a:lnTo>
                    <a:pt x="28973" y="757749"/>
                  </a:lnTo>
                  <a:cubicBezTo>
                    <a:pt x="25596" y="760140"/>
                    <a:pt x="23766" y="767455"/>
                    <a:pt x="23766" y="767455"/>
                  </a:cubicBezTo>
                  <a:cubicBezTo>
                    <a:pt x="25877" y="772940"/>
                    <a:pt x="27144" y="774206"/>
                    <a:pt x="27144" y="774206"/>
                  </a:cubicBezTo>
                  <a:cubicBezTo>
                    <a:pt x="29536" y="778145"/>
                    <a:pt x="30521" y="782787"/>
                    <a:pt x="30521" y="782787"/>
                  </a:cubicBezTo>
                  <a:cubicBezTo>
                    <a:pt x="29958" y="786163"/>
                    <a:pt x="23766" y="790101"/>
                    <a:pt x="23766" y="790101"/>
                  </a:cubicBezTo>
                  <a:cubicBezTo>
                    <a:pt x="23203" y="794743"/>
                    <a:pt x="23766" y="801073"/>
                    <a:pt x="23766" y="801073"/>
                  </a:cubicBezTo>
                  <a:cubicBezTo>
                    <a:pt x="20952" y="805715"/>
                    <a:pt x="17012" y="807825"/>
                    <a:pt x="17012" y="807825"/>
                  </a:cubicBezTo>
                  <a:cubicBezTo>
                    <a:pt x="13071" y="807825"/>
                    <a:pt x="10257" y="813029"/>
                    <a:pt x="10257" y="813029"/>
                  </a:cubicBezTo>
                  <a:cubicBezTo>
                    <a:pt x="8991" y="818234"/>
                    <a:pt x="10257" y="819500"/>
                    <a:pt x="10257" y="819500"/>
                  </a:cubicBezTo>
                  <a:cubicBezTo>
                    <a:pt x="9976" y="823720"/>
                    <a:pt x="5050" y="832300"/>
                    <a:pt x="5050" y="832300"/>
                  </a:cubicBezTo>
                  <a:cubicBezTo>
                    <a:pt x="1392" y="837223"/>
                    <a:pt x="125" y="842709"/>
                    <a:pt x="125" y="842709"/>
                  </a:cubicBezTo>
                  <a:cubicBezTo>
                    <a:pt x="-156" y="851571"/>
                    <a:pt x="125" y="857619"/>
                    <a:pt x="125" y="857619"/>
                  </a:cubicBezTo>
                  <a:cubicBezTo>
                    <a:pt x="2799" y="863105"/>
                    <a:pt x="3221" y="869294"/>
                    <a:pt x="3221" y="869294"/>
                  </a:cubicBezTo>
                  <a:cubicBezTo>
                    <a:pt x="7161" y="872389"/>
                    <a:pt x="7443" y="877171"/>
                    <a:pt x="7443" y="877171"/>
                  </a:cubicBezTo>
                  <a:cubicBezTo>
                    <a:pt x="15323" y="878156"/>
                    <a:pt x="16308" y="872670"/>
                    <a:pt x="16308" y="872670"/>
                  </a:cubicBezTo>
                  <a:cubicBezTo>
                    <a:pt x="19123" y="870841"/>
                    <a:pt x="21796" y="873655"/>
                    <a:pt x="21796" y="873655"/>
                  </a:cubicBezTo>
                  <a:cubicBezTo>
                    <a:pt x="24892" y="871826"/>
                    <a:pt x="27847" y="872108"/>
                    <a:pt x="27847" y="872108"/>
                  </a:cubicBezTo>
                  <a:cubicBezTo>
                    <a:pt x="30943" y="872952"/>
                    <a:pt x="29395" y="877171"/>
                    <a:pt x="29395" y="877171"/>
                  </a:cubicBezTo>
                  <a:cubicBezTo>
                    <a:pt x="32069" y="881251"/>
                    <a:pt x="31225" y="884908"/>
                    <a:pt x="31225" y="884908"/>
                  </a:cubicBezTo>
                  <a:cubicBezTo>
                    <a:pt x="28551" y="887580"/>
                    <a:pt x="27285" y="888565"/>
                    <a:pt x="27285" y="888565"/>
                  </a:cubicBezTo>
                  <a:cubicBezTo>
                    <a:pt x="27847" y="893488"/>
                    <a:pt x="30099" y="895598"/>
                    <a:pt x="30099" y="895598"/>
                  </a:cubicBezTo>
                  <a:cubicBezTo>
                    <a:pt x="28551" y="898411"/>
                    <a:pt x="28269" y="900240"/>
                    <a:pt x="28269" y="900240"/>
                  </a:cubicBezTo>
                  <a:cubicBezTo>
                    <a:pt x="29536" y="904179"/>
                    <a:pt x="26159" y="909383"/>
                    <a:pt x="26159" y="909383"/>
                  </a:cubicBezTo>
                  <a:cubicBezTo>
                    <a:pt x="29255" y="910649"/>
                    <a:pt x="30803" y="914025"/>
                    <a:pt x="30803" y="914025"/>
                  </a:cubicBezTo>
                  <a:cubicBezTo>
                    <a:pt x="35446" y="916697"/>
                    <a:pt x="36572" y="919229"/>
                    <a:pt x="36572" y="919229"/>
                  </a:cubicBezTo>
                  <a:cubicBezTo>
                    <a:pt x="37417" y="922043"/>
                    <a:pt x="36854" y="924434"/>
                    <a:pt x="36854" y="924434"/>
                  </a:cubicBezTo>
                  <a:cubicBezTo>
                    <a:pt x="38401" y="926262"/>
                    <a:pt x="86669" y="925981"/>
                    <a:pt x="86669" y="925981"/>
                  </a:cubicBezTo>
                  <a:cubicBezTo>
                    <a:pt x="93002" y="928091"/>
                    <a:pt x="97927" y="932030"/>
                    <a:pt x="97927" y="932030"/>
                  </a:cubicBezTo>
                  <a:cubicBezTo>
                    <a:pt x="100319" y="932030"/>
                    <a:pt x="107918" y="933858"/>
                    <a:pt x="107918" y="933858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F5B445DB-78CB-9EA6-9CBA-163E9920BF7C}"/>
                </a:ext>
              </a:extLst>
            </p:cNvPr>
            <p:cNvSpPr/>
            <p:nvPr/>
          </p:nvSpPr>
          <p:spPr>
            <a:xfrm>
              <a:off x="4112936" y="6199164"/>
              <a:ext cx="48549" cy="98463"/>
            </a:xfrm>
            <a:custGeom>
              <a:avLst/>
              <a:gdLst>
                <a:gd name="connsiteX0" fmla="*/ 0 w 48549"/>
                <a:gd name="connsiteY0" fmla="*/ 0 h 98463"/>
                <a:gd name="connsiteX1" fmla="*/ 0 w 48549"/>
                <a:gd name="connsiteY1" fmla="*/ 91009 h 98463"/>
                <a:gd name="connsiteX2" fmla="*/ 35743 w 48549"/>
                <a:gd name="connsiteY2" fmla="*/ 93259 h 98463"/>
                <a:gd name="connsiteX3" fmla="*/ 48549 w 48549"/>
                <a:gd name="connsiteY3" fmla="*/ 98464 h 98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49" h="98463">
                  <a:moveTo>
                    <a:pt x="0" y="0"/>
                  </a:moveTo>
                  <a:lnTo>
                    <a:pt x="0" y="91009"/>
                  </a:lnTo>
                  <a:cubicBezTo>
                    <a:pt x="7880" y="91290"/>
                    <a:pt x="35743" y="93259"/>
                    <a:pt x="35743" y="93259"/>
                  </a:cubicBezTo>
                  <a:lnTo>
                    <a:pt x="48549" y="98464"/>
                  </a:ln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C63D08A2-EAEC-B0BB-6274-D7EAD5A9E5A4}"/>
                </a:ext>
              </a:extLst>
            </p:cNvPr>
            <p:cNvSpPr/>
            <p:nvPr/>
          </p:nvSpPr>
          <p:spPr>
            <a:xfrm>
              <a:off x="4369473" y="5447411"/>
              <a:ext cx="123976" cy="111457"/>
            </a:xfrm>
            <a:custGeom>
              <a:avLst/>
              <a:gdLst>
                <a:gd name="connsiteX0" fmla="*/ 0 w 123976"/>
                <a:gd name="connsiteY0" fmla="*/ 111458 h 111457"/>
                <a:gd name="connsiteX1" fmla="*/ 6755 w 123976"/>
                <a:gd name="connsiteY1" fmla="*/ 55755 h 111457"/>
                <a:gd name="connsiteX2" fmla="*/ 14494 w 123976"/>
                <a:gd name="connsiteY2" fmla="*/ 5398 h 111457"/>
                <a:gd name="connsiteX3" fmla="*/ 35321 w 123976"/>
                <a:gd name="connsiteY3" fmla="*/ 1038 h 111457"/>
                <a:gd name="connsiteX4" fmla="*/ 60511 w 123976"/>
                <a:gd name="connsiteY4" fmla="*/ 23403 h 111457"/>
                <a:gd name="connsiteX5" fmla="*/ 74864 w 123976"/>
                <a:gd name="connsiteY5" fmla="*/ 22700 h 111457"/>
                <a:gd name="connsiteX6" fmla="*/ 97239 w 123976"/>
                <a:gd name="connsiteY6" fmla="*/ 43518 h 111457"/>
                <a:gd name="connsiteX7" fmla="*/ 123976 w 123976"/>
                <a:gd name="connsiteY7" fmla="*/ 97673 h 111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976" h="111457">
                  <a:moveTo>
                    <a:pt x="0" y="111458"/>
                  </a:moveTo>
                  <a:lnTo>
                    <a:pt x="6755" y="55755"/>
                  </a:lnTo>
                  <a:cubicBezTo>
                    <a:pt x="12243" y="40704"/>
                    <a:pt x="14494" y="5398"/>
                    <a:pt x="14494" y="5398"/>
                  </a:cubicBezTo>
                  <a:cubicBezTo>
                    <a:pt x="18857" y="-3182"/>
                    <a:pt x="35321" y="1038"/>
                    <a:pt x="35321" y="1038"/>
                  </a:cubicBezTo>
                  <a:cubicBezTo>
                    <a:pt x="46157" y="8211"/>
                    <a:pt x="60511" y="23403"/>
                    <a:pt x="60511" y="23403"/>
                  </a:cubicBezTo>
                  <a:cubicBezTo>
                    <a:pt x="72050" y="22700"/>
                    <a:pt x="74864" y="22700"/>
                    <a:pt x="74864" y="22700"/>
                  </a:cubicBezTo>
                  <a:cubicBezTo>
                    <a:pt x="84152" y="27763"/>
                    <a:pt x="97239" y="43518"/>
                    <a:pt x="97239" y="43518"/>
                  </a:cubicBezTo>
                  <a:cubicBezTo>
                    <a:pt x="115251" y="54349"/>
                    <a:pt x="123976" y="97673"/>
                    <a:pt x="123976" y="97673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913F585D-7875-2CE7-5298-AB566A3672FB}"/>
                </a:ext>
              </a:extLst>
            </p:cNvPr>
            <p:cNvSpPr/>
            <p:nvPr/>
          </p:nvSpPr>
          <p:spPr>
            <a:xfrm>
              <a:off x="4391003" y="5312428"/>
              <a:ext cx="97539" cy="135036"/>
            </a:xfrm>
            <a:custGeom>
              <a:avLst/>
              <a:gdLst>
                <a:gd name="connsiteX0" fmla="*/ 0 w 97539"/>
                <a:gd name="connsiteY0" fmla="*/ 135036 h 135036"/>
                <a:gd name="connsiteX1" fmla="*/ 15057 w 97539"/>
                <a:gd name="connsiteY1" fmla="*/ 110983 h 135036"/>
                <a:gd name="connsiteX2" fmla="*/ 44609 w 97539"/>
                <a:gd name="connsiteY2" fmla="*/ 82147 h 135036"/>
                <a:gd name="connsiteX3" fmla="*/ 91329 w 97539"/>
                <a:gd name="connsiteY3" fmla="*/ 49091 h 135036"/>
                <a:gd name="connsiteX4" fmla="*/ 97098 w 97539"/>
                <a:gd name="connsiteY4" fmla="*/ 21099 h 135036"/>
                <a:gd name="connsiteX5" fmla="*/ 77819 w 97539"/>
                <a:gd name="connsiteY5" fmla="*/ 0 h 13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539" h="135036">
                  <a:moveTo>
                    <a:pt x="0" y="135036"/>
                  </a:moveTo>
                  <a:lnTo>
                    <a:pt x="15057" y="110983"/>
                  </a:lnTo>
                  <a:cubicBezTo>
                    <a:pt x="28004" y="100855"/>
                    <a:pt x="44609" y="82147"/>
                    <a:pt x="44609" y="82147"/>
                  </a:cubicBezTo>
                  <a:cubicBezTo>
                    <a:pt x="58963" y="72019"/>
                    <a:pt x="91329" y="49091"/>
                    <a:pt x="91329" y="49091"/>
                  </a:cubicBezTo>
                  <a:cubicBezTo>
                    <a:pt x="99913" y="39807"/>
                    <a:pt x="97098" y="21099"/>
                    <a:pt x="97098" y="21099"/>
                  </a:cubicBezTo>
                  <a:cubicBezTo>
                    <a:pt x="94284" y="9565"/>
                    <a:pt x="77819" y="0"/>
                    <a:pt x="77819" y="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2863CF16-5CA7-CE5A-DD32-3D01FD84D4DB}"/>
                </a:ext>
              </a:extLst>
            </p:cNvPr>
            <p:cNvSpPr/>
            <p:nvPr/>
          </p:nvSpPr>
          <p:spPr>
            <a:xfrm>
              <a:off x="4465164" y="4513043"/>
              <a:ext cx="69657" cy="89883"/>
            </a:xfrm>
            <a:custGeom>
              <a:avLst/>
              <a:gdLst>
                <a:gd name="connsiteX0" fmla="*/ 11961 w 69657"/>
                <a:gd name="connsiteY0" fmla="*/ 0 h 89883"/>
                <a:gd name="connsiteX1" fmla="*/ 5066 w 69657"/>
                <a:gd name="connsiteY1" fmla="*/ 14770 h 89883"/>
                <a:gd name="connsiteX2" fmla="*/ 5066 w 69657"/>
                <a:gd name="connsiteY2" fmla="*/ 35588 h 89883"/>
                <a:gd name="connsiteX3" fmla="*/ 8443 w 69657"/>
                <a:gd name="connsiteY3" fmla="*/ 57250 h 89883"/>
                <a:gd name="connsiteX4" fmla="*/ 4503 w 69657"/>
                <a:gd name="connsiteY4" fmla="*/ 78490 h 89883"/>
                <a:gd name="connsiteX5" fmla="*/ 0 w 69657"/>
                <a:gd name="connsiteY5" fmla="*/ 89884 h 89883"/>
                <a:gd name="connsiteX6" fmla="*/ 35181 w 69657"/>
                <a:gd name="connsiteY6" fmla="*/ 89884 h 89883"/>
                <a:gd name="connsiteX7" fmla="*/ 57415 w 69657"/>
                <a:gd name="connsiteY7" fmla="*/ 67377 h 89883"/>
                <a:gd name="connsiteX8" fmla="*/ 69657 w 69657"/>
                <a:gd name="connsiteY8" fmla="*/ 37698 h 89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657" h="89883">
                  <a:moveTo>
                    <a:pt x="11961" y="0"/>
                  </a:moveTo>
                  <a:lnTo>
                    <a:pt x="5066" y="14770"/>
                  </a:lnTo>
                  <a:lnTo>
                    <a:pt x="5066" y="35588"/>
                  </a:lnTo>
                  <a:cubicBezTo>
                    <a:pt x="2674" y="49795"/>
                    <a:pt x="8443" y="57250"/>
                    <a:pt x="8443" y="57250"/>
                  </a:cubicBezTo>
                  <a:cubicBezTo>
                    <a:pt x="10132" y="67377"/>
                    <a:pt x="4503" y="78490"/>
                    <a:pt x="4503" y="78490"/>
                  </a:cubicBezTo>
                  <a:lnTo>
                    <a:pt x="0" y="89884"/>
                  </a:lnTo>
                  <a:lnTo>
                    <a:pt x="35181" y="89884"/>
                  </a:lnTo>
                  <a:cubicBezTo>
                    <a:pt x="49112" y="86789"/>
                    <a:pt x="57415" y="67377"/>
                    <a:pt x="57415" y="67377"/>
                  </a:cubicBezTo>
                  <a:cubicBezTo>
                    <a:pt x="62059" y="57250"/>
                    <a:pt x="69657" y="37698"/>
                    <a:pt x="69657" y="37698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 369">
              <a:extLst>
                <a:ext uri="{FF2B5EF4-FFF2-40B4-BE49-F238E27FC236}">
                  <a16:creationId xmlns:a16="http://schemas.microsoft.com/office/drawing/2014/main" id="{B1A5DD7D-3AE9-1C3B-06B2-F4392F36F129}"/>
                </a:ext>
              </a:extLst>
            </p:cNvPr>
            <p:cNvSpPr/>
            <p:nvPr/>
          </p:nvSpPr>
          <p:spPr>
            <a:xfrm>
              <a:off x="4371161" y="4512762"/>
              <a:ext cx="28662" cy="107465"/>
            </a:xfrm>
            <a:custGeom>
              <a:avLst/>
              <a:gdLst>
                <a:gd name="connsiteX0" fmla="*/ 28426 w 28662"/>
                <a:gd name="connsiteY0" fmla="*/ 0 h 107465"/>
                <a:gd name="connsiteX1" fmla="*/ 28426 w 28662"/>
                <a:gd name="connsiteY1" fmla="*/ 11534 h 107465"/>
                <a:gd name="connsiteX2" fmla="*/ 25471 w 28662"/>
                <a:gd name="connsiteY2" fmla="*/ 36432 h 107465"/>
                <a:gd name="connsiteX3" fmla="*/ 22797 w 28662"/>
                <a:gd name="connsiteY3" fmla="*/ 53170 h 107465"/>
                <a:gd name="connsiteX4" fmla="*/ 17027 w 28662"/>
                <a:gd name="connsiteY4" fmla="*/ 78630 h 107465"/>
                <a:gd name="connsiteX5" fmla="*/ 8162 w 28662"/>
                <a:gd name="connsiteY5" fmla="*/ 92697 h 107465"/>
                <a:gd name="connsiteX6" fmla="*/ 2674 w 28662"/>
                <a:gd name="connsiteY6" fmla="*/ 103246 h 107465"/>
                <a:gd name="connsiteX7" fmla="*/ 0 w 28662"/>
                <a:gd name="connsiteY7" fmla="*/ 107466 h 107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662" h="107465">
                  <a:moveTo>
                    <a:pt x="28426" y="0"/>
                  </a:moveTo>
                  <a:lnTo>
                    <a:pt x="28426" y="11534"/>
                  </a:lnTo>
                  <a:cubicBezTo>
                    <a:pt x="29692" y="20818"/>
                    <a:pt x="25471" y="36432"/>
                    <a:pt x="25471" y="36432"/>
                  </a:cubicBezTo>
                  <a:cubicBezTo>
                    <a:pt x="23360" y="46700"/>
                    <a:pt x="22797" y="53170"/>
                    <a:pt x="22797" y="53170"/>
                  </a:cubicBezTo>
                  <a:cubicBezTo>
                    <a:pt x="21108" y="61329"/>
                    <a:pt x="17027" y="78630"/>
                    <a:pt x="17027" y="78630"/>
                  </a:cubicBezTo>
                  <a:cubicBezTo>
                    <a:pt x="12384" y="84538"/>
                    <a:pt x="8162" y="92697"/>
                    <a:pt x="8162" y="92697"/>
                  </a:cubicBezTo>
                  <a:cubicBezTo>
                    <a:pt x="4362" y="100292"/>
                    <a:pt x="2674" y="103246"/>
                    <a:pt x="2674" y="103246"/>
                  </a:cubicBezTo>
                  <a:lnTo>
                    <a:pt x="0" y="107466"/>
                  </a:ln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5D21B908-950C-3F7E-64DA-29FDCB320AB2}"/>
                </a:ext>
              </a:extLst>
            </p:cNvPr>
            <p:cNvSpPr/>
            <p:nvPr/>
          </p:nvSpPr>
          <p:spPr>
            <a:xfrm>
              <a:off x="4030192" y="4160824"/>
              <a:ext cx="5628" cy="41354"/>
            </a:xfrm>
            <a:custGeom>
              <a:avLst/>
              <a:gdLst>
                <a:gd name="connsiteX0" fmla="*/ 5348 w 5628"/>
                <a:gd name="connsiteY0" fmla="*/ 0 h 41354"/>
                <a:gd name="connsiteX1" fmla="*/ 5348 w 5628"/>
                <a:gd name="connsiteY1" fmla="*/ 8721 h 41354"/>
                <a:gd name="connsiteX2" fmla="*/ 0 w 5628"/>
                <a:gd name="connsiteY2" fmla="*/ 23350 h 41354"/>
                <a:gd name="connsiteX3" fmla="*/ 5348 w 5628"/>
                <a:gd name="connsiteY3" fmla="*/ 32774 h 41354"/>
                <a:gd name="connsiteX4" fmla="*/ 5629 w 5628"/>
                <a:gd name="connsiteY4" fmla="*/ 41354 h 41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" h="41354">
                  <a:moveTo>
                    <a:pt x="5348" y="0"/>
                  </a:moveTo>
                  <a:lnTo>
                    <a:pt x="5348" y="8721"/>
                  </a:lnTo>
                  <a:cubicBezTo>
                    <a:pt x="4785" y="18427"/>
                    <a:pt x="0" y="23350"/>
                    <a:pt x="0" y="23350"/>
                  </a:cubicBezTo>
                  <a:cubicBezTo>
                    <a:pt x="844" y="28133"/>
                    <a:pt x="5348" y="32774"/>
                    <a:pt x="5348" y="32774"/>
                  </a:cubicBezTo>
                  <a:lnTo>
                    <a:pt x="5629" y="41354"/>
                  </a:ln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28" name="Graphic 4">
            <a:extLst>
              <a:ext uri="{FF2B5EF4-FFF2-40B4-BE49-F238E27FC236}">
                <a16:creationId xmlns:a16="http://schemas.microsoft.com/office/drawing/2014/main" id="{F806895A-FCB9-E631-CB4D-9A4FD39EE300}"/>
              </a:ext>
            </a:extLst>
          </p:cNvPr>
          <p:cNvGrpSpPr/>
          <p:nvPr/>
        </p:nvGrpSpPr>
        <p:grpSpPr>
          <a:xfrm>
            <a:off x="8047527" y="3232170"/>
            <a:ext cx="1080605" cy="1493273"/>
            <a:chOff x="8047527" y="3232170"/>
            <a:chExt cx="1080605" cy="1493273"/>
          </a:xfrm>
          <a:noFill/>
        </p:grpSpPr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396F54CD-90A3-5385-BEC1-A59CFFB712EB}"/>
                </a:ext>
              </a:extLst>
            </p:cNvPr>
            <p:cNvSpPr/>
            <p:nvPr/>
          </p:nvSpPr>
          <p:spPr>
            <a:xfrm>
              <a:off x="8047527" y="3232170"/>
              <a:ext cx="809003" cy="303690"/>
            </a:xfrm>
            <a:custGeom>
              <a:avLst/>
              <a:gdLst>
                <a:gd name="connsiteX0" fmla="*/ 0 w 809003"/>
                <a:gd name="connsiteY0" fmla="*/ 28554 h 303690"/>
                <a:gd name="connsiteX1" fmla="*/ 14776 w 809003"/>
                <a:gd name="connsiteY1" fmla="*/ 49795 h 303690"/>
                <a:gd name="connsiteX2" fmla="*/ 50800 w 809003"/>
                <a:gd name="connsiteY2" fmla="*/ 69065 h 303690"/>
                <a:gd name="connsiteX3" fmla="*/ 78664 w 809003"/>
                <a:gd name="connsiteY3" fmla="*/ 112952 h 303690"/>
                <a:gd name="connsiteX4" fmla="*/ 78664 w 809003"/>
                <a:gd name="connsiteY4" fmla="*/ 158667 h 303690"/>
                <a:gd name="connsiteX5" fmla="*/ 88233 w 809003"/>
                <a:gd name="connsiteY5" fmla="*/ 174984 h 303690"/>
                <a:gd name="connsiteX6" fmla="*/ 144944 w 809003"/>
                <a:gd name="connsiteY6" fmla="*/ 180329 h 303690"/>
                <a:gd name="connsiteX7" fmla="*/ 179139 w 809003"/>
                <a:gd name="connsiteY7" fmla="*/ 206071 h 303690"/>
                <a:gd name="connsiteX8" fmla="*/ 191945 w 809003"/>
                <a:gd name="connsiteY8" fmla="*/ 208181 h 303690"/>
                <a:gd name="connsiteX9" fmla="*/ 197011 w 809003"/>
                <a:gd name="connsiteY9" fmla="*/ 226467 h 303690"/>
                <a:gd name="connsiteX10" fmla="*/ 214179 w 809003"/>
                <a:gd name="connsiteY10" fmla="*/ 257272 h 303690"/>
                <a:gd name="connsiteX11" fmla="*/ 269905 w 809003"/>
                <a:gd name="connsiteY11" fmla="*/ 257272 h 303690"/>
                <a:gd name="connsiteX12" fmla="*/ 326616 w 809003"/>
                <a:gd name="connsiteY12" fmla="*/ 257834 h 303690"/>
                <a:gd name="connsiteX13" fmla="*/ 386142 w 809003"/>
                <a:gd name="connsiteY13" fmla="*/ 280903 h 303690"/>
                <a:gd name="connsiteX14" fmla="*/ 416537 w 809003"/>
                <a:gd name="connsiteY14" fmla="*/ 289062 h 303690"/>
                <a:gd name="connsiteX15" fmla="*/ 435957 w 809003"/>
                <a:gd name="connsiteY15" fmla="*/ 303691 h 303690"/>
                <a:gd name="connsiteX16" fmla="*/ 487180 w 809003"/>
                <a:gd name="connsiteY16" fmla="*/ 273870 h 303690"/>
                <a:gd name="connsiteX17" fmla="*/ 557822 w 809003"/>
                <a:gd name="connsiteY17" fmla="*/ 269791 h 303690"/>
                <a:gd name="connsiteX18" fmla="*/ 609045 w 809003"/>
                <a:gd name="connsiteY18" fmla="*/ 229702 h 303690"/>
                <a:gd name="connsiteX19" fmla="*/ 600743 w 809003"/>
                <a:gd name="connsiteY19" fmla="*/ 203398 h 303690"/>
                <a:gd name="connsiteX20" fmla="*/ 609045 w 809003"/>
                <a:gd name="connsiteY20" fmla="*/ 179907 h 303690"/>
                <a:gd name="connsiteX21" fmla="*/ 649151 w 809003"/>
                <a:gd name="connsiteY21" fmla="*/ 188207 h 303690"/>
                <a:gd name="connsiteX22" fmla="*/ 675466 w 809003"/>
                <a:gd name="connsiteY22" fmla="*/ 166263 h 303690"/>
                <a:gd name="connsiteX23" fmla="*/ 711491 w 809003"/>
                <a:gd name="connsiteY23" fmla="*/ 166263 h 303690"/>
                <a:gd name="connsiteX24" fmla="*/ 730911 w 809003"/>
                <a:gd name="connsiteY24" fmla="*/ 131520 h 303690"/>
                <a:gd name="connsiteX25" fmla="*/ 779319 w 809003"/>
                <a:gd name="connsiteY25" fmla="*/ 119141 h 303690"/>
                <a:gd name="connsiteX26" fmla="*/ 808308 w 809003"/>
                <a:gd name="connsiteY26" fmla="*/ 121955 h 303690"/>
                <a:gd name="connsiteX27" fmla="*/ 797191 w 809003"/>
                <a:gd name="connsiteY27" fmla="*/ 88758 h 303690"/>
                <a:gd name="connsiteX28" fmla="*/ 775097 w 809003"/>
                <a:gd name="connsiteY28" fmla="*/ 68081 h 303690"/>
                <a:gd name="connsiteX29" fmla="*/ 753004 w 809003"/>
                <a:gd name="connsiteY29" fmla="*/ 79193 h 303690"/>
                <a:gd name="connsiteX30" fmla="*/ 737806 w 809003"/>
                <a:gd name="connsiteY30" fmla="*/ 73707 h 303690"/>
                <a:gd name="connsiteX31" fmla="*/ 719794 w 809003"/>
                <a:gd name="connsiteY31" fmla="*/ 80600 h 303690"/>
                <a:gd name="connsiteX32" fmla="*/ 703189 w 809003"/>
                <a:gd name="connsiteY32" fmla="*/ 69487 h 303690"/>
                <a:gd name="connsiteX33" fmla="*/ 729644 w 809003"/>
                <a:gd name="connsiteY33" fmla="*/ 0 h 303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09003" h="303690">
                  <a:moveTo>
                    <a:pt x="0" y="28554"/>
                  </a:moveTo>
                  <a:lnTo>
                    <a:pt x="14776" y="49795"/>
                  </a:lnTo>
                  <a:cubicBezTo>
                    <a:pt x="28285" y="66955"/>
                    <a:pt x="50800" y="69065"/>
                    <a:pt x="50800" y="69065"/>
                  </a:cubicBezTo>
                  <a:cubicBezTo>
                    <a:pt x="64732" y="82991"/>
                    <a:pt x="78664" y="112952"/>
                    <a:pt x="78664" y="112952"/>
                  </a:cubicBezTo>
                  <a:cubicBezTo>
                    <a:pt x="82885" y="137568"/>
                    <a:pt x="78664" y="158667"/>
                    <a:pt x="78664" y="158667"/>
                  </a:cubicBezTo>
                  <a:cubicBezTo>
                    <a:pt x="79789" y="170764"/>
                    <a:pt x="88233" y="174984"/>
                    <a:pt x="88233" y="174984"/>
                  </a:cubicBezTo>
                  <a:cubicBezTo>
                    <a:pt x="116096" y="180329"/>
                    <a:pt x="144944" y="180329"/>
                    <a:pt x="144944" y="180329"/>
                  </a:cubicBezTo>
                  <a:cubicBezTo>
                    <a:pt x="169570" y="196365"/>
                    <a:pt x="179139" y="206071"/>
                    <a:pt x="179139" y="206071"/>
                  </a:cubicBezTo>
                  <a:lnTo>
                    <a:pt x="191945" y="208181"/>
                  </a:lnTo>
                  <a:lnTo>
                    <a:pt x="197011" y="226467"/>
                  </a:lnTo>
                  <a:cubicBezTo>
                    <a:pt x="207706" y="240674"/>
                    <a:pt x="214179" y="257272"/>
                    <a:pt x="214179" y="257272"/>
                  </a:cubicBezTo>
                  <a:cubicBezTo>
                    <a:pt x="236694" y="258678"/>
                    <a:pt x="269905" y="257272"/>
                    <a:pt x="269905" y="257272"/>
                  </a:cubicBezTo>
                  <a:cubicBezTo>
                    <a:pt x="291998" y="268384"/>
                    <a:pt x="326616" y="257834"/>
                    <a:pt x="326616" y="257834"/>
                  </a:cubicBezTo>
                  <a:cubicBezTo>
                    <a:pt x="357012" y="271057"/>
                    <a:pt x="386142" y="280903"/>
                    <a:pt x="386142" y="280903"/>
                  </a:cubicBezTo>
                  <a:cubicBezTo>
                    <a:pt x="405561" y="289062"/>
                    <a:pt x="416537" y="289062"/>
                    <a:pt x="416537" y="289062"/>
                  </a:cubicBezTo>
                  <a:cubicBezTo>
                    <a:pt x="424840" y="298767"/>
                    <a:pt x="435957" y="303691"/>
                    <a:pt x="435957" y="303691"/>
                  </a:cubicBezTo>
                  <a:cubicBezTo>
                    <a:pt x="445667" y="291734"/>
                    <a:pt x="487180" y="273870"/>
                    <a:pt x="487180" y="273870"/>
                  </a:cubicBezTo>
                  <a:cubicBezTo>
                    <a:pt x="510680" y="275277"/>
                    <a:pt x="557822" y="269791"/>
                    <a:pt x="557822" y="269791"/>
                  </a:cubicBezTo>
                  <a:cubicBezTo>
                    <a:pt x="577242" y="258678"/>
                    <a:pt x="609045" y="229702"/>
                    <a:pt x="609045" y="229702"/>
                  </a:cubicBezTo>
                  <a:cubicBezTo>
                    <a:pt x="602150" y="211697"/>
                    <a:pt x="600743" y="203398"/>
                    <a:pt x="600743" y="203398"/>
                  </a:cubicBezTo>
                  <a:cubicBezTo>
                    <a:pt x="602150" y="192286"/>
                    <a:pt x="609045" y="179907"/>
                    <a:pt x="609045" y="179907"/>
                  </a:cubicBezTo>
                  <a:cubicBezTo>
                    <a:pt x="632546" y="178501"/>
                    <a:pt x="649151" y="188207"/>
                    <a:pt x="649151" y="188207"/>
                  </a:cubicBezTo>
                  <a:cubicBezTo>
                    <a:pt x="664349" y="179907"/>
                    <a:pt x="675466" y="166263"/>
                    <a:pt x="675466" y="166263"/>
                  </a:cubicBezTo>
                  <a:cubicBezTo>
                    <a:pt x="687849" y="166123"/>
                    <a:pt x="711491" y="166263"/>
                    <a:pt x="711491" y="166263"/>
                  </a:cubicBezTo>
                  <a:cubicBezTo>
                    <a:pt x="722608" y="148118"/>
                    <a:pt x="730911" y="131520"/>
                    <a:pt x="730911" y="131520"/>
                  </a:cubicBezTo>
                  <a:cubicBezTo>
                    <a:pt x="755818" y="126034"/>
                    <a:pt x="779319" y="119141"/>
                    <a:pt x="779319" y="119141"/>
                  </a:cubicBezTo>
                  <a:cubicBezTo>
                    <a:pt x="798739" y="123221"/>
                    <a:pt x="808308" y="121955"/>
                    <a:pt x="808308" y="121955"/>
                  </a:cubicBezTo>
                  <a:cubicBezTo>
                    <a:pt x="812389" y="112249"/>
                    <a:pt x="797191" y="88758"/>
                    <a:pt x="797191" y="88758"/>
                  </a:cubicBezTo>
                  <a:cubicBezTo>
                    <a:pt x="777771" y="73567"/>
                    <a:pt x="775097" y="68081"/>
                    <a:pt x="775097" y="68081"/>
                  </a:cubicBezTo>
                  <a:cubicBezTo>
                    <a:pt x="759899" y="72160"/>
                    <a:pt x="753004" y="79193"/>
                    <a:pt x="753004" y="79193"/>
                  </a:cubicBezTo>
                  <a:cubicBezTo>
                    <a:pt x="747516" y="87492"/>
                    <a:pt x="737806" y="73707"/>
                    <a:pt x="737806" y="73707"/>
                  </a:cubicBezTo>
                  <a:cubicBezTo>
                    <a:pt x="728096" y="76520"/>
                    <a:pt x="719794" y="80600"/>
                    <a:pt x="719794" y="80600"/>
                  </a:cubicBezTo>
                  <a:cubicBezTo>
                    <a:pt x="710084" y="82006"/>
                    <a:pt x="703189" y="69487"/>
                    <a:pt x="703189" y="69487"/>
                  </a:cubicBezTo>
                  <a:cubicBezTo>
                    <a:pt x="703189" y="52889"/>
                    <a:pt x="729644" y="0"/>
                    <a:pt x="729644" y="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CD62E27E-5E74-B559-F220-ACA0ED3E2A3A}"/>
                </a:ext>
              </a:extLst>
            </p:cNvPr>
            <p:cNvSpPr/>
            <p:nvPr/>
          </p:nvSpPr>
          <p:spPr>
            <a:xfrm>
              <a:off x="8969820" y="3483688"/>
              <a:ext cx="158312" cy="104920"/>
            </a:xfrm>
            <a:custGeom>
              <a:avLst/>
              <a:gdLst>
                <a:gd name="connsiteX0" fmla="*/ 0 w 158312"/>
                <a:gd name="connsiteY0" fmla="*/ 104921 h 104920"/>
                <a:gd name="connsiteX1" fmla="*/ 21108 w 158312"/>
                <a:gd name="connsiteY1" fmla="*/ 83118 h 104920"/>
                <a:gd name="connsiteX2" fmla="*/ 57555 w 158312"/>
                <a:gd name="connsiteY2" fmla="*/ 50344 h 104920"/>
                <a:gd name="connsiteX3" fmla="*/ 67546 w 158312"/>
                <a:gd name="connsiteY3" fmla="*/ 38668 h 104920"/>
                <a:gd name="connsiteX4" fmla="*/ 96676 w 158312"/>
                <a:gd name="connsiteY4" fmla="*/ 50344 h 104920"/>
                <a:gd name="connsiteX5" fmla="*/ 96676 w 158312"/>
                <a:gd name="connsiteY5" fmla="*/ 32198 h 104920"/>
                <a:gd name="connsiteX6" fmla="*/ 118488 w 158312"/>
                <a:gd name="connsiteY6" fmla="*/ 32198 h 104920"/>
                <a:gd name="connsiteX7" fmla="*/ 135796 w 158312"/>
                <a:gd name="connsiteY7" fmla="*/ 6738 h 104920"/>
                <a:gd name="connsiteX8" fmla="*/ 147617 w 158312"/>
                <a:gd name="connsiteY8" fmla="*/ 408 h 104920"/>
                <a:gd name="connsiteX9" fmla="*/ 158312 w 158312"/>
                <a:gd name="connsiteY9" fmla="*/ 11943 h 10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312" h="104920">
                  <a:moveTo>
                    <a:pt x="0" y="104921"/>
                  </a:moveTo>
                  <a:lnTo>
                    <a:pt x="21108" y="83118"/>
                  </a:lnTo>
                  <a:cubicBezTo>
                    <a:pt x="42920" y="73975"/>
                    <a:pt x="57555" y="50344"/>
                    <a:pt x="57555" y="50344"/>
                  </a:cubicBezTo>
                  <a:cubicBezTo>
                    <a:pt x="60229" y="41341"/>
                    <a:pt x="67546" y="38668"/>
                    <a:pt x="67546" y="38668"/>
                  </a:cubicBezTo>
                  <a:cubicBezTo>
                    <a:pt x="79367" y="45983"/>
                    <a:pt x="96676" y="50344"/>
                    <a:pt x="96676" y="50344"/>
                  </a:cubicBezTo>
                  <a:cubicBezTo>
                    <a:pt x="107652" y="44014"/>
                    <a:pt x="96676" y="32198"/>
                    <a:pt x="96676" y="32198"/>
                  </a:cubicBezTo>
                  <a:cubicBezTo>
                    <a:pt x="112999" y="29526"/>
                    <a:pt x="118488" y="32198"/>
                    <a:pt x="118488" y="32198"/>
                  </a:cubicBezTo>
                  <a:cubicBezTo>
                    <a:pt x="129464" y="20382"/>
                    <a:pt x="135796" y="6738"/>
                    <a:pt x="135796" y="6738"/>
                  </a:cubicBezTo>
                  <a:cubicBezTo>
                    <a:pt x="139455" y="-2405"/>
                    <a:pt x="147617" y="408"/>
                    <a:pt x="147617" y="408"/>
                  </a:cubicBezTo>
                  <a:cubicBezTo>
                    <a:pt x="151276" y="13068"/>
                    <a:pt x="158312" y="11943"/>
                    <a:pt x="158312" y="11943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5EE7E96D-A79A-3BFA-28F1-B8F6341334BA}"/>
                </a:ext>
              </a:extLst>
            </p:cNvPr>
            <p:cNvSpPr/>
            <p:nvPr/>
          </p:nvSpPr>
          <p:spPr>
            <a:xfrm>
              <a:off x="9006689" y="3629120"/>
              <a:ext cx="71486" cy="28132"/>
            </a:xfrm>
            <a:custGeom>
              <a:avLst/>
              <a:gdLst>
                <a:gd name="connsiteX0" fmla="*/ 71486 w 71486"/>
                <a:gd name="connsiteY0" fmla="*/ 0 h 28132"/>
                <a:gd name="connsiteX1" fmla="*/ 62340 w 71486"/>
                <a:gd name="connsiteY1" fmla="*/ 0 h 28132"/>
                <a:gd name="connsiteX2" fmla="*/ 62340 w 71486"/>
                <a:gd name="connsiteY2" fmla="*/ 9706 h 28132"/>
                <a:gd name="connsiteX3" fmla="*/ 35040 w 71486"/>
                <a:gd name="connsiteY3" fmla="*/ 9706 h 28132"/>
                <a:gd name="connsiteX4" fmla="*/ 21812 w 71486"/>
                <a:gd name="connsiteY4" fmla="*/ 24475 h 28132"/>
                <a:gd name="connsiteX5" fmla="*/ 0 w 71486"/>
                <a:gd name="connsiteY5" fmla="*/ 28133 h 28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486" h="28132">
                  <a:moveTo>
                    <a:pt x="71486" y="0"/>
                  </a:moveTo>
                  <a:lnTo>
                    <a:pt x="62340" y="0"/>
                  </a:lnTo>
                  <a:cubicBezTo>
                    <a:pt x="61917" y="5767"/>
                    <a:pt x="62340" y="9706"/>
                    <a:pt x="62340" y="9706"/>
                  </a:cubicBezTo>
                  <a:cubicBezTo>
                    <a:pt x="45594" y="9284"/>
                    <a:pt x="35040" y="9706"/>
                    <a:pt x="35040" y="9706"/>
                  </a:cubicBezTo>
                  <a:cubicBezTo>
                    <a:pt x="29130" y="15192"/>
                    <a:pt x="21812" y="24475"/>
                    <a:pt x="21812" y="24475"/>
                  </a:cubicBezTo>
                  <a:cubicBezTo>
                    <a:pt x="10554" y="26445"/>
                    <a:pt x="0" y="28133"/>
                    <a:pt x="0" y="28133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3C4BFDE3-E612-2156-E11D-F223B9B3AEDA}"/>
                </a:ext>
              </a:extLst>
            </p:cNvPr>
            <p:cNvSpPr/>
            <p:nvPr/>
          </p:nvSpPr>
          <p:spPr>
            <a:xfrm>
              <a:off x="8280985" y="3939702"/>
              <a:ext cx="95831" cy="482472"/>
            </a:xfrm>
            <a:custGeom>
              <a:avLst/>
              <a:gdLst>
                <a:gd name="connsiteX0" fmla="*/ 40246 w 95831"/>
                <a:gd name="connsiteY0" fmla="*/ 482472 h 482472"/>
                <a:gd name="connsiteX1" fmla="*/ 65436 w 95831"/>
                <a:gd name="connsiteY1" fmla="*/ 452230 h 482472"/>
                <a:gd name="connsiteX2" fmla="*/ 65014 w 95831"/>
                <a:gd name="connsiteY2" fmla="*/ 420440 h 482472"/>
                <a:gd name="connsiteX3" fmla="*/ 47986 w 95831"/>
                <a:gd name="connsiteY3" fmla="*/ 379648 h 482472"/>
                <a:gd name="connsiteX4" fmla="*/ 37713 w 95831"/>
                <a:gd name="connsiteY4" fmla="*/ 350250 h 482472"/>
                <a:gd name="connsiteX5" fmla="*/ 39965 w 95831"/>
                <a:gd name="connsiteY5" fmla="*/ 313115 h 482472"/>
                <a:gd name="connsiteX6" fmla="*/ 22516 w 95831"/>
                <a:gd name="connsiteY6" fmla="*/ 294829 h 482472"/>
                <a:gd name="connsiteX7" fmla="*/ 16183 w 95831"/>
                <a:gd name="connsiteY7" fmla="*/ 266696 h 482472"/>
                <a:gd name="connsiteX8" fmla="*/ 30536 w 95831"/>
                <a:gd name="connsiteY8" fmla="*/ 234062 h 482472"/>
                <a:gd name="connsiteX9" fmla="*/ 63184 w 95831"/>
                <a:gd name="connsiteY9" fmla="*/ 223372 h 482472"/>
                <a:gd name="connsiteX10" fmla="*/ 88655 w 95831"/>
                <a:gd name="connsiteY10" fmla="*/ 209868 h 482472"/>
                <a:gd name="connsiteX11" fmla="*/ 95832 w 95831"/>
                <a:gd name="connsiteY11" fmla="*/ 191723 h 482472"/>
                <a:gd name="connsiteX12" fmla="*/ 92173 w 95831"/>
                <a:gd name="connsiteY12" fmla="*/ 191723 h 482472"/>
                <a:gd name="connsiteX13" fmla="*/ 75709 w 95831"/>
                <a:gd name="connsiteY13" fmla="*/ 182299 h 482472"/>
                <a:gd name="connsiteX14" fmla="*/ 68109 w 95831"/>
                <a:gd name="connsiteY14" fmla="*/ 151916 h 482472"/>
                <a:gd name="connsiteX15" fmla="*/ 46579 w 95831"/>
                <a:gd name="connsiteY15" fmla="*/ 136302 h 482472"/>
                <a:gd name="connsiteX16" fmla="*/ 46579 w 95831"/>
                <a:gd name="connsiteY16" fmla="*/ 116609 h 482472"/>
                <a:gd name="connsiteX17" fmla="*/ 18012 w 95831"/>
                <a:gd name="connsiteY17" fmla="*/ 126878 h 482472"/>
                <a:gd name="connsiteX18" fmla="*/ 17449 w 95831"/>
                <a:gd name="connsiteY18" fmla="*/ 93400 h 482472"/>
                <a:gd name="connsiteX19" fmla="*/ 44750 w 95831"/>
                <a:gd name="connsiteY19" fmla="*/ 69206 h 482472"/>
                <a:gd name="connsiteX20" fmla="*/ 31662 w 95831"/>
                <a:gd name="connsiteY20" fmla="*/ 19974 h 482472"/>
                <a:gd name="connsiteX21" fmla="*/ 17449 w 95831"/>
                <a:gd name="connsiteY21" fmla="*/ 0 h 482472"/>
                <a:gd name="connsiteX22" fmla="*/ 6754 w 95831"/>
                <a:gd name="connsiteY22" fmla="*/ 4923 h 482472"/>
                <a:gd name="connsiteX23" fmla="*/ 0 w 95831"/>
                <a:gd name="connsiteY23" fmla="*/ 7877 h 48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5831" h="482472">
                  <a:moveTo>
                    <a:pt x="40246" y="482472"/>
                  </a:moveTo>
                  <a:cubicBezTo>
                    <a:pt x="40246" y="482472"/>
                    <a:pt x="51082" y="467703"/>
                    <a:pt x="65436" y="452230"/>
                  </a:cubicBezTo>
                  <a:cubicBezTo>
                    <a:pt x="65436" y="452230"/>
                    <a:pt x="68109" y="439149"/>
                    <a:pt x="65014" y="420440"/>
                  </a:cubicBezTo>
                  <a:cubicBezTo>
                    <a:pt x="65014" y="420440"/>
                    <a:pt x="59244" y="394980"/>
                    <a:pt x="47986" y="379648"/>
                  </a:cubicBezTo>
                  <a:cubicBezTo>
                    <a:pt x="47986" y="379648"/>
                    <a:pt x="35040" y="360518"/>
                    <a:pt x="37713" y="350250"/>
                  </a:cubicBezTo>
                  <a:cubicBezTo>
                    <a:pt x="37713" y="350250"/>
                    <a:pt x="44890" y="329291"/>
                    <a:pt x="39965" y="313115"/>
                  </a:cubicBezTo>
                  <a:lnTo>
                    <a:pt x="22516" y="294829"/>
                  </a:lnTo>
                  <a:cubicBezTo>
                    <a:pt x="22516" y="294829"/>
                    <a:pt x="11821" y="273307"/>
                    <a:pt x="16183" y="266696"/>
                  </a:cubicBezTo>
                  <a:cubicBezTo>
                    <a:pt x="16183" y="266696"/>
                    <a:pt x="18857" y="246160"/>
                    <a:pt x="30536" y="234062"/>
                  </a:cubicBezTo>
                  <a:cubicBezTo>
                    <a:pt x="30536" y="234062"/>
                    <a:pt x="49393" y="230546"/>
                    <a:pt x="63184" y="223372"/>
                  </a:cubicBezTo>
                  <a:cubicBezTo>
                    <a:pt x="63184" y="223372"/>
                    <a:pt x="76553" y="213526"/>
                    <a:pt x="88655" y="209868"/>
                  </a:cubicBezTo>
                  <a:cubicBezTo>
                    <a:pt x="88655" y="209868"/>
                    <a:pt x="95410" y="201429"/>
                    <a:pt x="95832" y="191723"/>
                  </a:cubicBezTo>
                  <a:cubicBezTo>
                    <a:pt x="95832" y="191723"/>
                    <a:pt x="94424" y="192004"/>
                    <a:pt x="92173" y="191723"/>
                  </a:cubicBezTo>
                  <a:cubicBezTo>
                    <a:pt x="88092" y="191301"/>
                    <a:pt x="81478" y="189473"/>
                    <a:pt x="75709" y="182299"/>
                  </a:cubicBezTo>
                  <a:cubicBezTo>
                    <a:pt x="75709" y="182299"/>
                    <a:pt x="74301" y="162606"/>
                    <a:pt x="68109" y="151916"/>
                  </a:cubicBezTo>
                  <a:cubicBezTo>
                    <a:pt x="68109" y="151916"/>
                    <a:pt x="60088" y="146148"/>
                    <a:pt x="46579" y="136302"/>
                  </a:cubicBezTo>
                  <a:cubicBezTo>
                    <a:pt x="46579" y="136302"/>
                    <a:pt x="45735" y="126034"/>
                    <a:pt x="46579" y="116609"/>
                  </a:cubicBezTo>
                  <a:cubicBezTo>
                    <a:pt x="46579" y="116609"/>
                    <a:pt x="27018" y="124346"/>
                    <a:pt x="18012" y="126878"/>
                  </a:cubicBezTo>
                  <a:cubicBezTo>
                    <a:pt x="18012" y="126878"/>
                    <a:pt x="15339" y="119423"/>
                    <a:pt x="17449" y="93400"/>
                  </a:cubicBezTo>
                  <a:cubicBezTo>
                    <a:pt x="17449" y="93400"/>
                    <a:pt x="29411" y="81162"/>
                    <a:pt x="44750" y="69206"/>
                  </a:cubicBezTo>
                  <a:cubicBezTo>
                    <a:pt x="44750" y="69206"/>
                    <a:pt x="53474" y="46278"/>
                    <a:pt x="31662" y="19974"/>
                  </a:cubicBezTo>
                  <a:cubicBezTo>
                    <a:pt x="31662" y="19974"/>
                    <a:pt x="29411" y="5767"/>
                    <a:pt x="17449" y="0"/>
                  </a:cubicBezTo>
                  <a:lnTo>
                    <a:pt x="6754" y="4923"/>
                  </a:lnTo>
                  <a:lnTo>
                    <a:pt x="0" y="7877"/>
                  </a:ln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6B014AD5-3C63-5576-C2EC-80F656F97959}"/>
                </a:ext>
              </a:extLst>
            </p:cNvPr>
            <p:cNvSpPr/>
            <p:nvPr/>
          </p:nvSpPr>
          <p:spPr>
            <a:xfrm>
              <a:off x="8365168" y="4102308"/>
              <a:ext cx="179809" cy="228014"/>
            </a:xfrm>
            <a:custGeom>
              <a:avLst/>
              <a:gdLst>
                <a:gd name="connsiteX0" fmla="*/ 1376 w 179809"/>
                <a:gd name="connsiteY0" fmla="*/ 48107 h 228014"/>
                <a:gd name="connsiteX1" fmla="*/ 1376 w 179809"/>
                <a:gd name="connsiteY1" fmla="*/ 78490 h 228014"/>
                <a:gd name="connsiteX2" fmla="*/ 22344 w 179809"/>
                <a:gd name="connsiteY2" fmla="*/ 84257 h 228014"/>
                <a:gd name="connsiteX3" fmla="*/ 18263 w 179809"/>
                <a:gd name="connsiteY3" fmla="*/ 107466 h 228014"/>
                <a:gd name="connsiteX4" fmla="*/ 22344 w 179809"/>
                <a:gd name="connsiteY4" fmla="*/ 131097 h 228014"/>
                <a:gd name="connsiteX5" fmla="*/ 48237 w 179809"/>
                <a:gd name="connsiteY5" fmla="*/ 114077 h 228014"/>
                <a:gd name="connsiteX6" fmla="*/ 61605 w 179809"/>
                <a:gd name="connsiteY6" fmla="*/ 122517 h 228014"/>
                <a:gd name="connsiteX7" fmla="*/ 91579 w 179809"/>
                <a:gd name="connsiteY7" fmla="*/ 111827 h 228014"/>
                <a:gd name="connsiteX8" fmla="*/ 112546 w 179809"/>
                <a:gd name="connsiteY8" fmla="*/ 145304 h 228014"/>
                <a:gd name="connsiteX9" fmla="*/ 127745 w 179809"/>
                <a:gd name="connsiteY9" fmla="*/ 175266 h 228014"/>
                <a:gd name="connsiteX10" fmla="*/ 133514 w 179809"/>
                <a:gd name="connsiteY10" fmla="*/ 205227 h 228014"/>
                <a:gd name="connsiteX11" fmla="*/ 125071 w 179809"/>
                <a:gd name="connsiteY11" fmla="*/ 218589 h 228014"/>
                <a:gd name="connsiteX12" fmla="*/ 142520 w 179809"/>
                <a:gd name="connsiteY12" fmla="*/ 228014 h 228014"/>
                <a:gd name="connsiteX13" fmla="*/ 158141 w 179809"/>
                <a:gd name="connsiteY13" fmla="*/ 212400 h 228014"/>
                <a:gd name="connsiteX14" fmla="*/ 179249 w 179809"/>
                <a:gd name="connsiteY14" fmla="*/ 212400 h 228014"/>
                <a:gd name="connsiteX15" fmla="*/ 175590 w 179809"/>
                <a:gd name="connsiteY15" fmla="*/ 171327 h 228014"/>
                <a:gd name="connsiteX16" fmla="*/ 148290 w 179809"/>
                <a:gd name="connsiteY16" fmla="*/ 139115 h 228014"/>
                <a:gd name="connsiteX17" fmla="*/ 127322 w 179809"/>
                <a:gd name="connsiteY17" fmla="*/ 112671 h 228014"/>
                <a:gd name="connsiteX18" fmla="*/ 96504 w 179809"/>
                <a:gd name="connsiteY18" fmla="*/ 90727 h 228014"/>
                <a:gd name="connsiteX19" fmla="*/ 93831 w 179809"/>
                <a:gd name="connsiteY19" fmla="*/ 78209 h 228014"/>
                <a:gd name="connsiteX20" fmla="*/ 114798 w 179809"/>
                <a:gd name="connsiteY20" fmla="*/ 64845 h 228014"/>
                <a:gd name="connsiteX21" fmla="*/ 100867 w 179809"/>
                <a:gd name="connsiteY21" fmla="*/ 44309 h 228014"/>
                <a:gd name="connsiteX22" fmla="*/ 68641 w 179809"/>
                <a:gd name="connsiteY22" fmla="*/ 39808 h 228014"/>
                <a:gd name="connsiteX23" fmla="*/ 66390 w 179809"/>
                <a:gd name="connsiteY23" fmla="*/ 22366 h 228014"/>
                <a:gd name="connsiteX24" fmla="*/ 53865 w 179809"/>
                <a:gd name="connsiteY24" fmla="*/ 12097 h 228014"/>
                <a:gd name="connsiteX25" fmla="*/ 39089 w 179809"/>
                <a:gd name="connsiteY25" fmla="*/ 0 h 228014"/>
                <a:gd name="connsiteX26" fmla="*/ 32757 w 179809"/>
                <a:gd name="connsiteY26" fmla="*/ 16598 h 228014"/>
                <a:gd name="connsiteX27" fmla="*/ 34587 w 179809"/>
                <a:gd name="connsiteY27" fmla="*/ 34884 h 228014"/>
                <a:gd name="connsiteX28" fmla="*/ 23892 w 179809"/>
                <a:gd name="connsiteY28" fmla="*/ 26445 h 228014"/>
                <a:gd name="connsiteX29" fmla="*/ 14463 w 179809"/>
                <a:gd name="connsiteY29" fmla="*/ 19693 h 228014"/>
                <a:gd name="connsiteX30" fmla="*/ 11367 w 179809"/>
                <a:gd name="connsiteY30" fmla="*/ 28695 h 22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9809" h="228014">
                  <a:moveTo>
                    <a:pt x="1376" y="48107"/>
                  </a:moveTo>
                  <a:cubicBezTo>
                    <a:pt x="1376" y="48107"/>
                    <a:pt x="-1720" y="65408"/>
                    <a:pt x="1376" y="78490"/>
                  </a:cubicBezTo>
                  <a:lnTo>
                    <a:pt x="22344" y="84257"/>
                  </a:lnTo>
                  <a:cubicBezTo>
                    <a:pt x="22344" y="84257"/>
                    <a:pt x="22344" y="101137"/>
                    <a:pt x="18263" y="107466"/>
                  </a:cubicBezTo>
                  <a:cubicBezTo>
                    <a:pt x="18263" y="107466"/>
                    <a:pt x="13760" y="125753"/>
                    <a:pt x="22344" y="131097"/>
                  </a:cubicBezTo>
                  <a:cubicBezTo>
                    <a:pt x="22344" y="131097"/>
                    <a:pt x="28113" y="125753"/>
                    <a:pt x="48237" y="114077"/>
                  </a:cubicBezTo>
                  <a:cubicBezTo>
                    <a:pt x="48237" y="114077"/>
                    <a:pt x="50066" y="117172"/>
                    <a:pt x="61605" y="122517"/>
                  </a:cubicBezTo>
                  <a:cubicBezTo>
                    <a:pt x="61605" y="122517"/>
                    <a:pt x="78633" y="112671"/>
                    <a:pt x="91579" y="111827"/>
                  </a:cubicBezTo>
                  <a:cubicBezTo>
                    <a:pt x="91579" y="111827"/>
                    <a:pt x="110858" y="134192"/>
                    <a:pt x="112546" y="145304"/>
                  </a:cubicBezTo>
                  <a:cubicBezTo>
                    <a:pt x="112546" y="145304"/>
                    <a:pt x="120568" y="170342"/>
                    <a:pt x="127745" y="175266"/>
                  </a:cubicBezTo>
                  <a:cubicBezTo>
                    <a:pt x="127745" y="175266"/>
                    <a:pt x="133092" y="192286"/>
                    <a:pt x="133514" y="205227"/>
                  </a:cubicBezTo>
                  <a:cubicBezTo>
                    <a:pt x="133514" y="205227"/>
                    <a:pt x="128589" y="212400"/>
                    <a:pt x="125071" y="218589"/>
                  </a:cubicBezTo>
                  <a:cubicBezTo>
                    <a:pt x="125071" y="218589"/>
                    <a:pt x="131404" y="224357"/>
                    <a:pt x="142520" y="228014"/>
                  </a:cubicBezTo>
                  <a:cubicBezTo>
                    <a:pt x="142520" y="228014"/>
                    <a:pt x="147868" y="219011"/>
                    <a:pt x="158141" y="212400"/>
                  </a:cubicBezTo>
                  <a:cubicBezTo>
                    <a:pt x="158141" y="212400"/>
                    <a:pt x="167991" y="212823"/>
                    <a:pt x="179249" y="212400"/>
                  </a:cubicBezTo>
                  <a:cubicBezTo>
                    <a:pt x="179249" y="212400"/>
                    <a:pt x="181923" y="183846"/>
                    <a:pt x="175590" y="171327"/>
                  </a:cubicBezTo>
                  <a:cubicBezTo>
                    <a:pt x="175590" y="171327"/>
                    <a:pt x="157296" y="148962"/>
                    <a:pt x="148290" y="139115"/>
                  </a:cubicBezTo>
                  <a:cubicBezTo>
                    <a:pt x="148290" y="139115"/>
                    <a:pt x="146038" y="135599"/>
                    <a:pt x="127322" y="112671"/>
                  </a:cubicBezTo>
                  <a:cubicBezTo>
                    <a:pt x="127322" y="112671"/>
                    <a:pt x="109450" y="93400"/>
                    <a:pt x="96504" y="90727"/>
                  </a:cubicBezTo>
                  <a:cubicBezTo>
                    <a:pt x="96504" y="90727"/>
                    <a:pt x="88905" y="85804"/>
                    <a:pt x="93831" y="78209"/>
                  </a:cubicBezTo>
                  <a:cubicBezTo>
                    <a:pt x="93831" y="78209"/>
                    <a:pt x="106355" y="74692"/>
                    <a:pt x="114798" y="64845"/>
                  </a:cubicBezTo>
                  <a:cubicBezTo>
                    <a:pt x="114798" y="64845"/>
                    <a:pt x="109028" y="50498"/>
                    <a:pt x="100867" y="44309"/>
                  </a:cubicBezTo>
                  <a:cubicBezTo>
                    <a:pt x="100867" y="44309"/>
                    <a:pt x="80743" y="45153"/>
                    <a:pt x="68641" y="39808"/>
                  </a:cubicBezTo>
                  <a:cubicBezTo>
                    <a:pt x="68641" y="39808"/>
                    <a:pt x="66390" y="36713"/>
                    <a:pt x="66390" y="22366"/>
                  </a:cubicBezTo>
                  <a:cubicBezTo>
                    <a:pt x="66390" y="22366"/>
                    <a:pt x="63294" y="22366"/>
                    <a:pt x="53865" y="12097"/>
                  </a:cubicBezTo>
                  <a:cubicBezTo>
                    <a:pt x="53865" y="12097"/>
                    <a:pt x="47111" y="4079"/>
                    <a:pt x="39089" y="0"/>
                  </a:cubicBezTo>
                  <a:cubicBezTo>
                    <a:pt x="39089" y="0"/>
                    <a:pt x="29661" y="8018"/>
                    <a:pt x="32757" y="16598"/>
                  </a:cubicBezTo>
                  <a:cubicBezTo>
                    <a:pt x="32757" y="16598"/>
                    <a:pt x="36838" y="26022"/>
                    <a:pt x="34587" y="34884"/>
                  </a:cubicBezTo>
                  <a:cubicBezTo>
                    <a:pt x="34587" y="34884"/>
                    <a:pt x="29661" y="34462"/>
                    <a:pt x="23892" y="26445"/>
                  </a:cubicBezTo>
                  <a:lnTo>
                    <a:pt x="14463" y="19693"/>
                  </a:lnTo>
                  <a:lnTo>
                    <a:pt x="11367" y="28695"/>
                  </a:ln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B6D40E46-7D47-9159-FA15-3F91AFBC7DEA}"/>
                </a:ext>
              </a:extLst>
            </p:cNvPr>
            <p:cNvSpPr/>
            <p:nvPr/>
          </p:nvSpPr>
          <p:spPr>
            <a:xfrm>
              <a:off x="8417485" y="4318470"/>
              <a:ext cx="73034" cy="79229"/>
            </a:xfrm>
            <a:custGeom>
              <a:avLst/>
              <a:gdLst>
                <a:gd name="connsiteX0" fmla="*/ 12384 w 73034"/>
                <a:gd name="connsiteY0" fmla="*/ 79230 h 79229"/>
                <a:gd name="connsiteX1" fmla="*/ 12384 w 73034"/>
                <a:gd name="connsiteY1" fmla="*/ 64460 h 79229"/>
                <a:gd name="connsiteX2" fmla="*/ 5770 w 73034"/>
                <a:gd name="connsiteY2" fmla="*/ 43923 h 79229"/>
                <a:gd name="connsiteX3" fmla="*/ 0 w 73034"/>
                <a:gd name="connsiteY3" fmla="*/ 24512 h 79229"/>
                <a:gd name="connsiteX4" fmla="*/ 19701 w 73034"/>
                <a:gd name="connsiteY4" fmla="*/ 1022 h 79229"/>
                <a:gd name="connsiteX5" fmla="*/ 51082 w 73034"/>
                <a:gd name="connsiteY5" fmla="*/ 1022 h 79229"/>
                <a:gd name="connsiteX6" fmla="*/ 73035 w 73034"/>
                <a:gd name="connsiteY6" fmla="*/ 2850 h 79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034" h="79229">
                  <a:moveTo>
                    <a:pt x="12384" y="79230"/>
                  </a:moveTo>
                  <a:lnTo>
                    <a:pt x="12384" y="64460"/>
                  </a:lnTo>
                  <a:cubicBezTo>
                    <a:pt x="10695" y="51941"/>
                    <a:pt x="5770" y="43923"/>
                    <a:pt x="5770" y="43923"/>
                  </a:cubicBezTo>
                  <a:cubicBezTo>
                    <a:pt x="1266" y="34499"/>
                    <a:pt x="0" y="24512"/>
                    <a:pt x="0" y="24512"/>
                  </a:cubicBezTo>
                  <a:cubicBezTo>
                    <a:pt x="5348" y="15791"/>
                    <a:pt x="19701" y="1022"/>
                    <a:pt x="19701" y="1022"/>
                  </a:cubicBezTo>
                  <a:cubicBezTo>
                    <a:pt x="34899" y="1022"/>
                    <a:pt x="51082" y="1022"/>
                    <a:pt x="51082" y="1022"/>
                  </a:cubicBezTo>
                  <a:cubicBezTo>
                    <a:pt x="58259" y="-2073"/>
                    <a:pt x="73035" y="2850"/>
                    <a:pt x="73035" y="285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2E107E0C-51E2-78F9-4667-ABB9475896AA}"/>
                </a:ext>
              </a:extLst>
            </p:cNvPr>
            <p:cNvSpPr/>
            <p:nvPr/>
          </p:nvSpPr>
          <p:spPr>
            <a:xfrm>
              <a:off x="8470538" y="4315131"/>
              <a:ext cx="76829" cy="112951"/>
            </a:xfrm>
            <a:custGeom>
              <a:avLst/>
              <a:gdLst>
                <a:gd name="connsiteX0" fmla="*/ 0 w 76829"/>
                <a:gd name="connsiteY0" fmla="*/ 112952 h 112951"/>
                <a:gd name="connsiteX1" fmla="*/ 1970 w 76829"/>
                <a:gd name="connsiteY1" fmla="*/ 101840 h 112951"/>
                <a:gd name="connsiteX2" fmla="*/ 22516 w 76829"/>
                <a:gd name="connsiteY2" fmla="*/ 92837 h 112951"/>
                <a:gd name="connsiteX3" fmla="*/ 41794 w 76829"/>
                <a:gd name="connsiteY3" fmla="*/ 89742 h 112951"/>
                <a:gd name="connsiteX4" fmla="*/ 47142 w 76829"/>
                <a:gd name="connsiteY4" fmla="*/ 69628 h 112951"/>
                <a:gd name="connsiteX5" fmla="*/ 68109 w 76829"/>
                <a:gd name="connsiteY5" fmla="*/ 59359 h 112951"/>
                <a:gd name="connsiteX6" fmla="*/ 74020 w 76829"/>
                <a:gd name="connsiteY6" fmla="*/ 18286 h 112951"/>
                <a:gd name="connsiteX7" fmla="*/ 74020 w 76829"/>
                <a:gd name="connsiteY7" fmla="*/ 0 h 11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829" h="112951">
                  <a:moveTo>
                    <a:pt x="0" y="112952"/>
                  </a:moveTo>
                  <a:lnTo>
                    <a:pt x="1970" y="101840"/>
                  </a:lnTo>
                  <a:cubicBezTo>
                    <a:pt x="14494" y="97338"/>
                    <a:pt x="22516" y="92837"/>
                    <a:pt x="22516" y="92837"/>
                  </a:cubicBezTo>
                  <a:cubicBezTo>
                    <a:pt x="37713" y="92415"/>
                    <a:pt x="41794" y="89742"/>
                    <a:pt x="41794" y="89742"/>
                  </a:cubicBezTo>
                  <a:cubicBezTo>
                    <a:pt x="32788" y="76802"/>
                    <a:pt x="47142" y="69628"/>
                    <a:pt x="47142" y="69628"/>
                  </a:cubicBezTo>
                  <a:cubicBezTo>
                    <a:pt x="61918" y="66111"/>
                    <a:pt x="68109" y="59359"/>
                    <a:pt x="68109" y="59359"/>
                  </a:cubicBezTo>
                  <a:cubicBezTo>
                    <a:pt x="83307" y="43746"/>
                    <a:pt x="74020" y="18286"/>
                    <a:pt x="74020" y="18286"/>
                  </a:cubicBezTo>
                  <a:cubicBezTo>
                    <a:pt x="73457" y="14769"/>
                    <a:pt x="74020" y="0"/>
                    <a:pt x="74020" y="0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87942554-70C5-80B3-F85D-2BB3CD0E531A}"/>
                </a:ext>
              </a:extLst>
            </p:cNvPr>
            <p:cNvSpPr/>
            <p:nvPr/>
          </p:nvSpPr>
          <p:spPr>
            <a:xfrm>
              <a:off x="8410871" y="4080875"/>
              <a:ext cx="151276" cy="53363"/>
            </a:xfrm>
            <a:custGeom>
              <a:avLst/>
              <a:gdLst>
                <a:gd name="connsiteX0" fmla="*/ 0 w 151276"/>
                <a:gd name="connsiteY0" fmla="*/ 25793 h 53363"/>
                <a:gd name="connsiteX1" fmla="*/ 6614 w 151276"/>
                <a:gd name="connsiteY1" fmla="*/ 14822 h 53363"/>
                <a:gd name="connsiteX2" fmla="*/ 20827 w 151276"/>
                <a:gd name="connsiteY2" fmla="*/ 20307 h 53363"/>
                <a:gd name="connsiteX3" fmla="*/ 35462 w 151276"/>
                <a:gd name="connsiteY3" fmla="*/ 14822 h 53363"/>
                <a:gd name="connsiteX4" fmla="*/ 53193 w 151276"/>
                <a:gd name="connsiteY4" fmla="*/ 14822 h 53363"/>
                <a:gd name="connsiteX5" fmla="*/ 76131 w 151276"/>
                <a:gd name="connsiteY5" fmla="*/ 193 h 53363"/>
                <a:gd name="connsiteX6" fmla="*/ 93299 w 151276"/>
                <a:gd name="connsiteY6" fmla="*/ 5538 h 53363"/>
                <a:gd name="connsiteX7" fmla="*/ 113282 w 151276"/>
                <a:gd name="connsiteY7" fmla="*/ 9055 h 53363"/>
                <a:gd name="connsiteX8" fmla="*/ 114689 w 151276"/>
                <a:gd name="connsiteY8" fmla="*/ 21574 h 53363"/>
                <a:gd name="connsiteX9" fmla="*/ 113985 w 151276"/>
                <a:gd name="connsiteY9" fmla="*/ 23683 h 53363"/>
                <a:gd name="connsiteX10" fmla="*/ 119051 w 151276"/>
                <a:gd name="connsiteY10" fmla="*/ 40422 h 53363"/>
                <a:gd name="connsiteX11" fmla="*/ 141566 w 151276"/>
                <a:gd name="connsiteY11" fmla="*/ 44361 h 53363"/>
                <a:gd name="connsiteX12" fmla="*/ 151276 w 151276"/>
                <a:gd name="connsiteY12" fmla="*/ 53363 h 53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1276" h="53363">
                  <a:moveTo>
                    <a:pt x="0" y="25793"/>
                  </a:moveTo>
                  <a:lnTo>
                    <a:pt x="6614" y="14822"/>
                  </a:lnTo>
                  <a:lnTo>
                    <a:pt x="20827" y="20307"/>
                  </a:lnTo>
                  <a:cubicBezTo>
                    <a:pt x="36870" y="19182"/>
                    <a:pt x="35462" y="14822"/>
                    <a:pt x="35462" y="14822"/>
                  </a:cubicBezTo>
                  <a:cubicBezTo>
                    <a:pt x="48268" y="15244"/>
                    <a:pt x="53193" y="14822"/>
                    <a:pt x="53193" y="14822"/>
                  </a:cubicBezTo>
                  <a:cubicBezTo>
                    <a:pt x="64732" y="9195"/>
                    <a:pt x="76131" y="193"/>
                    <a:pt x="76131" y="193"/>
                  </a:cubicBezTo>
                  <a:cubicBezTo>
                    <a:pt x="87248" y="-1214"/>
                    <a:pt x="93299" y="5538"/>
                    <a:pt x="93299" y="5538"/>
                  </a:cubicBezTo>
                  <a:cubicBezTo>
                    <a:pt x="107231" y="8351"/>
                    <a:pt x="113282" y="9055"/>
                    <a:pt x="113282" y="9055"/>
                  </a:cubicBezTo>
                  <a:cubicBezTo>
                    <a:pt x="121162" y="14822"/>
                    <a:pt x="114689" y="21574"/>
                    <a:pt x="114689" y="21574"/>
                  </a:cubicBezTo>
                  <a:cubicBezTo>
                    <a:pt x="114689" y="21574"/>
                    <a:pt x="113282" y="15806"/>
                    <a:pt x="113985" y="23683"/>
                  </a:cubicBezTo>
                  <a:cubicBezTo>
                    <a:pt x="114689" y="31560"/>
                    <a:pt x="119051" y="40422"/>
                    <a:pt x="119051" y="40422"/>
                  </a:cubicBezTo>
                  <a:cubicBezTo>
                    <a:pt x="137908" y="47174"/>
                    <a:pt x="141566" y="44361"/>
                    <a:pt x="141566" y="44361"/>
                  </a:cubicBezTo>
                  <a:cubicBezTo>
                    <a:pt x="145788" y="46893"/>
                    <a:pt x="151276" y="53363"/>
                    <a:pt x="151276" y="53363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4F1FF6D0-C957-0206-1E1A-0C75FD7C0A82}"/>
                </a:ext>
              </a:extLst>
            </p:cNvPr>
            <p:cNvSpPr/>
            <p:nvPr/>
          </p:nvSpPr>
          <p:spPr>
            <a:xfrm>
              <a:off x="8359508" y="4518107"/>
              <a:ext cx="50519" cy="15894"/>
            </a:xfrm>
            <a:custGeom>
              <a:avLst/>
              <a:gdLst>
                <a:gd name="connsiteX0" fmla="*/ 0 w 50519"/>
                <a:gd name="connsiteY0" fmla="*/ 6048 h 15894"/>
                <a:gd name="connsiteX1" fmla="*/ 6614 w 50519"/>
                <a:gd name="connsiteY1" fmla="*/ 0 h 15894"/>
                <a:gd name="connsiteX2" fmla="*/ 22938 w 50519"/>
                <a:gd name="connsiteY2" fmla="*/ 13082 h 15894"/>
                <a:gd name="connsiteX3" fmla="*/ 50519 w 50519"/>
                <a:gd name="connsiteY3" fmla="*/ 13082 h 15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519" h="15894">
                  <a:moveTo>
                    <a:pt x="0" y="6048"/>
                  </a:moveTo>
                  <a:lnTo>
                    <a:pt x="6614" y="0"/>
                  </a:lnTo>
                  <a:cubicBezTo>
                    <a:pt x="16605" y="9424"/>
                    <a:pt x="22938" y="13082"/>
                    <a:pt x="22938" y="13082"/>
                  </a:cubicBezTo>
                  <a:cubicBezTo>
                    <a:pt x="39825" y="19411"/>
                    <a:pt x="50519" y="13082"/>
                    <a:pt x="50519" y="13082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998A39B5-A2D0-7236-10EF-0E6E3F94915A}"/>
                </a:ext>
              </a:extLst>
            </p:cNvPr>
            <p:cNvSpPr/>
            <p:nvPr/>
          </p:nvSpPr>
          <p:spPr>
            <a:xfrm>
              <a:off x="8458576" y="4658816"/>
              <a:ext cx="15619" cy="6001"/>
            </a:xfrm>
            <a:custGeom>
              <a:avLst/>
              <a:gdLst>
                <a:gd name="connsiteX0" fmla="*/ 0 w 15619"/>
                <a:gd name="connsiteY0" fmla="*/ 6001 h 6001"/>
                <a:gd name="connsiteX1" fmla="*/ 5488 w 15619"/>
                <a:gd name="connsiteY1" fmla="*/ 375 h 6001"/>
                <a:gd name="connsiteX2" fmla="*/ 15620 w 15619"/>
                <a:gd name="connsiteY2" fmla="*/ 375 h 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619" h="6001">
                  <a:moveTo>
                    <a:pt x="0" y="6001"/>
                  </a:moveTo>
                  <a:lnTo>
                    <a:pt x="5488" y="375"/>
                  </a:lnTo>
                  <a:cubicBezTo>
                    <a:pt x="9288" y="-469"/>
                    <a:pt x="15620" y="375"/>
                    <a:pt x="15620" y="375"/>
                  </a:cubicBez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699F831B-2878-92E9-1980-E402B55BDCB3}"/>
                </a:ext>
              </a:extLst>
            </p:cNvPr>
            <p:cNvSpPr/>
            <p:nvPr/>
          </p:nvSpPr>
          <p:spPr>
            <a:xfrm>
              <a:off x="8716239" y="4564807"/>
              <a:ext cx="33773" cy="25486"/>
            </a:xfrm>
            <a:custGeom>
              <a:avLst/>
              <a:gdLst>
                <a:gd name="connsiteX0" fmla="*/ 0 w 33773"/>
                <a:gd name="connsiteY0" fmla="*/ 13363 h 25486"/>
                <a:gd name="connsiteX1" fmla="*/ 13650 w 33773"/>
                <a:gd name="connsiteY1" fmla="*/ 25460 h 25486"/>
                <a:gd name="connsiteX2" fmla="*/ 26737 w 33773"/>
                <a:gd name="connsiteY2" fmla="*/ 17442 h 25486"/>
                <a:gd name="connsiteX3" fmla="*/ 33773 w 33773"/>
                <a:gd name="connsiteY3" fmla="*/ 5767 h 25486"/>
                <a:gd name="connsiteX4" fmla="*/ 28567 w 33773"/>
                <a:gd name="connsiteY4" fmla="*/ 0 h 2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73" h="25486">
                  <a:moveTo>
                    <a:pt x="0" y="13363"/>
                  </a:moveTo>
                  <a:lnTo>
                    <a:pt x="13650" y="25460"/>
                  </a:lnTo>
                  <a:cubicBezTo>
                    <a:pt x="23219" y="26022"/>
                    <a:pt x="26737" y="17442"/>
                    <a:pt x="26737" y="17442"/>
                  </a:cubicBezTo>
                  <a:cubicBezTo>
                    <a:pt x="33351" y="11816"/>
                    <a:pt x="33773" y="5767"/>
                    <a:pt x="33773" y="5767"/>
                  </a:cubicBezTo>
                  <a:lnTo>
                    <a:pt x="28567" y="0"/>
                  </a:lnTo>
                </a:path>
              </a:pathLst>
            </a:custGeom>
            <a:noFill/>
            <a:ln w="351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0174C6E-BF5C-DEF2-0752-845F6754B7B6}"/>
              </a:ext>
            </a:extLst>
          </p:cNvPr>
          <p:cNvSpPr txBox="1"/>
          <p:nvPr/>
        </p:nvSpPr>
        <p:spPr>
          <a:xfrm>
            <a:off x="9105928" y="261359"/>
            <a:ext cx="27293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t>Title goes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D7E267-C62B-5A9B-396F-B0A1D25508D8}"/>
              </a:ext>
            </a:extLst>
          </p:cNvPr>
          <p:cNvSpPr txBox="1"/>
          <p:nvPr/>
        </p:nvSpPr>
        <p:spPr>
          <a:xfrm>
            <a:off x="9105928" y="727625"/>
            <a:ext cx="2729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none" strike="noStrike" dirty="0">
                <a:solidFill>
                  <a:srgbClr val="000000"/>
                </a:solidFill>
                <a:effectLst/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Manager Name | Manager Title</a:t>
            </a:r>
            <a:endParaRPr lang="en-US" sz="1200" dirty="0">
              <a:latin typeface="FedEx Sans Medium" panose="020B0603020203020204" pitchFamily="34" charset="0"/>
              <a:ea typeface="FedEx Sans Medium" panose="020B0603020203020204" pitchFamily="34" charset="0"/>
              <a:cs typeface="FedEx Sans Medium" panose="020B0603020203020204" pitchFamily="34" charset="0"/>
            </a:endParaRPr>
          </a:p>
        </p:txBody>
      </p:sp>
      <p:pic>
        <p:nvPicPr>
          <p:cNvPr id="12" name="Picture 11" descr="A logo with orange and purple letters&#10;&#10;Description automatically generated">
            <a:extLst>
              <a:ext uri="{FF2B5EF4-FFF2-40B4-BE49-F238E27FC236}">
                <a16:creationId xmlns:a16="http://schemas.microsoft.com/office/drawing/2014/main" id="{69201945-FB88-213A-6B59-5CABFF9BF3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163011" y="462707"/>
            <a:ext cx="1250782" cy="61296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D5B9B20-04C7-63D0-AB79-55BDBF076A03}"/>
              </a:ext>
            </a:extLst>
          </p:cNvPr>
          <p:cNvSpPr/>
          <p:nvPr/>
        </p:nvSpPr>
        <p:spPr>
          <a:xfrm>
            <a:off x="768864" y="4732914"/>
            <a:ext cx="117827" cy="191783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8E456D-6BFB-0199-82CF-CE74EAE0C15D}"/>
              </a:ext>
            </a:extLst>
          </p:cNvPr>
          <p:cNvSpPr txBox="1"/>
          <p:nvPr/>
        </p:nvSpPr>
        <p:spPr>
          <a:xfrm>
            <a:off x="886692" y="4705694"/>
            <a:ext cx="21575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u="none" strike="noStrike" dirty="0">
                <a:solidFill>
                  <a:srgbClr val="000000"/>
                </a:solidFill>
                <a:effectLst/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North America | First Last</a:t>
            </a:r>
            <a:endParaRPr lang="en-US" sz="1000" dirty="0">
              <a:latin typeface="FedEx Sans Medium" panose="020B0603020203020204" pitchFamily="34" charset="0"/>
              <a:ea typeface="FedEx Sans Medium" panose="020B0603020203020204" pitchFamily="34" charset="0"/>
              <a:cs typeface="FedEx Sans Medium" panose="020B0603020203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692AC5-489C-83AB-44CD-846D62426AB0}"/>
              </a:ext>
            </a:extLst>
          </p:cNvPr>
          <p:cNvSpPr/>
          <p:nvPr/>
        </p:nvSpPr>
        <p:spPr>
          <a:xfrm>
            <a:off x="768864" y="5033514"/>
            <a:ext cx="117827" cy="191783"/>
          </a:xfrm>
          <a:prstGeom prst="rect">
            <a:avLst/>
          </a:prstGeom>
          <a:solidFill>
            <a:srgbClr val="C747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D97A0D-8D68-2244-795F-3F04D7F85326}"/>
              </a:ext>
            </a:extLst>
          </p:cNvPr>
          <p:cNvSpPr txBox="1"/>
          <p:nvPr/>
        </p:nvSpPr>
        <p:spPr>
          <a:xfrm>
            <a:off x="886692" y="5006294"/>
            <a:ext cx="21575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LAC 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| First Last</a:t>
            </a:r>
            <a:endParaRPr lang="en-US" sz="1000" dirty="0">
              <a:latin typeface="FedEx Sans Medium" panose="020B0603020203020204" pitchFamily="34" charset="0"/>
              <a:ea typeface="FedEx Sans Medium" panose="020B0603020203020204" pitchFamily="34" charset="0"/>
              <a:cs typeface="FedEx Sans Medium" panose="020B0603020203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9924E1-C1BB-CAF6-9751-04EC8CB8F41B}"/>
              </a:ext>
            </a:extLst>
          </p:cNvPr>
          <p:cNvSpPr/>
          <p:nvPr/>
        </p:nvSpPr>
        <p:spPr>
          <a:xfrm>
            <a:off x="768863" y="5333668"/>
            <a:ext cx="117827" cy="191783"/>
          </a:xfrm>
          <a:prstGeom prst="rect">
            <a:avLst/>
          </a:prstGeom>
          <a:solidFill>
            <a:srgbClr val="A636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9BE997-3DBB-25D1-8600-6B6B40B2E272}"/>
              </a:ext>
            </a:extLst>
          </p:cNvPr>
          <p:cNvSpPr txBox="1"/>
          <p:nvPr/>
        </p:nvSpPr>
        <p:spPr>
          <a:xfrm>
            <a:off x="886691" y="5306448"/>
            <a:ext cx="21575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u="none" strike="noStrike" dirty="0">
                <a:solidFill>
                  <a:srgbClr val="000000"/>
                </a:solidFill>
                <a:effectLst/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Europe | First Last</a:t>
            </a:r>
            <a:endParaRPr lang="en-US" sz="1000" dirty="0">
              <a:latin typeface="FedEx Sans Medium" panose="020B0603020203020204" pitchFamily="34" charset="0"/>
              <a:ea typeface="FedEx Sans Medium" panose="020B0603020203020204" pitchFamily="34" charset="0"/>
              <a:cs typeface="FedEx Sans Medium" panose="020B06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53D8D8-4F52-9B85-3EF0-E2A9360D8615}"/>
              </a:ext>
            </a:extLst>
          </p:cNvPr>
          <p:cNvSpPr/>
          <p:nvPr/>
        </p:nvSpPr>
        <p:spPr>
          <a:xfrm>
            <a:off x="768863" y="5634268"/>
            <a:ext cx="117827" cy="191783"/>
          </a:xfrm>
          <a:prstGeom prst="rect">
            <a:avLst/>
          </a:prstGeom>
          <a:solidFill>
            <a:srgbClr val="E455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0CDB56-2D12-4C12-F7F7-F72C531FC760}"/>
              </a:ext>
            </a:extLst>
          </p:cNvPr>
          <p:cNvSpPr txBox="1"/>
          <p:nvPr/>
        </p:nvSpPr>
        <p:spPr>
          <a:xfrm>
            <a:off x="886691" y="5607048"/>
            <a:ext cx="21575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MEISA 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| First Last</a:t>
            </a:r>
            <a:endParaRPr lang="en-US" sz="1000" dirty="0">
              <a:latin typeface="FedEx Sans Medium" panose="020B0603020203020204" pitchFamily="34" charset="0"/>
              <a:ea typeface="FedEx Sans Medium" panose="020B0603020203020204" pitchFamily="34" charset="0"/>
              <a:cs typeface="FedEx Sans Medium" panose="020B0603020203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0CC0B9-F5F9-A27F-6583-5391D2795271}"/>
              </a:ext>
            </a:extLst>
          </p:cNvPr>
          <p:cNvSpPr/>
          <p:nvPr/>
        </p:nvSpPr>
        <p:spPr>
          <a:xfrm>
            <a:off x="768863" y="5931926"/>
            <a:ext cx="117827" cy="191783"/>
          </a:xfrm>
          <a:prstGeom prst="rect">
            <a:avLst/>
          </a:prstGeom>
          <a:solidFill>
            <a:srgbClr val="7D22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4AD159-BACA-4D05-7868-566ADEF896B4}"/>
              </a:ext>
            </a:extLst>
          </p:cNvPr>
          <p:cNvSpPr txBox="1"/>
          <p:nvPr/>
        </p:nvSpPr>
        <p:spPr>
          <a:xfrm>
            <a:off x="886691" y="5904706"/>
            <a:ext cx="21575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APAC 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| First Last</a:t>
            </a:r>
            <a:endParaRPr lang="en-US" sz="1000" dirty="0">
              <a:latin typeface="FedEx Sans Medium" panose="020B0603020203020204" pitchFamily="34" charset="0"/>
              <a:ea typeface="FedEx Sans Medium" panose="020B0603020203020204" pitchFamily="34" charset="0"/>
              <a:cs typeface="FedEx Sans Medium" panose="020B0603020203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7975DE-F580-1526-4429-7DC07C496B38}"/>
              </a:ext>
            </a:extLst>
          </p:cNvPr>
          <p:cNvSpPr txBox="1"/>
          <p:nvPr/>
        </p:nvSpPr>
        <p:spPr>
          <a:xfrm>
            <a:off x="878647" y="265960"/>
            <a:ext cx="27293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u="none" strike="noStrike" dirty="0">
                <a:solidFill>
                  <a:srgbClr val="DE002E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To further define management past regionally, list names and job titles and add bullet points of their countries below.</a:t>
            </a:r>
            <a:endParaRPr lang="en-US" sz="800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grpSp>
        <p:nvGrpSpPr>
          <p:cNvPr id="590" name="OCEANIA">
            <a:extLst>
              <a:ext uri="{FF2B5EF4-FFF2-40B4-BE49-F238E27FC236}">
                <a16:creationId xmlns:a16="http://schemas.microsoft.com/office/drawing/2014/main" id="{C505C62A-565E-0CC2-33CB-6E7997CC4F5B}"/>
              </a:ext>
            </a:extLst>
          </p:cNvPr>
          <p:cNvGrpSpPr/>
          <p:nvPr userDrawn="1"/>
        </p:nvGrpSpPr>
        <p:grpSpPr>
          <a:xfrm>
            <a:off x="9005336" y="4662053"/>
            <a:ext cx="1864426" cy="1433332"/>
            <a:chOff x="8832630" y="4749524"/>
            <a:chExt cx="1753748" cy="1348245"/>
          </a:xfrm>
          <a:solidFill>
            <a:srgbClr val="7D22C3"/>
          </a:solidFill>
        </p:grpSpPr>
        <p:grpSp>
          <p:nvGrpSpPr>
            <p:cNvPr id="1196" name="AUSTRAILA">
              <a:extLst>
                <a:ext uri="{FF2B5EF4-FFF2-40B4-BE49-F238E27FC236}">
                  <a16:creationId xmlns:a16="http://schemas.microsoft.com/office/drawing/2014/main" id="{02B0F2ED-461F-8780-717C-36ED64F04FDF}"/>
                </a:ext>
              </a:extLst>
            </p:cNvPr>
            <p:cNvGrpSpPr/>
            <p:nvPr userDrawn="1"/>
          </p:nvGrpSpPr>
          <p:grpSpPr>
            <a:xfrm>
              <a:off x="8832630" y="4965656"/>
              <a:ext cx="1088887" cy="1012725"/>
              <a:chOff x="8832630" y="4965656"/>
              <a:chExt cx="1088887" cy="1012725"/>
            </a:xfrm>
            <a:grpFill/>
          </p:grpSpPr>
          <p:sp>
            <p:nvSpPr>
              <p:cNvPr id="1218" name="Freeform 1512">
                <a:extLst>
                  <a:ext uri="{FF2B5EF4-FFF2-40B4-BE49-F238E27FC236}">
                    <a16:creationId xmlns:a16="http://schemas.microsoft.com/office/drawing/2014/main" id="{B721EC2A-6A56-4D96-8A26-F0C46FEE1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6320" y="5050047"/>
                <a:ext cx="16467" cy="18526"/>
              </a:xfrm>
              <a:custGeom>
                <a:avLst/>
                <a:gdLst>
                  <a:gd name="T0" fmla="*/ 2 w 8"/>
                  <a:gd name="T1" fmla="*/ 0 h 9"/>
                  <a:gd name="T2" fmla="*/ 5 w 8"/>
                  <a:gd name="T3" fmla="*/ 0 h 9"/>
                  <a:gd name="T4" fmla="*/ 6 w 8"/>
                  <a:gd name="T5" fmla="*/ 2 h 9"/>
                  <a:gd name="T6" fmla="*/ 8 w 8"/>
                  <a:gd name="T7" fmla="*/ 6 h 9"/>
                  <a:gd name="T8" fmla="*/ 8 w 8"/>
                  <a:gd name="T9" fmla="*/ 8 h 9"/>
                  <a:gd name="T10" fmla="*/ 8 w 8"/>
                  <a:gd name="T11" fmla="*/ 8 h 9"/>
                  <a:gd name="T12" fmla="*/ 2 w 8"/>
                  <a:gd name="T13" fmla="*/ 9 h 9"/>
                  <a:gd name="T14" fmla="*/ 2 w 8"/>
                  <a:gd name="T15" fmla="*/ 9 h 9"/>
                  <a:gd name="T16" fmla="*/ 2 w 8"/>
                  <a:gd name="T17" fmla="*/ 9 h 9"/>
                  <a:gd name="T18" fmla="*/ 2 w 8"/>
                  <a:gd name="T19" fmla="*/ 8 h 9"/>
                  <a:gd name="T20" fmla="*/ 0 w 8"/>
                  <a:gd name="T21" fmla="*/ 2 h 9"/>
                  <a:gd name="T22" fmla="*/ 0 w 8"/>
                  <a:gd name="T23" fmla="*/ 0 h 9"/>
                  <a:gd name="T24" fmla="*/ 2 w 8"/>
                  <a:gd name="T2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9">
                    <a:moveTo>
                      <a:pt x="2" y="0"/>
                    </a:moveTo>
                    <a:lnTo>
                      <a:pt x="5" y="0"/>
                    </a:lnTo>
                    <a:lnTo>
                      <a:pt x="6" y="2"/>
                    </a:lnTo>
                    <a:lnTo>
                      <a:pt x="8" y="6"/>
                    </a:lnTo>
                    <a:lnTo>
                      <a:pt x="8" y="8"/>
                    </a:lnTo>
                    <a:lnTo>
                      <a:pt x="8" y="8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8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19" name="Freeform 1518">
                <a:extLst>
                  <a:ext uri="{FF2B5EF4-FFF2-40B4-BE49-F238E27FC236}">
                    <a16:creationId xmlns:a16="http://schemas.microsoft.com/office/drawing/2014/main" id="{4FDA869F-9F33-3E06-03E2-E0CB0A610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34539" y="5124150"/>
                <a:ext cx="16467" cy="12349"/>
              </a:xfrm>
              <a:custGeom>
                <a:avLst/>
                <a:gdLst>
                  <a:gd name="T0" fmla="*/ 5 w 8"/>
                  <a:gd name="T1" fmla="*/ 0 h 6"/>
                  <a:gd name="T2" fmla="*/ 5 w 8"/>
                  <a:gd name="T3" fmla="*/ 0 h 6"/>
                  <a:gd name="T4" fmla="*/ 8 w 8"/>
                  <a:gd name="T5" fmla="*/ 2 h 6"/>
                  <a:gd name="T6" fmla="*/ 8 w 8"/>
                  <a:gd name="T7" fmla="*/ 3 h 6"/>
                  <a:gd name="T8" fmla="*/ 7 w 8"/>
                  <a:gd name="T9" fmla="*/ 3 h 6"/>
                  <a:gd name="T10" fmla="*/ 1 w 8"/>
                  <a:gd name="T11" fmla="*/ 6 h 6"/>
                  <a:gd name="T12" fmla="*/ 1 w 8"/>
                  <a:gd name="T13" fmla="*/ 6 h 6"/>
                  <a:gd name="T14" fmla="*/ 1 w 8"/>
                  <a:gd name="T15" fmla="*/ 6 h 6"/>
                  <a:gd name="T16" fmla="*/ 0 w 8"/>
                  <a:gd name="T17" fmla="*/ 6 h 6"/>
                  <a:gd name="T18" fmla="*/ 0 w 8"/>
                  <a:gd name="T19" fmla="*/ 3 h 6"/>
                  <a:gd name="T20" fmla="*/ 0 w 8"/>
                  <a:gd name="T21" fmla="*/ 3 h 6"/>
                  <a:gd name="T22" fmla="*/ 4 w 8"/>
                  <a:gd name="T23" fmla="*/ 0 h 6"/>
                  <a:gd name="T24" fmla="*/ 5 w 8"/>
                  <a:gd name="T2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6">
                    <a:moveTo>
                      <a:pt x="5" y="0"/>
                    </a:moveTo>
                    <a:lnTo>
                      <a:pt x="5" y="0"/>
                    </a:lnTo>
                    <a:lnTo>
                      <a:pt x="8" y="2"/>
                    </a:lnTo>
                    <a:lnTo>
                      <a:pt x="8" y="3"/>
                    </a:lnTo>
                    <a:lnTo>
                      <a:pt x="7" y="3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4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grpSp>
            <p:nvGrpSpPr>
              <p:cNvPr id="1220" name="AUSTRALIA">
                <a:extLst>
                  <a:ext uri="{FF2B5EF4-FFF2-40B4-BE49-F238E27FC236}">
                    <a16:creationId xmlns:a16="http://schemas.microsoft.com/office/drawing/2014/main" id="{2CE8F01C-6CCB-5906-D697-BD7681331FEE}"/>
                  </a:ext>
                </a:extLst>
              </p:cNvPr>
              <p:cNvGrpSpPr/>
              <p:nvPr userDrawn="1"/>
            </p:nvGrpSpPr>
            <p:grpSpPr>
              <a:xfrm>
                <a:off x="8832630" y="4965656"/>
                <a:ext cx="1088887" cy="1012725"/>
                <a:chOff x="8077283" y="4324559"/>
                <a:chExt cx="1209406" cy="1124812"/>
              </a:xfrm>
              <a:grpFill/>
            </p:grpSpPr>
            <p:sp>
              <p:nvSpPr>
                <p:cNvPr id="1223" name="Freeform 1508">
                  <a:extLst>
                    <a:ext uri="{FF2B5EF4-FFF2-40B4-BE49-F238E27FC236}">
                      <a16:creationId xmlns:a16="http://schemas.microsoft.com/office/drawing/2014/main" id="{D1BC4B95-F882-5616-3555-F1317EA0CE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77283" y="4324559"/>
                  <a:ext cx="1209406" cy="948778"/>
                </a:xfrm>
                <a:custGeom>
                  <a:avLst/>
                  <a:gdLst>
                    <a:gd name="T0" fmla="*/ 391 w 529"/>
                    <a:gd name="T1" fmla="*/ 18 h 415"/>
                    <a:gd name="T2" fmla="*/ 412 w 529"/>
                    <a:gd name="T3" fmla="*/ 49 h 415"/>
                    <a:gd name="T4" fmla="*/ 434 w 529"/>
                    <a:gd name="T5" fmla="*/ 107 h 415"/>
                    <a:gd name="T6" fmla="*/ 467 w 529"/>
                    <a:gd name="T7" fmla="*/ 130 h 415"/>
                    <a:gd name="T8" fmla="*/ 483 w 529"/>
                    <a:gd name="T9" fmla="*/ 156 h 415"/>
                    <a:gd name="T10" fmla="*/ 490 w 529"/>
                    <a:gd name="T11" fmla="*/ 159 h 415"/>
                    <a:gd name="T12" fmla="*/ 521 w 529"/>
                    <a:gd name="T13" fmla="*/ 291 h 415"/>
                    <a:gd name="T14" fmla="*/ 490 w 529"/>
                    <a:gd name="T15" fmla="*/ 351 h 415"/>
                    <a:gd name="T16" fmla="*/ 441 w 529"/>
                    <a:gd name="T17" fmla="*/ 408 h 415"/>
                    <a:gd name="T18" fmla="*/ 438 w 529"/>
                    <a:gd name="T19" fmla="*/ 411 h 415"/>
                    <a:gd name="T20" fmla="*/ 415 w 529"/>
                    <a:gd name="T21" fmla="*/ 402 h 415"/>
                    <a:gd name="T22" fmla="*/ 412 w 529"/>
                    <a:gd name="T23" fmla="*/ 399 h 415"/>
                    <a:gd name="T24" fmla="*/ 375 w 529"/>
                    <a:gd name="T25" fmla="*/ 400 h 415"/>
                    <a:gd name="T26" fmla="*/ 348 w 529"/>
                    <a:gd name="T27" fmla="*/ 372 h 415"/>
                    <a:gd name="T28" fmla="*/ 327 w 529"/>
                    <a:gd name="T29" fmla="*/ 357 h 415"/>
                    <a:gd name="T30" fmla="*/ 320 w 529"/>
                    <a:gd name="T31" fmla="*/ 350 h 415"/>
                    <a:gd name="T32" fmla="*/ 311 w 529"/>
                    <a:gd name="T33" fmla="*/ 345 h 415"/>
                    <a:gd name="T34" fmla="*/ 321 w 529"/>
                    <a:gd name="T35" fmla="*/ 314 h 415"/>
                    <a:gd name="T36" fmla="*/ 298 w 529"/>
                    <a:gd name="T37" fmla="*/ 348 h 415"/>
                    <a:gd name="T38" fmla="*/ 290 w 529"/>
                    <a:gd name="T39" fmla="*/ 339 h 415"/>
                    <a:gd name="T40" fmla="*/ 265 w 529"/>
                    <a:gd name="T41" fmla="*/ 304 h 415"/>
                    <a:gd name="T42" fmla="*/ 250 w 529"/>
                    <a:gd name="T43" fmla="*/ 302 h 415"/>
                    <a:gd name="T44" fmla="*/ 137 w 529"/>
                    <a:gd name="T45" fmla="*/ 328 h 415"/>
                    <a:gd name="T46" fmla="*/ 66 w 529"/>
                    <a:gd name="T47" fmla="*/ 347 h 415"/>
                    <a:gd name="T48" fmla="*/ 50 w 529"/>
                    <a:gd name="T49" fmla="*/ 347 h 415"/>
                    <a:gd name="T50" fmla="*/ 25 w 529"/>
                    <a:gd name="T51" fmla="*/ 335 h 415"/>
                    <a:gd name="T52" fmla="*/ 22 w 529"/>
                    <a:gd name="T53" fmla="*/ 258 h 415"/>
                    <a:gd name="T54" fmla="*/ 4 w 529"/>
                    <a:gd name="T55" fmla="*/ 215 h 415"/>
                    <a:gd name="T56" fmla="*/ 10 w 529"/>
                    <a:gd name="T57" fmla="*/ 215 h 415"/>
                    <a:gd name="T58" fmla="*/ 10 w 529"/>
                    <a:gd name="T59" fmla="*/ 150 h 415"/>
                    <a:gd name="T60" fmla="*/ 29 w 529"/>
                    <a:gd name="T61" fmla="*/ 148 h 415"/>
                    <a:gd name="T62" fmla="*/ 54 w 529"/>
                    <a:gd name="T63" fmla="*/ 135 h 415"/>
                    <a:gd name="T64" fmla="*/ 80 w 529"/>
                    <a:gd name="T65" fmla="*/ 126 h 415"/>
                    <a:gd name="T66" fmla="*/ 115 w 529"/>
                    <a:gd name="T67" fmla="*/ 92 h 415"/>
                    <a:gd name="T68" fmla="*/ 127 w 529"/>
                    <a:gd name="T69" fmla="*/ 77 h 415"/>
                    <a:gd name="T70" fmla="*/ 135 w 529"/>
                    <a:gd name="T71" fmla="*/ 76 h 415"/>
                    <a:gd name="T72" fmla="*/ 145 w 529"/>
                    <a:gd name="T73" fmla="*/ 76 h 415"/>
                    <a:gd name="T74" fmla="*/ 154 w 529"/>
                    <a:gd name="T75" fmla="*/ 58 h 415"/>
                    <a:gd name="T76" fmla="*/ 158 w 529"/>
                    <a:gd name="T77" fmla="*/ 53 h 415"/>
                    <a:gd name="T78" fmla="*/ 166 w 529"/>
                    <a:gd name="T79" fmla="*/ 52 h 415"/>
                    <a:gd name="T80" fmla="*/ 179 w 529"/>
                    <a:gd name="T81" fmla="*/ 43 h 415"/>
                    <a:gd name="T82" fmla="*/ 200 w 529"/>
                    <a:gd name="T83" fmla="*/ 56 h 415"/>
                    <a:gd name="T84" fmla="*/ 210 w 529"/>
                    <a:gd name="T85" fmla="*/ 50 h 415"/>
                    <a:gd name="T86" fmla="*/ 220 w 529"/>
                    <a:gd name="T87" fmla="*/ 34 h 415"/>
                    <a:gd name="T88" fmla="*/ 231 w 529"/>
                    <a:gd name="T89" fmla="*/ 25 h 415"/>
                    <a:gd name="T90" fmla="*/ 243 w 529"/>
                    <a:gd name="T91" fmla="*/ 22 h 415"/>
                    <a:gd name="T92" fmla="*/ 241 w 529"/>
                    <a:gd name="T93" fmla="*/ 9 h 415"/>
                    <a:gd name="T94" fmla="*/ 249 w 529"/>
                    <a:gd name="T95" fmla="*/ 7 h 415"/>
                    <a:gd name="T96" fmla="*/ 260 w 529"/>
                    <a:gd name="T97" fmla="*/ 15 h 415"/>
                    <a:gd name="T98" fmla="*/ 298 w 529"/>
                    <a:gd name="T99" fmla="*/ 18 h 415"/>
                    <a:gd name="T100" fmla="*/ 303 w 529"/>
                    <a:gd name="T101" fmla="*/ 18 h 415"/>
                    <a:gd name="T102" fmla="*/ 305 w 529"/>
                    <a:gd name="T103" fmla="*/ 30 h 415"/>
                    <a:gd name="T104" fmla="*/ 302 w 529"/>
                    <a:gd name="T105" fmla="*/ 36 h 415"/>
                    <a:gd name="T106" fmla="*/ 299 w 529"/>
                    <a:gd name="T107" fmla="*/ 40 h 415"/>
                    <a:gd name="T108" fmla="*/ 305 w 529"/>
                    <a:gd name="T109" fmla="*/ 71 h 415"/>
                    <a:gd name="T110" fmla="*/ 326 w 529"/>
                    <a:gd name="T111" fmla="*/ 80 h 415"/>
                    <a:gd name="T112" fmla="*/ 370 w 529"/>
                    <a:gd name="T113" fmla="*/ 59 h 415"/>
                    <a:gd name="T114" fmla="*/ 385 w 529"/>
                    <a:gd name="T115" fmla="*/ 0 h 4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529" h="415">
                      <a:moveTo>
                        <a:pt x="385" y="0"/>
                      </a:moveTo>
                      <a:lnTo>
                        <a:pt x="385" y="0"/>
                      </a:lnTo>
                      <a:lnTo>
                        <a:pt x="386" y="0"/>
                      </a:lnTo>
                      <a:lnTo>
                        <a:pt x="388" y="4"/>
                      </a:lnTo>
                      <a:lnTo>
                        <a:pt x="388" y="15"/>
                      </a:lnTo>
                      <a:lnTo>
                        <a:pt x="391" y="16"/>
                      </a:lnTo>
                      <a:lnTo>
                        <a:pt x="391" y="18"/>
                      </a:lnTo>
                      <a:lnTo>
                        <a:pt x="391" y="22"/>
                      </a:lnTo>
                      <a:lnTo>
                        <a:pt x="395" y="27"/>
                      </a:lnTo>
                      <a:lnTo>
                        <a:pt x="401" y="49"/>
                      </a:lnTo>
                      <a:lnTo>
                        <a:pt x="403" y="50"/>
                      </a:lnTo>
                      <a:lnTo>
                        <a:pt x="410" y="49"/>
                      </a:lnTo>
                      <a:lnTo>
                        <a:pt x="410" y="49"/>
                      </a:lnTo>
                      <a:lnTo>
                        <a:pt x="412" y="49"/>
                      </a:lnTo>
                      <a:lnTo>
                        <a:pt x="421" y="59"/>
                      </a:lnTo>
                      <a:lnTo>
                        <a:pt x="424" y="80"/>
                      </a:lnTo>
                      <a:lnTo>
                        <a:pt x="428" y="84"/>
                      </a:lnTo>
                      <a:lnTo>
                        <a:pt x="428" y="84"/>
                      </a:lnTo>
                      <a:lnTo>
                        <a:pt x="432" y="105"/>
                      </a:lnTo>
                      <a:lnTo>
                        <a:pt x="434" y="107"/>
                      </a:lnTo>
                      <a:lnTo>
                        <a:pt x="434" y="107"/>
                      </a:lnTo>
                      <a:lnTo>
                        <a:pt x="435" y="113"/>
                      </a:lnTo>
                      <a:lnTo>
                        <a:pt x="441" y="116"/>
                      </a:lnTo>
                      <a:lnTo>
                        <a:pt x="449" y="116"/>
                      </a:lnTo>
                      <a:lnTo>
                        <a:pt x="449" y="117"/>
                      </a:lnTo>
                      <a:lnTo>
                        <a:pt x="452" y="123"/>
                      </a:lnTo>
                      <a:lnTo>
                        <a:pt x="458" y="124"/>
                      </a:lnTo>
                      <a:lnTo>
                        <a:pt x="467" y="130"/>
                      </a:lnTo>
                      <a:lnTo>
                        <a:pt x="468" y="130"/>
                      </a:lnTo>
                      <a:lnTo>
                        <a:pt x="467" y="136"/>
                      </a:lnTo>
                      <a:lnTo>
                        <a:pt x="469" y="138"/>
                      </a:lnTo>
                      <a:lnTo>
                        <a:pt x="475" y="147"/>
                      </a:lnTo>
                      <a:lnTo>
                        <a:pt x="478" y="160"/>
                      </a:lnTo>
                      <a:lnTo>
                        <a:pt x="480" y="160"/>
                      </a:lnTo>
                      <a:lnTo>
                        <a:pt x="483" y="156"/>
                      </a:lnTo>
                      <a:lnTo>
                        <a:pt x="483" y="156"/>
                      </a:lnTo>
                      <a:lnTo>
                        <a:pt x="483" y="156"/>
                      </a:lnTo>
                      <a:lnTo>
                        <a:pt x="483" y="156"/>
                      </a:lnTo>
                      <a:lnTo>
                        <a:pt x="489" y="162"/>
                      </a:lnTo>
                      <a:lnTo>
                        <a:pt x="490" y="160"/>
                      </a:lnTo>
                      <a:lnTo>
                        <a:pt x="490" y="159"/>
                      </a:lnTo>
                      <a:lnTo>
                        <a:pt x="490" y="159"/>
                      </a:lnTo>
                      <a:lnTo>
                        <a:pt x="492" y="160"/>
                      </a:lnTo>
                      <a:lnTo>
                        <a:pt x="495" y="175"/>
                      </a:lnTo>
                      <a:lnTo>
                        <a:pt x="512" y="191"/>
                      </a:lnTo>
                      <a:lnTo>
                        <a:pt x="523" y="209"/>
                      </a:lnTo>
                      <a:lnTo>
                        <a:pt x="523" y="228"/>
                      </a:lnTo>
                      <a:lnTo>
                        <a:pt x="529" y="252"/>
                      </a:lnTo>
                      <a:lnTo>
                        <a:pt x="521" y="291"/>
                      </a:lnTo>
                      <a:lnTo>
                        <a:pt x="514" y="307"/>
                      </a:lnTo>
                      <a:lnTo>
                        <a:pt x="499" y="326"/>
                      </a:lnTo>
                      <a:lnTo>
                        <a:pt x="501" y="329"/>
                      </a:lnTo>
                      <a:lnTo>
                        <a:pt x="492" y="351"/>
                      </a:lnTo>
                      <a:lnTo>
                        <a:pt x="492" y="351"/>
                      </a:lnTo>
                      <a:lnTo>
                        <a:pt x="492" y="351"/>
                      </a:lnTo>
                      <a:lnTo>
                        <a:pt x="490" y="351"/>
                      </a:lnTo>
                      <a:lnTo>
                        <a:pt x="490" y="351"/>
                      </a:lnTo>
                      <a:lnTo>
                        <a:pt x="486" y="360"/>
                      </a:lnTo>
                      <a:lnTo>
                        <a:pt x="483" y="388"/>
                      </a:lnTo>
                      <a:lnTo>
                        <a:pt x="481" y="388"/>
                      </a:lnTo>
                      <a:lnTo>
                        <a:pt x="474" y="393"/>
                      </a:lnTo>
                      <a:lnTo>
                        <a:pt x="458" y="394"/>
                      </a:lnTo>
                      <a:lnTo>
                        <a:pt x="441" y="408"/>
                      </a:lnTo>
                      <a:lnTo>
                        <a:pt x="434" y="408"/>
                      </a:lnTo>
                      <a:lnTo>
                        <a:pt x="434" y="409"/>
                      </a:lnTo>
                      <a:lnTo>
                        <a:pt x="435" y="409"/>
                      </a:lnTo>
                      <a:lnTo>
                        <a:pt x="437" y="409"/>
                      </a:lnTo>
                      <a:lnTo>
                        <a:pt x="437" y="409"/>
                      </a:lnTo>
                      <a:lnTo>
                        <a:pt x="438" y="409"/>
                      </a:lnTo>
                      <a:lnTo>
                        <a:pt x="438" y="411"/>
                      </a:lnTo>
                      <a:lnTo>
                        <a:pt x="435" y="415"/>
                      </a:lnTo>
                      <a:lnTo>
                        <a:pt x="435" y="415"/>
                      </a:lnTo>
                      <a:lnTo>
                        <a:pt x="435" y="415"/>
                      </a:lnTo>
                      <a:lnTo>
                        <a:pt x="434" y="415"/>
                      </a:lnTo>
                      <a:lnTo>
                        <a:pt x="424" y="405"/>
                      </a:lnTo>
                      <a:lnTo>
                        <a:pt x="422" y="400"/>
                      </a:lnTo>
                      <a:lnTo>
                        <a:pt x="415" y="402"/>
                      </a:lnTo>
                      <a:lnTo>
                        <a:pt x="415" y="402"/>
                      </a:lnTo>
                      <a:lnTo>
                        <a:pt x="415" y="402"/>
                      </a:lnTo>
                      <a:lnTo>
                        <a:pt x="415" y="402"/>
                      </a:lnTo>
                      <a:lnTo>
                        <a:pt x="416" y="397"/>
                      </a:lnTo>
                      <a:lnTo>
                        <a:pt x="415" y="394"/>
                      </a:lnTo>
                      <a:lnTo>
                        <a:pt x="410" y="397"/>
                      </a:lnTo>
                      <a:lnTo>
                        <a:pt x="412" y="399"/>
                      </a:lnTo>
                      <a:lnTo>
                        <a:pt x="413" y="399"/>
                      </a:lnTo>
                      <a:lnTo>
                        <a:pt x="412" y="399"/>
                      </a:lnTo>
                      <a:lnTo>
                        <a:pt x="395" y="409"/>
                      </a:lnTo>
                      <a:lnTo>
                        <a:pt x="395" y="409"/>
                      </a:lnTo>
                      <a:lnTo>
                        <a:pt x="395" y="409"/>
                      </a:lnTo>
                      <a:lnTo>
                        <a:pt x="384" y="403"/>
                      </a:lnTo>
                      <a:lnTo>
                        <a:pt x="375" y="400"/>
                      </a:lnTo>
                      <a:lnTo>
                        <a:pt x="372" y="402"/>
                      </a:lnTo>
                      <a:lnTo>
                        <a:pt x="370" y="402"/>
                      </a:lnTo>
                      <a:lnTo>
                        <a:pt x="370" y="402"/>
                      </a:lnTo>
                      <a:lnTo>
                        <a:pt x="357" y="394"/>
                      </a:lnTo>
                      <a:lnTo>
                        <a:pt x="351" y="387"/>
                      </a:lnTo>
                      <a:lnTo>
                        <a:pt x="346" y="379"/>
                      </a:lnTo>
                      <a:lnTo>
                        <a:pt x="348" y="372"/>
                      </a:lnTo>
                      <a:lnTo>
                        <a:pt x="346" y="366"/>
                      </a:lnTo>
                      <a:lnTo>
                        <a:pt x="341" y="359"/>
                      </a:lnTo>
                      <a:lnTo>
                        <a:pt x="341" y="359"/>
                      </a:lnTo>
                      <a:lnTo>
                        <a:pt x="342" y="354"/>
                      </a:lnTo>
                      <a:lnTo>
                        <a:pt x="327" y="357"/>
                      </a:lnTo>
                      <a:lnTo>
                        <a:pt x="327" y="357"/>
                      </a:lnTo>
                      <a:lnTo>
                        <a:pt x="327" y="357"/>
                      </a:lnTo>
                      <a:lnTo>
                        <a:pt x="327" y="357"/>
                      </a:lnTo>
                      <a:lnTo>
                        <a:pt x="330" y="351"/>
                      </a:lnTo>
                      <a:lnTo>
                        <a:pt x="330" y="344"/>
                      </a:lnTo>
                      <a:lnTo>
                        <a:pt x="326" y="336"/>
                      </a:lnTo>
                      <a:lnTo>
                        <a:pt x="321" y="350"/>
                      </a:lnTo>
                      <a:lnTo>
                        <a:pt x="321" y="350"/>
                      </a:lnTo>
                      <a:lnTo>
                        <a:pt x="320" y="350"/>
                      </a:lnTo>
                      <a:lnTo>
                        <a:pt x="318" y="350"/>
                      </a:lnTo>
                      <a:lnTo>
                        <a:pt x="314" y="351"/>
                      </a:lnTo>
                      <a:lnTo>
                        <a:pt x="312" y="351"/>
                      </a:lnTo>
                      <a:lnTo>
                        <a:pt x="311" y="351"/>
                      </a:lnTo>
                      <a:lnTo>
                        <a:pt x="309" y="351"/>
                      </a:lnTo>
                      <a:lnTo>
                        <a:pt x="309" y="350"/>
                      </a:lnTo>
                      <a:lnTo>
                        <a:pt x="311" y="345"/>
                      </a:lnTo>
                      <a:lnTo>
                        <a:pt x="311" y="345"/>
                      </a:lnTo>
                      <a:lnTo>
                        <a:pt x="317" y="344"/>
                      </a:lnTo>
                      <a:lnTo>
                        <a:pt x="317" y="334"/>
                      </a:lnTo>
                      <a:lnTo>
                        <a:pt x="323" y="323"/>
                      </a:lnTo>
                      <a:lnTo>
                        <a:pt x="324" y="317"/>
                      </a:lnTo>
                      <a:lnTo>
                        <a:pt x="323" y="311"/>
                      </a:lnTo>
                      <a:lnTo>
                        <a:pt x="321" y="314"/>
                      </a:lnTo>
                      <a:lnTo>
                        <a:pt x="315" y="328"/>
                      </a:lnTo>
                      <a:lnTo>
                        <a:pt x="305" y="334"/>
                      </a:lnTo>
                      <a:lnTo>
                        <a:pt x="299" y="341"/>
                      </a:lnTo>
                      <a:lnTo>
                        <a:pt x="299" y="348"/>
                      </a:lnTo>
                      <a:lnTo>
                        <a:pt x="299" y="348"/>
                      </a:lnTo>
                      <a:lnTo>
                        <a:pt x="298" y="348"/>
                      </a:lnTo>
                      <a:lnTo>
                        <a:pt x="298" y="348"/>
                      </a:lnTo>
                      <a:lnTo>
                        <a:pt x="287" y="342"/>
                      </a:lnTo>
                      <a:lnTo>
                        <a:pt x="287" y="341"/>
                      </a:lnTo>
                      <a:lnTo>
                        <a:pt x="287" y="338"/>
                      </a:lnTo>
                      <a:lnTo>
                        <a:pt x="287" y="338"/>
                      </a:lnTo>
                      <a:lnTo>
                        <a:pt x="287" y="338"/>
                      </a:lnTo>
                      <a:lnTo>
                        <a:pt x="287" y="338"/>
                      </a:lnTo>
                      <a:lnTo>
                        <a:pt x="290" y="339"/>
                      </a:lnTo>
                      <a:lnTo>
                        <a:pt x="290" y="336"/>
                      </a:lnTo>
                      <a:lnTo>
                        <a:pt x="281" y="319"/>
                      </a:lnTo>
                      <a:lnTo>
                        <a:pt x="274" y="316"/>
                      </a:lnTo>
                      <a:lnTo>
                        <a:pt x="274" y="314"/>
                      </a:lnTo>
                      <a:lnTo>
                        <a:pt x="275" y="310"/>
                      </a:lnTo>
                      <a:lnTo>
                        <a:pt x="265" y="304"/>
                      </a:lnTo>
                      <a:lnTo>
                        <a:pt x="265" y="304"/>
                      </a:lnTo>
                      <a:lnTo>
                        <a:pt x="265" y="305"/>
                      </a:lnTo>
                      <a:lnTo>
                        <a:pt x="265" y="305"/>
                      </a:lnTo>
                      <a:lnTo>
                        <a:pt x="265" y="305"/>
                      </a:lnTo>
                      <a:lnTo>
                        <a:pt x="255" y="301"/>
                      </a:lnTo>
                      <a:lnTo>
                        <a:pt x="252" y="302"/>
                      </a:lnTo>
                      <a:lnTo>
                        <a:pt x="252" y="302"/>
                      </a:lnTo>
                      <a:lnTo>
                        <a:pt x="250" y="302"/>
                      </a:lnTo>
                      <a:lnTo>
                        <a:pt x="243" y="295"/>
                      </a:lnTo>
                      <a:lnTo>
                        <a:pt x="232" y="293"/>
                      </a:lnTo>
                      <a:lnTo>
                        <a:pt x="210" y="295"/>
                      </a:lnTo>
                      <a:lnTo>
                        <a:pt x="195" y="302"/>
                      </a:lnTo>
                      <a:lnTo>
                        <a:pt x="170" y="305"/>
                      </a:lnTo>
                      <a:lnTo>
                        <a:pt x="143" y="317"/>
                      </a:lnTo>
                      <a:lnTo>
                        <a:pt x="137" y="328"/>
                      </a:lnTo>
                      <a:lnTo>
                        <a:pt x="137" y="329"/>
                      </a:lnTo>
                      <a:lnTo>
                        <a:pt x="90" y="331"/>
                      </a:lnTo>
                      <a:lnTo>
                        <a:pt x="83" y="338"/>
                      </a:lnTo>
                      <a:lnTo>
                        <a:pt x="83" y="338"/>
                      </a:lnTo>
                      <a:lnTo>
                        <a:pt x="75" y="339"/>
                      </a:lnTo>
                      <a:lnTo>
                        <a:pt x="68" y="347"/>
                      </a:lnTo>
                      <a:lnTo>
                        <a:pt x="66" y="347"/>
                      </a:lnTo>
                      <a:lnTo>
                        <a:pt x="63" y="347"/>
                      </a:lnTo>
                      <a:lnTo>
                        <a:pt x="63" y="348"/>
                      </a:lnTo>
                      <a:lnTo>
                        <a:pt x="62" y="350"/>
                      </a:lnTo>
                      <a:lnTo>
                        <a:pt x="62" y="348"/>
                      </a:lnTo>
                      <a:lnTo>
                        <a:pt x="59" y="348"/>
                      </a:lnTo>
                      <a:lnTo>
                        <a:pt x="54" y="348"/>
                      </a:lnTo>
                      <a:lnTo>
                        <a:pt x="50" y="347"/>
                      </a:lnTo>
                      <a:lnTo>
                        <a:pt x="47" y="347"/>
                      </a:lnTo>
                      <a:lnTo>
                        <a:pt x="43" y="345"/>
                      </a:lnTo>
                      <a:lnTo>
                        <a:pt x="40" y="345"/>
                      </a:lnTo>
                      <a:lnTo>
                        <a:pt x="40" y="345"/>
                      </a:lnTo>
                      <a:lnTo>
                        <a:pt x="31" y="336"/>
                      </a:lnTo>
                      <a:lnTo>
                        <a:pt x="26" y="335"/>
                      </a:lnTo>
                      <a:lnTo>
                        <a:pt x="25" y="335"/>
                      </a:lnTo>
                      <a:lnTo>
                        <a:pt x="25" y="325"/>
                      </a:lnTo>
                      <a:lnTo>
                        <a:pt x="26" y="325"/>
                      </a:lnTo>
                      <a:lnTo>
                        <a:pt x="31" y="325"/>
                      </a:lnTo>
                      <a:lnTo>
                        <a:pt x="34" y="317"/>
                      </a:lnTo>
                      <a:lnTo>
                        <a:pt x="34" y="295"/>
                      </a:lnTo>
                      <a:lnTo>
                        <a:pt x="23" y="276"/>
                      </a:lnTo>
                      <a:lnTo>
                        <a:pt x="22" y="258"/>
                      </a:lnTo>
                      <a:lnTo>
                        <a:pt x="13" y="240"/>
                      </a:lnTo>
                      <a:lnTo>
                        <a:pt x="10" y="227"/>
                      </a:lnTo>
                      <a:lnTo>
                        <a:pt x="0" y="215"/>
                      </a:lnTo>
                      <a:lnTo>
                        <a:pt x="0" y="213"/>
                      </a:lnTo>
                      <a:lnTo>
                        <a:pt x="1" y="213"/>
                      </a:lnTo>
                      <a:lnTo>
                        <a:pt x="1" y="213"/>
                      </a:lnTo>
                      <a:lnTo>
                        <a:pt x="4" y="215"/>
                      </a:lnTo>
                      <a:lnTo>
                        <a:pt x="7" y="219"/>
                      </a:lnTo>
                      <a:lnTo>
                        <a:pt x="9" y="218"/>
                      </a:lnTo>
                      <a:lnTo>
                        <a:pt x="7" y="212"/>
                      </a:lnTo>
                      <a:lnTo>
                        <a:pt x="7" y="212"/>
                      </a:lnTo>
                      <a:lnTo>
                        <a:pt x="7" y="212"/>
                      </a:lnTo>
                      <a:lnTo>
                        <a:pt x="9" y="212"/>
                      </a:lnTo>
                      <a:lnTo>
                        <a:pt x="10" y="215"/>
                      </a:lnTo>
                      <a:lnTo>
                        <a:pt x="13" y="212"/>
                      </a:lnTo>
                      <a:lnTo>
                        <a:pt x="3" y="190"/>
                      </a:lnTo>
                      <a:lnTo>
                        <a:pt x="3" y="182"/>
                      </a:lnTo>
                      <a:lnTo>
                        <a:pt x="7" y="173"/>
                      </a:lnTo>
                      <a:lnTo>
                        <a:pt x="6" y="159"/>
                      </a:lnTo>
                      <a:lnTo>
                        <a:pt x="10" y="153"/>
                      </a:lnTo>
                      <a:lnTo>
                        <a:pt x="10" y="150"/>
                      </a:lnTo>
                      <a:lnTo>
                        <a:pt x="11" y="150"/>
                      </a:lnTo>
                      <a:lnTo>
                        <a:pt x="11" y="150"/>
                      </a:lnTo>
                      <a:lnTo>
                        <a:pt x="11" y="150"/>
                      </a:lnTo>
                      <a:lnTo>
                        <a:pt x="13" y="159"/>
                      </a:lnTo>
                      <a:lnTo>
                        <a:pt x="17" y="153"/>
                      </a:lnTo>
                      <a:lnTo>
                        <a:pt x="17" y="151"/>
                      </a:lnTo>
                      <a:lnTo>
                        <a:pt x="29" y="148"/>
                      </a:lnTo>
                      <a:lnTo>
                        <a:pt x="35" y="141"/>
                      </a:lnTo>
                      <a:lnTo>
                        <a:pt x="46" y="133"/>
                      </a:lnTo>
                      <a:lnTo>
                        <a:pt x="46" y="133"/>
                      </a:lnTo>
                      <a:lnTo>
                        <a:pt x="47" y="133"/>
                      </a:lnTo>
                      <a:lnTo>
                        <a:pt x="49" y="133"/>
                      </a:lnTo>
                      <a:lnTo>
                        <a:pt x="51" y="135"/>
                      </a:lnTo>
                      <a:lnTo>
                        <a:pt x="54" y="135"/>
                      </a:lnTo>
                      <a:lnTo>
                        <a:pt x="57" y="135"/>
                      </a:lnTo>
                      <a:lnTo>
                        <a:pt x="57" y="135"/>
                      </a:lnTo>
                      <a:lnTo>
                        <a:pt x="72" y="129"/>
                      </a:lnTo>
                      <a:lnTo>
                        <a:pt x="77" y="126"/>
                      </a:lnTo>
                      <a:lnTo>
                        <a:pt x="77" y="126"/>
                      </a:lnTo>
                      <a:lnTo>
                        <a:pt x="78" y="126"/>
                      </a:lnTo>
                      <a:lnTo>
                        <a:pt x="80" y="126"/>
                      </a:lnTo>
                      <a:lnTo>
                        <a:pt x="83" y="126"/>
                      </a:lnTo>
                      <a:lnTo>
                        <a:pt x="83" y="126"/>
                      </a:lnTo>
                      <a:lnTo>
                        <a:pt x="100" y="120"/>
                      </a:lnTo>
                      <a:lnTo>
                        <a:pt x="108" y="114"/>
                      </a:lnTo>
                      <a:lnTo>
                        <a:pt x="112" y="105"/>
                      </a:lnTo>
                      <a:lnTo>
                        <a:pt x="118" y="99"/>
                      </a:lnTo>
                      <a:lnTo>
                        <a:pt x="115" y="92"/>
                      </a:lnTo>
                      <a:lnTo>
                        <a:pt x="117" y="92"/>
                      </a:lnTo>
                      <a:lnTo>
                        <a:pt x="118" y="86"/>
                      </a:lnTo>
                      <a:lnTo>
                        <a:pt x="124" y="81"/>
                      </a:lnTo>
                      <a:lnTo>
                        <a:pt x="126" y="77"/>
                      </a:lnTo>
                      <a:lnTo>
                        <a:pt x="127" y="77"/>
                      </a:lnTo>
                      <a:lnTo>
                        <a:pt x="127" y="77"/>
                      </a:lnTo>
                      <a:lnTo>
                        <a:pt x="127" y="77"/>
                      </a:lnTo>
                      <a:lnTo>
                        <a:pt x="135" y="90"/>
                      </a:lnTo>
                      <a:lnTo>
                        <a:pt x="135" y="87"/>
                      </a:lnTo>
                      <a:lnTo>
                        <a:pt x="136" y="86"/>
                      </a:lnTo>
                      <a:lnTo>
                        <a:pt x="137" y="86"/>
                      </a:lnTo>
                      <a:lnTo>
                        <a:pt x="135" y="80"/>
                      </a:lnTo>
                      <a:lnTo>
                        <a:pt x="135" y="76"/>
                      </a:lnTo>
                      <a:lnTo>
                        <a:pt x="135" y="76"/>
                      </a:lnTo>
                      <a:lnTo>
                        <a:pt x="140" y="74"/>
                      </a:lnTo>
                      <a:lnTo>
                        <a:pt x="140" y="74"/>
                      </a:lnTo>
                      <a:lnTo>
                        <a:pt x="140" y="74"/>
                      </a:lnTo>
                      <a:lnTo>
                        <a:pt x="143" y="79"/>
                      </a:lnTo>
                      <a:lnTo>
                        <a:pt x="146" y="79"/>
                      </a:lnTo>
                      <a:lnTo>
                        <a:pt x="145" y="77"/>
                      </a:lnTo>
                      <a:lnTo>
                        <a:pt x="145" y="76"/>
                      </a:lnTo>
                      <a:lnTo>
                        <a:pt x="148" y="70"/>
                      </a:lnTo>
                      <a:lnTo>
                        <a:pt x="148" y="65"/>
                      </a:lnTo>
                      <a:lnTo>
                        <a:pt x="148" y="65"/>
                      </a:lnTo>
                      <a:lnTo>
                        <a:pt x="154" y="64"/>
                      </a:lnTo>
                      <a:lnTo>
                        <a:pt x="152" y="59"/>
                      </a:lnTo>
                      <a:lnTo>
                        <a:pt x="154" y="59"/>
                      </a:lnTo>
                      <a:lnTo>
                        <a:pt x="154" y="58"/>
                      </a:lnTo>
                      <a:lnTo>
                        <a:pt x="154" y="58"/>
                      </a:lnTo>
                      <a:lnTo>
                        <a:pt x="157" y="59"/>
                      </a:lnTo>
                      <a:lnTo>
                        <a:pt x="155" y="53"/>
                      </a:lnTo>
                      <a:lnTo>
                        <a:pt x="155" y="53"/>
                      </a:lnTo>
                      <a:lnTo>
                        <a:pt x="157" y="53"/>
                      </a:lnTo>
                      <a:lnTo>
                        <a:pt x="157" y="53"/>
                      </a:lnTo>
                      <a:lnTo>
                        <a:pt x="158" y="53"/>
                      </a:lnTo>
                      <a:lnTo>
                        <a:pt x="161" y="52"/>
                      </a:lnTo>
                      <a:lnTo>
                        <a:pt x="163" y="52"/>
                      </a:lnTo>
                      <a:lnTo>
                        <a:pt x="164" y="52"/>
                      </a:lnTo>
                      <a:lnTo>
                        <a:pt x="164" y="52"/>
                      </a:lnTo>
                      <a:lnTo>
                        <a:pt x="164" y="52"/>
                      </a:lnTo>
                      <a:lnTo>
                        <a:pt x="164" y="53"/>
                      </a:lnTo>
                      <a:lnTo>
                        <a:pt x="166" y="52"/>
                      </a:lnTo>
                      <a:lnTo>
                        <a:pt x="166" y="44"/>
                      </a:lnTo>
                      <a:lnTo>
                        <a:pt x="167" y="44"/>
                      </a:lnTo>
                      <a:lnTo>
                        <a:pt x="167" y="44"/>
                      </a:lnTo>
                      <a:lnTo>
                        <a:pt x="167" y="44"/>
                      </a:lnTo>
                      <a:lnTo>
                        <a:pt x="169" y="47"/>
                      </a:lnTo>
                      <a:lnTo>
                        <a:pt x="179" y="43"/>
                      </a:lnTo>
                      <a:lnTo>
                        <a:pt x="179" y="43"/>
                      </a:lnTo>
                      <a:lnTo>
                        <a:pt x="179" y="43"/>
                      </a:lnTo>
                      <a:lnTo>
                        <a:pt x="188" y="46"/>
                      </a:lnTo>
                      <a:lnTo>
                        <a:pt x="195" y="53"/>
                      </a:lnTo>
                      <a:lnTo>
                        <a:pt x="197" y="55"/>
                      </a:lnTo>
                      <a:lnTo>
                        <a:pt x="194" y="61"/>
                      </a:lnTo>
                      <a:lnTo>
                        <a:pt x="195" y="59"/>
                      </a:lnTo>
                      <a:lnTo>
                        <a:pt x="200" y="56"/>
                      </a:lnTo>
                      <a:lnTo>
                        <a:pt x="209" y="56"/>
                      </a:lnTo>
                      <a:lnTo>
                        <a:pt x="215" y="59"/>
                      </a:lnTo>
                      <a:lnTo>
                        <a:pt x="215" y="58"/>
                      </a:lnTo>
                      <a:lnTo>
                        <a:pt x="215" y="58"/>
                      </a:lnTo>
                      <a:lnTo>
                        <a:pt x="215" y="56"/>
                      </a:lnTo>
                      <a:lnTo>
                        <a:pt x="210" y="50"/>
                      </a:lnTo>
                      <a:lnTo>
                        <a:pt x="210" y="50"/>
                      </a:lnTo>
                      <a:lnTo>
                        <a:pt x="218" y="38"/>
                      </a:lnTo>
                      <a:lnTo>
                        <a:pt x="218" y="38"/>
                      </a:lnTo>
                      <a:lnTo>
                        <a:pt x="222" y="37"/>
                      </a:lnTo>
                      <a:lnTo>
                        <a:pt x="222" y="36"/>
                      </a:lnTo>
                      <a:lnTo>
                        <a:pt x="222" y="36"/>
                      </a:lnTo>
                      <a:lnTo>
                        <a:pt x="222" y="36"/>
                      </a:lnTo>
                      <a:lnTo>
                        <a:pt x="220" y="34"/>
                      </a:lnTo>
                      <a:lnTo>
                        <a:pt x="222" y="30"/>
                      </a:lnTo>
                      <a:lnTo>
                        <a:pt x="222" y="28"/>
                      </a:lnTo>
                      <a:lnTo>
                        <a:pt x="228" y="25"/>
                      </a:lnTo>
                      <a:lnTo>
                        <a:pt x="228" y="25"/>
                      </a:lnTo>
                      <a:lnTo>
                        <a:pt x="228" y="25"/>
                      </a:lnTo>
                      <a:lnTo>
                        <a:pt x="231" y="28"/>
                      </a:lnTo>
                      <a:lnTo>
                        <a:pt x="231" y="25"/>
                      </a:lnTo>
                      <a:lnTo>
                        <a:pt x="231" y="24"/>
                      </a:lnTo>
                      <a:lnTo>
                        <a:pt x="232" y="22"/>
                      </a:lnTo>
                      <a:lnTo>
                        <a:pt x="234" y="22"/>
                      </a:lnTo>
                      <a:lnTo>
                        <a:pt x="234" y="22"/>
                      </a:lnTo>
                      <a:lnTo>
                        <a:pt x="237" y="22"/>
                      </a:lnTo>
                      <a:lnTo>
                        <a:pt x="240" y="22"/>
                      </a:lnTo>
                      <a:lnTo>
                        <a:pt x="243" y="22"/>
                      </a:lnTo>
                      <a:lnTo>
                        <a:pt x="246" y="22"/>
                      </a:lnTo>
                      <a:lnTo>
                        <a:pt x="247" y="22"/>
                      </a:lnTo>
                      <a:lnTo>
                        <a:pt x="252" y="19"/>
                      </a:lnTo>
                      <a:lnTo>
                        <a:pt x="252" y="15"/>
                      </a:lnTo>
                      <a:lnTo>
                        <a:pt x="244" y="10"/>
                      </a:lnTo>
                      <a:lnTo>
                        <a:pt x="243" y="10"/>
                      </a:lnTo>
                      <a:lnTo>
                        <a:pt x="241" y="9"/>
                      </a:lnTo>
                      <a:lnTo>
                        <a:pt x="243" y="9"/>
                      </a:lnTo>
                      <a:lnTo>
                        <a:pt x="246" y="7"/>
                      </a:lnTo>
                      <a:lnTo>
                        <a:pt x="246" y="7"/>
                      </a:lnTo>
                      <a:lnTo>
                        <a:pt x="246" y="7"/>
                      </a:lnTo>
                      <a:lnTo>
                        <a:pt x="247" y="9"/>
                      </a:lnTo>
                      <a:lnTo>
                        <a:pt x="249" y="7"/>
                      </a:lnTo>
                      <a:lnTo>
                        <a:pt x="249" y="7"/>
                      </a:lnTo>
                      <a:lnTo>
                        <a:pt x="250" y="7"/>
                      </a:lnTo>
                      <a:lnTo>
                        <a:pt x="255" y="12"/>
                      </a:lnTo>
                      <a:lnTo>
                        <a:pt x="256" y="10"/>
                      </a:lnTo>
                      <a:lnTo>
                        <a:pt x="256" y="10"/>
                      </a:lnTo>
                      <a:lnTo>
                        <a:pt x="256" y="10"/>
                      </a:lnTo>
                      <a:lnTo>
                        <a:pt x="258" y="10"/>
                      </a:lnTo>
                      <a:lnTo>
                        <a:pt x="260" y="15"/>
                      </a:lnTo>
                      <a:lnTo>
                        <a:pt x="268" y="15"/>
                      </a:lnTo>
                      <a:lnTo>
                        <a:pt x="275" y="19"/>
                      </a:lnTo>
                      <a:lnTo>
                        <a:pt x="281" y="19"/>
                      </a:lnTo>
                      <a:lnTo>
                        <a:pt x="287" y="22"/>
                      </a:lnTo>
                      <a:lnTo>
                        <a:pt x="298" y="18"/>
                      </a:lnTo>
                      <a:lnTo>
                        <a:pt x="298" y="18"/>
                      </a:lnTo>
                      <a:lnTo>
                        <a:pt x="298" y="18"/>
                      </a:lnTo>
                      <a:lnTo>
                        <a:pt x="298" y="19"/>
                      </a:lnTo>
                      <a:lnTo>
                        <a:pt x="298" y="19"/>
                      </a:lnTo>
                      <a:lnTo>
                        <a:pt x="298" y="19"/>
                      </a:lnTo>
                      <a:lnTo>
                        <a:pt x="299" y="21"/>
                      </a:lnTo>
                      <a:lnTo>
                        <a:pt x="299" y="24"/>
                      </a:lnTo>
                      <a:lnTo>
                        <a:pt x="303" y="18"/>
                      </a:lnTo>
                      <a:lnTo>
                        <a:pt x="303" y="18"/>
                      </a:lnTo>
                      <a:lnTo>
                        <a:pt x="303" y="18"/>
                      </a:lnTo>
                      <a:lnTo>
                        <a:pt x="305" y="18"/>
                      </a:lnTo>
                      <a:lnTo>
                        <a:pt x="306" y="22"/>
                      </a:lnTo>
                      <a:lnTo>
                        <a:pt x="309" y="22"/>
                      </a:lnTo>
                      <a:lnTo>
                        <a:pt x="309" y="24"/>
                      </a:lnTo>
                      <a:lnTo>
                        <a:pt x="309" y="24"/>
                      </a:lnTo>
                      <a:lnTo>
                        <a:pt x="305" y="30"/>
                      </a:lnTo>
                      <a:lnTo>
                        <a:pt x="306" y="33"/>
                      </a:lnTo>
                      <a:lnTo>
                        <a:pt x="306" y="33"/>
                      </a:lnTo>
                      <a:lnTo>
                        <a:pt x="305" y="36"/>
                      </a:lnTo>
                      <a:lnTo>
                        <a:pt x="305" y="36"/>
                      </a:lnTo>
                      <a:lnTo>
                        <a:pt x="303" y="36"/>
                      </a:lnTo>
                      <a:lnTo>
                        <a:pt x="302" y="36"/>
                      </a:lnTo>
                      <a:lnTo>
                        <a:pt x="302" y="36"/>
                      </a:lnTo>
                      <a:lnTo>
                        <a:pt x="302" y="38"/>
                      </a:lnTo>
                      <a:lnTo>
                        <a:pt x="301" y="38"/>
                      </a:lnTo>
                      <a:lnTo>
                        <a:pt x="301" y="38"/>
                      </a:lnTo>
                      <a:lnTo>
                        <a:pt x="301" y="38"/>
                      </a:lnTo>
                      <a:lnTo>
                        <a:pt x="299" y="37"/>
                      </a:lnTo>
                      <a:lnTo>
                        <a:pt x="298" y="41"/>
                      </a:lnTo>
                      <a:lnTo>
                        <a:pt x="299" y="40"/>
                      </a:lnTo>
                      <a:lnTo>
                        <a:pt x="299" y="40"/>
                      </a:lnTo>
                      <a:lnTo>
                        <a:pt x="299" y="40"/>
                      </a:lnTo>
                      <a:lnTo>
                        <a:pt x="299" y="41"/>
                      </a:lnTo>
                      <a:lnTo>
                        <a:pt x="293" y="59"/>
                      </a:lnTo>
                      <a:lnTo>
                        <a:pt x="303" y="64"/>
                      </a:lnTo>
                      <a:lnTo>
                        <a:pt x="303" y="64"/>
                      </a:lnTo>
                      <a:lnTo>
                        <a:pt x="305" y="71"/>
                      </a:lnTo>
                      <a:lnTo>
                        <a:pt x="305" y="71"/>
                      </a:lnTo>
                      <a:lnTo>
                        <a:pt x="308" y="71"/>
                      </a:lnTo>
                      <a:lnTo>
                        <a:pt x="311" y="71"/>
                      </a:lnTo>
                      <a:lnTo>
                        <a:pt x="314" y="71"/>
                      </a:lnTo>
                      <a:lnTo>
                        <a:pt x="315" y="70"/>
                      </a:lnTo>
                      <a:lnTo>
                        <a:pt x="315" y="71"/>
                      </a:lnTo>
                      <a:lnTo>
                        <a:pt x="326" y="80"/>
                      </a:lnTo>
                      <a:lnTo>
                        <a:pt x="338" y="83"/>
                      </a:lnTo>
                      <a:lnTo>
                        <a:pt x="338" y="83"/>
                      </a:lnTo>
                      <a:lnTo>
                        <a:pt x="342" y="89"/>
                      </a:lnTo>
                      <a:lnTo>
                        <a:pt x="352" y="95"/>
                      </a:lnTo>
                      <a:lnTo>
                        <a:pt x="361" y="92"/>
                      </a:lnTo>
                      <a:lnTo>
                        <a:pt x="366" y="80"/>
                      </a:lnTo>
                      <a:lnTo>
                        <a:pt x="370" y="59"/>
                      </a:lnTo>
                      <a:lnTo>
                        <a:pt x="370" y="40"/>
                      </a:lnTo>
                      <a:lnTo>
                        <a:pt x="373" y="27"/>
                      </a:lnTo>
                      <a:lnTo>
                        <a:pt x="372" y="25"/>
                      </a:lnTo>
                      <a:lnTo>
                        <a:pt x="370" y="24"/>
                      </a:lnTo>
                      <a:lnTo>
                        <a:pt x="379" y="4"/>
                      </a:lnTo>
                      <a:lnTo>
                        <a:pt x="385" y="0"/>
                      </a:lnTo>
                      <a:lnTo>
                        <a:pt x="38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224" name="Freeform 1510">
                  <a:extLst>
                    <a:ext uri="{FF2B5EF4-FFF2-40B4-BE49-F238E27FC236}">
                      <a16:creationId xmlns:a16="http://schemas.microsoft.com/office/drawing/2014/main" id="{A852E5DE-BFC7-5D0E-72A8-12E055835E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24368" y="5316774"/>
                  <a:ext cx="9145" cy="6859"/>
                </a:xfrm>
                <a:custGeom>
                  <a:avLst/>
                  <a:gdLst>
                    <a:gd name="T0" fmla="*/ 3 w 4"/>
                    <a:gd name="T1" fmla="*/ 0 h 3"/>
                    <a:gd name="T2" fmla="*/ 3 w 4"/>
                    <a:gd name="T3" fmla="*/ 0 h 3"/>
                    <a:gd name="T4" fmla="*/ 3 w 4"/>
                    <a:gd name="T5" fmla="*/ 0 h 3"/>
                    <a:gd name="T6" fmla="*/ 4 w 4"/>
                    <a:gd name="T7" fmla="*/ 3 h 3"/>
                    <a:gd name="T8" fmla="*/ 4 w 4"/>
                    <a:gd name="T9" fmla="*/ 3 h 3"/>
                    <a:gd name="T10" fmla="*/ 4 w 4"/>
                    <a:gd name="T11" fmla="*/ 3 h 3"/>
                    <a:gd name="T12" fmla="*/ 0 w 4"/>
                    <a:gd name="T13" fmla="*/ 3 h 3"/>
                    <a:gd name="T14" fmla="*/ 0 w 4"/>
                    <a:gd name="T15" fmla="*/ 3 h 3"/>
                    <a:gd name="T16" fmla="*/ 0 w 4"/>
                    <a:gd name="T17" fmla="*/ 2 h 3"/>
                    <a:gd name="T18" fmla="*/ 1 w 4"/>
                    <a:gd name="T19" fmla="*/ 0 h 3"/>
                    <a:gd name="T20" fmla="*/ 3 w 4"/>
                    <a:gd name="T2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" h="3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4" y="3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225" name="Freeform 1511">
                  <a:extLst>
                    <a:ext uri="{FF2B5EF4-FFF2-40B4-BE49-F238E27FC236}">
                      <a16:creationId xmlns:a16="http://schemas.microsoft.com/office/drawing/2014/main" id="{7D3AEE0E-C083-B414-6499-B7F5BD6775D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119796" y="5314488"/>
                  <a:ext cx="18290" cy="13717"/>
                </a:xfrm>
                <a:custGeom>
                  <a:avLst/>
                  <a:gdLst>
                    <a:gd name="T0" fmla="*/ 5 w 8"/>
                    <a:gd name="T1" fmla="*/ 1 h 6"/>
                    <a:gd name="T2" fmla="*/ 2 w 8"/>
                    <a:gd name="T3" fmla="*/ 4 h 6"/>
                    <a:gd name="T4" fmla="*/ 6 w 8"/>
                    <a:gd name="T5" fmla="*/ 4 h 6"/>
                    <a:gd name="T6" fmla="*/ 5 w 8"/>
                    <a:gd name="T7" fmla="*/ 1 h 6"/>
                    <a:gd name="T8" fmla="*/ 5 w 8"/>
                    <a:gd name="T9" fmla="*/ 0 h 6"/>
                    <a:gd name="T10" fmla="*/ 5 w 8"/>
                    <a:gd name="T11" fmla="*/ 0 h 6"/>
                    <a:gd name="T12" fmla="*/ 6 w 8"/>
                    <a:gd name="T13" fmla="*/ 1 h 6"/>
                    <a:gd name="T14" fmla="*/ 8 w 8"/>
                    <a:gd name="T15" fmla="*/ 4 h 6"/>
                    <a:gd name="T16" fmla="*/ 6 w 8"/>
                    <a:gd name="T17" fmla="*/ 6 h 6"/>
                    <a:gd name="T18" fmla="*/ 6 w 8"/>
                    <a:gd name="T19" fmla="*/ 6 h 6"/>
                    <a:gd name="T20" fmla="*/ 6 w 8"/>
                    <a:gd name="T21" fmla="*/ 6 h 6"/>
                    <a:gd name="T22" fmla="*/ 2 w 8"/>
                    <a:gd name="T23" fmla="*/ 4 h 6"/>
                    <a:gd name="T24" fmla="*/ 0 w 8"/>
                    <a:gd name="T25" fmla="*/ 4 h 6"/>
                    <a:gd name="T26" fmla="*/ 0 w 8"/>
                    <a:gd name="T27" fmla="*/ 3 h 6"/>
                    <a:gd name="T28" fmla="*/ 3 w 8"/>
                    <a:gd name="T29" fmla="*/ 0 h 6"/>
                    <a:gd name="T30" fmla="*/ 5 w 8"/>
                    <a:gd name="T3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8" h="6">
                      <a:moveTo>
                        <a:pt x="5" y="1"/>
                      </a:moveTo>
                      <a:lnTo>
                        <a:pt x="2" y="4"/>
                      </a:lnTo>
                      <a:lnTo>
                        <a:pt x="6" y="4"/>
                      </a:lnTo>
                      <a:lnTo>
                        <a:pt x="5" y="1"/>
                      </a:lnTo>
                      <a:close/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6" y="6"/>
                      </a:lnTo>
                      <a:lnTo>
                        <a:pt x="6" y="6"/>
                      </a:lnTo>
                      <a:lnTo>
                        <a:pt x="2" y="4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3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226" name="Freeform 1522">
                  <a:extLst>
                    <a:ext uri="{FF2B5EF4-FFF2-40B4-BE49-F238E27FC236}">
                      <a16:creationId xmlns:a16="http://schemas.microsoft.com/office/drawing/2014/main" id="{D26E9A30-AC8B-BAE0-6DF2-D78458915F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12937" y="5293912"/>
                  <a:ext cx="18290" cy="22862"/>
                </a:xfrm>
                <a:custGeom>
                  <a:avLst/>
                  <a:gdLst>
                    <a:gd name="T0" fmla="*/ 2 w 8"/>
                    <a:gd name="T1" fmla="*/ 0 h 10"/>
                    <a:gd name="T2" fmla="*/ 2 w 8"/>
                    <a:gd name="T3" fmla="*/ 1 h 10"/>
                    <a:gd name="T4" fmla="*/ 8 w 8"/>
                    <a:gd name="T5" fmla="*/ 4 h 10"/>
                    <a:gd name="T6" fmla="*/ 8 w 8"/>
                    <a:gd name="T7" fmla="*/ 4 h 10"/>
                    <a:gd name="T8" fmla="*/ 8 w 8"/>
                    <a:gd name="T9" fmla="*/ 9 h 10"/>
                    <a:gd name="T10" fmla="*/ 8 w 8"/>
                    <a:gd name="T11" fmla="*/ 9 h 10"/>
                    <a:gd name="T12" fmla="*/ 5 w 8"/>
                    <a:gd name="T13" fmla="*/ 10 h 10"/>
                    <a:gd name="T14" fmla="*/ 5 w 8"/>
                    <a:gd name="T15" fmla="*/ 10 h 10"/>
                    <a:gd name="T16" fmla="*/ 5 w 8"/>
                    <a:gd name="T17" fmla="*/ 10 h 10"/>
                    <a:gd name="T18" fmla="*/ 5 w 8"/>
                    <a:gd name="T19" fmla="*/ 10 h 10"/>
                    <a:gd name="T20" fmla="*/ 0 w 8"/>
                    <a:gd name="T21" fmla="*/ 1 h 10"/>
                    <a:gd name="T22" fmla="*/ 0 w 8"/>
                    <a:gd name="T23" fmla="*/ 1 h 10"/>
                    <a:gd name="T24" fmla="*/ 2 w 8"/>
                    <a:gd name="T25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" h="10">
                      <a:moveTo>
                        <a:pt x="2" y="0"/>
                      </a:moveTo>
                      <a:lnTo>
                        <a:pt x="2" y="1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8" y="9"/>
                      </a:lnTo>
                      <a:lnTo>
                        <a:pt x="8" y="9"/>
                      </a:lnTo>
                      <a:lnTo>
                        <a:pt x="5" y="10"/>
                      </a:lnTo>
                      <a:lnTo>
                        <a:pt x="5" y="10"/>
                      </a:lnTo>
                      <a:lnTo>
                        <a:pt x="5" y="10"/>
                      </a:lnTo>
                      <a:lnTo>
                        <a:pt x="5" y="10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227" name="Freeform 1524">
                  <a:extLst>
                    <a:ext uri="{FF2B5EF4-FFF2-40B4-BE49-F238E27FC236}">
                      <a16:creationId xmlns:a16="http://schemas.microsoft.com/office/drawing/2014/main" id="{56E11578-7123-619E-EFF8-351CEB850D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21489" y="5330492"/>
                  <a:ext cx="109738" cy="118883"/>
                </a:xfrm>
                <a:custGeom>
                  <a:avLst/>
                  <a:gdLst>
                    <a:gd name="T0" fmla="*/ 2 w 48"/>
                    <a:gd name="T1" fmla="*/ 0 h 52"/>
                    <a:gd name="T2" fmla="*/ 2 w 48"/>
                    <a:gd name="T3" fmla="*/ 0 h 52"/>
                    <a:gd name="T4" fmla="*/ 24 w 48"/>
                    <a:gd name="T5" fmla="*/ 8 h 52"/>
                    <a:gd name="T6" fmla="*/ 43 w 48"/>
                    <a:gd name="T7" fmla="*/ 2 h 52"/>
                    <a:gd name="T8" fmla="*/ 45 w 48"/>
                    <a:gd name="T9" fmla="*/ 2 h 52"/>
                    <a:gd name="T10" fmla="*/ 45 w 48"/>
                    <a:gd name="T11" fmla="*/ 3 h 52"/>
                    <a:gd name="T12" fmla="*/ 48 w 48"/>
                    <a:gd name="T13" fmla="*/ 11 h 52"/>
                    <a:gd name="T14" fmla="*/ 48 w 48"/>
                    <a:gd name="T15" fmla="*/ 24 h 52"/>
                    <a:gd name="T16" fmla="*/ 43 w 48"/>
                    <a:gd name="T17" fmla="*/ 37 h 52"/>
                    <a:gd name="T18" fmla="*/ 42 w 48"/>
                    <a:gd name="T19" fmla="*/ 37 h 52"/>
                    <a:gd name="T20" fmla="*/ 37 w 48"/>
                    <a:gd name="T21" fmla="*/ 39 h 52"/>
                    <a:gd name="T22" fmla="*/ 34 w 48"/>
                    <a:gd name="T23" fmla="*/ 46 h 52"/>
                    <a:gd name="T24" fmla="*/ 34 w 48"/>
                    <a:gd name="T25" fmla="*/ 46 h 52"/>
                    <a:gd name="T26" fmla="*/ 33 w 48"/>
                    <a:gd name="T27" fmla="*/ 46 h 52"/>
                    <a:gd name="T28" fmla="*/ 31 w 48"/>
                    <a:gd name="T29" fmla="*/ 46 h 52"/>
                    <a:gd name="T30" fmla="*/ 31 w 48"/>
                    <a:gd name="T31" fmla="*/ 46 h 52"/>
                    <a:gd name="T32" fmla="*/ 28 w 48"/>
                    <a:gd name="T33" fmla="*/ 52 h 52"/>
                    <a:gd name="T34" fmla="*/ 28 w 48"/>
                    <a:gd name="T35" fmla="*/ 52 h 52"/>
                    <a:gd name="T36" fmla="*/ 18 w 48"/>
                    <a:gd name="T37" fmla="*/ 51 h 52"/>
                    <a:gd name="T38" fmla="*/ 16 w 48"/>
                    <a:gd name="T39" fmla="*/ 51 h 52"/>
                    <a:gd name="T40" fmla="*/ 16 w 48"/>
                    <a:gd name="T41" fmla="*/ 49 h 52"/>
                    <a:gd name="T42" fmla="*/ 19 w 48"/>
                    <a:gd name="T43" fmla="*/ 48 h 52"/>
                    <a:gd name="T44" fmla="*/ 15 w 48"/>
                    <a:gd name="T45" fmla="*/ 46 h 52"/>
                    <a:gd name="T46" fmla="*/ 8 w 48"/>
                    <a:gd name="T47" fmla="*/ 37 h 52"/>
                    <a:gd name="T48" fmla="*/ 6 w 48"/>
                    <a:gd name="T49" fmla="*/ 25 h 52"/>
                    <a:gd name="T50" fmla="*/ 6 w 48"/>
                    <a:gd name="T51" fmla="*/ 25 h 52"/>
                    <a:gd name="T52" fmla="*/ 8 w 48"/>
                    <a:gd name="T53" fmla="*/ 25 h 52"/>
                    <a:gd name="T54" fmla="*/ 8 w 48"/>
                    <a:gd name="T55" fmla="*/ 25 h 52"/>
                    <a:gd name="T56" fmla="*/ 9 w 48"/>
                    <a:gd name="T57" fmla="*/ 30 h 52"/>
                    <a:gd name="T58" fmla="*/ 11 w 48"/>
                    <a:gd name="T59" fmla="*/ 28 h 52"/>
                    <a:gd name="T60" fmla="*/ 0 w 48"/>
                    <a:gd name="T61" fmla="*/ 11 h 52"/>
                    <a:gd name="T62" fmla="*/ 0 w 48"/>
                    <a:gd name="T63" fmla="*/ 0 h 52"/>
                    <a:gd name="T64" fmla="*/ 0 w 48"/>
                    <a:gd name="T65" fmla="*/ 0 h 52"/>
                    <a:gd name="T66" fmla="*/ 2 w 48"/>
                    <a:gd name="T67" fmla="*/ 0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48" h="52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24" y="8"/>
                      </a:lnTo>
                      <a:lnTo>
                        <a:pt x="43" y="2"/>
                      </a:lnTo>
                      <a:lnTo>
                        <a:pt x="45" y="2"/>
                      </a:lnTo>
                      <a:lnTo>
                        <a:pt x="45" y="3"/>
                      </a:lnTo>
                      <a:lnTo>
                        <a:pt x="48" y="11"/>
                      </a:lnTo>
                      <a:lnTo>
                        <a:pt x="48" y="24"/>
                      </a:lnTo>
                      <a:lnTo>
                        <a:pt x="43" y="37"/>
                      </a:lnTo>
                      <a:lnTo>
                        <a:pt x="42" y="37"/>
                      </a:lnTo>
                      <a:lnTo>
                        <a:pt x="37" y="39"/>
                      </a:lnTo>
                      <a:lnTo>
                        <a:pt x="34" y="46"/>
                      </a:lnTo>
                      <a:lnTo>
                        <a:pt x="34" y="46"/>
                      </a:lnTo>
                      <a:lnTo>
                        <a:pt x="33" y="46"/>
                      </a:lnTo>
                      <a:lnTo>
                        <a:pt x="31" y="46"/>
                      </a:lnTo>
                      <a:lnTo>
                        <a:pt x="31" y="46"/>
                      </a:lnTo>
                      <a:lnTo>
                        <a:pt x="28" y="52"/>
                      </a:lnTo>
                      <a:lnTo>
                        <a:pt x="28" y="52"/>
                      </a:lnTo>
                      <a:lnTo>
                        <a:pt x="18" y="51"/>
                      </a:lnTo>
                      <a:lnTo>
                        <a:pt x="16" y="51"/>
                      </a:lnTo>
                      <a:lnTo>
                        <a:pt x="16" y="49"/>
                      </a:lnTo>
                      <a:lnTo>
                        <a:pt x="19" y="48"/>
                      </a:lnTo>
                      <a:lnTo>
                        <a:pt x="15" y="46"/>
                      </a:lnTo>
                      <a:lnTo>
                        <a:pt x="8" y="37"/>
                      </a:lnTo>
                      <a:lnTo>
                        <a:pt x="6" y="25"/>
                      </a:lnTo>
                      <a:lnTo>
                        <a:pt x="6" y="25"/>
                      </a:lnTo>
                      <a:lnTo>
                        <a:pt x="8" y="25"/>
                      </a:lnTo>
                      <a:lnTo>
                        <a:pt x="8" y="25"/>
                      </a:lnTo>
                      <a:lnTo>
                        <a:pt x="9" y="30"/>
                      </a:lnTo>
                      <a:lnTo>
                        <a:pt x="11" y="28"/>
                      </a:lnTo>
                      <a:lnTo>
                        <a:pt x="0" y="11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221" name="Freeform 1514">
                <a:extLst>
                  <a:ext uri="{FF2B5EF4-FFF2-40B4-BE49-F238E27FC236}">
                    <a16:creationId xmlns:a16="http://schemas.microsoft.com/office/drawing/2014/main" id="{08CE0D8B-3418-4C5C-E2DE-A2B6FC3C08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91650" y="4980061"/>
                <a:ext cx="34993" cy="22642"/>
              </a:xfrm>
              <a:custGeom>
                <a:avLst/>
                <a:gdLst>
                  <a:gd name="T0" fmla="*/ 2 w 17"/>
                  <a:gd name="T1" fmla="*/ 0 h 11"/>
                  <a:gd name="T2" fmla="*/ 2 w 17"/>
                  <a:gd name="T3" fmla="*/ 0 h 11"/>
                  <a:gd name="T4" fmla="*/ 6 w 17"/>
                  <a:gd name="T5" fmla="*/ 3 h 11"/>
                  <a:gd name="T6" fmla="*/ 12 w 17"/>
                  <a:gd name="T7" fmla="*/ 0 h 11"/>
                  <a:gd name="T8" fmla="*/ 12 w 17"/>
                  <a:gd name="T9" fmla="*/ 0 h 11"/>
                  <a:gd name="T10" fmla="*/ 14 w 17"/>
                  <a:gd name="T11" fmla="*/ 0 h 11"/>
                  <a:gd name="T12" fmla="*/ 17 w 17"/>
                  <a:gd name="T13" fmla="*/ 5 h 11"/>
                  <a:gd name="T14" fmla="*/ 15 w 17"/>
                  <a:gd name="T15" fmla="*/ 6 h 11"/>
                  <a:gd name="T16" fmla="*/ 9 w 17"/>
                  <a:gd name="T17" fmla="*/ 11 h 11"/>
                  <a:gd name="T18" fmla="*/ 9 w 17"/>
                  <a:gd name="T19" fmla="*/ 11 h 11"/>
                  <a:gd name="T20" fmla="*/ 8 w 17"/>
                  <a:gd name="T21" fmla="*/ 11 h 11"/>
                  <a:gd name="T22" fmla="*/ 2 w 17"/>
                  <a:gd name="T23" fmla="*/ 8 h 11"/>
                  <a:gd name="T24" fmla="*/ 2 w 17"/>
                  <a:gd name="T25" fmla="*/ 6 h 11"/>
                  <a:gd name="T26" fmla="*/ 0 w 17"/>
                  <a:gd name="T27" fmla="*/ 2 h 11"/>
                  <a:gd name="T28" fmla="*/ 2 w 17"/>
                  <a:gd name="T29" fmla="*/ 0 h 11"/>
                  <a:gd name="T30" fmla="*/ 2 w 17"/>
                  <a:gd name="T3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" h="11">
                    <a:moveTo>
                      <a:pt x="2" y="0"/>
                    </a:moveTo>
                    <a:lnTo>
                      <a:pt x="2" y="0"/>
                    </a:lnTo>
                    <a:lnTo>
                      <a:pt x="6" y="3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7" y="5"/>
                    </a:lnTo>
                    <a:lnTo>
                      <a:pt x="15" y="6"/>
                    </a:lnTo>
                    <a:lnTo>
                      <a:pt x="9" y="11"/>
                    </a:lnTo>
                    <a:lnTo>
                      <a:pt x="9" y="11"/>
                    </a:lnTo>
                    <a:lnTo>
                      <a:pt x="8" y="11"/>
                    </a:lnTo>
                    <a:lnTo>
                      <a:pt x="2" y="8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22" name="Freeform 1516">
                <a:extLst>
                  <a:ext uri="{FF2B5EF4-FFF2-40B4-BE49-F238E27FC236}">
                    <a16:creationId xmlns:a16="http://schemas.microsoft.com/office/drawing/2014/main" id="{37CB685D-DFAE-BA5E-59EB-7EB3AB7830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83417" y="4986237"/>
                <a:ext cx="18526" cy="16467"/>
              </a:xfrm>
              <a:custGeom>
                <a:avLst/>
                <a:gdLst>
                  <a:gd name="T0" fmla="*/ 3 w 9"/>
                  <a:gd name="T1" fmla="*/ 0 h 8"/>
                  <a:gd name="T2" fmla="*/ 3 w 9"/>
                  <a:gd name="T3" fmla="*/ 0 h 8"/>
                  <a:gd name="T4" fmla="*/ 4 w 9"/>
                  <a:gd name="T5" fmla="*/ 0 h 8"/>
                  <a:gd name="T6" fmla="*/ 9 w 9"/>
                  <a:gd name="T7" fmla="*/ 6 h 8"/>
                  <a:gd name="T8" fmla="*/ 9 w 9"/>
                  <a:gd name="T9" fmla="*/ 6 h 8"/>
                  <a:gd name="T10" fmla="*/ 7 w 9"/>
                  <a:gd name="T11" fmla="*/ 6 h 8"/>
                  <a:gd name="T12" fmla="*/ 7 w 9"/>
                  <a:gd name="T13" fmla="*/ 6 h 8"/>
                  <a:gd name="T14" fmla="*/ 4 w 9"/>
                  <a:gd name="T15" fmla="*/ 8 h 8"/>
                  <a:gd name="T16" fmla="*/ 3 w 9"/>
                  <a:gd name="T17" fmla="*/ 8 h 8"/>
                  <a:gd name="T18" fmla="*/ 3 w 9"/>
                  <a:gd name="T19" fmla="*/ 8 h 8"/>
                  <a:gd name="T20" fmla="*/ 1 w 9"/>
                  <a:gd name="T21" fmla="*/ 8 h 8"/>
                  <a:gd name="T22" fmla="*/ 0 w 9"/>
                  <a:gd name="T23" fmla="*/ 5 h 8"/>
                  <a:gd name="T24" fmla="*/ 0 w 9"/>
                  <a:gd name="T25" fmla="*/ 3 h 8"/>
                  <a:gd name="T26" fmla="*/ 3 w 9"/>
                  <a:gd name="T27" fmla="*/ 0 h 8"/>
                  <a:gd name="T28" fmla="*/ 3 w 9"/>
                  <a:gd name="T2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" h="8">
                    <a:moveTo>
                      <a:pt x="3" y="0"/>
                    </a:moveTo>
                    <a:lnTo>
                      <a:pt x="3" y="0"/>
                    </a:lnTo>
                    <a:lnTo>
                      <a:pt x="4" y="0"/>
                    </a:lnTo>
                    <a:lnTo>
                      <a:pt x="9" y="6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4" y="8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  <p:grpSp>
          <p:nvGrpSpPr>
            <p:cNvPr id="1197" name="NEW ZEALAND">
              <a:extLst>
                <a:ext uri="{FF2B5EF4-FFF2-40B4-BE49-F238E27FC236}">
                  <a16:creationId xmlns:a16="http://schemas.microsoft.com/office/drawing/2014/main" id="{3F6935A2-DF70-70B0-CFEF-AEAF9E8C2FE8}"/>
                </a:ext>
              </a:extLst>
            </p:cNvPr>
            <p:cNvGrpSpPr/>
            <p:nvPr/>
          </p:nvGrpSpPr>
          <p:grpSpPr>
            <a:xfrm>
              <a:off x="10263210" y="5661390"/>
              <a:ext cx="323168" cy="436379"/>
              <a:chOff x="9666201" y="5097298"/>
              <a:chExt cx="358935" cy="484677"/>
            </a:xfrm>
            <a:grpFill/>
          </p:grpSpPr>
          <p:sp>
            <p:nvSpPr>
              <p:cNvPr id="1216" name="Freeform 291">
                <a:extLst>
                  <a:ext uri="{FF2B5EF4-FFF2-40B4-BE49-F238E27FC236}">
                    <a16:creationId xmlns:a16="http://schemas.microsoft.com/office/drawing/2014/main" id="{F74AC14A-DA4C-4F7A-40D4-05198FC52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9098" y="5097298"/>
                <a:ext cx="176038" cy="272059"/>
              </a:xfrm>
              <a:custGeom>
                <a:avLst/>
                <a:gdLst>
                  <a:gd name="T0" fmla="*/ 4 w 77"/>
                  <a:gd name="T1" fmla="*/ 0 h 119"/>
                  <a:gd name="T2" fmla="*/ 9 w 77"/>
                  <a:gd name="T3" fmla="*/ 6 h 119"/>
                  <a:gd name="T4" fmla="*/ 9 w 77"/>
                  <a:gd name="T5" fmla="*/ 6 h 119"/>
                  <a:gd name="T6" fmla="*/ 25 w 77"/>
                  <a:gd name="T7" fmla="*/ 24 h 119"/>
                  <a:gd name="T8" fmla="*/ 24 w 77"/>
                  <a:gd name="T9" fmla="*/ 25 h 119"/>
                  <a:gd name="T10" fmla="*/ 29 w 77"/>
                  <a:gd name="T11" fmla="*/ 33 h 119"/>
                  <a:gd name="T12" fmla="*/ 28 w 77"/>
                  <a:gd name="T13" fmla="*/ 40 h 119"/>
                  <a:gd name="T14" fmla="*/ 34 w 77"/>
                  <a:gd name="T15" fmla="*/ 40 h 119"/>
                  <a:gd name="T16" fmla="*/ 35 w 77"/>
                  <a:gd name="T17" fmla="*/ 34 h 119"/>
                  <a:gd name="T18" fmla="*/ 37 w 77"/>
                  <a:gd name="T19" fmla="*/ 34 h 119"/>
                  <a:gd name="T20" fmla="*/ 40 w 77"/>
                  <a:gd name="T21" fmla="*/ 37 h 119"/>
                  <a:gd name="T22" fmla="*/ 44 w 77"/>
                  <a:gd name="T23" fmla="*/ 52 h 119"/>
                  <a:gd name="T24" fmla="*/ 70 w 77"/>
                  <a:gd name="T25" fmla="*/ 49 h 119"/>
                  <a:gd name="T26" fmla="*/ 70 w 77"/>
                  <a:gd name="T27" fmla="*/ 49 h 119"/>
                  <a:gd name="T28" fmla="*/ 77 w 77"/>
                  <a:gd name="T29" fmla="*/ 53 h 119"/>
                  <a:gd name="T30" fmla="*/ 74 w 77"/>
                  <a:gd name="T31" fmla="*/ 68 h 119"/>
                  <a:gd name="T32" fmla="*/ 70 w 77"/>
                  <a:gd name="T33" fmla="*/ 77 h 119"/>
                  <a:gd name="T34" fmla="*/ 59 w 77"/>
                  <a:gd name="T35" fmla="*/ 79 h 119"/>
                  <a:gd name="T36" fmla="*/ 58 w 77"/>
                  <a:gd name="T37" fmla="*/ 87 h 119"/>
                  <a:gd name="T38" fmla="*/ 53 w 77"/>
                  <a:gd name="T39" fmla="*/ 99 h 119"/>
                  <a:gd name="T40" fmla="*/ 37 w 77"/>
                  <a:gd name="T41" fmla="*/ 119 h 119"/>
                  <a:gd name="T42" fmla="*/ 27 w 77"/>
                  <a:gd name="T43" fmla="*/ 114 h 119"/>
                  <a:gd name="T44" fmla="*/ 27 w 77"/>
                  <a:gd name="T45" fmla="*/ 113 h 119"/>
                  <a:gd name="T46" fmla="*/ 32 w 77"/>
                  <a:gd name="T47" fmla="*/ 95 h 119"/>
                  <a:gd name="T48" fmla="*/ 13 w 77"/>
                  <a:gd name="T49" fmla="*/ 80 h 119"/>
                  <a:gd name="T50" fmla="*/ 24 w 77"/>
                  <a:gd name="T51" fmla="*/ 71 h 119"/>
                  <a:gd name="T52" fmla="*/ 27 w 77"/>
                  <a:gd name="T53" fmla="*/ 59 h 119"/>
                  <a:gd name="T54" fmla="*/ 28 w 77"/>
                  <a:gd name="T55" fmla="*/ 47 h 119"/>
                  <a:gd name="T56" fmla="*/ 25 w 77"/>
                  <a:gd name="T57" fmla="*/ 44 h 119"/>
                  <a:gd name="T58" fmla="*/ 25 w 77"/>
                  <a:gd name="T59" fmla="*/ 41 h 119"/>
                  <a:gd name="T60" fmla="*/ 24 w 77"/>
                  <a:gd name="T61" fmla="*/ 43 h 119"/>
                  <a:gd name="T62" fmla="*/ 21 w 77"/>
                  <a:gd name="T63" fmla="*/ 37 h 119"/>
                  <a:gd name="T64" fmla="*/ 19 w 77"/>
                  <a:gd name="T65" fmla="*/ 30 h 119"/>
                  <a:gd name="T66" fmla="*/ 19 w 77"/>
                  <a:gd name="T67" fmla="*/ 31 h 119"/>
                  <a:gd name="T68" fmla="*/ 19 w 77"/>
                  <a:gd name="T69" fmla="*/ 31 h 119"/>
                  <a:gd name="T70" fmla="*/ 9 w 77"/>
                  <a:gd name="T71" fmla="*/ 18 h 119"/>
                  <a:gd name="T72" fmla="*/ 9 w 77"/>
                  <a:gd name="T73" fmla="*/ 18 h 119"/>
                  <a:gd name="T74" fmla="*/ 0 w 77"/>
                  <a:gd name="T75" fmla="*/ 1 h 119"/>
                  <a:gd name="T76" fmla="*/ 0 w 77"/>
                  <a:gd name="T77" fmla="*/ 0 h 119"/>
                  <a:gd name="T78" fmla="*/ 3 w 77"/>
                  <a:gd name="T79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7" h="119">
                    <a:moveTo>
                      <a:pt x="3" y="0"/>
                    </a:moveTo>
                    <a:lnTo>
                      <a:pt x="4" y="0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9" y="6"/>
                    </a:lnTo>
                    <a:lnTo>
                      <a:pt x="9" y="6"/>
                    </a:lnTo>
                    <a:lnTo>
                      <a:pt x="21" y="13"/>
                    </a:lnTo>
                    <a:lnTo>
                      <a:pt x="25" y="24"/>
                    </a:lnTo>
                    <a:lnTo>
                      <a:pt x="25" y="24"/>
                    </a:lnTo>
                    <a:lnTo>
                      <a:pt x="24" y="25"/>
                    </a:lnTo>
                    <a:lnTo>
                      <a:pt x="22" y="25"/>
                    </a:lnTo>
                    <a:lnTo>
                      <a:pt x="29" y="33"/>
                    </a:lnTo>
                    <a:lnTo>
                      <a:pt x="29" y="33"/>
                    </a:lnTo>
                    <a:lnTo>
                      <a:pt x="28" y="40"/>
                    </a:lnTo>
                    <a:lnTo>
                      <a:pt x="34" y="40"/>
                    </a:lnTo>
                    <a:lnTo>
                      <a:pt x="34" y="40"/>
                    </a:lnTo>
                    <a:lnTo>
                      <a:pt x="35" y="43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7" y="34"/>
                    </a:lnTo>
                    <a:lnTo>
                      <a:pt x="37" y="34"/>
                    </a:lnTo>
                    <a:lnTo>
                      <a:pt x="40" y="37"/>
                    </a:lnTo>
                    <a:lnTo>
                      <a:pt x="41" y="37"/>
                    </a:lnTo>
                    <a:lnTo>
                      <a:pt x="44" y="52"/>
                    </a:lnTo>
                    <a:lnTo>
                      <a:pt x="58" y="56"/>
                    </a:lnTo>
                    <a:lnTo>
                      <a:pt x="70" y="49"/>
                    </a:lnTo>
                    <a:lnTo>
                      <a:pt x="70" y="49"/>
                    </a:lnTo>
                    <a:lnTo>
                      <a:pt x="70" y="49"/>
                    </a:lnTo>
                    <a:lnTo>
                      <a:pt x="77" y="52"/>
                    </a:lnTo>
                    <a:lnTo>
                      <a:pt x="77" y="53"/>
                    </a:lnTo>
                    <a:lnTo>
                      <a:pt x="74" y="68"/>
                    </a:lnTo>
                    <a:lnTo>
                      <a:pt x="74" y="68"/>
                    </a:lnTo>
                    <a:lnTo>
                      <a:pt x="70" y="70"/>
                    </a:lnTo>
                    <a:lnTo>
                      <a:pt x="70" y="77"/>
                    </a:lnTo>
                    <a:lnTo>
                      <a:pt x="70" y="77"/>
                    </a:lnTo>
                    <a:lnTo>
                      <a:pt x="59" y="79"/>
                    </a:lnTo>
                    <a:lnTo>
                      <a:pt x="55" y="83"/>
                    </a:lnTo>
                    <a:lnTo>
                      <a:pt x="58" y="87"/>
                    </a:lnTo>
                    <a:lnTo>
                      <a:pt x="58" y="89"/>
                    </a:lnTo>
                    <a:lnTo>
                      <a:pt x="53" y="99"/>
                    </a:lnTo>
                    <a:lnTo>
                      <a:pt x="37" y="119"/>
                    </a:lnTo>
                    <a:lnTo>
                      <a:pt x="37" y="119"/>
                    </a:lnTo>
                    <a:lnTo>
                      <a:pt x="37" y="119"/>
                    </a:lnTo>
                    <a:lnTo>
                      <a:pt x="27" y="114"/>
                    </a:lnTo>
                    <a:lnTo>
                      <a:pt x="27" y="113"/>
                    </a:lnTo>
                    <a:lnTo>
                      <a:pt x="27" y="113"/>
                    </a:lnTo>
                    <a:lnTo>
                      <a:pt x="32" y="102"/>
                    </a:lnTo>
                    <a:lnTo>
                      <a:pt x="32" y="95"/>
                    </a:lnTo>
                    <a:lnTo>
                      <a:pt x="13" y="81"/>
                    </a:lnTo>
                    <a:lnTo>
                      <a:pt x="13" y="80"/>
                    </a:lnTo>
                    <a:lnTo>
                      <a:pt x="16" y="76"/>
                    </a:lnTo>
                    <a:lnTo>
                      <a:pt x="24" y="71"/>
                    </a:lnTo>
                    <a:lnTo>
                      <a:pt x="27" y="59"/>
                    </a:lnTo>
                    <a:lnTo>
                      <a:pt x="27" y="59"/>
                    </a:lnTo>
                    <a:lnTo>
                      <a:pt x="28" y="59"/>
                    </a:lnTo>
                    <a:lnTo>
                      <a:pt x="28" y="47"/>
                    </a:lnTo>
                    <a:lnTo>
                      <a:pt x="25" y="44"/>
                    </a:lnTo>
                    <a:lnTo>
                      <a:pt x="25" y="44"/>
                    </a:lnTo>
                    <a:lnTo>
                      <a:pt x="27" y="41"/>
                    </a:lnTo>
                    <a:lnTo>
                      <a:pt x="25" y="41"/>
                    </a:lnTo>
                    <a:lnTo>
                      <a:pt x="24" y="43"/>
                    </a:lnTo>
                    <a:lnTo>
                      <a:pt x="24" y="43"/>
                    </a:lnTo>
                    <a:lnTo>
                      <a:pt x="24" y="41"/>
                    </a:lnTo>
                    <a:lnTo>
                      <a:pt x="21" y="37"/>
                    </a:lnTo>
                    <a:lnTo>
                      <a:pt x="21" y="30"/>
                    </a:lnTo>
                    <a:lnTo>
                      <a:pt x="19" y="30"/>
                    </a:lnTo>
                    <a:lnTo>
                      <a:pt x="19" y="31"/>
                    </a:lnTo>
                    <a:lnTo>
                      <a:pt x="19" y="31"/>
                    </a:lnTo>
                    <a:lnTo>
                      <a:pt x="19" y="31"/>
                    </a:lnTo>
                    <a:lnTo>
                      <a:pt x="19" y="31"/>
                    </a:lnTo>
                    <a:lnTo>
                      <a:pt x="10" y="22"/>
                    </a:lnTo>
                    <a:lnTo>
                      <a:pt x="9" y="18"/>
                    </a:lnTo>
                    <a:lnTo>
                      <a:pt x="9" y="18"/>
                    </a:lnTo>
                    <a:lnTo>
                      <a:pt x="9" y="18"/>
                    </a:lnTo>
                    <a:lnTo>
                      <a:pt x="6" y="15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17" name="Freeform 293">
                <a:extLst>
                  <a:ext uri="{FF2B5EF4-FFF2-40B4-BE49-F238E27FC236}">
                    <a16:creationId xmlns:a16="http://schemas.microsoft.com/office/drawing/2014/main" id="{BB134C38-E23B-2C00-8552-58B2D228F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66201" y="5323633"/>
                <a:ext cx="230907" cy="258342"/>
              </a:xfrm>
              <a:custGeom>
                <a:avLst/>
                <a:gdLst>
                  <a:gd name="T0" fmla="*/ 80 w 101"/>
                  <a:gd name="T1" fmla="*/ 0 h 113"/>
                  <a:gd name="T2" fmla="*/ 87 w 101"/>
                  <a:gd name="T3" fmla="*/ 14 h 113"/>
                  <a:gd name="T4" fmla="*/ 96 w 101"/>
                  <a:gd name="T5" fmla="*/ 8 h 113"/>
                  <a:gd name="T6" fmla="*/ 98 w 101"/>
                  <a:gd name="T7" fmla="*/ 9 h 113"/>
                  <a:gd name="T8" fmla="*/ 98 w 101"/>
                  <a:gd name="T9" fmla="*/ 9 h 113"/>
                  <a:gd name="T10" fmla="*/ 98 w 101"/>
                  <a:gd name="T11" fmla="*/ 9 h 113"/>
                  <a:gd name="T12" fmla="*/ 101 w 101"/>
                  <a:gd name="T13" fmla="*/ 11 h 113"/>
                  <a:gd name="T14" fmla="*/ 99 w 101"/>
                  <a:gd name="T15" fmla="*/ 15 h 113"/>
                  <a:gd name="T16" fmla="*/ 90 w 101"/>
                  <a:gd name="T17" fmla="*/ 42 h 113"/>
                  <a:gd name="T18" fmla="*/ 81 w 101"/>
                  <a:gd name="T19" fmla="*/ 57 h 113"/>
                  <a:gd name="T20" fmla="*/ 86 w 101"/>
                  <a:gd name="T21" fmla="*/ 61 h 113"/>
                  <a:gd name="T22" fmla="*/ 86 w 101"/>
                  <a:gd name="T23" fmla="*/ 63 h 113"/>
                  <a:gd name="T24" fmla="*/ 68 w 101"/>
                  <a:gd name="T25" fmla="*/ 66 h 113"/>
                  <a:gd name="T26" fmla="*/ 68 w 101"/>
                  <a:gd name="T27" fmla="*/ 66 h 113"/>
                  <a:gd name="T28" fmla="*/ 55 w 101"/>
                  <a:gd name="T29" fmla="*/ 100 h 113"/>
                  <a:gd name="T30" fmla="*/ 32 w 101"/>
                  <a:gd name="T31" fmla="*/ 113 h 113"/>
                  <a:gd name="T32" fmla="*/ 32 w 101"/>
                  <a:gd name="T33" fmla="*/ 113 h 113"/>
                  <a:gd name="T34" fmla="*/ 16 w 101"/>
                  <a:gd name="T35" fmla="*/ 107 h 113"/>
                  <a:gd name="T36" fmla="*/ 3 w 101"/>
                  <a:gd name="T37" fmla="*/ 104 h 113"/>
                  <a:gd name="T38" fmla="*/ 3 w 101"/>
                  <a:gd name="T39" fmla="*/ 103 h 113"/>
                  <a:gd name="T40" fmla="*/ 3 w 101"/>
                  <a:gd name="T41" fmla="*/ 101 h 113"/>
                  <a:gd name="T42" fmla="*/ 1 w 101"/>
                  <a:gd name="T43" fmla="*/ 101 h 113"/>
                  <a:gd name="T44" fmla="*/ 1 w 101"/>
                  <a:gd name="T45" fmla="*/ 98 h 113"/>
                  <a:gd name="T46" fmla="*/ 0 w 101"/>
                  <a:gd name="T47" fmla="*/ 98 h 113"/>
                  <a:gd name="T48" fmla="*/ 4 w 101"/>
                  <a:gd name="T49" fmla="*/ 94 h 113"/>
                  <a:gd name="T50" fmla="*/ 3 w 101"/>
                  <a:gd name="T51" fmla="*/ 91 h 113"/>
                  <a:gd name="T52" fmla="*/ 4 w 101"/>
                  <a:gd name="T53" fmla="*/ 86 h 113"/>
                  <a:gd name="T54" fmla="*/ 7 w 101"/>
                  <a:gd name="T55" fmla="*/ 86 h 113"/>
                  <a:gd name="T56" fmla="*/ 6 w 101"/>
                  <a:gd name="T57" fmla="*/ 85 h 113"/>
                  <a:gd name="T58" fmla="*/ 7 w 101"/>
                  <a:gd name="T59" fmla="*/ 80 h 113"/>
                  <a:gd name="T60" fmla="*/ 10 w 101"/>
                  <a:gd name="T61" fmla="*/ 79 h 113"/>
                  <a:gd name="T62" fmla="*/ 12 w 101"/>
                  <a:gd name="T63" fmla="*/ 79 h 113"/>
                  <a:gd name="T64" fmla="*/ 21 w 101"/>
                  <a:gd name="T65" fmla="*/ 64 h 113"/>
                  <a:gd name="T66" fmla="*/ 34 w 101"/>
                  <a:gd name="T67" fmla="*/ 60 h 113"/>
                  <a:gd name="T68" fmla="*/ 64 w 101"/>
                  <a:gd name="T69" fmla="*/ 24 h 113"/>
                  <a:gd name="T70" fmla="*/ 72 w 101"/>
                  <a:gd name="T71" fmla="*/ 11 h 113"/>
                  <a:gd name="T72" fmla="*/ 80 w 101"/>
                  <a:gd name="T73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01" h="113">
                    <a:moveTo>
                      <a:pt x="80" y="0"/>
                    </a:moveTo>
                    <a:lnTo>
                      <a:pt x="80" y="0"/>
                    </a:lnTo>
                    <a:lnTo>
                      <a:pt x="80" y="2"/>
                    </a:lnTo>
                    <a:lnTo>
                      <a:pt x="87" y="14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8" y="9"/>
                    </a:lnTo>
                    <a:lnTo>
                      <a:pt x="98" y="11"/>
                    </a:lnTo>
                    <a:lnTo>
                      <a:pt x="98" y="9"/>
                    </a:lnTo>
                    <a:lnTo>
                      <a:pt x="98" y="9"/>
                    </a:lnTo>
                    <a:lnTo>
                      <a:pt x="98" y="9"/>
                    </a:lnTo>
                    <a:lnTo>
                      <a:pt x="98" y="9"/>
                    </a:lnTo>
                    <a:lnTo>
                      <a:pt x="101" y="11"/>
                    </a:lnTo>
                    <a:lnTo>
                      <a:pt x="101" y="12"/>
                    </a:lnTo>
                    <a:lnTo>
                      <a:pt x="99" y="15"/>
                    </a:lnTo>
                    <a:lnTo>
                      <a:pt x="101" y="24"/>
                    </a:lnTo>
                    <a:lnTo>
                      <a:pt x="90" y="42"/>
                    </a:lnTo>
                    <a:lnTo>
                      <a:pt x="83" y="48"/>
                    </a:lnTo>
                    <a:lnTo>
                      <a:pt x="81" y="57"/>
                    </a:lnTo>
                    <a:lnTo>
                      <a:pt x="86" y="61"/>
                    </a:lnTo>
                    <a:lnTo>
                      <a:pt x="86" y="61"/>
                    </a:lnTo>
                    <a:lnTo>
                      <a:pt x="86" y="63"/>
                    </a:lnTo>
                    <a:lnTo>
                      <a:pt x="86" y="63"/>
                    </a:lnTo>
                    <a:lnTo>
                      <a:pt x="77" y="58"/>
                    </a:lnTo>
                    <a:lnTo>
                      <a:pt x="68" y="66"/>
                    </a:lnTo>
                    <a:lnTo>
                      <a:pt x="68" y="66"/>
                    </a:lnTo>
                    <a:lnTo>
                      <a:pt x="68" y="66"/>
                    </a:lnTo>
                    <a:lnTo>
                      <a:pt x="65" y="64"/>
                    </a:lnTo>
                    <a:lnTo>
                      <a:pt x="55" y="100"/>
                    </a:lnTo>
                    <a:lnTo>
                      <a:pt x="41" y="110"/>
                    </a:lnTo>
                    <a:lnTo>
                      <a:pt x="32" y="113"/>
                    </a:lnTo>
                    <a:lnTo>
                      <a:pt x="32" y="113"/>
                    </a:lnTo>
                    <a:lnTo>
                      <a:pt x="32" y="113"/>
                    </a:lnTo>
                    <a:lnTo>
                      <a:pt x="16" y="107"/>
                    </a:lnTo>
                    <a:lnTo>
                      <a:pt x="16" y="107"/>
                    </a:lnTo>
                    <a:lnTo>
                      <a:pt x="15" y="104"/>
                    </a:lnTo>
                    <a:lnTo>
                      <a:pt x="3" y="104"/>
                    </a:lnTo>
                    <a:lnTo>
                      <a:pt x="3" y="103"/>
                    </a:lnTo>
                    <a:lnTo>
                      <a:pt x="3" y="103"/>
                    </a:lnTo>
                    <a:lnTo>
                      <a:pt x="3" y="101"/>
                    </a:lnTo>
                    <a:lnTo>
                      <a:pt x="3" y="101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1" y="98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4" y="94"/>
                    </a:lnTo>
                    <a:lnTo>
                      <a:pt x="6" y="91"/>
                    </a:lnTo>
                    <a:lnTo>
                      <a:pt x="3" y="91"/>
                    </a:lnTo>
                    <a:lnTo>
                      <a:pt x="3" y="89"/>
                    </a:lnTo>
                    <a:lnTo>
                      <a:pt x="4" y="86"/>
                    </a:lnTo>
                    <a:lnTo>
                      <a:pt x="4" y="86"/>
                    </a:lnTo>
                    <a:lnTo>
                      <a:pt x="7" y="86"/>
                    </a:lnTo>
                    <a:lnTo>
                      <a:pt x="7" y="85"/>
                    </a:lnTo>
                    <a:lnTo>
                      <a:pt x="6" y="85"/>
                    </a:lnTo>
                    <a:lnTo>
                      <a:pt x="7" y="80"/>
                    </a:lnTo>
                    <a:lnTo>
                      <a:pt x="7" y="80"/>
                    </a:lnTo>
                    <a:lnTo>
                      <a:pt x="10" y="79"/>
                    </a:lnTo>
                    <a:lnTo>
                      <a:pt x="10" y="79"/>
                    </a:lnTo>
                    <a:lnTo>
                      <a:pt x="10" y="79"/>
                    </a:lnTo>
                    <a:lnTo>
                      <a:pt x="12" y="79"/>
                    </a:lnTo>
                    <a:lnTo>
                      <a:pt x="12" y="77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34" y="60"/>
                    </a:lnTo>
                    <a:lnTo>
                      <a:pt x="56" y="40"/>
                    </a:lnTo>
                    <a:lnTo>
                      <a:pt x="64" y="24"/>
                    </a:lnTo>
                    <a:lnTo>
                      <a:pt x="69" y="20"/>
                    </a:lnTo>
                    <a:lnTo>
                      <a:pt x="72" y="11"/>
                    </a:lnTo>
                    <a:lnTo>
                      <a:pt x="80" y="2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  <p:sp>
          <p:nvSpPr>
            <p:cNvPr id="1198" name="NEW CALEDONIA">
              <a:extLst>
                <a:ext uri="{FF2B5EF4-FFF2-40B4-BE49-F238E27FC236}">
                  <a16:creationId xmlns:a16="http://schemas.microsoft.com/office/drawing/2014/main" id="{6115AAFA-78FA-A1EC-9E2A-6AE151DE0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5284" y="5231187"/>
              <a:ext cx="80276" cy="69985"/>
            </a:xfrm>
            <a:custGeom>
              <a:avLst/>
              <a:gdLst>
                <a:gd name="T0" fmla="*/ 0 w 39"/>
                <a:gd name="T1" fmla="*/ 0 h 34"/>
                <a:gd name="T2" fmla="*/ 0 w 39"/>
                <a:gd name="T3" fmla="*/ 0 h 34"/>
                <a:gd name="T4" fmla="*/ 2 w 39"/>
                <a:gd name="T5" fmla="*/ 0 h 34"/>
                <a:gd name="T6" fmla="*/ 3 w 39"/>
                <a:gd name="T7" fmla="*/ 1 h 34"/>
                <a:gd name="T8" fmla="*/ 5 w 39"/>
                <a:gd name="T9" fmla="*/ 1 h 34"/>
                <a:gd name="T10" fmla="*/ 39 w 39"/>
                <a:gd name="T11" fmla="*/ 30 h 34"/>
                <a:gd name="T12" fmla="*/ 39 w 39"/>
                <a:gd name="T13" fmla="*/ 31 h 34"/>
                <a:gd name="T14" fmla="*/ 37 w 39"/>
                <a:gd name="T15" fmla="*/ 33 h 34"/>
                <a:gd name="T16" fmla="*/ 36 w 39"/>
                <a:gd name="T17" fmla="*/ 34 h 34"/>
                <a:gd name="T18" fmla="*/ 36 w 39"/>
                <a:gd name="T19" fmla="*/ 34 h 34"/>
                <a:gd name="T20" fmla="*/ 27 w 39"/>
                <a:gd name="T21" fmla="*/ 28 h 34"/>
                <a:gd name="T22" fmla="*/ 14 w 39"/>
                <a:gd name="T23" fmla="*/ 18 h 34"/>
                <a:gd name="T24" fmla="*/ 9 w 39"/>
                <a:gd name="T25" fmla="*/ 16 h 34"/>
                <a:gd name="T26" fmla="*/ 0 w 39"/>
                <a:gd name="T27" fmla="*/ 6 h 34"/>
                <a:gd name="T28" fmla="*/ 0 w 39"/>
                <a:gd name="T29" fmla="*/ 1 h 34"/>
                <a:gd name="T30" fmla="*/ 0 w 39"/>
                <a:gd name="T31" fmla="*/ 0 h 34"/>
                <a:gd name="T32" fmla="*/ 0 w 39"/>
                <a:gd name="T3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34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3" y="1"/>
                  </a:lnTo>
                  <a:lnTo>
                    <a:pt x="5" y="1"/>
                  </a:lnTo>
                  <a:lnTo>
                    <a:pt x="39" y="30"/>
                  </a:lnTo>
                  <a:lnTo>
                    <a:pt x="39" y="31"/>
                  </a:lnTo>
                  <a:lnTo>
                    <a:pt x="37" y="33"/>
                  </a:lnTo>
                  <a:lnTo>
                    <a:pt x="36" y="34"/>
                  </a:lnTo>
                  <a:lnTo>
                    <a:pt x="36" y="34"/>
                  </a:lnTo>
                  <a:lnTo>
                    <a:pt x="27" y="28"/>
                  </a:lnTo>
                  <a:lnTo>
                    <a:pt x="14" y="18"/>
                  </a:lnTo>
                  <a:lnTo>
                    <a:pt x="9" y="16"/>
                  </a:lnTo>
                  <a:lnTo>
                    <a:pt x="0" y="6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grpSp>
          <p:nvGrpSpPr>
            <p:cNvPr id="1199" name="PAPUA NEW GUINEA">
              <a:extLst>
                <a:ext uri="{FF2B5EF4-FFF2-40B4-BE49-F238E27FC236}">
                  <a16:creationId xmlns:a16="http://schemas.microsoft.com/office/drawing/2014/main" id="{0B21A8DF-973B-B637-1250-0A93F4C0BAF6}"/>
                </a:ext>
              </a:extLst>
            </p:cNvPr>
            <p:cNvGrpSpPr/>
            <p:nvPr userDrawn="1"/>
          </p:nvGrpSpPr>
          <p:grpSpPr>
            <a:xfrm>
              <a:off x="9579825" y="4749524"/>
              <a:ext cx="331400" cy="218190"/>
              <a:chOff x="18021185" y="7503960"/>
              <a:chExt cx="556194" cy="366192"/>
            </a:xfrm>
            <a:grpFill/>
          </p:grpSpPr>
          <p:sp>
            <p:nvSpPr>
              <p:cNvPr id="1212" name="Freeform 1554">
                <a:extLst>
                  <a:ext uri="{FF2B5EF4-FFF2-40B4-BE49-F238E27FC236}">
                    <a16:creationId xmlns:a16="http://schemas.microsoft.com/office/drawing/2014/main" id="{609C06EF-DEB2-85F7-74DA-2617B1123F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28645" y="7635235"/>
                <a:ext cx="20726" cy="17274"/>
              </a:xfrm>
              <a:custGeom>
                <a:avLst/>
                <a:gdLst>
                  <a:gd name="T0" fmla="*/ 1 w 6"/>
                  <a:gd name="T1" fmla="*/ 0 h 5"/>
                  <a:gd name="T2" fmla="*/ 1 w 6"/>
                  <a:gd name="T3" fmla="*/ 0 h 5"/>
                  <a:gd name="T4" fmla="*/ 4 w 6"/>
                  <a:gd name="T5" fmla="*/ 0 h 5"/>
                  <a:gd name="T6" fmla="*/ 4 w 6"/>
                  <a:gd name="T7" fmla="*/ 0 h 5"/>
                  <a:gd name="T8" fmla="*/ 6 w 6"/>
                  <a:gd name="T9" fmla="*/ 2 h 5"/>
                  <a:gd name="T10" fmla="*/ 6 w 6"/>
                  <a:gd name="T11" fmla="*/ 5 h 5"/>
                  <a:gd name="T12" fmla="*/ 4 w 6"/>
                  <a:gd name="T13" fmla="*/ 5 h 5"/>
                  <a:gd name="T14" fmla="*/ 4 w 6"/>
                  <a:gd name="T15" fmla="*/ 5 h 5"/>
                  <a:gd name="T16" fmla="*/ 4 w 6"/>
                  <a:gd name="T17" fmla="*/ 5 h 5"/>
                  <a:gd name="T18" fmla="*/ 1 w 6"/>
                  <a:gd name="T19" fmla="*/ 2 h 5"/>
                  <a:gd name="T20" fmla="*/ 0 w 6"/>
                  <a:gd name="T21" fmla="*/ 0 h 5"/>
                  <a:gd name="T22" fmla="*/ 1 w 6"/>
                  <a:gd name="T2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5">
                    <a:moveTo>
                      <a:pt x="1" y="0"/>
                    </a:moveTo>
                    <a:lnTo>
                      <a:pt x="1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6" y="2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13" name="PAPUA NEW GUINEA">
                <a:extLst>
                  <a:ext uri="{FF2B5EF4-FFF2-40B4-BE49-F238E27FC236}">
                    <a16:creationId xmlns:a16="http://schemas.microsoft.com/office/drawing/2014/main" id="{4DA1EFCB-4CD9-264F-6CA5-731733CF9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21185" y="7503960"/>
                <a:ext cx="449100" cy="366192"/>
              </a:xfrm>
              <a:custGeom>
                <a:avLst/>
                <a:gdLst>
                  <a:gd name="T0" fmla="*/ 1 w 130"/>
                  <a:gd name="T1" fmla="*/ 0 h 106"/>
                  <a:gd name="T2" fmla="*/ 61 w 130"/>
                  <a:gd name="T3" fmla="*/ 26 h 106"/>
                  <a:gd name="T4" fmla="*/ 89 w 130"/>
                  <a:gd name="T5" fmla="*/ 46 h 106"/>
                  <a:gd name="T6" fmla="*/ 92 w 130"/>
                  <a:gd name="T7" fmla="*/ 55 h 106"/>
                  <a:gd name="T8" fmla="*/ 90 w 130"/>
                  <a:gd name="T9" fmla="*/ 56 h 106"/>
                  <a:gd name="T10" fmla="*/ 84 w 130"/>
                  <a:gd name="T11" fmla="*/ 63 h 106"/>
                  <a:gd name="T12" fmla="*/ 101 w 130"/>
                  <a:gd name="T13" fmla="*/ 83 h 106"/>
                  <a:gd name="T14" fmla="*/ 108 w 130"/>
                  <a:gd name="T15" fmla="*/ 84 h 106"/>
                  <a:gd name="T16" fmla="*/ 118 w 130"/>
                  <a:gd name="T17" fmla="*/ 93 h 106"/>
                  <a:gd name="T18" fmla="*/ 118 w 130"/>
                  <a:gd name="T19" fmla="*/ 93 h 106"/>
                  <a:gd name="T20" fmla="*/ 130 w 130"/>
                  <a:gd name="T21" fmla="*/ 99 h 106"/>
                  <a:gd name="T22" fmla="*/ 130 w 130"/>
                  <a:gd name="T23" fmla="*/ 100 h 106"/>
                  <a:gd name="T24" fmla="*/ 127 w 130"/>
                  <a:gd name="T25" fmla="*/ 102 h 106"/>
                  <a:gd name="T26" fmla="*/ 127 w 130"/>
                  <a:gd name="T27" fmla="*/ 103 h 106"/>
                  <a:gd name="T28" fmla="*/ 123 w 130"/>
                  <a:gd name="T29" fmla="*/ 106 h 106"/>
                  <a:gd name="T30" fmla="*/ 117 w 130"/>
                  <a:gd name="T31" fmla="*/ 103 h 106"/>
                  <a:gd name="T32" fmla="*/ 78 w 130"/>
                  <a:gd name="T33" fmla="*/ 89 h 106"/>
                  <a:gd name="T34" fmla="*/ 78 w 130"/>
                  <a:gd name="T35" fmla="*/ 86 h 106"/>
                  <a:gd name="T36" fmla="*/ 74 w 130"/>
                  <a:gd name="T37" fmla="*/ 86 h 106"/>
                  <a:gd name="T38" fmla="*/ 46 w 130"/>
                  <a:gd name="T39" fmla="*/ 65 h 106"/>
                  <a:gd name="T40" fmla="*/ 41 w 130"/>
                  <a:gd name="T41" fmla="*/ 68 h 106"/>
                  <a:gd name="T42" fmla="*/ 38 w 130"/>
                  <a:gd name="T43" fmla="*/ 66 h 106"/>
                  <a:gd name="T44" fmla="*/ 38 w 130"/>
                  <a:gd name="T45" fmla="*/ 71 h 106"/>
                  <a:gd name="T46" fmla="*/ 34 w 130"/>
                  <a:gd name="T47" fmla="*/ 74 h 106"/>
                  <a:gd name="T48" fmla="*/ 28 w 130"/>
                  <a:gd name="T49" fmla="*/ 77 h 106"/>
                  <a:gd name="T50" fmla="*/ 32 w 130"/>
                  <a:gd name="T51" fmla="*/ 83 h 106"/>
                  <a:gd name="T52" fmla="*/ 25 w 130"/>
                  <a:gd name="T53" fmla="*/ 89 h 106"/>
                  <a:gd name="T54" fmla="*/ 21 w 130"/>
                  <a:gd name="T55" fmla="*/ 89 h 106"/>
                  <a:gd name="T56" fmla="*/ 12 w 130"/>
                  <a:gd name="T57" fmla="*/ 87 h 106"/>
                  <a:gd name="T58" fmla="*/ 6 w 130"/>
                  <a:gd name="T59" fmla="*/ 87 h 106"/>
                  <a:gd name="T60" fmla="*/ 3 w 130"/>
                  <a:gd name="T61" fmla="*/ 86 h 106"/>
                  <a:gd name="T62" fmla="*/ 1 w 130"/>
                  <a:gd name="T63" fmla="*/ 32 h 106"/>
                  <a:gd name="T64" fmla="*/ 1 w 130"/>
                  <a:gd name="T6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0" h="106">
                    <a:moveTo>
                      <a:pt x="1" y="0"/>
                    </a:moveTo>
                    <a:lnTo>
                      <a:pt x="1" y="0"/>
                    </a:lnTo>
                    <a:lnTo>
                      <a:pt x="46" y="14"/>
                    </a:lnTo>
                    <a:lnTo>
                      <a:pt x="61" y="26"/>
                    </a:lnTo>
                    <a:lnTo>
                      <a:pt x="65" y="38"/>
                    </a:lnTo>
                    <a:lnTo>
                      <a:pt x="89" y="46"/>
                    </a:lnTo>
                    <a:lnTo>
                      <a:pt x="89" y="46"/>
                    </a:lnTo>
                    <a:lnTo>
                      <a:pt x="92" y="55"/>
                    </a:lnTo>
                    <a:lnTo>
                      <a:pt x="92" y="55"/>
                    </a:lnTo>
                    <a:lnTo>
                      <a:pt x="90" y="56"/>
                    </a:lnTo>
                    <a:lnTo>
                      <a:pt x="81" y="57"/>
                    </a:lnTo>
                    <a:lnTo>
                      <a:pt x="84" y="63"/>
                    </a:lnTo>
                    <a:lnTo>
                      <a:pt x="93" y="71"/>
                    </a:lnTo>
                    <a:lnTo>
                      <a:pt x="101" y="83"/>
                    </a:lnTo>
                    <a:lnTo>
                      <a:pt x="108" y="84"/>
                    </a:lnTo>
                    <a:lnTo>
                      <a:pt x="108" y="84"/>
                    </a:lnTo>
                    <a:lnTo>
                      <a:pt x="109" y="90"/>
                    </a:lnTo>
                    <a:lnTo>
                      <a:pt x="118" y="93"/>
                    </a:lnTo>
                    <a:lnTo>
                      <a:pt x="120" y="93"/>
                    </a:lnTo>
                    <a:lnTo>
                      <a:pt x="118" y="93"/>
                    </a:lnTo>
                    <a:lnTo>
                      <a:pt x="118" y="96"/>
                    </a:lnTo>
                    <a:lnTo>
                      <a:pt x="130" y="99"/>
                    </a:lnTo>
                    <a:lnTo>
                      <a:pt x="130" y="100"/>
                    </a:lnTo>
                    <a:lnTo>
                      <a:pt x="130" y="100"/>
                    </a:lnTo>
                    <a:lnTo>
                      <a:pt x="126" y="102"/>
                    </a:lnTo>
                    <a:lnTo>
                      <a:pt x="127" y="102"/>
                    </a:lnTo>
                    <a:lnTo>
                      <a:pt x="127" y="103"/>
                    </a:lnTo>
                    <a:lnTo>
                      <a:pt x="127" y="103"/>
                    </a:lnTo>
                    <a:lnTo>
                      <a:pt x="123" y="106"/>
                    </a:lnTo>
                    <a:lnTo>
                      <a:pt x="123" y="106"/>
                    </a:lnTo>
                    <a:lnTo>
                      <a:pt x="123" y="106"/>
                    </a:lnTo>
                    <a:lnTo>
                      <a:pt x="117" y="103"/>
                    </a:lnTo>
                    <a:lnTo>
                      <a:pt x="90" y="99"/>
                    </a:lnTo>
                    <a:lnTo>
                      <a:pt x="78" y="89"/>
                    </a:lnTo>
                    <a:lnTo>
                      <a:pt x="78" y="89"/>
                    </a:lnTo>
                    <a:lnTo>
                      <a:pt x="78" y="86"/>
                    </a:lnTo>
                    <a:lnTo>
                      <a:pt x="75" y="86"/>
                    </a:lnTo>
                    <a:lnTo>
                      <a:pt x="74" y="86"/>
                    </a:lnTo>
                    <a:lnTo>
                      <a:pt x="68" y="75"/>
                    </a:lnTo>
                    <a:lnTo>
                      <a:pt x="46" y="65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38" y="66"/>
                    </a:lnTo>
                    <a:lnTo>
                      <a:pt x="40" y="69"/>
                    </a:lnTo>
                    <a:lnTo>
                      <a:pt x="38" y="71"/>
                    </a:lnTo>
                    <a:lnTo>
                      <a:pt x="35" y="72"/>
                    </a:lnTo>
                    <a:lnTo>
                      <a:pt x="34" y="74"/>
                    </a:lnTo>
                    <a:lnTo>
                      <a:pt x="34" y="74"/>
                    </a:lnTo>
                    <a:lnTo>
                      <a:pt x="28" y="77"/>
                    </a:lnTo>
                    <a:lnTo>
                      <a:pt x="32" y="83"/>
                    </a:lnTo>
                    <a:lnTo>
                      <a:pt x="32" y="83"/>
                    </a:lnTo>
                    <a:lnTo>
                      <a:pt x="25" y="89"/>
                    </a:lnTo>
                    <a:lnTo>
                      <a:pt x="25" y="89"/>
                    </a:lnTo>
                    <a:lnTo>
                      <a:pt x="23" y="89"/>
                    </a:lnTo>
                    <a:lnTo>
                      <a:pt x="21" y="89"/>
                    </a:lnTo>
                    <a:lnTo>
                      <a:pt x="16" y="89"/>
                    </a:lnTo>
                    <a:lnTo>
                      <a:pt x="12" y="87"/>
                    </a:lnTo>
                    <a:lnTo>
                      <a:pt x="9" y="87"/>
                    </a:lnTo>
                    <a:lnTo>
                      <a:pt x="6" y="87"/>
                    </a:lnTo>
                    <a:lnTo>
                      <a:pt x="4" y="87"/>
                    </a:lnTo>
                    <a:lnTo>
                      <a:pt x="3" y="86"/>
                    </a:lnTo>
                    <a:lnTo>
                      <a:pt x="0" y="56"/>
                    </a:lnTo>
                    <a:lnTo>
                      <a:pt x="1" y="32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14" name="Freeform 1552">
                <a:extLst>
                  <a:ext uri="{FF2B5EF4-FFF2-40B4-BE49-F238E27FC236}">
                    <a16:creationId xmlns:a16="http://schemas.microsoft.com/office/drawing/2014/main" id="{455F4E00-102F-C07A-0C73-0401EB75D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2826" y="7573048"/>
                <a:ext cx="190005" cy="103639"/>
              </a:xfrm>
              <a:custGeom>
                <a:avLst/>
                <a:gdLst>
                  <a:gd name="T0" fmla="*/ 51 w 55"/>
                  <a:gd name="T1" fmla="*/ 0 h 30"/>
                  <a:gd name="T2" fmla="*/ 52 w 55"/>
                  <a:gd name="T3" fmla="*/ 2 h 30"/>
                  <a:gd name="T4" fmla="*/ 53 w 55"/>
                  <a:gd name="T5" fmla="*/ 5 h 30"/>
                  <a:gd name="T6" fmla="*/ 55 w 55"/>
                  <a:gd name="T7" fmla="*/ 5 h 30"/>
                  <a:gd name="T8" fmla="*/ 49 w 55"/>
                  <a:gd name="T9" fmla="*/ 20 h 30"/>
                  <a:gd name="T10" fmla="*/ 49 w 55"/>
                  <a:gd name="T11" fmla="*/ 20 h 30"/>
                  <a:gd name="T12" fmla="*/ 45 w 55"/>
                  <a:gd name="T13" fmla="*/ 20 h 30"/>
                  <a:gd name="T14" fmla="*/ 42 w 55"/>
                  <a:gd name="T15" fmla="*/ 26 h 30"/>
                  <a:gd name="T16" fmla="*/ 33 w 55"/>
                  <a:gd name="T17" fmla="*/ 29 h 30"/>
                  <a:gd name="T18" fmla="*/ 31 w 55"/>
                  <a:gd name="T19" fmla="*/ 29 h 30"/>
                  <a:gd name="T20" fmla="*/ 28 w 55"/>
                  <a:gd name="T21" fmla="*/ 29 h 30"/>
                  <a:gd name="T22" fmla="*/ 25 w 55"/>
                  <a:gd name="T23" fmla="*/ 29 h 30"/>
                  <a:gd name="T24" fmla="*/ 22 w 55"/>
                  <a:gd name="T25" fmla="*/ 30 h 30"/>
                  <a:gd name="T26" fmla="*/ 19 w 55"/>
                  <a:gd name="T27" fmla="*/ 30 h 30"/>
                  <a:gd name="T28" fmla="*/ 19 w 55"/>
                  <a:gd name="T29" fmla="*/ 30 h 30"/>
                  <a:gd name="T30" fmla="*/ 19 w 55"/>
                  <a:gd name="T31" fmla="*/ 30 h 30"/>
                  <a:gd name="T32" fmla="*/ 15 w 55"/>
                  <a:gd name="T33" fmla="*/ 27 h 30"/>
                  <a:gd name="T34" fmla="*/ 12 w 55"/>
                  <a:gd name="T35" fmla="*/ 27 h 30"/>
                  <a:gd name="T36" fmla="*/ 3 w 55"/>
                  <a:gd name="T37" fmla="*/ 24 h 30"/>
                  <a:gd name="T38" fmla="*/ 0 w 55"/>
                  <a:gd name="T39" fmla="*/ 20 h 30"/>
                  <a:gd name="T40" fmla="*/ 0 w 55"/>
                  <a:gd name="T41" fmla="*/ 18 h 30"/>
                  <a:gd name="T42" fmla="*/ 0 w 55"/>
                  <a:gd name="T43" fmla="*/ 18 h 30"/>
                  <a:gd name="T44" fmla="*/ 19 w 55"/>
                  <a:gd name="T45" fmla="*/ 18 h 30"/>
                  <a:gd name="T46" fmla="*/ 24 w 55"/>
                  <a:gd name="T47" fmla="*/ 12 h 30"/>
                  <a:gd name="T48" fmla="*/ 24 w 55"/>
                  <a:gd name="T49" fmla="*/ 12 h 30"/>
                  <a:gd name="T50" fmla="*/ 25 w 55"/>
                  <a:gd name="T51" fmla="*/ 12 h 30"/>
                  <a:gd name="T52" fmla="*/ 25 w 55"/>
                  <a:gd name="T53" fmla="*/ 12 h 30"/>
                  <a:gd name="T54" fmla="*/ 25 w 55"/>
                  <a:gd name="T55" fmla="*/ 17 h 30"/>
                  <a:gd name="T56" fmla="*/ 33 w 55"/>
                  <a:gd name="T57" fmla="*/ 18 h 30"/>
                  <a:gd name="T58" fmla="*/ 43 w 55"/>
                  <a:gd name="T59" fmla="*/ 9 h 30"/>
                  <a:gd name="T60" fmla="*/ 43 w 55"/>
                  <a:gd name="T61" fmla="*/ 2 h 30"/>
                  <a:gd name="T62" fmla="*/ 43 w 55"/>
                  <a:gd name="T63" fmla="*/ 2 h 30"/>
                  <a:gd name="T64" fmla="*/ 43 w 55"/>
                  <a:gd name="T65" fmla="*/ 2 h 30"/>
                  <a:gd name="T66" fmla="*/ 45 w 55"/>
                  <a:gd name="T67" fmla="*/ 2 h 30"/>
                  <a:gd name="T68" fmla="*/ 46 w 55"/>
                  <a:gd name="T69" fmla="*/ 2 h 30"/>
                  <a:gd name="T70" fmla="*/ 49 w 55"/>
                  <a:gd name="T71" fmla="*/ 2 h 30"/>
                  <a:gd name="T72" fmla="*/ 51 w 55"/>
                  <a:gd name="T73" fmla="*/ 0 h 30"/>
                  <a:gd name="T74" fmla="*/ 51 w 55"/>
                  <a:gd name="T7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5" h="30">
                    <a:moveTo>
                      <a:pt x="51" y="0"/>
                    </a:moveTo>
                    <a:lnTo>
                      <a:pt x="52" y="2"/>
                    </a:lnTo>
                    <a:lnTo>
                      <a:pt x="53" y="5"/>
                    </a:lnTo>
                    <a:lnTo>
                      <a:pt x="55" y="5"/>
                    </a:lnTo>
                    <a:lnTo>
                      <a:pt x="49" y="20"/>
                    </a:lnTo>
                    <a:lnTo>
                      <a:pt x="49" y="20"/>
                    </a:lnTo>
                    <a:lnTo>
                      <a:pt x="45" y="20"/>
                    </a:lnTo>
                    <a:lnTo>
                      <a:pt x="42" y="26"/>
                    </a:lnTo>
                    <a:lnTo>
                      <a:pt x="33" y="29"/>
                    </a:lnTo>
                    <a:lnTo>
                      <a:pt x="31" y="29"/>
                    </a:lnTo>
                    <a:lnTo>
                      <a:pt x="28" y="29"/>
                    </a:lnTo>
                    <a:lnTo>
                      <a:pt x="25" y="29"/>
                    </a:lnTo>
                    <a:lnTo>
                      <a:pt x="22" y="30"/>
                    </a:lnTo>
                    <a:lnTo>
                      <a:pt x="19" y="30"/>
                    </a:lnTo>
                    <a:lnTo>
                      <a:pt x="19" y="30"/>
                    </a:lnTo>
                    <a:lnTo>
                      <a:pt x="19" y="30"/>
                    </a:lnTo>
                    <a:lnTo>
                      <a:pt x="15" y="27"/>
                    </a:lnTo>
                    <a:lnTo>
                      <a:pt x="12" y="27"/>
                    </a:lnTo>
                    <a:lnTo>
                      <a:pt x="3" y="24"/>
                    </a:lnTo>
                    <a:lnTo>
                      <a:pt x="0" y="20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19" y="18"/>
                    </a:lnTo>
                    <a:lnTo>
                      <a:pt x="24" y="12"/>
                    </a:lnTo>
                    <a:lnTo>
                      <a:pt x="24" y="12"/>
                    </a:lnTo>
                    <a:lnTo>
                      <a:pt x="25" y="12"/>
                    </a:lnTo>
                    <a:lnTo>
                      <a:pt x="25" y="12"/>
                    </a:lnTo>
                    <a:lnTo>
                      <a:pt x="25" y="17"/>
                    </a:lnTo>
                    <a:lnTo>
                      <a:pt x="33" y="18"/>
                    </a:lnTo>
                    <a:lnTo>
                      <a:pt x="43" y="9"/>
                    </a:lnTo>
                    <a:lnTo>
                      <a:pt x="43" y="2"/>
                    </a:lnTo>
                    <a:lnTo>
                      <a:pt x="43" y="2"/>
                    </a:lnTo>
                    <a:lnTo>
                      <a:pt x="43" y="2"/>
                    </a:lnTo>
                    <a:lnTo>
                      <a:pt x="45" y="2"/>
                    </a:lnTo>
                    <a:lnTo>
                      <a:pt x="46" y="2"/>
                    </a:lnTo>
                    <a:lnTo>
                      <a:pt x="49" y="2"/>
                    </a:lnTo>
                    <a:lnTo>
                      <a:pt x="51" y="0"/>
                    </a:lnTo>
                    <a:lnTo>
                      <a:pt x="5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15" name="Freeform 1556">
                <a:extLst>
                  <a:ext uri="{FF2B5EF4-FFF2-40B4-BE49-F238E27FC236}">
                    <a16:creationId xmlns:a16="http://schemas.microsoft.com/office/drawing/2014/main" id="{75ACCC22-0BCF-1F8E-A91D-6832613A0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35924" y="7548866"/>
                <a:ext cx="41455" cy="55274"/>
              </a:xfrm>
              <a:custGeom>
                <a:avLst/>
                <a:gdLst>
                  <a:gd name="T0" fmla="*/ 2 w 12"/>
                  <a:gd name="T1" fmla="*/ 0 h 16"/>
                  <a:gd name="T2" fmla="*/ 2 w 12"/>
                  <a:gd name="T3" fmla="*/ 0 h 16"/>
                  <a:gd name="T4" fmla="*/ 9 w 12"/>
                  <a:gd name="T5" fmla="*/ 4 h 16"/>
                  <a:gd name="T6" fmla="*/ 12 w 12"/>
                  <a:gd name="T7" fmla="*/ 10 h 16"/>
                  <a:gd name="T8" fmla="*/ 12 w 12"/>
                  <a:gd name="T9" fmla="*/ 10 h 16"/>
                  <a:gd name="T10" fmla="*/ 9 w 12"/>
                  <a:gd name="T11" fmla="*/ 16 h 16"/>
                  <a:gd name="T12" fmla="*/ 8 w 12"/>
                  <a:gd name="T13" fmla="*/ 16 h 16"/>
                  <a:gd name="T14" fmla="*/ 8 w 12"/>
                  <a:gd name="T15" fmla="*/ 16 h 16"/>
                  <a:gd name="T16" fmla="*/ 6 w 12"/>
                  <a:gd name="T17" fmla="*/ 16 h 16"/>
                  <a:gd name="T18" fmla="*/ 0 w 12"/>
                  <a:gd name="T19" fmla="*/ 0 h 16"/>
                  <a:gd name="T20" fmla="*/ 0 w 12"/>
                  <a:gd name="T21" fmla="*/ 0 h 16"/>
                  <a:gd name="T22" fmla="*/ 2 w 12"/>
                  <a:gd name="T2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" h="16">
                    <a:moveTo>
                      <a:pt x="2" y="0"/>
                    </a:moveTo>
                    <a:lnTo>
                      <a:pt x="2" y="0"/>
                    </a:lnTo>
                    <a:lnTo>
                      <a:pt x="9" y="4"/>
                    </a:lnTo>
                    <a:lnTo>
                      <a:pt x="12" y="10"/>
                    </a:lnTo>
                    <a:lnTo>
                      <a:pt x="12" y="10"/>
                    </a:lnTo>
                    <a:lnTo>
                      <a:pt x="9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6" y="1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  <p:grpSp>
          <p:nvGrpSpPr>
            <p:cNvPr id="1200" name="SOLOMON ISLANDS">
              <a:extLst>
                <a:ext uri="{FF2B5EF4-FFF2-40B4-BE49-F238E27FC236}">
                  <a16:creationId xmlns:a16="http://schemas.microsoft.com/office/drawing/2014/main" id="{E60B378F-AD7A-CAD9-B605-5D0051264944}"/>
                </a:ext>
              </a:extLst>
            </p:cNvPr>
            <p:cNvGrpSpPr/>
            <p:nvPr/>
          </p:nvGrpSpPr>
          <p:grpSpPr>
            <a:xfrm>
              <a:off x="9948276" y="4825682"/>
              <a:ext cx="360218" cy="304642"/>
              <a:chOff x="9316410" y="4169096"/>
              <a:chExt cx="400087" cy="338359"/>
            </a:xfrm>
            <a:grpFill/>
          </p:grpSpPr>
          <p:sp>
            <p:nvSpPr>
              <p:cNvPr id="1201" name="Freeform 1526">
                <a:extLst>
                  <a:ext uri="{FF2B5EF4-FFF2-40B4-BE49-F238E27FC236}">
                    <a16:creationId xmlns:a16="http://schemas.microsoft.com/office/drawing/2014/main" id="{20CDB8D5-8820-CDD6-211E-0F839E042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69586" y="4354279"/>
                <a:ext cx="16003" cy="11431"/>
              </a:xfrm>
              <a:custGeom>
                <a:avLst/>
                <a:gdLst>
                  <a:gd name="T0" fmla="*/ 3 w 7"/>
                  <a:gd name="T1" fmla="*/ 0 h 5"/>
                  <a:gd name="T2" fmla="*/ 3 w 7"/>
                  <a:gd name="T3" fmla="*/ 2 h 5"/>
                  <a:gd name="T4" fmla="*/ 7 w 7"/>
                  <a:gd name="T5" fmla="*/ 3 h 5"/>
                  <a:gd name="T6" fmla="*/ 7 w 7"/>
                  <a:gd name="T7" fmla="*/ 5 h 5"/>
                  <a:gd name="T8" fmla="*/ 6 w 7"/>
                  <a:gd name="T9" fmla="*/ 5 h 5"/>
                  <a:gd name="T10" fmla="*/ 1 w 7"/>
                  <a:gd name="T11" fmla="*/ 5 h 5"/>
                  <a:gd name="T12" fmla="*/ 0 w 7"/>
                  <a:gd name="T13" fmla="*/ 3 h 5"/>
                  <a:gd name="T14" fmla="*/ 0 w 7"/>
                  <a:gd name="T15" fmla="*/ 3 h 5"/>
                  <a:gd name="T16" fmla="*/ 3 w 7"/>
                  <a:gd name="T17" fmla="*/ 2 h 5"/>
                  <a:gd name="T18" fmla="*/ 3 w 7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5">
                    <a:moveTo>
                      <a:pt x="3" y="0"/>
                    </a:moveTo>
                    <a:lnTo>
                      <a:pt x="3" y="2"/>
                    </a:lnTo>
                    <a:lnTo>
                      <a:pt x="7" y="3"/>
                    </a:lnTo>
                    <a:lnTo>
                      <a:pt x="7" y="5"/>
                    </a:lnTo>
                    <a:lnTo>
                      <a:pt x="6" y="5"/>
                    </a:lnTo>
                    <a:lnTo>
                      <a:pt x="1" y="5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02" name="Freeform 1528">
                <a:extLst>
                  <a:ext uri="{FF2B5EF4-FFF2-40B4-BE49-F238E27FC236}">
                    <a16:creationId xmlns:a16="http://schemas.microsoft.com/office/drawing/2014/main" id="{20437CD0-BBC4-5C62-9206-29321C8C6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7597" y="4310841"/>
                <a:ext cx="29721" cy="20576"/>
              </a:xfrm>
              <a:custGeom>
                <a:avLst/>
                <a:gdLst>
                  <a:gd name="T0" fmla="*/ 0 w 13"/>
                  <a:gd name="T1" fmla="*/ 0 h 9"/>
                  <a:gd name="T2" fmla="*/ 0 w 13"/>
                  <a:gd name="T3" fmla="*/ 0 h 9"/>
                  <a:gd name="T4" fmla="*/ 10 w 13"/>
                  <a:gd name="T5" fmla="*/ 3 h 9"/>
                  <a:gd name="T6" fmla="*/ 13 w 13"/>
                  <a:gd name="T7" fmla="*/ 9 h 9"/>
                  <a:gd name="T8" fmla="*/ 13 w 13"/>
                  <a:gd name="T9" fmla="*/ 9 h 9"/>
                  <a:gd name="T10" fmla="*/ 13 w 13"/>
                  <a:gd name="T11" fmla="*/ 9 h 9"/>
                  <a:gd name="T12" fmla="*/ 6 w 13"/>
                  <a:gd name="T13" fmla="*/ 9 h 9"/>
                  <a:gd name="T14" fmla="*/ 0 w 13"/>
                  <a:gd name="T15" fmla="*/ 0 h 9"/>
                  <a:gd name="T16" fmla="*/ 0 w 13"/>
                  <a:gd name="T17" fmla="*/ 0 h 9"/>
                  <a:gd name="T18" fmla="*/ 0 w 13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9">
                    <a:moveTo>
                      <a:pt x="0" y="0"/>
                    </a:moveTo>
                    <a:lnTo>
                      <a:pt x="0" y="0"/>
                    </a:lnTo>
                    <a:lnTo>
                      <a:pt x="10" y="3"/>
                    </a:lnTo>
                    <a:lnTo>
                      <a:pt x="13" y="9"/>
                    </a:lnTo>
                    <a:lnTo>
                      <a:pt x="13" y="9"/>
                    </a:lnTo>
                    <a:lnTo>
                      <a:pt x="13" y="9"/>
                    </a:lnTo>
                    <a:lnTo>
                      <a:pt x="6" y="9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03" name="Freeform 1530">
                <a:extLst>
                  <a:ext uri="{FF2B5EF4-FFF2-40B4-BE49-F238E27FC236}">
                    <a16:creationId xmlns:a16="http://schemas.microsoft.com/office/drawing/2014/main" id="{CA05B2E4-C410-71B6-60FC-D39A0F5C41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62728" y="4283407"/>
                <a:ext cx="41152" cy="20576"/>
              </a:xfrm>
              <a:custGeom>
                <a:avLst/>
                <a:gdLst>
                  <a:gd name="T0" fmla="*/ 0 w 18"/>
                  <a:gd name="T1" fmla="*/ 0 h 9"/>
                  <a:gd name="T2" fmla="*/ 1 w 18"/>
                  <a:gd name="T3" fmla="*/ 0 h 9"/>
                  <a:gd name="T4" fmla="*/ 3 w 18"/>
                  <a:gd name="T5" fmla="*/ 0 h 9"/>
                  <a:gd name="T6" fmla="*/ 6 w 18"/>
                  <a:gd name="T7" fmla="*/ 0 h 9"/>
                  <a:gd name="T8" fmla="*/ 9 w 18"/>
                  <a:gd name="T9" fmla="*/ 0 h 9"/>
                  <a:gd name="T10" fmla="*/ 10 w 18"/>
                  <a:gd name="T11" fmla="*/ 0 h 9"/>
                  <a:gd name="T12" fmla="*/ 18 w 18"/>
                  <a:gd name="T13" fmla="*/ 8 h 9"/>
                  <a:gd name="T14" fmla="*/ 18 w 18"/>
                  <a:gd name="T15" fmla="*/ 9 h 9"/>
                  <a:gd name="T16" fmla="*/ 18 w 18"/>
                  <a:gd name="T17" fmla="*/ 9 h 9"/>
                  <a:gd name="T18" fmla="*/ 6 w 18"/>
                  <a:gd name="T19" fmla="*/ 9 h 9"/>
                  <a:gd name="T20" fmla="*/ 0 w 18"/>
                  <a:gd name="T21" fmla="*/ 5 h 9"/>
                  <a:gd name="T22" fmla="*/ 0 w 18"/>
                  <a:gd name="T23" fmla="*/ 5 h 9"/>
                  <a:gd name="T24" fmla="*/ 0 w 18"/>
                  <a:gd name="T25" fmla="*/ 2 h 9"/>
                  <a:gd name="T26" fmla="*/ 0 w 18"/>
                  <a:gd name="T27" fmla="*/ 0 h 9"/>
                  <a:gd name="T28" fmla="*/ 0 w 18"/>
                  <a:gd name="T2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9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8" y="8"/>
                    </a:lnTo>
                    <a:lnTo>
                      <a:pt x="18" y="9"/>
                    </a:lnTo>
                    <a:lnTo>
                      <a:pt x="18" y="9"/>
                    </a:lnTo>
                    <a:lnTo>
                      <a:pt x="6" y="9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04" name="Freeform 1532">
                <a:extLst>
                  <a:ext uri="{FF2B5EF4-FFF2-40B4-BE49-F238E27FC236}">
                    <a16:creationId xmlns:a16="http://schemas.microsoft.com/office/drawing/2014/main" id="{A07D74B9-F942-8677-F37E-47D83254EA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2448" y="4255972"/>
                <a:ext cx="32007" cy="41152"/>
              </a:xfrm>
              <a:custGeom>
                <a:avLst/>
                <a:gdLst>
                  <a:gd name="T0" fmla="*/ 2 w 14"/>
                  <a:gd name="T1" fmla="*/ 0 h 18"/>
                  <a:gd name="T2" fmla="*/ 2 w 14"/>
                  <a:gd name="T3" fmla="*/ 0 h 18"/>
                  <a:gd name="T4" fmla="*/ 14 w 14"/>
                  <a:gd name="T5" fmla="*/ 17 h 18"/>
                  <a:gd name="T6" fmla="*/ 14 w 14"/>
                  <a:gd name="T7" fmla="*/ 18 h 18"/>
                  <a:gd name="T8" fmla="*/ 14 w 14"/>
                  <a:gd name="T9" fmla="*/ 18 h 18"/>
                  <a:gd name="T10" fmla="*/ 14 w 14"/>
                  <a:gd name="T11" fmla="*/ 18 h 18"/>
                  <a:gd name="T12" fmla="*/ 6 w 14"/>
                  <a:gd name="T13" fmla="*/ 12 h 18"/>
                  <a:gd name="T14" fmla="*/ 0 w 14"/>
                  <a:gd name="T15" fmla="*/ 2 h 18"/>
                  <a:gd name="T16" fmla="*/ 2 w 14"/>
                  <a:gd name="T17" fmla="*/ 0 h 18"/>
                  <a:gd name="T18" fmla="*/ 2 w 14"/>
                  <a:gd name="T1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" h="18">
                    <a:moveTo>
                      <a:pt x="2" y="0"/>
                    </a:moveTo>
                    <a:lnTo>
                      <a:pt x="2" y="0"/>
                    </a:lnTo>
                    <a:lnTo>
                      <a:pt x="14" y="17"/>
                    </a:lnTo>
                    <a:lnTo>
                      <a:pt x="14" y="18"/>
                    </a:lnTo>
                    <a:lnTo>
                      <a:pt x="14" y="18"/>
                    </a:lnTo>
                    <a:lnTo>
                      <a:pt x="14" y="18"/>
                    </a:lnTo>
                    <a:lnTo>
                      <a:pt x="6" y="1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05" name="Freeform 1534">
                <a:extLst>
                  <a:ext uri="{FF2B5EF4-FFF2-40B4-BE49-F238E27FC236}">
                    <a16:creationId xmlns:a16="http://schemas.microsoft.com/office/drawing/2014/main" id="{6EB2AFE4-A5A8-E143-74FD-A4532CA96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33007" y="4228538"/>
                <a:ext cx="38866" cy="32007"/>
              </a:xfrm>
              <a:custGeom>
                <a:avLst/>
                <a:gdLst>
                  <a:gd name="T0" fmla="*/ 0 w 17"/>
                  <a:gd name="T1" fmla="*/ 0 h 14"/>
                  <a:gd name="T2" fmla="*/ 0 w 17"/>
                  <a:gd name="T3" fmla="*/ 0 h 14"/>
                  <a:gd name="T4" fmla="*/ 14 w 17"/>
                  <a:gd name="T5" fmla="*/ 9 h 14"/>
                  <a:gd name="T6" fmla="*/ 17 w 17"/>
                  <a:gd name="T7" fmla="*/ 14 h 14"/>
                  <a:gd name="T8" fmla="*/ 17 w 17"/>
                  <a:gd name="T9" fmla="*/ 14 h 14"/>
                  <a:gd name="T10" fmla="*/ 16 w 17"/>
                  <a:gd name="T11" fmla="*/ 14 h 14"/>
                  <a:gd name="T12" fmla="*/ 16 w 17"/>
                  <a:gd name="T13" fmla="*/ 14 h 14"/>
                  <a:gd name="T14" fmla="*/ 2 w 17"/>
                  <a:gd name="T15" fmla="*/ 6 h 14"/>
                  <a:gd name="T16" fmla="*/ 0 w 17"/>
                  <a:gd name="T17" fmla="*/ 2 h 14"/>
                  <a:gd name="T18" fmla="*/ 0 w 17"/>
                  <a:gd name="T19" fmla="*/ 2 h 14"/>
                  <a:gd name="T20" fmla="*/ 0 w 17"/>
                  <a:gd name="T2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" h="14">
                    <a:moveTo>
                      <a:pt x="0" y="0"/>
                    </a:moveTo>
                    <a:lnTo>
                      <a:pt x="0" y="0"/>
                    </a:lnTo>
                    <a:lnTo>
                      <a:pt x="14" y="9"/>
                    </a:lnTo>
                    <a:lnTo>
                      <a:pt x="17" y="14"/>
                    </a:lnTo>
                    <a:lnTo>
                      <a:pt x="17" y="14"/>
                    </a:lnTo>
                    <a:lnTo>
                      <a:pt x="16" y="14"/>
                    </a:lnTo>
                    <a:lnTo>
                      <a:pt x="16" y="14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06" name="Freeform 1536">
                <a:extLst>
                  <a:ext uri="{FF2B5EF4-FFF2-40B4-BE49-F238E27FC236}">
                    <a16:creationId xmlns:a16="http://schemas.microsoft.com/office/drawing/2014/main" id="{A38A37E5-51BD-D0E3-FA85-FF998B4B1A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1855" y="4242255"/>
                <a:ext cx="20576" cy="18290"/>
              </a:xfrm>
              <a:custGeom>
                <a:avLst/>
                <a:gdLst>
                  <a:gd name="T0" fmla="*/ 4 w 9"/>
                  <a:gd name="T1" fmla="*/ 0 h 8"/>
                  <a:gd name="T2" fmla="*/ 6 w 9"/>
                  <a:gd name="T3" fmla="*/ 0 h 8"/>
                  <a:gd name="T4" fmla="*/ 9 w 9"/>
                  <a:gd name="T5" fmla="*/ 8 h 8"/>
                  <a:gd name="T6" fmla="*/ 9 w 9"/>
                  <a:gd name="T7" fmla="*/ 8 h 8"/>
                  <a:gd name="T8" fmla="*/ 9 w 9"/>
                  <a:gd name="T9" fmla="*/ 8 h 8"/>
                  <a:gd name="T10" fmla="*/ 9 w 9"/>
                  <a:gd name="T11" fmla="*/ 8 h 8"/>
                  <a:gd name="T12" fmla="*/ 1 w 9"/>
                  <a:gd name="T13" fmla="*/ 5 h 8"/>
                  <a:gd name="T14" fmla="*/ 0 w 9"/>
                  <a:gd name="T15" fmla="*/ 5 h 8"/>
                  <a:gd name="T16" fmla="*/ 0 w 9"/>
                  <a:gd name="T17" fmla="*/ 2 h 8"/>
                  <a:gd name="T18" fmla="*/ 1 w 9"/>
                  <a:gd name="T19" fmla="*/ 2 h 8"/>
                  <a:gd name="T20" fmla="*/ 4 w 9"/>
                  <a:gd name="T21" fmla="*/ 0 h 8"/>
                  <a:gd name="T22" fmla="*/ 4 w 9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8">
                    <a:moveTo>
                      <a:pt x="4" y="0"/>
                    </a:moveTo>
                    <a:lnTo>
                      <a:pt x="6" y="0"/>
                    </a:lnTo>
                    <a:lnTo>
                      <a:pt x="9" y="8"/>
                    </a:lnTo>
                    <a:lnTo>
                      <a:pt x="9" y="8"/>
                    </a:lnTo>
                    <a:lnTo>
                      <a:pt x="9" y="8"/>
                    </a:lnTo>
                    <a:lnTo>
                      <a:pt x="9" y="8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07" name="Freeform 1540">
                <a:extLst>
                  <a:ext uri="{FF2B5EF4-FFF2-40B4-BE49-F238E27FC236}">
                    <a16:creationId xmlns:a16="http://schemas.microsoft.com/office/drawing/2014/main" id="{0A92BDC2-3E47-C424-A07E-6E47F1F32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1279" y="4203389"/>
                <a:ext cx="34293" cy="22862"/>
              </a:xfrm>
              <a:custGeom>
                <a:avLst/>
                <a:gdLst>
                  <a:gd name="T0" fmla="*/ 0 w 15"/>
                  <a:gd name="T1" fmla="*/ 0 h 10"/>
                  <a:gd name="T2" fmla="*/ 1 w 15"/>
                  <a:gd name="T3" fmla="*/ 0 h 10"/>
                  <a:gd name="T4" fmla="*/ 13 w 15"/>
                  <a:gd name="T5" fmla="*/ 8 h 10"/>
                  <a:gd name="T6" fmla="*/ 15 w 15"/>
                  <a:gd name="T7" fmla="*/ 10 h 10"/>
                  <a:gd name="T8" fmla="*/ 13 w 15"/>
                  <a:gd name="T9" fmla="*/ 10 h 10"/>
                  <a:gd name="T10" fmla="*/ 13 w 15"/>
                  <a:gd name="T11" fmla="*/ 10 h 10"/>
                  <a:gd name="T12" fmla="*/ 6 w 15"/>
                  <a:gd name="T13" fmla="*/ 8 h 10"/>
                  <a:gd name="T14" fmla="*/ 0 w 15"/>
                  <a:gd name="T15" fmla="*/ 1 h 10"/>
                  <a:gd name="T16" fmla="*/ 0 w 15"/>
                  <a:gd name="T17" fmla="*/ 1 h 10"/>
                  <a:gd name="T18" fmla="*/ 0 w 15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0">
                    <a:moveTo>
                      <a:pt x="0" y="0"/>
                    </a:moveTo>
                    <a:lnTo>
                      <a:pt x="1" y="0"/>
                    </a:lnTo>
                    <a:lnTo>
                      <a:pt x="13" y="8"/>
                    </a:lnTo>
                    <a:lnTo>
                      <a:pt x="15" y="10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6" y="8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08" name="Freeform 1550">
                <a:extLst>
                  <a:ext uri="{FF2B5EF4-FFF2-40B4-BE49-F238E27FC236}">
                    <a16:creationId xmlns:a16="http://schemas.microsoft.com/office/drawing/2014/main" id="{9F67B4CC-7C16-E189-E442-4F4B0A13D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6410" y="4169096"/>
                <a:ext cx="41152" cy="43438"/>
              </a:xfrm>
              <a:custGeom>
                <a:avLst/>
                <a:gdLst>
                  <a:gd name="T0" fmla="*/ 2 w 18"/>
                  <a:gd name="T1" fmla="*/ 0 h 19"/>
                  <a:gd name="T2" fmla="*/ 2 w 18"/>
                  <a:gd name="T3" fmla="*/ 0 h 19"/>
                  <a:gd name="T4" fmla="*/ 5 w 18"/>
                  <a:gd name="T5" fmla="*/ 1 h 19"/>
                  <a:gd name="T6" fmla="*/ 18 w 18"/>
                  <a:gd name="T7" fmla="*/ 13 h 19"/>
                  <a:gd name="T8" fmla="*/ 18 w 18"/>
                  <a:gd name="T9" fmla="*/ 13 h 19"/>
                  <a:gd name="T10" fmla="*/ 18 w 18"/>
                  <a:gd name="T11" fmla="*/ 18 h 19"/>
                  <a:gd name="T12" fmla="*/ 16 w 18"/>
                  <a:gd name="T13" fmla="*/ 19 h 19"/>
                  <a:gd name="T14" fmla="*/ 16 w 18"/>
                  <a:gd name="T15" fmla="*/ 19 h 19"/>
                  <a:gd name="T16" fmla="*/ 15 w 18"/>
                  <a:gd name="T17" fmla="*/ 19 h 19"/>
                  <a:gd name="T18" fmla="*/ 13 w 18"/>
                  <a:gd name="T19" fmla="*/ 19 h 19"/>
                  <a:gd name="T20" fmla="*/ 12 w 18"/>
                  <a:gd name="T21" fmla="*/ 19 h 19"/>
                  <a:gd name="T22" fmla="*/ 12 w 18"/>
                  <a:gd name="T23" fmla="*/ 19 h 19"/>
                  <a:gd name="T24" fmla="*/ 8 w 18"/>
                  <a:gd name="T25" fmla="*/ 16 h 19"/>
                  <a:gd name="T26" fmla="*/ 8 w 18"/>
                  <a:gd name="T27" fmla="*/ 16 h 19"/>
                  <a:gd name="T28" fmla="*/ 8 w 18"/>
                  <a:gd name="T29" fmla="*/ 12 h 19"/>
                  <a:gd name="T30" fmla="*/ 2 w 18"/>
                  <a:gd name="T31" fmla="*/ 6 h 19"/>
                  <a:gd name="T32" fmla="*/ 0 w 18"/>
                  <a:gd name="T33" fmla="*/ 0 h 19"/>
                  <a:gd name="T34" fmla="*/ 0 w 18"/>
                  <a:gd name="T35" fmla="*/ 0 h 19"/>
                  <a:gd name="T36" fmla="*/ 2 w 18"/>
                  <a:gd name="T3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8" h="19">
                    <a:moveTo>
                      <a:pt x="2" y="0"/>
                    </a:moveTo>
                    <a:lnTo>
                      <a:pt x="2" y="0"/>
                    </a:lnTo>
                    <a:lnTo>
                      <a:pt x="5" y="1"/>
                    </a:lnTo>
                    <a:lnTo>
                      <a:pt x="18" y="13"/>
                    </a:lnTo>
                    <a:lnTo>
                      <a:pt x="18" y="13"/>
                    </a:lnTo>
                    <a:lnTo>
                      <a:pt x="18" y="18"/>
                    </a:lnTo>
                    <a:lnTo>
                      <a:pt x="16" y="19"/>
                    </a:lnTo>
                    <a:lnTo>
                      <a:pt x="16" y="19"/>
                    </a:lnTo>
                    <a:lnTo>
                      <a:pt x="15" y="19"/>
                    </a:lnTo>
                    <a:lnTo>
                      <a:pt x="13" y="19"/>
                    </a:lnTo>
                    <a:lnTo>
                      <a:pt x="12" y="19"/>
                    </a:lnTo>
                    <a:lnTo>
                      <a:pt x="12" y="19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2"/>
                    </a:lnTo>
                    <a:lnTo>
                      <a:pt x="2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09" name="Freeform 1602">
                <a:extLst>
                  <a:ext uri="{FF2B5EF4-FFF2-40B4-BE49-F238E27FC236}">
                    <a16:creationId xmlns:a16="http://schemas.microsoft.com/office/drawing/2014/main" id="{E6E8B2A2-58B1-A823-17C4-88FF01977A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61628" y="4445728"/>
                <a:ext cx="25148" cy="34293"/>
              </a:xfrm>
              <a:custGeom>
                <a:avLst/>
                <a:gdLst>
                  <a:gd name="T0" fmla="*/ 2 w 11"/>
                  <a:gd name="T1" fmla="*/ 0 h 15"/>
                  <a:gd name="T2" fmla="*/ 2 w 11"/>
                  <a:gd name="T3" fmla="*/ 2 h 15"/>
                  <a:gd name="T4" fmla="*/ 5 w 11"/>
                  <a:gd name="T5" fmla="*/ 8 h 15"/>
                  <a:gd name="T6" fmla="*/ 8 w 11"/>
                  <a:gd name="T7" fmla="*/ 5 h 15"/>
                  <a:gd name="T8" fmla="*/ 8 w 11"/>
                  <a:gd name="T9" fmla="*/ 5 h 15"/>
                  <a:gd name="T10" fmla="*/ 9 w 11"/>
                  <a:gd name="T11" fmla="*/ 5 h 15"/>
                  <a:gd name="T12" fmla="*/ 9 w 11"/>
                  <a:gd name="T13" fmla="*/ 6 h 15"/>
                  <a:gd name="T14" fmla="*/ 11 w 11"/>
                  <a:gd name="T15" fmla="*/ 12 h 15"/>
                  <a:gd name="T16" fmla="*/ 9 w 11"/>
                  <a:gd name="T17" fmla="*/ 14 h 15"/>
                  <a:gd name="T18" fmla="*/ 5 w 11"/>
                  <a:gd name="T19" fmla="*/ 15 h 15"/>
                  <a:gd name="T20" fmla="*/ 5 w 11"/>
                  <a:gd name="T21" fmla="*/ 15 h 15"/>
                  <a:gd name="T22" fmla="*/ 5 w 11"/>
                  <a:gd name="T23" fmla="*/ 15 h 15"/>
                  <a:gd name="T24" fmla="*/ 5 w 11"/>
                  <a:gd name="T25" fmla="*/ 14 h 15"/>
                  <a:gd name="T26" fmla="*/ 0 w 11"/>
                  <a:gd name="T27" fmla="*/ 2 h 15"/>
                  <a:gd name="T28" fmla="*/ 2 w 11"/>
                  <a:gd name="T29" fmla="*/ 0 h 15"/>
                  <a:gd name="T30" fmla="*/ 2 w 11"/>
                  <a:gd name="T3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" h="15">
                    <a:moveTo>
                      <a:pt x="2" y="0"/>
                    </a:moveTo>
                    <a:lnTo>
                      <a:pt x="2" y="2"/>
                    </a:lnTo>
                    <a:lnTo>
                      <a:pt x="5" y="8"/>
                    </a:lnTo>
                    <a:lnTo>
                      <a:pt x="8" y="5"/>
                    </a:lnTo>
                    <a:lnTo>
                      <a:pt x="8" y="5"/>
                    </a:lnTo>
                    <a:lnTo>
                      <a:pt x="9" y="5"/>
                    </a:lnTo>
                    <a:lnTo>
                      <a:pt x="9" y="6"/>
                    </a:lnTo>
                    <a:lnTo>
                      <a:pt x="11" y="12"/>
                    </a:lnTo>
                    <a:lnTo>
                      <a:pt x="9" y="14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10" name="Freeform 1606">
                <a:extLst>
                  <a:ext uri="{FF2B5EF4-FFF2-40B4-BE49-F238E27FC236}">
                    <a16:creationId xmlns:a16="http://schemas.microsoft.com/office/drawing/2014/main" id="{EFB1E464-1265-13FB-FFEC-9DD219AF39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2780" y="4491452"/>
                <a:ext cx="13717" cy="9145"/>
              </a:xfrm>
              <a:custGeom>
                <a:avLst/>
                <a:gdLst>
                  <a:gd name="T0" fmla="*/ 5 w 6"/>
                  <a:gd name="T1" fmla="*/ 0 h 4"/>
                  <a:gd name="T2" fmla="*/ 5 w 6"/>
                  <a:gd name="T3" fmla="*/ 0 h 4"/>
                  <a:gd name="T4" fmla="*/ 5 w 6"/>
                  <a:gd name="T5" fmla="*/ 0 h 4"/>
                  <a:gd name="T6" fmla="*/ 6 w 6"/>
                  <a:gd name="T7" fmla="*/ 3 h 4"/>
                  <a:gd name="T8" fmla="*/ 6 w 6"/>
                  <a:gd name="T9" fmla="*/ 4 h 4"/>
                  <a:gd name="T10" fmla="*/ 6 w 6"/>
                  <a:gd name="T11" fmla="*/ 4 h 4"/>
                  <a:gd name="T12" fmla="*/ 2 w 6"/>
                  <a:gd name="T13" fmla="*/ 4 h 4"/>
                  <a:gd name="T14" fmla="*/ 0 w 6"/>
                  <a:gd name="T15" fmla="*/ 3 h 4"/>
                  <a:gd name="T16" fmla="*/ 2 w 6"/>
                  <a:gd name="T17" fmla="*/ 3 h 4"/>
                  <a:gd name="T18" fmla="*/ 3 w 6"/>
                  <a:gd name="T19" fmla="*/ 0 h 4"/>
                  <a:gd name="T20" fmla="*/ 5 w 6"/>
                  <a:gd name="T2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4">
                    <a:moveTo>
                      <a:pt x="5" y="0"/>
                    </a:moveTo>
                    <a:lnTo>
                      <a:pt x="5" y="0"/>
                    </a:lnTo>
                    <a:lnTo>
                      <a:pt x="5" y="0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2" y="4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211" name="Freeform 1608">
                <a:extLst>
                  <a:ext uri="{FF2B5EF4-FFF2-40B4-BE49-F238E27FC236}">
                    <a16:creationId xmlns:a16="http://schemas.microsoft.com/office/drawing/2014/main" id="{96A5F1A7-E193-E999-7BF4-41E466FEA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2204" y="4484593"/>
                <a:ext cx="20576" cy="22862"/>
              </a:xfrm>
              <a:custGeom>
                <a:avLst/>
                <a:gdLst>
                  <a:gd name="T0" fmla="*/ 0 w 9"/>
                  <a:gd name="T1" fmla="*/ 0 h 10"/>
                  <a:gd name="T2" fmla="*/ 2 w 9"/>
                  <a:gd name="T3" fmla="*/ 0 h 10"/>
                  <a:gd name="T4" fmla="*/ 9 w 9"/>
                  <a:gd name="T5" fmla="*/ 9 h 10"/>
                  <a:gd name="T6" fmla="*/ 9 w 9"/>
                  <a:gd name="T7" fmla="*/ 10 h 10"/>
                  <a:gd name="T8" fmla="*/ 8 w 9"/>
                  <a:gd name="T9" fmla="*/ 10 h 10"/>
                  <a:gd name="T10" fmla="*/ 3 w 9"/>
                  <a:gd name="T11" fmla="*/ 10 h 10"/>
                  <a:gd name="T12" fmla="*/ 3 w 9"/>
                  <a:gd name="T13" fmla="*/ 9 h 10"/>
                  <a:gd name="T14" fmla="*/ 0 w 9"/>
                  <a:gd name="T15" fmla="*/ 1 h 10"/>
                  <a:gd name="T16" fmla="*/ 0 w 9"/>
                  <a:gd name="T17" fmla="*/ 0 h 10"/>
                  <a:gd name="T18" fmla="*/ 0 w 9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10">
                    <a:moveTo>
                      <a:pt x="0" y="0"/>
                    </a:moveTo>
                    <a:lnTo>
                      <a:pt x="2" y="0"/>
                    </a:lnTo>
                    <a:lnTo>
                      <a:pt x="9" y="9"/>
                    </a:lnTo>
                    <a:lnTo>
                      <a:pt x="9" y="10"/>
                    </a:lnTo>
                    <a:lnTo>
                      <a:pt x="8" y="10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</p:grpSp>
      <p:grpSp>
        <p:nvGrpSpPr>
          <p:cNvPr id="591" name="SOUTH AMERICA">
            <a:extLst>
              <a:ext uri="{FF2B5EF4-FFF2-40B4-BE49-F238E27FC236}">
                <a16:creationId xmlns:a16="http://schemas.microsoft.com/office/drawing/2014/main" id="{0ED16F35-1695-523F-E115-EA8939CFD851}"/>
              </a:ext>
            </a:extLst>
          </p:cNvPr>
          <p:cNvGrpSpPr/>
          <p:nvPr userDrawn="1"/>
        </p:nvGrpSpPr>
        <p:grpSpPr>
          <a:xfrm>
            <a:off x="3444883" y="4233146"/>
            <a:ext cx="1330483" cy="2273638"/>
            <a:chOff x="7988950" y="6826851"/>
            <a:chExt cx="2100414" cy="3589358"/>
          </a:xfrm>
          <a:solidFill>
            <a:srgbClr val="C74755"/>
          </a:solidFill>
        </p:grpSpPr>
        <p:grpSp>
          <p:nvGrpSpPr>
            <p:cNvPr id="1153" name="ARGENTINA">
              <a:extLst>
                <a:ext uri="{FF2B5EF4-FFF2-40B4-BE49-F238E27FC236}">
                  <a16:creationId xmlns:a16="http://schemas.microsoft.com/office/drawing/2014/main" id="{48F24432-5F3C-35D2-450C-42DA18CC5DD6}"/>
                </a:ext>
              </a:extLst>
            </p:cNvPr>
            <p:cNvGrpSpPr/>
            <p:nvPr/>
          </p:nvGrpSpPr>
          <p:grpSpPr>
            <a:xfrm>
              <a:off x="8348230" y="8388344"/>
              <a:ext cx="894749" cy="1976043"/>
              <a:chOff x="2505786" y="4669777"/>
              <a:chExt cx="592129" cy="1307712"/>
            </a:xfrm>
            <a:grpFill/>
          </p:grpSpPr>
          <p:sp>
            <p:nvSpPr>
              <p:cNvPr id="1193" name="ARGENTINA">
                <a:extLst>
                  <a:ext uri="{FF2B5EF4-FFF2-40B4-BE49-F238E27FC236}">
                    <a16:creationId xmlns:a16="http://schemas.microsoft.com/office/drawing/2014/main" id="{A5B2423E-92B2-BA27-1D16-32C7C1EEE8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5786" y="4669777"/>
                <a:ext cx="592129" cy="1170540"/>
              </a:xfrm>
              <a:custGeom>
                <a:avLst/>
                <a:gdLst>
                  <a:gd name="T0" fmla="*/ 95 w 259"/>
                  <a:gd name="T1" fmla="*/ 0 h 512"/>
                  <a:gd name="T2" fmla="*/ 118 w 259"/>
                  <a:gd name="T3" fmla="*/ 12 h 512"/>
                  <a:gd name="T4" fmla="*/ 123 w 259"/>
                  <a:gd name="T5" fmla="*/ 3 h 512"/>
                  <a:gd name="T6" fmla="*/ 130 w 259"/>
                  <a:gd name="T7" fmla="*/ 5 h 512"/>
                  <a:gd name="T8" fmla="*/ 141 w 259"/>
                  <a:gd name="T9" fmla="*/ 8 h 512"/>
                  <a:gd name="T10" fmla="*/ 179 w 259"/>
                  <a:gd name="T11" fmla="*/ 34 h 512"/>
                  <a:gd name="T12" fmla="*/ 206 w 259"/>
                  <a:gd name="T13" fmla="*/ 56 h 512"/>
                  <a:gd name="T14" fmla="*/ 209 w 259"/>
                  <a:gd name="T15" fmla="*/ 77 h 512"/>
                  <a:gd name="T16" fmla="*/ 244 w 259"/>
                  <a:gd name="T17" fmla="*/ 67 h 512"/>
                  <a:gd name="T18" fmla="*/ 246 w 259"/>
                  <a:gd name="T19" fmla="*/ 54 h 512"/>
                  <a:gd name="T20" fmla="*/ 252 w 259"/>
                  <a:gd name="T21" fmla="*/ 55 h 512"/>
                  <a:gd name="T22" fmla="*/ 256 w 259"/>
                  <a:gd name="T23" fmla="*/ 55 h 512"/>
                  <a:gd name="T24" fmla="*/ 256 w 259"/>
                  <a:gd name="T25" fmla="*/ 77 h 512"/>
                  <a:gd name="T26" fmla="*/ 203 w 259"/>
                  <a:gd name="T27" fmla="*/ 128 h 512"/>
                  <a:gd name="T28" fmla="*/ 197 w 259"/>
                  <a:gd name="T29" fmla="*/ 190 h 512"/>
                  <a:gd name="T30" fmla="*/ 209 w 259"/>
                  <a:gd name="T31" fmla="*/ 211 h 512"/>
                  <a:gd name="T32" fmla="*/ 219 w 259"/>
                  <a:gd name="T33" fmla="*/ 218 h 512"/>
                  <a:gd name="T34" fmla="*/ 207 w 259"/>
                  <a:gd name="T35" fmla="*/ 248 h 512"/>
                  <a:gd name="T36" fmla="*/ 148 w 259"/>
                  <a:gd name="T37" fmla="*/ 261 h 512"/>
                  <a:gd name="T38" fmla="*/ 149 w 259"/>
                  <a:gd name="T39" fmla="*/ 268 h 512"/>
                  <a:gd name="T40" fmla="*/ 145 w 259"/>
                  <a:gd name="T41" fmla="*/ 291 h 512"/>
                  <a:gd name="T42" fmla="*/ 135 w 259"/>
                  <a:gd name="T43" fmla="*/ 300 h 512"/>
                  <a:gd name="T44" fmla="*/ 108 w 259"/>
                  <a:gd name="T45" fmla="*/ 294 h 512"/>
                  <a:gd name="T46" fmla="*/ 120 w 259"/>
                  <a:gd name="T47" fmla="*/ 319 h 512"/>
                  <a:gd name="T48" fmla="*/ 118 w 259"/>
                  <a:gd name="T49" fmla="*/ 316 h 512"/>
                  <a:gd name="T50" fmla="*/ 126 w 259"/>
                  <a:gd name="T51" fmla="*/ 313 h 512"/>
                  <a:gd name="T52" fmla="*/ 129 w 259"/>
                  <a:gd name="T53" fmla="*/ 323 h 512"/>
                  <a:gd name="T54" fmla="*/ 120 w 259"/>
                  <a:gd name="T55" fmla="*/ 328 h 512"/>
                  <a:gd name="T56" fmla="*/ 111 w 259"/>
                  <a:gd name="T57" fmla="*/ 326 h 512"/>
                  <a:gd name="T58" fmla="*/ 120 w 259"/>
                  <a:gd name="T59" fmla="*/ 332 h 512"/>
                  <a:gd name="T60" fmla="*/ 108 w 259"/>
                  <a:gd name="T61" fmla="*/ 356 h 512"/>
                  <a:gd name="T62" fmla="*/ 104 w 259"/>
                  <a:gd name="T63" fmla="*/ 368 h 512"/>
                  <a:gd name="T64" fmla="*/ 86 w 259"/>
                  <a:gd name="T65" fmla="*/ 372 h 512"/>
                  <a:gd name="T66" fmla="*/ 81 w 259"/>
                  <a:gd name="T67" fmla="*/ 396 h 512"/>
                  <a:gd name="T68" fmla="*/ 101 w 259"/>
                  <a:gd name="T69" fmla="*/ 406 h 512"/>
                  <a:gd name="T70" fmla="*/ 77 w 259"/>
                  <a:gd name="T71" fmla="*/ 445 h 512"/>
                  <a:gd name="T72" fmla="*/ 66 w 259"/>
                  <a:gd name="T73" fmla="*/ 466 h 512"/>
                  <a:gd name="T74" fmla="*/ 64 w 259"/>
                  <a:gd name="T75" fmla="*/ 464 h 512"/>
                  <a:gd name="T76" fmla="*/ 58 w 259"/>
                  <a:gd name="T77" fmla="*/ 473 h 512"/>
                  <a:gd name="T78" fmla="*/ 55 w 259"/>
                  <a:gd name="T79" fmla="*/ 485 h 512"/>
                  <a:gd name="T80" fmla="*/ 58 w 259"/>
                  <a:gd name="T81" fmla="*/ 495 h 512"/>
                  <a:gd name="T82" fmla="*/ 58 w 259"/>
                  <a:gd name="T83" fmla="*/ 497 h 512"/>
                  <a:gd name="T84" fmla="*/ 66 w 259"/>
                  <a:gd name="T85" fmla="*/ 512 h 512"/>
                  <a:gd name="T86" fmla="*/ 18 w 259"/>
                  <a:gd name="T87" fmla="*/ 506 h 512"/>
                  <a:gd name="T88" fmla="*/ 13 w 259"/>
                  <a:gd name="T89" fmla="*/ 479 h 512"/>
                  <a:gd name="T90" fmla="*/ 7 w 259"/>
                  <a:gd name="T91" fmla="*/ 481 h 512"/>
                  <a:gd name="T92" fmla="*/ 1 w 259"/>
                  <a:gd name="T93" fmla="*/ 481 h 512"/>
                  <a:gd name="T94" fmla="*/ 0 w 259"/>
                  <a:gd name="T95" fmla="*/ 467 h 512"/>
                  <a:gd name="T96" fmla="*/ 13 w 259"/>
                  <a:gd name="T97" fmla="*/ 432 h 512"/>
                  <a:gd name="T98" fmla="*/ 22 w 259"/>
                  <a:gd name="T99" fmla="*/ 377 h 512"/>
                  <a:gd name="T100" fmla="*/ 19 w 259"/>
                  <a:gd name="T101" fmla="*/ 363 h 512"/>
                  <a:gd name="T102" fmla="*/ 25 w 259"/>
                  <a:gd name="T103" fmla="*/ 357 h 512"/>
                  <a:gd name="T104" fmla="*/ 19 w 259"/>
                  <a:gd name="T105" fmla="*/ 347 h 512"/>
                  <a:gd name="T106" fmla="*/ 19 w 259"/>
                  <a:gd name="T107" fmla="*/ 301 h 512"/>
                  <a:gd name="T108" fmla="*/ 29 w 259"/>
                  <a:gd name="T109" fmla="*/ 254 h 512"/>
                  <a:gd name="T110" fmla="*/ 37 w 259"/>
                  <a:gd name="T111" fmla="*/ 214 h 512"/>
                  <a:gd name="T112" fmla="*/ 44 w 259"/>
                  <a:gd name="T113" fmla="*/ 171 h 512"/>
                  <a:gd name="T114" fmla="*/ 44 w 259"/>
                  <a:gd name="T115" fmla="*/ 123 h 512"/>
                  <a:gd name="T116" fmla="*/ 56 w 259"/>
                  <a:gd name="T117" fmla="*/ 85 h 512"/>
                  <a:gd name="T118" fmla="*/ 62 w 259"/>
                  <a:gd name="T119" fmla="*/ 54 h 512"/>
                  <a:gd name="T120" fmla="*/ 80 w 259"/>
                  <a:gd name="T121" fmla="*/ 31 h 512"/>
                  <a:gd name="T122" fmla="*/ 80 w 259"/>
                  <a:gd name="T123" fmla="*/ 15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59" h="512">
                    <a:moveTo>
                      <a:pt x="95" y="0"/>
                    </a:moveTo>
                    <a:lnTo>
                      <a:pt x="95" y="0"/>
                    </a:lnTo>
                    <a:lnTo>
                      <a:pt x="95" y="0"/>
                    </a:lnTo>
                    <a:lnTo>
                      <a:pt x="99" y="5"/>
                    </a:lnTo>
                    <a:lnTo>
                      <a:pt x="114" y="6"/>
                    </a:lnTo>
                    <a:lnTo>
                      <a:pt x="118" y="12"/>
                    </a:lnTo>
                    <a:lnTo>
                      <a:pt x="121" y="3"/>
                    </a:lnTo>
                    <a:lnTo>
                      <a:pt x="121" y="3"/>
                    </a:lnTo>
                    <a:lnTo>
                      <a:pt x="123" y="3"/>
                    </a:lnTo>
                    <a:lnTo>
                      <a:pt x="124" y="3"/>
                    </a:lnTo>
                    <a:lnTo>
                      <a:pt x="127" y="3"/>
                    </a:lnTo>
                    <a:lnTo>
                      <a:pt x="130" y="5"/>
                    </a:lnTo>
                    <a:lnTo>
                      <a:pt x="133" y="5"/>
                    </a:lnTo>
                    <a:lnTo>
                      <a:pt x="133" y="5"/>
                    </a:lnTo>
                    <a:lnTo>
                      <a:pt x="141" y="8"/>
                    </a:lnTo>
                    <a:lnTo>
                      <a:pt x="144" y="8"/>
                    </a:lnTo>
                    <a:lnTo>
                      <a:pt x="164" y="31"/>
                    </a:lnTo>
                    <a:lnTo>
                      <a:pt x="179" y="34"/>
                    </a:lnTo>
                    <a:lnTo>
                      <a:pt x="204" y="51"/>
                    </a:lnTo>
                    <a:lnTo>
                      <a:pt x="206" y="55"/>
                    </a:lnTo>
                    <a:lnTo>
                      <a:pt x="206" y="56"/>
                    </a:lnTo>
                    <a:lnTo>
                      <a:pt x="197" y="71"/>
                    </a:lnTo>
                    <a:lnTo>
                      <a:pt x="197" y="76"/>
                    </a:lnTo>
                    <a:lnTo>
                      <a:pt x="209" y="77"/>
                    </a:lnTo>
                    <a:lnTo>
                      <a:pt x="216" y="82"/>
                    </a:lnTo>
                    <a:lnTo>
                      <a:pt x="231" y="80"/>
                    </a:lnTo>
                    <a:lnTo>
                      <a:pt x="244" y="67"/>
                    </a:lnTo>
                    <a:lnTo>
                      <a:pt x="246" y="55"/>
                    </a:lnTo>
                    <a:lnTo>
                      <a:pt x="246" y="54"/>
                    </a:lnTo>
                    <a:lnTo>
                      <a:pt x="246" y="54"/>
                    </a:lnTo>
                    <a:lnTo>
                      <a:pt x="247" y="54"/>
                    </a:lnTo>
                    <a:lnTo>
                      <a:pt x="249" y="54"/>
                    </a:lnTo>
                    <a:lnTo>
                      <a:pt x="252" y="55"/>
                    </a:lnTo>
                    <a:lnTo>
                      <a:pt x="255" y="55"/>
                    </a:lnTo>
                    <a:lnTo>
                      <a:pt x="255" y="55"/>
                    </a:lnTo>
                    <a:lnTo>
                      <a:pt x="256" y="55"/>
                    </a:lnTo>
                    <a:lnTo>
                      <a:pt x="259" y="65"/>
                    </a:lnTo>
                    <a:lnTo>
                      <a:pt x="256" y="76"/>
                    </a:lnTo>
                    <a:lnTo>
                      <a:pt x="256" y="77"/>
                    </a:lnTo>
                    <a:lnTo>
                      <a:pt x="244" y="83"/>
                    </a:lnTo>
                    <a:lnTo>
                      <a:pt x="206" y="123"/>
                    </a:lnTo>
                    <a:lnTo>
                      <a:pt x="203" y="128"/>
                    </a:lnTo>
                    <a:lnTo>
                      <a:pt x="200" y="163"/>
                    </a:lnTo>
                    <a:lnTo>
                      <a:pt x="195" y="181"/>
                    </a:lnTo>
                    <a:lnTo>
                      <a:pt x="197" y="190"/>
                    </a:lnTo>
                    <a:lnTo>
                      <a:pt x="212" y="200"/>
                    </a:lnTo>
                    <a:lnTo>
                      <a:pt x="212" y="202"/>
                    </a:lnTo>
                    <a:lnTo>
                      <a:pt x="209" y="211"/>
                    </a:lnTo>
                    <a:lnTo>
                      <a:pt x="213" y="217"/>
                    </a:lnTo>
                    <a:lnTo>
                      <a:pt x="218" y="217"/>
                    </a:lnTo>
                    <a:lnTo>
                      <a:pt x="219" y="218"/>
                    </a:lnTo>
                    <a:lnTo>
                      <a:pt x="218" y="230"/>
                    </a:lnTo>
                    <a:lnTo>
                      <a:pt x="209" y="242"/>
                    </a:lnTo>
                    <a:lnTo>
                      <a:pt x="207" y="248"/>
                    </a:lnTo>
                    <a:lnTo>
                      <a:pt x="200" y="254"/>
                    </a:lnTo>
                    <a:lnTo>
                      <a:pt x="161" y="261"/>
                    </a:lnTo>
                    <a:lnTo>
                      <a:pt x="148" y="261"/>
                    </a:lnTo>
                    <a:lnTo>
                      <a:pt x="145" y="260"/>
                    </a:lnTo>
                    <a:lnTo>
                      <a:pt x="145" y="266"/>
                    </a:lnTo>
                    <a:lnTo>
                      <a:pt x="149" y="268"/>
                    </a:lnTo>
                    <a:lnTo>
                      <a:pt x="149" y="270"/>
                    </a:lnTo>
                    <a:lnTo>
                      <a:pt x="145" y="280"/>
                    </a:lnTo>
                    <a:lnTo>
                      <a:pt x="145" y="291"/>
                    </a:lnTo>
                    <a:lnTo>
                      <a:pt x="145" y="291"/>
                    </a:lnTo>
                    <a:lnTo>
                      <a:pt x="144" y="295"/>
                    </a:lnTo>
                    <a:lnTo>
                      <a:pt x="135" y="300"/>
                    </a:lnTo>
                    <a:lnTo>
                      <a:pt x="126" y="300"/>
                    </a:lnTo>
                    <a:lnTo>
                      <a:pt x="111" y="291"/>
                    </a:lnTo>
                    <a:lnTo>
                      <a:pt x="108" y="294"/>
                    </a:lnTo>
                    <a:lnTo>
                      <a:pt x="111" y="314"/>
                    </a:lnTo>
                    <a:lnTo>
                      <a:pt x="117" y="320"/>
                    </a:lnTo>
                    <a:lnTo>
                      <a:pt x="120" y="319"/>
                    </a:lnTo>
                    <a:lnTo>
                      <a:pt x="118" y="317"/>
                    </a:lnTo>
                    <a:lnTo>
                      <a:pt x="118" y="316"/>
                    </a:lnTo>
                    <a:lnTo>
                      <a:pt x="118" y="316"/>
                    </a:lnTo>
                    <a:lnTo>
                      <a:pt x="126" y="313"/>
                    </a:lnTo>
                    <a:lnTo>
                      <a:pt x="126" y="313"/>
                    </a:lnTo>
                    <a:lnTo>
                      <a:pt x="126" y="313"/>
                    </a:lnTo>
                    <a:lnTo>
                      <a:pt x="126" y="314"/>
                    </a:lnTo>
                    <a:lnTo>
                      <a:pt x="127" y="317"/>
                    </a:lnTo>
                    <a:lnTo>
                      <a:pt x="129" y="323"/>
                    </a:lnTo>
                    <a:lnTo>
                      <a:pt x="127" y="328"/>
                    </a:lnTo>
                    <a:lnTo>
                      <a:pt x="126" y="328"/>
                    </a:lnTo>
                    <a:lnTo>
                      <a:pt x="120" y="328"/>
                    </a:lnTo>
                    <a:lnTo>
                      <a:pt x="120" y="328"/>
                    </a:lnTo>
                    <a:lnTo>
                      <a:pt x="115" y="323"/>
                    </a:lnTo>
                    <a:lnTo>
                      <a:pt x="111" y="326"/>
                    </a:lnTo>
                    <a:lnTo>
                      <a:pt x="120" y="331"/>
                    </a:lnTo>
                    <a:lnTo>
                      <a:pt x="120" y="332"/>
                    </a:lnTo>
                    <a:lnTo>
                      <a:pt x="120" y="332"/>
                    </a:lnTo>
                    <a:lnTo>
                      <a:pt x="111" y="337"/>
                    </a:lnTo>
                    <a:lnTo>
                      <a:pt x="108" y="341"/>
                    </a:lnTo>
                    <a:lnTo>
                      <a:pt x="108" y="356"/>
                    </a:lnTo>
                    <a:lnTo>
                      <a:pt x="102" y="362"/>
                    </a:lnTo>
                    <a:lnTo>
                      <a:pt x="104" y="368"/>
                    </a:lnTo>
                    <a:lnTo>
                      <a:pt x="104" y="368"/>
                    </a:lnTo>
                    <a:lnTo>
                      <a:pt x="102" y="368"/>
                    </a:lnTo>
                    <a:lnTo>
                      <a:pt x="95" y="368"/>
                    </a:lnTo>
                    <a:lnTo>
                      <a:pt x="86" y="372"/>
                    </a:lnTo>
                    <a:lnTo>
                      <a:pt x="77" y="386"/>
                    </a:lnTo>
                    <a:lnTo>
                      <a:pt x="77" y="390"/>
                    </a:lnTo>
                    <a:lnTo>
                      <a:pt x="81" y="396"/>
                    </a:lnTo>
                    <a:lnTo>
                      <a:pt x="87" y="403"/>
                    </a:lnTo>
                    <a:lnTo>
                      <a:pt x="99" y="406"/>
                    </a:lnTo>
                    <a:lnTo>
                      <a:pt x="101" y="406"/>
                    </a:lnTo>
                    <a:lnTo>
                      <a:pt x="102" y="415"/>
                    </a:lnTo>
                    <a:lnTo>
                      <a:pt x="98" y="427"/>
                    </a:lnTo>
                    <a:lnTo>
                      <a:pt x="77" y="445"/>
                    </a:lnTo>
                    <a:lnTo>
                      <a:pt x="74" y="463"/>
                    </a:lnTo>
                    <a:lnTo>
                      <a:pt x="72" y="463"/>
                    </a:lnTo>
                    <a:lnTo>
                      <a:pt x="66" y="466"/>
                    </a:lnTo>
                    <a:lnTo>
                      <a:pt x="66" y="467"/>
                    </a:lnTo>
                    <a:lnTo>
                      <a:pt x="65" y="466"/>
                    </a:lnTo>
                    <a:lnTo>
                      <a:pt x="64" y="464"/>
                    </a:lnTo>
                    <a:lnTo>
                      <a:pt x="65" y="467"/>
                    </a:lnTo>
                    <a:lnTo>
                      <a:pt x="65" y="467"/>
                    </a:lnTo>
                    <a:lnTo>
                      <a:pt x="58" y="473"/>
                    </a:lnTo>
                    <a:lnTo>
                      <a:pt x="53" y="485"/>
                    </a:lnTo>
                    <a:lnTo>
                      <a:pt x="55" y="485"/>
                    </a:lnTo>
                    <a:lnTo>
                      <a:pt x="55" y="485"/>
                    </a:lnTo>
                    <a:lnTo>
                      <a:pt x="56" y="483"/>
                    </a:lnTo>
                    <a:lnTo>
                      <a:pt x="56" y="485"/>
                    </a:lnTo>
                    <a:lnTo>
                      <a:pt x="58" y="495"/>
                    </a:lnTo>
                    <a:lnTo>
                      <a:pt x="58" y="495"/>
                    </a:lnTo>
                    <a:lnTo>
                      <a:pt x="55" y="497"/>
                    </a:lnTo>
                    <a:lnTo>
                      <a:pt x="58" y="497"/>
                    </a:lnTo>
                    <a:lnTo>
                      <a:pt x="66" y="512"/>
                    </a:lnTo>
                    <a:lnTo>
                      <a:pt x="66" y="512"/>
                    </a:lnTo>
                    <a:lnTo>
                      <a:pt x="66" y="512"/>
                    </a:lnTo>
                    <a:lnTo>
                      <a:pt x="66" y="512"/>
                    </a:lnTo>
                    <a:lnTo>
                      <a:pt x="47" y="507"/>
                    </a:lnTo>
                    <a:lnTo>
                      <a:pt x="18" y="506"/>
                    </a:lnTo>
                    <a:lnTo>
                      <a:pt x="16" y="506"/>
                    </a:lnTo>
                    <a:lnTo>
                      <a:pt x="15" y="500"/>
                    </a:lnTo>
                    <a:lnTo>
                      <a:pt x="13" y="479"/>
                    </a:lnTo>
                    <a:lnTo>
                      <a:pt x="12" y="479"/>
                    </a:lnTo>
                    <a:lnTo>
                      <a:pt x="10" y="479"/>
                    </a:lnTo>
                    <a:lnTo>
                      <a:pt x="7" y="481"/>
                    </a:lnTo>
                    <a:lnTo>
                      <a:pt x="4" y="481"/>
                    </a:lnTo>
                    <a:lnTo>
                      <a:pt x="3" y="481"/>
                    </a:lnTo>
                    <a:lnTo>
                      <a:pt x="1" y="481"/>
                    </a:lnTo>
                    <a:lnTo>
                      <a:pt x="1" y="481"/>
                    </a:lnTo>
                    <a:lnTo>
                      <a:pt x="1" y="481"/>
                    </a:lnTo>
                    <a:lnTo>
                      <a:pt x="0" y="467"/>
                    </a:lnTo>
                    <a:lnTo>
                      <a:pt x="1" y="455"/>
                    </a:lnTo>
                    <a:lnTo>
                      <a:pt x="10" y="440"/>
                    </a:lnTo>
                    <a:lnTo>
                      <a:pt x="13" y="432"/>
                    </a:lnTo>
                    <a:lnTo>
                      <a:pt x="13" y="418"/>
                    </a:lnTo>
                    <a:lnTo>
                      <a:pt x="22" y="397"/>
                    </a:lnTo>
                    <a:lnTo>
                      <a:pt x="22" y="377"/>
                    </a:lnTo>
                    <a:lnTo>
                      <a:pt x="25" y="369"/>
                    </a:lnTo>
                    <a:lnTo>
                      <a:pt x="19" y="363"/>
                    </a:lnTo>
                    <a:lnTo>
                      <a:pt x="19" y="363"/>
                    </a:lnTo>
                    <a:lnTo>
                      <a:pt x="19" y="362"/>
                    </a:lnTo>
                    <a:lnTo>
                      <a:pt x="26" y="360"/>
                    </a:lnTo>
                    <a:lnTo>
                      <a:pt x="25" y="357"/>
                    </a:lnTo>
                    <a:lnTo>
                      <a:pt x="19" y="356"/>
                    </a:lnTo>
                    <a:lnTo>
                      <a:pt x="19" y="356"/>
                    </a:lnTo>
                    <a:lnTo>
                      <a:pt x="19" y="347"/>
                    </a:lnTo>
                    <a:lnTo>
                      <a:pt x="16" y="323"/>
                    </a:lnTo>
                    <a:lnTo>
                      <a:pt x="22" y="310"/>
                    </a:lnTo>
                    <a:lnTo>
                      <a:pt x="19" y="301"/>
                    </a:lnTo>
                    <a:lnTo>
                      <a:pt x="21" y="280"/>
                    </a:lnTo>
                    <a:lnTo>
                      <a:pt x="26" y="261"/>
                    </a:lnTo>
                    <a:lnTo>
                      <a:pt x="29" y="254"/>
                    </a:lnTo>
                    <a:lnTo>
                      <a:pt x="28" y="242"/>
                    </a:lnTo>
                    <a:lnTo>
                      <a:pt x="29" y="224"/>
                    </a:lnTo>
                    <a:lnTo>
                      <a:pt x="37" y="214"/>
                    </a:lnTo>
                    <a:lnTo>
                      <a:pt x="37" y="200"/>
                    </a:lnTo>
                    <a:lnTo>
                      <a:pt x="46" y="183"/>
                    </a:lnTo>
                    <a:lnTo>
                      <a:pt x="44" y="171"/>
                    </a:lnTo>
                    <a:lnTo>
                      <a:pt x="37" y="145"/>
                    </a:lnTo>
                    <a:lnTo>
                      <a:pt x="37" y="138"/>
                    </a:lnTo>
                    <a:lnTo>
                      <a:pt x="44" y="123"/>
                    </a:lnTo>
                    <a:lnTo>
                      <a:pt x="44" y="110"/>
                    </a:lnTo>
                    <a:lnTo>
                      <a:pt x="50" y="92"/>
                    </a:lnTo>
                    <a:lnTo>
                      <a:pt x="56" y="85"/>
                    </a:lnTo>
                    <a:lnTo>
                      <a:pt x="58" y="79"/>
                    </a:lnTo>
                    <a:lnTo>
                      <a:pt x="65" y="73"/>
                    </a:lnTo>
                    <a:lnTo>
                      <a:pt x="62" y="54"/>
                    </a:lnTo>
                    <a:lnTo>
                      <a:pt x="64" y="39"/>
                    </a:lnTo>
                    <a:lnTo>
                      <a:pt x="64" y="39"/>
                    </a:lnTo>
                    <a:lnTo>
                      <a:pt x="80" y="31"/>
                    </a:lnTo>
                    <a:lnTo>
                      <a:pt x="81" y="21"/>
                    </a:lnTo>
                    <a:lnTo>
                      <a:pt x="80" y="15"/>
                    </a:lnTo>
                    <a:lnTo>
                      <a:pt x="80" y="15"/>
                    </a:lnTo>
                    <a:lnTo>
                      <a:pt x="93" y="0"/>
                    </a:lnTo>
                    <a:lnTo>
                      <a:pt x="95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94" name="ARGINTINA">
                <a:extLst>
                  <a:ext uri="{FF2B5EF4-FFF2-40B4-BE49-F238E27FC236}">
                    <a16:creationId xmlns:a16="http://schemas.microsoft.com/office/drawing/2014/main" id="{08D3C54E-94F0-C7CD-E27F-8F9EBA42C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414" y="5961486"/>
                <a:ext cx="29721" cy="9145"/>
              </a:xfrm>
              <a:custGeom>
                <a:avLst/>
                <a:gdLst>
                  <a:gd name="T0" fmla="*/ 13 w 13"/>
                  <a:gd name="T1" fmla="*/ 0 h 4"/>
                  <a:gd name="T2" fmla="*/ 13 w 13"/>
                  <a:gd name="T3" fmla="*/ 0 h 4"/>
                  <a:gd name="T4" fmla="*/ 13 w 13"/>
                  <a:gd name="T5" fmla="*/ 0 h 4"/>
                  <a:gd name="T6" fmla="*/ 3 w 13"/>
                  <a:gd name="T7" fmla="*/ 4 h 4"/>
                  <a:gd name="T8" fmla="*/ 3 w 13"/>
                  <a:gd name="T9" fmla="*/ 4 h 4"/>
                  <a:gd name="T10" fmla="*/ 1 w 13"/>
                  <a:gd name="T11" fmla="*/ 4 h 4"/>
                  <a:gd name="T12" fmla="*/ 0 w 13"/>
                  <a:gd name="T13" fmla="*/ 3 h 4"/>
                  <a:gd name="T14" fmla="*/ 0 w 13"/>
                  <a:gd name="T15" fmla="*/ 3 h 4"/>
                  <a:gd name="T16" fmla="*/ 3 w 13"/>
                  <a:gd name="T17" fmla="*/ 0 h 4"/>
                  <a:gd name="T18" fmla="*/ 3 w 13"/>
                  <a:gd name="T19" fmla="*/ 0 h 4"/>
                  <a:gd name="T20" fmla="*/ 4 w 13"/>
                  <a:gd name="T21" fmla="*/ 0 h 4"/>
                  <a:gd name="T22" fmla="*/ 7 w 13"/>
                  <a:gd name="T23" fmla="*/ 0 h 4"/>
                  <a:gd name="T24" fmla="*/ 10 w 13"/>
                  <a:gd name="T25" fmla="*/ 0 h 4"/>
                  <a:gd name="T26" fmla="*/ 12 w 13"/>
                  <a:gd name="T27" fmla="*/ 0 h 4"/>
                  <a:gd name="T28" fmla="*/ 13 w 13"/>
                  <a:gd name="T2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" h="4">
                    <a:moveTo>
                      <a:pt x="13" y="0"/>
                    </a:moveTo>
                    <a:lnTo>
                      <a:pt x="13" y="0"/>
                    </a:lnTo>
                    <a:lnTo>
                      <a:pt x="13" y="0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95" name="ARGINTINA">
                <a:extLst>
                  <a:ext uri="{FF2B5EF4-FFF2-40B4-BE49-F238E27FC236}">
                    <a16:creationId xmlns:a16="http://schemas.microsoft.com/office/drawing/2014/main" id="{4E9C3CD0-EAF0-E200-8605-9F8047FA9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7531" y="5854034"/>
                <a:ext cx="107452" cy="123455"/>
              </a:xfrm>
              <a:custGeom>
                <a:avLst/>
                <a:gdLst>
                  <a:gd name="T0" fmla="*/ 0 w 47"/>
                  <a:gd name="T1" fmla="*/ 0 h 54"/>
                  <a:gd name="T2" fmla="*/ 2 w 47"/>
                  <a:gd name="T3" fmla="*/ 0 h 54"/>
                  <a:gd name="T4" fmla="*/ 7 w 47"/>
                  <a:gd name="T5" fmla="*/ 10 h 54"/>
                  <a:gd name="T6" fmla="*/ 7 w 47"/>
                  <a:gd name="T7" fmla="*/ 11 h 54"/>
                  <a:gd name="T8" fmla="*/ 7 w 47"/>
                  <a:gd name="T9" fmla="*/ 11 h 54"/>
                  <a:gd name="T10" fmla="*/ 3 w 47"/>
                  <a:gd name="T11" fmla="*/ 13 h 54"/>
                  <a:gd name="T12" fmla="*/ 10 w 47"/>
                  <a:gd name="T13" fmla="*/ 23 h 54"/>
                  <a:gd name="T14" fmla="*/ 34 w 47"/>
                  <a:gd name="T15" fmla="*/ 43 h 54"/>
                  <a:gd name="T16" fmla="*/ 47 w 47"/>
                  <a:gd name="T17" fmla="*/ 46 h 54"/>
                  <a:gd name="T18" fmla="*/ 47 w 47"/>
                  <a:gd name="T19" fmla="*/ 46 h 54"/>
                  <a:gd name="T20" fmla="*/ 47 w 47"/>
                  <a:gd name="T21" fmla="*/ 47 h 54"/>
                  <a:gd name="T22" fmla="*/ 42 w 47"/>
                  <a:gd name="T23" fmla="*/ 51 h 54"/>
                  <a:gd name="T24" fmla="*/ 42 w 47"/>
                  <a:gd name="T25" fmla="*/ 53 h 54"/>
                  <a:gd name="T26" fmla="*/ 39 w 47"/>
                  <a:gd name="T27" fmla="*/ 53 h 54"/>
                  <a:gd name="T28" fmla="*/ 36 w 47"/>
                  <a:gd name="T29" fmla="*/ 53 h 54"/>
                  <a:gd name="T30" fmla="*/ 34 w 47"/>
                  <a:gd name="T31" fmla="*/ 54 h 54"/>
                  <a:gd name="T32" fmla="*/ 31 w 47"/>
                  <a:gd name="T33" fmla="*/ 54 h 54"/>
                  <a:gd name="T34" fmla="*/ 31 w 47"/>
                  <a:gd name="T35" fmla="*/ 54 h 54"/>
                  <a:gd name="T36" fmla="*/ 31 w 47"/>
                  <a:gd name="T37" fmla="*/ 54 h 54"/>
                  <a:gd name="T38" fmla="*/ 7 w 47"/>
                  <a:gd name="T39" fmla="*/ 48 h 54"/>
                  <a:gd name="T40" fmla="*/ 2 w 47"/>
                  <a:gd name="T41" fmla="*/ 51 h 54"/>
                  <a:gd name="T42" fmla="*/ 2 w 47"/>
                  <a:gd name="T43" fmla="*/ 51 h 54"/>
                  <a:gd name="T44" fmla="*/ 0 w 47"/>
                  <a:gd name="T45" fmla="*/ 51 h 54"/>
                  <a:gd name="T46" fmla="*/ 0 w 47"/>
                  <a:gd name="T47" fmla="*/ 50 h 54"/>
                  <a:gd name="T48" fmla="*/ 0 w 47"/>
                  <a:gd name="T49" fmla="*/ 1 h 54"/>
                  <a:gd name="T50" fmla="*/ 0 w 47"/>
                  <a:gd name="T51" fmla="*/ 0 h 54"/>
                  <a:gd name="T52" fmla="*/ 0 w 47"/>
                  <a:gd name="T53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7" h="54">
                    <a:moveTo>
                      <a:pt x="0" y="0"/>
                    </a:moveTo>
                    <a:lnTo>
                      <a:pt x="2" y="0"/>
                    </a:lnTo>
                    <a:lnTo>
                      <a:pt x="7" y="10"/>
                    </a:lnTo>
                    <a:lnTo>
                      <a:pt x="7" y="11"/>
                    </a:lnTo>
                    <a:lnTo>
                      <a:pt x="7" y="11"/>
                    </a:lnTo>
                    <a:lnTo>
                      <a:pt x="3" y="13"/>
                    </a:lnTo>
                    <a:lnTo>
                      <a:pt x="10" y="23"/>
                    </a:lnTo>
                    <a:lnTo>
                      <a:pt x="34" y="43"/>
                    </a:lnTo>
                    <a:lnTo>
                      <a:pt x="47" y="46"/>
                    </a:lnTo>
                    <a:lnTo>
                      <a:pt x="47" y="46"/>
                    </a:lnTo>
                    <a:lnTo>
                      <a:pt x="47" y="47"/>
                    </a:lnTo>
                    <a:lnTo>
                      <a:pt x="42" y="51"/>
                    </a:lnTo>
                    <a:lnTo>
                      <a:pt x="42" y="53"/>
                    </a:lnTo>
                    <a:lnTo>
                      <a:pt x="39" y="53"/>
                    </a:lnTo>
                    <a:lnTo>
                      <a:pt x="36" y="53"/>
                    </a:lnTo>
                    <a:lnTo>
                      <a:pt x="34" y="54"/>
                    </a:lnTo>
                    <a:lnTo>
                      <a:pt x="31" y="54"/>
                    </a:lnTo>
                    <a:lnTo>
                      <a:pt x="31" y="54"/>
                    </a:lnTo>
                    <a:lnTo>
                      <a:pt x="31" y="54"/>
                    </a:lnTo>
                    <a:lnTo>
                      <a:pt x="7" y="48"/>
                    </a:lnTo>
                    <a:lnTo>
                      <a:pt x="2" y="51"/>
                    </a:lnTo>
                    <a:lnTo>
                      <a:pt x="2" y="51"/>
                    </a:lnTo>
                    <a:lnTo>
                      <a:pt x="0" y="51"/>
                    </a:lnTo>
                    <a:lnTo>
                      <a:pt x="0" y="50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  <p:sp>
          <p:nvSpPr>
            <p:cNvPr id="1154" name="BOLIVIA">
              <a:extLst>
                <a:ext uri="{FF2B5EF4-FFF2-40B4-BE49-F238E27FC236}">
                  <a16:creationId xmlns:a16="http://schemas.microsoft.com/office/drawing/2014/main" id="{3CBE9B0E-8C5D-3BD2-CE9A-B96E50F40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7508" y="7821784"/>
              <a:ext cx="542378" cy="621833"/>
            </a:xfrm>
            <a:custGeom>
              <a:avLst/>
              <a:gdLst>
                <a:gd name="T0" fmla="*/ 55 w 157"/>
                <a:gd name="T1" fmla="*/ 0 h 180"/>
                <a:gd name="T2" fmla="*/ 56 w 157"/>
                <a:gd name="T3" fmla="*/ 22 h 180"/>
                <a:gd name="T4" fmla="*/ 68 w 157"/>
                <a:gd name="T5" fmla="*/ 35 h 180"/>
                <a:gd name="T6" fmla="*/ 83 w 157"/>
                <a:gd name="T7" fmla="*/ 38 h 180"/>
                <a:gd name="T8" fmla="*/ 98 w 157"/>
                <a:gd name="T9" fmla="*/ 46 h 180"/>
                <a:gd name="T10" fmla="*/ 111 w 157"/>
                <a:gd name="T11" fmla="*/ 50 h 180"/>
                <a:gd name="T12" fmla="*/ 123 w 157"/>
                <a:gd name="T13" fmla="*/ 68 h 180"/>
                <a:gd name="T14" fmla="*/ 121 w 157"/>
                <a:gd name="T15" fmla="*/ 75 h 180"/>
                <a:gd name="T16" fmla="*/ 146 w 157"/>
                <a:gd name="T17" fmla="*/ 89 h 180"/>
                <a:gd name="T18" fmla="*/ 148 w 157"/>
                <a:gd name="T19" fmla="*/ 102 h 180"/>
                <a:gd name="T20" fmla="*/ 152 w 157"/>
                <a:gd name="T21" fmla="*/ 103 h 180"/>
                <a:gd name="T22" fmla="*/ 154 w 157"/>
                <a:gd name="T23" fmla="*/ 140 h 180"/>
                <a:gd name="T24" fmla="*/ 151 w 157"/>
                <a:gd name="T25" fmla="*/ 142 h 180"/>
                <a:gd name="T26" fmla="*/ 151 w 157"/>
                <a:gd name="T27" fmla="*/ 142 h 180"/>
                <a:gd name="T28" fmla="*/ 138 w 157"/>
                <a:gd name="T29" fmla="*/ 130 h 180"/>
                <a:gd name="T30" fmla="*/ 102 w 157"/>
                <a:gd name="T31" fmla="*/ 137 h 180"/>
                <a:gd name="T32" fmla="*/ 96 w 157"/>
                <a:gd name="T33" fmla="*/ 158 h 180"/>
                <a:gd name="T34" fmla="*/ 92 w 157"/>
                <a:gd name="T35" fmla="*/ 173 h 180"/>
                <a:gd name="T36" fmla="*/ 90 w 157"/>
                <a:gd name="T37" fmla="*/ 173 h 180"/>
                <a:gd name="T38" fmla="*/ 74 w 157"/>
                <a:gd name="T39" fmla="*/ 169 h 180"/>
                <a:gd name="T40" fmla="*/ 69 w 157"/>
                <a:gd name="T41" fmla="*/ 177 h 180"/>
                <a:gd name="T42" fmla="*/ 69 w 157"/>
                <a:gd name="T43" fmla="*/ 177 h 180"/>
                <a:gd name="T44" fmla="*/ 50 w 157"/>
                <a:gd name="T45" fmla="*/ 170 h 180"/>
                <a:gd name="T46" fmla="*/ 32 w 157"/>
                <a:gd name="T47" fmla="*/ 180 h 180"/>
                <a:gd name="T48" fmla="*/ 22 w 157"/>
                <a:gd name="T49" fmla="*/ 179 h 180"/>
                <a:gd name="T50" fmla="*/ 16 w 157"/>
                <a:gd name="T51" fmla="*/ 152 h 180"/>
                <a:gd name="T52" fmla="*/ 10 w 157"/>
                <a:gd name="T53" fmla="*/ 143 h 180"/>
                <a:gd name="T54" fmla="*/ 10 w 157"/>
                <a:gd name="T55" fmla="*/ 139 h 180"/>
                <a:gd name="T56" fmla="*/ 13 w 157"/>
                <a:gd name="T57" fmla="*/ 130 h 180"/>
                <a:gd name="T58" fmla="*/ 7 w 157"/>
                <a:gd name="T59" fmla="*/ 126 h 180"/>
                <a:gd name="T60" fmla="*/ 0 w 157"/>
                <a:gd name="T61" fmla="*/ 106 h 180"/>
                <a:gd name="T62" fmla="*/ 0 w 157"/>
                <a:gd name="T63" fmla="*/ 103 h 180"/>
                <a:gd name="T64" fmla="*/ 3 w 157"/>
                <a:gd name="T65" fmla="*/ 84 h 180"/>
                <a:gd name="T66" fmla="*/ 6 w 157"/>
                <a:gd name="T67" fmla="*/ 74 h 180"/>
                <a:gd name="T68" fmla="*/ 4 w 157"/>
                <a:gd name="T69" fmla="*/ 66 h 180"/>
                <a:gd name="T70" fmla="*/ 7 w 157"/>
                <a:gd name="T71" fmla="*/ 43 h 180"/>
                <a:gd name="T72" fmla="*/ 0 w 157"/>
                <a:gd name="T73" fmla="*/ 17 h 180"/>
                <a:gd name="T74" fmla="*/ 0 w 157"/>
                <a:gd name="T75" fmla="*/ 16 h 180"/>
                <a:gd name="T76" fmla="*/ 3 w 157"/>
                <a:gd name="T77" fmla="*/ 17 h 180"/>
                <a:gd name="T78" fmla="*/ 10 w 157"/>
                <a:gd name="T79" fmla="*/ 17 h 180"/>
                <a:gd name="T80" fmla="*/ 16 w 157"/>
                <a:gd name="T81" fmla="*/ 19 h 180"/>
                <a:gd name="T82" fmla="*/ 26 w 157"/>
                <a:gd name="T83" fmla="*/ 13 h 180"/>
                <a:gd name="T84" fmla="*/ 38 w 157"/>
                <a:gd name="T85" fmla="*/ 3 h 180"/>
                <a:gd name="T86" fmla="*/ 44 w 157"/>
                <a:gd name="T87" fmla="*/ 1 h 180"/>
                <a:gd name="T88" fmla="*/ 52 w 157"/>
                <a:gd name="T89" fmla="*/ 0 h 180"/>
                <a:gd name="T90" fmla="*/ 55 w 157"/>
                <a:gd name="T91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7" h="180">
                  <a:moveTo>
                    <a:pt x="55" y="0"/>
                  </a:moveTo>
                  <a:lnTo>
                    <a:pt x="55" y="0"/>
                  </a:lnTo>
                  <a:lnTo>
                    <a:pt x="57" y="7"/>
                  </a:lnTo>
                  <a:lnTo>
                    <a:pt x="56" y="22"/>
                  </a:lnTo>
                  <a:lnTo>
                    <a:pt x="59" y="31"/>
                  </a:lnTo>
                  <a:lnTo>
                    <a:pt x="68" y="35"/>
                  </a:lnTo>
                  <a:lnTo>
                    <a:pt x="83" y="38"/>
                  </a:lnTo>
                  <a:lnTo>
                    <a:pt x="83" y="38"/>
                  </a:lnTo>
                  <a:lnTo>
                    <a:pt x="87" y="43"/>
                  </a:lnTo>
                  <a:lnTo>
                    <a:pt x="98" y="46"/>
                  </a:lnTo>
                  <a:lnTo>
                    <a:pt x="103" y="50"/>
                  </a:lnTo>
                  <a:lnTo>
                    <a:pt x="111" y="50"/>
                  </a:lnTo>
                  <a:lnTo>
                    <a:pt x="117" y="53"/>
                  </a:lnTo>
                  <a:lnTo>
                    <a:pt x="123" y="68"/>
                  </a:lnTo>
                  <a:lnTo>
                    <a:pt x="123" y="68"/>
                  </a:lnTo>
                  <a:lnTo>
                    <a:pt x="121" y="75"/>
                  </a:lnTo>
                  <a:lnTo>
                    <a:pt x="126" y="89"/>
                  </a:lnTo>
                  <a:lnTo>
                    <a:pt x="146" y="89"/>
                  </a:lnTo>
                  <a:lnTo>
                    <a:pt x="148" y="90"/>
                  </a:lnTo>
                  <a:lnTo>
                    <a:pt x="148" y="102"/>
                  </a:lnTo>
                  <a:lnTo>
                    <a:pt x="152" y="103"/>
                  </a:lnTo>
                  <a:lnTo>
                    <a:pt x="152" y="103"/>
                  </a:lnTo>
                  <a:lnTo>
                    <a:pt x="157" y="114"/>
                  </a:lnTo>
                  <a:lnTo>
                    <a:pt x="154" y="140"/>
                  </a:lnTo>
                  <a:lnTo>
                    <a:pt x="154" y="140"/>
                  </a:lnTo>
                  <a:lnTo>
                    <a:pt x="151" y="142"/>
                  </a:lnTo>
                  <a:lnTo>
                    <a:pt x="151" y="142"/>
                  </a:lnTo>
                  <a:lnTo>
                    <a:pt x="151" y="142"/>
                  </a:lnTo>
                  <a:lnTo>
                    <a:pt x="143" y="133"/>
                  </a:lnTo>
                  <a:lnTo>
                    <a:pt x="138" y="130"/>
                  </a:lnTo>
                  <a:lnTo>
                    <a:pt x="127" y="130"/>
                  </a:lnTo>
                  <a:lnTo>
                    <a:pt x="102" y="137"/>
                  </a:lnTo>
                  <a:lnTo>
                    <a:pt x="96" y="149"/>
                  </a:lnTo>
                  <a:lnTo>
                    <a:pt x="96" y="158"/>
                  </a:lnTo>
                  <a:lnTo>
                    <a:pt x="92" y="173"/>
                  </a:lnTo>
                  <a:lnTo>
                    <a:pt x="92" y="173"/>
                  </a:lnTo>
                  <a:lnTo>
                    <a:pt x="90" y="173"/>
                  </a:lnTo>
                  <a:lnTo>
                    <a:pt x="90" y="173"/>
                  </a:lnTo>
                  <a:lnTo>
                    <a:pt x="84" y="170"/>
                  </a:lnTo>
                  <a:lnTo>
                    <a:pt x="74" y="169"/>
                  </a:lnTo>
                  <a:lnTo>
                    <a:pt x="71" y="177"/>
                  </a:lnTo>
                  <a:lnTo>
                    <a:pt x="69" y="177"/>
                  </a:lnTo>
                  <a:lnTo>
                    <a:pt x="69" y="177"/>
                  </a:lnTo>
                  <a:lnTo>
                    <a:pt x="69" y="177"/>
                  </a:lnTo>
                  <a:lnTo>
                    <a:pt x="63" y="172"/>
                  </a:lnTo>
                  <a:lnTo>
                    <a:pt x="50" y="170"/>
                  </a:lnTo>
                  <a:lnTo>
                    <a:pt x="46" y="166"/>
                  </a:lnTo>
                  <a:lnTo>
                    <a:pt x="32" y="180"/>
                  </a:lnTo>
                  <a:lnTo>
                    <a:pt x="32" y="180"/>
                  </a:lnTo>
                  <a:lnTo>
                    <a:pt x="22" y="179"/>
                  </a:lnTo>
                  <a:lnTo>
                    <a:pt x="20" y="179"/>
                  </a:lnTo>
                  <a:lnTo>
                    <a:pt x="16" y="152"/>
                  </a:lnTo>
                  <a:lnTo>
                    <a:pt x="10" y="143"/>
                  </a:lnTo>
                  <a:lnTo>
                    <a:pt x="10" y="143"/>
                  </a:lnTo>
                  <a:lnTo>
                    <a:pt x="10" y="139"/>
                  </a:lnTo>
                  <a:lnTo>
                    <a:pt x="10" y="139"/>
                  </a:lnTo>
                  <a:lnTo>
                    <a:pt x="13" y="136"/>
                  </a:lnTo>
                  <a:lnTo>
                    <a:pt x="13" y="130"/>
                  </a:lnTo>
                  <a:lnTo>
                    <a:pt x="7" y="126"/>
                  </a:lnTo>
                  <a:lnTo>
                    <a:pt x="7" y="126"/>
                  </a:lnTo>
                  <a:lnTo>
                    <a:pt x="6" y="112"/>
                  </a:lnTo>
                  <a:lnTo>
                    <a:pt x="0" y="106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7" y="92"/>
                  </a:lnTo>
                  <a:lnTo>
                    <a:pt x="3" y="84"/>
                  </a:lnTo>
                  <a:lnTo>
                    <a:pt x="3" y="78"/>
                  </a:lnTo>
                  <a:lnTo>
                    <a:pt x="6" y="74"/>
                  </a:lnTo>
                  <a:lnTo>
                    <a:pt x="3" y="68"/>
                  </a:lnTo>
                  <a:lnTo>
                    <a:pt x="4" y="66"/>
                  </a:lnTo>
                  <a:lnTo>
                    <a:pt x="7" y="63"/>
                  </a:lnTo>
                  <a:lnTo>
                    <a:pt x="7" y="43"/>
                  </a:lnTo>
                  <a:lnTo>
                    <a:pt x="10" y="3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1" y="16"/>
                  </a:lnTo>
                  <a:lnTo>
                    <a:pt x="3" y="17"/>
                  </a:lnTo>
                  <a:lnTo>
                    <a:pt x="7" y="17"/>
                  </a:lnTo>
                  <a:lnTo>
                    <a:pt x="10" y="17"/>
                  </a:lnTo>
                  <a:lnTo>
                    <a:pt x="13" y="17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26" y="13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41" y="1"/>
                  </a:lnTo>
                  <a:lnTo>
                    <a:pt x="44" y="1"/>
                  </a:lnTo>
                  <a:lnTo>
                    <a:pt x="47" y="1"/>
                  </a:lnTo>
                  <a:lnTo>
                    <a:pt x="52" y="0"/>
                  </a:lnTo>
                  <a:lnTo>
                    <a:pt x="53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grpSp>
          <p:nvGrpSpPr>
            <p:cNvPr id="1155" name="BRAZIL">
              <a:extLst>
                <a:ext uri="{FF2B5EF4-FFF2-40B4-BE49-F238E27FC236}">
                  <a16:creationId xmlns:a16="http://schemas.microsoft.com/office/drawing/2014/main" id="{C30E6B3C-3722-FA3F-9090-FE3813DD568B}"/>
                </a:ext>
              </a:extLst>
            </p:cNvPr>
            <p:cNvGrpSpPr/>
            <p:nvPr userDrawn="1"/>
          </p:nvGrpSpPr>
          <p:grpSpPr>
            <a:xfrm>
              <a:off x="8327505" y="7155042"/>
              <a:ext cx="1761859" cy="1848225"/>
              <a:chOff x="8327505" y="7155042"/>
              <a:chExt cx="1761859" cy="1848225"/>
            </a:xfrm>
            <a:grpFill/>
          </p:grpSpPr>
          <p:sp>
            <p:nvSpPr>
              <p:cNvPr id="1191" name="BRAZIL">
                <a:extLst>
                  <a:ext uri="{FF2B5EF4-FFF2-40B4-BE49-F238E27FC236}">
                    <a16:creationId xmlns:a16="http://schemas.microsoft.com/office/drawing/2014/main" id="{CC48D57B-E3EA-41E6-FDCB-502159E89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7708" y="7396863"/>
                <a:ext cx="100185" cy="76002"/>
              </a:xfrm>
              <a:custGeom>
                <a:avLst/>
                <a:gdLst>
                  <a:gd name="T0" fmla="*/ 23 w 29"/>
                  <a:gd name="T1" fmla="*/ 0 h 22"/>
                  <a:gd name="T2" fmla="*/ 29 w 29"/>
                  <a:gd name="T3" fmla="*/ 1 h 22"/>
                  <a:gd name="T4" fmla="*/ 29 w 29"/>
                  <a:gd name="T5" fmla="*/ 2 h 22"/>
                  <a:gd name="T6" fmla="*/ 28 w 29"/>
                  <a:gd name="T7" fmla="*/ 8 h 22"/>
                  <a:gd name="T8" fmla="*/ 20 w 29"/>
                  <a:gd name="T9" fmla="*/ 19 h 22"/>
                  <a:gd name="T10" fmla="*/ 10 w 29"/>
                  <a:gd name="T11" fmla="*/ 22 h 22"/>
                  <a:gd name="T12" fmla="*/ 10 w 29"/>
                  <a:gd name="T13" fmla="*/ 22 h 22"/>
                  <a:gd name="T14" fmla="*/ 10 w 29"/>
                  <a:gd name="T15" fmla="*/ 22 h 22"/>
                  <a:gd name="T16" fmla="*/ 1 w 29"/>
                  <a:gd name="T17" fmla="*/ 19 h 22"/>
                  <a:gd name="T18" fmla="*/ 1 w 29"/>
                  <a:gd name="T19" fmla="*/ 19 h 22"/>
                  <a:gd name="T20" fmla="*/ 0 w 29"/>
                  <a:gd name="T21" fmla="*/ 4 h 22"/>
                  <a:gd name="T22" fmla="*/ 0 w 29"/>
                  <a:gd name="T23" fmla="*/ 2 h 22"/>
                  <a:gd name="T24" fmla="*/ 4 w 29"/>
                  <a:gd name="T25" fmla="*/ 1 h 22"/>
                  <a:gd name="T26" fmla="*/ 23 w 29"/>
                  <a:gd name="T27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22">
                    <a:moveTo>
                      <a:pt x="23" y="0"/>
                    </a:moveTo>
                    <a:lnTo>
                      <a:pt x="29" y="1"/>
                    </a:lnTo>
                    <a:lnTo>
                      <a:pt x="29" y="2"/>
                    </a:lnTo>
                    <a:lnTo>
                      <a:pt x="28" y="8"/>
                    </a:lnTo>
                    <a:lnTo>
                      <a:pt x="20" y="19"/>
                    </a:lnTo>
                    <a:lnTo>
                      <a:pt x="10" y="22"/>
                    </a:lnTo>
                    <a:lnTo>
                      <a:pt x="10" y="22"/>
                    </a:lnTo>
                    <a:lnTo>
                      <a:pt x="10" y="22"/>
                    </a:lnTo>
                    <a:lnTo>
                      <a:pt x="1" y="19"/>
                    </a:lnTo>
                    <a:lnTo>
                      <a:pt x="1" y="19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1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92" name="BRAZIL">
                <a:extLst>
                  <a:ext uri="{FF2B5EF4-FFF2-40B4-BE49-F238E27FC236}">
                    <a16:creationId xmlns:a16="http://schemas.microsoft.com/office/drawing/2014/main" id="{2582B339-0548-F00A-DF04-47EAEBF446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7505" y="7155042"/>
                <a:ext cx="1761859" cy="1848225"/>
              </a:xfrm>
              <a:custGeom>
                <a:avLst/>
                <a:gdLst>
                  <a:gd name="T0" fmla="*/ 182 w 510"/>
                  <a:gd name="T1" fmla="*/ 9 h 535"/>
                  <a:gd name="T2" fmla="*/ 188 w 510"/>
                  <a:gd name="T3" fmla="*/ 18 h 535"/>
                  <a:gd name="T4" fmla="*/ 187 w 510"/>
                  <a:gd name="T5" fmla="*/ 38 h 535"/>
                  <a:gd name="T6" fmla="*/ 218 w 510"/>
                  <a:gd name="T7" fmla="*/ 41 h 535"/>
                  <a:gd name="T8" fmla="*/ 237 w 510"/>
                  <a:gd name="T9" fmla="*/ 35 h 535"/>
                  <a:gd name="T10" fmla="*/ 273 w 510"/>
                  <a:gd name="T11" fmla="*/ 40 h 535"/>
                  <a:gd name="T12" fmla="*/ 293 w 510"/>
                  <a:gd name="T13" fmla="*/ 13 h 535"/>
                  <a:gd name="T14" fmla="*/ 314 w 510"/>
                  <a:gd name="T15" fmla="*/ 46 h 535"/>
                  <a:gd name="T16" fmla="*/ 296 w 510"/>
                  <a:gd name="T17" fmla="*/ 83 h 535"/>
                  <a:gd name="T18" fmla="*/ 304 w 510"/>
                  <a:gd name="T19" fmla="*/ 78 h 535"/>
                  <a:gd name="T20" fmla="*/ 305 w 510"/>
                  <a:gd name="T21" fmla="*/ 90 h 535"/>
                  <a:gd name="T22" fmla="*/ 299 w 510"/>
                  <a:gd name="T23" fmla="*/ 92 h 535"/>
                  <a:gd name="T24" fmla="*/ 321 w 510"/>
                  <a:gd name="T25" fmla="*/ 92 h 535"/>
                  <a:gd name="T26" fmla="*/ 336 w 510"/>
                  <a:gd name="T27" fmla="*/ 77 h 535"/>
                  <a:gd name="T28" fmla="*/ 372 w 510"/>
                  <a:gd name="T29" fmla="*/ 84 h 535"/>
                  <a:gd name="T30" fmla="*/ 379 w 510"/>
                  <a:gd name="T31" fmla="*/ 87 h 535"/>
                  <a:gd name="T32" fmla="*/ 387 w 510"/>
                  <a:gd name="T33" fmla="*/ 96 h 535"/>
                  <a:gd name="T34" fmla="*/ 396 w 510"/>
                  <a:gd name="T35" fmla="*/ 98 h 535"/>
                  <a:gd name="T36" fmla="*/ 443 w 510"/>
                  <a:gd name="T37" fmla="*/ 105 h 535"/>
                  <a:gd name="T38" fmla="*/ 502 w 510"/>
                  <a:gd name="T39" fmla="*/ 136 h 535"/>
                  <a:gd name="T40" fmla="*/ 490 w 510"/>
                  <a:gd name="T41" fmla="*/ 204 h 535"/>
                  <a:gd name="T42" fmla="*/ 455 w 510"/>
                  <a:gd name="T43" fmla="*/ 258 h 535"/>
                  <a:gd name="T44" fmla="*/ 445 w 510"/>
                  <a:gd name="T45" fmla="*/ 326 h 535"/>
                  <a:gd name="T46" fmla="*/ 413 w 510"/>
                  <a:gd name="T47" fmla="*/ 373 h 535"/>
                  <a:gd name="T48" fmla="*/ 382 w 510"/>
                  <a:gd name="T49" fmla="*/ 379 h 535"/>
                  <a:gd name="T50" fmla="*/ 330 w 510"/>
                  <a:gd name="T51" fmla="*/ 431 h 535"/>
                  <a:gd name="T52" fmla="*/ 329 w 510"/>
                  <a:gd name="T53" fmla="*/ 452 h 535"/>
                  <a:gd name="T54" fmla="*/ 281 w 510"/>
                  <a:gd name="T55" fmla="*/ 511 h 535"/>
                  <a:gd name="T56" fmla="*/ 267 w 510"/>
                  <a:gd name="T57" fmla="*/ 535 h 535"/>
                  <a:gd name="T58" fmla="*/ 270 w 510"/>
                  <a:gd name="T59" fmla="*/ 519 h 535"/>
                  <a:gd name="T60" fmla="*/ 238 w 510"/>
                  <a:gd name="T61" fmla="*/ 489 h 535"/>
                  <a:gd name="T62" fmla="*/ 231 w 510"/>
                  <a:gd name="T63" fmla="*/ 492 h 535"/>
                  <a:gd name="T64" fmla="*/ 219 w 510"/>
                  <a:gd name="T65" fmla="*/ 480 h 535"/>
                  <a:gd name="T66" fmla="*/ 212 w 510"/>
                  <a:gd name="T67" fmla="*/ 480 h 535"/>
                  <a:gd name="T68" fmla="*/ 264 w 510"/>
                  <a:gd name="T69" fmla="*/ 422 h 535"/>
                  <a:gd name="T70" fmla="*/ 252 w 510"/>
                  <a:gd name="T71" fmla="*/ 412 h 535"/>
                  <a:gd name="T72" fmla="*/ 240 w 510"/>
                  <a:gd name="T73" fmla="*/ 387 h 535"/>
                  <a:gd name="T74" fmla="*/ 209 w 510"/>
                  <a:gd name="T75" fmla="*/ 362 h 535"/>
                  <a:gd name="T76" fmla="*/ 207 w 510"/>
                  <a:gd name="T77" fmla="*/ 333 h 535"/>
                  <a:gd name="T78" fmla="*/ 201 w 510"/>
                  <a:gd name="T79" fmla="*/ 295 h 535"/>
                  <a:gd name="T80" fmla="*/ 175 w 510"/>
                  <a:gd name="T81" fmla="*/ 268 h 535"/>
                  <a:gd name="T82" fmla="*/ 157 w 510"/>
                  <a:gd name="T83" fmla="*/ 244 h 535"/>
                  <a:gd name="T84" fmla="*/ 141 w 510"/>
                  <a:gd name="T85" fmla="*/ 237 h 535"/>
                  <a:gd name="T86" fmla="*/ 110 w 510"/>
                  <a:gd name="T87" fmla="*/ 216 h 535"/>
                  <a:gd name="T88" fmla="*/ 83 w 510"/>
                  <a:gd name="T89" fmla="*/ 207 h 535"/>
                  <a:gd name="T90" fmla="*/ 46 w 510"/>
                  <a:gd name="T91" fmla="*/ 213 h 535"/>
                  <a:gd name="T92" fmla="*/ 43 w 510"/>
                  <a:gd name="T93" fmla="*/ 190 h 535"/>
                  <a:gd name="T94" fmla="*/ 19 w 510"/>
                  <a:gd name="T95" fmla="*/ 191 h 535"/>
                  <a:gd name="T96" fmla="*/ 12 w 510"/>
                  <a:gd name="T97" fmla="*/ 185 h 535"/>
                  <a:gd name="T98" fmla="*/ 4 w 510"/>
                  <a:gd name="T99" fmla="*/ 156 h 535"/>
                  <a:gd name="T100" fmla="*/ 29 w 510"/>
                  <a:gd name="T101" fmla="*/ 127 h 535"/>
                  <a:gd name="T102" fmla="*/ 49 w 510"/>
                  <a:gd name="T103" fmla="*/ 71 h 535"/>
                  <a:gd name="T104" fmla="*/ 61 w 510"/>
                  <a:gd name="T105" fmla="*/ 59 h 535"/>
                  <a:gd name="T106" fmla="*/ 52 w 510"/>
                  <a:gd name="T107" fmla="*/ 46 h 535"/>
                  <a:gd name="T108" fmla="*/ 72 w 510"/>
                  <a:gd name="T109" fmla="*/ 41 h 535"/>
                  <a:gd name="T110" fmla="*/ 77 w 510"/>
                  <a:gd name="T111" fmla="*/ 44 h 535"/>
                  <a:gd name="T112" fmla="*/ 89 w 510"/>
                  <a:gd name="T113" fmla="*/ 52 h 535"/>
                  <a:gd name="T114" fmla="*/ 98 w 510"/>
                  <a:gd name="T115" fmla="*/ 58 h 535"/>
                  <a:gd name="T116" fmla="*/ 138 w 510"/>
                  <a:gd name="T117" fmla="*/ 40 h 535"/>
                  <a:gd name="T118" fmla="*/ 124 w 510"/>
                  <a:gd name="T119" fmla="*/ 28 h 535"/>
                  <a:gd name="T120" fmla="*/ 118 w 510"/>
                  <a:gd name="T121" fmla="*/ 12 h 535"/>
                  <a:gd name="T122" fmla="*/ 142 w 510"/>
                  <a:gd name="T123" fmla="*/ 18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510" h="535">
                    <a:moveTo>
                      <a:pt x="173" y="0"/>
                    </a:moveTo>
                    <a:lnTo>
                      <a:pt x="181" y="0"/>
                    </a:lnTo>
                    <a:lnTo>
                      <a:pt x="182" y="1"/>
                    </a:lnTo>
                    <a:lnTo>
                      <a:pt x="182" y="9"/>
                    </a:lnTo>
                    <a:lnTo>
                      <a:pt x="187" y="9"/>
                    </a:lnTo>
                    <a:lnTo>
                      <a:pt x="187" y="10"/>
                    </a:lnTo>
                    <a:lnTo>
                      <a:pt x="188" y="18"/>
                    </a:lnTo>
                    <a:lnTo>
                      <a:pt x="188" y="18"/>
                    </a:lnTo>
                    <a:lnTo>
                      <a:pt x="185" y="21"/>
                    </a:lnTo>
                    <a:lnTo>
                      <a:pt x="184" y="35"/>
                    </a:lnTo>
                    <a:lnTo>
                      <a:pt x="187" y="38"/>
                    </a:lnTo>
                    <a:lnTo>
                      <a:pt x="187" y="38"/>
                    </a:lnTo>
                    <a:lnTo>
                      <a:pt x="187" y="44"/>
                    </a:lnTo>
                    <a:lnTo>
                      <a:pt x="191" y="47"/>
                    </a:lnTo>
                    <a:lnTo>
                      <a:pt x="200" y="50"/>
                    </a:lnTo>
                    <a:lnTo>
                      <a:pt x="218" y="41"/>
                    </a:lnTo>
                    <a:lnTo>
                      <a:pt x="228" y="43"/>
                    </a:lnTo>
                    <a:lnTo>
                      <a:pt x="234" y="43"/>
                    </a:lnTo>
                    <a:lnTo>
                      <a:pt x="237" y="37"/>
                    </a:lnTo>
                    <a:lnTo>
                      <a:pt x="237" y="35"/>
                    </a:lnTo>
                    <a:lnTo>
                      <a:pt x="247" y="34"/>
                    </a:lnTo>
                    <a:lnTo>
                      <a:pt x="255" y="37"/>
                    </a:lnTo>
                    <a:lnTo>
                      <a:pt x="261" y="41"/>
                    </a:lnTo>
                    <a:lnTo>
                      <a:pt x="273" y="40"/>
                    </a:lnTo>
                    <a:lnTo>
                      <a:pt x="280" y="34"/>
                    </a:lnTo>
                    <a:lnTo>
                      <a:pt x="292" y="15"/>
                    </a:lnTo>
                    <a:lnTo>
                      <a:pt x="293" y="13"/>
                    </a:lnTo>
                    <a:lnTo>
                      <a:pt x="293" y="13"/>
                    </a:lnTo>
                    <a:lnTo>
                      <a:pt x="295" y="13"/>
                    </a:lnTo>
                    <a:lnTo>
                      <a:pt x="298" y="16"/>
                    </a:lnTo>
                    <a:lnTo>
                      <a:pt x="308" y="44"/>
                    </a:lnTo>
                    <a:lnTo>
                      <a:pt x="314" y="46"/>
                    </a:lnTo>
                    <a:lnTo>
                      <a:pt x="314" y="47"/>
                    </a:lnTo>
                    <a:lnTo>
                      <a:pt x="313" y="55"/>
                    </a:lnTo>
                    <a:lnTo>
                      <a:pt x="295" y="74"/>
                    </a:lnTo>
                    <a:lnTo>
                      <a:pt x="296" y="83"/>
                    </a:lnTo>
                    <a:lnTo>
                      <a:pt x="302" y="78"/>
                    </a:lnTo>
                    <a:lnTo>
                      <a:pt x="304" y="77"/>
                    </a:lnTo>
                    <a:lnTo>
                      <a:pt x="304" y="78"/>
                    </a:lnTo>
                    <a:lnTo>
                      <a:pt x="304" y="78"/>
                    </a:lnTo>
                    <a:lnTo>
                      <a:pt x="302" y="81"/>
                    </a:lnTo>
                    <a:lnTo>
                      <a:pt x="304" y="84"/>
                    </a:lnTo>
                    <a:lnTo>
                      <a:pt x="305" y="84"/>
                    </a:lnTo>
                    <a:lnTo>
                      <a:pt x="305" y="90"/>
                    </a:lnTo>
                    <a:lnTo>
                      <a:pt x="304" y="92"/>
                    </a:lnTo>
                    <a:lnTo>
                      <a:pt x="295" y="92"/>
                    </a:lnTo>
                    <a:lnTo>
                      <a:pt x="295" y="92"/>
                    </a:lnTo>
                    <a:lnTo>
                      <a:pt x="299" y="92"/>
                    </a:lnTo>
                    <a:lnTo>
                      <a:pt x="308" y="92"/>
                    </a:lnTo>
                    <a:lnTo>
                      <a:pt x="317" y="92"/>
                    </a:lnTo>
                    <a:lnTo>
                      <a:pt x="320" y="90"/>
                    </a:lnTo>
                    <a:lnTo>
                      <a:pt x="321" y="92"/>
                    </a:lnTo>
                    <a:lnTo>
                      <a:pt x="321" y="98"/>
                    </a:lnTo>
                    <a:lnTo>
                      <a:pt x="326" y="90"/>
                    </a:lnTo>
                    <a:lnTo>
                      <a:pt x="332" y="87"/>
                    </a:lnTo>
                    <a:lnTo>
                      <a:pt x="336" y="77"/>
                    </a:lnTo>
                    <a:lnTo>
                      <a:pt x="338" y="77"/>
                    </a:lnTo>
                    <a:lnTo>
                      <a:pt x="350" y="77"/>
                    </a:lnTo>
                    <a:lnTo>
                      <a:pt x="372" y="84"/>
                    </a:lnTo>
                    <a:lnTo>
                      <a:pt x="372" y="84"/>
                    </a:lnTo>
                    <a:lnTo>
                      <a:pt x="373" y="89"/>
                    </a:lnTo>
                    <a:lnTo>
                      <a:pt x="379" y="87"/>
                    </a:lnTo>
                    <a:lnTo>
                      <a:pt x="379" y="87"/>
                    </a:lnTo>
                    <a:lnTo>
                      <a:pt x="379" y="87"/>
                    </a:lnTo>
                    <a:lnTo>
                      <a:pt x="384" y="92"/>
                    </a:lnTo>
                    <a:lnTo>
                      <a:pt x="384" y="93"/>
                    </a:lnTo>
                    <a:lnTo>
                      <a:pt x="382" y="96"/>
                    </a:lnTo>
                    <a:lnTo>
                      <a:pt x="387" y="96"/>
                    </a:lnTo>
                    <a:lnTo>
                      <a:pt x="387" y="98"/>
                    </a:lnTo>
                    <a:lnTo>
                      <a:pt x="387" y="98"/>
                    </a:lnTo>
                    <a:lnTo>
                      <a:pt x="385" y="102"/>
                    </a:lnTo>
                    <a:lnTo>
                      <a:pt x="396" y="98"/>
                    </a:lnTo>
                    <a:lnTo>
                      <a:pt x="397" y="98"/>
                    </a:lnTo>
                    <a:lnTo>
                      <a:pt x="397" y="98"/>
                    </a:lnTo>
                    <a:lnTo>
                      <a:pt x="418" y="105"/>
                    </a:lnTo>
                    <a:lnTo>
                      <a:pt x="443" y="105"/>
                    </a:lnTo>
                    <a:lnTo>
                      <a:pt x="450" y="108"/>
                    </a:lnTo>
                    <a:lnTo>
                      <a:pt x="482" y="133"/>
                    </a:lnTo>
                    <a:lnTo>
                      <a:pt x="501" y="135"/>
                    </a:lnTo>
                    <a:lnTo>
                      <a:pt x="502" y="136"/>
                    </a:lnTo>
                    <a:lnTo>
                      <a:pt x="507" y="142"/>
                    </a:lnTo>
                    <a:lnTo>
                      <a:pt x="510" y="160"/>
                    </a:lnTo>
                    <a:lnTo>
                      <a:pt x="505" y="185"/>
                    </a:lnTo>
                    <a:lnTo>
                      <a:pt x="490" y="204"/>
                    </a:lnTo>
                    <a:lnTo>
                      <a:pt x="477" y="216"/>
                    </a:lnTo>
                    <a:lnTo>
                      <a:pt x="467" y="236"/>
                    </a:lnTo>
                    <a:lnTo>
                      <a:pt x="456" y="242"/>
                    </a:lnTo>
                    <a:lnTo>
                      <a:pt x="455" y="258"/>
                    </a:lnTo>
                    <a:lnTo>
                      <a:pt x="456" y="276"/>
                    </a:lnTo>
                    <a:lnTo>
                      <a:pt x="453" y="301"/>
                    </a:lnTo>
                    <a:lnTo>
                      <a:pt x="447" y="308"/>
                    </a:lnTo>
                    <a:lnTo>
                      <a:pt x="445" y="326"/>
                    </a:lnTo>
                    <a:lnTo>
                      <a:pt x="430" y="350"/>
                    </a:lnTo>
                    <a:lnTo>
                      <a:pt x="427" y="360"/>
                    </a:lnTo>
                    <a:lnTo>
                      <a:pt x="416" y="369"/>
                    </a:lnTo>
                    <a:lnTo>
                      <a:pt x="413" y="373"/>
                    </a:lnTo>
                    <a:lnTo>
                      <a:pt x="413" y="373"/>
                    </a:lnTo>
                    <a:lnTo>
                      <a:pt x="384" y="375"/>
                    </a:lnTo>
                    <a:lnTo>
                      <a:pt x="382" y="378"/>
                    </a:lnTo>
                    <a:lnTo>
                      <a:pt x="382" y="379"/>
                    </a:lnTo>
                    <a:lnTo>
                      <a:pt x="356" y="390"/>
                    </a:lnTo>
                    <a:lnTo>
                      <a:pt x="335" y="411"/>
                    </a:lnTo>
                    <a:lnTo>
                      <a:pt x="329" y="419"/>
                    </a:lnTo>
                    <a:lnTo>
                      <a:pt x="330" y="431"/>
                    </a:lnTo>
                    <a:lnTo>
                      <a:pt x="332" y="434"/>
                    </a:lnTo>
                    <a:lnTo>
                      <a:pt x="332" y="436"/>
                    </a:lnTo>
                    <a:lnTo>
                      <a:pt x="330" y="437"/>
                    </a:lnTo>
                    <a:lnTo>
                      <a:pt x="329" y="452"/>
                    </a:lnTo>
                    <a:lnTo>
                      <a:pt x="314" y="468"/>
                    </a:lnTo>
                    <a:lnTo>
                      <a:pt x="308" y="485"/>
                    </a:lnTo>
                    <a:lnTo>
                      <a:pt x="298" y="499"/>
                    </a:lnTo>
                    <a:lnTo>
                      <a:pt x="281" y="511"/>
                    </a:lnTo>
                    <a:lnTo>
                      <a:pt x="280" y="520"/>
                    </a:lnTo>
                    <a:lnTo>
                      <a:pt x="267" y="535"/>
                    </a:lnTo>
                    <a:lnTo>
                      <a:pt x="267" y="535"/>
                    </a:lnTo>
                    <a:lnTo>
                      <a:pt x="267" y="535"/>
                    </a:lnTo>
                    <a:lnTo>
                      <a:pt x="267" y="534"/>
                    </a:lnTo>
                    <a:lnTo>
                      <a:pt x="265" y="525"/>
                    </a:lnTo>
                    <a:lnTo>
                      <a:pt x="265" y="525"/>
                    </a:lnTo>
                    <a:lnTo>
                      <a:pt x="270" y="519"/>
                    </a:lnTo>
                    <a:lnTo>
                      <a:pt x="264" y="513"/>
                    </a:lnTo>
                    <a:lnTo>
                      <a:pt x="261" y="507"/>
                    </a:lnTo>
                    <a:lnTo>
                      <a:pt x="244" y="497"/>
                    </a:lnTo>
                    <a:lnTo>
                      <a:pt x="238" y="489"/>
                    </a:lnTo>
                    <a:lnTo>
                      <a:pt x="233" y="492"/>
                    </a:lnTo>
                    <a:lnTo>
                      <a:pt x="233" y="492"/>
                    </a:lnTo>
                    <a:lnTo>
                      <a:pt x="233" y="492"/>
                    </a:lnTo>
                    <a:lnTo>
                      <a:pt x="231" y="492"/>
                    </a:lnTo>
                    <a:lnTo>
                      <a:pt x="231" y="486"/>
                    </a:lnTo>
                    <a:lnTo>
                      <a:pt x="222" y="479"/>
                    </a:lnTo>
                    <a:lnTo>
                      <a:pt x="221" y="479"/>
                    </a:lnTo>
                    <a:lnTo>
                      <a:pt x="219" y="480"/>
                    </a:lnTo>
                    <a:lnTo>
                      <a:pt x="216" y="480"/>
                    </a:lnTo>
                    <a:lnTo>
                      <a:pt x="213" y="480"/>
                    </a:lnTo>
                    <a:lnTo>
                      <a:pt x="212" y="480"/>
                    </a:lnTo>
                    <a:lnTo>
                      <a:pt x="212" y="480"/>
                    </a:lnTo>
                    <a:lnTo>
                      <a:pt x="212" y="479"/>
                    </a:lnTo>
                    <a:lnTo>
                      <a:pt x="250" y="439"/>
                    </a:lnTo>
                    <a:lnTo>
                      <a:pt x="262" y="433"/>
                    </a:lnTo>
                    <a:lnTo>
                      <a:pt x="264" y="422"/>
                    </a:lnTo>
                    <a:lnTo>
                      <a:pt x="261" y="413"/>
                    </a:lnTo>
                    <a:lnTo>
                      <a:pt x="252" y="412"/>
                    </a:lnTo>
                    <a:lnTo>
                      <a:pt x="252" y="412"/>
                    </a:lnTo>
                    <a:lnTo>
                      <a:pt x="252" y="412"/>
                    </a:lnTo>
                    <a:lnTo>
                      <a:pt x="255" y="396"/>
                    </a:lnTo>
                    <a:lnTo>
                      <a:pt x="253" y="388"/>
                    </a:lnTo>
                    <a:lnTo>
                      <a:pt x="240" y="387"/>
                    </a:lnTo>
                    <a:lnTo>
                      <a:pt x="240" y="387"/>
                    </a:lnTo>
                    <a:lnTo>
                      <a:pt x="236" y="366"/>
                    </a:lnTo>
                    <a:lnTo>
                      <a:pt x="228" y="363"/>
                    </a:lnTo>
                    <a:lnTo>
                      <a:pt x="219" y="365"/>
                    </a:lnTo>
                    <a:lnTo>
                      <a:pt x="209" y="362"/>
                    </a:lnTo>
                    <a:lnTo>
                      <a:pt x="207" y="362"/>
                    </a:lnTo>
                    <a:lnTo>
                      <a:pt x="206" y="335"/>
                    </a:lnTo>
                    <a:lnTo>
                      <a:pt x="206" y="333"/>
                    </a:lnTo>
                    <a:lnTo>
                      <a:pt x="207" y="333"/>
                    </a:lnTo>
                    <a:lnTo>
                      <a:pt x="210" y="307"/>
                    </a:lnTo>
                    <a:lnTo>
                      <a:pt x="207" y="298"/>
                    </a:lnTo>
                    <a:lnTo>
                      <a:pt x="201" y="295"/>
                    </a:lnTo>
                    <a:lnTo>
                      <a:pt x="201" y="295"/>
                    </a:lnTo>
                    <a:lnTo>
                      <a:pt x="201" y="283"/>
                    </a:lnTo>
                    <a:lnTo>
                      <a:pt x="179" y="283"/>
                    </a:lnTo>
                    <a:lnTo>
                      <a:pt x="179" y="282"/>
                    </a:lnTo>
                    <a:lnTo>
                      <a:pt x="175" y="268"/>
                    </a:lnTo>
                    <a:lnTo>
                      <a:pt x="176" y="261"/>
                    </a:lnTo>
                    <a:lnTo>
                      <a:pt x="170" y="247"/>
                    </a:lnTo>
                    <a:lnTo>
                      <a:pt x="166" y="244"/>
                    </a:lnTo>
                    <a:lnTo>
                      <a:pt x="157" y="244"/>
                    </a:lnTo>
                    <a:lnTo>
                      <a:pt x="157" y="244"/>
                    </a:lnTo>
                    <a:lnTo>
                      <a:pt x="153" y="240"/>
                    </a:lnTo>
                    <a:lnTo>
                      <a:pt x="141" y="237"/>
                    </a:lnTo>
                    <a:lnTo>
                      <a:pt x="141" y="237"/>
                    </a:lnTo>
                    <a:lnTo>
                      <a:pt x="138" y="233"/>
                    </a:lnTo>
                    <a:lnTo>
                      <a:pt x="121" y="230"/>
                    </a:lnTo>
                    <a:lnTo>
                      <a:pt x="112" y="224"/>
                    </a:lnTo>
                    <a:lnTo>
                      <a:pt x="110" y="216"/>
                    </a:lnTo>
                    <a:lnTo>
                      <a:pt x="111" y="200"/>
                    </a:lnTo>
                    <a:lnTo>
                      <a:pt x="108" y="194"/>
                    </a:lnTo>
                    <a:lnTo>
                      <a:pt x="93" y="196"/>
                    </a:lnTo>
                    <a:lnTo>
                      <a:pt x="83" y="207"/>
                    </a:lnTo>
                    <a:lnTo>
                      <a:pt x="72" y="213"/>
                    </a:lnTo>
                    <a:lnTo>
                      <a:pt x="55" y="210"/>
                    </a:lnTo>
                    <a:lnTo>
                      <a:pt x="46" y="213"/>
                    </a:lnTo>
                    <a:lnTo>
                      <a:pt x="46" y="213"/>
                    </a:lnTo>
                    <a:lnTo>
                      <a:pt x="46" y="213"/>
                    </a:lnTo>
                    <a:lnTo>
                      <a:pt x="43" y="210"/>
                    </a:lnTo>
                    <a:lnTo>
                      <a:pt x="43" y="210"/>
                    </a:lnTo>
                    <a:lnTo>
                      <a:pt x="43" y="190"/>
                    </a:lnTo>
                    <a:lnTo>
                      <a:pt x="29" y="199"/>
                    </a:lnTo>
                    <a:lnTo>
                      <a:pt x="22" y="197"/>
                    </a:lnTo>
                    <a:lnTo>
                      <a:pt x="22" y="197"/>
                    </a:lnTo>
                    <a:lnTo>
                      <a:pt x="19" y="191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12" y="190"/>
                    </a:lnTo>
                    <a:lnTo>
                      <a:pt x="12" y="185"/>
                    </a:lnTo>
                    <a:lnTo>
                      <a:pt x="3" y="176"/>
                    </a:lnTo>
                    <a:lnTo>
                      <a:pt x="0" y="167"/>
                    </a:lnTo>
                    <a:lnTo>
                      <a:pt x="0" y="166"/>
                    </a:lnTo>
                    <a:lnTo>
                      <a:pt x="4" y="156"/>
                    </a:lnTo>
                    <a:lnTo>
                      <a:pt x="9" y="153"/>
                    </a:lnTo>
                    <a:lnTo>
                      <a:pt x="10" y="145"/>
                    </a:lnTo>
                    <a:lnTo>
                      <a:pt x="18" y="133"/>
                    </a:lnTo>
                    <a:lnTo>
                      <a:pt x="29" y="127"/>
                    </a:lnTo>
                    <a:lnTo>
                      <a:pt x="50" y="121"/>
                    </a:lnTo>
                    <a:lnTo>
                      <a:pt x="58" y="84"/>
                    </a:lnTo>
                    <a:lnTo>
                      <a:pt x="55" y="75"/>
                    </a:lnTo>
                    <a:lnTo>
                      <a:pt x="49" y="71"/>
                    </a:lnTo>
                    <a:lnTo>
                      <a:pt x="49" y="71"/>
                    </a:lnTo>
                    <a:lnTo>
                      <a:pt x="49" y="61"/>
                    </a:lnTo>
                    <a:lnTo>
                      <a:pt x="50" y="61"/>
                    </a:lnTo>
                    <a:lnTo>
                      <a:pt x="61" y="59"/>
                    </a:lnTo>
                    <a:lnTo>
                      <a:pt x="59" y="55"/>
                    </a:lnTo>
                    <a:lnTo>
                      <a:pt x="53" y="55"/>
                    </a:lnTo>
                    <a:lnTo>
                      <a:pt x="52" y="53"/>
                    </a:lnTo>
                    <a:lnTo>
                      <a:pt x="52" y="46"/>
                    </a:lnTo>
                    <a:lnTo>
                      <a:pt x="52" y="44"/>
                    </a:lnTo>
                    <a:lnTo>
                      <a:pt x="52" y="44"/>
                    </a:lnTo>
                    <a:lnTo>
                      <a:pt x="71" y="44"/>
                    </a:lnTo>
                    <a:lnTo>
                      <a:pt x="72" y="41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7" y="44"/>
                    </a:lnTo>
                    <a:lnTo>
                      <a:pt x="83" y="41"/>
                    </a:lnTo>
                    <a:lnTo>
                      <a:pt x="83" y="41"/>
                    </a:lnTo>
                    <a:lnTo>
                      <a:pt x="84" y="41"/>
                    </a:lnTo>
                    <a:lnTo>
                      <a:pt x="89" y="52"/>
                    </a:lnTo>
                    <a:lnTo>
                      <a:pt x="90" y="50"/>
                    </a:lnTo>
                    <a:lnTo>
                      <a:pt x="92" y="50"/>
                    </a:lnTo>
                    <a:lnTo>
                      <a:pt x="92" y="50"/>
                    </a:lnTo>
                    <a:lnTo>
                      <a:pt x="98" y="58"/>
                    </a:lnTo>
                    <a:lnTo>
                      <a:pt x="108" y="58"/>
                    </a:lnTo>
                    <a:lnTo>
                      <a:pt x="124" y="47"/>
                    </a:lnTo>
                    <a:lnTo>
                      <a:pt x="129" y="43"/>
                    </a:lnTo>
                    <a:lnTo>
                      <a:pt x="138" y="40"/>
                    </a:lnTo>
                    <a:lnTo>
                      <a:pt x="138" y="38"/>
                    </a:lnTo>
                    <a:lnTo>
                      <a:pt x="126" y="37"/>
                    </a:lnTo>
                    <a:lnTo>
                      <a:pt x="126" y="37"/>
                    </a:lnTo>
                    <a:lnTo>
                      <a:pt x="124" y="28"/>
                    </a:lnTo>
                    <a:lnTo>
                      <a:pt x="124" y="21"/>
                    </a:lnTo>
                    <a:lnTo>
                      <a:pt x="120" y="18"/>
                    </a:lnTo>
                    <a:lnTo>
                      <a:pt x="118" y="16"/>
                    </a:lnTo>
                    <a:lnTo>
                      <a:pt x="118" y="12"/>
                    </a:lnTo>
                    <a:lnTo>
                      <a:pt x="118" y="12"/>
                    </a:lnTo>
                    <a:lnTo>
                      <a:pt x="120" y="12"/>
                    </a:lnTo>
                    <a:lnTo>
                      <a:pt x="120" y="12"/>
                    </a:lnTo>
                    <a:lnTo>
                      <a:pt x="142" y="18"/>
                    </a:lnTo>
                    <a:lnTo>
                      <a:pt x="169" y="7"/>
                    </a:lnTo>
                    <a:lnTo>
                      <a:pt x="172" y="0"/>
                    </a:lnTo>
                    <a:lnTo>
                      <a:pt x="17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  <p:grpSp>
          <p:nvGrpSpPr>
            <p:cNvPr id="1156" name="CHILE">
              <a:extLst>
                <a:ext uri="{FF2B5EF4-FFF2-40B4-BE49-F238E27FC236}">
                  <a16:creationId xmlns:a16="http://schemas.microsoft.com/office/drawing/2014/main" id="{40B5C36A-844A-18AF-41AC-A33C3AC8C643}"/>
                </a:ext>
              </a:extLst>
            </p:cNvPr>
            <p:cNvGrpSpPr/>
            <p:nvPr userDrawn="1"/>
          </p:nvGrpSpPr>
          <p:grpSpPr>
            <a:xfrm>
              <a:off x="8244594" y="8187976"/>
              <a:ext cx="393826" cy="2228233"/>
              <a:chOff x="8244594" y="8187976"/>
              <a:chExt cx="393826" cy="2228233"/>
            </a:xfrm>
            <a:grpFill/>
          </p:grpSpPr>
          <p:sp>
            <p:nvSpPr>
              <p:cNvPr id="1169" name="Freeform 518">
                <a:extLst>
                  <a:ext uri="{FF2B5EF4-FFF2-40B4-BE49-F238E27FC236}">
                    <a16:creationId xmlns:a16="http://schemas.microsoft.com/office/drawing/2014/main" id="{526EB9E0-FADC-CCF2-8445-9B9FCBBE2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7867" y="9611280"/>
                <a:ext cx="41455" cy="41455"/>
              </a:xfrm>
              <a:custGeom>
                <a:avLst/>
                <a:gdLst>
                  <a:gd name="T0" fmla="*/ 7 w 12"/>
                  <a:gd name="T1" fmla="*/ 0 h 12"/>
                  <a:gd name="T2" fmla="*/ 7 w 12"/>
                  <a:gd name="T3" fmla="*/ 0 h 12"/>
                  <a:gd name="T4" fmla="*/ 10 w 12"/>
                  <a:gd name="T5" fmla="*/ 3 h 12"/>
                  <a:gd name="T6" fmla="*/ 12 w 12"/>
                  <a:gd name="T7" fmla="*/ 5 h 12"/>
                  <a:gd name="T8" fmla="*/ 10 w 12"/>
                  <a:gd name="T9" fmla="*/ 9 h 12"/>
                  <a:gd name="T10" fmla="*/ 10 w 12"/>
                  <a:gd name="T11" fmla="*/ 9 h 12"/>
                  <a:gd name="T12" fmla="*/ 4 w 12"/>
                  <a:gd name="T13" fmla="*/ 12 h 12"/>
                  <a:gd name="T14" fmla="*/ 4 w 12"/>
                  <a:gd name="T15" fmla="*/ 12 h 12"/>
                  <a:gd name="T16" fmla="*/ 3 w 12"/>
                  <a:gd name="T17" fmla="*/ 11 h 12"/>
                  <a:gd name="T18" fmla="*/ 0 w 12"/>
                  <a:gd name="T19" fmla="*/ 5 h 12"/>
                  <a:gd name="T20" fmla="*/ 1 w 12"/>
                  <a:gd name="T21" fmla="*/ 5 h 12"/>
                  <a:gd name="T22" fmla="*/ 7 w 12"/>
                  <a:gd name="T23" fmla="*/ 0 h 12"/>
                  <a:gd name="T24" fmla="*/ 7 w 12"/>
                  <a:gd name="T2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" h="12">
                    <a:moveTo>
                      <a:pt x="7" y="0"/>
                    </a:moveTo>
                    <a:lnTo>
                      <a:pt x="7" y="0"/>
                    </a:lnTo>
                    <a:lnTo>
                      <a:pt x="10" y="3"/>
                    </a:lnTo>
                    <a:lnTo>
                      <a:pt x="12" y="5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3" y="11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7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70" name="Freeform 520">
                <a:extLst>
                  <a:ext uri="{FF2B5EF4-FFF2-40B4-BE49-F238E27FC236}">
                    <a16:creationId xmlns:a16="http://schemas.microsoft.com/office/drawing/2014/main" id="{B971E443-9044-773F-810F-9FD1CA1C0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9866" y="9448912"/>
                <a:ext cx="51820" cy="114001"/>
              </a:xfrm>
              <a:custGeom>
                <a:avLst/>
                <a:gdLst>
                  <a:gd name="T0" fmla="*/ 8 w 15"/>
                  <a:gd name="T1" fmla="*/ 0 h 33"/>
                  <a:gd name="T2" fmla="*/ 8 w 15"/>
                  <a:gd name="T3" fmla="*/ 0 h 33"/>
                  <a:gd name="T4" fmla="*/ 8 w 15"/>
                  <a:gd name="T5" fmla="*/ 0 h 33"/>
                  <a:gd name="T6" fmla="*/ 12 w 15"/>
                  <a:gd name="T7" fmla="*/ 3 h 33"/>
                  <a:gd name="T8" fmla="*/ 15 w 15"/>
                  <a:gd name="T9" fmla="*/ 13 h 33"/>
                  <a:gd name="T10" fmla="*/ 14 w 15"/>
                  <a:gd name="T11" fmla="*/ 13 h 33"/>
                  <a:gd name="T12" fmla="*/ 11 w 15"/>
                  <a:gd name="T13" fmla="*/ 18 h 33"/>
                  <a:gd name="T14" fmla="*/ 12 w 15"/>
                  <a:gd name="T15" fmla="*/ 21 h 33"/>
                  <a:gd name="T16" fmla="*/ 12 w 15"/>
                  <a:gd name="T17" fmla="*/ 21 h 33"/>
                  <a:gd name="T18" fmla="*/ 12 w 15"/>
                  <a:gd name="T19" fmla="*/ 22 h 33"/>
                  <a:gd name="T20" fmla="*/ 12 w 15"/>
                  <a:gd name="T21" fmla="*/ 22 h 33"/>
                  <a:gd name="T22" fmla="*/ 12 w 15"/>
                  <a:gd name="T23" fmla="*/ 27 h 33"/>
                  <a:gd name="T24" fmla="*/ 12 w 15"/>
                  <a:gd name="T25" fmla="*/ 27 h 33"/>
                  <a:gd name="T26" fmla="*/ 12 w 15"/>
                  <a:gd name="T27" fmla="*/ 28 h 33"/>
                  <a:gd name="T28" fmla="*/ 11 w 15"/>
                  <a:gd name="T29" fmla="*/ 28 h 33"/>
                  <a:gd name="T30" fmla="*/ 9 w 15"/>
                  <a:gd name="T31" fmla="*/ 31 h 33"/>
                  <a:gd name="T32" fmla="*/ 9 w 15"/>
                  <a:gd name="T33" fmla="*/ 33 h 33"/>
                  <a:gd name="T34" fmla="*/ 2 w 15"/>
                  <a:gd name="T35" fmla="*/ 31 h 33"/>
                  <a:gd name="T36" fmla="*/ 2 w 15"/>
                  <a:gd name="T37" fmla="*/ 30 h 33"/>
                  <a:gd name="T38" fmla="*/ 0 w 15"/>
                  <a:gd name="T39" fmla="*/ 27 h 33"/>
                  <a:gd name="T40" fmla="*/ 3 w 15"/>
                  <a:gd name="T41" fmla="*/ 6 h 33"/>
                  <a:gd name="T42" fmla="*/ 8 w 15"/>
                  <a:gd name="T43" fmla="*/ 0 h 33"/>
                  <a:gd name="T44" fmla="*/ 8 w 15"/>
                  <a:gd name="T4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5" h="33">
                    <a:moveTo>
                      <a:pt x="8" y="0"/>
                    </a:moveTo>
                    <a:lnTo>
                      <a:pt x="8" y="0"/>
                    </a:lnTo>
                    <a:lnTo>
                      <a:pt x="8" y="0"/>
                    </a:lnTo>
                    <a:lnTo>
                      <a:pt x="12" y="3"/>
                    </a:lnTo>
                    <a:lnTo>
                      <a:pt x="15" y="13"/>
                    </a:lnTo>
                    <a:lnTo>
                      <a:pt x="14" y="13"/>
                    </a:lnTo>
                    <a:lnTo>
                      <a:pt x="11" y="18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2" y="22"/>
                    </a:lnTo>
                    <a:lnTo>
                      <a:pt x="12" y="22"/>
                    </a:lnTo>
                    <a:lnTo>
                      <a:pt x="12" y="27"/>
                    </a:lnTo>
                    <a:lnTo>
                      <a:pt x="12" y="27"/>
                    </a:lnTo>
                    <a:lnTo>
                      <a:pt x="12" y="28"/>
                    </a:lnTo>
                    <a:lnTo>
                      <a:pt x="11" y="28"/>
                    </a:lnTo>
                    <a:lnTo>
                      <a:pt x="9" y="31"/>
                    </a:lnTo>
                    <a:lnTo>
                      <a:pt x="9" y="33"/>
                    </a:lnTo>
                    <a:lnTo>
                      <a:pt x="2" y="31"/>
                    </a:lnTo>
                    <a:lnTo>
                      <a:pt x="2" y="30"/>
                    </a:lnTo>
                    <a:lnTo>
                      <a:pt x="0" y="27"/>
                    </a:lnTo>
                    <a:lnTo>
                      <a:pt x="3" y="6"/>
                    </a:lnTo>
                    <a:lnTo>
                      <a:pt x="8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71" name="Freeform 475">
                <a:extLst>
                  <a:ext uri="{FF2B5EF4-FFF2-40B4-BE49-F238E27FC236}">
                    <a16:creationId xmlns:a16="http://schemas.microsoft.com/office/drawing/2014/main" id="{74520A39-FE84-D0CE-A65B-2AA45DE01D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4594" y="8187976"/>
                <a:ext cx="390372" cy="2079684"/>
              </a:xfrm>
              <a:custGeom>
                <a:avLst/>
                <a:gdLst>
                  <a:gd name="T0" fmla="*/ 88 w 113"/>
                  <a:gd name="T1" fmla="*/ 18 h 602"/>
                  <a:gd name="T2" fmla="*/ 91 w 113"/>
                  <a:gd name="T3" fmla="*/ 33 h 602"/>
                  <a:gd name="T4" fmla="*/ 111 w 113"/>
                  <a:gd name="T5" fmla="*/ 73 h 602"/>
                  <a:gd name="T6" fmla="*/ 94 w 113"/>
                  <a:gd name="T7" fmla="*/ 112 h 602"/>
                  <a:gd name="T8" fmla="*/ 80 w 113"/>
                  <a:gd name="T9" fmla="*/ 150 h 602"/>
                  <a:gd name="T10" fmla="*/ 76 w 113"/>
                  <a:gd name="T11" fmla="*/ 229 h 602"/>
                  <a:gd name="T12" fmla="*/ 61 w 113"/>
                  <a:gd name="T13" fmla="*/ 282 h 602"/>
                  <a:gd name="T14" fmla="*/ 51 w 113"/>
                  <a:gd name="T15" fmla="*/ 359 h 602"/>
                  <a:gd name="T16" fmla="*/ 51 w 113"/>
                  <a:gd name="T17" fmla="*/ 412 h 602"/>
                  <a:gd name="T18" fmla="*/ 58 w 113"/>
                  <a:gd name="T19" fmla="*/ 418 h 602"/>
                  <a:gd name="T20" fmla="*/ 53 w 113"/>
                  <a:gd name="T21" fmla="*/ 455 h 602"/>
                  <a:gd name="T22" fmla="*/ 31 w 113"/>
                  <a:gd name="T23" fmla="*/ 525 h 602"/>
                  <a:gd name="T24" fmla="*/ 40 w 113"/>
                  <a:gd name="T25" fmla="*/ 536 h 602"/>
                  <a:gd name="T26" fmla="*/ 45 w 113"/>
                  <a:gd name="T27" fmla="*/ 558 h 602"/>
                  <a:gd name="T28" fmla="*/ 96 w 113"/>
                  <a:gd name="T29" fmla="*/ 570 h 602"/>
                  <a:gd name="T30" fmla="*/ 85 w 113"/>
                  <a:gd name="T31" fmla="*/ 568 h 602"/>
                  <a:gd name="T32" fmla="*/ 53 w 113"/>
                  <a:gd name="T33" fmla="*/ 602 h 602"/>
                  <a:gd name="T34" fmla="*/ 46 w 113"/>
                  <a:gd name="T35" fmla="*/ 590 h 602"/>
                  <a:gd name="T36" fmla="*/ 56 w 113"/>
                  <a:gd name="T37" fmla="*/ 586 h 602"/>
                  <a:gd name="T38" fmla="*/ 39 w 113"/>
                  <a:gd name="T39" fmla="*/ 576 h 602"/>
                  <a:gd name="T40" fmla="*/ 40 w 113"/>
                  <a:gd name="T41" fmla="*/ 558 h 602"/>
                  <a:gd name="T42" fmla="*/ 37 w 113"/>
                  <a:gd name="T43" fmla="*/ 558 h 602"/>
                  <a:gd name="T44" fmla="*/ 34 w 113"/>
                  <a:gd name="T45" fmla="*/ 564 h 602"/>
                  <a:gd name="T46" fmla="*/ 33 w 113"/>
                  <a:gd name="T47" fmla="*/ 564 h 602"/>
                  <a:gd name="T48" fmla="*/ 28 w 113"/>
                  <a:gd name="T49" fmla="*/ 564 h 602"/>
                  <a:gd name="T50" fmla="*/ 21 w 113"/>
                  <a:gd name="T51" fmla="*/ 539 h 602"/>
                  <a:gd name="T52" fmla="*/ 19 w 113"/>
                  <a:gd name="T53" fmla="*/ 534 h 602"/>
                  <a:gd name="T54" fmla="*/ 19 w 113"/>
                  <a:gd name="T55" fmla="*/ 515 h 602"/>
                  <a:gd name="T56" fmla="*/ 19 w 113"/>
                  <a:gd name="T57" fmla="*/ 510 h 602"/>
                  <a:gd name="T58" fmla="*/ 19 w 113"/>
                  <a:gd name="T59" fmla="*/ 491 h 602"/>
                  <a:gd name="T60" fmla="*/ 22 w 113"/>
                  <a:gd name="T61" fmla="*/ 490 h 602"/>
                  <a:gd name="T62" fmla="*/ 15 w 113"/>
                  <a:gd name="T63" fmla="*/ 481 h 602"/>
                  <a:gd name="T64" fmla="*/ 19 w 113"/>
                  <a:gd name="T65" fmla="*/ 482 h 602"/>
                  <a:gd name="T66" fmla="*/ 24 w 113"/>
                  <a:gd name="T67" fmla="*/ 476 h 602"/>
                  <a:gd name="T68" fmla="*/ 22 w 113"/>
                  <a:gd name="T69" fmla="*/ 473 h 602"/>
                  <a:gd name="T70" fmla="*/ 21 w 113"/>
                  <a:gd name="T71" fmla="*/ 466 h 602"/>
                  <a:gd name="T72" fmla="*/ 13 w 113"/>
                  <a:gd name="T73" fmla="*/ 460 h 602"/>
                  <a:gd name="T74" fmla="*/ 5 w 113"/>
                  <a:gd name="T75" fmla="*/ 463 h 602"/>
                  <a:gd name="T76" fmla="*/ 3 w 113"/>
                  <a:gd name="T77" fmla="*/ 454 h 602"/>
                  <a:gd name="T78" fmla="*/ 19 w 113"/>
                  <a:gd name="T79" fmla="*/ 441 h 602"/>
                  <a:gd name="T80" fmla="*/ 22 w 113"/>
                  <a:gd name="T81" fmla="*/ 451 h 602"/>
                  <a:gd name="T82" fmla="*/ 25 w 113"/>
                  <a:gd name="T83" fmla="*/ 451 h 602"/>
                  <a:gd name="T84" fmla="*/ 27 w 113"/>
                  <a:gd name="T85" fmla="*/ 448 h 602"/>
                  <a:gd name="T86" fmla="*/ 30 w 113"/>
                  <a:gd name="T87" fmla="*/ 439 h 602"/>
                  <a:gd name="T88" fmla="*/ 28 w 113"/>
                  <a:gd name="T89" fmla="*/ 438 h 602"/>
                  <a:gd name="T90" fmla="*/ 33 w 113"/>
                  <a:gd name="T91" fmla="*/ 432 h 602"/>
                  <a:gd name="T92" fmla="*/ 39 w 113"/>
                  <a:gd name="T93" fmla="*/ 420 h 602"/>
                  <a:gd name="T94" fmla="*/ 34 w 113"/>
                  <a:gd name="T95" fmla="*/ 398 h 602"/>
                  <a:gd name="T96" fmla="*/ 40 w 113"/>
                  <a:gd name="T97" fmla="*/ 381 h 602"/>
                  <a:gd name="T98" fmla="*/ 42 w 113"/>
                  <a:gd name="T99" fmla="*/ 377 h 602"/>
                  <a:gd name="T100" fmla="*/ 37 w 113"/>
                  <a:gd name="T101" fmla="*/ 369 h 602"/>
                  <a:gd name="T102" fmla="*/ 30 w 113"/>
                  <a:gd name="T103" fmla="*/ 368 h 602"/>
                  <a:gd name="T104" fmla="*/ 27 w 113"/>
                  <a:gd name="T105" fmla="*/ 313 h 602"/>
                  <a:gd name="T106" fmla="*/ 33 w 113"/>
                  <a:gd name="T107" fmla="*/ 281 h 602"/>
                  <a:gd name="T108" fmla="*/ 51 w 113"/>
                  <a:gd name="T109" fmla="*/ 187 h 602"/>
                  <a:gd name="T110" fmla="*/ 64 w 113"/>
                  <a:gd name="T111" fmla="*/ 116 h 602"/>
                  <a:gd name="T112" fmla="*/ 70 w 113"/>
                  <a:gd name="T113" fmla="*/ 33 h 602"/>
                  <a:gd name="T114" fmla="*/ 80 w 113"/>
                  <a:gd name="T115" fmla="*/ 0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3" h="602">
                    <a:moveTo>
                      <a:pt x="80" y="0"/>
                    </a:moveTo>
                    <a:lnTo>
                      <a:pt x="80" y="0"/>
                    </a:lnTo>
                    <a:lnTo>
                      <a:pt x="80" y="0"/>
                    </a:lnTo>
                    <a:lnTo>
                      <a:pt x="86" y="6"/>
                    </a:lnTo>
                    <a:lnTo>
                      <a:pt x="88" y="18"/>
                    </a:lnTo>
                    <a:lnTo>
                      <a:pt x="94" y="23"/>
                    </a:lnTo>
                    <a:lnTo>
                      <a:pt x="94" y="24"/>
                    </a:lnTo>
                    <a:lnTo>
                      <a:pt x="94" y="31"/>
                    </a:lnTo>
                    <a:lnTo>
                      <a:pt x="94" y="31"/>
                    </a:lnTo>
                    <a:lnTo>
                      <a:pt x="91" y="33"/>
                    </a:lnTo>
                    <a:lnTo>
                      <a:pt x="91" y="37"/>
                    </a:lnTo>
                    <a:lnTo>
                      <a:pt x="96" y="46"/>
                    </a:lnTo>
                    <a:lnTo>
                      <a:pt x="101" y="71"/>
                    </a:lnTo>
                    <a:lnTo>
                      <a:pt x="111" y="73"/>
                    </a:lnTo>
                    <a:lnTo>
                      <a:pt x="111" y="73"/>
                    </a:lnTo>
                    <a:lnTo>
                      <a:pt x="113" y="79"/>
                    </a:lnTo>
                    <a:lnTo>
                      <a:pt x="111" y="91"/>
                    </a:lnTo>
                    <a:lnTo>
                      <a:pt x="110" y="91"/>
                    </a:lnTo>
                    <a:lnTo>
                      <a:pt x="95" y="98"/>
                    </a:lnTo>
                    <a:lnTo>
                      <a:pt x="94" y="112"/>
                    </a:lnTo>
                    <a:lnTo>
                      <a:pt x="96" y="131"/>
                    </a:lnTo>
                    <a:lnTo>
                      <a:pt x="96" y="132"/>
                    </a:lnTo>
                    <a:lnTo>
                      <a:pt x="89" y="137"/>
                    </a:lnTo>
                    <a:lnTo>
                      <a:pt x="88" y="143"/>
                    </a:lnTo>
                    <a:lnTo>
                      <a:pt x="80" y="150"/>
                    </a:lnTo>
                    <a:lnTo>
                      <a:pt x="76" y="168"/>
                    </a:lnTo>
                    <a:lnTo>
                      <a:pt x="76" y="183"/>
                    </a:lnTo>
                    <a:lnTo>
                      <a:pt x="68" y="198"/>
                    </a:lnTo>
                    <a:lnTo>
                      <a:pt x="68" y="203"/>
                    </a:lnTo>
                    <a:lnTo>
                      <a:pt x="76" y="229"/>
                    </a:lnTo>
                    <a:lnTo>
                      <a:pt x="77" y="242"/>
                    </a:lnTo>
                    <a:lnTo>
                      <a:pt x="68" y="260"/>
                    </a:lnTo>
                    <a:lnTo>
                      <a:pt x="68" y="272"/>
                    </a:lnTo>
                    <a:lnTo>
                      <a:pt x="68" y="273"/>
                    </a:lnTo>
                    <a:lnTo>
                      <a:pt x="61" y="282"/>
                    </a:lnTo>
                    <a:lnTo>
                      <a:pt x="59" y="300"/>
                    </a:lnTo>
                    <a:lnTo>
                      <a:pt x="61" y="312"/>
                    </a:lnTo>
                    <a:lnTo>
                      <a:pt x="56" y="321"/>
                    </a:lnTo>
                    <a:lnTo>
                      <a:pt x="52" y="338"/>
                    </a:lnTo>
                    <a:lnTo>
                      <a:pt x="51" y="359"/>
                    </a:lnTo>
                    <a:lnTo>
                      <a:pt x="53" y="368"/>
                    </a:lnTo>
                    <a:lnTo>
                      <a:pt x="53" y="369"/>
                    </a:lnTo>
                    <a:lnTo>
                      <a:pt x="48" y="381"/>
                    </a:lnTo>
                    <a:lnTo>
                      <a:pt x="51" y="405"/>
                    </a:lnTo>
                    <a:lnTo>
                      <a:pt x="51" y="412"/>
                    </a:lnTo>
                    <a:lnTo>
                      <a:pt x="56" y="414"/>
                    </a:lnTo>
                    <a:lnTo>
                      <a:pt x="56" y="415"/>
                    </a:lnTo>
                    <a:lnTo>
                      <a:pt x="58" y="418"/>
                    </a:lnTo>
                    <a:lnTo>
                      <a:pt x="58" y="418"/>
                    </a:lnTo>
                    <a:lnTo>
                      <a:pt x="58" y="418"/>
                    </a:lnTo>
                    <a:lnTo>
                      <a:pt x="51" y="421"/>
                    </a:lnTo>
                    <a:lnTo>
                      <a:pt x="56" y="427"/>
                    </a:lnTo>
                    <a:lnTo>
                      <a:pt x="56" y="427"/>
                    </a:lnTo>
                    <a:lnTo>
                      <a:pt x="53" y="435"/>
                    </a:lnTo>
                    <a:lnTo>
                      <a:pt x="53" y="455"/>
                    </a:lnTo>
                    <a:lnTo>
                      <a:pt x="45" y="476"/>
                    </a:lnTo>
                    <a:lnTo>
                      <a:pt x="45" y="490"/>
                    </a:lnTo>
                    <a:lnTo>
                      <a:pt x="42" y="498"/>
                    </a:lnTo>
                    <a:lnTo>
                      <a:pt x="33" y="513"/>
                    </a:lnTo>
                    <a:lnTo>
                      <a:pt x="31" y="525"/>
                    </a:lnTo>
                    <a:lnTo>
                      <a:pt x="31" y="537"/>
                    </a:lnTo>
                    <a:lnTo>
                      <a:pt x="33" y="537"/>
                    </a:lnTo>
                    <a:lnTo>
                      <a:pt x="36" y="537"/>
                    </a:lnTo>
                    <a:lnTo>
                      <a:pt x="37" y="537"/>
                    </a:lnTo>
                    <a:lnTo>
                      <a:pt x="40" y="536"/>
                    </a:lnTo>
                    <a:lnTo>
                      <a:pt x="43" y="536"/>
                    </a:lnTo>
                    <a:lnTo>
                      <a:pt x="45" y="536"/>
                    </a:lnTo>
                    <a:lnTo>
                      <a:pt x="45" y="536"/>
                    </a:lnTo>
                    <a:lnTo>
                      <a:pt x="45" y="536"/>
                    </a:lnTo>
                    <a:lnTo>
                      <a:pt x="45" y="558"/>
                    </a:lnTo>
                    <a:lnTo>
                      <a:pt x="48" y="562"/>
                    </a:lnTo>
                    <a:lnTo>
                      <a:pt x="77" y="564"/>
                    </a:lnTo>
                    <a:lnTo>
                      <a:pt x="96" y="568"/>
                    </a:lnTo>
                    <a:lnTo>
                      <a:pt x="96" y="570"/>
                    </a:lnTo>
                    <a:lnTo>
                      <a:pt x="96" y="570"/>
                    </a:lnTo>
                    <a:lnTo>
                      <a:pt x="95" y="570"/>
                    </a:lnTo>
                    <a:lnTo>
                      <a:pt x="94" y="570"/>
                    </a:lnTo>
                    <a:lnTo>
                      <a:pt x="91" y="570"/>
                    </a:lnTo>
                    <a:lnTo>
                      <a:pt x="88" y="568"/>
                    </a:lnTo>
                    <a:lnTo>
                      <a:pt x="85" y="568"/>
                    </a:lnTo>
                    <a:lnTo>
                      <a:pt x="85" y="568"/>
                    </a:lnTo>
                    <a:lnTo>
                      <a:pt x="64" y="580"/>
                    </a:lnTo>
                    <a:lnTo>
                      <a:pt x="61" y="601"/>
                    </a:lnTo>
                    <a:lnTo>
                      <a:pt x="61" y="602"/>
                    </a:lnTo>
                    <a:lnTo>
                      <a:pt x="53" y="602"/>
                    </a:lnTo>
                    <a:lnTo>
                      <a:pt x="46" y="598"/>
                    </a:lnTo>
                    <a:lnTo>
                      <a:pt x="45" y="596"/>
                    </a:lnTo>
                    <a:lnTo>
                      <a:pt x="43" y="592"/>
                    </a:lnTo>
                    <a:lnTo>
                      <a:pt x="45" y="590"/>
                    </a:lnTo>
                    <a:lnTo>
                      <a:pt x="46" y="590"/>
                    </a:lnTo>
                    <a:lnTo>
                      <a:pt x="46" y="590"/>
                    </a:lnTo>
                    <a:lnTo>
                      <a:pt x="48" y="590"/>
                    </a:lnTo>
                    <a:lnTo>
                      <a:pt x="48" y="590"/>
                    </a:lnTo>
                    <a:lnTo>
                      <a:pt x="48" y="593"/>
                    </a:lnTo>
                    <a:lnTo>
                      <a:pt x="56" y="586"/>
                    </a:lnTo>
                    <a:lnTo>
                      <a:pt x="59" y="582"/>
                    </a:lnTo>
                    <a:lnTo>
                      <a:pt x="53" y="576"/>
                    </a:lnTo>
                    <a:lnTo>
                      <a:pt x="39" y="576"/>
                    </a:lnTo>
                    <a:lnTo>
                      <a:pt x="39" y="576"/>
                    </a:lnTo>
                    <a:lnTo>
                      <a:pt x="39" y="576"/>
                    </a:lnTo>
                    <a:lnTo>
                      <a:pt x="42" y="568"/>
                    </a:lnTo>
                    <a:lnTo>
                      <a:pt x="39" y="564"/>
                    </a:lnTo>
                    <a:lnTo>
                      <a:pt x="39" y="562"/>
                    </a:lnTo>
                    <a:lnTo>
                      <a:pt x="42" y="558"/>
                    </a:lnTo>
                    <a:lnTo>
                      <a:pt x="40" y="558"/>
                    </a:lnTo>
                    <a:lnTo>
                      <a:pt x="40" y="558"/>
                    </a:lnTo>
                    <a:lnTo>
                      <a:pt x="40" y="558"/>
                    </a:lnTo>
                    <a:lnTo>
                      <a:pt x="40" y="559"/>
                    </a:lnTo>
                    <a:lnTo>
                      <a:pt x="39" y="559"/>
                    </a:lnTo>
                    <a:lnTo>
                      <a:pt x="37" y="558"/>
                    </a:lnTo>
                    <a:lnTo>
                      <a:pt x="36" y="558"/>
                    </a:lnTo>
                    <a:lnTo>
                      <a:pt x="36" y="558"/>
                    </a:lnTo>
                    <a:lnTo>
                      <a:pt x="37" y="559"/>
                    </a:lnTo>
                    <a:lnTo>
                      <a:pt x="37" y="561"/>
                    </a:lnTo>
                    <a:lnTo>
                      <a:pt x="34" y="564"/>
                    </a:lnTo>
                    <a:lnTo>
                      <a:pt x="34" y="564"/>
                    </a:lnTo>
                    <a:lnTo>
                      <a:pt x="34" y="564"/>
                    </a:lnTo>
                    <a:lnTo>
                      <a:pt x="33" y="564"/>
                    </a:lnTo>
                    <a:lnTo>
                      <a:pt x="31" y="559"/>
                    </a:lnTo>
                    <a:lnTo>
                      <a:pt x="33" y="564"/>
                    </a:lnTo>
                    <a:lnTo>
                      <a:pt x="31" y="565"/>
                    </a:lnTo>
                    <a:lnTo>
                      <a:pt x="31" y="565"/>
                    </a:lnTo>
                    <a:lnTo>
                      <a:pt x="31" y="565"/>
                    </a:lnTo>
                    <a:lnTo>
                      <a:pt x="30" y="564"/>
                    </a:lnTo>
                    <a:lnTo>
                      <a:pt x="28" y="564"/>
                    </a:lnTo>
                    <a:lnTo>
                      <a:pt x="27" y="550"/>
                    </a:lnTo>
                    <a:lnTo>
                      <a:pt x="21" y="544"/>
                    </a:lnTo>
                    <a:lnTo>
                      <a:pt x="21" y="544"/>
                    </a:lnTo>
                    <a:lnTo>
                      <a:pt x="21" y="540"/>
                    </a:lnTo>
                    <a:lnTo>
                      <a:pt x="21" y="539"/>
                    </a:lnTo>
                    <a:lnTo>
                      <a:pt x="25" y="537"/>
                    </a:lnTo>
                    <a:lnTo>
                      <a:pt x="25" y="537"/>
                    </a:lnTo>
                    <a:lnTo>
                      <a:pt x="21" y="537"/>
                    </a:lnTo>
                    <a:lnTo>
                      <a:pt x="21" y="537"/>
                    </a:lnTo>
                    <a:lnTo>
                      <a:pt x="19" y="534"/>
                    </a:lnTo>
                    <a:lnTo>
                      <a:pt x="21" y="533"/>
                    </a:lnTo>
                    <a:lnTo>
                      <a:pt x="22" y="531"/>
                    </a:lnTo>
                    <a:lnTo>
                      <a:pt x="15" y="525"/>
                    </a:lnTo>
                    <a:lnTo>
                      <a:pt x="13" y="524"/>
                    </a:lnTo>
                    <a:lnTo>
                      <a:pt x="19" y="515"/>
                    </a:lnTo>
                    <a:lnTo>
                      <a:pt x="19" y="515"/>
                    </a:lnTo>
                    <a:lnTo>
                      <a:pt x="24" y="513"/>
                    </a:lnTo>
                    <a:lnTo>
                      <a:pt x="22" y="510"/>
                    </a:lnTo>
                    <a:lnTo>
                      <a:pt x="24" y="506"/>
                    </a:lnTo>
                    <a:lnTo>
                      <a:pt x="19" y="510"/>
                    </a:lnTo>
                    <a:lnTo>
                      <a:pt x="19" y="510"/>
                    </a:lnTo>
                    <a:lnTo>
                      <a:pt x="19" y="510"/>
                    </a:lnTo>
                    <a:lnTo>
                      <a:pt x="18" y="510"/>
                    </a:lnTo>
                    <a:lnTo>
                      <a:pt x="18" y="491"/>
                    </a:lnTo>
                    <a:lnTo>
                      <a:pt x="19" y="491"/>
                    </a:lnTo>
                    <a:lnTo>
                      <a:pt x="19" y="491"/>
                    </a:lnTo>
                    <a:lnTo>
                      <a:pt x="19" y="491"/>
                    </a:lnTo>
                    <a:lnTo>
                      <a:pt x="25" y="493"/>
                    </a:lnTo>
                    <a:lnTo>
                      <a:pt x="24" y="490"/>
                    </a:lnTo>
                    <a:lnTo>
                      <a:pt x="22" y="490"/>
                    </a:lnTo>
                    <a:lnTo>
                      <a:pt x="21" y="491"/>
                    </a:lnTo>
                    <a:lnTo>
                      <a:pt x="18" y="491"/>
                    </a:lnTo>
                    <a:lnTo>
                      <a:pt x="18" y="491"/>
                    </a:lnTo>
                    <a:lnTo>
                      <a:pt x="16" y="490"/>
                    </a:lnTo>
                    <a:lnTo>
                      <a:pt x="15" y="481"/>
                    </a:lnTo>
                    <a:lnTo>
                      <a:pt x="16" y="481"/>
                    </a:lnTo>
                    <a:lnTo>
                      <a:pt x="16" y="481"/>
                    </a:lnTo>
                    <a:lnTo>
                      <a:pt x="16" y="481"/>
                    </a:lnTo>
                    <a:lnTo>
                      <a:pt x="19" y="485"/>
                    </a:lnTo>
                    <a:lnTo>
                      <a:pt x="19" y="482"/>
                    </a:lnTo>
                    <a:lnTo>
                      <a:pt x="21" y="482"/>
                    </a:lnTo>
                    <a:lnTo>
                      <a:pt x="21" y="482"/>
                    </a:lnTo>
                    <a:lnTo>
                      <a:pt x="21" y="482"/>
                    </a:lnTo>
                    <a:lnTo>
                      <a:pt x="28" y="484"/>
                    </a:lnTo>
                    <a:lnTo>
                      <a:pt x="24" y="476"/>
                    </a:lnTo>
                    <a:lnTo>
                      <a:pt x="22" y="478"/>
                    </a:lnTo>
                    <a:lnTo>
                      <a:pt x="21" y="478"/>
                    </a:lnTo>
                    <a:lnTo>
                      <a:pt x="21" y="478"/>
                    </a:lnTo>
                    <a:lnTo>
                      <a:pt x="21" y="478"/>
                    </a:lnTo>
                    <a:lnTo>
                      <a:pt x="22" y="473"/>
                    </a:lnTo>
                    <a:lnTo>
                      <a:pt x="16" y="472"/>
                    </a:lnTo>
                    <a:lnTo>
                      <a:pt x="16" y="470"/>
                    </a:lnTo>
                    <a:lnTo>
                      <a:pt x="16" y="470"/>
                    </a:lnTo>
                    <a:lnTo>
                      <a:pt x="21" y="467"/>
                    </a:lnTo>
                    <a:lnTo>
                      <a:pt x="21" y="466"/>
                    </a:lnTo>
                    <a:lnTo>
                      <a:pt x="19" y="464"/>
                    </a:lnTo>
                    <a:lnTo>
                      <a:pt x="21" y="464"/>
                    </a:lnTo>
                    <a:lnTo>
                      <a:pt x="22" y="463"/>
                    </a:lnTo>
                    <a:lnTo>
                      <a:pt x="19" y="458"/>
                    </a:lnTo>
                    <a:lnTo>
                      <a:pt x="13" y="460"/>
                    </a:lnTo>
                    <a:lnTo>
                      <a:pt x="8" y="455"/>
                    </a:lnTo>
                    <a:lnTo>
                      <a:pt x="5" y="457"/>
                    </a:lnTo>
                    <a:lnTo>
                      <a:pt x="6" y="461"/>
                    </a:lnTo>
                    <a:lnTo>
                      <a:pt x="5" y="461"/>
                    </a:lnTo>
                    <a:lnTo>
                      <a:pt x="5" y="463"/>
                    </a:lnTo>
                    <a:lnTo>
                      <a:pt x="5" y="461"/>
                    </a:lnTo>
                    <a:lnTo>
                      <a:pt x="2" y="460"/>
                    </a:lnTo>
                    <a:lnTo>
                      <a:pt x="0" y="458"/>
                    </a:lnTo>
                    <a:lnTo>
                      <a:pt x="2" y="454"/>
                    </a:lnTo>
                    <a:lnTo>
                      <a:pt x="3" y="454"/>
                    </a:lnTo>
                    <a:lnTo>
                      <a:pt x="12" y="447"/>
                    </a:lnTo>
                    <a:lnTo>
                      <a:pt x="9" y="442"/>
                    </a:lnTo>
                    <a:lnTo>
                      <a:pt x="9" y="441"/>
                    </a:lnTo>
                    <a:lnTo>
                      <a:pt x="9" y="441"/>
                    </a:lnTo>
                    <a:lnTo>
                      <a:pt x="19" y="441"/>
                    </a:lnTo>
                    <a:lnTo>
                      <a:pt x="19" y="441"/>
                    </a:lnTo>
                    <a:lnTo>
                      <a:pt x="22" y="447"/>
                    </a:lnTo>
                    <a:lnTo>
                      <a:pt x="22" y="447"/>
                    </a:lnTo>
                    <a:lnTo>
                      <a:pt x="21" y="450"/>
                    </a:lnTo>
                    <a:lnTo>
                      <a:pt x="22" y="451"/>
                    </a:lnTo>
                    <a:lnTo>
                      <a:pt x="24" y="448"/>
                    </a:lnTo>
                    <a:lnTo>
                      <a:pt x="25" y="448"/>
                    </a:lnTo>
                    <a:lnTo>
                      <a:pt x="25" y="448"/>
                    </a:lnTo>
                    <a:lnTo>
                      <a:pt x="25" y="448"/>
                    </a:lnTo>
                    <a:lnTo>
                      <a:pt x="25" y="451"/>
                    </a:lnTo>
                    <a:lnTo>
                      <a:pt x="30" y="448"/>
                    </a:lnTo>
                    <a:lnTo>
                      <a:pt x="30" y="447"/>
                    </a:lnTo>
                    <a:lnTo>
                      <a:pt x="28" y="448"/>
                    </a:lnTo>
                    <a:lnTo>
                      <a:pt x="27" y="448"/>
                    </a:lnTo>
                    <a:lnTo>
                      <a:pt x="27" y="448"/>
                    </a:lnTo>
                    <a:lnTo>
                      <a:pt x="27" y="448"/>
                    </a:lnTo>
                    <a:lnTo>
                      <a:pt x="27" y="442"/>
                    </a:lnTo>
                    <a:lnTo>
                      <a:pt x="28" y="441"/>
                    </a:lnTo>
                    <a:lnTo>
                      <a:pt x="31" y="439"/>
                    </a:lnTo>
                    <a:lnTo>
                      <a:pt x="30" y="439"/>
                    </a:lnTo>
                    <a:lnTo>
                      <a:pt x="30" y="439"/>
                    </a:lnTo>
                    <a:lnTo>
                      <a:pt x="30" y="438"/>
                    </a:lnTo>
                    <a:lnTo>
                      <a:pt x="30" y="436"/>
                    </a:lnTo>
                    <a:lnTo>
                      <a:pt x="28" y="438"/>
                    </a:lnTo>
                    <a:lnTo>
                      <a:pt x="28" y="438"/>
                    </a:lnTo>
                    <a:lnTo>
                      <a:pt x="27" y="438"/>
                    </a:lnTo>
                    <a:lnTo>
                      <a:pt x="27" y="436"/>
                    </a:lnTo>
                    <a:lnTo>
                      <a:pt x="28" y="433"/>
                    </a:lnTo>
                    <a:lnTo>
                      <a:pt x="28" y="433"/>
                    </a:lnTo>
                    <a:lnTo>
                      <a:pt x="33" y="432"/>
                    </a:lnTo>
                    <a:lnTo>
                      <a:pt x="30" y="430"/>
                    </a:lnTo>
                    <a:lnTo>
                      <a:pt x="30" y="430"/>
                    </a:lnTo>
                    <a:lnTo>
                      <a:pt x="30" y="426"/>
                    </a:lnTo>
                    <a:lnTo>
                      <a:pt x="30" y="424"/>
                    </a:lnTo>
                    <a:lnTo>
                      <a:pt x="39" y="420"/>
                    </a:lnTo>
                    <a:lnTo>
                      <a:pt x="39" y="415"/>
                    </a:lnTo>
                    <a:lnTo>
                      <a:pt x="33" y="411"/>
                    </a:lnTo>
                    <a:lnTo>
                      <a:pt x="33" y="410"/>
                    </a:lnTo>
                    <a:lnTo>
                      <a:pt x="36" y="404"/>
                    </a:lnTo>
                    <a:lnTo>
                      <a:pt x="34" y="398"/>
                    </a:lnTo>
                    <a:lnTo>
                      <a:pt x="34" y="396"/>
                    </a:lnTo>
                    <a:lnTo>
                      <a:pt x="39" y="389"/>
                    </a:lnTo>
                    <a:lnTo>
                      <a:pt x="37" y="384"/>
                    </a:lnTo>
                    <a:lnTo>
                      <a:pt x="37" y="383"/>
                    </a:lnTo>
                    <a:lnTo>
                      <a:pt x="40" y="381"/>
                    </a:lnTo>
                    <a:lnTo>
                      <a:pt x="39" y="378"/>
                    </a:lnTo>
                    <a:lnTo>
                      <a:pt x="39" y="377"/>
                    </a:lnTo>
                    <a:lnTo>
                      <a:pt x="40" y="375"/>
                    </a:lnTo>
                    <a:lnTo>
                      <a:pt x="42" y="375"/>
                    </a:lnTo>
                    <a:lnTo>
                      <a:pt x="42" y="377"/>
                    </a:lnTo>
                    <a:lnTo>
                      <a:pt x="42" y="377"/>
                    </a:lnTo>
                    <a:lnTo>
                      <a:pt x="42" y="372"/>
                    </a:lnTo>
                    <a:lnTo>
                      <a:pt x="37" y="371"/>
                    </a:lnTo>
                    <a:lnTo>
                      <a:pt x="37" y="371"/>
                    </a:lnTo>
                    <a:lnTo>
                      <a:pt x="37" y="369"/>
                    </a:lnTo>
                    <a:lnTo>
                      <a:pt x="43" y="365"/>
                    </a:lnTo>
                    <a:lnTo>
                      <a:pt x="36" y="364"/>
                    </a:lnTo>
                    <a:lnTo>
                      <a:pt x="30" y="368"/>
                    </a:lnTo>
                    <a:lnTo>
                      <a:pt x="30" y="368"/>
                    </a:lnTo>
                    <a:lnTo>
                      <a:pt x="30" y="368"/>
                    </a:lnTo>
                    <a:lnTo>
                      <a:pt x="24" y="361"/>
                    </a:lnTo>
                    <a:lnTo>
                      <a:pt x="24" y="361"/>
                    </a:lnTo>
                    <a:lnTo>
                      <a:pt x="25" y="335"/>
                    </a:lnTo>
                    <a:lnTo>
                      <a:pt x="30" y="328"/>
                    </a:lnTo>
                    <a:lnTo>
                      <a:pt x="27" y="313"/>
                    </a:lnTo>
                    <a:lnTo>
                      <a:pt x="27" y="292"/>
                    </a:lnTo>
                    <a:lnTo>
                      <a:pt x="27" y="291"/>
                    </a:lnTo>
                    <a:lnTo>
                      <a:pt x="33" y="289"/>
                    </a:lnTo>
                    <a:lnTo>
                      <a:pt x="31" y="282"/>
                    </a:lnTo>
                    <a:lnTo>
                      <a:pt x="33" y="281"/>
                    </a:lnTo>
                    <a:lnTo>
                      <a:pt x="33" y="281"/>
                    </a:lnTo>
                    <a:lnTo>
                      <a:pt x="36" y="281"/>
                    </a:lnTo>
                    <a:lnTo>
                      <a:pt x="52" y="235"/>
                    </a:lnTo>
                    <a:lnTo>
                      <a:pt x="53" y="215"/>
                    </a:lnTo>
                    <a:lnTo>
                      <a:pt x="51" y="187"/>
                    </a:lnTo>
                    <a:lnTo>
                      <a:pt x="52" y="181"/>
                    </a:lnTo>
                    <a:lnTo>
                      <a:pt x="55" y="175"/>
                    </a:lnTo>
                    <a:lnTo>
                      <a:pt x="53" y="160"/>
                    </a:lnTo>
                    <a:lnTo>
                      <a:pt x="64" y="131"/>
                    </a:lnTo>
                    <a:lnTo>
                      <a:pt x="64" y="116"/>
                    </a:lnTo>
                    <a:lnTo>
                      <a:pt x="67" y="107"/>
                    </a:lnTo>
                    <a:lnTo>
                      <a:pt x="65" y="80"/>
                    </a:lnTo>
                    <a:lnTo>
                      <a:pt x="70" y="73"/>
                    </a:lnTo>
                    <a:lnTo>
                      <a:pt x="71" y="55"/>
                    </a:lnTo>
                    <a:lnTo>
                      <a:pt x="70" y="33"/>
                    </a:lnTo>
                    <a:lnTo>
                      <a:pt x="67" y="9"/>
                    </a:lnTo>
                    <a:lnTo>
                      <a:pt x="67" y="8"/>
                    </a:lnTo>
                    <a:lnTo>
                      <a:pt x="76" y="6"/>
                    </a:lnTo>
                    <a:lnTo>
                      <a:pt x="79" y="0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72" name="Freeform 477">
                <a:extLst>
                  <a:ext uri="{FF2B5EF4-FFF2-40B4-BE49-F238E27FC236}">
                    <a16:creationId xmlns:a16="http://schemas.microsoft.com/office/drawing/2014/main" id="{4C94468F-9985-D002-EE12-80977E3CD4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38051" y="10167476"/>
                <a:ext cx="131275" cy="193459"/>
              </a:xfrm>
              <a:custGeom>
                <a:avLst/>
                <a:gdLst>
                  <a:gd name="T0" fmla="*/ 26 w 38"/>
                  <a:gd name="T1" fmla="*/ 0 h 56"/>
                  <a:gd name="T2" fmla="*/ 27 w 38"/>
                  <a:gd name="T3" fmla="*/ 0 h 56"/>
                  <a:gd name="T4" fmla="*/ 27 w 38"/>
                  <a:gd name="T5" fmla="*/ 0 h 56"/>
                  <a:gd name="T6" fmla="*/ 29 w 38"/>
                  <a:gd name="T7" fmla="*/ 3 h 56"/>
                  <a:gd name="T8" fmla="*/ 36 w 38"/>
                  <a:gd name="T9" fmla="*/ 3 h 56"/>
                  <a:gd name="T10" fmla="*/ 38 w 38"/>
                  <a:gd name="T11" fmla="*/ 4 h 56"/>
                  <a:gd name="T12" fmla="*/ 38 w 38"/>
                  <a:gd name="T13" fmla="*/ 53 h 56"/>
                  <a:gd name="T14" fmla="*/ 38 w 38"/>
                  <a:gd name="T15" fmla="*/ 54 h 56"/>
                  <a:gd name="T16" fmla="*/ 36 w 38"/>
                  <a:gd name="T17" fmla="*/ 54 h 56"/>
                  <a:gd name="T18" fmla="*/ 35 w 38"/>
                  <a:gd name="T19" fmla="*/ 54 h 56"/>
                  <a:gd name="T20" fmla="*/ 32 w 38"/>
                  <a:gd name="T21" fmla="*/ 54 h 56"/>
                  <a:gd name="T22" fmla="*/ 32 w 38"/>
                  <a:gd name="T23" fmla="*/ 56 h 56"/>
                  <a:gd name="T24" fmla="*/ 6 w 38"/>
                  <a:gd name="T25" fmla="*/ 51 h 56"/>
                  <a:gd name="T26" fmla="*/ 6 w 38"/>
                  <a:gd name="T27" fmla="*/ 51 h 56"/>
                  <a:gd name="T28" fmla="*/ 6 w 38"/>
                  <a:gd name="T29" fmla="*/ 51 h 56"/>
                  <a:gd name="T30" fmla="*/ 6 w 38"/>
                  <a:gd name="T31" fmla="*/ 49 h 56"/>
                  <a:gd name="T32" fmla="*/ 0 w 38"/>
                  <a:gd name="T33" fmla="*/ 49 h 56"/>
                  <a:gd name="T34" fmla="*/ 0 w 38"/>
                  <a:gd name="T35" fmla="*/ 49 h 56"/>
                  <a:gd name="T36" fmla="*/ 0 w 38"/>
                  <a:gd name="T37" fmla="*/ 44 h 56"/>
                  <a:gd name="T38" fmla="*/ 0 w 38"/>
                  <a:gd name="T39" fmla="*/ 44 h 56"/>
                  <a:gd name="T40" fmla="*/ 9 w 38"/>
                  <a:gd name="T41" fmla="*/ 40 h 56"/>
                  <a:gd name="T42" fmla="*/ 6 w 38"/>
                  <a:gd name="T43" fmla="*/ 35 h 56"/>
                  <a:gd name="T44" fmla="*/ 6 w 38"/>
                  <a:gd name="T45" fmla="*/ 34 h 56"/>
                  <a:gd name="T46" fmla="*/ 6 w 38"/>
                  <a:gd name="T47" fmla="*/ 34 h 56"/>
                  <a:gd name="T48" fmla="*/ 6 w 38"/>
                  <a:gd name="T49" fmla="*/ 34 h 56"/>
                  <a:gd name="T50" fmla="*/ 17 w 38"/>
                  <a:gd name="T51" fmla="*/ 43 h 56"/>
                  <a:gd name="T52" fmla="*/ 17 w 38"/>
                  <a:gd name="T53" fmla="*/ 41 h 56"/>
                  <a:gd name="T54" fmla="*/ 15 w 38"/>
                  <a:gd name="T55" fmla="*/ 41 h 56"/>
                  <a:gd name="T56" fmla="*/ 15 w 38"/>
                  <a:gd name="T57" fmla="*/ 40 h 56"/>
                  <a:gd name="T58" fmla="*/ 17 w 38"/>
                  <a:gd name="T59" fmla="*/ 38 h 56"/>
                  <a:gd name="T60" fmla="*/ 17 w 38"/>
                  <a:gd name="T61" fmla="*/ 37 h 56"/>
                  <a:gd name="T62" fmla="*/ 17 w 38"/>
                  <a:gd name="T63" fmla="*/ 37 h 56"/>
                  <a:gd name="T64" fmla="*/ 18 w 38"/>
                  <a:gd name="T65" fmla="*/ 38 h 56"/>
                  <a:gd name="T66" fmla="*/ 18 w 38"/>
                  <a:gd name="T67" fmla="*/ 38 h 56"/>
                  <a:gd name="T68" fmla="*/ 18 w 38"/>
                  <a:gd name="T69" fmla="*/ 37 h 56"/>
                  <a:gd name="T70" fmla="*/ 17 w 38"/>
                  <a:gd name="T71" fmla="*/ 28 h 56"/>
                  <a:gd name="T72" fmla="*/ 17 w 38"/>
                  <a:gd name="T73" fmla="*/ 26 h 56"/>
                  <a:gd name="T74" fmla="*/ 26 w 38"/>
                  <a:gd name="T75" fmla="*/ 20 h 56"/>
                  <a:gd name="T76" fmla="*/ 12 w 38"/>
                  <a:gd name="T77" fmla="*/ 19 h 56"/>
                  <a:gd name="T78" fmla="*/ 12 w 38"/>
                  <a:gd name="T79" fmla="*/ 19 h 56"/>
                  <a:gd name="T80" fmla="*/ 12 w 38"/>
                  <a:gd name="T81" fmla="*/ 11 h 56"/>
                  <a:gd name="T82" fmla="*/ 12 w 38"/>
                  <a:gd name="T83" fmla="*/ 10 h 56"/>
                  <a:gd name="T84" fmla="*/ 15 w 38"/>
                  <a:gd name="T85" fmla="*/ 10 h 56"/>
                  <a:gd name="T86" fmla="*/ 12 w 38"/>
                  <a:gd name="T87" fmla="*/ 7 h 56"/>
                  <a:gd name="T88" fmla="*/ 12 w 38"/>
                  <a:gd name="T89" fmla="*/ 6 h 56"/>
                  <a:gd name="T90" fmla="*/ 12 w 38"/>
                  <a:gd name="T91" fmla="*/ 6 h 56"/>
                  <a:gd name="T92" fmla="*/ 21 w 38"/>
                  <a:gd name="T93" fmla="*/ 4 h 56"/>
                  <a:gd name="T94" fmla="*/ 26 w 38"/>
                  <a:gd name="T95" fmla="*/ 0 h 56"/>
                  <a:gd name="T96" fmla="*/ 26 w 38"/>
                  <a:gd name="T9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8" h="56">
                    <a:moveTo>
                      <a:pt x="26" y="0"/>
                    </a:moveTo>
                    <a:lnTo>
                      <a:pt x="27" y="0"/>
                    </a:lnTo>
                    <a:lnTo>
                      <a:pt x="27" y="0"/>
                    </a:lnTo>
                    <a:lnTo>
                      <a:pt x="29" y="3"/>
                    </a:lnTo>
                    <a:lnTo>
                      <a:pt x="36" y="3"/>
                    </a:lnTo>
                    <a:lnTo>
                      <a:pt x="38" y="4"/>
                    </a:lnTo>
                    <a:lnTo>
                      <a:pt x="38" y="53"/>
                    </a:lnTo>
                    <a:lnTo>
                      <a:pt x="38" y="54"/>
                    </a:lnTo>
                    <a:lnTo>
                      <a:pt x="36" y="54"/>
                    </a:lnTo>
                    <a:lnTo>
                      <a:pt x="35" y="54"/>
                    </a:lnTo>
                    <a:lnTo>
                      <a:pt x="32" y="54"/>
                    </a:lnTo>
                    <a:lnTo>
                      <a:pt x="32" y="56"/>
                    </a:lnTo>
                    <a:lnTo>
                      <a:pt x="6" y="51"/>
                    </a:lnTo>
                    <a:lnTo>
                      <a:pt x="6" y="51"/>
                    </a:lnTo>
                    <a:lnTo>
                      <a:pt x="6" y="51"/>
                    </a:lnTo>
                    <a:lnTo>
                      <a:pt x="6" y="49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9" y="40"/>
                    </a:lnTo>
                    <a:lnTo>
                      <a:pt x="6" y="35"/>
                    </a:lnTo>
                    <a:lnTo>
                      <a:pt x="6" y="34"/>
                    </a:lnTo>
                    <a:lnTo>
                      <a:pt x="6" y="34"/>
                    </a:lnTo>
                    <a:lnTo>
                      <a:pt x="6" y="34"/>
                    </a:lnTo>
                    <a:lnTo>
                      <a:pt x="17" y="43"/>
                    </a:lnTo>
                    <a:lnTo>
                      <a:pt x="17" y="41"/>
                    </a:lnTo>
                    <a:lnTo>
                      <a:pt x="15" y="41"/>
                    </a:lnTo>
                    <a:lnTo>
                      <a:pt x="15" y="40"/>
                    </a:lnTo>
                    <a:lnTo>
                      <a:pt x="17" y="38"/>
                    </a:lnTo>
                    <a:lnTo>
                      <a:pt x="17" y="37"/>
                    </a:lnTo>
                    <a:lnTo>
                      <a:pt x="17" y="37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18" y="37"/>
                    </a:lnTo>
                    <a:lnTo>
                      <a:pt x="17" y="28"/>
                    </a:lnTo>
                    <a:lnTo>
                      <a:pt x="17" y="26"/>
                    </a:lnTo>
                    <a:lnTo>
                      <a:pt x="26" y="20"/>
                    </a:lnTo>
                    <a:lnTo>
                      <a:pt x="12" y="19"/>
                    </a:lnTo>
                    <a:lnTo>
                      <a:pt x="12" y="19"/>
                    </a:lnTo>
                    <a:lnTo>
                      <a:pt x="12" y="11"/>
                    </a:lnTo>
                    <a:lnTo>
                      <a:pt x="12" y="10"/>
                    </a:lnTo>
                    <a:lnTo>
                      <a:pt x="15" y="10"/>
                    </a:lnTo>
                    <a:lnTo>
                      <a:pt x="12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21" y="4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73" name="Freeform 479">
                <a:extLst>
                  <a:ext uri="{FF2B5EF4-FFF2-40B4-BE49-F238E27FC236}">
                    <a16:creationId xmlns:a16="http://schemas.microsoft.com/office/drawing/2014/main" id="{01009780-814B-3DEC-3194-E117B4433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69143" y="10364390"/>
                <a:ext cx="17273" cy="17273"/>
              </a:xfrm>
              <a:custGeom>
                <a:avLst/>
                <a:gdLst>
                  <a:gd name="T0" fmla="*/ 2 w 5"/>
                  <a:gd name="T1" fmla="*/ 0 h 5"/>
                  <a:gd name="T2" fmla="*/ 5 w 5"/>
                  <a:gd name="T3" fmla="*/ 0 h 5"/>
                  <a:gd name="T4" fmla="*/ 5 w 5"/>
                  <a:gd name="T5" fmla="*/ 0 h 5"/>
                  <a:gd name="T6" fmla="*/ 5 w 5"/>
                  <a:gd name="T7" fmla="*/ 5 h 5"/>
                  <a:gd name="T8" fmla="*/ 5 w 5"/>
                  <a:gd name="T9" fmla="*/ 5 h 5"/>
                  <a:gd name="T10" fmla="*/ 5 w 5"/>
                  <a:gd name="T11" fmla="*/ 5 h 5"/>
                  <a:gd name="T12" fmla="*/ 5 w 5"/>
                  <a:gd name="T13" fmla="*/ 5 h 5"/>
                  <a:gd name="T14" fmla="*/ 0 w 5"/>
                  <a:gd name="T15" fmla="*/ 2 h 5"/>
                  <a:gd name="T16" fmla="*/ 0 w 5"/>
                  <a:gd name="T17" fmla="*/ 0 h 5"/>
                  <a:gd name="T18" fmla="*/ 2 w 5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5">
                    <a:moveTo>
                      <a:pt x="2" y="0"/>
                    </a:moveTo>
                    <a:lnTo>
                      <a:pt x="5" y="0"/>
                    </a:lnTo>
                    <a:lnTo>
                      <a:pt x="5" y="0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74" name="Freeform 481">
                <a:extLst>
                  <a:ext uri="{FF2B5EF4-FFF2-40B4-BE49-F238E27FC236}">
                    <a16:creationId xmlns:a16="http://schemas.microsoft.com/office/drawing/2014/main" id="{40E4935E-DA69-6550-44F1-CD36D8B476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8780" y="10246933"/>
                <a:ext cx="27637" cy="51819"/>
              </a:xfrm>
              <a:custGeom>
                <a:avLst/>
                <a:gdLst>
                  <a:gd name="T0" fmla="*/ 5 w 8"/>
                  <a:gd name="T1" fmla="*/ 0 h 15"/>
                  <a:gd name="T2" fmla="*/ 5 w 8"/>
                  <a:gd name="T3" fmla="*/ 0 h 15"/>
                  <a:gd name="T4" fmla="*/ 6 w 8"/>
                  <a:gd name="T5" fmla="*/ 0 h 15"/>
                  <a:gd name="T6" fmla="*/ 8 w 8"/>
                  <a:gd name="T7" fmla="*/ 11 h 15"/>
                  <a:gd name="T8" fmla="*/ 8 w 8"/>
                  <a:gd name="T9" fmla="*/ 12 h 15"/>
                  <a:gd name="T10" fmla="*/ 8 w 8"/>
                  <a:gd name="T11" fmla="*/ 12 h 15"/>
                  <a:gd name="T12" fmla="*/ 6 w 8"/>
                  <a:gd name="T13" fmla="*/ 12 h 15"/>
                  <a:gd name="T14" fmla="*/ 8 w 8"/>
                  <a:gd name="T15" fmla="*/ 14 h 15"/>
                  <a:gd name="T16" fmla="*/ 8 w 8"/>
                  <a:gd name="T17" fmla="*/ 15 h 15"/>
                  <a:gd name="T18" fmla="*/ 6 w 8"/>
                  <a:gd name="T19" fmla="*/ 15 h 15"/>
                  <a:gd name="T20" fmla="*/ 6 w 8"/>
                  <a:gd name="T21" fmla="*/ 15 h 15"/>
                  <a:gd name="T22" fmla="*/ 2 w 8"/>
                  <a:gd name="T23" fmla="*/ 12 h 15"/>
                  <a:gd name="T24" fmla="*/ 0 w 8"/>
                  <a:gd name="T25" fmla="*/ 11 h 15"/>
                  <a:gd name="T26" fmla="*/ 5 w 8"/>
                  <a:gd name="T27" fmla="*/ 0 h 15"/>
                  <a:gd name="T28" fmla="*/ 5 w 8"/>
                  <a:gd name="T2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" h="15">
                    <a:moveTo>
                      <a:pt x="5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8" y="11"/>
                    </a:lnTo>
                    <a:lnTo>
                      <a:pt x="8" y="12"/>
                    </a:lnTo>
                    <a:lnTo>
                      <a:pt x="8" y="12"/>
                    </a:lnTo>
                    <a:lnTo>
                      <a:pt x="6" y="12"/>
                    </a:lnTo>
                    <a:lnTo>
                      <a:pt x="8" y="14"/>
                    </a:lnTo>
                    <a:lnTo>
                      <a:pt x="8" y="15"/>
                    </a:lnTo>
                    <a:lnTo>
                      <a:pt x="6" y="15"/>
                    </a:lnTo>
                    <a:lnTo>
                      <a:pt x="6" y="15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5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75" name="Freeform 484">
                <a:extLst>
                  <a:ext uri="{FF2B5EF4-FFF2-40B4-BE49-F238E27FC236}">
                    <a16:creationId xmlns:a16="http://schemas.microsoft.com/office/drawing/2014/main" id="{6C133D8E-9C9C-7C77-570B-37D09A652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3507" y="10267660"/>
                <a:ext cx="55273" cy="38000"/>
              </a:xfrm>
              <a:custGeom>
                <a:avLst/>
                <a:gdLst>
                  <a:gd name="T0" fmla="*/ 5 w 16"/>
                  <a:gd name="T1" fmla="*/ 0 h 11"/>
                  <a:gd name="T2" fmla="*/ 5 w 16"/>
                  <a:gd name="T3" fmla="*/ 0 h 11"/>
                  <a:gd name="T4" fmla="*/ 15 w 16"/>
                  <a:gd name="T5" fmla="*/ 9 h 11"/>
                  <a:gd name="T6" fmla="*/ 16 w 16"/>
                  <a:gd name="T7" fmla="*/ 11 h 11"/>
                  <a:gd name="T8" fmla="*/ 15 w 16"/>
                  <a:gd name="T9" fmla="*/ 11 h 11"/>
                  <a:gd name="T10" fmla="*/ 2 w 16"/>
                  <a:gd name="T11" fmla="*/ 9 h 11"/>
                  <a:gd name="T12" fmla="*/ 0 w 16"/>
                  <a:gd name="T13" fmla="*/ 8 h 11"/>
                  <a:gd name="T14" fmla="*/ 0 w 16"/>
                  <a:gd name="T15" fmla="*/ 3 h 11"/>
                  <a:gd name="T16" fmla="*/ 0 w 16"/>
                  <a:gd name="T17" fmla="*/ 2 h 11"/>
                  <a:gd name="T18" fmla="*/ 3 w 16"/>
                  <a:gd name="T19" fmla="*/ 0 h 11"/>
                  <a:gd name="T20" fmla="*/ 5 w 16"/>
                  <a:gd name="T2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11">
                    <a:moveTo>
                      <a:pt x="5" y="0"/>
                    </a:moveTo>
                    <a:lnTo>
                      <a:pt x="5" y="0"/>
                    </a:lnTo>
                    <a:lnTo>
                      <a:pt x="15" y="9"/>
                    </a:lnTo>
                    <a:lnTo>
                      <a:pt x="16" y="11"/>
                    </a:lnTo>
                    <a:lnTo>
                      <a:pt x="15" y="11"/>
                    </a:lnTo>
                    <a:lnTo>
                      <a:pt x="2" y="9"/>
                    </a:lnTo>
                    <a:lnTo>
                      <a:pt x="0" y="8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76" name="Freeform 486">
                <a:extLst>
                  <a:ext uri="{FF2B5EF4-FFF2-40B4-BE49-F238E27FC236}">
                    <a16:creationId xmlns:a16="http://schemas.microsoft.com/office/drawing/2014/main" id="{CDD11A64-B2CD-21F6-C9A0-882131873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7869" y="10233114"/>
                <a:ext cx="65638" cy="62184"/>
              </a:xfrm>
              <a:custGeom>
                <a:avLst/>
                <a:gdLst>
                  <a:gd name="T0" fmla="*/ 0 w 19"/>
                  <a:gd name="T1" fmla="*/ 0 h 18"/>
                  <a:gd name="T2" fmla="*/ 1 w 19"/>
                  <a:gd name="T3" fmla="*/ 0 h 18"/>
                  <a:gd name="T4" fmla="*/ 4 w 19"/>
                  <a:gd name="T5" fmla="*/ 0 h 18"/>
                  <a:gd name="T6" fmla="*/ 7 w 19"/>
                  <a:gd name="T7" fmla="*/ 1 h 18"/>
                  <a:gd name="T8" fmla="*/ 9 w 19"/>
                  <a:gd name="T9" fmla="*/ 1 h 18"/>
                  <a:gd name="T10" fmla="*/ 10 w 19"/>
                  <a:gd name="T11" fmla="*/ 1 h 18"/>
                  <a:gd name="T12" fmla="*/ 19 w 19"/>
                  <a:gd name="T13" fmla="*/ 10 h 18"/>
                  <a:gd name="T14" fmla="*/ 19 w 19"/>
                  <a:gd name="T15" fmla="*/ 10 h 18"/>
                  <a:gd name="T16" fmla="*/ 18 w 19"/>
                  <a:gd name="T17" fmla="*/ 16 h 18"/>
                  <a:gd name="T18" fmla="*/ 16 w 19"/>
                  <a:gd name="T19" fmla="*/ 16 h 18"/>
                  <a:gd name="T20" fmla="*/ 16 w 19"/>
                  <a:gd name="T21" fmla="*/ 16 h 18"/>
                  <a:gd name="T22" fmla="*/ 15 w 19"/>
                  <a:gd name="T23" fmla="*/ 18 h 18"/>
                  <a:gd name="T24" fmla="*/ 12 w 19"/>
                  <a:gd name="T25" fmla="*/ 18 h 18"/>
                  <a:gd name="T26" fmla="*/ 10 w 19"/>
                  <a:gd name="T27" fmla="*/ 18 h 18"/>
                  <a:gd name="T28" fmla="*/ 10 w 19"/>
                  <a:gd name="T29" fmla="*/ 18 h 18"/>
                  <a:gd name="T30" fmla="*/ 9 w 19"/>
                  <a:gd name="T31" fmla="*/ 18 h 18"/>
                  <a:gd name="T32" fmla="*/ 4 w 19"/>
                  <a:gd name="T33" fmla="*/ 15 h 18"/>
                  <a:gd name="T34" fmla="*/ 4 w 19"/>
                  <a:gd name="T35" fmla="*/ 15 h 18"/>
                  <a:gd name="T36" fmla="*/ 0 w 19"/>
                  <a:gd name="T37" fmla="*/ 1 h 18"/>
                  <a:gd name="T38" fmla="*/ 0 w 19"/>
                  <a:gd name="T39" fmla="*/ 0 h 18"/>
                  <a:gd name="T40" fmla="*/ 0 w 19"/>
                  <a:gd name="T4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18">
                    <a:moveTo>
                      <a:pt x="0" y="0"/>
                    </a:moveTo>
                    <a:lnTo>
                      <a:pt x="1" y="0"/>
                    </a:lnTo>
                    <a:lnTo>
                      <a:pt x="4" y="0"/>
                    </a:lnTo>
                    <a:lnTo>
                      <a:pt x="7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9" y="10"/>
                    </a:lnTo>
                    <a:lnTo>
                      <a:pt x="19" y="10"/>
                    </a:lnTo>
                    <a:lnTo>
                      <a:pt x="18" y="16"/>
                    </a:lnTo>
                    <a:lnTo>
                      <a:pt x="16" y="16"/>
                    </a:lnTo>
                    <a:lnTo>
                      <a:pt x="16" y="16"/>
                    </a:lnTo>
                    <a:lnTo>
                      <a:pt x="15" y="18"/>
                    </a:lnTo>
                    <a:lnTo>
                      <a:pt x="12" y="18"/>
                    </a:lnTo>
                    <a:lnTo>
                      <a:pt x="10" y="18"/>
                    </a:lnTo>
                    <a:lnTo>
                      <a:pt x="10" y="18"/>
                    </a:lnTo>
                    <a:lnTo>
                      <a:pt x="9" y="18"/>
                    </a:lnTo>
                    <a:lnTo>
                      <a:pt x="4" y="15"/>
                    </a:lnTo>
                    <a:lnTo>
                      <a:pt x="4" y="15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77" name="Freeform 490">
                <a:extLst>
                  <a:ext uri="{FF2B5EF4-FFF2-40B4-BE49-F238E27FC236}">
                    <a16:creationId xmlns:a16="http://schemas.microsoft.com/office/drawing/2014/main" id="{B9A5D77F-CAF7-9C88-C7AD-70900AB1C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0596" y="10167476"/>
                <a:ext cx="17273" cy="20727"/>
              </a:xfrm>
              <a:custGeom>
                <a:avLst/>
                <a:gdLst>
                  <a:gd name="T0" fmla="*/ 3 w 5"/>
                  <a:gd name="T1" fmla="*/ 0 h 6"/>
                  <a:gd name="T2" fmla="*/ 5 w 5"/>
                  <a:gd name="T3" fmla="*/ 0 h 6"/>
                  <a:gd name="T4" fmla="*/ 5 w 5"/>
                  <a:gd name="T5" fmla="*/ 0 h 6"/>
                  <a:gd name="T6" fmla="*/ 3 w 5"/>
                  <a:gd name="T7" fmla="*/ 4 h 6"/>
                  <a:gd name="T8" fmla="*/ 2 w 5"/>
                  <a:gd name="T9" fmla="*/ 6 h 6"/>
                  <a:gd name="T10" fmla="*/ 2 w 5"/>
                  <a:gd name="T11" fmla="*/ 6 h 6"/>
                  <a:gd name="T12" fmla="*/ 2 w 5"/>
                  <a:gd name="T13" fmla="*/ 4 h 6"/>
                  <a:gd name="T14" fmla="*/ 0 w 5"/>
                  <a:gd name="T15" fmla="*/ 1 h 6"/>
                  <a:gd name="T16" fmla="*/ 2 w 5"/>
                  <a:gd name="T17" fmla="*/ 0 h 6"/>
                  <a:gd name="T18" fmla="*/ 3 w 5"/>
                  <a:gd name="T19" fmla="*/ 0 h 6"/>
                  <a:gd name="T20" fmla="*/ 3 w 5"/>
                  <a:gd name="T2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6">
                    <a:moveTo>
                      <a:pt x="3" y="0"/>
                    </a:moveTo>
                    <a:lnTo>
                      <a:pt x="5" y="0"/>
                    </a:lnTo>
                    <a:lnTo>
                      <a:pt x="5" y="0"/>
                    </a:lnTo>
                    <a:lnTo>
                      <a:pt x="3" y="4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78" name="Freeform 492">
                <a:extLst>
                  <a:ext uri="{FF2B5EF4-FFF2-40B4-BE49-F238E27FC236}">
                    <a16:creationId xmlns:a16="http://schemas.microsoft.com/office/drawing/2014/main" id="{EA6D4FF3-AC41-22F8-95B1-2818AB169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7869" y="10129474"/>
                <a:ext cx="100184" cy="114003"/>
              </a:xfrm>
              <a:custGeom>
                <a:avLst/>
                <a:gdLst>
                  <a:gd name="T0" fmla="*/ 10 w 29"/>
                  <a:gd name="T1" fmla="*/ 0 h 33"/>
                  <a:gd name="T2" fmla="*/ 12 w 29"/>
                  <a:gd name="T3" fmla="*/ 0 h 33"/>
                  <a:gd name="T4" fmla="*/ 12 w 29"/>
                  <a:gd name="T5" fmla="*/ 2 h 33"/>
                  <a:gd name="T6" fmla="*/ 15 w 29"/>
                  <a:gd name="T7" fmla="*/ 8 h 33"/>
                  <a:gd name="T8" fmla="*/ 15 w 29"/>
                  <a:gd name="T9" fmla="*/ 8 h 33"/>
                  <a:gd name="T10" fmla="*/ 10 w 29"/>
                  <a:gd name="T11" fmla="*/ 15 h 33"/>
                  <a:gd name="T12" fmla="*/ 16 w 29"/>
                  <a:gd name="T13" fmla="*/ 20 h 33"/>
                  <a:gd name="T14" fmla="*/ 21 w 29"/>
                  <a:gd name="T15" fmla="*/ 15 h 33"/>
                  <a:gd name="T16" fmla="*/ 21 w 29"/>
                  <a:gd name="T17" fmla="*/ 15 h 33"/>
                  <a:gd name="T18" fmla="*/ 22 w 29"/>
                  <a:gd name="T19" fmla="*/ 15 h 33"/>
                  <a:gd name="T20" fmla="*/ 24 w 29"/>
                  <a:gd name="T21" fmla="*/ 15 h 33"/>
                  <a:gd name="T22" fmla="*/ 26 w 29"/>
                  <a:gd name="T23" fmla="*/ 15 h 33"/>
                  <a:gd name="T24" fmla="*/ 28 w 29"/>
                  <a:gd name="T25" fmla="*/ 15 h 33"/>
                  <a:gd name="T26" fmla="*/ 28 w 29"/>
                  <a:gd name="T27" fmla="*/ 15 h 33"/>
                  <a:gd name="T28" fmla="*/ 29 w 29"/>
                  <a:gd name="T29" fmla="*/ 20 h 33"/>
                  <a:gd name="T30" fmla="*/ 29 w 29"/>
                  <a:gd name="T31" fmla="*/ 20 h 33"/>
                  <a:gd name="T32" fmla="*/ 16 w 29"/>
                  <a:gd name="T33" fmla="*/ 27 h 33"/>
                  <a:gd name="T34" fmla="*/ 16 w 29"/>
                  <a:gd name="T35" fmla="*/ 33 h 33"/>
                  <a:gd name="T36" fmla="*/ 16 w 29"/>
                  <a:gd name="T37" fmla="*/ 33 h 33"/>
                  <a:gd name="T38" fmla="*/ 16 w 29"/>
                  <a:gd name="T39" fmla="*/ 33 h 33"/>
                  <a:gd name="T40" fmla="*/ 15 w 29"/>
                  <a:gd name="T41" fmla="*/ 33 h 33"/>
                  <a:gd name="T42" fmla="*/ 13 w 29"/>
                  <a:gd name="T43" fmla="*/ 33 h 33"/>
                  <a:gd name="T44" fmla="*/ 6 w 29"/>
                  <a:gd name="T45" fmla="*/ 27 h 33"/>
                  <a:gd name="T46" fmla="*/ 6 w 29"/>
                  <a:gd name="T47" fmla="*/ 25 h 33"/>
                  <a:gd name="T48" fmla="*/ 7 w 29"/>
                  <a:gd name="T49" fmla="*/ 25 h 33"/>
                  <a:gd name="T50" fmla="*/ 12 w 29"/>
                  <a:gd name="T51" fmla="*/ 25 h 33"/>
                  <a:gd name="T52" fmla="*/ 10 w 29"/>
                  <a:gd name="T53" fmla="*/ 22 h 33"/>
                  <a:gd name="T54" fmla="*/ 9 w 29"/>
                  <a:gd name="T55" fmla="*/ 22 h 33"/>
                  <a:gd name="T56" fmla="*/ 7 w 29"/>
                  <a:gd name="T57" fmla="*/ 22 h 33"/>
                  <a:gd name="T58" fmla="*/ 6 w 29"/>
                  <a:gd name="T59" fmla="*/ 22 h 33"/>
                  <a:gd name="T60" fmla="*/ 4 w 29"/>
                  <a:gd name="T61" fmla="*/ 24 h 33"/>
                  <a:gd name="T62" fmla="*/ 4 w 29"/>
                  <a:gd name="T63" fmla="*/ 22 h 33"/>
                  <a:gd name="T64" fmla="*/ 0 w 29"/>
                  <a:gd name="T65" fmla="*/ 18 h 33"/>
                  <a:gd name="T66" fmla="*/ 0 w 29"/>
                  <a:gd name="T67" fmla="*/ 5 h 33"/>
                  <a:gd name="T68" fmla="*/ 1 w 29"/>
                  <a:gd name="T69" fmla="*/ 5 h 33"/>
                  <a:gd name="T70" fmla="*/ 1 w 29"/>
                  <a:gd name="T71" fmla="*/ 5 h 33"/>
                  <a:gd name="T72" fmla="*/ 4 w 29"/>
                  <a:gd name="T73" fmla="*/ 5 h 33"/>
                  <a:gd name="T74" fmla="*/ 6 w 29"/>
                  <a:gd name="T75" fmla="*/ 3 h 33"/>
                  <a:gd name="T76" fmla="*/ 7 w 29"/>
                  <a:gd name="T77" fmla="*/ 3 h 33"/>
                  <a:gd name="T78" fmla="*/ 7 w 29"/>
                  <a:gd name="T79" fmla="*/ 3 h 33"/>
                  <a:gd name="T80" fmla="*/ 9 w 29"/>
                  <a:gd name="T81" fmla="*/ 6 h 33"/>
                  <a:gd name="T82" fmla="*/ 10 w 29"/>
                  <a:gd name="T83" fmla="*/ 2 h 33"/>
                  <a:gd name="T84" fmla="*/ 10 w 29"/>
                  <a:gd name="T8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9" h="33">
                    <a:moveTo>
                      <a:pt x="10" y="0"/>
                    </a:moveTo>
                    <a:lnTo>
                      <a:pt x="12" y="0"/>
                    </a:lnTo>
                    <a:lnTo>
                      <a:pt x="12" y="2"/>
                    </a:lnTo>
                    <a:lnTo>
                      <a:pt x="15" y="8"/>
                    </a:lnTo>
                    <a:lnTo>
                      <a:pt x="15" y="8"/>
                    </a:lnTo>
                    <a:lnTo>
                      <a:pt x="10" y="15"/>
                    </a:lnTo>
                    <a:lnTo>
                      <a:pt x="16" y="20"/>
                    </a:lnTo>
                    <a:lnTo>
                      <a:pt x="21" y="15"/>
                    </a:lnTo>
                    <a:lnTo>
                      <a:pt x="21" y="15"/>
                    </a:lnTo>
                    <a:lnTo>
                      <a:pt x="22" y="15"/>
                    </a:lnTo>
                    <a:lnTo>
                      <a:pt x="24" y="15"/>
                    </a:lnTo>
                    <a:lnTo>
                      <a:pt x="26" y="15"/>
                    </a:lnTo>
                    <a:lnTo>
                      <a:pt x="28" y="15"/>
                    </a:lnTo>
                    <a:lnTo>
                      <a:pt x="28" y="15"/>
                    </a:lnTo>
                    <a:lnTo>
                      <a:pt x="29" y="20"/>
                    </a:lnTo>
                    <a:lnTo>
                      <a:pt x="29" y="20"/>
                    </a:lnTo>
                    <a:lnTo>
                      <a:pt x="16" y="27"/>
                    </a:lnTo>
                    <a:lnTo>
                      <a:pt x="16" y="33"/>
                    </a:lnTo>
                    <a:lnTo>
                      <a:pt x="16" y="33"/>
                    </a:lnTo>
                    <a:lnTo>
                      <a:pt x="16" y="33"/>
                    </a:lnTo>
                    <a:lnTo>
                      <a:pt x="15" y="33"/>
                    </a:lnTo>
                    <a:lnTo>
                      <a:pt x="13" y="33"/>
                    </a:lnTo>
                    <a:lnTo>
                      <a:pt x="6" y="27"/>
                    </a:lnTo>
                    <a:lnTo>
                      <a:pt x="6" y="25"/>
                    </a:lnTo>
                    <a:lnTo>
                      <a:pt x="7" y="25"/>
                    </a:lnTo>
                    <a:lnTo>
                      <a:pt x="12" y="25"/>
                    </a:lnTo>
                    <a:lnTo>
                      <a:pt x="10" y="22"/>
                    </a:lnTo>
                    <a:lnTo>
                      <a:pt x="9" y="22"/>
                    </a:lnTo>
                    <a:lnTo>
                      <a:pt x="7" y="22"/>
                    </a:lnTo>
                    <a:lnTo>
                      <a:pt x="6" y="22"/>
                    </a:lnTo>
                    <a:lnTo>
                      <a:pt x="4" y="24"/>
                    </a:lnTo>
                    <a:lnTo>
                      <a:pt x="4" y="22"/>
                    </a:lnTo>
                    <a:lnTo>
                      <a:pt x="0" y="18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4" y="5"/>
                    </a:lnTo>
                    <a:lnTo>
                      <a:pt x="6" y="3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9" y="6"/>
                    </a:lnTo>
                    <a:lnTo>
                      <a:pt x="10" y="2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79" name="Freeform 494">
                <a:extLst>
                  <a:ext uri="{FF2B5EF4-FFF2-40B4-BE49-F238E27FC236}">
                    <a16:creationId xmlns:a16="http://schemas.microsoft.com/office/drawing/2014/main" id="{9BE22D03-5FE2-2548-D5EF-EDA037F8F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7505" y="10084565"/>
                <a:ext cx="10364" cy="31092"/>
              </a:xfrm>
              <a:custGeom>
                <a:avLst/>
                <a:gdLst>
                  <a:gd name="T0" fmla="*/ 0 w 3"/>
                  <a:gd name="T1" fmla="*/ 0 h 9"/>
                  <a:gd name="T2" fmla="*/ 1 w 3"/>
                  <a:gd name="T3" fmla="*/ 1 h 9"/>
                  <a:gd name="T4" fmla="*/ 3 w 3"/>
                  <a:gd name="T5" fmla="*/ 3 h 9"/>
                  <a:gd name="T6" fmla="*/ 3 w 3"/>
                  <a:gd name="T7" fmla="*/ 7 h 9"/>
                  <a:gd name="T8" fmla="*/ 3 w 3"/>
                  <a:gd name="T9" fmla="*/ 9 h 9"/>
                  <a:gd name="T10" fmla="*/ 3 w 3"/>
                  <a:gd name="T11" fmla="*/ 9 h 9"/>
                  <a:gd name="T12" fmla="*/ 1 w 3"/>
                  <a:gd name="T13" fmla="*/ 9 h 9"/>
                  <a:gd name="T14" fmla="*/ 0 w 3"/>
                  <a:gd name="T15" fmla="*/ 1 h 9"/>
                  <a:gd name="T16" fmla="*/ 0 w 3"/>
                  <a:gd name="T17" fmla="*/ 0 h 9"/>
                  <a:gd name="T18" fmla="*/ 0 w 3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9">
                    <a:moveTo>
                      <a:pt x="0" y="0"/>
                    </a:moveTo>
                    <a:lnTo>
                      <a:pt x="1" y="1"/>
                    </a:lnTo>
                    <a:lnTo>
                      <a:pt x="3" y="3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1" y="9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80" name="Freeform 499">
                <a:extLst>
                  <a:ext uri="{FF2B5EF4-FFF2-40B4-BE49-F238E27FC236}">
                    <a16:creationId xmlns:a16="http://schemas.microsoft.com/office/drawing/2014/main" id="{B4694E2B-AEF7-7451-ABB9-1BEEDE2769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75686" y="10063837"/>
                <a:ext cx="24182" cy="31092"/>
              </a:xfrm>
              <a:custGeom>
                <a:avLst/>
                <a:gdLst>
                  <a:gd name="T0" fmla="*/ 4 w 7"/>
                  <a:gd name="T1" fmla="*/ 1 h 9"/>
                  <a:gd name="T2" fmla="*/ 2 w 7"/>
                  <a:gd name="T3" fmla="*/ 7 h 9"/>
                  <a:gd name="T4" fmla="*/ 6 w 7"/>
                  <a:gd name="T5" fmla="*/ 7 h 9"/>
                  <a:gd name="T6" fmla="*/ 4 w 7"/>
                  <a:gd name="T7" fmla="*/ 1 h 9"/>
                  <a:gd name="T8" fmla="*/ 4 w 7"/>
                  <a:gd name="T9" fmla="*/ 0 h 9"/>
                  <a:gd name="T10" fmla="*/ 6 w 7"/>
                  <a:gd name="T11" fmla="*/ 0 h 9"/>
                  <a:gd name="T12" fmla="*/ 6 w 7"/>
                  <a:gd name="T13" fmla="*/ 1 h 9"/>
                  <a:gd name="T14" fmla="*/ 6 w 7"/>
                  <a:gd name="T15" fmla="*/ 1 h 9"/>
                  <a:gd name="T16" fmla="*/ 7 w 7"/>
                  <a:gd name="T17" fmla="*/ 7 h 9"/>
                  <a:gd name="T18" fmla="*/ 7 w 7"/>
                  <a:gd name="T19" fmla="*/ 7 h 9"/>
                  <a:gd name="T20" fmla="*/ 6 w 7"/>
                  <a:gd name="T21" fmla="*/ 9 h 9"/>
                  <a:gd name="T22" fmla="*/ 2 w 7"/>
                  <a:gd name="T23" fmla="*/ 9 h 9"/>
                  <a:gd name="T24" fmla="*/ 2 w 7"/>
                  <a:gd name="T25" fmla="*/ 9 h 9"/>
                  <a:gd name="T26" fmla="*/ 0 w 7"/>
                  <a:gd name="T27" fmla="*/ 9 h 9"/>
                  <a:gd name="T28" fmla="*/ 0 w 7"/>
                  <a:gd name="T29" fmla="*/ 7 h 9"/>
                  <a:gd name="T30" fmla="*/ 4 w 7"/>
                  <a:gd name="T31" fmla="*/ 1 h 9"/>
                  <a:gd name="T32" fmla="*/ 4 w 7"/>
                  <a:gd name="T3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" h="9">
                    <a:moveTo>
                      <a:pt x="4" y="1"/>
                    </a:moveTo>
                    <a:lnTo>
                      <a:pt x="2" y="7"/>
                    </a:lnTo>
                    <a:lnTo>
                      <a:pt x="6" y="7"/>
                    </a:lnTo>
                    <a:lnTo>
                      <a:pt x="4" y="1"/>
                    </a:lnTo>
                    <a:close/>
                    <a:moveTo>
                      <a:pt x="4" y="0"/>
                    </a:moveTo>
                    <a:lnTo>
                      <a:pt x="6" y="0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7" y="7"/>
                    </a:lnTo>
                    <a:lnTo>
                      <a:pt x="7" y="7"/>
                    </a:lnTo>
                    <a:lnTo>
                      <a:pt x="6" y="9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0" y="9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81" name="Freeform 500">
                <a:extLst>
                  <a:ext uri="{FF2B5EF4-FFF2-40B4-BE49-F238E27FC236}">
                    <a16:creationId xmlns:a16="http://schemas.microsoft.com/office/drawing/2014/main" id="{F47D2998-35B6-D3CA-BC3B-5EB9268C69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2594" y="10032746"/>
                <a:ext cx="24182" cy="41456"/>
              </a:xfrm>
              <a:custGeom>
                <a:avLst/>
                <a:gdLst>
                  <a:gd name="T0" fmla="*/ 1 w 7"/>
                  <a:gd name="T1" fmla="*/ 0 h 12"/>
                  <a:gd name="T2" fmla="*/ 1 w 7"/>
                  <a:gd name="T3" fmla="*/ 0 h 12"/>
                  <a:gd name="T4" fmla="*/ 7 w 7"/>
                  <a:gd name="T5" fmla="*/ 6 h 12"/>
                  <a:gd name="T6" fmla="*/ 7 w 7"/>
                  <a:gd name="T7" fmla="*/ 7 h 12"/>
                  <a:gd name="T8" fmla="*/ 5 w 7"/>
                  <a:gd name="T9" fmla="*/ 10 h 12"/>
                  <a:gd name="T10" fmla="*/ 5 w 7"/>
                  <a:gd name="T11" fmla="*/ 12 h 12"/>
                  <a:gd name="T12" fmla="*/ 2 w 7"/>
                  <a:gd name="T13" fmla="*/ 12 h 12"/>
                  <a:gd name="T14" fmla="*/ 2 w 7"/>
                  <a:gd name="T15" fmla="*/ 10 h 12"/>
                  <a:gd name="T16" fmla="*/ 0 w 7"/>
                  <a:gd name="T17" fmla="*/ 0 h 12"/>
                  <a:gd name="T18" fmla="*/ 0 w 7"/>
                  <a:gd name="T19" fmla="*/ 0 h 12"/>
                  <a:gd name="T20" fmla="*/ 1 w 7"/>
                  <a:gd name="T2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12">
                    <a:moveTo>
                      <a:pt x="1" y="0"/>
                    </a:moveTo>
                    <a:lnTo>
                      <a:pt x="1" y="0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5" y="10"/>
                    </a:lnTo>
                    <a:lnTo>
                      <a:pt x="5" y="12"/>
                    </a:lnTo>
                    <a:lnTo>
                      <a:pt x="2" y="12"/>
                    </a:lnTo>
                    <a:lnTo>
                      <a:pt x="2" y="1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82" name="Freeform 502">
                <a:extLst>
                  <a:ext uri="{FF2B5EF4-FFF2-40B4-BE49-F238E27FC236}">
                    <a16:creationId xmlns:a16="http://schemas.microsoft.com/office/drawing/2014/main" id="{6AC09C39-6248-1162-F10C-307A6844E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9504" y="10018928"/>
                <a:ext cx="27637" cy="31092"/>
              </a:xfrm>
              <a:custGeom>
                <a:avLst/>
                <a:gdLst>
                  <a:gd name="T0" fmla="*/ 0 w 8"/>
                  <a:gd name="T1" fmla="*/ 0 h 9"/>
                  <a:gd name="T2" fmla="*/ 0 w 8"/>
                  <a:gd name="T3" fmla="*/ 0 h 9"/>
                  <a:gd name="T4" fmla="*/ 6 w 8"/>
                  <a:gd name="T5" fmla="*/ 4 h 9"/>
                  <a:gd name="T6" fmla="*/ 8 w 8"/>
                  <a:gd name="T7" fmla="*/ 7 h 9"/>
                  <a:gd name="T8" fmla="*/ 8 w 8"/>
                  <a:gd name="T9" fmla="*/ 9 h 9"/>
                  <a:gd name="T10" fmla="*/ 8 w 8"/>
                  <a:gd name="T11" fmla="*/ 9 h 9"/>
                  <a:gd name="T12" fmla="*/ 8 w 8"/>
                  <a:gd name="T13" fmla="*/ 9 h 9"/>
                  <a:gd name="T14" fmla="*/ 3 w 8"/>
                  <a:gd name="T15" fmla="*/ 6 h 9"/>
                  <a:gd name="T16" fmla="*/ 0 w 8"/>
                  <a:gd name="T17" fmla="*/ 0 h 9"/>
                  <a:gd name="T18" fmla="*/ 0 w 8"/>
                  <a:gd name="T19" fmla="*/ 0 h 9"/>
                  <a:gd name="T20" fmla="*/ 0 w 8"/>
                  <a:gd name="T2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0" y="0"/>
                    </a:lnTo>
                    <a:lnTo>
                      <a:pt x="6" y="4"/>
                    </a:lnTo>
                    <a:lnTo>
                      <a:pt x="8" y="7"/>
                    </a:lnTo>
                    <a:lnTo>
                      <a:pt x="8" y="9"/>
                    </a:lnTo>
                    <a:lnTo>
                      <a:pt x="8" y="9"/>
                    </a:lnTo>
                    <a:lnTo>
                      <a:pt x="8" y="9"/>
                    </a:lnTo>
                    <a:lnTo>
                      <a:pt x="3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83" name="Freeform 503">
                <a:extLst>
                  <a:ext uri="{FF2B5EF4-FFF2-40B4-BE49-F238E27FC236}">
                    <a16:creationId xmlns:a16="http://schemas.microsoft.com/office/drawing/2014/main" id="{EBAD1412-66B8-293B-276E-F61B2EC8F12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86049" y="10012017"/>
                <a:ext cx="34546" cy="38000"/>
              </a:xfrm>
              <a:custGeom>
                <a:avLst/>
                <a:gdLst>
                  <a:gd name="T0" fmla="*/ 1 w 10"/>
                  <a:gd name="T1" fmla="*/ 2 h 11"/>
                  <a:gd name="T2" fmla="*/ 4 w 10"/>
                  <a:gd name="T3" fmla="*/ 8 h 11"/>
                  <a:gd name="T4" fmla="*/ 9 w 10"/>
                  <a:gd name="T5" fmla="*/ 9 h 11"/>
                  <a:gd name="T6" fmla="*/ 7 w 10"/>
                  <a:gd name="T7" fmla="*/ 6 h 11"/>
                  <a:gd name="T8" fmla="*/ 1 w 10"/>
                  <a:gd name="T9" fmla="*/ 2 h 11"/>
                  <a:gd name="T10" fmla="*/ 1 w 10"/>
                  <a:gd name="T11" fmla="*/ 0 h 11"/>
                  <a:gd name="T12" fmla="*/ 3 w 10"/>
                  <a:gd name="T13" fmla="*/ 0 h 11"/>
                  <a:gd name="T14" fmla="*/ 9 w 10"/>
                  <a:gd name="T15" fmla="*/ 5 h 11"/>
                  <a:gd name="T16" fmla="*/ 9 w 10"/>
                  <a:gd name="T17" fmla="*/ 6 h 11"/>
                  <a:gd name="T18" fmla="*/ 10 w 10"/>
                  <a:gd name="T19" fmla="*/ 9 h 11"/>
                  <a:gd name="T20" fmla="*/ 10 w 10"/>
                  <a:gd name="T21" fmla="*/ 11 h 11"/>
                  <a:gd name="T22" fmla="*/ 10 w 10"/>
                  <a:gd name="T23" fmla="*/ 11 h 11"/>
                  <a:gd name="T24" fmla="*/ 9 w 10"/>
                  <a:gd name="T25" fmla="*/ 11 h 11"/>
                  <a:gd name="T26" fmla="*/ 7 w 10"/>
                  <a:gd name="T27" fmla="*/ 11 h 11"/>
                  <a:gd name="T28" fmla="*/ 4 w 10"/>
                  <a:gd name="T29" fmla="*/ 9 h 11"/>
                  <a:gd name="T30" fmla="*/ 3 w 10"/>
                  <a:gd name="T31" fmla="*/ 9 h 11"/>
                  <a:gd name="T32" fmla="*/ 0 w 10"/>
                  <a:gd name="T33" fmla="*/ 3 h 11"/>
                  <a:gd name="T34" fmla="*/ 0 w 10"/>
                  <a:gd name="T35" fmla="*/ 2 h 11"/>
                  <a:gd name="T36" fmla="*/ 0 w 10"/>
                  <a:gd name="T37" fmla="*/ 0 h 11"/>
                  <a:gd name="T38" fmla="*/ 1 w 10"/>
                  <a:gd name="T3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" h="11">
                    <a:moveTo>
                      <a:pt x="1" y="2"/>
                    </a:moveTo>
                    <a:lnTo>
                      <a:pt x="4" y="8"/>
                    </a:lnTo>
                    <a:lnTo>
                      <a:pt x="9" y="9"/>
                    </a:lnTo>
                    <a:lnTo>
                      <a:pt x="7" y="6"/>
                    </a:lnTo>
                    <a:lnTo>
                      <a:pt x="1" y="2"/>
                    </a:lnTo>
                    <a:close/>
                    <a:moveTo>
                      <a:pt x="1" y="0"/>
                    </a:moveTo>
                    <a:lnTo>
                      <a:pt x="3" y="0"/>
                    </a:lnTo>
                    <a:lnTo>
                      <a:pt x="9" y="5"/>
                    </a:lnTo>
                    <a:lnTo>
                      <a:pt x="9" y="6"/>
                    </a:lnTo>
                    <a:lnTo>
                      <a:pt x="10" y="9"/>
                    </a:lnTo>
                    <a:lnTo>
                      <a:pt x="10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7" y="11"/>
                    </a:lnTo>
                    <a:lnTo>
                      <a:pt x="4" y="9"/>
                    </a:lnTo>
                    <a:lnTo>
                      <a:pt x="3" y="9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84" name="Freeform 504">
                <a:extLst>
                  <a:ext uri="{FF2B5EF4-FFF2-40B4-BE49-F238E27FC236}">
                    <a16:creationId xmlns:a16="http://schemas.microsoft.com/office/drawing/2014/main" id="{2379D6AA-3097-5508-907E-A50BBE671D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54958" y="10001654"/>
                <a:ext cx="31092" cy="20727"/>
              </a:xfrm>
              <a:custGeom>
                <a:avLst/>
                <a:gdLst>
                  <a:gd name="T0" fmla="*/ 9 w 9"/>
                  <a:gd name="T1" fmla="*/ 0 h 6"/>
                  <a:gd name="T2" fmla="*/ 9 w 9"/>
                  <a:gd name="T3" fmla="*/ 0 h 6"/>
                  <a:gd name="T4" fmla="*/ 9 w 9"/>
                  <a:gd name="T5" fmla="*/ 2 h 6"/>
                  <a:gd name="T6" fmla="*/ 8 w 9"/>
                  <a:gd name="T7" fmla="*/ 6 h 6"/>
                  <a:gd name="T8" fmla="*/ 8 w 9"/>
                  <a:gd name="T9" fmla="*/ 6 h 6"/>
                  <a:gd name="T10" fmla="*/ 8 w 9"/>
                  <a:gd name="T11" fmla="*/ 6 h 6"/>
                  <a:gd name="T12" fmla="*/ 6 w 9"/>
                  <a:gd name="T13" fmla="*/ 6 h 6"/>
                  <a:gd name="T14" fmla="*/ 0 w 9"/>
                  <a:gd name="T15" fmla="*/ 3 h 6"/>
                  <a:gd name="T16" fmla="*/ 0 w 9"/>
                  <a:gd name="T17" fmla="*/ 2 h 6"/>
                  <a:gd name="T18" fmla="*/ 2 w 9"/>
                  <a:gd name="T19" fmla="*/ 2 h 6"/>
                  <a:gd name="T20" fmla="*/ 2 w 9"/>
                  <a:gd name="T21" fmla="*/ 2 h 6"/>
                  <a:gd name="T22" fmla="*/ 3 w 9"/>
                  <a:gd name="T23" fmla="*/ 2 h 6"/>
                  <a:gd name="T24" fmla="*/ 6 w 9"/>
                  <a:gd name="T25" fmla="*/ 0 h 6"/>
                  <a:gd name="T26" fmla="*/ 8 w 9"/>
                  <a:gd name="T27" fmla="*/ 0 h 6"/>
                  <a:gd name="T28" fmla="*/ 9 w 9"/>
                  <a:gd name="T2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" h="6">
                    <a:moveTo>
                      <a:pt x="9" y="0"/>
                    </a:moveTo>
                    <a:lnTo>
                      <a:pt x="9" y="0"/>
                    </a:lnTo>
                    <a:lnTo>
                      <a:pt x="9" y="2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6" y="6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6" y="0"/>
                    </a:lnTo>
                    <a:lnTo>
                      <a:pt x="8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85" name="Freeform 508">
                <a:extLst>
                  <a:ext uri="{FF2B5EF4-FFF2-40B4-BE49-F238E27FC236}">
                    <a16:creationId xmlns:a16="http://schemas.microsoft.com/office/drawing/2014/main" id="{256A0FC1-396F-6A57-3D65-E1C2B8E53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5321" y="9894560"/>
                <a:ext cx="34546" cy="103638"/>
              </a:xfrm>
              <a:custGeom>
                <a:avLst/>
                <a:gdLst>
                  <a:gd name="T0" fmla="*/ 6 w 10"/>
                  <a:gd name="T1" fmla="*/ 0 h 30"/>
                  <a:gd name="T2" fmla="*/ 6 w 10"/>
                  <a:gd name="T3" fmla="*/ 0 h 30"/>
                  <a:gd name="T4" fmla="*/ 10 w 10"/>
                  <a:gd name="T5" fmla="*/ 6 h 30"/>
                  <a:gd name="T6" fmla="*/ 10 w 10"/>
                  <a:gd name="T7" fmla="*/ 6 h 30"/>
                  <a:gd name="T8" fmla="*/ 9 w 10"/>
                  <a:gd name="T9" fmla="*/ 28 h 30"/>
                  <a:gd name="T10" fmla="*/ 9 w 10"/>
                  <a:gd name="T11" fmla="*/ 30 h 30"/>
                  <a:gd name="T12" fmla="*/ 9 w 10"/>
                  <a:gd name="T13" fmla="*/ 30 h 30"/>
                  <a:gd name="T14" fmla="*/ 9 w 10"/>
                  <a:gd name="T15" fmla="*/ 28 h 30"/>
                  <a:gd name="T16" fmla="*/ 5 w 10"/>
                  <a:gd name="T17" fmla="*/ 27 h 30"/>
                  <a:gd name="T18" fmla="*/ 5 w 10"/>
                  <a:gd name="T19" fmla="*/ 25 h 30"/>
                  <a:gd name="T20" fmla="*/ 5 w 10"/>
                  <a:gd name="T21" fmla="*/ 18 h 30"/>
                  <a:gd name="T22" fmla="*/ 0 w 10"/>
                  <a:gd name="T23" fmla="*/ 13 h 30"/>
                  <a:gd name="T24" fmla="*/ 0 w 10"/>
                  <a:gd name="T25" fmla="*/ 13 h 30"/>
                  <a:gd name="T26" fmla="*/ 0 w 10"/>
                  <a:gd name="T27" fmla="*/ 12 h 30"/>
                  <a:gd name="T28" fmla="*/ 0 w 10"/>
                  <a:gd name="T29" fmla="*/ 12 h 30"/>
                  <a:gd name="T30" fmla="*/ 2 w 10"/>
                  <a:gd name="T31" fmla="*/ 13 h 30"/>
                  <a:gd name="T32" fmla="*/ 2 w 10"/>
                  <a:gd name="T33" fmla="*/ 13 h 30"/>
                  <a:gd name="T34" fmla="*/ 0 w 10"/>
                  <a:gd name="T35" fmla="*/ 10 h 30"/>
                  <a:gd name="T36" fmla="*/ 0 w 10"/>
                  <a:gd name="T37" fmla="*/ 9 h 30"/>
                  <a:gd name="T38" fmla="*/ 3 w 10"/>
                  <a:gd name="T39" fmla="*/ 6 h 30"/>
                  <a:gd name="T40" fmla="*/ 5 w 10"/>
                  <a:gd name="T41" fmla="*/ 0 h 30"/>
                  <a:gd name="T42" fmla="*/ 6 w 10"/>
                  <a:gd name="T43" fmla="*/ 0 h 30"/>
                  <a:gd name="T44" fmla="*/ 6 w 10"/>
                  <a:gd name="T4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0" h="30">
                    <a:moveTo>
                      <a:pt x="6" y="0"/>
                    </a:moveTo>
                    <a:lnTo>
                      <a:pt x="6" y="0"/>
                    </a:lnTo>
                    <a:lnTo>
                      <a:pt x="10" y="6"/>
                    </a:lnTo>
                    <a:lnTo>
                      <a:pt x="10" y="6"/>
                    </a:lnTo>
                    <a:lnTo>
                      <a:pt x="9" y="28"/>
                    </a:lnTo>
                    <a:lnTo>
                      <a:pt x="9" y="30"/>
                    </a:lnTo>
                    <a:lnTo>
                      <a:pt x="9" y="30"/>
                    </a:lnTo>
                    <a:lnTo>
                      <a:pt x="9" y="28"/>
                    </a:lnTo>
                    <a:lnTo>
                      <a:pt x="5" y="27"/>
                    </a:lnTo>
                    <a:lnTo>
                      <a:pt x="5" y="25"/>
                    </a:lnTo>
                    <a:lnTo>
                      <a:pt x="5" y="18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2" y="13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3" y="6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86" name="Freeform 514">
                <a:extLst>
                  <a:ext uri="{FF2B5EF4-FFF2-40B4-BE49-F238E27FC236}">
                    <a16:creationId xmlns:a16="http://schemas.microsoft.com/office/drawing/2014/main" id="{587901FA-BFEB-9A9F-F820-F395723EA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9504" y="9822014"/>
                <a:ext cx="20727" cy="17273"/>
              </a:xfrm>
              <a:custGeom>
                <a:avLst/>
                <a:gdLst>
                  <a:gd name="T0" fmla="*/ 3 w 6"/>
                  <a:gd name="T1" fmla="*/ 0 h 5"/>
                  <a:gd name="T2" fmla="*/ 3 w 6"/>
                  <a:gd name="T3" fmla="*/ 0 h 5"/>
                  <a:gd name="T4" fmla="*/ 3 w 6"/>
                  <a:gd name="T5" fmla="*/ 0 h 5"/>
                  <a:gd name="T6" fmla="*/ 6 w 6"/>
                  <a:gd name="T7" fmla="*/ 5 h 5"/>
                  <a:gd name="T8" fmla="*/ 5 w 6"/>
                  <a:gd name="T9" fmla="*/ 5 h 5"/>
                  <a:gd name="T10" fmla="*/ 5 w 6"/>
                  <a:gd name="T11" fmla="*/ 5 h 5"/>
                  <a:gd name="T12" fmla="*/ 5 w 6"/>
                  <a:gd name="T13" fmla="*/ 5 h 5"/>
                  <a:gd name="T14" fmla="*/ 0 w 6"/>
                  <a:gd name="T15" fmla="*/ 2 h 5"/>
                  <a:gd name="T16" fmla="*/ 0 w 6"/>
                  <a:gd name="T17" fmla="*/ 2 h 5"/>
                  <a:gd name="T18" fmla="*/ 0 w 6"/>
                  <a:gd name="T19" fmla="*/ 2 h 5"/>
                  <a:gd name="T20" fmla="*/ 2 w 6"/>
                  <a:gd name="T21" fmla="*/ 0 h 5"/>
                  <a:gd name="T22" fmla="*/ 3 w 6"/>
                  <a:gd name="T2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5">
                    <a:moveTo>
                      <a:pt x="3" y="0"/>
                    </a:moveTo>
                    <a:lnTo>
                      <a:pt x="3" y="0"/>
                    </a:lnTo>
                    <a:lnTo>
                      <a:pt x="3" y="0"/>
                    </a:lnTo>
                    <a:lnTo>
                      <a:pt x="6" y="5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87" name="Freeform 516">
                <a:extLst>
                  <a:ext uri="{FF2B5EF4-FFF2-40B4-BE49-F238E27FC236}">
                    <a16:creationId xmlns:a16="http://schemas.microsoft.com/office/drawing/2014/main" id="{E0314479-22F8-FADF-6842-35A31B3D4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0232" y="9652736"/>
                <a:ext cx="27637" cy="27637"/>
              </a:xfrm>
              <a:custGeom>
                <a:avLst/>
                <a:gdLst>
                  <a:gd name="T0" fmla="*/ 6 w 8"/>
                  <a:gd name="T1" fmla="*/ 0 h 8"/>
                  <a:gd name="T2" fmla="*/ 6 w 8"/>
                  <a:gd name="T3" fmla="*/ 2 h 8"/>
                  <a:gd name="T4" fmla="*/ 8 w 8"/>
                  <a:gd name="T5" fmla="*/ 6 h 8"/>
                  <a:gd name="T6" fmla="*/ 8 w 8"/>
                  <a:gd name="T7" fmla="*/ 6 h 8"/>
                  <a:gd name="T8" fmla="*/ 6 w 8"/>
                  <a:gd name="T9" fmla="*/ 8 h 8"/>
                  <a:gd name="T10" fmla="*/ 6 w 8"/>
                  <a:gd name="T11" fmla="*/ 6 h 8"/>
                  <a:gd name="T12" fmla="*/ 0 w 8"/>
                  <a:gd name="T13" fmla="*/ 3 h 8"/>
                  <a:gd name="T14" fmla="*/ 0 w 8"/>
                  <a:gd name="T15" fmla="*/ 3 h 8"/>
                  <a:gd name="T16" fmla="*/ 0 w 8"/>
                  <a:gd name="T17" fmla="*/ 2 h 8"/>
                  <a:gd name="T18" fmla="*/ 5 w 8"/>
                  <a:gd name="T19" fmla="*/ 0 h 8"/>
                  <a:gd name="T20" fmla="*/ 6 w 8"/>
                  <a:gd name="T2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8">
                    <a:moveTo>
                      <a:pt x="6" y="0"/>
                    </a:moveTo>
                    <a:lnTo>
                      <a:pt x="6" y="2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5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88" name="Freeform 522">
                <a:extLst>
                  <a:ext uri="{FF2B5EF4-FFF2-40B4-BE49-F238E27FC236}">
                    <a16:creationId xmlns:a16="http://schemas.microsoft.com/office/drawing/2014/main" id="{4EDC17D3-F576-0CFF-BB09-44D786E67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0236" y="10350571"/>
                <a:ext cx="38000" cy="13819"/>
              </a:xfrm>
              <a:custGeom>
                <a:avLst/>
                <a:gdLst>
                  <a:gd name="T0" fmla="*/ 0 w 11"/>
                  <a:gd name="T1" fmla="*/ 0 h 4"/>
                  <a:gd name="T2" fmla="*/ 0 w 11"/>
                  <a:gd name="T3" fmla="*/ 0 h 4"/>
                  <a:gd name="T4" fmla="*/ 9 w 11"/>
                  <a:gd name="T5" fmla="*/ 3 h 4"/>
                  <a:gd name="T6" fmla="*/ 11 w 11"/>
                  <a:gd name="T7" fmla="*/ 3 h 4"/>
                  <a:gd name="T8" fmla="*/ 9 w 11"/>
                  <a:gd name="T9" fmla="*/ 4 h 4"/>
                  <a:gd name="T10" fmla="*/ 9 w 11"/>
                  <a:gd name="T11" fmla="*/ 4 h 4"/>
                  <a:gd name="T12" fmla="*/ 6 w 11"/>
                  <a:gd name="T13" fmla="*/ 4 h 4"/>
                  <a:gd name="T14" fmla="*/ 5 w 11"/>
                  <a:gd name="T15" fmla="*/ 4 h 4"/>
                  <a:gd name="T16" fmla="*/ 3 w 11"/>
                  <a:gd name="T17" fmla="*/ 4 h 4"/>
                  <a:gd name="T18" fmla="*/ 2 w 11"/>
                  <a:gd name="T19" fmla="*/ 4 h 4"/>
                  <a:gd name="T20" fmla="*/ 0 w 11"/>
                  <a:gd name="T21" fmla="*/ 4 h 4"/>
                  <a:gd name="T22" fmla="*/ 0 w 11"/>
                  <a:gd name="T23" fmla="*/ 1 h 4"/>
                  <a:gd name="T24" fmla="*/ 0 w 11"/>
                  <a:gd name="T25" fmla="*/ 0 h 4"/>
                  <a:gd name="T26" fmla="*/ 0 w 11"/>
                  <a:gd name="T2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" h="4">
                    <a:moveTo>
                      <a:pt x="0" y="0"/>
                    </a:moveTo>
                    <a:lnTo>
                      <a:pt x="0" y="0"/>
                    </a:lnTo>
                    <a:lnTo>
                      <a:pt x="9" y="3"/>
                    </a:lnTo>
                    <a:lnTo>
                      <a:pt x="11" y="3"/>
                    </a:lnTo>
                    <a:lnTo>
                      <a:pt x="9" y="4"/>
                    </a:lnTo>
                    <a:lnTo>
                      <a:pt x="9" y="4"/>
                    </a:lnTo>
                    <a:lnTo>
                      <a:pt x="6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89" name="Freeform 524">
                <a:extLst>
                  <a:ext uri="{FF2B5EF4-FFF2-40B4-BE49-F238E27FC236}">
                    <a16:creationId xmlns:a16="http://schemas.microsoft.com/office/drawing/2014/main" id="{677E0BA3-9C40-391C-240F-DF0CA201D3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0236" y="10354025"/>
                <a:ext cx="96729" cy="62184"/>
              </a:xfrm>
              <a:custGeom>
                <a:avLst/>
                <a:gdLst>
                  <a:gd name="T0" fmla="*/ 21 w 28"/>
                  <a:gd name="T1" fmla="*/ 0 h 18"/>
                  <a:gd name="T2" fmla="*/ 22 w 28"/>
                  <a:gd name="T3" fmla="*/ 0 h 18"/>
                  <a:gd name="T4" fmla="*/ 24 w 28"/>
                  <a:gd name="T5" fmla="*/ 3 h 18"/>
                  <a:gd name="T6" fmla="*/ 24 w 28"/>
                  <a:gd name="T7" fmla="*/ 5 h 18"/>
                  <a:gd name="T8" fmla="*/ 24 w 28"/>
                  <a:gd name="T9" fmla="*/ 5 h 18"/>
                  <a:gd name="T10" fmla="*/ 22 w 28"/>
                  <a:gd name="T11" fmla="*/ 5 h 18"/>
                  <a:gd name="T12" fmla="*/ 21 w 28"/>
                  <a:gd name="T13" fmla="*/ 5 h 18"/>
                  <a:gd name="T14" fmla="*/ 21 w 28"/>
                  <a:gd name="T15" fmla="*/ 5 h 18"/>
                  <a:gd name="T16" fmla="*/ 25 w 28"/>
                  <a:gd name="T17" fmla="*/ 6 h 18"/>
                  <a:gd name="T18" fmla="*/ 25 w 28"/>
                  <a:gd name="T19" fmla="*/ 6 h 18"/>
                  <a:gd name="T20" fmla="*/ 25 w 28"/>
                  <a:gd name="T21" fmla="*/ 8 h 18"/>
                  <a:gd name="T22" fmla="*/ 22 w 28"/>
                  <a:gd name="T23" fmla="*/ 9 h 18"/>
                  <a:gd name="T24" fmla="*/ 25 w 28"/>
                  <a:gd name="T25" fmla="*/ 9 h 18"/>
                  <a:gd name="T26" fmla="*/ 25 w 28"/>
                  <a:gd name="T27" fmla="*/ 11 h 18"/>
                  <a:gd name="T28" fmla="*/ 28 w 28"/>
                  <a:gd name="T29" fmla="*/ 17 h 18"/>
                  <a:gd name="T30" fmla="*/ 28 w 28"/>
                  <a:gd name="T31" fmla="*/ 18 h 18"/>
                  <a:gd name="T32" fmla="*/ 28 w 28"/>
                  <a:gd name="T33" fmla="*/ 18 h 18"/>
                  <a:gd name="T34" fmla="*/ 28 w 28"/>
                  <a:gd name="T35" fmla="*/ 18 h 18"/>
                  <a:gd name="T36" fmla="*/ 14 w 28"/>
                  <a:gd name="T37" fmla="*/ 8 h 18"/>
                  <a:gd name="T38" fmla="*/ 11 w 28"/>
                  <a:gd name="T39" fmla="*/ 9 h 18"/>
                  <a:gd name="T40" fmla="*/ 14 w 28"/>
                  <a:gd name="T41" fmla="*/ 14 h 18"/>
                  <a:gd name="T42" fmla="*/ 14 w 28"/>
                  <a:gd name="T43" fmla="*/ 14 h 18"/>
                  <a:gd name="T44" fmla="*/ 14 w 28"/>
                  <a:gd name="T45" fmla="*/ 15 h 18"/>
                  <a:gd name="T46" fmla="*/ 12 w 28"/>
                  <a:gd name="T47" fmla="*/ 14 h 18"/>
                  <a:gd name="T48" fmla="*/ 11 w 28"/>
                  <a:gd name="T49" fmla="*/ 14 h 18"/>
                  <a:gd name="T50" fmla="*/ 9 w 28"/>
                  <a:gd name="T51" fmla="*/ 14 h 18"/>
                  <a:gd name="T52" fmla="*/ 9 w 28"/>
                  <a:gd name="T53" fmla="*/ 14 h 18"/>
                  <a:gd name="T54" fmla="*/ 8 w 28"/>
                  <a:gd name="T55" fmla="*/ 14 h 18"/>
                  <a:gd name="T56" fmla="*/ 5 w 28"/>
                  <a:gd name="T57" fmla="*/ 9 h 18"/>
                  <a:gd name="T58" fmla="*/ 5 w 28"/>
                  <a:gd name="T59" fmla="*/ 9 h 18"/>
                  <a:gd name="T60" fmla="*/ 8 w 28"/>
                  <a:gd name="T61" fmla="*/ 6 h 18"/>
                  <a:gd name="T62" fmla="*/ 2 w 28"/>
                  <a:gd name="T63" fmla="*/ 6 h 18"/>
                  <a:gd name="T64" fmla="*/ 0 w 28"/>
                  <a:gd name="T65" fmla="*/ 5 h 18"/>
                  <a:gd name="T66" fmla="*/ 2 w 28"/>
                  <a:gd name="T67" fmla="*/ 5 h 18"/>
                  <a:gd name="T68" fmla="*/ 21 w 28"/>
                  <a:gd name="T69" fmla="*/ 0 h 18"/>
                  <a:gd name="T70" fmla="*/ 21 w 28"/>
                  <a:gd name="T7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8" h="18">
                    <a:moveTo>
                      <a:pt x="21" y="0"/>
                    </a:moveTo>
                    <a:lnTo>
                      <a:pt x="22" y="0"/>
                    </a:lnTo>
                    <a:lnTo>
                      <a:pt x="24" y="3"/>
                    </a:lnTo>
                    <a:lnTo>
                      <a:pt x="24" y="5"/>
                    </a:lnTo>
                    <a:lnTo>
                      <a:pt x="24" y="5"/>
                    </a:lnTo>
                    <a:lnTo>
                      <a:pt x="22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5" y="6"/>
                    </a:lnTo>
                    <a:lnTo>
                      <a:pt x="25" y="6"/>
                    </a:lnTo>
                    <a:lnTo>
                      <a:pt x="25" y="8"/>
                    </a:lnTo>
                    <a:lnTo>
                      <a:pt x="22" y="9"/>
                    </a:lnTo>
                    <a:lnTo>
                      <a:pt x="25" y="9"/>
                    </a:lnTo>
                    <a:lnTo>
                      <a:pt x="25" y="11"/>
                    </a:lnTo>
                    <a:lnTo>
                      <a:pt x="28" y="17"/>
                    </a:lnTo>
                    <a:lnTo>
                      <a:pt x="28" y="18"/>
                    </a:lnTo>
                    <a:lnTo>
                      <a:pt x="28" y="18"/>
                    </a:lnTo>
                    <a:lnTo>
                      <a:pt x="28" y="18"/>
                    </a:lnTo>
                    <a:lnTo>
                      <a:pt x="14" y="8"/>
                    </a:lnTo>
                    <a:lnTo>
                      <a:pt x="11" y="9"/>
                    </a:lnTo>
                    <a:lnTo>
                      <a:pt x="14" y="14"/>
                    </a:lnTo>
                    <a:lnTo>
                      <a:pt x="14" y="14"/>
                    </a:lnTo>
                    <a:lnTo>
                      <a:pt x="14" y="15"/>
                    </a:lnTo>
                    <a:lnTo>
                      <a:pt x="12" y="14"/>
                    </a:lnTo>
                    <a:lnTo>
                      <a:pt x="11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8" y="14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8" y="6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21" y="0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90" name="Freeform 526">
                <a:extLst>
                  <a:ext uri="{FF2B5EF4-FFF2-40B4-BE49-F238E27FC236}">
                    <a16:creationId xmlns:a16="http://schemas.microsoft.com/office/drawing/2014/main" id="{370526D5-854A-34C4-E787-881FC89A62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6601" y="10354025"/>
                <a:ext cx="51819" cy="27637"/>
              </a:xfrm>
              <a:custGeom>
                <a:avLst/>
                <a:gdLst>
                  <a:gd name="T0" fmla="*/ 14 w 15"/>
                  <a:gd name="T1" fmla="*/ 0 h 8"/>
                  <a:gd name="T2" fmla="*/ 14 w 15"/>
                  <a:gd name="T3" fmla="*/ 0 h 8"/>
                  <a:gd name="T4" fmla="*/ 15 w 15"/>
                  <a:gd name="T5" fmla="*/ 6 h 8"/>
                  <a:gd name="T6" fmla="*/ 15 w 15"/>
                  <a:gd name="T7" fmla="*/ 6 h 8"/>
                  <a:gd name="T8" fmla="*/ 14 w 15"/>
                  <a:gd name="T9" fmla="*/ 6 h 8"/>
                  <a:gd name="T10" fmla="*/ 14 w 15"/>
                  <a:gd name="T11" fmla="*/ 6 h 8"/>
                  <a:gd name="T12" fmla="*/ 12 w 15"/>
                  <a:gd name="T13" fmla="*/ 8 h 8"/>
                  <a:gd name="T14" fmla="*/ 9 w 15"/>
                  <a:gd name="T15" fmla="*/ 8 h 8"/>
                  <a:gd name="T16" fmla="*/ 8 w 15"/>
                  <a:gd name="T17" fmla="*/ 8 h 8"/>
                  <a:gd name="T18" fmla="*/ 6 w 15"/>
                  <a:gd name="T19" fmla="*/ 8 h 8"/>
                  <a:gd name="T20" fmla="*/ 6 w 15"/>
                  <a:gd name="T21" fmla="*/ 8 h 8"/>
                  <a:gd name="T22" fmla="*/ 0 w 15"/>
                  <a:gd name="T23" fmla="*/ 6 h 8"/>
                  <a:gd name="T24" fmla="*/ 0 w 15"/>
                  <a:gd name="T25" fmla="*/ 6 h 8"/>
                  <a:gd name="T26" fmla="*/ 0 w 15"/>
                  <a:gd name="T27" fmla="*/ 2 h 8"/>
                  <a:gd name="T28" fmla="*/ 0 w 15"/>
                  <a:gd name="T29" fmla="*/ 2 h 8"/>
                  <a:gd name="T30" fmla="*/ 0 w 15"/>
                  <a:gd name="T31" fmla="*/ 2 h 8"/>
                  <a:gd name="T32" fmla="*/ 2 w 15"/>
                  <a:gd name="T33" fmla="*/ 0 h 8"/>
                  <a:gd name="T34" fmla="*/ 3 w 15"/>
                  <a:gd name="T35" fmla="*/ 0 h 8"/>
                  <a:gd name="T36" fmla="*/ 6 w 15"/>
                  <a:gd name="T37" fmla="*/ 0 h 8"/>
                  <a:gd name="T38" fmla="*/ 9 w 15"/>
                  <a:gd name="T39" fmla="*/ 0 h 8"/>
                  <a:gd name="T40" fmla="*/ 12 w 15"/>
                  <a:gd name="T41" fmla="*/ 0 h 8"/>
                  <a:gd name="T42" fmla="*/ 14 w 15"/>
                  <a:gd name="T4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8">
                    <a:moveTo>
                      <a:pt x="14" y="0"/>
                    </a:moveTo>
                    <a:lnTo>
                      <a:pt x="14" y="0"/>
                    </a:lnTo>
                    <a:lnTo>
                      <a:pt x="15" y="6"/>
                    </a:lnTo>
                    <a:lnTo>
                      <a:pt x="15" y="6"/>
                    </a:lnTo>
                    <a:lnTo>
                      <a:pt x="14" y="6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8"/>
                    </a:lnTo>
                    <a:lnTo>
                      <a:pt x="8" y="8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6" y="0"/>
                    </a:lnTo>
                    <a:lnTo>
                      <a:pt x="9" y="0"/>
                    </a:lnTo>
                    <a:lnTo>
                      <a:pt x="12" y="0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  <p:sp>
          <p:nvSpPr>
            <p:cNvPr id="1157" name="ECUADOR">
              <a:extLst>
                <a:ext uri="{FF2B5EF4-FFF2-40B4-BE49-F238E27FC236}">
                  <a16:creationId xmlns:a16="http://schemas.microsoft.com/office/drawing/2014/main" id="{79810EA3-9FBF-E976-7FF6-30FEC8D41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9678" y="7327771"/>
              <a:ext cx="262553" cy="293643"/>
            </a:xfrm>
            <a:custGeom>
              <a:avLst/>
              <a:gdLst>
                <a:gd name="T0" fmla="*/ 27 w 76"/>
                <a:gd name="T1" fmla="*/ 0 h 85"/>
                <a:gd name="T2" fmla="*/ 27 w 76"/>
                <a:gd name="T3" fmla="*/ 0 h 85"/>
                <a:gd name="T4" fmla="*/ 43 w 76"/>
                <a:gd name="T5" fmla="*/ 8 h 85"/>
                <a:gd name="T6" fmla="*/ 47 w 76"/>
                <a:gd name="T7" fmla="*/ 15 h 85"/>
                <a:gd name="T8" fmla="*/ 61 w 76"/>
                <a:gd name="T9" fmla="*/ 15 h 85"/>
                <a:gd name="T10" fmla="*/ 62 w 76"/>
                <a:gd name="T11" fmla="*/ 14 h 85"/>
                <a:gd name="T12" fmla="*/ 62 w 76"/>
                <a:gd name="T13" fmla="*/ 14 h 85"/>
                <a:gd name="T14" fmla="*/ 64 w 76"/>
                <a:gd name="T15" fmla="*/ 14 h 85"/>
                <a:gd name="T16" fmla="*/ 73 w 76"/>
                <a:gd name="T17" fmla="*/ 20 h 85"/>
                <a:gd name="T18" fmla="*/ 74 w 76"/>
                <a:gd name="T19" fmla="*/ 20 h 85"/>
                <a:gd name="T20" fmla="*/ 73 w 76"/>
                <a:gd name="T21" fmla="*/ 21 h 85"/>
                <a:gd name="T22" fmla="*/ 71 w 76"/>
                <a:gd name="T23" fmla="*/ 22 h 85"/>
                <a:gd name="T24" fmla="*/ 76 w 76"/>
                <a:gd name="T25" fmla="*/ 30 h 85"/>
                <a:gd name="T26" fmla="*/ 76 w 76"/>
                <a:gd name="T27" fmla="*/ 31 h 85"/>
                <a:gd name="T28" fmla="*/ 76 w 76"/>
                <a:gd name="T29" fmla="*/ 31 h 85"/>
                <a:gd name="T30" fmla="*/ 73 w 76"/>
                <a:gd name="T31" fmla="*/ 31 h 85"/>
                <a:gd name="T32" fmla="*/ 68 w 76"/>
                <a:gd name="T33" fmla="*/ 40 h 85"/>
                <a:gd name="T34" fmla="*/ 56 w 76"/>
                <a:gd name="T35" fmla="*/ 52 h 85"/>
                <a:gd name="T36" fmla="*/ 37 w 76"/>
                <a:gd name="T37" fmla="*/ 60 h 85"/>
                <a:gd name="T38" fmla="*/ 37 w 76"/>
                <a:gd name="T39" fmla="*/ 64 h 85"/>
                <a:gd name="T40" fmla="*/ 36 w 76"/>
                <a:gd name="T41" fmla="*/ 65 h 85"/>
                <a:gd name="T42" fmla="*/ 33 w 76"/>
                <a:gd name="T43" fmla="*/ 65 h 85"/>
                <a:gd name="T44" fmla="*/ 30 w 76"/>
                <a:gd name="T45" fmla="*/ 70 h 85"/>
                <a:gd name="T46" fmla="*/ 30 w 76"/>
                <a:gd name="T47" fmla="*/ 79 h 85"/>
                <a:gd name="T48" fmla="*/ 30 w 76"/>
                <a:gd name="T49" fmla="*/ 80 h 85"/>
                <a:gd name="T50" fmla="*/ 24 w 76"/>
                <a:gd name="T51" fmla="*/ 83 h 85"/>
                <a:gd name="T52" fmla="*/ 24 w 76"/>
                <a:gd name="T53" fmla="*/ 83 h 85"/>
                <a:gd name="T54" fmla="*/ 22 w 76"/>
                <a:gd name="T55" fmla="*/ 83 h 85"/>
                <a:gd name="T56" fmla="*/ 21 w 76"/>
                <a:gd name="T57" fmla="*/ 83 h 85"/>
                <a:gd name="T58" fmla="*/ 19 w 76"/>
                <a:gd name="T59" fmla="*/ 85 h 85"/>
                <a:gd name="T60" fmla="*/ 19 w 76"/>
                <a:gd name="T61" fmla="*/ 83 h 85"/>
                <a:gd name="T62" fmla="*/ 16 w 76"/>
                <a:gd name="T63" fmla="*/ 77 h 85"/>
                <a:gd name="T64" fmla="*/ 10 w 76"/>
                <a:gd name="T65" fmla="*/ 77 h 85"/>
                <a:gd name="T66" fmla="*/ 6 w 76"/>
                <a:gd name="T67" fmla="*/ 77 h 85"/>
                <a:gd name="T68" fmla="*/ 6 w 76"/>
                <a:gd name="T69" fmla="*/ 77 h 85"/>
                <a:gd name="T70" fmla="*/ 4 w 76"/>
                <a:gd name="T71" fmla="*/ 77 h 85"/>
                <a:gd name="T72" fmla="*/ 4 w 76"/>
                <a:gd name="T73" fmla="*/ 77 h 85"/>
                <a:gd name="T74" fmla="*/ 3 w 76"/>
                <a:gd name="T75" fmla="*/ 71 h 85"/>
                <a:gd name="T76" fmla="*/ 3 w 76"/>
                <a:gd name="T77" fmla="*/ 71 h 85"/>
                <a:gd name="T78" fmla="*/ 7 w 76"/>
                <a:gd name="T79" fmla="*/ 68 h 85"/>
                <a:gd name="T80" fmla="*/ 6 w 76"/>
                <a:gd name="T81" fmla="*/ 64 h 85"/>
                <a:gd name="T82" fmla="*/ 6 w 76"/>
                <a:gd name="T83" fmla="*/ 63 h 85"/>
                <a:gd name="T84" fmla="*/ 13 w 76"/>
                <a:gd name="T85" fmla="*/ 58 h 85"/>
                <a:gd name="T86" fmla="*/ 13 w 76"/>
                <a:gd name="T87" fmla="*/ 51 h 85"/>
                <a:gd name="T88" fmla="*/ 12 w 76"/>
                <a:gd name="T89" fmla="*/ 48 h 85"/>
                <a:gd name="T90" fmla="*/ 9 w 76"/>
                <a:gd name="T91" fmla="*/ 54 h 85"/>
                <a:gd name="T92" fmla="*/ 7 w 76"/>
                <a:gd name="T93" fmla="*/ 54 h 85"/>
                <a:gd name="T94" fmla="*/ 7 w 76"/>
                <a:gd name="T95" fmla="*/ 54 h 85"/>
                <a:gd name="T96" fmla="*/ 1 w 76"/>
                <a:gd name="T97" fmla="*/ 49 h 85"/>
                <a:gd name="T98" fmla="*/ 0 w 76"/>
                <a:gd name="T99" fmla="*/ 48 h 85"/>
                <a:gd name="T100" fmla="*/ 0 w 76"/>
                <a:gd name="T101" fmla="*/ 31 h 85"/>
                <a:gd name="T102" fmla="*/ 1 w 76"/>
                <a:gd name="T103" fmla="*/ 31 h 85"/>
                <a:gd name="T104" fmla="*/ 6 w 76"/>
                <a:gd name="T105" fmla="*/ 27 h 85"/>
                <a:gd name="T106" fmla="*/ 10 w 76"/>
                <a:gd name="T107" fmla="*/ 17 h 85"/>
                <a:gd name="T108" fmla="*/ 10 w 76"/>
                <a:gd name="T109" fmla="*/ 9 h 85"/>
                <a:gd name="T110" fmla="*/ 10 w 76"/>
                <a:gd name="T111" fmla="*/ 8 h 85"/>
                <a:gd name="T112" fmla="*/ 27 w 76"/>
                <a:gd name="T113" fmla="*/ 0 h 85"/>
                <a:gd name="T114" fmla="*/ 27 w 76"/>
                <a:gd name="T11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6" h="85">
                  <a:moveTo>
                    <a:pt x="27" y="0"/>
                  </a:moveTo>
                  <a:lnTo>
                    <a:pt x="27" y="0"/>
                  </a:lnTo>
                  <a:lnTo>
                    <a:pt x="43" y="8"/>
                  </a:lnTo>
                  <a:lnTo>
                    <a:pt x="47" y="15"/>
                  </a:lnTo>
                  <a:lnTo>
                    <a:pt x="61" y="15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4" y="14"/>
                  </a:lnTo>
                  <a:lnTo>
                    <a:pt x="73" y="20"/>
                  </a:lnTo>
                  <a:lnTo>
                    <a:pt x="74" y="20"/>
                  </a:lnTo>
                  <a:lnTo>
                    <a:pt x="73" y="21"/>
                  </a:lnTo>
                  <a:lnTo>
                    <a:pt x="71" y="22"/>
                  </a:lnTo>
                  <a:lnTo>
                    <a:pt x="76" y="30"/>
                  </a:lnTo>
                  <a:lnTo>
                    <a:pt x="76" y="31"/>
                  </a:lnTo>
                  <a:lnTo>
                    <a:pt x="76" y="31"/>
                  </a:lnTo>
                  <a:lnTo>
                    <a:pt x="73" y="31"/>
                  </a:lnTo>
                  <a:lnTo>
                    <a:pt x="68" y="40"/>
                  </a:lnTo>
                  <a:lnTo>
                    <a:pt x="56" y="52"/>
                  </a:lnTo>
                  <a:lnTo>
                    <a:pt x="37" y="60"/>
                  </a:lnTo>
                  <a:lnTo>
                    <a:pt x="37" y="64"/>
                  </a:lnTo>
                  <a:lnTo>
                    <a:pt x="36" y="65"/>
                  </a:lnTo>
                  <a:lnTo>
                    <a:pt x="33" y="65"/>
                  </a:lnTo>
                  <a:lnTo>
                    <a:pt x="30" y="70"/>
                  </a:lnTo>
                  <a:lnTo>
                    <a:pt x="30" y="79"/>
                  </a:lnTo>
                  <a:lnTo>
                    <a:pt x="30" y="80"/>
                  </a:lnTo>
                  <a:lnTo>
                    <a:pt x="24" y="83"/>
                  </a:lnTo>
                  <a:lnTo>
                    <a:pt x="24" y="83"/>
                  </a:lnTo>
                  <a:lnTo>
                    <a:pt x="22" y="83"/>
                  </a:lnTo>
                  <a:lnTo>
                    <a:pt x="21" y="83"/>
                  </a:lnTo>
                  <a:lnTo>
                    <a:pt x="19" y="85"/>
                  </a:lnTo>
                  <a:lnTo>
                    <a:pt x="19" y="83"/>
                  </a:lnTo>
                  <a:lnTo>
                    <a:pt x="16" y="77"/>
                  </a:lnTo>
                  <a:lnTo>
                    <a:pt x="10" y="77"/>
                  </a:lnTo>
                  <a:lnTo>
                    <a:pt x="6" y="77"/>
                  </a:lnTo>
                  <a:lnTo>
                    <a:pt x="6" y="77"/>
                  </a:lnTo>
                  <a:lnTo>
                    <a:pt x="4" y="77"/>
                  </a:lnTo>
                  <a:lnTo>
                    <a:pt x="4" y="77"/>
                  </a:lnTo>
                  <a:lnTo>
                    <a:pt x="3" y="71"/>
                  </a:lnTo>
                  <a:lnTo>
                    <a:pt x="3" y="71"/>
                  </a:lnTo>
                  <a:lnTo>
                    <a:pt x="7" y="68"/>
                  </a:lnTo>
                  <a:lnTo>
                    <a:pt x="6" y="64"/>
                  </a:lnTo>
                  <a:lnTo>
                    <a:pt x="6" y="63"/>
                  </a:lnTo>
                  <a:lnTo>
                    <a:pt x="13" y="58"/>
                  </a:lnTo>
                  <a:lnTo>
                    <a:pt x="13" y="51"/>
                  </a:lnTo>
                  <a:lnTo>
                    <a:pt x="12" y="48"/>
                  </a:lnTo>
                  <a:lnTo>
                    <a:pt x="9" y="54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" y="49"/>
                  </a:lnTo>
                  <a:lnTo>
                    <a:pt x="0" y="48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6" y="27"/>
                  </a:lnTo>
                  <a:lnTo>
                    <a:pt x="10" y="17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158" name="FRENCH GUIANA">
              <a:extLst>
                <a:ext uri="{FF2B5EF4-FFF2-40B4-BE49-F238E27FC236}">
                  <a16:creationId xmlns:a16="http://schemas.microsoft.com/office/drawing/2014/main" id="{CF9E3F10-04F0-6662-F99D-8F355F719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1526" y="7134312"/>
              <a:ext cx="138185" cy="169277"/>
            </a:xfrm>
            <a:custGeom>
              <a:avLst/>
              <a:gdLst>
                <a:gd name="T0" fmla="*/ 9 w 40"/>
                <a:gd name="T1" fmla="*/ 0 h 49"/>
                <a:gd name="T2" fmla="*/ 9 w 40"/>
                <a:gd name="T3" fmla="*/ 0 h 49"/>
                <a:gd name="T4" fmla="*/ 26 w 40"/>
                <a:gd name="T5" fmla="*/ 7 h 49"/>
                <a:gd name="T6" fmla="*/ 36 w 40"/>
                <a:gd name="T7" fmla="*/ 16 h 49"/>
                <a:gd name="T8" fmla="*/ 40 w 40"/>
                <a:gd name="T9" fmla="*/ 21 h 49"/>
                <a:gd name="T10" fmla="*/ 40 w 40"/>
                <a:gd name="T11" fmla="*/ 22 h 49"/>
                <a:gd name="T12" fmla="*/ 27 w 40"/>
                <a:gd name="T13" fmla="*/ 41 h 49"/>
                <a:gd name="T14" fmla="*/ 20 w 40"/>
                <a:gd name="T15" fmla="*/ 47 h 49"/>
                <a:gd name="T16" fmla="*/ 18 w 40"/>
                <a:gd name="T17" fmla="*/ 47 h 49"/>
                <a:gd name="T18" fmla="*/ 17 w 40"/>
                <a:gd name="T19" fmla="*/ 47 h 49"/>
                <a:gd name="T20" fmla="*/ 14 w 40"/>
                <a:gd name="T21" fmla="*/ 47 h 49"/>
                <a:gd name="T22" fmla="*/ 11 w 40"/>
                <a:gd name="T23" fmla="*/ 49 h 49"/>
                <a:gd name="T24" fmla="*/ 8 w 40"/>
                <a:gd name="T25" fmla="*/ 49 h 49"/>
                <a:gd name="T26" fmla="*/ 8 w 40"/>
                <a:gd name="T27" fmla="*/ 49 h 49"/>
                <a:gd name="T28" fmla="*/ 6 w 40"/>
                <a:gd name="T29" fmla="*/ 49 h 49"/>
                <a:gd name="T30" fmla="*/ 0 w 40"/>
                <a:gd name="T31" fmla="*/ 44 h 49"/>
                <a:gd name="T32" fmla="*/ 0 w 40"/>
                <a:gd name="T33" fmla="*/ 44 h 49"/>
                <a:gd name="T34" fmla="*/ 0 w 40"/>
                <a:gd name="T35" fmla="*/ 43 h 49"/>
                <a:gd name="T36" fmla="*/ 5 w 40"/>
                <a:gd name="T37" fmla="*/ 40 h 49"/>
                <a:gd name="T38" fmla="*/ 6 w 40"/>
                <a:gd name="T39" fmla="*/ 27 h 49"/>
                <a:gd name="T40" fmla="*/ 2 w 40"/>
                <a:gd name="T41" fmla="*/ 19 h 49"/>
                <a:gd name="T42" fmla="*/ 2 w 40"/>
                <a:gd name="T43" fmla="*/ 10 h 49"/>
                <a:gd name="T44" fmla="*/ 2 w 40"/>
                <a:gd name="T45" fmla="*/ 9 h 49"/>
                <a:gd name="T46" fmla="*/ 6 w 40"/>
                <a:gd name="T47" fmla="*/ 3 h 49"/>
                <a:gd name="T48" fmla="*/ 9 w 40"/>
                <a:gd name="T49" fmla="*/ 0 h 49"/>
                <a:gd name="T50" fmla="*/ 9 w 40"/>
                <a:gd name="T51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0" h="49">
                  <a:moveTo>
                    <a:pt x="9" y="0"/>
                  </a:moveTo>
                  <a:lnTo>
                    <a:pt x="9" y="0"/>
                  </a:lnTo>
                  <a:lnTo>
                    <a:pt x="26" y="7"/>
                  </a:lnTo>
                  <a:lnTo>
                    <a:pt x="36" y="16"/>
                  </a:lnTo>
                  <a:lnTo>
                    <a:pt x="40" y="21"/>
                  </a:lnTo>
                  <a:lnTo>
                    <a:pt x="40" y="22"/>
                  </a:lnTo>
                  <a:lnTo>
                    <a:pt x="27" y="41"/>
                  </a:lnTo>
                  <a:lnTo>
                    <a:pt x="20" y="47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4" y="47"/>
                  </a:lnTo>
                  <a:lnTo>
                    <a:pt x="11" y="49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6" y="49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0" y="43"/>
                  </a:lnTo>
                  <a:lnTo>
                    <a:pt x="5" y="40"/>
                  </a:lnTo>
                  <a:lnTo>
                    <a:pt x="6" y="27"/>
                  </a:lnTo>
                  <a:lnTo>
                    <a:pt x="2" y="19"/>
                  </a:lnTo>
                  <a:lnTo>
                    <a:pt x="2" y="10"/>
                  </a:lnTo>
                  <a:lnTo>
                    <a:pt x="2" y="9"/>
                  </a:lnTo>
                  <a:lnTo>
                    <a:pt x="6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159" name="GUYANA">
              <a:extLst>
                <a:ext uri="{FF2B5EF4-FFF2-40B4-BE49-F238E27FC236}">
                  <a16:creationId xmlns:a16="http://schemas.microsoft.com/office/drawing/2014/main" id="{BD41C0B3-4F9C-14D4-2FCF-877B8D436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4062" y="7016858"/>
              <a:ext cx="221098" cy="317825"/>
            </a:xfrm>
            <a:custGeom>
              <a:avLst/>
              <a:gdLst>
                <a:gd name="T0" fmla="*/ 20 w 64"/>
                <a:gd name="T1" fmla="*/ 0 h 92"/>
                <a:gd name="T2" fmla="*/ 24 w 64"/>
                <a:gd name="T3" fmla="*/ 0 h 92"/>
                <a:gd name="T4" fmla="*/ 34 w 64"/>
                <a:gd name="T5" fmla="*/ 9 h 92"/>
                <a:gd name="T6" fmla="*/ 37 w 64"/>
                <a:gd name="T7" fmla="*/ 19 h 92"/>
                <a:gd name="T8" fmla="*/ 48 w 64"/>
                <a:gd name="T9" fmla="*/ 21 h 92"/>
                <a:gd name="T10" fmla="*/ 57 w 64"/>
                <a:gd name="T11" fmla="*/ 32 h 92"/>
                <a:gd name="T12" fmla="*/ 57 w 64"/>
                <a:gd name="T13" fmla="*/ 32 h 92"/>
                <a:gd name="T14" fmla="*/ 52 w 64"/>
                <a:gd name="T15" fmla="*/ 44 h 92"/>
                <a:gd name="T16" fmla="*/ 51 w 64"/>
                <a:gd name="T17" fmla="*/ 44 h 92"/>
                <a:gd name="T18" fmla="*/ 45 w 64"/>
                <a:gd name="T19" fmla="*/ 46 h 92"/>
                <a:gd name="T20" fmla="*/ 43 w 64"/>
                <a:gd name="T21" fmla="*/ 55 h 92"/>
                <a:gd name="T22" fmla="*/ 49 w 64"/>
                <a:gd name="T23" fmla="*/ 64 h 92"/>
                <a:gd name="T24" fmla="*/ 54 w 64"/>
                <a:gd name="T25" fmla="*/ 65 h 92"/>
                <a:gd name="T26" fmla="*/ 54 w 64"/>
                <a:gd name="T27" fmla="*/ 65 h 92"/>
                <a:gd name="T28" fmla="*/ 58 w 64"/>
                <a:gd name="T29" fmla="*/ 77 h 92"/>
                <a:gd name="T30" fmla="*/ 64 w 64"/>
                <a:gd name="T31" fmla="*/ 83 h 92"/>
                <a:gd name="T32" fmla="*/ 64 w 64"/>
                <a:gd name="T33" fmla="*/ 84 h 92"/>
                <a:gd name="T34" fmla="*/ 64 w 64"/>
                <a:gd name="T35" fmla="*/ 84 h 92"/>
                <a:gd name="T36" fmla="*/ 63 w 64"/>
                <a:gd name="T37" fmla="*/ 84 h 92"/>
                <a:gd name="T38" fmla="*/ 61 w 64"/>
                <a:gd name="T39" fmla="*/ 83 h 92"/>
                <a:gd name="T40" fmla="*/ 58 w 64"/>
                <a:gd name="T41" fmla="*/ 83 h 92"/>
                <a:gd name="T42" fmla="*/ 55 w 64"/>
                <a:gd name="T43" fmla="*/ 83 h 92"/>
                <a:gd name="T44" fmla="*/ 54 w 64"/>
                <a:gd name="T45" fmla="*/ 83 h 92"/>
                <a:gd name="T46" fmla="*/ 36 w 64"/>
                <a:gd name="T47" fmla="*/ 92 h 92"/>
                <a:gd name="T48" fmla="*/ 36 w 64"/>
                <a:gd name="T49" fmla="*/ 92 h 92"/>
                <a:gd name="T50" fmla="*/ 34 w 64"/>
                <a:gd name="T51" fmla="*/ 92 h 92"/>
                <a:gd name="T52" fmla="*/ 27 w 64"/>
                <a:gd name="T53" fmla="*/ 89 h 92"/>
                <a:gd name="T54" fmla="*/ 21 w 64"/>
                <a:gd name="T55" fmla="*/ 86 h 92"/>
                <a:gd name="T56" fmla="*/ 21 w 64"/>
                <a:gd name="T57" fmla="*/ 84 h 92"/>
                <a:gd name="T58" fmla="*/ 21 w 64"/>
                <a:gd name="T59" fmla="*/ 78 h 92"/>
                <a:gd name="T60" fmla="*/ 18 w 64"/>
                <a:gd name="T61" fmla="*/ 75 h 92"/>
                <a:gd name="T62" fmla="*/ 18 w 64"/>
                <a:gd name="T63" fmla="*/ 75 h 92"/>
                <a:gd name="T64" fmla="*/ 20 w 64"/>
                <a:gd name="T65" fmla="*/ 61 h 92"/>
                <a:gd name="T66" fmla="*/ 23 w 64"/>
                <a:gd name="T67" fmla="*/ 58 h 92"/>
                <a:gd name="T68" fmla="*/ 21 w 64"/>
                <a:gd name="T69" fmla="*/ 50 h 92"/>
                <a:gd name="T70" fmla="*/ 17 w 64"/>
                <a:gd name="T71" fmla="*/ 50 h 92"/>
                <a:gd name="T72" fmla="*/ 17 w 64"/>
                <a:gd name="T73" fmla="*/ 49 h 92"/>
                <a:gd name="T74" fmla="*/ 17 w 64"/>
                <a:gd name="T75" fmla="*/ 41 h 92"/>
                <a:gd name="T76" fmla="*/ 9 w 64"/>
                <a:gd name="T77" fmla="*/ 41 h 92"/>
                <a:gd name="T78" fmla="*/ 8 w 64"/>
                <a:gd name="T79" fmla="*/ 41 h 92"/>
                <a:gd name="T80" fmla="*/ 0 w 64"/>
                <a:gd name="T81" fmla="*/ 28 h 92"/>
                <a:gd name="T82" fmla="*/ 0 w 64"/>
                <a:gd name="T83" fmla="*/ 28 h 92"/>
                <a:gd name="T84" fmla="*/ 3 w 64"/>
                <a:gd name="T85" fmla="*/ 21 h 92"/>
                <a:gd name="T86" fmla="*/ 9 w 64"/>
                <a:gd name="T87" fmla="*/ 16 h 92"/>
                <a:gd name="T88" fmla="*/ 8 w 64"/>
                <a:gd name="T89" fmla="*/ 16 h 92"/>
                <a:gd name="T90" fmla="*/ 6 w 64"/>
                <a:gd name="T91" fmla="*/ 15 h 92"/>
                <a:gd name="T92" fmla="*/ 6 w 64"/>
                <a:gd name="T93" fmla="*/ 9 h 92"/>
                <a:gd name="T94" fmla="*/ 8 w 64"/>
                <a:gd name="T95" fmla="*/ 7 h 92"/>
                <a:gd name="T96" fmla="*/ 18 w 64"/>
                <a:gd name="T97" fmla="*/ 1 h 92"/>
                <a:gd name="T98" fmla="*/ 20 w 64"/>
                <a:gd name="T99" fmla="*/ 0 h 92"/>
                <a:gd name="T100" fmla="*/ 20 w 64"/>
                <a:gd name="T10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" h="92">
                  <a:moveTo>
                    <a:pt x="20" y="0"/>
                  </a:moveTo>
                  <a:lnTo>
                    <a:pt x="24" y="0"/>
                  </a:lnTo>
                  <a:lnTo>
                    <a:pt x="34" y="9"/>
                  </a:lnTo>
                  <a:lnTo>
                    <a:pt x="37" y="19"/>
                  </a:lnTo>
                  <a:lnTo>
                    <a:pt x="48" y="21"/>
                  </a:lnTo>
                  <a:lnTo>
                    <a:pt x="57" y="32"/>
                  </a:lnTo>
                  <a:lnTo>
                    <a:pt x="57" y="32"/>
                  </a:lnTo>
                  <a:lnTo>
                    <a:pt x="52" y="44"/>
                  </a:lnTo>
                  <a:lnTo>
                    <a:pt x="51" y="44"/>
                  </a:lnTo>
                  <a:lnTo>
                    <a:pt x="45" y="46"/>
                  </a:lnTo>
                  <a:lnTo>
                    <a:pt x="43" y="55"/>
                  </a:lnTo>
                  <a:lnTo>
                    <a:pt x="49" y="64"/>
                  </a:lnTo>
                  <a:lnTo>
                    <a:pt x="54" y="65"/>
                  </a:lnTo>
                  <a:lnTo>
                    <a:pt x="54" y="65"/>
                  </a:lnTo>
                  <a:lnTo>
                    <a:pt x="58" y="77"/>
                  </a:lnTo>
                  <a:lnTo>
                    <a:pt x="64" y="83"/>
                  </a:lnTo>
                  <a:lnTo>
                    <a:pt x="64" y="84"/>
                  </a:lnTo>
                  <a:lnTo>
                    <a:pt x="64" y="84"/>
                  </a:lnTo>
                  <a:lnTo>
                    <a:pt x="63" y="84"/>
                  </a:lnTo>
                  <a:lnTo>
                    <a:pt x="61" y="83"/>
                  </a:lnTo>
                  <a:lnTo>
                    <a:pt x="58" y="83"/>
                  </a:lnTo>
                  <a:lnTo>
                    <a:pt x="55" y="83"/>
                  </a:lnTo>
                  <a:lnTo>
                    <a:pt x="54" y="83"/>
                  </a:lnTo>
                  <a:lnTo>
                    <a:pt x="36" y="92"/>
                  </a:lnTo>
                  <a:lnTo>
                    <a:pt x="36" y="92"/>
                  </a:lnTo>
                  <a:lnTo>
                    <a:pt x="34" y="92"/>
                  </a:lnTo>
                  <a:lnTo>
                    <a:pt x="27" y="89"/>
                  </a:lnTo>
                  <a:lnTo>
                    <a:pt x="21" y="86"/>
                  </a:lnTo>
                  <a:lnTo>
                    <a:pt x="21" y="84"/>
                  </a:lnTo>
                  <a:lnTo>
                    <a:pt x="21" y="78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20" y="61"/>
                  </a:lnTo>
                  <a:lnTo>
                    <a:pt x="23" y="58"/>
                  </a:lnTo>
                  <a:lnTo>
                    <a:pt x="21" y="50"/>
                  </a:lnTo>
                  <a:lnTo>
                    <a:pt x="17" y="50"/>
                  </a:lnTo>
                  <a:lnTo>
                    <a:pt x="17" y="49"/>
                  </a:lnTo>
                  <a:lnTo>
                    <a:pt x="17" y="41"/>
                  </a:lnTo>
                  <a:lnTo>
                    <a:pt x="9" y="41"/>
                  </a:lnTo>
                  <a:lnTo>
                    <a:pt x="8" y="41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3" y="21"/>
                  </a:lnTo>
                  <a:lnTo>
                    <a:pt x="9" y="16"/>
                  </a:lnTo>
                  <a:lnTo>
                    <a:pt x="8" y="16"/>
                  </a:lnTo>
                  <a:lnTo>
                    <a:pt x="6" y="15"/>
                  </a:lnTo>
                  <a:lnTo>
                    <a:pt x="6" y="9"/>
                  </a:lnTo>
                  <a:lnTo>
                    <a:pt x="8" y="7"/>
                  </a:lnTo>
                  <a:lnTo>
                    <a:pt x="18" y="1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160" name="PARAGUAY">
              <a:extLst>
                <a:ext uri="{FF2B5EF4-FFF2-40B4-BE49-F238E27FC236}">
                  <a16:creationId xmlns:a16="http://schemas.microsoft.com/office/drawing/2014/main" id="{95A38FC2-9C6F-9FA9-D483-5B313A423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8423" y="8267431"/>
              <a:ext cx="383466" cy="407645"/>
            </a:xfrm>
            <a:custGeom>
              <a:avLst/>
              <a:gdLst>
                <a:gd name="T0" fmla="*/ 48 w 111"/>
                <a:gd name="T1" fmla="*/ 0 h 118"/>
                <a:gd name="T2" fmla="*/ 53 w 111"/>
                <a:gd name="T3" fmla="*/ 3 h 118"/>
                <a:gd name="T4" fmla="*/ 61 w 111"/>
                <a:gd name="T5" fmla="*/ 11 h 118"/>
                <a:gd name="T6" fmla="*/ 64 w 111"/>
                <a:gd name="T7" fmla="*/ 38 h 118"/>
                <a:gd name="T8" fmla="*/ 74 w 111"/>
                <a:gd name="T9" fmla="*/ 41 h 118"/>
                <a:gd name="T10" fmla="*/ 83 w 111"/>
                <a:gd name="T11" fmla="*/ 40 h 118"/>
                <a:gd name="T12" fmla="*/ 91 w 111"/>
                <a:gd name="T13" fmla="*/ 43 h 118"/>
                <a:gd name="T14" fmla="*/ 92 w 111"/>
                <a:gd name="T15" fmla="*/ 43 h 118"/>
                <a:gd name="T16" fmla="*/ 96 w 111"/>
                <a:gd name="T17" fmla="*/ 63 h 118"/>
                <a:gd name="T18" fmla="*/ 110 w 111"/>
                <a:gd name="T19" fmla="*/ 65 h 118"/>
                <a:gd name="T20" fmla="*/ 110 w 111"/>
                <a:gd name="T21" fmla="*/ 65 h 118"/>
                <a:gd name="T22" fmla="*/ 111 w 111"/>
                <a:gd name="T23" fmla="*/ 74 h 118"/>
                <a:gd name="T24" fmla="*/ 108 w 111"/>
                <a:gd name="T25" fmla="*/ 90 h 118"/>
                <a:gd name="T26" fmla="*/ 105 w 111"/>
                <a:gd name="T27" fmla="*/ 103 h 118"/>
                <a:gd name="T28" fmla="*/ 93 w 111"/>
                <a:gd name="T29" fmla="*/ 115 h 118"/>
                <a:gd name="T30" fmla="*/ 92 w 111"/>
                <a:gd name="T31" fmla="*/ 115 h 118"/>
                <a:gd name="T32" fmla="*/ 91 w 111"/>
                <a:gd name="T33" fmla="*/ 117 h 118"/>
                <a:gd name="T34" fmla="*/ 88 w 111"/>
                <a:gd name="T35" fmla="*/ 117 h 118"/>
                <a:gd name="T36" fmla="*/ 83 w 111"/>
                <a:gd name="T37" fmla="*/ 117 h 118"/>
                <a:gd name="T38" fmla="*/ 80 w 111"/>
                <a:gd name="T39" fmla="*/ 118 h 118"/>
                <a:gd name="T40" fmla="*/ 79 w 111"/>
                <a:gd name="T41" fmla="*/ 118 h 118"/>
                <a:gd name="T42" fmla="*/ 77 w 111"/>
                <a:gd name="T43" fmla="*/ 118 h 118"/>
                <a:gd name="T44" fmla="*/ 77 w 111"/>
                <a:gd name="T45" fmla="*/ 118 h 118"/>
                <a:gd name="T46" fmla="*/ 70 w 111"/>
                <a:gd name="T47" fmla="*/ 114 h 118"/>
                <a:gd name="T48" fmla="*/ 56 w 111"/>
                <a:gd name="T49" fmla="*/ 112 h 118"/>
                <a:gd name="T50" fmla="*/ 56 w 111"/>
                <a:gd name="T51" fmla="*/ 111 h 118"/>
                <a:gd name="T52" fmla="*/ 56 w 111"/>
                <a:gd name="T53" fmla="*/ 106 h 118"/>
                <a:gd name="T54" fmla="*/ 65 w 111"/>
                <a:gd name="T55" fmla="*/ 90 h 118"/>
                <a:gd name="T56" fmla="*/ 64 w 111"/>
                <a:gd name="T57" fmla="*/ 87 h 118"/>
                <a:gd name="T58" fmla="*/ 40 w 111"/>
                <a:gd name="T59" fmla="*/ 71 h 118"/>
                <a:gd name="T60" fmla="*/ 24 w 111"/>
                <a:gd name="T61" fmla="*/ 66 h 118"/>
                <a:gd name="T62" fmla="*/ 5 w 111"/>
                <a:gd name="T63" fmla="*/ 44 h 118"/>
                <a:gd name="T64" fmla="*/ 0 w 111"/>
                <a:gd name="T65" fmla="*/ 44 h 118"/>
                <a:gd name="T66" fmla="*/ 0 w 111"/>
                <a:gd name="T67" fmla="*/ 44 h 118"/>
                <a:gd name="T68" fmla="*/ 0 w 111"/>
                <a:gd name="T69" fmla="*/ 43 h 118"/>
                <a:gd name="T70" fmla="*/ 5 w 111"/>
                <a:gd name="T71" fmla="*/ 29 h 118"/>
                <a:gd name="T72" fmla="*/ 5 w 111"/>
                <a:gd name="T73" fmla="*/ 20 h 118"/>
                <a:gd name="T74" fmla="*/ 10 w 111"/>
                <a:gd name="T75" fmla="*/ 7 h 118"/>
                <a:gd name="T76" fmla="*/ 10 w 111"/>
                <a:gd name="T77" fmla="*/ 7 h 118"/>
                <a:gd name="T78" fmla="*/ 37 w 111"/>
                <a:gd name="T79" fmla="*/ 0 h 118"/>
                <a:gd name="T80" fmla="*/ 48 w 111"/>
                <a:gd name="T81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1" h="118">
                  <a:moveTo>
                    <a:pt x="48" y="0"/>
                  </a:moveTo>
                  <a:lnTo>
                    <a:pt x="53" y="3"/>
                  </a:lnTo>
                  <a:lnTo>
                    <a:pt x="61" y="11"/>
                  </a:lnTo>
                  <a:lnTo>
                    <a:pt x="64" y="38"/>
                  </a:lnTo>
                  <a:lnTo>
                    <a:pt x="74" y="41"/>
                  </a:lnTo>
                  <a:lnTo>
                    <a:pt x="83" y="40"/>
                  </a:lnTo>
                  <a:lnTo>
                    <a:pt x="91" y="43"/>
                  </a:lnTo>
                  <a:lnTo>
                    <a:pt x="92" y="43"/>
                  </a:lnTo>
                  <a:lnTo>
                    <a:pt x="96" y="63"/>
                  </a:lnTo>
                  <a:lnTo>
                    <a:pt x="110" y="65"/>
                  </a:lnTo>
                  <a:lnTo>
                    <a:pt x="110" y="65"/>
                  </a:lnTo>
                  <a:lnTo>
                    <a:pt x="111" y="74"/>
                  </a:lnTo>
                  <a:lnTo>
                    <a:pt x="108" y="90"/>
                  </a:lnTo>
                  <a:lnTo>
                    <a:pt x="105" y="103"/>
                  </a:lnTo>
                  <a:lnTo>
                    <a:pt x="93" y="115"/>
                  </a:lnTo>
                  <a:lnTo>
                    <a:pt x="92" y="115"/>
                  </a:lnTo>
                  <a:lnTo>
                    <a:pt x="91" y="117"/>
                  </a:lnTo>
                  <a:lnTo>
                    <a:pt x="88" y="117"/>
                  </a:lnTo>
                  <a:lnTo>
                    <a:pt x="83" y="117"/>
                  </a:lnTo>
                  <a:lnTo>
                    <a:pt x="80" y="118"/>
                  </a:lnTo>
                  <a:lnTo>
                    <a:pt x="79" y="118"/>
                  </a:lnTo>
                  <a:lnTo>
                    <a:pt x="77" y="118"/>
                  </a:lnTo>
                  <a:lnTo>
                    <a:pt x="77" y="118"/>
                  </a:lnTo>
                  <a:lnTo>
                    <a:pt x="70" y="114"/>
                  </a:lnTo>
                  <a:lnTo>
                    <a:pt x="56" y="112"/>
                  </a:lnTo>
                  <a:lnTo>
                    <a:pt x="56" y="111"/>
                  </a:lnTo>
                  <a:lnTo>
                    <a:pt x="56" y="106"/>
                  </a:lnTo>
                  <a:lnTo>
                    <a:pt x="65" y="90"/>
                  </a:lnTo>
                  <a:lnTo>
                    <a:pt x="64" y="87"/>
                  </a:lnTo>
                  <a:lnTo>
                    <a:pt x="40" y="71"/>
                  </a:lnTo>
                  <a:lnTo>
                    <a:pt x="24" y="66"/>
                  </a:lnTo>
                  <a:lnTo>
                    <a:pt x="5" y="44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0" y="43"/>
                  </a:lnTo>
                  <a:lnTo>
                    <a:pt x="5" y="29"/>
                  </a:lnTo>
                  <a:lnTo>
                    <a:pt x="5" y="20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37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161" name="PERU">
              <a:extLst>
                <a:ext uri="{FF2B5EF4-FFF2-40B4-BE49-F238E27FC236}">
                  <a16:creationId xmlns:a16="http://schemas.microsoft.com/office/drawing/2014/main" id="{58991901-EE5C-06DF-B9E1-8A45F279F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8950" y="7396863"/>
              <a:ext cx="570013" cy="822201"/>
            </a:xfrm>
            <a:custGeom>
              <a:avLst/>
              <a:gdLst>
                <a:gd name="T0" fmla="*/ 80 w 165"/>
                <a:gd name="T1" fmla="*/ 0 h 238"/>
                <a:gd name="T2" fmla="*/ 83 w 165"/>
                <a:gd name="T3" fmla="*/ 0 h 238"/>
                <a:gd name="T4" fmla="*/ 86 w 165"/>
                <a:gd name="T5" fmla="*/ 1 h 238"/>
                <a:gd name="T6" fmla="*/ 101 w 165"/>
                <a:gd name="T7" fmla="*/ 13 h 238"/>
                <a:gd name="T8" fmla="*/ 102 w 165"/>
                <a:gd name="T9" fmla="*/ 20 h 238"/>
                <a:gd name="T10" fmla="*/ 107 w 165"/>
                <a:gd name="T11" fmla="*/ 22 h 238"/>
                <a:gd name="T12" fmla="*/ 119 w 165"/>
                <a:gd name="T13" fmla="*/ 31 h 238"/>
                <a:gd name="T14" fmla="*/ 125 w 165"/>
                <a:gd name="T15" fmla="*/ 26 h 238"/>
                <a:gd name="T16" fmla="*/ 130 w 165"/>
                <a:gd name="T17" fmla="*/ 29 h 238"/>
                <a:gd name="T18" fmla="*/ 135 w 165"/>
                <a:gd name="T19" fmla="*/ 26 h 238"/>
                <a:gd name="T20" fmla="*/ 145 w 165"/>
                <a:gd name="T21" fmla="*/ 31 h 238"/>
                <a:gd name="T22" fmla="*/ 148 w 165"/>
                <a:gd name="T23" fmla="*/ 37 h 238"/>
                <a:gd name="T24" fmla="*/ 148 w 165"/>
                <a:gd name="T25" fmla="*/ 51 h 238"/>
                <a:gd name="T26" fmla="*/ 148 w 165"/>
                <a:gd name="T27" fmla="*/ 51 h 238"/>
                <a:gd name="T28" fmla="*/ 117 w 165"/>
                <a:gd name="T29" fmla="*/ 65 h 238"/>
                <a:gd name="T30" fmla="*/ 108 w 165"/>
                <a:gd name="T31" fmla="*/ 83 h 238"/>
                <a:gd name="T32" fmla="*/ 104 w 165"/>
                <a:gd name="T33" fmla="*/ 87 h 238"/>
                <a:gd name="T34" fmla="*/ 102 w 165"/>
                <a:gd name="T35" fmla="*/ 105 h 238"/>
                <a:gd name="T36" fmla="*/ 111 w 165"/>
                <a:gd name="T37" fmla="*/ 114 h 238"/>
                <a:gd name="T38" fmla="*/ 117 w 165"/>
                <a:gd name="T39" fmla="*/ 120 h 238"/>
                <a:gd name="T40" fmla="*/ 122 w 165"/>
                <a:gd name="T41" fmla="*/ 126 h 238"/>
                <a:gd name="T42" fmla="*/ 141 w 165"/>
                <a:gd name="T43" fmla="*/ 118 h 238"/>
                <a:gd name="T44" fmla="*/ 142 w 165"/>
                <a:gd name="T45" fmla="*/ 118 h 238"/>
                <a:gd name="T46" fmla="*/ 142 w 165"/>
                <a:gd name="T47" fmla="*/ 140 h 238"/>
                <a:gd name="T48" fmla="*/ 153 w 165"/>
                <a:gd name="T49" fmla="*/ 139 h 238"/>
                <a:gd name="T50" fmla="*/ 154 w 165"/>
                <a:gd name="T51" fmla="*/ 140 h 238"/>
                <a:gd name="T52" fmla="*/ 165 w 165"/>
                <a:gd name="T53" fmla="*/ 160 h 238"/>
                <a:gd name="T54" fmla="*/ 162 w 165"/>
                <a:gd name="T55" fmla="*/ 188 h 238"/>
                <a:gd name="T56" fmla="*/ 157 w 165"/>
                <a:gd name="T57" fmla="*/ 191 h 238"/>
                <a:gd name="T58" fmla="*/ 160 w 165"/>
                <a:gd name="T59" fmla="*/ 198 h 238"/>
                <a:gd name="T60" fmla="*/ 157 w 165"/>
                <a:gd name="T61" fmla="*/ 207 h 238"/>
                <a:gd name="T62" fmla="*/ 162 w 165"/>
                <a:gd name="T63" fmla="*/ 216 h 238"/>
                <a:gd name="T64" fmla="*/ 154 w 165"/>
                <a:gd name="T65" fmla="*/ 229 h 238"/>
                <a:gd name="T66" fmla="*/ 151 w 165"/>
                <a:gd name="T67" fmla="*/ 235 h 238"/>
                <a:gd name="T68" fmla="*/ 141 w 165"/>
                <a:gd name="T69" fmla="*/ 238 h 238"/>
                <a:gd name="T70" fmla="*/ 141 w 165"/>
                <a:gd name="T71" fmla="*/ 238 h 238"/>
                <a:gd name="T72" fmla="*/ 98 w 165"/>
                <a:gd name="T73" fmla="*/ 213 h 238"/>
                <a:gd name="T74" fmla="*/ 65 w 165"/>
                <a:gd name="T75" fmla="*/ 186 h 238"/>
                <a:gd name="T76" fmla="*/ 64 w 165"/>
                <a:gd name="T77" fmla="*/ 172 h 238"/>
                <a:gd name="T78" fmla="*/ 31 w 165"/>
                <a:gd name="T79" fmla="*/ 106 h 238"/>
                <a:gd name="T80" fmla="*/ 18 w 165"/>
                <a:gd name="T81" fmla="*/ 87 h 238"/>
                <a:gd name="T82" fmla="*/ 3 w 165"/>
                <a:gd name="T83" fmla="*/ 74 h 238"/>
                <a:gd name="T84" fmla="*/ 3 w 165"/>
                <a:gd name="T85" fmla="*/ 68 h 238"/>
                <a:gd name="T86" fmla="*/ 1 w 165"/>
                <a:gd name="T87" fmla="*/ 54 h 238"/>
                <a:gd name="T88" fmla="*/ 12 w 165"/>
                <a:gd name="T89" fmla="*/ 43 h 238"/>
                <a:gd name="T90" fmla="*/ 13 w 165"/>
                <a:gd name="T91" fmla="*/ 43 h 238"/>
                <a:gd name="T92" fmla="*/ 15 w 165"/>
                <a:gd name="T93" fmla="*/ 48 h 238"/>
                <a:gd name="T94" fmla="*/ 12 w 165"/>
                <a:gd name="T95" fmla="*/ 56 h 238"/>
                <a:gd name="T96" fmla="*/ 22 w 165"/>
                <a:gd name="T97" fmla="*/ 57 h 238"/>
                <a:gd name="T98" fmla="*/ 25 w 165"/>
                <a:gd name="T99" fmla="*/ 62 h 238"/>
                <a:gd name="T100" fmla="*/ 34 w 165"/>
                <a:gd name="T101" fmla="*/ 59 h 238"/>
                <a:gd name="T102" fmla="*/ 37 w 165"/>
                <a:gd name="T103" fmla="*/ 44 h 238"/>
                <a:gd name="T104" fmla="*/ 42 w 165"/>
                <a:gd name="T105" fmla="*/ 44 h 238"/>
                <a:gd name="T106" fmla="*/ 43 w 165"/>
                <a:gd name="T107" fmla="*/ 38 h 238"/>
                <a:gd name="T108" fmla="*/ 73 w 165"/>
                <a:gd name="T109" fmla="*/ 20 h 238"/>
                <a:gd name="T110" fmla="*/ 79 w 165"/>
                <a:gd name="T111" fmla="*/ 10 h 238"/>
                <a:gd name="T112" fmla="*/ 74 w 165"/>
                <a:gd name="T113" fmla="*/ 2 h 238"/>
                <a:gd name="T114" fmla="*/ 79 w 165"/>
                <a:gd name="T115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5" h="238">
                  <a:moveTo>
                    <a:pt x="79" y="0"/>
                  </a:moveTo>
                  <a:lnTo>
                    <a:pt x="80" y="0"/>
                  </a:lnTo>
                  <a:lnTo>
                    <a:pt x="82" y="0"/>
                  </a:lnTo>
                  <a:lnTo>
                    <a:pt x="83" y="0"/>
                  </a:lnTo>
                  <a:lnTo>
                    <a:pt x="85" y="0"/>
                  </a:lnTo>
                  <a:lnTo>
                    <a:pt x="86" y="1"/>
                  </a:lnTo>
                  <a:lnTo>
                    <a:pt x="95" y="11"/>
                  </a:lnTo>
                  <a:lnTo>
                    <a:pt x="101" y="13"/>
                  </a:lnTo>
                  <a:lnTo>
                    <a:pt x="101" y="13"/>
                  </a:lnTo>
                  <a:lnTo>
                    <a:pt x="102" y="20"/>
                  </a:lnTo>
                  <a:lnTo>
                    <a:pt x="107" y="20"/>
                  </a:lnTo>
                  <a:lnTo>
                    <a:pt x="107" y="22"/>
                  </a:lnTo>
                  <a:lnTo>
                    <a:pt x="110" y="29"/>
                  </a:lnTo>
                  <a:lnTo>
                    <a:pt x="119" y="31"/>
                  </a:lnTo>
                  <a:lnTo>
                    <a:pt x="123" y="26"/>
                  </a:lnTo>
                  <a:lnTo>
                    <a:pt x="125" y="26"/>
                  </a:lnTo>
                  <a:lnTo>
                    <a:pt x="125" y="26"/>
                  </a:lnTo>
                  <a:lnTo>
                    <a:pt x="130" y="29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45" y="31"/>
                  </a:lnTo>
                  <a:lnTo>
                    <a:pt x="148" y="35"/>
                  </a:lnTo>
                  <a:lnTo>
                    <a:pt x="148" y="37"/>
                  </a:lnTo>
                  <a:lnTo>
                    <a:pt x="141" y="47"/>
                  </a:lnTo>
                  <a:lnTo>
                    <a:pt x="148" y="51"/>
                  </a:lnTo>
                  <a:lnTo>
                    <a:pt x="150" y="51"/>
                  </a:lnTo>
                  <a:lnTo>
                    <a:pt x="148" y="51"/>
                  </a:lnTo>
                  <a:lnTo>
                    <a:pt x="127" y="57"/>
                  </a:lnTo>
                  <a:lnTo>
                    <a:pt x="117" y="65"/>
                  </a:lnTo>
                  <a:lnTo>
                    <a:pt x="110" y="75"/>
                  </a:lnTo>
                  <a:lnTo>
                    <a:pt x="108" y="83"/>
                  </a:lnTo>
                  <a:lnTo>
                    <a:pt x="108" y="84"/>
                  </a:lnTo>
                  <a:lnTo>
                    <a:pt x="104" y="87"/>
                  </a:lnTo>
                  <a:lnTo>
                    <a:pt x="99" y="96"/>
                  </a:lnTo>
                  <a:lnTo>
                    <a:pt x="102" y="105"/>
                  </a:lnTo>
                  <a:lnTo>
                    <a:pt x="111" y="114"/>
                  </a:lnTo>
                  <a:lnTo>
                    <a:pt x="111" y="114"/>
                  </a:lnTo>
                  <a:lnTo>
                    <a:pt x="111" y="120"/>
                  </a:lnTo>
                  <a:lnTo>
                    <a:pt x="117" y="120"/>
                  </a:lnTo>
                  <a:lnTo>
                    <a:pt x="117" y="121"/>
                  </a:lnTo>
                  <a:lnTo>
                    <a:pt x="122" y="126"/>
                  </a:lnTo>
                  <a:lnTo>
                    <a:pt x="127" y="127"/>
                  </a:lnTo>
                  <a:lnTo>
                    <a:pt x="141" y="118"/>
                  </a:lnTo>
                  <a:lnTo>
                    <a:pt x="142" y="118"/>
                  </a:lnTo>
                  <a:lnTo>
                    <a:pt x="142" y="118"/>
                  </a:lnTo>
                  <a:lnTo>
                    <a:pt x="142" y="120"/>
                  </a:lnTo>
                  <a:lnTo>
                    <a:pt x="142" y="140"/>
                  </a:lnTo>
                  <a:lnTo>
                    <a:pt x="144" y="142"/>
                  </a:lnTo>
                  <a:lnTo>
                    <a:pt x="153" y="139"/>
                  </a:lnTo>
                  <a:lnTo>
                    <a:pt x="153" y="139"/>
                  </a:lnTo>
                  <a:lnTo>
                    <a:pt x="154" y="140"/>
                  </a:lnTo>
                  <a:lnTo>
                    <a:pt x="165" y="160"/>
                  </a:lnTo>
                  <a:lnTo>
                    <a:pt x="165" y="160"/>
                  </a:lnTo>
                  <a:lnTo>
                    <a:pt x="162" y="166"/>
                  </a:lnTo>
                  <a:lnTo>
                    <a:pt x="162" y="188"/>
                  </a:lnTo>
                  <a:lnTo>
                    <a:pt x="162" y="188"/>
                  </a:lnTo>
                  <a:lnTo>
                    <a:pt x="157" y="191"/>
                  </a:lnTo>
                  <a:lnTo>
                    <a:pt x="160" y="197"/>
                  </a:lnTo>
                  <a:lnTo>
                    <a:pt x="160" y="198"/>
                  </a:lnTo>
                  <a:lnTo>
                    <a:pt x="157" y="203"/>
                  </a:lnTo>
                  <a:lnTo>
                    <a:pt x="157" y="207"/>
                  </a:lnTo>
                  <a:lnTo>
                    <a:pt x="162" y="215"/>
                  </a:lnTo>
                  <a:lnTo>
                    <a:pt x="162" y="216"/>
                  </a:lnTo>
                  <a:lnTo>
                    <a:pt x="154" y="226"/>
                  </a:lnTo>
                  <a:lnTo>
                    <a:pt x="154" y="229"/>
                  </a:lnTo>
                  <a:lnTo>
                    <a:pt x="154" y="229"/>
                  </a:lnTo>
                  <a:lnTo>
                    <a:pt x="151" y="235"/>
                  </a:lnTo>
                  <a:lnTo>
                    <a:pt x="151" y="237"/>
                  </a:lnTo>
                  <a:lnTo>
                    <a:pt x="141" y="238"/>
                  </a:lnTo>
                  <a:lnTo>
                    <a:pt x="141" y="238"/>
                  </a:lnTo>
                  <a:lnTo>
                    <a:pt x="141" y="238"/>
                  </a:lnTo>
                  <a:lnTo>
                    <a:pt x="117" y="219"/>
                  </a:lnTo>
                  <a:lnTo>
                    <a:pt x="98" y="213"/>
                  </a:lnTo>
                  <a:lnTo>
                    <a:pt x="80" y="200"/>
                  </a:lnTo>
                  <a:lnTo>
                    <a:pt x="65" y="186"/>
                  </a:lnTo>
                  <a:lnTo>
                    <a:pt x="65" y="185"/>
                  </a:lnTo>
                  <a:lnTo>
                    <a:pt x="64" y="172"/>
                  </a:lnTo>
                  <a:lnTo>
                    <a:pt x="47" y="148"/>
                  </a:lnTo>
                  <a:lnTo>
                    <a:pt x="31" y="106"/>
                  </a:lnTo>
                  <a:lnTo>
                    <a:pt x="25" y="100"/>
                  </a:lnTo>
                  <a:lnTo>
                    <a:pt x="18" y="87"/>
                  </a:lnTo>
                  <a:lnTo>
                    <a:pt x="3" y="75"/>
                  </a:lnTo>
                  <a:lnTo>
                    <a:pt x="3" y="74"/>
                  </a:lnTo>
                  <a:lnTo>
                    <a:pt x="4" y="71"/>
                  </a:lnTo>
                  <a:lnTo>
                    <a:pt x="3" y="68"/>
                  </a:lnTo>
                  <a:lnTo>
                    <a:pt x="0" y="54"/>
                  </a:lnTo>
                  <a:lnTo>
                    <a:pt x="1" y="54"/>
                  </a:lnTo>
                  <a:lnTo>
                    <a:pt x="12" y="43"/>
                  </a:lnTo>
                  <a:lnTo>
                    <a:pt x="12" y="43"/>
                  </a:lnTo>
                  <a:lnTo>
                    <a:pt x="13" y="43"/>
                  </a:lnTo>
                  <a:lnTo>
                    <a:pt x="13" y="43"/>
                  </a:lnTo>
                  <a:lnTo>
                    <a:pt x="15" y="48"/>
                  </a:lnTo>
                  <a:lnTo>
                    <a:pt x="15" y="48"/>
                  </a:lnTo>
                  <a:lnTo>
                    <a:pt x="10" y="51"/>
                  </a:lnTo>
                  <a:lnTo>
                    <a:pt x="12" y="56"/>
                  </a:lnTo>
                  <a:lnTo>
                    <a:pt x="16" y="56"/>
                  </a:lnTo>
                  <a:lnTo>
                    <a:pt x="22" y="57"/>
                  </a:lnTo>
                  <a:lnTo>
                    <a:pt x="24" y="57"/>
                  </a:lnTo>
                  <a:lnTo>
                    <a:pt x="25" y="62"/>
                  </a:lnTo>
                  <a:lnTo>
                    <a:pt x="30" y="62"/>
                  </a:lnTo>
                  <a:lnTo>
                    <a:pt x="34" y="59"/>
                  </a:lnTo>
                  <a:lnTo>
                    <a:pt x="34" y="50"/>
                  </a:lnTo>
                  <a:lnTo>
                    <a:pt x="37" y="44"/>
                  </a:lnTo>
                  <a:lnTo>
                    <a:pt x="39" y="44"/>
                  </a:lnTo>
                  <a:lnTo>
                    <a:pt x="42" y="44"/>
                  </a:lnTo>
                  <a:lnTo>
                    <a:pt x="43" y="40"/>
                  </a:lnTo>
                  <a:lnTo>
                    <a:pt x="43" y="38"/>
                  </a:lnTo>
                  <a:lnTo>
                    <a:pt x="61" y="31"/>
                  </a:lnTo>
                  <a:lnTo>
                    <a:pt x="73" y="20"/>
                  </a:lnTo>
                  <a:lnTo>
                    <a:pt x="79" y="10"/>
                  </a:lnTo>
                  <a:lnTo>
                    <a:pt x="79" y="10"/>
                  </a:lnTo>
                  <a:lnTo>
                    <a:pt x="80" y="10"/>
                  </a:lnTo>
                  <a:lnTo>
                    <a:pt x="74" y="2"/>
                  </a:lnTo>
                  <a:lnTo>
                    <a:pt x="76" y="1"/>
                  </a:lnTo>
                  <a:lnTo>
                    <a:pt x="79" y="0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162" name="SURINAME">
              <a:extLst>
                <a:ext uri="{FF2B5EF4-FFF2-40B4-BE49-F238E27FC236}">
                  <a16:creationId xmlns:a16="http://schemas.microsoft.com/office/drawing/2014/main" id="{617BF722-0166-08A8-0301-A8ECA0FD5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9156" y="7117038"/>
              <a:ext cx="190005" cy="190005"/>
            </a:xfrm>
            <a:custGeom>
              <a:avLst/>
              <a:gdLst>
                <a:gd name="T0" fmla="*/ 41 w 55"/>
                <a:gd name="T1" fmla="*/ 0 h 55"/>
                <a:gd name="T2" fmla="*/ 55 w 55"/>
                <a:gd name="T3" fmla="*/ 3 h 55"/>
                <a:gd name="T4" fmla="*/ 55 w 55"/>
                <a:gd name="T5" fmla="*/ 5 h 55"/>
                <a:gd name="T6" fmla="*/ 55 w 55"/>
                <a:gd name="T7" fmla="*/ 8 h 55"/>
                <a:gd name="T8" fmla="*/ 50 w 55"/>
                <a:gd name="T9" fmla="*/ 15 h 55"/>
                <a:gd name="T10" fmla="*/ 50 w 55"/>
                <a:gd name="T11" fmla="*/ 23 h 55"/>
                <a:gd name="T12" fmla="*/ 55 w 55"/>
                <a:gd name="T13" fmla="*/ 32 h 55"/>
                <a:gd name="T14" fmla="*/ 53 w 55"/>
                <a:gd name="T15" fmla="*/ 45 h 55"/>
                <a:gd name="T16" fmla="*/ 49 w 55"/>
                <a:gd name="T17" fmla="*/ 49 h 55"/>
                <a:gd name="T18" fmla="*/ 49 w 55"/>
                <a:gd name="T19" fmla="*/ 49 h 55"/>
                <a:gd name="T20" fmla="*/ 47 w 55"/>
                <a:gd name="T21" fmla="*/ 49 h 55"/>
                <a:gd name="T22" fmla="*/ 41 w 55"/>
                <a:gd name="T23" fmla="*/ 46 h 55"/>
                <a:gd name="T24" fmla="*/ 31 w 55"/>
                <a:gd name="T25" fmla="*/ 48 h 55"/>
                <a:gd name="T26" fmla="*/ 30 w 55"/>
                <a:gd name="T27" fmla="*/ 55 h 55"/>
                <a:gd name="T28" fmla="*/ 30 w 55"/>
                <a:gd name="T29" fmla="*/ 55 h 55"/>
                <a:gd name="T30" fmla="*/ 22 w 55"/>
                <a:gd name="T31" fmla="*/ 55 h 55"/>
                <a:gd name="T32" fmla="*/ 21 w 55"/>
                <a:gd name="T33" fmla="*/ 55 h 55"/>
                <a:gd name="T34" fmla="*/ 15 w 55"/>
                <a:gd name="T35" fmla="*/ 48 h 55"/>
                <a:gd name="T36" fmla="*/ 10 w 55"/>
                <a:gd name="T37" fmla="*/ 38 h 55"/>
                <a:gd name="T38" fmla="*/ 6 w 55"/>
                <a:gd name="T39" fmla="*/ 36 h 55"/>
                <a:gd name="T40" fmla="*/ 0 w 55"/>
                <a:gd name="T41" fmla="*/ 26 h 55"/>
                <a:gd name="T42" fmla="*/ 0 w 55"/>
                <a:gd name="T43" fmla="*/ 26 h 55"/>
                <a:gd name="T44" fmla="*/ 1 w 55"/>
                <a:gd name="T45" fmla="*/ 15 h 55"/>
                <a:gd name="T46" fmla="*/ 3 w 55"/>
                <a:gd name="T47" fmla="*/ 15 h 55"/>
                <a:gd name="T48" fmla="*/ 9 w 55"/>
                <a:gd name="T49" fmla="*/ 14 h 55"/>
                <a:gd name="T50" fmla="*/ 13 w 55"/>
                <a:gd name="T51" fmla="*/ 3 h 55"/>
                <a:gd name="T52" fmla="*/ 15 w 55"/>
                <a:gd name="T53" fmla="*/ 2 h 55"/>
                <a:gd name="T54" fmla="*/ 41 w 55"/>
                <a:gd name="T55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5" h="55">
                  <a:moveTo>
                    <a:pt x="41" y="0"/>
                  </a:moveTo>
                  <a:lnTo>
                    <a:pt x="55" y="3"/>
                  </a:lnTo>
                  <a:lnTo>
                    <a:pt x="55" y="5"/>
                  </a:lnTo>
                  <a:lnTo>
                    <a:pt x="55" y="8"/>
                  </a:lnTo>
                  <a:lnTo>
                    <a:pt x="50" y="15"/>
                  </a:lnTo>
                  <a:lnTo>
                    <a:pt x="50" y="23"/>
                  </a:lnTo>
                  <a:lnTo>
                    <a:pt x="55" y="32"/>
                  </a:lnTo>
                  <a:lnTo>
                    <a:pt x="53" y="45"/>
                  </a:lnTo>
                  <a:lnTo>
                    <a:pt x="49" y="49"/>
                  </a:lnTo>
                  <a:lnTo>
                    <a:pt x="49" y="49"/>
                  </a:lnTo>
                  <a:lnTo>
                    <a:pt x="47" y="49"/>
                  </a:lnTo>
                  <a:lnTo>
                    <a:pt x="41" y="46"/>
                  </a:lnTo>
                  <a:lnTo>
                    <a:pt x="31" y="48"/>
                  </a:lnTo>
                  <a:lnTo>
                    <a:pt x="30" y="55"/>
                  </a:lnTo>
                  <a:lnTo>
                    <a:pt x="30" y="55"/>
                  </a:lnTo>
                  <a:lnTo>
                    <a:pt x="22" y="55"/>
                  </a:lnTo>
                  <a:lnTo>
                    <a:pt x="21" y="55"/>
                  </a:lnTo>
                  <a:lnTo>
                    <a:pt x="15" y="48"/>
                  </a:lnTo>
                  <a:lnTo>
                    <a:pt x="10" y="38"/>
                  </a:lnTo>
                  <a:lnTo>
                    <a:pt x="6" y="3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1" y="15"/>
                  </a:lnTo>
                  <a:lnTo>
                    <a:pt x="3" y="15"/>
                  </a:lnTo>
                  <a:lnTo>
                    <a:pt x="9" y="14"/>
                  </a:lnTo>
                  <a:lnTo>
                    <a:pt x="13" y="3"/>
                  </a:lnTo>
                  <a:lnTo>
                    <a:pt x="15" y="2"/>
                  </a:lnTo>
                  <a:lnTo>
                    <a:pt x="4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163" name="URUGUAY">
              <a:extLst>
                <a:ext uri="{FF2B5EF4-FFF2-40B4-BE49-F238E27FC236}">
                  <a16:creationId xmlns:a16="http://schemas.microsoft.com/office/drawing/2014/main" id="{0385C7EE-33EA-69A5-E396-0B2EF7E31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428" y="8802898"/>
              <a:ext cx="245277" cy="262553"/>
            </a:xfrm>
            <a:custGeom>
              <a:avLst/>
              <a:gdLst>
                <a:gd name="T0" fmla="*/ 22 w 71"/>
                <a:gd name="T1" fmla="*/ 0 h 76"/>
                <a:gd name="T2" fmla="*/ 24 w 71"/>
                <a:gd name="T3" fmla="*/ 0 h 76"/>
                <a:gd name="T4" fmla="*/ 31 w 71"/>
                <a:gd name="T5" fmla="*/ 8 h 76"/>
                <a:gd name="T6" fmla="*/ 33 w 71"/>
                <a:gd name="T7" fmla="*/ 14 h 76"/>
                <a:gd name="T8" fmla="*/ 38 w 71"/>
                <a:gd name="T9" fmla="*/ 11 h 76"/>
                <a:gd name="T10" fmla="*/ 38 w 71"/>
                <a:gd name="T11" fmla="*/ 11 h 76"/>
                <a:gd name="T12" fmla="*/ 38 w 71"/>
                <a:gd name="T13" fmla="*/ 12 h 76"/>
                <a:gd name="T14" fmla="*/ 44 w 71"/>
                <a:gd name="T15" fmla="*/ 18 h 76"/>
                <a:gd name="T16" fmla="*/ 62 w 71"/>
                <a:gd name="T17" fmla="*/ 28 h 76"/>
                <a:gd name="T18" fmla="*/ 65 w 71"/>
                <a:gd name="T19" fmla="*/ 36 h 76"/>
                <a:gd name="T20" fmla="*/ 71 w 71"/>
                <a:gd name="T21" fmla="*/ 40 h 76"/>
                <a:gd name="T22" fmla="*/ 71 w 71"/>
                <a:gd name="T23" fmla="*/ 42 h 76"/>
                <a:gd name="T24" fmla="*/ 67 w 71"/>
                <a:gd name="T25" fmla="*/ 48 h 76"/>
                <a:gd name="T26" fmla="*/ 68 w 71"/>
                <a:gd name="T27" fmla="*/ 57 h 76"/>
                <a:gd name="T28" fmla="*/ 68 w 71"/>
                <a:gd name="T29" fmla="*/ 58 h 76"/>
                <a:gd name="T30" fmla="*/ 58 w 71"/>
                <a:gd name="T31" fmla="*/ 71 h 76"/>
                <a:gd name="T32" fmla="*/ 47 w 71"/>
                <a:gd name="T33" fmla="*/ 76 h 76"/>
                <a:gd name="T34" fmla="*/ 47 w 71"/>
                <a:gd name="T35" fmla="*/ 76 h 76"/>
                <a:gd name="T36" fmla="*/ 31 w 71"/>
                <a:gd name="T37" fmla="*/ 74 h 76"/>
                <a:gd name="T38" fmla="*/ 16 w 71"/>
                <a:gd name="T39" fmla="*/ 68 h 76"/>
                <a:gd name="T40" fmla="*/ 7 w 71"/>
                <a:gd name="T41" fmla="*/ 68 h 76"/>
                <a:gd name="T42" fmla="*/ 7 w 71"/>
                <a:gd name="T43" fmla="*/ 68 h 76"/>
                <a:gd name="T44" fmla="*/ 1 w 71"/>
                <a:gd name="T45" fmla="*/ 61 h 76"/>
                <a:gd name="T46" fmla="*/ 0 w 71"/>
                <a:gd name="T47" fmla="*/ 61 h 76"/>
                <a:gd name="T48" fmla="*/ 4 w 71"/>
                <a:gd name="T49" fmla="*/ 43 h 76"/>
                <a:gd name="T50" fmla="*/ 7 w 71"/>
                <a:gd name="T51" fmla="*/ 8 h 76"/>
                <a:gd name="T52" fmla="*/ 12 w 71"/>
                <a:gd name="T53" fmla="*/ 2 h 76"/>
                <a:gd name="T54" fmla="*/ 12 w 71"/>
                <a:gd name="T55" fmla="*/ 2 h 76"/>
                <a:gd name="T56" fmla="*/ 13 w 71"/>
                <a:gd name="T57" fmla="*/ 2 h 76"/>
                <a:gd name="T58" fmla="*/ 16 w 71"/>
                <a:gd name="T59" fmla="*/ 2 h 76"/>
                <a:gd name="T60" fmla="*/ 19 w 71"/>
                <a:gd name="T61" fmla="*/ 2 h 76"/>
                <a:gd name="T62" fmla="*/ 21 w 71"/>
                <a:gd name="T63" fmla="*/ 0 h 76"/>
                <a:gd name="T64" fmla="*/ 22 w 71"/>
                <a:gd name="T65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1" h="76">
                  <a:moveTo>
                    <a:pt x="22" y="0"/>
                  </a:moveTo>
                  <a:lnTo>
                    <a:pt x="24" y="0"/>
                  </a:lnTo>
                  <a:lnTo>
                    <a:pt x="31" y="8"/>
                  </a:lnTo>
                  <a:lnTo>
                    <a:pt x="33" y="14"/>
                  </a:lnTo>
                  <a:lnTo>
                    <a:pt x="38" y="11"/>
                  </a:lnTo>
                  <a:lnTo>
                    <a:pt x="38" y="11"/>
                  </a:lnTo>
                  <a:lnTo>
                    <a:pt x="38" y="12"/>
                  </a:lnTo>
                  <a:lnTo>
                    <a:pt x="44" y="18"/>
                  </a:lnTo>
                  <a:lnTo>
                    <a:pt x="62" y="28"/>
                  </a:lnTo>
                  <a:lnTo>
                    <a:pt x="65" y="36"/>
                  </a:lnTo>
                  <a:lnTo>
                    <a:pt x="71" y="40"/>
                  </a:lnTo>
                  <a:lnTo>
                    <a:pt x="71" y="42"/>
                  </a:lnTo>
                  <a:lnTo>
                    <a:pt x="67" y="48"/>
                  </a:lnTo>
                  <a:lnTo>
                    <a:pt x="68" y="57"/>
                  </a:lnTo>
                  <a:lnTo>
                    <a:pt x="68" y="58"/>
                  </a:lnTo>
                  <a:lnTo>
                    <a:pt x="58" y="71"/>
                  </a:lnTo>
                  <a:lnTo>
                    <a:pt x="47" y="76"/>
                  </a:lnTo>
                  <a:lnTo>
                    <a:pt x="47" y="76"/>
                  </a:lnTo>
                  <a:lnTo>
                    <a:pt x="31" y="74"/>
                  </a:lnTo>
                  <a:lnTo>
                    <a:pt x="16" y="68"/>
                  </a:lnTo>
                  <a:lnTo>
                    <a:pt x="7" y="68"/>
                  </a:lnTo>
                  <a:lnTo>
                    <a:pt x="7" y="68"/>
                  </a:lnTo>
                  <a:lnTo>
                    <a:pt x="1" y="61"/>
                  </a:lnTo>
                  <a:lnTo>
                    <a:pt x="0" y="61"/>
                  </a:lnTo>
                  <a:lnTo>
                    <a:pt x="4" y="43"/>
                  </a:lnTo>
                  <a:lnTo>
                    <a:pt x="7" y="8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6" y="2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164" name="COLOMBIA">
              <a:extLst>
                <a:ext uri="{FF2B5EF4-FFF2-40B4-BE49-F238E27FC236}">
                  <a16:creationId xmlns:a16="http://schemas.microsoft.com/office/drawing/2014/main" id="{A489CE55-F2DE-431F-9A20-17C1262E2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6042" y="6826851"/>
              <a:ext cx="549287" cy="746199"/>
            </a:xfrm>
            <a:custGeom>
              <a:avLst/>
              <a:gdLst>
                <a:gd name="T0" fmla="*/ 96 w 159"/>
                <a:gd name="T1" fmla="*/ 0 h 216"/>
                <a:gd name="T2" fmla="*/ 102 w 159"/>
                <a:gd name="T3" fmla="*/ 4 h 216"/>
                <a:gd name="T4" fmla="*/ 101 w 159"/>
                <a:gd name="T5" fmla="*/ 9 h 216"/>
                <a:gd name="T6" fmla="*/ 85 w 159"/>
                <a:gd name="T7" fmla="*/ 21 h 216"/>
                <a:gd name="T8" fmla="*/ 80 w 159"/>
                <a:gd name="T9" fmla="*/ 43 h 216"/>
                <a:gd name="T10" fmla="*/ 88 w 159"/>
                <a:gd name="T11" fmla="*/ 56 h 216"/>
                <a:gd name="T12" fmla="*/ 92 w 159"/>
                <a:gd name="T13" fmla="*/ 70 h 216"/>
                <a:gd name="T14" fmla="*/ 110 w 159"/>
                <a:gd name="T15" fmla="*/ 70 h 216"/>
                <a:gd name="T16" fmla="*/ 126 w 159"/>
                <a:gd name="T17" fmla="*/ 83 h 216"/>
                <a:gd name="T18" fmla="*/ 138 w 159"/>
                <a:gd name="T19" fmla="*/ 83 h 216"/>
                <a:gd name="T20" fmla="*/ 150 w 159"/>
                <a:gd name="T21" fmla="*/ 82 h 216"/>
                <a:gd name="T22" fmla="*/ 151 w 159"/>
                <a:gd name="T23" fmla="*/ 83 h 216"/>
                <a:gd name="T24" fmla="*/ 148 w 159"/>
                <a:gd name="T25" fmla="*/ 110 h 216"/>
                <a:gd name="T26" fmla="*/ 154 w 159"/>
                <a:gd name="T27" fmla="*/ 120 h 216"/>
                <a:gd name="T28" fmla="*/ 153 w 159"/>
                <a:gd name="T29" fmla="*/ 132 h 216"/>
                <a:gd name="T30" fmla="*/ 159 w 159"/>
                <a:gd name="T31" fmla="*/ 147 h 216"/>
                <a:gd name="T32" fmla="*/ 156 w 159"/>
                <a:gd name="T33" fmla="*/ 148 h 216"/>
                <a:gd name="T34" fmla="*/ 156 w 159"/>
                <a:gd name="T35" fmla="*/ 148 h 216"/>
                <a:gd name="T36" fmla="*/ 144 w 159"/>
                <a:gd name="T37" fmla="*/ 141 h 216"/>
                <a:gd name="T38" fmla="*/ 144 w 159"/>
                <a:gd name="T39" fmla="*/ 141 h 216"/>
                <a:gd name="T40" fmla="*/ 139 w 159"/>
                <a:gd name="T41" fmla="*/ 141 h 216"/>
                <a:gd name="T42" fmla="*/ 120 w 159"/>
                <a:gd name="T43" fmla="*/ 141 h 216"/>
                <a:gd name="T44" fmla="*/ 126 w 159"/>
                <a:gd name="T45" fmla="*/ 148 h 216"/>
                <a:gd name="T46" fmla="*/ 129 w 159"/>
                <a:gd name="T47" fmla="*/ 156 h 216"/>
                <a:gd name="T48" fmla="*/ 129 w 159"/>
                <a:gd name="T49" fmla="*/ 156 h 216"/>
                <a:gd name="T50" fmla="*/ 117 w 159"/>
                <a:gd name="T51" fmla="*/ 165 h 216"/>
                <a:gd name="T52" fmla="*/ 126 w 159"/>
                <a:gd name="T53" fmla="*/ 179 h 216"/>
                <a:gd name="T54" fmla="*/ 117 w 159"/>
                <a:gd name="T55" fmla="*/ 216 h 216"/>
                <a:gd name="T56" fmla="*/ 117 w 159"/>
                <a:gd name="T57" fmla="*/ 216 h 216"/>
                <a:gd name="T58" fmla="*/ 108 w 159"/>
                <a:gd name="T59" fmla="*/ 212 h 216"/>
                <a:gd name="T60" fmla="*/ 116 w 159"/>
                <a:gd name="T61" fmla="*/ 202 h 216"/>
                <a:gd name="T62" fmla="*/ 104 w 159"/>
                <a:gd name="T63" fmla="*/ 193 h 216"/>
                <a:gd name="T64" fmla="*/ 99 w 159"/>
                <a:gd name="T65" fmla="*/ 196 h 216"/>
                <a:gd name="T66" fmla="*/ 94 w 159"/>
                <a:gd name="T67" fmla="*/ 193 h 216"/>
                <a:gd name="T68" fmla="*/ 77 w 159"/>
                <a:gd name="T69" fmla="*/ 196 h 216"/>
                <a:gd name="T70" fmla="*/ 76 w 159"/>
                <a:gd name="T71" fmla="*/ 187 h 216"/>
                <a:gd name="T72" fmla="*/ 70 w 159"/>
                <a:gd name="T73" fmla="*/ 187 h 216"/>
                <a:gd name="T74" fmla="*/ 64 w 159"/>
                <a:gd name="T75" fmla="*/ 178 h 216"/>
                <a:gd name="T76" fmla="*/ 48 w 159"/>
                <a:gd name="T77" fmla="*/ 166 h 216"/>
                <a:gd name="T78" fmla="*/ 36 w 159"/>
                <a:gd name="T79" fmla="*/ 160 h 216"/>
                <a:gd name="T80" fmla="*/ 22 w 159"/>
                <a:gd name="T81" fmla="*/ 160 h 216"/>
                <a:gd name="T82" fmla="*/ 2 w 159"/>
                <a:gd name="T83" fmla="*/ 147 h 216"/>
                <a:gd name="T84" fmla="*/ 0 w 159"/>
                <a:gd name="T85" fmla="*/ 142 h 216"/>
                <a:gd name="T86" fmla="*/ 5 w 159"/>
                <a:gd name="T87" fmla="*/ 139 h 216"/>
                <a:gd name="T88" fmla="*/ 5 w 159"/>
                <a:gd name="T89" fmla="*/ 129 h 216"/>
                <a:gd name="T90" fmla="*/ 18 w 159"/>
                <a:gd name="T91" fmla="*/ 122 h 216"/>
                <a:gd name="T92" fmla="*/ 19 w 159"/>
                <a:gd name="T93" fmla="*/ 113 h 216"/>
                <a:gd name="T94" fmla="*/ 19 w 159"/>
                <a:gd name="T95" fmla="*/ 79 h 216"/>
                <a:gd name="T96" fmla="*/ 13 w 159"/>
                <a:gd name="T97" fmla="*/ 67 h 216"/>
                <a:gd name="T98" fmla="*/ 16 w 159"/>
                <a:gd name="T99" fmla="*/ 62 h 216"/>
                <a:gd name="T100" fmla="*/ 18 w 159"/>
                <a:gd name="T101" fmla="*/ 62 h 216"/>
                <a:gd name="T102" fmla="*/ 19 w 159"/>
                <a:gd name="T103" fmla="*/ 53 h 216"/>
                <a:gd name="T104" fmla="*/ 19 w 159"/>
                <a:gd name="T105" fmla="*/ 50 h 216"/>
                <a:gd name="T106" fmla="*/ 21 w 159"/>
                <a:gd name="T107" fmla="*/ 49 h 216"/>
                <a:gd name="T108" fmla="*/ 27 w 159"/>
                <a:gd name="T109" fmla="*/ 56 h 216"/>
                <a:gd name="T110" fmla="*/ 27 w 159"/>
                <a:gd name="T111" fmla="*/ 49 h 216"/>
                <a:gd name="T112" fmla="*/ 43 w 159"/>
                <a:gd name="T113" fmla="*/ 27 h 216"/>
                <a:gd name="T114" fmla="*/ 52 w 159"/>
                <a:gd name="T115" fmla="*/ 19 h 216"/>
                <a:gd name="T116" fmla="*/ 58 w 159"/>
                <a:gd name="T117" fmla="*/ 19 h 216"/>
                <a:gd name="T118" fmla="*/ 62 w 159"/>
                <a:gd name="T119" fmla="*/ 15 h 216"/>
                <a:gd name="T120" fmla="*/ 76 w 159"/>
                <a:gd name="T121" fmla="*/ 13 h 216"/>
                <a:gd name="T122" fmla="*/ 91 w 159"/>
                <a:gd name="T123" fmla="*/ 3 h 216"/>
                <a:gd name="T124" fmla="*/ 96 w 159"/>
                <a:gd name="T125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9" h="216">
                  <a:moveTo>
                    <a:pt x="96" y="0"/>
                  </a:moveTo>
                  <a:lnTo>
                    <a:pt x="96" y="0"/>
                  </a:lnTo>
                  <a:lnTo>
                    <a:pt x="102" y="3"/>
                  </a:lnTo>
                  <a:lnTo>
                    <a:pt x="102" y="4"/>
                  </a:lnTo>
                  <a:lnTo>
                    <a:pt x="101" y="7"/>
                  </a:lnTo>
                  <a:lnTo>
                    <a:pt x="101" y="9"/>
                  </a:lnTo>
                  <a:lnTo>
                    <a:pt x="94" y="12"/>
                  </a:lnTo>
                  <a:lnTo>
                    <a:pt x="85" y="21"/>
                  </a:lnTo>
                  <a:lnTo>
                    <a:pt x="74" y="43"/>
                  </a:lnTo>
                  <a:lnTo>
                    <a:pt x="80" y="43"/>
                  </a:lnTo>
                  <a:lnTo>
                    <a:pt x="80" y="43"/>
                  </a:lnTo>
                  <a:lnTo>
                    <a:pt x="88" y="56"/>
                  </a:lnTo>
                  <a:lnTo>
                    <a:pt x="88" y="65"/>
                  </a:lnTo>
                  <a:lnTo>
                    <a:pt x="92" y="70"/>
                  </a:lnTo>
                  <a:lnTo>
                    <a:pt x="99" y="71"/>
                  </a:lnTo>
                  <a:lnTo>
                    <a:pt x="110" y="70"/>
                  </a:lnTo>
                  <a:lnTo>
                    <a:pt x="117" y="73"/>
                  </a:lnTo>
                  <a:lnTo>
                    <a:pt x="126" y="83"/>
                  </a:lnTo>
                  <a:lnTo>
                    <a:pt x="131" y="83"/>
                  </a:lnTo>
                  <a:lnTo>
                    <a:pt x="138" y="83"/>
                  </a:lnTo>
                  <a:lnTo>
                    <a:pt x="147" y="82"/>
                  </a:lnTo>
                  <a:lnTo>
                    <a:pt x="150" y="82"/>
                  </a:lnTo>
                  <a:lnTo>
                    <a:pt x="151" y="82"/>
                  </a:lnTo>
                  <a:lnTo>
                    <a:pt x="151" y="83"/>
                  </a:lnTo>
                  <a:lnTo>
                    <a:pt x="145" y="104"/>
                  </a:lnTo>
                  <a:lnTo>
                    <a:pt x="148" y="110"/>
                  </a:lnTo>
                  <a:lnTo>
                    <a:pt x="154" y="119"/>
                  </a:lnTo>
                  <a:lnTo>
                    <a:pt x="154" y="120"/>
                  </a:lnTo>
                  <a:lnTo>
                    <a:pt x="147" y="127"/>
                  </a:lnTo>
                  <a:lnTo>
                    <a:pt x="153" y="132"/>
                  </a:lnTo>
                  <a:lnTo>
                    <a:pt x="159" y="145"/>
                  </a:lnTo>
                  <a:lnTo>
                    <a:pt x="159" y="147"/>
                  </a:lnTo>
                  <a:lnTo>
                    <a:pt x="156" y="148"/>
                  </a:lnTo>
                  <a:lnTo>
                    <a:pt x="156" y="148"/>
                  </a:lnTo>
                  <a:lnTo>
                    <a:pt x="156" y="148"/>
                  </a:lnTo>
                  <a:lnTo>
                    <a:pt x="156" y="148"/>
                  </a:lnTo>
                  <a:lnTo>
                    <a:pt x="150" y="138"/>
                  </a:lnTo>
                  <a:lnTo>
                    <a:pt x="144" y="141"/>
                  </a:lnTo>
                  <a:lnTo>
                    <a:pt x="144" y="141"/>
                  </a:lnTo>
                  <a:lnTo>
                    <a:pt x="144" y="141"/>
                  </a:lnTo>
                  <a:lnTo>
                    <a:pt x="141" y="138"/>
                  </a:lnTo>
                  <a:lnTo>
                    <a:pt x="139" y="141"/>
                  </a:lnTo>
                  <a:lnTo>
                    <a:pt x="139" y="141"/>
                  </a:lnTo>
                  <a:lnTo>
                    <a:pt x="120" y="141"/>
                  </a:lnTo>
                  <a:lnTo>
                    <a:pt x="120" y="148"/>
                  </a:lnTo>
                  <a:lnTo>
                    <a:pt x="126" y="148"/>
                  </a:lnTo>
                  <a:lnTo>
                    <a:pt x="126" y="150"/>
                  </a:lnTo>
                  <a:lnTo>
                    <a:pt x="129" y="156"/>
                  </a:lnTo>
                  <a:lnTo>
                    <a:pt x="129" y="156"/>
                  </a:lnTo>
                  <a:lnTo>
                    <a:pt x="129" y="156"/>
                  </a:lnTo>
                  <a:lnTo>
                    <a:pt x="117" y="157"/>
                  </a:lnTo>
                  <a:lnTo>
                    <a:pt x="117" y="165"/>
                  </a:lnTo>
                  <a:lnTo>
                    <a:pt x="123" y="169"/>
                  </a:lnTo>
                  <a:lnTo>
                    <a:pt x="126" y="179"/>
                  </a:lnTo>
                  <a:lnTo>
                    <a:pt x="119" y="216"/>
                  </a:lnTo>
                  <a:lnTo>
                    <a:pt x="117" y="216"/>
                  </a:lnTo>
                  <a:lnTo>
                    <a:pt x="117" y="216"/>
                  </a:lnTo>
                  <a:lnTo>
                    <a:pt x="117" y="216"/>
                  </a:lnTo>
                  <a:lnTo>
                    <a:pt x="108" y="213"/>
                  </a:lnTo>
                  <a:lnTo>
                    <a:pt x="108" y="212"/>
                  </a:lnTo>
                  <a:lnTo>
                    <a:pt x="108" y="212"/>
                  </a:lnTo>
                  <a:lnTo>
                    <a:pt x="116" y="202"/>
                  </a:lnTo>
                  <a:lnTo>
                    <a:pt x="113" y="197"/>
                  </a:lnTo>
                  <a:lnTo>
                    <a:pt x="104" y="193"/>
                  </a:lnTo>
                  <a:lnTo>
                    <a:pt x="101" y="196"/>
                  </a:lnTo>
                  <a:lnTo>
                    <a:pt x="99" y="196"/>
                  </a:lnTo>
                  <a:lnTo>
                    <a:pt x="99" y="196"/>
                  </a:lnTo>
                  <a:lnTo>
                    <a:pt x="94" y="193"/>
                  </a:lnTo>
                  <a:lnTo>
                    <a:pt x="88" y="197"/>
                  </a:lnTo>
                  <a:lnTo>
                    <a:pt x="77" y="196"/>
                  </a:lnTo>
                  <a:lnTo>
                    <a:pt x="77" y="196"/>
                  </a:lnTo>
                  <a:lnTo>
                    <a:pt x="76" y="187"/>
                  </a:lnTo>
                  <a:lnTo>
                    <a:pt x="71" y="187"/>
                  </a:lnTo>
                  <a:lnTo>
                    <a:pt x="70" y="187"/>
                  </a:lnTo>
                  <a:lnTo>
                    <a:pt x="68" y="179"/>
                  </a:lnTo>
                  <a:lnTo>
                    <a:pt x="64" y="178"/>
                  </a:lnTo>
                  <a:lnTo>
                    <a:pt x="54" y="166"/>
                  </a:lnTo>
                  <a:lnTo>
                    <a:pt x="48" y="166"/>
                  </a:lnTo>
                  <a:lnTo>
                    <a:pt x="37" y="160"/>
                  </a:lnTo>
                  <a:lnTo>
                    <a:pt x="36" y="160"/>
                  </a:lnTo>
                  <a:lnTo>
                    <a:pt x="22" y="162"/>
                  </a:lnTo>
                  <a:lnTo>
                    <a:pt x="22" y="160"/>
                  </a:lnTo>
                  <a:lnTo>
                    <a:pt x="16" y="154"/>
                  </a:lnTo>
                  <a:lnTo>
                    <a:pt x="2" y="147"/>
                  </a:lnTo>
                  <a:lnTo>
                    <a:pt x="0" y="145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5" y="139"/>
                  </a:lnTo>
                  <a:lnTo>
                    <a:pt x="5" y="130"/>
                  </a:lnTo>
                  <a:lnTo>
                    <a:pt x="5" y="129"/>
                  </a:lnTo>
                  <a:lnTo>
                    <a:pt x="16" y="126"/>
                  </a:lnTo>
                  <a:lnTo>
                    <a:pt x="18" y="122"/>
                  </a:lnTo>
                  <a:lnTo>
                    <a:pt x="25" y="114"/>
                  </a:lnTo>
                  <a:lnTo>
                    <a:pt x="19" y="113"/>
                  </a:lnTo>
                  <a:lnTo>
                    <a:pt x="19" y="113"/>
                  </a:lnTo>
                  <a:lnTo>
                    <a:pt x="19" y="79"/>
                  </a:lnTo>
                  <a:lnTo>
                    <a:pt x="13" y="68"/>
                  </a:lnTo>
                  <a:lnTo>
                    <a:pt x="13" y="67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22" y="59"/>
                  </a:lnTo>
                  <a:lnTo>
                    <a:pt x="19" y="53"/>
                  </a:lnTo>
                  <a:lnTo>
                    <a:pt x="19" y="53"/>
                  </a:lnTo>
                  <a:lnTo>
                    <a:pt x="19" y="50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1" y="50"/>
                  </a:lnTo>
                  <a:lnTo>
                    <a:pt x="27" y="56"/>
                  </a:lnTo>
                  <a:lnTo>
                    <a:pt x="27" y="50"/>
                  </a:lnTo>
                  <a:lnTo>
                    <a:pt x="27" y="49"/>
                  </a:lnTo>
                  <a:lnTo>
                    <a:pt x="43" y="39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52" y="19"/>
                  </a:lnTo>
                  <a:lnTo>
                    <a:pt x="58" y="19"/>
                  </a:lnTo>
                  <a:lnTo>
                    <a:pt x="58" y="19"/>
                  </a:lnTo>
                  <a:lnTo>
                    <a:pt x="59" y="21"/>
                  </a:lnTo>
                  <a:lnTo>
                    <a:pt x="62" y="15"/>
                  </a:lnTo>
                  <a:lnTo>
                    <a:pt x="62" y="15"/>
                  </a:lnTo>
                  <a:lnTo>
                    <a:pt x="76" y="13"/>
                  </a:lnTo>
                  <a:lnTo>
                    <a:pt x="88" y="9"/>
                  </a:lnTo>
                  <a:lnTo>
                    <a:pt x="91" y="3"/>
                  </a:lnTo>
                  <a:lnTo>
                    <a:pt x="96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165" name=" TRINIDAD AND TOBAGO">
              <a:extLst>
                <a:ext uri="{FF2B5EF4-FFF2-40B4-BE49-F238E27FC236}">
                  <a16:creationId xmlns:a16="http://schemas.microsoft.com/office/drawing/2014/main" id="{E86915E6-EDD6-59AE-2B32-E68BCD1EB8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62971" y="6902854"/>
              <a:ext cx="51819" cy="41457"/>
            </a:xfrm>
            <a:custGeom>
              <a:avLst/>
              <a:gdLst>
                <a:gd name="T0" fmla="*/ 5 w 15"/>
                <a:gd name="T1" fmla="*/ 2 h 12"/>
                <a:gd name="T2" fmla="*/ 6 w 15"/>
                <a:gd name="T3" fmla="*/ 6 h 12"/>
                <a:gd name="T4" fmla="*/ 2 w 15"/>
                <a:gd name="T5" fmla="*/ 11 h 12"/>
                <a:gd name="T6" fmla="*/ 11 w 15"/>
                <a:gd name="T7" fmla="*/ 9 h 12"/>
                <a:gd name="T8" fmla="*/ 14 w 15"/>
                <a:gd name="T9" fmla="*/ 2 h 12"/>
                <a:gd name="T10" fmla="*/ 5 w 15"/>
                <a:gd name="T11" fmla="*/ 2 h 12"/>
                <a:gd name="T12" fmla="*/ 5 w 15"/>
                <a:gd name="T13" fmla="*/ 0 h 12"/>
                <a:gd name="T14" fmla="*/ 14 w 15"/>
                <a:gd name="T15" fmla="*/ 0 h 12"/>
                <a:gd name="T16" fmla="*/ 15 w 15"/>
                <a:gd name="T17" fmla="*/ 0 h 12"/>
                <a:gd name="T18" fmla="*/ 15 w 15"/>
                <a:gd name="T19" fmla="*/ 2 h 12"/>
                <a:gd name="T20" fmla="*/ 12 w 15"/>
                <a:gd name="T21" fmla="*/ 9 h 12"/>
                <a:gd name="T22" fmla="*/ 11 w 15"/>
                <a:gd name="T23" fmla="*/ 11 h 12"/>
                <a:gd name="T24" fmla="*/ 2 w 15"/>
                <a:gd name="T25" fmla="*/ 12 h 12"/>
                <a:gd name="T26" fmla="*/ 2 w 15"/>
                <a:gd name="T27" fmla="*/ 12 h 12"/>
                <a:gd name="T28" fmla="*/ 0 w 15"/>
                <a:gd name="T29" fmla="*/ 11 h 12"/>
                <a:gd name="T30" fmla="*/ 0 w 15"/>
                <a:gd name="T31" fmla="*/ 11 h 12"/>
                <a:gd name="T32" fmla="*/ 0 w 15"/>
                <a:gd name="T33" fmla="*/ 9 h 12"/>
                <a:gd name="T34" fmla="*/ 5 w 15"/>
                <a:gd name="T35" fmla="*/ 5 h 12"/>
                <a:gd name="T36" fmla="*/ 3 w 15"/>
                <a:gd name="T37" fmla="*/ 2 h 12"/>
                <a:gd name="T38" fmla="*/ 3 w 15"/>
                <a:gd name="T39" fmla="*/ 0 h 12"/>
                <a:gd name="T40" fmla="*/ 5 w 15"/>
                <a:gd name="T4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12">
                  <a:moveTo>
                    <a:pt x="5" y="2"/>
                  </a:moveTo>
                  <a:lnTo>
                    <a:pt x="6" y="6"/>
                  </a:lnTo>
                  <a:lnTo>
                    <a:pt x="2" y="11"/>
                  </a:lnTo>
                  <a:lnTo>
                    <a:pt x="11" y="9"/>
                  </a:lnTo>
                  <a:lnTo>
                    <a:pt x="14" y="2"/>
                  </a:lnTo>
                  <a:lnTo>
                    <a:pt x="5" y="2"/>
                  </a:lnTo>
                  <a:close/>
                  <a:moveTo>
                    <a:pt x="5" y="0"/>
                  </a:moveTo>
                  <a:lnTo>
                    <a:pt x="14" y="0"/>
                  </a:lnTo>
                  <a:lnTo>
                    <a:pt x="15" y="0"/>
                  </a:lnTo>
                  <a:lnTo>
                    <a:pt x="15" y="2"/>
                  </a:lnTo>
                  <a:lnTo>
                    <a:pt x="12" y="9"/>
                  </a:lnTo>
                  <a:lnTo>
                    <a:pt x="11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9"/>
                  </a:lnTo>
                  <a:lnTo>
                    <a:pt x="5" y="5"/>
                  </a:lnTo>
                  <a:lnTo>
                    <a:pt x="3" y="2"/>
                  </a:lnTo>
                  <a:lnTo>
                    <a:pt x="3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grpSp>
          <p:nvGrpSpPr>
            <p:cNvPr id="1166" name="VENEZUELA">
              <a:extLst>
                <a:ext uri="{FF2B5EF4-FFF2-40B4-BE49-F238E27FC236}">
                  <a16:creationId xmlns:a16="http://schemas.microsoft.com/office/drawing/2014/main" id="{2A78ADBD-968D-1F00-3509-BB89FF9AE19F}"/>
                </a:ext>
              </a:extLst>
            </p:cNvPr>
            <p:cNvGrpSpPr/>
            <p:nvPr userDrawn="1"/>
          </p:nvGrpSpPr>
          <p:grpSpPr>
            <a:xfrm>
              <a:off x="8348230" y="6837215"/>
              <a:ext cx="618377" cy="521648"/>
              <a:chOff x="8348230" y="6837215"/>
              <a:chExt cx="618377" cy="521648"/>
            </a:xfrm>
            <a:grpFill/>
          </p:grpSpPr>
          <p:sp>
            <p:nvSpPr>
              <p:cNvPr id="1167" name="VENEZUELA">
                <a:extLst>
                  <a:ext uri="{FF2B5EF4-FFF2-40B4-BE49-F238E27FC236}">
                    <a16:creationId xmlns:a16="http://schemas.microsoft.com/office/drawing/2014/main" id="{15F336B2-6BF9-9341-B062-4EB3F05C7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8230" y="6837215"/>
                <a:ext cx="618377" cy="521648"/>
              </a:xfrm>
              <a:custGeom>
                <a:avLst/>
                <a:gdLst>
                  <a:gd name="T0" fmla="*/ 46 w 179"/>
                  <a:gd name="T1" fmla="*/ 0 h 151"/>
                  <a:gd name="T2" fmla="*/ 50 w 179"/>
                  <a:gd name="T3" fmla="*/ 9 h 151"/>
                  <a:gd name="T4" fmla="*/ 66 w 179"/>
                  <a:gd name="T5" fmla="*/ 13 h 151"/>
                  <a:gd name="T6" fmla="*/ 75 w 179"/>
                  <a:gd name="T7" fmla="*/ 22 h 151"/>
                  <a:gd name="T8" fmla="*/ 92 w 179"/>
                  <a:gd name="T9" fmla="*/ 21 h 151"/>
                  <a:gd name="T10" fmla="*/ 96 w 179"/>
                  <a:gd name="T11" fmla="*/ 21 h 151"/>
                  <a:gd name="T12" fmla="*/ 108 w 179"/>
                  <a:gd name="T13" fmla="*/ 27 h 151"/>
                  <a:gd name="T14" fmla="*/ 120 w 179"/>
                  <a:gd name="T15" fmla="*/ 22 h 151"/>
                  <a:gd name="T16" fmla="*/ 120 w 179"/>
                  <a:gd name="T17" fmla="*/ 21 h 151"/>
                  <a:gd name="T18" fmla="*/ 149 w 179"/>
                  <a:gd name="T19" fmla="*/ 21 h 151"/>
                  <a:gd name="T20" fmla="*/ 149 w 179"/>
                  <a:gd name="T21" fmla="*/ 21 h 151"/>
                  <a:gd name="T22" fmla="*/ 142 w 179"/>
                  <a:gd name="T23" fmla="*/ 27 h 151"/>
                  <a:gd name="T24" fmla="*/ 152 w 179"/>
                  <a:gd name="T25" fmla="*/ 33 h 151"/>
                  <a:gd name="T26" fmla="*/ 163 w 179"/>
                  <a:gd name="T27" fmla="*/ 37 h 151"/>
                  <a:gd name="T28" fmla="*/ 166 w 179"/>
                  <a:gd name="T29" fmla="*/ 47 h 151"/>
                  <a:gd name="T30" fmla="*/ 169 w 179"/>
                  <a:gd name="T31" fmla="*/ 50 h 151"/>
                  <a:gd name="T32" fmla="*/ 173 w 179"/>
                  <a:gd name="T33" fmla="*/ 47 h 151"/>
                  <a:gd name="T34" fmla="*/ 179 w 179"/>
                  <a:gd name="T35" fmla="*/ 52 h 151"/>
                  <a:gd name="T36" fmla="*/ 178 w 179"/>
                  <a:gd name="T37" fmla="*/ 55 h 151"/>
                  <a:gd name="T38" fmla="*/ 166 w 179"/>
                  <a:gd name="T39" fmla="*/ 67 h 151"/>
                  <a:gd name="T40" fmla="*/ 170 w 179"/>
                  <a:gd name="T41" fmla="*/ 68 h 151"/>
                  <a:gd name="T42" fmla="*/ 161 w 179"/>
                  <a:gd name="T43" fmla="*/ 74 h 151"/>
                  <a:gd name="T44" fmla="*/ 167 w 179"/>
                  <a:gd name="T45" fmla="*/ 92 h 151"/>
                  <a:gd name="T46" fmla="*/ 163 w 179"/>
                  <a:gd name="T47" fmla="*/ 101 h 151"/>
                  <a:gd name="T48" fmla="*/ 136 w 179"/>
                  <a:gd name="T49" fmla="*/ 111 h 151"/>
                  <a:gd name="T50" fmla="*/ 114 w 179"/>
                  <a:gd name="T51" fmla="*/ 108 h 151"/>
                  <a:gd name="T52" fmla="*/ 120 w 179"/>
                  <a:gd name="T53" fmla="*/ 113 h 151"/>
                  <a:gd name="T54" fmla="*/ 121 w 179"/>
                  <a:gd name="T55" fmla="*/ 127 h 151"/>
                  <a:gd name="T56" fmla="*/ 133 w 179"/>
                  <a:gd name="T57" fmla="*/ 129 h 151"/>
                  <a:gd name="T58" fmla="*/ 132 w 179"/>
                  <a:gd name="T59" fmla="*/ 133 h 151"/>
                  <a:gd name="T60" fmla="*/ 120 w 179"/>
                  <a:gd name="T61" fmla="*/ 141 h 151"/>
                  <a:gd name="T62" fmla="*/ 102 w 179"/>
                  <a:gd name="T63" fmla="*/ 151 h 151"/>
                  <a:gd name="T64" fmla="*/ 92 w 179"/>
                  <a:gd name="T65" fmla="*/ 150 h 151"/>
                  <a:gd name="T66" fmla="*/ 78 w 179"/>
                  <a:gd name="T67" fmla="*/ 130 h 151"/>
                  <a:gd name="T68" fmla="*/ 72 w 179"/>
                  <a:gd name="T69" fmla="*/ 123 h 151"/>
                  <a:gd name="T70" fmla="*/ 74 w 179"/>
                  <a:gd name="T71" fmla="*/ 108 h 151"/>
                  <a:gd name="T72" fmla="*/ 77 w 179"/>
                  <a:gd name="T73" fmla="*/ 80 h 151"/>
                  <a:gd name="T74" fmla="*/ 72 w 179"/>
                  <a:gd name="T75" fmla="*/ 80 h 151"/>
                  <a:gd name="T76" fmla="*/ 65 w 179"/>
                  <a:gd name="T77" fmla="*/ 81 h 151"/>
                  <a:gd name="T78" fmla="*/ 56 w 179"/>
                  <a:gd name="T79" fmla="*/ 81 h 151"/>
                  <a:gd name="T80" fmla="*/ 53 w 179"/>
                  <a:gd name="T81" fmla="*/ 81 h 151"/>
                  <a:gd name="T82" fmla="*/ 43 w 179"/>
                  <a:gd name="T83" fmla="*/ 70 h 151"/>
                  <a:gd name="T84" fmla="*/ 26 w 179"/>
                  <a:gd name="T85" fmla="*/ 70 h 151"/>
                  <a:gd name="T86" fmla="*/ 13 w 179"/>
                  <a:gd name="T87" fmla="*/ 64 h 151"/>
                  <a:gd name="T88" fmla="*/ 13 w 179"/>
                  <a:gd name="T89" fmla="*/ 53 h 151"/>
                  <a:gd name="T90" fmla="*/ 1 w 179"/>
                  <a:gd name="T91" fmla="*/ 41 h 151"/>
                  <a:gd name="T92" fmla="*/ 0 w 179"/>
                  <a:gd name="T93" fmla="*/ 40 h 151"/>
                  <a:gd name="T94" fmla="*/ 19 w 179"/>
                  <a:gd name="T95" fmla="*/ 7 h 151"/>
                  <a:gd name="T96" fmla="*/ 26 w 179"/>
                  <a:gd name="T97" fmla="*/ 4 h 151"/>
                  <a:gd name="T98" fmla="*/ 28 w 179"/>
                  <a:gd name="T99" fmla="*/ 6 h 151"/>
                  <a:gd name="T100" fmla="*/ 25 w 179"/>
                  <a:gd name="T101" fmla="*/ 19 h 151"/>
                  <a:gd name="T102" fmla="*/ 21 w 179"/>
                  <a:gd name="T103" fmla="*/ 30 h 151"/>
                  <a:gd name="T104" fmla="*/ 23 w 179"/>
                  <a:gd name="T105" fmla="*/ 41 h 151"/>
                  <a:gd name="T106" fmla="*/ 29 w 179"/>
                  <a:gd name="T107" fmla="*/ 33 h 151"/>
                  <a:gd name="T108" fmla="*/ 25 w 179"/>
                  <a:gd name="T109" fmla="*/ 19 h 151"/>
                  <a:gd name="T110" fmla="*/ 34 w 179"/>
                  <a:gd name="T111" fmla="*/ 13 h 151"/>
                  <a:gd name="T112" fmla="*/ 46 w 179"/>
                  <a:gd name="T113" fmla="*/ 9 h 151"/>
                  <a:gd name="T114" fmla="*/ 40 w 179"/>
                  <a:gd name="T115" fmla="*/ 7 h 151"/>
                  <a:gd name="T116" fmla="*/ 46 w 179"/>
                  <a:gd name="T117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79" h="151">
                    <a:moveTo>
                      <a:pt x="46" y="0"/>
                    </a:moveTo>
                    <a:lnTo>
                      <a:pt x="46" y="0"/>
                    </a:lnTo>
                    <a:lnTo>
                      <a:pt x="46" y="0"/>
                    </a:lnTo>
                    <a:lnTo>
                      <a:pt x="50" y="9"/>
                    </a:lnTo>
                    <a:lnTo>
                      <a:pt x="66" y="13"/>
                    </a:lnTo>
                    <a:lnTo>
                      <a:pt x="66" y="13"/>
                    </a:lnTo>
                    <a:lnTo>
                      <a:pt x="71" y="22"/>
                    </a:lnTo>
                    <a:lnTo>
                      <a:pt x="75" y="22"/>
                    </a:lnTo>
                    <a:lnTo>
                      <a:pt x="83" y="22"/>
                    </a:lnTo>
                    <a:lnTo>
                      <a:pt x="92" y="21"/>
                    </a:lnTo>
                    <a:lnTo>
                      <a:pt x="95" y="21"/>
                    </a:lnTo>
                    <a:lnTo>
                      <a:pt x="96" y="21"/>
                    </a:lnTo>
                    <a:lnTo>
                      <a:pt x="102" y="27"/>
                    </a:lnTo>
                    <a:lnTo>
                      <a:pt x="108" y="27"/>
                    </a:lnTo>
                    <a:lnTo>
                      <a:pt x="123" y="24"/>
                    </a:lnTo>
                    <a:lnTo>
                      <a:pt x="120" y="22"/>
                    </a:lnTo>
                    <a:lnTo>
                      <a:pt x="118" y="21"/>
                    </a:lnTo>
                    <a:lnTo>
                      <a:pt x="120" y="21"/>
                    </a:lnTo>
                    <a:lnTo>
                      <a:pt x="121" y="21"/>
                    </a:lnTo>
                    <a:lnTo>
                      <a:pt x="149" y="21"/>
                    </a:lnTo>
                    <a:lnTo>
                      <a:pt x="149" y="21"/>
                    </a:lnTo>
                    <a:lnTo>
                      <a:pt x="149" y="21"/>
                    </a:lnTo>
                    <a:lnTo>
                      <a:pt x="139" y="25"/>
                    </a:lnTo>
                    <a:lnTo>
                      <a:pt x="142" y="27"/>
                    </a:lnTo>
                    <a:lnTo>
                      <a:pt x="145" y="33"/>
                    </a:lnTo>
                    <a:lnTo>
                      <a:pt x="152" y="33"/>
                    </a:lnTo>
                    <a:lnTo>
                      <a:pt x="163" y="37"/>
                    </a:lnTo>
                    <a:lnTo>
                      <a:pt x="163" y="37"/>
                    </a:lnTo>
                    <a:lnTo>
                      <a:pt x="166" y="46"/>
                    </a:lnTo>
                    <a:lnTo>
                      <a:pt x="166" y="47"/>
                    </a:lnTo>
                    <a:lnTo>
                      <a:pt x="164" y="49"/>
                    </a:lnTo>
                    <a:lnTo>
                      <a:pt x="169" y="50"/>
                    </a:lnTo>
                    <a:lnTo>
                      <a:pt x="172" y="47"/>
                    </a:lnTo>
                    <a:lnTo>
                      <a:pt x="173" y="47"/>
                    </a:lnTo>
                    <a:lnTo>
                      <a:pt x="173" y="47"/>
                    </a:lnTo>
                    <a:lnTo>
                      <a:pt x="179" y="52"/>
                    </a:lnTo>
                    <a:lnTo>
                      <a:pt x="179" y="53"/>
                    </a:lnTo>
                    <a:lnTo>
                      <a:pt x="178" y="55"/>
                    </a:lnTo>
                    <a:lnTo>
                      <a:pt x="166" y="61"/>
                    </a:lnTo>
                    <a:lnTo>
                      <a:pt x="166" y="67"/>
                    </a:lnTo>
                    <a:lnTo>
                      <a:pt x="170" y="67"/>
                    </a:lnTo>
                    <a:lnTo>
                      <a:pt x="170" y="68"/>
                    </a:lnTo>
                    <a:lnTo>
                      <a:pt x="170" y="68"/>
                    </a:lnTo>
                    <a:lnTo>
                      <a:pt x="161" y="74"/>
                    </a:lnTo>
                    <a:lnTo>
                      <a:pt x="160" y="80"/>
                    </a:lnTo>
                    <a:lnTo>
                      <a:pt x="167" y="92"/>
                    </a:lnTo>
                    <a:lnTo>
                      <a:pt x="167" y="93"/>
                    </a:lnTo>
                    <a:lnTo>
                      <a:pt x="163" y="101"/>
                    </a:lnTo>
                    <a:lnTo>
                      <a:pt x="163" y="101"/>
                    </a:lnTo>
                    <a:lnTo>
                      <a:pt x="136" y="111"/>
                    </a:lnTo>
                    <a:lnTo>
                      <a:pt x="114" y="105"/>
                    </a:lnTo>
                    <a:lnTo>
                      <a:pt x="114" y="108"/>
                    </a:lnTo>
                    <a:lnTo>
                      <a:pt x="120" y="113"/>
                    </a:lnTo>
                    <a:lnTo>
                      <a:pt x="120" y="113"/>
                    </a:lnTo>
                    <a:lnTo>
                      <a:pt x="120" y="120"/>
                    </a:lnTo>
                    <a:lnTo>
                      <a:pt x="121" y="127"/>
                    </a:lnTo>
                    <a:lnTo>
                      <a:pt x="132" y="129"/>
                    </a:lnTo>
                    <a:lnTo>
                      <a:pt x="133" y="129"/>
                    </a:lnTo>
                    <a:lnTo>
                      <a:pt x="133" y="132"/>
                    </a:lnTo>
                    <a:lnTo>
                      <a:pt x="132" y="133"/>
                    </a:lnTo>
                    <a:lnTo>
                      <a:pt x="123" y="136"/>
                    </a:lnTo>
                    <a:lnTo>
                      <a:pt x="120" y="141"/>
                    </a:lnTo>
                    <a:lnTo>
                      <a:pt x="102" y="151"/>
                    </a:lnTo>
                    <a:lnTo>
                      <a:pt x="102" y="151"/>
                    </a:lnTo>
                    <a:lnTo>
                      <a:pt x="92" y="151"/>
                    </a:lnTo>
                    <a:lnTo>
                      <a:pt x="92" y="150"/>
                    </a:lnTo>
                    <a:lnTo>
                      <a:pt x="84" y="144"/>
                    </a:lnTo>
                    <a:lnTo>
                      <a:pt x="78" y="130"/>
                    </a:lnTo>
                    <a:lnTo>
                      <a:pt x="72" y="124"/>
                    </a:lnTo>
                    <a:lnTo>
                      <a:pt x="72" y="123"/>
                    </a:lnTo>
                    <a:lnTo>
                      <a:pt x="80" y="117"/>
                    </a:lnTo>
                    <a:lnTo>
                      <a:pt x="74" y="108"/>
                    </a:lnTo>
                    <a:lnTo>
                      <a:pt x="71" y="101"/>
                    </a:lnTo>
                    <a:lnTo>
                      <a:pt x="77" y="80"/>
                    </a:lnTo>
                    <a:lnTo>
                      <a:pt x="75" y="80"/>
                    </a:lnTo>
                    <a:lnTo>
                      <a:pt x="72" y="80"/>
                    </a:lnTo>
                    <a:lnTo>
                      <a:pt x="69" y="81"/>
                    </a:lnTo>
                    <a:lnTo>
                      <a:pt x="65" y="81"/>
                    </a:lnTo>
                    <a:lnTo>
                      <a:pt x="61" y="81"/>
                    </a:lnTo>
                    <a:lnTo>
                      <a:pt x="56" y="81"/>
                    </a:lnTo>
                    <a:lnTo>
                      <a:pt x="55" y="81"/>
                    </a:lnTo>
                    <a:lnTo>
                      <a:pt x="53" y="81"/>
                    </a:lnTo>
                    <a:lnTo>
                      <a:pt x="52" y="81"/>
                    </a:lnTo>
                    <a:lnTo>
                      <a:pt x="43" y="70"/>
                    </a:lnTo>
                    <a:lnTo>
                      <a:pt x="37" y="68"/>
                    </a:lnTo>
                    <a:lnTo>
                      <a:pt x="26" y="70"/>
                    </a:lnTo>
                    <a:lnTo>
                      <a:pt x="19" y="68"/>
                    </a:lnTo>
                    <a:lnTo>
                      <a:pt x="13" y="64"/>
                    </a:lnTo>
                    <a:lnTo>
                      <a:pt x="13" y="64"/>
                    </a:lnTo>
                    <a:lnTo>
                      <a:pt x="13" y="53"/>
                    </a:lnTo>
                    <a:lnTo>
                      <a:pt x="7" y="41"/>
                    </a:lnTo>
                    <a:lnTo>
                      <a:pt x="1" y="41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10" y="18"/>
                    </a:lnTo>
                    <a:lnTo>
                      <a:pt x="19" y="7"/>
                    </a:lnTo>
                    <a:lnTo>
                      <a:pt x="26" y="4"/>
                    </a:lnTo>
                    <a:lnTo>
                      <a:pt x="26" y="4"/>
                    </a:lnTo>
                    <a:lnTo>
                      <a:pt x="28" y="4"/>
                    </a:lnTo>
                    <a:lnTo>
                      <a:pt x="28" y="6"/>
                    </a:lnTo>
                    <a:lnTo>
                      <a:pt x="22" y="9"/>
                    </a:lnTo>
                    <a:lnTo>
                      <a:pt x="25" y="19"/>
                    </a:lnTo>
                    <a:lnTo>
                      <a:pt x="25" y="21"/>
                    </a:lnTo>
                    <a:lnTo>
                      <a:pt x="21" y="30"/>
                    </a:lnTo>
                    <a:lnTo>
                      <a:pt x="21" y="34"/>
                    </a:lnTo>
                    <a:lnTo>
                      <a:pt x="23" y="41"/>
                    </a:lnTo>
                    <a:lnTo>
                      <a:pt x="31" y="37"/>
                    </a:lnTo>
                    <a:lnTo>
                      <a:pt x="29" y="33"/>
                    </a:lnTo>
                    <a:lnTo>
                      <a:pt x="25" y="25"/>
                    </a:lnTo>
                    <a:lnTo>
                      <a:pt x="25" y="19"/>
                    </a:lnTo>
                    <a:lnTo>
                      <a:pt x="25" y="19"/>
                    </a:lnTo>
                    <a:lnTo>
                      <a:pt x="34" y="13"/>
                    </a:lnTo>
                    <a:lnTo>
                      <a:pt x="47" y="9"/>
                    </a:lnTo>
                    <a:lnTo>
                      <a:pt x="46" y="9"/>
                    </a:lnTo>
                    <a:lnTo>
                      <a:pt x="41" y="7"/>
                    </a:lnTo>
                    <a:lnTo>
                      <a:pt x="40" y="7"/>
                    </a:lnTo>
                    <a:lnTo>
                      <a:pt x="40" y="6"/>
                    </a:lnTo>
                    <a:lnTo>
                      <a:pt x="46" y="0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168" name="Venezuela">
                <a:extLst>
                  <a:ext uri="{FF2B5EF4-FFF2-40B4-BE49-F238E27FC236}">
                    <a16:creationId xmlns:a16="http://schemas.microsoft.com/office/drawing/2014/main" id="{EA08371F-42EE-C6E8-C246-B769C0EA91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877" y="6882126"/>
                <a:ext cx="27637" cy="20727"/>
              </a:xfrm>
              <a:custGeom>
                <a:avLst/>
                <a:gdLst>
                  <a:gd name="T0" fmla="*/ 6 w 8"/>
                  <a:gd name="T1" fmla="*/ 0 h 6"/>
                  <a:gd name="T2" fmla="*/ 6 w 8"/>
                  <a:gd name="T3" fmla="*/ 0 h 6"/>
                  <a:gd name="T4" fmla="*/ 8 w 8"/>
                  <a:gd name="T5" fmla="*/ 3 h 6"/>
                  <a:gd name="T6" fmla="*/ 8 w 8"/>
                  <a:gd name="T7" fmla="*/ 3 h 6"/>
                  <a:gd name="T8" fmla="*/ 8 w 8"/>
                  <a:gd name="T9" fmla="*/ 5 h 6"/>
                  <a:gd name="T10" fmla="*/ 5 w 8"/>
                  <a:gd name="T11" fmla="*/ 6 h 6"/>
                  <a:gd name="T12" fmla="*/ 5 w 8"/>
                  <a:gd name="T13" fmla="*/ 6 h 6"/>
                  <a:gd name="T14" fmla="*/ 5 w 8"/>
                  <a:gd name="T15" fmla="*/ 6 h 6"/>
                  <a:gd name="T16" fmla="*/ 0 w 8"/>
                  <a:gd name="T17" fmla="*/ 3 h 6"/>
                  <a:gd name="T18" fmla="*/ 0 w 8"/>
                  <a:gd name="T19" fmla="*/ 3 h 6"/>
                  <a:gd name="T20" fmla="*/ 0 w 8"/>
                  <a:gd name="T21" fmla="*/ 2 h 6"/>
                  <a:gd name="T22" fmla="*/ 5 w 8"/>
                  <a:gd name="T23" fmla="*/ 0 h 6"/>
                  <a:gd name="T24" fmla="*/ 6 w 8"/>
                  <a:gd name="T2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6">
                    <a:moveTo>
                      <a:pt x="6" y="0"/>
                    </a:moveTo>
                    <a:lnTo>
                      <a:pt x="6" y="0"/>
                    </a:lnTo>
                    <a:lnTo>
                      <a:pt x="8" y="3"/>
                    </a:lnTo>
                    <a:lnTo>
                      <a:pt x="8" y="3"/>
                    </a:lnTo>
                    <a:lnTo>
                      <a:pt x="8" y="5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5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</p:grpSp>
      <p:grpSp>
        <p:nvGrpSpPr>
          <p:cNvPr id="592" name="EUROPE">
            <a:extLst>
              <a:ext uri="{FF2B5EF4-FFF2-40B4-BE49-F238E27FC236}">
                <a16:creationId xmlns:a16="http://schemas.microsoft.com/office/drawing/2014/main" id="{A13FB021-4F9A-86AA-9FA8-7469D00866C0}"/>
              </a:ext>
            </a:extLst>
          </p:cNvPr>
          <p:cNvGrpSpPr/>
          <p:nvPr userDrawn="1"/>
        </p:nvGrpSpPr>
        <p:grpSpPr>
          <a:xfrm>
            <a:off x="5066409" y="1659713"/>
            <a:ext cx="1984782" cy="1868804"/>
            <a:chOff x="5127528" y="1925412"/>
            <a:chExt cx="1866960" cy="1757866"/>
          </a:xfrm>
        </p:grpSpPr>
        <p:sp>
          <p:nvSpPr>
            <p:cNvPr id="1050" name="MACEDONIA">
              <a:extLst>
                <a:ext uri="{FF2B5EF4-FFF2-40B4-BE49-F238E27FC236}">
                  <a16:creationId xmlns:a16="http://schemas.microsoft.com/office/drawing/2014/main" id="{2D1E357E-1520-99FF-DBBA-7ECFE3C52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9918" y="3417745"/>
              <a:ext cx="69985" cy="61752"/>
            </a:xfrm>
            <a:custGeom>
              <a:avLst/>
              <a:gdLst>
                <a:gd name="T0" fmla="*/ 11 w 34"/>
                <a:gd name="T1" fmla="*/ 0 h 30"/>
                <a:gd name="T2" fmla="*/ 25 w 34"/>
                <a:gd name="T3" fmla="*/ 2 h 30"/>
                <a:gd name="T4" fmla="*/ 26 w 34"/>
                <a:gd name="T5" fmla="*/ 2 h 30"/>
                <a:gd name="T6" fmla="*/ 26 w 34"/>
                <a:gd name="T7" fmla="*/ 5 h 30"/>
                <a:gd name="T8" fmla="*/ 31 w 34"/>
                <a:gd name="T9" fmla="*/ 9 h 30"/>
                <a:gd name="T10" fmla="*/ 34 w 34"/>
                <a:gd name="T11" fmla="*/ 21 h 30"/>
                <a:gd name="T12" fmla="*/ 32 w 34"/>
                <a:gd name="T13" fmla="*/ 21 h 30"/>
                <a:gd name="T14" fmla="*/ 7 w 34"/>
                <a:gd name="T15" fmla="*/ 30 h 30"/>
                <a:gd name="T16" fmla="*/ 7 w 34"/>
                <a:gd name="T17" fmla="*/ 30 h 30"/>
                <a:gd name="T18" fmla="*/ 6 w 34"/>
                <a:gd name="T19" fmla="*/ 30 h 30"/>
                <a:gd name="T20" fmla="*/ 0 w 34"/>
                <a:gd name="T21" fmla="*/ 21 h 30"/>
                <a:gd name="T22" fmla="*/ 0 w 34"/>
                <a:gd name="T23" fmla="*/ 21 h 30"/>
                <a:gd name="T24" fmla="*/ 1 w 34"/>
                <a:gd name="T25" fmla="*/ 8 h 30"/>
                <a:gd name="T26" fmla="*/ 1 w 34"/>
                <a:gd name="T27" fmla="*/ 8 h 30"/>
                <a:gd name="T28" fmla="*/ 11 w 34"/>
                <a:gd name="T2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" h="30">
                  <a:moveTo>
                    <a:pt x="11" y="0"/>
                  </a:moveTo>
                  <a:lnTo>
                    <a:pt x="25" y="2"/>
                  </a:lnTo>
                  <a:lnTo>
                    <a:pt x="26" y="2"/>
                  </a:lnTo>
                  <a:lnTo>
                    <a:pt x="26" y="5"/>
                  </a:lnTo>
                  <a:lnTo>
                    <a:pt x="31" y="9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7" y="30"/>
                  </a:lnTo>
                  <a:lnTo>
                    <a:pt x="7" y="30"/>
                  </a:lnTo>
                  <a:lnTo>
                    <a:pt x="6" y="3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8"/>
                  </a:lnTo>
                  <a:lnTo>
                    <a:pt x="1" y="8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5"/>
            </a:solidFill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grpSp>
          <p:nvGrpSpPr>
            <p:cNvPr id="1051" name="EUROPE">
              <a:extLst>
                <a:ext uri="{FF2B5EF4-FFF2-40B4-BE49-F238E27FC236}">
                  <a16:creationId xmlns:a16="http://schemas.microsoft.com/office/drawing/2014/main" id="{AAB7C29A-236D-279C-0D10-335DF5115F05}"/>
                </a:ext>
              </a:extLst>
            </p:cNvPr>
            <p:cNvGrpSpPr/>
            <p:nvPr userDrawn="1"/>
          </p:nvGrpSpPr>
          <p:grpSpPr>
            <a:xfrm>
              <a:off x="5127528" y="1925412"/>
              <a:ext cx="1866960" cy="1757866"/>
              <a:chOff x="5127528" y="1925412"/>
              <a:chExt cx="1866960" cy="1757866"/>
            </a:xfrm>
          </p:grpSpPr>
          <p:grpSp>
            <p:nvGrpSpPr>
              <p:cNvPr id="1052" name="DENMARK">
                <a:extLst>
                  <a:ext uri="{FF2B5EF4-FFF2-40B4-BE49-F238E27FC236}">
                    <a16:creationId xmlns:a16="http://schemas.microsoft.com/office/drawing/2014/main" id="{ACF83A9B-B9E0-D9C6-4184-80AA78BCE82D}"/>
                  </a:ext>
                </a:extLst>
              </p:cNvPr>
              <p:cNvGrpSpPr/>
              <p:nvPr userDrawn="1"/>
            </p:nvGrpSpPr>
            <p:grpSpPr>
              <a:xfrm>
                <a:off x="6004401" y="2773469"/>
                <a:ext cx="191430" cy="168789"/>
                <a:chOff x="6004401" y="2773469"/>
                <a:chExt cx="191430" cy="168789"/>
              </a:xfrm>
            </p:grpSpPr>
            <p:sp>
              <p:nvSpPr>
                <p:cNvPr id="1145" name="Freeform 841">
                  <a:extLst>
                    <a:ext uri="{FF2B5EF4-FFF2-40B4-BE49-F238E27FC236}">
                      <a16:creationId xmlns:a16="http://schemas.microsoft.com/office/drawing/2014/main" id="{983B1FFA-9202-2F31-E7B1-C4E0BE136D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1422" y="2892856"/>
                  <a:ext cx="14409" cy="16467"/>
                </a:xfrm>
                <a:custGeom>
                  <a:avLst/>
                  <a:gdLst>
                    <a:gd name="T0" fmla="*/ 1 w 7"/>
                    <a:gd name="T1" fmla="*/ 0 h 8"/>
                    <a:gd name="T2" fmla="*/ 1 w 7"/>
                    <a:gd name="T3" fmla="*/ 0 h 8"/>
                    <a:gd name="T4" fmla="*/ 5 w 7"/>
                    <a:gd name="T5" fmla="*/ 6 h 8"/>
                    <a:gd name="T6" fmla="*/ 7 w 7"/>
                    <a:gd name="T7" fmla="*/ 8 h 8"/>
                    <a:gd name="T8" fmla="*/ 5 w 7"/>
                    <a:gd name="T9" fmla="*/ 8 h 8"/>
                    <a:gd name="T10" fmla="*/ 5 w 7"/>
                    <a:gd name="T11" fmla="*/ 8 h 8"/>
                    <a:gd name="T12" fmla="*/ 0 w 7"/>
                    <a:gd name="T13" fmla="*/ 6 h 8"/>
                    <a:gd name="T14" fmla="*/ 0 w 7"/>
                    <a:gd name="T15" fmla="*/ 5 h 8"/>
                    <a:gd name="T16" fmla="*/ 0 w 7"/>
                    <a:gd name="T17" fmla="*/ 2 h 8"/>
                    <a:gd name="T18" fmla="*/ 0 w 7"/>
                    <a:gd name="T19" fmla="*/ 0 h 8"/>
                    <a:gd name="T20" fmla="*/ 1 w 7"/>
                    <a:gd name="T21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" h="8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5" y="6"/>
                      </a:lnTo>
                      <a:lnTo>
                        <a:pt x="7" y="8"/>
                      </a:lnTo>
                      <a:lnTo>
                        <a:pt x="5" y="8"/>
                      </a:lnTo>
                      <a:lnTo>
                        <a:pt x="5" y="8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46" name="Freeform 845">
                  <a:extLst>
                    <a:ext uri="{FF2B5EF4-FFF2-40B4-BE49-F238E27FC236}">
                      <a16:creationId xmlns:a16="http://schemas.microsoft.com/office/drawing/2014/main" id="{8A72DBE2-A633-C7D0-8D2B-E8D6598139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74386" y="2905205"/>
                  <a:ext cx="8233" cy="18526"/>
                </a:xfrm>
                <a:custGeom>
                  <a:avLst/>
                  <a:gdLst>
                    <a:gd name="T0" fmla="*/ 4 w 4"/>
                    <a:gd name="T1" fmla="*/ 0 h 9"/>
                    <a:gd name="T2" fmla="*/ 4 w 4"/>
                    <a:gd name="T3" fmla="*/ 0 h 9"/>
                    <a:gd name="T4" fmla="*/ 4 w 4"/>
                    <a:gd name="T5" fmla="*/ 0 h 9"/>
                    <a:gd name="T6" fmla="*/ 3 w 4"/>
                    <a:gd name="T7" fmla="*/ 8 h 9"/>
                    <a:gd name="T8" fmla="*/ 3 w 4"/>
                    <a:gd name="T9" fmla="*/ 9 h 9"/>
                    <a:gd name="T10" fmla="*/ 3 w 4"/>
                    <a:gd name="T11" fmla="*/ 9 h 9"/>
                    <a:gd name="T12" fmla="*/ 1 w 4"/>
                    <a:gd name="T13" fmla="*/ 8 h 9"/>
                    <a:gd name="T14" fmla="*/ 0 w 4"/>
                    <a:gd name="T15" fmla="*/ 5 h 9"/>
                    <a:gd name="T16" fmla="*/ 0 w 4"/>
                    <a:gd name="T17" fmla="*/ 5 h 9"/>
                    <a:gd name="T18" fmla="*/ 3 w 4"/>
                    <a:gd name="T19" fmla="*/ 0 h 9"/>
                    <a:gd name="T20" fmla="*/ 4 w 4"/>
                    <a:gd name="T21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" h="9">
                      <a:moveTo>
                        <a:pt x="4" y="0"/>
                      </a:move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3" y="8"/>
                      </a:lnTo>
                      <a:lnTo>
                        <a:pt x="3" y="9"/>
                      </a:lnTo>
                      <a:lnTo>
                        <a:pt x="3" y="9"/>
                      </a:lnTo>
                      <a:lnTo>
                        <a:pt x="1" y="8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3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47" name="Freeform 849">
                  <a:extLst>
                    <a:ext uri="{FF2B5EF4-FFF2-40B4-BE49-F238E27FC236}">
                      <a16:creationId xmlns:a16="http://schemas.microsoft.com/office/drawing/2014/main" id="{3E04A57A-E6EC-0B3C-54BF-1BF21A82B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86739" y="2909322"/>
                  <a:ext cx="20584" cy="18526"/>
                </a:xfrm>
                <a:custGeom>
                  <a:avLst/>
                  <a:gdLst>
                    <a:gd name="T0" fmla="*/ 3 w 10"/>
                    <a:gd name="T1" fmla="*/ 0 h 9"/>
                    <a:gd name="T2" fmla="*/ 8 w 10"/>
                    <a:gd name="T3" fmla="*/ 1 h 9"/>
                    <a:gd name="T4" fmla="*/ 8 w 10"/>
                    <a:gd name="T5" fmla="*/ 3 h 9"/>
                    <a:gd name="T6" fmla="*/ 10 w 10"/>
                    <a:gd name="T7" fmla="*/ 7 h 9"/>
                    <a:gd name="T8" fmla="*/ 10 w 10"/>
                    <a:gd name="T9" fmla="*/ 7 h 9"/>
                    <a:gd name="T10" fmla="*/ 10 w 10"/>
                    <a:gd name="T11" fmla="*/ 9 h 9"/>
                    <a:gd name="T12" fmla="*/ 0 w 10"/>
                    <a:gd name="T13" fmla="*/ 6 h 9"/>
                    <a:gd name="T14" fmla="*/ 0 w 10"/>
                    <a:gd name="T15" fmla="*/ 6 h 9"/>
                    <a:gd name="T16" fmla="*/ 0 w 10"/>
                    <a:gd name="T17" fmla="*/ 1 h 9"/>
                    <a:gd name="T18" fmla="*/ 0 w 10"/>
                    <a:gd name="T19" fmla="*/ 1 h 9"/>
                    <a:gd name="T20" fmla="*/ 3 w 10"/>
                    <a:gd name="T21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0" h="9">
                      <a:moveTo>
                        <a:pt x="3" y="0"/>
                      </a:moveTo>
                      <a:lnTo>
                        <a:pt x="8" y="1"/>
                      </a:lnTo>
                      <a:lnTo>
                        <a:pt x="8" y="3"/>
                      </a:lnTo>
                      <a:lnTo>
                        <a:pt x="10" y="7"/>
                      </a:lnTo>
                      <a:lnTo>
                        <a:pt x="10" y="7"/>
                      </a:lnTo>
                      <a:lnTo>
                        <a:pt x="10" y="9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48" name="Freeform 851">
                  <a:extLst>
                    <a:ext uri="{FF2B5EF4-FFF2-40B4-BE49-F238E27FC236}">
                      <a16:creationId xmlns:a16="http://schemas.microsoft.com/office/drawing/2014/main" id="{19025860-926E-B55D-D55F-A375DD4D46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07321" y="2909323"/>
                  <a:ext cx="8233" cy="20584"/>
                </a:xfrm>
                <a:custGeom>
                  <a:avLst/>
                  <a:gdLst>
                    <a:gd name="T0" fmla="*/ 0 w 4"/>
                    <a:gd name="T1" fmla="*/ 0 h 10"/>
                    <a:gd name="T2" fmla="*/ 0 w 4"/>
                    <a:gd name="T3" fmla="*/ 0 h 10"/>
                    <a:gd name="T4" fmla="*/ 4 w 4"/>
                    <a:gd name="T5" fmla="*/ 1 h 10"/>
                    <a:gd name="T6" fmla="*/ 4 w 4"/>
                    <a:gd name="T7" fmla="*/ 3 h 10"/>
                    <a:gd name="T8" fmla="*/ 3 w 4"/>
                    <a:gd name="T9" fmla="*/ 9 h 10"/>
                    <a:gd name="T10" fmla="*/ 3 w 4"/>
                    <a:gd name="T11" fmla="*/ 10 h 10"/>
                    <a:gd name="T12" fmla="*/ 3 w 4"/>
                    <a:gd name="T13" fmla="*/ 10 h 10"/>
                    <a:gd name="T14" fmla="*/ 1 w 4"/>
                    <a:gd name="T15" fmla="*/ 10 h 10"/>
                    <a:gd name="T16" fmla="*/ 0 w 4"/>
                    <a:gd name="T17" fmla="*/ 1 h 10"/>
                    <a:gd name="T18" fmla="*/ 0 w 4"/>
                    <a:gd name="T19" fmla="*/ 0 h 10"/>
                    <a:gd name="T20" fmla="*/ 0 w 4"/>
                    <a:gd name="T21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lnTo>
                        <a:pt x="4" y="3"/>
                      </a:lnTo>
                      <a:lnTo>
                        <a:pt x="3" y="9"/>
                      </a:lnTo>
                      <a:lnTo>
                        <a:pt x="3" y="10"/>
                      </a:lnTo>
                      <a:lnTo>
                        <a:pt x="3" y="10"/>
                      </a:lnTo>
                      <a:lnTo>
                        <a:pt x="1" y="10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49" name="Denmark">
                  <a:extLst>
                    <a:ext uri="{FF2B5EF4-FFF2-40B4-BE49-F238E27FC236}">
                      <a16:creationId xmlns:a16="http://schemas.microsoft.com/office/drawing/2014/main" id="{54CDAD7B-7524-2369-8F34-86B376401B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04401" y="2773469"/>
                  <a:ext cx="78219" cy="142029"/>
                </a:xfrm>
                <a:custGeom>
                  <a:avLst/>
                  <a:gdLst>
                    <a:gd name="T0" fmla="*/ 31 w 38"/>
                    <a:gd name="T1" fmla="*/ 0 h 69"/>
                    <a:gd name="T2" fmla="*/ 31 w 38"/>
                    <a:gd name="T3" fmla="*/ 0 h 69"/>
                    <a:gd name="T4" fmla="*/ 32 w 38"/>
                    <a:gd name="T5" fmla="*/ 0 h 69"/>
                    <a:gd name="T6" fmla="*/ 32 w 38"/>
                    <a:gd name="T7" fmla="*/ 12 h 69"/>
                    <a:gd name="T8" fmla="*/ 28 w 38"/>
                    <a:gd name="T9" fmla="*/ 27 h 69"/>
                    <a:gd name="T10" fmla="*/ 29 w 38"/>
                    <a:gd name="T11" fmla="*/ 27 h 69"/>
                    <a:gd name="T12" fmla="*/ 31 w 38"/>
                    <a:gd name="T13" fmla="*/ 27 h 69"/>
                    <a:gd name="T14" fmla="*/ 31 w 38"/>
                    <a:gd name="T15" fmla="*/ 27 h 69"/>
                    <a:gd name="T16" fmla="*/ 29 w 38"/>
                    <a:gd name="T17" fmla="*/ 32 h 69"/>
                    <a:gd name="T18" fmla="*/ 29 w 38"/>
                    <a:gd name="T19" fmla="*/ 32 h 69"/>
                    <a:gd name="T20" fmla="*/ 32 w 38"/>
                    <a:gd name="T21" fmla="*/ 32 h 69"/>
                    <a:gd name="T22" fmla="*/ 34 w 38"/>
                    <a:gd name="T23" fmla="*/ 32 h 69"/>
                    <a:gd name="T24" fmla="*/ 35 w 38"/>
                    <a:gd name="T25" fmla="*/ 30 h 69"/>
                    <a:gd name="T26" fmla="*/ 37 w 38"/>
                    <a:gd name="T27" fmla="*/ 30 h 69"/>
                    <a:gd name="T28" fmla="*/ 37 w 38"/>
                    <a:gd name="T29" fmla="*/ 32 h 69"/>
                    <a:gd name="T30" fmla="*/ 38 w 38"/>
                    <a:gd name="T31" fmla="*/ 32 h 69"/>
                    <a:gd name="T32" fmla="*/ 38 w 38"/>
                    <a:gd name="T33" fmla="*/ 36 h 69"/>
                    <a:gd name="T34" fmla="*/ 37 w 38"/>
                    <a:gd name="T35" fmla="*/ 36 h 69"/>
                    <a:gd name="T36" fmla="*/ 32 w 38"/>
                    <a:gd name="T37" fmla="*/ 40 h 69"/>
                    <a:gd name="T38" fmla="*/ 32 w 38"/>
                    <a:gd name="T39" fmla="*/ 40 h 69"/>
                    <a:gd name="T40" fmla="*/ 32 w 38"/>
                    <a:gd name="T41" fmla="*/ 40 h 69"/>
                    <a:gd name="T42" fmla="*/ 31 w 38"/>
                    <a:gd name="T43" fmla="*/ 39 h 69"/>
                    <a:gd name="T44" fmla="*/ 31 w 38"/>
                    <a:gd name="T45" fmla="*/ 43 h 69"/>
                    <a:gd name="T46" fmla="*/ 29 w 38"/>
                    <a:gd name="T47" fmla="*/ 43 h 69"/>
                    <a:gd name="T48" fmla="*/ 25 w 38"/>
                    <a:gd name="T49" fmla="*/ 46 h 69"/>
                    <a:gd name="T50" fmla="*/ 25 w 38"/>
                    <a:gd name="T51" fmla="*/ 49 h 69"/>
                    <a:gd name="T52" fmla="*/ 25 w 38"/>
                    <a:gd name="T53" fmla="*/ 49 h 69"/>
                    <a:gd name="T54" fmla="*/ 25 w 38"/>
                    <a:gd name="T55" fmla="*/ 49 h 69"/>
                    <a:gd name="T56" fmla="*/ 22 w 38"/>
                    <a:gd name="T57" fmla="*/ 49 h 69"/>
                    <a:gd name="T58" fmla="*/ 22 w 38"/>
                    <a:gd name="T59" fmla="*/ 52 h 69"/>
                    <a:gd name="T60" fmla="*/ 19 w 38"/>
                    <a:gd name="T61" fmla="*/ 63 h 69"/>
                    <a:gd name="T62" fmla="*/ 22 w 38"/>
                    <a:gd name="T63" fmla="*/ 69 h 69"/>
                    <a:gd name="T64" fmla="*/ 22 w 38"/>
                    <a:gd name="T65" fmla="*/ 69 h 69"/>
                    <a:gd name="T66" fmla="*/ 22 w 38"/>
                    <a:gd name="T67" fmla="*/ 69 h 69"/>
                    <a:gd name="T68" fmla="*/ 19 w 38"/>
                    <a:gd name="T69" fmla="*/ 69 h 69"/>
                    <a:gd name="T70" fmla="*/ 8 w 38"/>
                    <a:gd name="T71" fmla="*/ 69 h 69"/>
                    <a:gd name="T72" fmla="*/ 7 w 38"/>
                    <a:gd name="T73" fmla="*/ 67 h 69"/>
                    <a:gd name="T74" fmla="*/ 7 w 38"/>
                    <a:gd name="T75" fmla="*/ 58 h 69"/>
                    <a:gd name="T76" fmla="*/ 1 w 38"/>
                    <a:gd name="T77" fmla="*/ 54 h 69"/>
                    <a:gd name="T78" fmla="*/ 0 w 38"/>
                    <a:gd name="T79" fmla="*/ 52 h 69"/>
                    <a:gd name="T80" fmla="*/ 0 w 38"/>
                    <a:gd name="T81" fmla="*/ 33 h 69"/>
                    <a:gd name="T82" fmla="*/ 3 w 38"/>
                    <a:gd name="T83" fmla="*/ 21 h 69"/>
                    <a:gd name="T84" fmla="*/ 31 w 38"/>
                    <a:gd name="T85" fmla="*/ 0 h 69"/>
                    <a:gd name="T86" fmla="*/ 31 w 38"/>
                    <a:gd name="T87" fmla="*/ 0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38" h="69">
                      <a:moveTo>
                        <a:pt x="31" y="0"/>
                      </a:moveTo>
                      <a:lnTo>
                        <a:pt x="31" y="0"/>
                      </a:lnTo>
                      <a:lnTo>
                        <a:pt x="32" y="0"/>
                      </a:lnTo>
                      <a:lnTo>
                        <a:pt x="32" y="12"/>
                      </a:lnTo>
                      <a:lnTo>
                        <a:pt x="28" y="27"/>
                      </a:lnTo>
                      <a:lnTo>
                        <a:pt x="29" y="27"/>
                      </a:lnTo>
                      <a:lnTo>
                        <a:pt x="31" y="27"/>
                      </a:lnTo>
                      <a:lnTo>
                        <a:pt x="31" y="27"/>
                      </a:lnTo>
                      <a:lnTo>
                        <a:pt x="29" y="32"/>
                      </a:lnTo>
                      <a:lnTo>
                        <a:pt x="29" y="32"/>
                      </a:lnTo>
                      <a:lnTo>
                        <a:pt x="32" y="32"/>
                      </a:lnTo>
                      <a:lnTo>
                        <a:pt x="34" y="32"/>
                      </a:lnTo>
                      <a:lnTo>
                        <a:pt x="35" y="30"/>
                      </a:lnTo>
                      <a:lnTo>
                        <a:pt x="37" y="30"/>
                      </a:lnTo>
                      <a:lnTo>
                        <a:pt x="37" y="32"/>
                      </a:lnTo>
                      <a:lnTo>
                        <a:pt x="38" y="32"/>
                      </a:lnTo>
                      <a:lnTo>
                        <a:pt x="38" y="36"/>
                      </a:lnTo>
                      <a:lnTo>
                        <a:pt x="37" y="36"/>
                      </a:lnTo>
                      <a:lnTo>
                        <a:pt x="32" y="40"/>
                      </a:lnTo>
                      <a:lnTo>
                        <a:pt x="32" y="40"/>
                      </a:lnTo>
                      <a:lnTo>
                        <a:pt x="32" y="40"/>
                      </a:lnTo>
                      <a:lnTo>
                        <a:pt x="31" y="39"/>
                      </a:lnTo>
                      <a:lnTo>
                        <a:pt x="31" y="43"/>
                      </a:lnTo>
                      <a:lnTo>
                        <a:pt x="29" y="43"/>
                      </a:lnTo>
                      <a:lnTo>
                        <a:pt x="25" y="46"/>
                      </a:lnTo>
                      <a:lnTo>
                        <a:pt x="25" y="49"/>
                      </a:lnTo>
                      <a:lnTo>
                        <a:pt x="25" y="49"/>
                      </a:lnTo>
                      <a:lnTo>
                        <a:pt x="25" y="49"/>
                      </a:lnTo>
                      <a:lnTo>
                        <a:pt x="22" y="49"/>
                      </a:lnTo>
                      <a:lnTo>
                        <a:pt x="22" y="52"/>
                      </a:lnTo>
                      <a:lnTo>
                        <a:pt x="19" y="63"/>
                      </a:lnTo>
                      <a:lnTo>
                        <a:pt x="22" y="69"/>
                      </a:lnTo>
                      <a:lnTo>
                        <a:pt x="22" y="69"/>
                      </a:lnTo>
                      <a:lnTo>
                        <a:pt x="22" y="69"/>
                      </a:lnTo>
                      <a:lnTo>
                        <a:pt x="19" y="69"/>
                      </a:lnTo>
                      <a:lnTo>
                        <a:pt x="8" y="69"/>
                      </a:lnTo>
                      <a:lnTo>
                        <a:pt x="7" y="67"/>
                      </a:lnTo>
                      <a:lnTo>
                        <a:pt x="7" y="58"/>
                      </a:lnTo>
                      <a:lnTo>
                        <a:pt x="1" y="54"/>
                      </a:lnTo>
                      <a:lnTo>
                        <a:pt x="0" y="52"/>
                      </a:lnTo>
                      <a:lnTo>
                        <a:pt x="0" y="33"/>
                      </a:lnTo>
                      <a:lnTo>
                        <a:pt x="3" y="21"/>
                      </a:lnTo>
                      <a:lnTo>
                        <a:pt x="31" y="0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50" name="Freeform 847">
                  <a:extLst>
                    <a:ext uri="{FF2B5EF4-FFF2-40B4-BE49-F238E27FC236}">
                      <a16:creationId xmlns:a16="http://schemas.microsoft.com/office/drawing/2014/main" id="{4A7F3343-9CD4-1636-5053-1BA83EEF2D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49686" y="2878447"/>
                  <a:ext cx="32934" cy="30876"/>
                </a:xfrm>
                <a:custGeom>
                  <a:avLst/>
                  <a:gdLst>
                    <a:gd name="T0" fmla="*/ 12 w 16"/>
                    <a:gd name="T1" fmla="*/ 0 h 15"/>
                    <a:gd name="T2" fmla="*/ 13 w 16"/>
                    <a:gd name="T3" fmla="*/ 0 h 15"/>
                    <a:gd name="T4" fmla="*/ 16 w 16"/>
                    <a:gd name="T5" fmla="*/ 7 h 15"/>
                    <a:gd name="T6" fmla="*/ 16 w 16"/>
                    <a:gd name="T7" fmla="*/ 12 h 15"/>
                    <a:gd name="T8" fmla="*/ 15 w 16"/>
                    <a:gd name="T9" fmla="*/ 13 h 15"/>
                    <a:gd name="T10" fmla="*/ 13 w 16"/>
                    <a:gd name="T11" fmla="*/ 13 h 15"/>
                    <a:gd name="T12" fmla="*/ 12 w 16"/>
                    <a:gd name="T13" fmla="*/ 13 h 15"/>
                    <a:gd name="T14" fmla="*/ 9 w 16"/>
                    <a:gd name="T15" fmla="*/ 13 h 15"/>
                    <a:gd name="T16" fmla="*/ 6 w 16"/>
                    <a:gd name="T17" fmla="*/ 15 h 15"/>
                    <a:gd name="T18" fmla="*/ 6 w 16"/>
                    <a:gd name="T19" fmla="*/ 15 h 15"/>
                    <a:gd name="T20" fmla="*/ 4 w 16"/>
                    <a:gd name="T21" fmla="*/ 13 h 15"/>
                    <a:gd name="T22" fmla="*/ 0 w 16"/>
                    <a:gd name="T23" fmla="*/ 3 h 15"/>
                    <a:gd name="T24" fmla="*/ 0 w 16"/>
                    <a:gd name="T25" fmla="*/ 3 h 15"/>
                    <a:gd name="T26" fmla="*/ 1 w 16"/>
                    <a:gd name="T27" fmla="*/ 3 h 15"/>
                    <a:gd name="T28" fmla="*/ 4 w 16"/>
                    <a:gd name="T29" fmla="*/ 1 h 15"/>
                    <a:gd name="T30" fmla="*/ 12 w 16"/>
                    <a:gd name="T31" fmla="*/ 0 h 15"/>
                    <a:gd name="T32" fmla="*/ 12 w 16"/>
                    <a:gd name="T33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6" h="15">
                      <a:moveTo>
                        <a:pt x="12" y="0"/>
                      </a:moveTo>
                      <a:lnTo>
                        <a:pt x="13" y="0"/>
                      </a:lnTo>
                      <a:lnTo>
                        <a:pt x="16" y="7"/>
                      </a:lnTo>
                      <a:lnTo>
                        <a:pt x="16" y="12"/>
                      </a:lnTo>
                      <a:lnTo>
                        <a:pt x="15" y="13"/>
                      </a:lnTo>
                      <a:lnTo>
                        <a:pt x="13" y="13"/>
                      </a:lnTo>
                      <a:lnTo>
                        <a:pt x="12" y="13"/>
                      </a:lnTo>
                      <a:lnTo>
                        <a:pt x="9" y="13"/>
                      </a:lnTo>
                      <a:lnTo>
                        <a:pt x="6" y="15"/>
                      </a:lnTo>
                      <a:lnTo>
                        <a:pt x="6" y="15"/>
                      </a:lnTo>
                      <a:lnTo>
                        <a:pt x="4" y="13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4" y="1"/>
                      </a:lnTo>
                      <a:lnTo>
                        <a:pt x="12" y="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51" name="Freeform 853">
                  <a:extLst>
                    <a:ext uri="{FF2B5EF4-FFF2-40B4-BE49-F238E27FC236}">
                      <a16:creationId xmlns:a16="http://schemas.microsoft.com/office/drawing/2014/main" id="{AF88D17F-51BB-27AC-4D0C-2D02F225FF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82620" y="2853747"/>
                  <a:ext cx="49402" cy="57635"/>
                </a:xfrm>
                <a:custGeom>
                  <a:avLst/>
                  <a:gdLst>
                    <a:gd name="T0" fmla="*/ 19 w 24"/>
                    <a:gd name="T1" fmla="*/ 0 h 28"/>
                    <a:gd name="T2" fmla="*/ 19 w 24"/>
                    <a:gd name="T3" fmla="*/ 0 h 28"/>
                    <a:gd name="T4" fmla="*/ 19 w 24"/>
                    <a:gd name="T5" fmla="*/ 0 h 28"/>
                    <a:gd name="T6" fmla="*/ 24 w 24"/>
                    <a:gd name="T7" fmla="*/ 10 h 28"/>
                    <a:gd name="T8" fmla="*/ 24 w 24"/>
                    <a:gd name="T9" fmla="*/ 12 h 28"/>
                    <a:gd name="T10" fmla="*/ 19 w 24"/>
                    <a:gd name="T11" fmla="*/ 15 h 28"/>
                    <a:gd name="T12" fmla="*/ 21 w 24"/>
                    <a:gd name="T13" fmla="*/ 21 h 28"/>
                    <a:gd name="T14" fmla="*/ 21 w 24"/>
                    <a:gd name="T15" fmla="*/ 21 h 28"/>
                    <a:gd name="T16" fmla="*/ 21 w 24"/>
                    <a:gd name="T17" fmla="*/ 22 h 28"/>
                    <a:gd name="T18" fmla="*/ 18 w 24"/>
                    <a:gd name="T19" fmla="*/ 22 h 28"/>
                    <a:gd name="T20" fmla="*/ 18 w 24"/>
                    <a:gd name="T21" fmla="*/ 27 h 28"/>
                    <a:gd name="T22" fmla="*/ 16 w 24"/>
                    <a:gd name="T23" fmla="*/ 28 h 28"/>
                    <a:gd name="T24" fmla="*/ 16 w 24"/>
                    <a:gd name="T25" fmla="*/ 28 h 28"/>
                    <a:gd name="T26" fmla="*/ 16 w 24"/>
                    <a:gd name="T27" fmla="*/ 28 h 28"/>
                    <a:gd name="T28" fmla="*/ 10 w 24"/>
                    <a:gd name="T29" fmla="*/ 27 h 28"/>
                    <a:gd name="T30" fmla="*/ 10 w 24"/>
                    <a:gd name="T31" fmla="*/ 25 h 28"/>
                    <a:gd name="T32" fmla="*/ 10 w 24"/>
                    <a:gd name="T33" fmla="*/ 24 h 28"/>
                    <a:gd name="T34" fmla="*/ 5 w 24"/>
                    <a:gd name="T35" fmla="*/ 22 h 28"/>
                    <a:gd name="T36" fmla="*/ 5 w 24"/>
                    <a:gd name="T37" fmla="*/ 22 h 28"/>
                    <a:gd name="T38" fmla="*/ 3 w 24"/>
                    <a:gd name="T39" fmla="*/ 13 h 28"/>
                    <a:gd name="T40" fmla="*/ 0 w 24"/>
                    <a:gd name="T41" fmla="*/ 10 h 28"/>
                    <a:gd name="T42" fmla="*/ 0 w 24"/>
                    <a:gd name="T43" fmla="*/ 10 h 28"/>
                    <a:gd name="T44" fmla="*/ 0 w 24"/>
                    <a:gd name="T45" fmla="*/ 10 h 28"/>
                    <a:gd name="T46" fmla="*/ 8 w 24"/>
                    <a:gd name="T47" fmla="*/ 6 h 28"/>
                    <a:gd name="T48" fmla="*/ 6 w 24"/>
                    <a:gd name="T49" fmla="*/ 4 h 28"/>
                    <a:gd name="T50" fmla="*/ 6 w 24"/>
                    <a:gd name="T51" fmla="*/ 3 h 28"/>
                    <a:gd name="T52" fmla="*/ 8 w 24"/>
                    <a:gd name="T53" fmla="*/ 3 h 28"/>
                    <a:gd name="T54" fmla="*/ 8 w 24"/>
                    <a:gd name="T55" fmla="*/ 3 h 28"/>
                    <a:gd name="T56" fmla="*/ 9 w 24"/>
                    <a:gd name="T57" fmla="*/ 3 h 28"/>
                    <a:gd name="T58" fmla="*/ 12 w 24"/>
                    <a:gd name="T59" fmla="*/ 3 h 28"/>
                    <a:gd name="T60" fmla="*/ 12 w 24"/>
                    <a:gd name="T61" fmla="*/ 3 h 28"/>
                    <a:gd name="T62" fmla="*/ 12 w 24"/>
                    <a:gd name="T63" fmla="*/ 4 h 28"/>
                    <a:gd name="T64" fmla="*/ 12 w 24"/>
                    <a:gd name="T65" fmla="*/ 7 h 28"/>
                    <a:gd name="T66" fmla="*/ 13 w 24"/>
                    <a:gd name="T67" fmla="*/ 6 h 28"/>
                    <a:gd name="T68" fmla="*/ 13 w 24"/>
                    <a:gd name="T69" fmla="*/ 3 h 28"/>
                    <a:gd name="T70" fmla="*/ 13 w 24"/>
                    <a:gd name="T71" fmla="*/ 3 h 28"/>
                    <a:gd name="T72" fmla="*/ 19 w 24"/>
                    <a:gd name="T73" fmla="*/ 0 h 28"/>
                    <a:gd name="T74" fmla="*/ 19 w 24"/>
                    <a:gd name="T75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4" h="28">
                      <a:moveTo>
                        <a:pt x="19" y="0"/>
                      </a:moveTo>
                      <a:lnTo>
                        <a:pt x="19" y="0"/>
                      </a:lnTo>
                      <a:lnTo>
                        <a:pt x="19" y="0"/>
                      </a:lnTo>
                      <a:lnTo>
                        <a:pt x="24" y="10"/>
                      </a:lnTo>
                      <a:lnTo>
                        <a:pt x="24" y="12"/>
                      </a:lnTo>
                      <a:lnTo>
                        <a:pt x="19" y="15"/>
                      </a:lnTo>
                      <a:lnTo>
                        <a:pt x="21" y="21"/>
                      </a:lnTo>
                      <a:lnTo>
                        <a:pt x="21" y="21"/>
                      </a:lnTo>
                      <a:lnTo>
                        <a:pt x="21" y="22"/>
                      </a:lnTo>
                      <a:lnTo>
                        <a:pt x="18" y="22"/>
                      </a:lnTo>
                      <a:lnTo>
                        <a:pt x="18" y="27"/>
                      </a:lnTo>
                      <a:lnTo>
                        <a:pt x="16" y="28"/>
                      </a:lnTo>
                      <a:lnTo>
                        <a:pt x="16" y="28"/>
                      </a:lnTo>
                      <a:lnTo>
                        <a:pt x="16" y="28"/>
                      </a:lnTo>
                      <a:lnTo>
                        <a:pt x="10" y="27"/>
                      </a:lnTo>
                      <a:lnTo>
                        <a:pt x="10" y="25"/>
                      </a:lnTo>
                      <a:lnTo>
                        <a:pt x="10" y="24"/>
                      </a:lnTo>
                      <a:lnTo>
                        <a:pt x="5" y="22"/>
                      </a:lnTo>
                      <a:lnTo>
                        <a:pt x="5" y="22"/>
                      </a:lnTo>
                      <a:lnTo>
                        <a:pt x="3" y="13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8" y="6"/>
                      </a:lnTo>
                      <a:lnTo>
                        <a:pt x="6" y="4"/>
                      </a:lnTo>
                      <a:lnTo>
                        <a:pt x="6" y="3"/>
                      </a:lnTo>
                      <a:lnTo>
                        <a:pt x="8" y="3"/>
                      </a:lnTo>
                      <a:lnTo>
                        <a:pt x="8" y="3"/>
                      </a:lnTo>
                      <a:lnTo>
                        <a:pt x="9" y="3"/>
                      </a:lnTo>
                      <a:lnTo>
                        <a:pt x="12" y="3"/>
                      </a:lnTo>
                      <a:lnTo>
                        <a:pt x="12" y="3"/>
                      </a:lnTo>
                      <a:lnTo>
                        <a:pt x="12" y="4"/>
                      </a:lnTo>
                      <a:lnTo>
                        <a:pt x="12" y="7"/>
                      </a:lnTo>
                      <a:lnTo>
                        <a:pt x="13" y="6"/>
                      </a:lnTo>
                      <a:lnTo>
                        <a:pt x="13" y="3"/>
                      </a:lnTo>
                      <a:lnTo>
                        <a:pt x="13" y="3"/>
                      </a:lnTo>
                      <a:lnTo>
                        <a:pt x="19" y="0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52" name="Freeform 859">
                  <a:extLst>
                    <a:ext uri="{FF2B5EF4-FFF2-40B4-BE49-F238E27FC236}">
                      <a16:creationId xmlns:a16="http://schemas.microsoft.com/office/drawing/2014/main" id="{B970E23C-B37E-576F-7BB5-FCA1466854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38197" y="2923732"/>
                  <a:ext cx="18526" cy="18526"/>
                </a:xfrm>
                <a:custGeom>
                  <a:avLst/>
                  <a:gdLst>
                    <a:gd name="T0" fmla="*/ 3 w 9"/>
                    <a:gd name="T1" fmla="*/ 0 h 9"/>
                    <a:gd name="T2" fmla="*/ 3 w 9"/>
                    <a:gd name="T3" fmla="*/ 0 h 9"/>
                    <a:gd name="T4" fmla="*/ 7 w 9"/>
                    <a:gd name="T5" fmla="*/ 2 h 9"/>
                    <a:gd name="T6" fmla="*/ 9 w 9"/>
                    <a:gd name="T7" fmla="*/ 2 h 9"/>
                    <a:gd name="T8" fmla="*/ 9 w 9"/>
                    <a:gd name="T9" fmla="*/ 5 h 9"/>
                    <a:gd name="T10" fmla="*/ 9 w 9"/>
                    <a:gd name="T11" fmla="*/ 9 h 9"/>
                    <a:gd name="T12" fmla="*/ 9 w 9"/>
                    <a:gd name="T13" fmla="*/ 9 h 9"/>
                    <a:gd name="T14" fmla="*/ 9 w 9"/>
                    <a:gd name="T15" fmla="*/ 9 h 9"/>
                    <a:gd name="T16" fmla="*/ 7 w 9"/>
                    <a:gd name="T17" fmla="*/ 9 h 9"/>
                    <a:gd name="T18" fmla="*/ 1 w 9"/>
                    <a:gd name="T19" fmla="*/ 7 h 9"/>
                    <a:gd name="T20" fmla="*/ 0 w 9"/>
                    <a:gd name="T21" fmla="*/ 6 h 9"/>
                    <a:gd name="T22" fmla="*/ 1 w 9"/>
                    <a:gd name="T23" fmla="*/ 3 h 9"/>
                    <a:gd name="T24" fmla="*/ 1 w 9"/>
                    <a:gd name="T25" fmla="*/ 2 h 9"/>
                    <a:gd name="T26" fmla="*/ 1 w 9"/>
                    <a:gd name="T27" fmla="*/ 2 h 9"/>
                    <a:gd name="T28" fmla="*/ 1 w 9"/>
                    <a:gd name="T29" fmla="*/ 2 h 9"/>
                    <a:gd name="T30" fmla="*/ 3 w 9"/>
                    <a:gd name="T31" fmla="*/ 3 h 9"/>
                    <a:gd name="T32" fmla="*/ 1 w 9"/>
                    <a:gd name="T33" fmla="*/ 0 h 9"/>
                    <a:gd name="T34" fmla="*/ 1 w 9"/>
                    <a:gd name="T35" fmla="*/ 0 h 9"/>
                    <a:gd name="T36" fmla="*/ 3 w 9"/>
                    <a:gd name="T3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9" h="9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7" y="2"/>
                      </a:lnTo>
                      <a:lnTo>
                        <a:pt x="9" y="2"/>
                      </a:lnTo>
                      <a:lnTo>
                        <a:pt x="9" y="5"/>
                      </a:lnTo>
                      <a:lnTo>
                        <a:pt x="9" y="9"/>
                      </a:lnTo>
                      <a:lnTo>
                        <a:pt x="9" y="9"/>
                      </a:lnTo>
                      <a:lnTo>
                        <a:pt x="9" y="9"/>
                      </a:lnTo>
                      <a:lnTo>
                        <a:pt x="7" y="9"/>
                      </a:lnTo>
                      <a:lnTo>
                        <a:pt x="1" y="7"/>
                      </a:lnTo>
                      <a:lnTo>
                        <a:pt x="0" y="6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2"/>
                      </a:lnTo>
                      <a:lnTo>
                        <a:pt x="1" y="2"/>
                      </a:lnTo>
                      <a:lnTo>
                        <a:pt x="3" y="3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053" name="BELGIUM">
                <a:extLst>
                  <a:ext uri="{FF2B5EF4-FFF2-40B4-BE49-F238E27FC236}">
                    <a16:creationId xmlns:a16="http://schemas.microsoft.com/office/drawing/2014/main" id="{0C2BE9B3-365B-C005-A90F-4E63354B1A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2374" y="3069878"/>
                <a:ext cx="94685" cy="76160"/>
              </a:xfrm>
              <a:custGeom>
                <a:avLst/>
                <a:gdLst>
                  <a:gd name="T0" fmla="*/ 32 w 46"/>
                  <a:gd name="T1" fmla="*/ 0 h 37"/>
                  <a:gd name="T2" fmla="*/ 32 w 46"/>
                  <a:gd name="T3" fmla="*/ 0 h 37"/>
                  <a:gd name="T4" fmla="*/ 37 w 46"/>
                  <a:gd name="T5" fmla="*/ 5 h 37"/>
                  <a:gd name="T6" fmla="*/ 39 w 46"/>
                  <a:gd name="T7" fmla="*/ 5 h 37"/>
                  <a:gd name="T8" fmla="*/ 39 w 46"/>
                  <a:gd name="T9" fmla="*/ 12 h 37"/>
                  <a:gd name="T10" fmla="*/ 43 w 46"/>
                  <a:gd name="T11" fmla="*/ 14 h 37"/>
                  <a:gd name="T12" fmla="*/ 46 w 46"/>
                  <a:gd name="T13" fmla="*/ 20 h 37"/>
                  <a:gd name="T14" fmla="*/ 46 w 46"/>
                  <a:gd name="T15" fmla="*/ 20 h 37"/>
                  <a:gd name="T16" fmla="*/ 45 w 46"/>
                  <a:gd name="T17" fmla="*/ 25 h 37"/>
                  <a:gd name="T18" fmla="*/ 39 w 46"/>
                  <a:gd name="T19" fmla="*/ 31 h 37"/>
                  <a:gd name="T20" fmla="*/ 40 w 46"/>
                  <a:gd name="T21" fmla="*/ 37 h 37"/>
                  <a:gd name="T22" fmla="*/ 40 w 46"/>
                  <a:gd name="T23" fmla="*/ 37 h 37"/>
                  <a:gd name="T24" fmla="*/ 39 w 46"/>
                  <a:gd name="T25" fmla="*/ 37 h 37"/>
                  <a:gd name="T26" fmla="*/ 39 w 46"/>
                  <a:gd name="T27" fmla="*/ 37 h 37"/>
                  <a:gd name="T28" fmla="*/ 30 w 46"/>
                  <a:gd name="T29" fmla="*/ 34 h 37"/>
                  <a:gd name="T30" fmla="*/ 29 w 46"/>
                  <a:gd name="T31" fmla="*/ 34 h 37"/>
                  <a:gd name="T32" fmla="*/ 29 w 46"/>
                  <a:gd name="T33" fmla="*/ 27 h 37"/>
                  <a:gd name="T34" fmla="*/ 29 w 46"/>
                  <a:gd name="T35" fmla="*/ 27 h 37"/>
                  <a:gd name="T36" fmla="*/ 26 w 46"/>
                  <a:gd name="T37" fmla="*/ 28 h 37"/>
                  <a:gd name="T38" fmla="*/ 23 w 46"/>
                  <a:gd name="T39" fmla="*/ 28 h 37"/>
                  <a:gd name="T40" fmla="*/ 21 w 46"/>
                  <a:gd name="T41" fmla="*/ 28 h 37"/>
                  <a:gd name="T42" fmla="*/ 20 w 46"/>
                  <a:gd name="T43" fmla="*/ 30 h 37"/>
                  <a:gd name="T44" fmla="*/ 20 w 46"/>
                  <a:gd name="T45" fmla="*/ 28 h 37"/>
                  <a:gd name="T46" fmla="*/ 17 w 46"/>
                  <a:gd name="T47" fmla="*/ 22 h 37"/>
                  <a:gd name="T48" fmla="*/ 2 w 46"/>
                  <a:gd name="T49" fmla="*/ 12 h 37"/>
                  <a:gd name="T50" fmla="*/ 0 w 46"/>
                  <a:gd name="T51" fmla="*/ 12 h 37"/>
                  <a:gd name="T52" fmla="*/ 0 w 46"/>
                  <a:gd name="T53" fmla="*/ 6 h 37"/>
                  <a:gd name="T54" fmla="*/ 2 w 46"/>
                  <a:gd name="T55" fmla="*/ 6 h 37"/>
                  <a:gd name="T56" fmla="*/ 9 w 46"/>
                  <a:gd name="T57" fmla="*/ 0 h 37"/>
                  <a:gd name="T58" fmla="*/ 11 w 46"/>
                  <a:gd name="T59" fmla="*/ 0 h 37"/>
                  <a:gd name="T60" fmla="*/ 11 w 46"/>
                  <a:gd name="T61" fmla="*/ 0 h 37"/>
                  <a:gd name="T62" fmla="*/ 15 w 46"/>
                  <a:gd name="T63" fmla="*/ 3 h 37"/>
                  <a:gd name="T64" fmla="*/ 17 w 46"/>
                  <a:gd name="T65" fmla="*/ 3 h 37"/>
                  <a:gd name="T66" fmla="*/ 18 w 46"/>
                  <a:gd name="T67" fmla="*/ 3 h 37"/>
                  <a:gd name="T68" fmla="*/ 21 w 46"/>
                  <a:gd name="T69" fmla="*/ 2 h 37"/>
                  <a:gd name="T70" fmla="*/ 24 w 46"/>
                  <a:gd name="T71" fmla="*/ 2 h 37"/>
                  <a:gd name="T72" fmla="*/ 27 w 46"/>
                  <a:gd name="T73" fmla="*/ 0 h 37"/>
                  <a:gd name="T74" fmla="*/ 30 w 46"/>
                  <a:gd name="T75" fmla="*/ 0 h 37"/>
                  <a:gd name="T76" fmla="*/ 32 w 46"/>
                  <a:gd name="T7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6" h="37">
                    <a:moveTo>
                      <a:pt x="32" y="0"/>
                    </a:moveTo>
                    <a:lnTo>
                      <a:pt x="32" y="0"/>
                    </a:lnTo>
                    <a:lnTo>
                      <a:pt x="37" y="5"/>
                    </a:lnTo>
                    <a:lnTo>
                      <a:pt x="39" y="5"/>
                    </a:lnTo>
                    <a:lnTo>
                      <a:pt x="39" y="12"/>
                    </a:lnTo>
                    <a:lnTo>
                      <a:pt x="43" y="14"/>
                    </a:lnTo>
                    <a:lnTo>
                      <a:pt x="46" y="20"/>
                    </a:lnTo>
                    <a:lnTo>
                      <a:pt x="46" y="20"/>
                    </a:lnTo>
                    <a:lnTo>
                      <a:pt x="45" y="25"/>
                    </a:lnTo>
                    <a:lnTo>
                      <a:pt x="39" y="31"/>
                    </a:lnTo>
                    <a:lnTo>
                      <a:pt x="40" y="37"/>
                    </a:lnTo>
                    <a:lnTo>
                      <a:pt x="40" y="37"/>
                    </a:lnTo>
                    <a:lnTo>
                      <a:pt x="39" y="37"/>
                    </a:lnTo>
                    <a:lnTo>
                      <a:pt x="39" y="37"/>
                    </a:lnTo>
                    <a:lnTo>
                      <a:pt x="30" y="34"/>
                    </a:lnTo>
                    <a:lnTo>
                      <a:pt x="29" y="34"/>
                    </a:lnTo>
                    <a:lnTo>
                      <a:pt x="29" y="27"/>
                    </a:lnTo>
                    <a:lnTo>
                      <a:pt x="29" y="27"/>
                    </a:lnTo>
                    <a:lnTo>
                      <a:pt x="26" y="28"/>
                    </a:lnTo>
                    <a:lnTo>
                      <a:pt x="23" y="28"/>
                    </a:lnTo>
                    <a:lnTo>
                      <a:pt x="21" y="28"/>
                    </a:lnTo>
                    <a:lnTo>
                      <a:pt x="20" y="30"/>
                    </a:lnTo>
                    <a:lnTo>
                      <a:pt x="20" y="28"/>
                    </a:lnTo>
                    <a:lnTo>
                      <a:pt x="17" y="22"/>
                    </a:lnTo>
                    <a:lnTo>
                      <a:pt x="2" y="12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2" y="6"/>
                    </a:lnTo>
                    <a:lnTo>
                      <a:pt x="9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5" y="3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21" y="2"/>
                    </a:lnTo>
                    <a:lnTo>
                      <a:pt x="24" y="2"/>
                    </a:lnTo>
                    <a:lnTo>
                      <a:pt x="27" y="0"/>
                    </a:lnTo>
                    <a:lnTo>
                      <a:pt x="30" y="0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54" name="IRELAND">
                <a:extLst>
                  <a:ext uri="{FF2B5EF4-FFF2-40B4-BE49-F238E27FC236}">
                    <a16:creationId xmlns:a16="http://schemas.microsoft.com/office/drawing/2014/main" id="{A6154BF6-B110-FB14-E52A-668717DB4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2447" y="2896973"/>
                <a:ext cx="119388" cy="170846"/>
              </a:xfrm>
              <a:custGeom>
                <a:avLst/>
                <a:gdLst>
                  <a:gd name="T0" fmla="*/ 37 w 58"/>
                  <a:gd name="T1" fmla="*/ 0 h 83"/>
                  <a:gd name="T2" fmla="*/ 38 w 58"/>
                  <a:gd name="T3" fmla="*/ 7 h 83"/>
                  <a:gd name="T4" fmla="*/ 35 w 58"/>
                  <a:gd name="T5" fmla="*/ 23 h 83"/>
                  <a:gd name="T6" fmla="*/ 50 w 58"/>
                  <a:gd name="T7" fmla="*/ 18 h 83"/>
                  <a:gd name="T8" fmla="*/ 56 w 58"/>
                  <a:gd name="T9" fmla="*/ 28 h 83"/>
                  <a:gd name="T10" fmla="*/ 55 w 58"/>
                  <a:gd name="T11" fmla="*/ 31 h 83"/>
                  <a:gd name="T12" fmla="*/ 58 w 58"/>
                  <a:gd name="T13" fmla="*/ 52 h 83"/>
                  <a:gd name="T14" fmla="*/ 53 w 58"/>
                  <a:gd name="T15" fmla="*/ 69 h 83"/>
                  <a:gd name="T16" fmla="*/ 15 w 58"/>
                  <a:gd name="T17" fmla="*/ 83 h 83"/>
                  <a:gd name="T18" fmla="*/ 12 w 58"/>
                  <a:gd name="T19" fmla="*/ 83 h 83"/>
                  <a:gd name="T20" fmla="*/ 9 w 58"/>
                  <a:gd name="T21" fmla="*/ 83 h 83"/>
                  <a:gd name="T22" fmla="*/ 9 w 58"/>
                  <a:gd name="T23" fmla="*/ 83 h 83"/>
                  <a:gd name="T24" fmla="*/ 4 w 58"/>
                  <a:gd name="T25" fmla="*/ 81 h 83"/>
                  <a:gd name="T26" fmla="*/ 3 w 58"/>
                  <a:gd name="T27" fmla="*/ 80 h 83"/>
                  <a:gd name="T28" fmla="*/ 7 w 58"/>
                  <a:gd name="T29" fmla="*/ 77 h 83"/>
                  <a:gd name="T30" fmla="*/ 1 w 58"/>
                  <a:gd name="T31" fmla="*/ 75 h 83"/>
                  <a:gd name="T32" fmla="*/ 6 w 58"/>
                  <a:gd name="T33" fmla="*/ 71 h 83"/>
                  <a:gd name="T34" fmla="*/ 0 w 58"/>
                  <a:gd name="T35" fmla="*/ 68 h 83"/>
                  <a:gd name="T36" fmla="*/ 6 w 58"/>
                  <a:gd name="T37" fmla="*/ 66 h 83"/>
                  <a:gd name="T38" fmla="*/ 10 w 58"/>
                  <a:gd name="T39" fmla="*/ 59 h 83"/>
                  <a:gd name="T40" fmla="*/ 19 w 58"/>
                  <a:gd name="T41" fmla="*/ 56 h 83"/>
                  <a:gd name="T42" fmla="*/ 9 w 58"/>
                  <a:gd name="T43" fmla="*/ 61 h 83"/>
                  <a:gd name="T44" fmla="*/ 7 w 58"/>
                  <a:gd name="T45" fmla="*/ 59 h 83"/>
                  <a:gd name="T46" fmla="*/ 7 w 58"/>
                  <a:gd name="T47" fmla="*/ 44 h 83"/>
                  <a:gd name="T48" fmla="*/ 4 w 58"/>
                  <a:gd name="T49" fmla="*/ 38 h 83"/>
                  <a:gd name="T50" fmla="*/ 10 w 58"/>
                  <a:gd name="T51" fmla="*/ 34 h 83"/>
                  <a:gd name="T52" fmla="*/ 3 w 58"/>
                  <a:gd name="T53" fmla="*/ 29 h 83"/>
                  <a:gd name="T54" fmla="*/ 7 w 58"/>
                  <a:gd name="T55" fmla="*/ 28 h 83"/>
                  <a:gd name="T56" fmla="*/ 9 w 58"/>
                  <a:gd name="T57" fmla="*/ 22 h 83"/>
                  <a:gd name="T58" fmla="*/ 10 w 58"/>
                  <a:gd name="T59" fmla="*/ 20 h 83"/>
                  <a:gd name="T60" fmla="*/ 16 w 58"/>
                  <a:gd name="T61" fmla="*/ 22 h 83"/>
                  <a:gd name="T62" fmla="*/ 22 w 58"/>
                  <a:gd name="T63" fmla="*/ 22 h 83"/>
                  <a:gd name="T64" fmla="*/ 28 w 58"/>
                  <a:gd name="T65" fmla="*/ 16 h 83"/>
                  <a:gd name="T66" fmla="*/ 21 w 58"/>
                  <a:gd name="T67" fmla="*/ 13 h 83"/>
                  <a:gd name="T68" fmla="*/ 30 w 58"/>
                  <a:gd name="T69" fmla="*/ 3 h 83"/>
                  <a:gd name="T70" fmla="*/ 37 w 58"/>
                  <a:gd name="T71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8" h="83">
                    <a:moveTo>
                      <a:pt x="37" y="0"/>
                    </a:moveTo>
                    <a:lnTo>
                      <a:pt x="37" y="0"/>
                    </a:lnTo>
                    <a:lnTo>
                      <a:pt x="37" y="0"/>
                    </a:lnTo>
                    <a:lnTo>
                      <a:pt x="38" y="7"/>
                    </a:lnTo>
                    <a:lnTo>
                      <a:pt x="31" y="18"/>
                    </a:lnTo>
                    <a:lnTo>
                      <a:pt x="35" y="23"/>
                    </a:lnTo>
                    <a:lnTo>
                      <a:pt x="50" y="18"/>
                    </a:lnTo>
                    <a:lnTo>
                      <a:pt x="50" y="18"/>
                    </a:lnTo>
                    <a:lnTo>
                      <a:pt x="52" y="18"/>
                    </a:lnTo>
                    <a:lnTo>
                      <a:pt x="56" y="28"/>
                    </a:lnTo>
                    <a:lnTo>
                      <a:pt x="56" y="29"/>
                    </a:lnTo>
                    <a:lnTo>
                      <a:pt x="55" y="31"/>
                    </a:lnTo>
                    <a:lnTo>
                      <a:pt x="58" y="38"/>
                    </a:lnTo>
                    <a:lnTo>
                      <a:pt x="58" y="52"/>
                    </a:lnTo>
                    <a:lnTo>
                      <a:pt x="53" y="69"/>
                    </a:lnTo>
                    <a:lnTo>
                      <a:pt x="53" y="69"/>
                    </a:lnTo>
                    <a:lnTo>
                      <a:pt x="37" y="69"/>
                    </a:lnTo>
                    <a:lnTo>
                      <a:pt x="15" y="83"/>
                    </a:lnTo>
                    <a:lnTo>
                      <a:pt x="15" y="83"/>
                    </a:lnTo>
                    <a:lnTo>
                      <a:pt x="12" y="83"/>
                    </a:lnTo>
                    <a:lnTo>
                      <a:pt x="10" y="83"/>
                    </a:lnTo>
                    <a:lnTo>
                      <a:pt x="9" y="83"/>
                    </a:lnTo>
                    <a:lnTo>
                      <a:pt x="9" y="83"/>
                    </a:lnTo>
                    <a:lnTo>
                      <a:pt x="9" y="83"/>
                    </a:lnTo>
                    <a:lnTo>
                      <a:pt x="10" y="80"/>
                    </a:lnTo>
                    <a:lnTo>
                      <a:pt x="4" y="81"/>
                    </a:lnTo>
                    <a:lnTo>
                      <a:pt x="4" y="81"/>
                    </a:lnTo>
                    <a:lnTo>
                      <a:pt x="3" y="80"/>
                    </a:lnTo>
                    <a:lnTo>
                      <a:pt x="4" y="80"/>
                    </a:lnTo>
                    <a:lnTo>
                      <a:pt x="7" y="77"/>
                    </a:lnTo>
                    <a:lnTo>
                      <a:pt x="1" y="77"/>
                    </a:lnTo>
                    <a:lnTo>
                      <a:pt x="1" y="75"/>
                    </a:lnTo>
                    <a:lnTo>
                      <a:pt x="1" y="75"/>
                    </a:lnTo>
                    <a:lnTo>
                      <a:pt x="6" y="71"/>
                    </a:lnTo>
                    <a:lnTo>
                      <a:pt x="0" y="69"/>
                    </a:lnTo>
                    <a:lnTo>
                      <a:pt x="0" y="68"/>
                    </a:lnTo>
                    <a:lnTo>
                      <a:pt x="1" y="68"/>
                    </a:lnTo>
                    <a:lnTo>
                      <a:pt x="6" y="66"/>
                    </a:lnTo>
                    <a:lnTo>
                      <a:pt x="10" y="59"/>
                    </a:lnTo>
                    <a:lnTo>
                      <a:pt x="10" y="59"/>
                    </a:lnTo>
                    <a:lnTo>
                      <a:pt x="21" y="58"/>
                    </a:lnTo>
                    <a:lnTo>
                      <a:pt x="19" y="56"/>
                    </a:lnTo>
                    <a:lnTo>
                      <a:pt x="9" y="61"/>
                    </a:lnTo>
                    <a:lnTo>
                      <a:pt x="9" y="61"/>
                    </a:lnTo>
                    <a:lnTo>
                      <a:pt x="7" y="61"/>
                    </a:lnTo>
                    <a:lnTo>
                      <a:pt x="7" y="59"/>
                    </a:lnTo>
                    <a:lnTo>
                      <a:pt x="18" y="47"/>
                    </a:lnTo>
                    <a:lnTo>
                      <a:pt x="7" y="44"/>
                    </a:lnTo>
                    <a:lnTo>
                      <a:pt x="7" y="43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10" y="34"/>
                    </a:lnTo>
                    <a:lnTo>
                      <a:pt x="4" y="29"/>
                    </a:lnTo>
                    <a:lnTo>
                      <a:pt x="3" y="29"/>
                    </a:lnTo>
                    <a:lnTo>
                      <a:pt x="4" y="28"/>
                    </a:lnTo>
                    <a:lnTo>
                      <a:pt x="7" y="28"/>
                    </a:lnTo>
                    <a:lnTo>
                      <a:pt x="6" y="26"/>
                    </a:lnTo>
                    <a:lnTo>
                      <a:pt x="9" y="22"/>
                    </a:lnTo>
                    <a:lnTo>
                      <a:pt x="9" y="20"/>
                    </a:lnTo>
                    <a:lnTo>
                      <a:pt x="10" y="20"/>
                    </a:lnTo>
                    <a:lnTo>
                      <a:pt x="13" y="22"/>
                    </a:lnTo>
                    <a:lnTo>
                      <a:pt x="16" y="22"/>
                    </a:lnTo>
                    <a:lnTo>
                      <a:pt x="19" y="22"/>
                    </a:lnTo>
                    <a:lnTo>
                      <a:pt x="22" y="22"/>
                    </a:lnTo>
                    <a:lnTo>
                      <a:pt x="24" y="22"/>
                    </a:lnTo>
                    <a:lnTo>
                      <a:pt x="28" y="16"/>
                    </a:lnTo>
                    <a:lnTo>
                      <a:pt x="21" y="15"/>
                    </a:lnTo>
                    <a:lnTo>
                      <a:pt x="21" y="13"/>
                    </a:lnTo>
                    <a:lnTo>
                      <a:pt x="21" y="13"/>
                    </a:lnTo>
                    <a:lnTo>
                      <a:pt x="30" y="3"/>
                    </a:lnTo>
                    <a:lnTo>
                      <a:pt x="37" y="0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55" name="AUSTRIA">
                <a:extLst>
                  <a:ext uri="{FF2B5EF4-FFF2-40B4-BE49-F238E27FC236}">
                    <a16:creationId xmlns:a16="http://schemas.microsoft.com/office/drawing/2014/main" id="{A97C35F0-C17E-A074-F144-0C22E0C01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43511" y="3168681"/>
                <a:ext cx="207896" cy="102919"/>
              </a:xfrm>
              <a:custGeom>
                <a:avLst/>
                <a:gdLst>
                  <a:gd name="T0" fmla="*/ 74 w 101"/>
                  <a:gd name="T1" fmla="*/ 0 h 50"/>
                  <a:gd name="T2" fmla="*/ 74 w 101"/>
                  <a:gd name="T3" fmla="*/ 0 h 50"/>
                  <a:gd name="T4" fmla="*/ 95 w 101"/>
                  <a:gd name="T5" fmla="*/ 4 h 50"/>
                  <a:gd name="T6" fmla="*/ 95 w 101"/>
                  <a:gd name="T7" fmla="*/ 4 h 50"/>
                  <a:gd name="T8" fmla="*/ 101 w 101"/>
                  <a:gd name="T9" fmla="*/ 19 h 50"/>
                  <a:gd name="T10" fmla="*/ 99 w 101"/>
                  <a:gd name="T11" fmla="*/ 25 h 50"/>
                  <a:gd name="T12" fmla="*/ 99 w 101"/>
                  <a:gd name="T13" fmla="*/ 26 h 50"/>
                  <a:gd name="T14" fmla="*/ 93 w 101"/>
                  <a:gd name="T15" fmla="*/ 26 h 50"/>
                  <a:gd name="T16" fmla="*/ 92 w 101"/>
                  <a:gd name="T17" fmla="*/ 38 h 50"/>
                  <a:gd name="T18" fmla="*/ 92 w 101"/>
                  <a:gd name="T19" fmla="*/ 40 h 50"/>
                  <a:gd name="T20" fmla="*/ 87 w 101"/>
                  <a:gd name="T21" fmla="*/ 43 h 50"/>
                  <a:gd name="T22" fmla="*/ 67 w 101"/>
                  <a:gd name="T23" fmla="*/ 50 h 50"/>
                  <a:gd name="T24" fmla="*/ 67 w 101"/>
                  <a:gd name="T25" fmla="*/ 50 h 50"/>
                  <a:gd name="T26" fmla="*/ 55 w 101"/>
                  <a:gd name="T27" fmla="*/ 50 h 50"/>
                  <a:gd name="T28" fmla="*/ 40 w 101"/>
                  <a:gd name="T29" fmla="*/ 46 h 50"/>
                  <a:gd name="T30" fmla="*/ 34 w 101"/>
                  <a:gd name="T31" fmla="*/ 38 h 50"/>
                  <a:gd name="T32" fmla="*/ 12 w 101"/>
                  <a:gd name="T33" fmla="*/ 43 h 50"/>
                  <a:gd name="T34" fmla="*/ 3 w 101"/>
                  <a:gd name="T35" fmla="*/ 40 h 50"/>
                  <a:gd name="T36" fmla="*/ 1 w 101"/>
                  <a:gd name="T37" fmla="*/ 40 h 50"/>
                  <a:gd name="T38" fmla="*/ 0 w 101"/>
                  <a:gd name="T39" fmla="*/ 31 h 50"/>
                  <a:gd name="T40" fmla="*/ 0 w 101"/>
                  <a:gd name="T41" fmla="*/ 29 h 50"/>
                  <a:gd name="T42" fmla="*/ 0 w 101"/>
                  <a:gd name="T43" fmla="*/ 29 h 50"/>
                  <a:gd name="T44" fmla="*/ 4 w 101"/>
                  <a:gd name="T45" fmla="*/ 28 h 50"/>
                  <a:gd name="T46" fmla="*/ 4 w 101"/>
                  <a:gd name="T47" fmla="*/ 28 h 50"/>
                  <a:gd name="T48" fmla="*/ 4 w 101"/>
                  <a:gd name="T49" fmla="*/ 28 h 50"/>
                  <a:gd name="T50" fmla="*/ 10 w 101"/>
                  <a:gd name="T51" fmla="*/ 32 h 50"/>
                  <a:gd name="T52" fmla="*/ 13 w 101"/>
                  <a:gd name="T53" fmla="*/ 28 h 50"/>
                  <a:gd name="T54" fmla="*/ 13 w 101"/>
                  <a:gd name="T55" fmla="*/ 28 h 50"/>
                  <a:gd name="T56" fmla="*/ 15 w 101"/>
                  <a:gd name="T57" fmla="*/ 28 h 50"/>
                  <a:gd name="T58" fmla="*/ 22 w 101"/>
                  <a:gd name="T59" fmla="*/ 31 h 50"/>
                  <a:gd name="T60" fmla="*/ 37 w 101"/>
                  <a:gd name="T61" fmla="*/ 25 h 50"/>
                  <a:gd name="T62" fmla="*/ 37 w 101"/>
                  <a:gd name="T63" fmla="*/ 25 h 50"/>
                  <a:gd name="T64" fmla="*/ 37 w 101"/>
                  <a:gd name="T65" fmla="*/ 25 h 50"/>
                  <a:gd name="T66" fmla="*/ 43 w 101"/>
                  <a:gd name="T67" fmla="*/ 28 h 50"/>
                  <a:gd name="T68" fmla="*/ 46 w 101"/>
                  <a:gd name="T69" fmla="*/ 26 h 50"/>
                  <a:gd name="T70" fmla="*/ 44 w 101"/>
                  <a:gd name="T71" fmla="*/ 16 h 50"/>
                  <a:gd name="T72" fmla="*/ 44 w 101"/>
                  <a:gd name="T73" fmla="*/ 15 h 50"/>
                  <a:gd name="T74" fmla="*/ 56 w 101"/>
                  <a:gd name="T75" fmla="*/ 6 h 50"/>
                  <a:gd name="T76" fmla="*/ 56 w 101"/>
                  <a:gd name="T77" fmla="*/ 6 h 50"/>
                  <a:gd name="T78" fmla="*/ 58 w 101"/>
                  <a:gd name="T79" fmla="*/ 6 h 50"/>
                  <a:gd name="T80" fmla="*/ 61 w 101"/>
                  <a:gd name="T81" fmla="*/ 6 h 50"/>
                  <a:gd name="T82" fmla="*/ 64 w 101"/>
                  <a:gd name="T83" fmla="*/ 6 h 50"/>
                  <a:gd name="T84" fmla="*/ 65 w 101"/>
                  <a:gd name="T85" fmla="*/ 7 h 50"/>
                  <a:gd name="T86" fmla="*/ 67 w 101"/>
                  <a:gd name="T87" fmla="*/ 7 h 50"/>
                  <a:gd name="T88" fmla="*/ 72 w 101"/>
                  <a:gd name="T89" fmla="*/ 0 h 50"/>
                  <a:gd name="T90" fmla="*/ 74 w 101"/>
                  <a:gd name="T91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1" h="50">
                    <a:moveTo>
                      <a:pt x="74" y="0"/>
                    </a:moveTo>
                    <a:lnTo>
                      <a:pt x="74" y="0"/>
                    </a:lnTo>
                    <a:lnTo>
                      <a:pt x="95" y="4"/>
                    </a:lnTo>
                    <a:lnTo>
                      <a:pt x="95" y="4"/>
                    </a:lnTo>
                    <a:lnTo>
                      <a:pt x="101" y="19"/>
                    </a:lnTo>
                    <a:lnTo>
                      <a:pt x="99" y="25"/>
                    </a:lnTo>
                    <a:lnTo>
                      <a:pt x="99" y="26"/>
                    </a:lnTo>
                    <a:lnTo>
                      <a:pt x="93" y="26"/>
                    </a:lnTo>
                    <a:lnTo>
                      <a:pt x="92" y="38"/>
                    </a:lnTo>
                    <a:lnTo>
                      <a:pt x="92" y="40"/>
                    </a:lnTo>
                    <a:lnTo>
                      <a:pt x="87" y="43"/>
                    </a:lnTo>
                    <a:lnTo>
                      <a:pt x="67" y="50"/>
                    </a:lnTo>
                    <a:lnTo>
                      <a:pt x="67" y="50"/>
                    </a:lnTo>
                    <a:lnTo>
                      <a:pt x="55" y="50"/>
                    </a:lnTo>
                    <a:lnTo>
                      <a:pt x="40" y="46"/>
                    </a:lnTo>
                    <a:lnTo>
                      <a:pt x="34" y="38"/>
                    </a:lnTo>
                    <a:lnTo>
                      <a:pt x="12" y="43"/>
                    </a:lnTo>
                    <a:lnTo>
                      <a:pt x="3" y="40"/>
                    </a:lnTo>
                    <a:lnTo>
                      <a:pt x="1" y="40"/>
                    </a:lnTo>
                    <a:lnTo>
                      <a:pt x="0" y="31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10" y="32"/>
                    </a:lnTo>
                    <a:lnTo>
                      <a:pt x="13" y="28"/>
                    </a:lnTo>
                    <a:lnTo>
                      <a:pt x="13" y="28"/>
                    </a:lnTo>
                    <a:lnTo>
                      <a:pt x="15" y="28"/>
                    </a:lnTo>
                    <a:lnTo>
                      <a:pt x="22" y="31"/>
                    </a:lnTo>
                    <a:lnTo>
                      <a:pt x="37" y="25"/>
                    </a:lnTo>
                    <a:lnTo>
                      <a:pt x="37" y="25"/>
                    </a:lnTo>
                    <a:lnTo>
                      <a:pt x="37" y="25"/>
                    </a:lnTo>
                    <a:lnTo>
                      <a:pt x="43" y="28"/>
                    </a:lnTo>
                    <a:lnTo>
                      <a:pt x="46" y="26"/>
                    </a:lnTo>
                    <a:lnTo>
                      <a:pt x="44" y="16"/>
                    </a:lnTo>
                    <a:lnTo>
                      <a:pt x="44" y="15"/>
                    </a:lnTo>
                    <a:lnTo>
                      <a:pt x="56" y="6"/>
                    </a:lnTo>
                    <a:lnTo>
                      <a:pt x="56" y="6"/>
                    </a:lnTo>
                    <a:lnTo>
                      <a:pt x="58" y="6"/>
                    </a:lnTo>
                    <a:lnTo>
                      <a:pt x="61" y="6"/>
                    </a:lnTo>
                    <a:lnTo>
                      <a:pt x="64" y="6"/>
                    </a:lnTo>
                    <a:lnTo>
                      <a:pt x="65" y="7"/>
                    </a:lnTo>
                    <a:lnTo>
                      <a:pt x="67" y="7"/>
                    </a:lnTo>
                    <a:lnTo>
                      <a:pt x="72" y="0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56" name="HUNGARY">
                <a:extLst>
                  <a:ext uri="{FF2B5EF4-FFF2-40B4-BE49-F238E27FC236}">
                    <a16:creationId xmlns:a16="http://schemas.microsoft.com/office/drawing/2014/main" id="{298C16F0-D08B-651C-A84D-FD91A7B223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0533" y="3187206"/>
                <a:ext cx="183197" cy="111151"/>
              </a:xfrm>
              <a:custGeom>
                <a:avLst/>
                <a:gdLst>
                  <a:gd name="T0" fmla="*/ 61 w 89"/>
                  <a:gd name="T1" fmla="*/ 0 h 54"/>
                  <a:gd name="T2" fmla="*/ 62 w 89"/>
                  <a:gd name="T3" fmla="*/ 0 h 54"/>
                  <a:gd name="T4" fmla="*/ 65 w 89"/>
                  <a:gd name="T5" fmla="*/ 1 h 54"/>
                  <a:gd name="T6" fmla="*/ 68 w 89"/>
                  <a:gd name="T7" fmla="*/ 1 h 54"/>
                  <a:gd name="T8" fmla="*/ 72 w 89"/>
                  <a:gd name="T9" fmla="*/ 1 h 54"/>
                  <a:gd name="T10" fmla="*/ 75 w 89"/>
                  <a:gd name="T11" fmla="*/ 3 h 54"/>
                  <a:gd name="T12" fmla="*/ 78 w 89"/>
                  <a:gd name="T13" fmla="*/ 3 h 54"/>
                  <a:gd name="T14" fmla="*/ 80 w 89"/>
                  <a:gd name="T15" fmla="*/ 3 h 54"/>
                  <a:gd name="T16" fmla="*/ 89 w 89"/>
                  <a:gd name="T17" fmla="*/ 11 h 54"/>
                  <a:gd name="T18" fmla="*/ 89 w 89"/>
                  <a:gd name="T19" fmla="*/ 11 h 54"/>
                  <a:gd name="T20" fmla="*/ 89 w 89"/>
                  <a:gd name="T21" fmla="*/ 13 h 54"/>
                  <a:gd name="T22" fmla="*/ 78 w 89"/>
                  <a:gd name="T23" fmla="*/ 19 h 54"/>
                  <a:gd name="T24" fmla="*/ 66 w 89"/>
                  <a:gd name="T25" fmla="*/ 43 h 54"/>
                  <a:gd name="T26" fmla="*/ 66 w 89"/>
                  <a:gd name="T27" fmla="*/ 44 h 54"/>
                  <a:gd name="T28" fmla="*/ 55 w 89"/>
                  <a:gd name="T29" fmla="*/ 47 h 54"/>
                  <a:gd name="T30" fmla="*/ 47 w 89"/>
                  <a:gd name="T31" fmla="*/ 47 h 54"/>
                  <a:gd name="T32" fmla="*/ 35 w 89"/>
                  <a:gd name="T33" fmla="*/ 51 h 54"/>
                  <a:gd name="T34" fmla="*/ 25 w 89"/>
                  <a:gd name="T35" fmla="*/ 54 h 54"/>
                  <a:gd name="T36" fmla="*/ 25 w 89"/>
                  <a:gd name="T37" fmla="*/ 54 h 54"/>
                  <a:gd name="T38" fmla="*/ 24 w 89"/>
                  <a:gd name="T39" fmla="*/ 54 h 54"/>
                  <a:gd name="T40" fmla="*/ 0 w 89"/>
                  <a:gd name="T41" fmla="*/ 34 h 54"/>
                  <a:gd name="T42" fmla="*/ 0 w 89"/>
                  <a:gd name="T43" fmla="*/ 34 h 54"/>
                  <a:gd name="T44" fmla="*/ 0 w 89"/>
                  <a:gd name="T45" fmla="*/ 32 h 54"/>
                  <a:gd name="T46" fmla="*/ 4 w 89"/>
                  <a:gd name="T47" fmla="*/ 29 h 54"/>
                  <a:gd name="T48" fmla="*/ 6 w 89"/>
                  <a:gd name="T49" fmla="*/ 16 h 54"/>
                  <a:gd name="T50" fmla="*/ 7 w 89"/>
                  <a:gd name="T51" fmla="*/ 16 h 54"/>
                  <a:gd name="T52" fmla="*/ 13 w 89"/>
                  <a:gd name="T53" fmla="*/ 16 h 54"/>
                  <a:gd name="T54" fmla="*/ 13 w 89"/>
                  <a:gd name="T55" fmla="*/ 10 h 54"/>
                  <a:gd name="T56" fmla="*/ 13 w 89"/>
                  <a:gd name="T57" fmla="*/ 8 h 54"/>
                  <a:gd name="T58" fmla="*/ 13 w 89"/>
                  <a:gd name="T59" fmla="*/ 8 h 54"/>
                  <a:gd name="T60" fmla="*/ 15 w 89"/>
                  <a:gd name="T61" fmla="*/ 10 h 54"/>
                  <a:gd name="T62" fmla="*/ 24 w 89"/>
                  <a:gd name="T63" fmla="*/ 16 h 54"/>
                  <a:gd name="T64" fmla="*/ 31 w 89"/>
                  <a:gd name="T65" fmla="*/ 14 h 54"/>
                  <a:gd name="T66" fmla="*/ 34 w 89"/>
                  <a:gd name="T67" fmla="*/ 10 h 54"/>
                  <a:gd name="T68" fmla="*/ 35 w 89"/>
                  <a:gd name="T69" fmla="*/ 10 h 54"/>
                  <a:gd name="T70" fmla="*/ 50 w 89"/>
                  <a:gd name="T71" fmla="*/ 7 h 54"/>
                  <a:gd name="T72" fmla="*/ 61 w 89"/>
                  <a:gd name="T73" fmla="*/ 0 h 54"/>
                  <a:gd name="T74" fmla="*/ 61 w 89"/>
                  <a:gd name="T75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9" h="54">
                    <a:moveTo>
                      <a:pt x="61" y="0"/>
                    </a:moveTo>
                    <a:lnTo>
                      <a:pt x="62" y="0"/>
                    </a:lnTo>
                    <a:lnTo>
                      <a:pt x="65" y="1"/>
                    </a:lnTo>
                    <a:lnTo>
                      <a:pt x="68" y="1"/>
                    </a:lnTo>
                    <a:lnTo>
                      <a:pt x="72" y="1"/>
                    </a:lnTo>
                    <a:lnTo>
                      <a:pt x="75" y="3"/>
                    </a:lnTo>
                    <a:lnTo>
                      <a:pt x="78" y="3"/>
                    </a:lnTo>
                    <a:lnTo>
                      <a:pt x="80" y="3"/>
                    </a:lnTo>
                    <a:lnTo>
                      <a:pt x="89" y="11"/>
                    </a:lnTo>
                    <a:lnTo>
                      <a:pt x="89" y="11"/>
                    </a:lnTo>
                    <a:lnTo>
                      <a:pt x="89" y="13"/>
                    </a:lnTo>
                    <a:lnTo>
                      <a:pt x="78" y="19"/>
                    </a:lnTo>
                    <a:lnTo>
                      <a:pt x="66" y="43"/>
                    </a:lnTo>
                    <a:lnTo>
                      <a:pt x="66" y="44"/>
                    </a:lnTo>
                    <a:lnTo>
                      <a:pt x="55" y="47"/>
                    </a:lnTo>
                    <a:lnTo>
                      <a:pt x="47" y="47"/>
                    </a:lnTo>
                    <a:lnTo>
                      <a:pt x="35" y="51"/>
                    </a:lnTo>
                    <a:lnTo>
                      <a:pt x="25" y="54"/>
                    </a:lnTo>
                    <a:lnTo>
                      <a:pt x="25" y="54"/>
                    </a:lnTo>
                    <a:lnTo>
                      <a:pt x="24" y="54"/>
                    </a:lnTo>
                    <a:lnTo>
                      <a:pt x="0" y="34"/>
                    </a:lnTo>
                    <a:lnTo>
                      <a:pt x="0" y="34"/>
                    </a:lnTo>
                    <a:lnTo>
                      <a:pt x="0" y="32"/>
                    </a:lnTo>
                    <a:lnTo>
                      <a:pt x="4" y="29"/>
                    </a:lnTo>
                    <a:lnTo>
                      <a:pt x="6" y="16"/>
                    </a:lnTo>
                    <a:lnTo>
                      <a:pt x="7" y="16"/>
                    </a:lnTo>
                    <a:lnTo>
                      <a:pt x="13" y="16"/>
                    </a:lnTo>
                    <a:lnTo>
                      <a:pt x="13" y="10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5" y="10"/>
                    </a:lnTo>
                    <a:lnTo>
                      <a:pt x="24" y="16"/>
                    </a:lnTo>
                    <a:lnTo>
                      <a:pt x="31" y="14"/>
                    </a:lnTo>
                    <a:lnTo>
                      <a:pt x="34" y="10"/>
                    </a:lnTo>
                    <a:lnTo>
                      <a:pt x="35" y="10"/>
                    </a:lnTo>
                    <a:lnTo>
                      <a:pt x="50" y="7"/>
                    </a:lnTo>
                    <a:lnTo>
                      <a:pt x="61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57" name="GERMANY">
                <a:extLst>
                  <a:ext uri="{FF2B5EF4-FFF2-40B4-BE49-F238E27FC236}">
                    <a16:creationId xmlns:a16="http://schemas.microsoft.com/office/drawing/2014/main" id="{0AAD2986-F29C-818F-5A7C-D09214186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8825" y="2911381"/>
                <a:ext cx="240831" cy="327285"/>
              </a:xfrm>
              <a:custGeom>
                <a:avLst/>
                <a:gdLst>
                  <a:gd name="T0" fmla="*/ 35 w 117"/>
                  <a:gd name="T1" fmla="*/ 0 h 159"/>
                  <a:gd name="T2" fmla="*/ 41 w 117"/>
                  <a:gd name="T3" fmla="*/ 0 h 159"/>
                  <a:gd name="T4" fmla="*/ 46 w 117"/>
                  <a:gd name="T5" fmla="*/ 0 h 159"/>
                  <a:gd name="T6" fmla="*/ 50 w 117"/>
                  <a:gd name="T7" fmla="*/ 2 h 159"/>
                  <a:gd name="T8" fmla="*/ 52 w 117"/>
                  <a:gd name="T9" fmla="*/ 9 h 159"/>
                  <a:gd name="T10" fmla="*/ 65 w 117"/>
                  <a:gd name="T11" fmla="*/ 12 h 159"/>
                  <a:gd name="T12" fmla="*/ 67 w 117"/>
                  <a:gd name="T13" fmla="*/ 13 h 159"/>
                  <a:gd name="T14" fmla="*/ 71 w 117"/>
                  <a:gd name="T15" fmla="*/ 21 h 159"/>
                  <a:gd name="T16" fmla="*/ 86 w 117"/>
                  <a:gd name="T17" fmla="*/ 11 h 159"/>
                  <a:gd name="T18" fmla="*/ 87 w 117"/>
                  <a:gd name="T19" fmla="*/ 11 h 159"/>
                  <a:gd name="T20" fmla="*/ 90 w 117"/>
                  <a:gd name="T21" fmla="*/ 12 h 159"/>
                  <a:gd name="T22" fmla="*/ 92 w 117"/>
                  <a:gd name="T23" fmla="*/ 12 h 159"/>
                  <a:gd name="T24" fmla="*/ 110 w 117"/>
                  <a:gd name="T25" fmla="*/ 36 h 159"/>
                  <a:gd name="T26" fmla="*/ 111 w 117"/>
                  <a:gd name="T27" fmla="*/ 49 h 159"/>
                  <a:gd name="T28" fmla="*/ 114 w 117"/>
                  <a:gd name="T29" fmla="*/ 71 h 159"/>
                  <a:gd name="T30" fmla="*/ 117 w 117"/>
                  <a:gd name="T31" fmla="*/ 77 h 159"/>
                  <a:gd name="T32" fmla="*/ 114 w 117"/>
                  <a:gd name="T33" fmla="*/ 89 h 159"/>
                  <a:gd name="T34" fmla="*/ 114 w 117"/>
                  <a:gd name="T35" fmla="*/ 89 h 159"/>
                  <a:gd name="T36" fmla="*/ 108 w 117"/>
                  <a:gd name="T37" fmla="*/ 88 h 159"/>
                  <a:gd name="T38" fmla="*/ 83 w 117"/>
                  <a:gd name="T39" fmla="*/ 102 h 159"/>
                  <a:gd name="T40" fmla="*/ 83 w 117"/>
                  <a:gd name="T41" fmla="*/ 102 h 159"/>
                  <a:gd name="T42" fmla="*/ 87 w 117"/>
                  <a:gd name="T43" fmla="*/ 116 h 159"/>
                  <a:gd name="T44" fmla="*/ 104 w 117"/>
                  <a:gd name="T45" fmla="*/ 131 h 159"/>
                  <a:gd name="T46" fmla="*/ 92 w 117"/>
                  <a:gd name="T47" fmla="*/ 141 h 159"/>
                  <a:gd name="T48" fmla="*/ 92 w 117"/>
                  <a:gd name="T49" fmla="*/ 153 h 159"/>
                  <a:gd name="T50" fmla="*/ 89 w 117"/>
                  <a:gd name="T51" fmla="*/ 154 h 159"/>
                  <a:gd name="T52" fmla="*/ 83 w 117"/>
                  <a:gd name="T53" fmla="*/ 151 h 159"/>
                  <a:gd name="T54" fmla="*/ 61 w 117"/>
                  <a:gd name="T55" fmla="*/ 154 h 159"/>
                  <a:gd name="T56" fmla="*/ 56 w 117"/>
                  <a:gd name="T57" fmla="*/ 159 h 159"/>
                  <a:gd name="T58" fmla="*/ 50 w 117"/>
                  <a:gd name="T59" fmla="*/ 154 h 159"/>
                  <a:gd name="T60" fmla="*/ 37 w 117"/>
                  <a:gd name="T61" fmla="*/ 153 h 159"/>
                  <a:gd name="T62" fmla="*/ 32 w 117"/>
                  <a:gd name="T63" fmla="*/ 153 h 159"/>
                  <a:gd name="T64" fmla="*/ 25 w 117"/>
                  <a:gd name="T65" fmla="*/ 153 h 159"/>
                  <a:gd name="T66" fmla="*/ 21 w 117"/>
                  <a:gd name="T67" fmla="*/ 153 h 159"/>
                  <a:gd name="T68" fmla="*/ 21 w 117"/>
                  <a:gd name="T69" fmla="*/ 153 h 159"/>
                  <a:gd name="T70" fmla="*/ 27 w 117"/>
                  <a:gd name="T71" fmla="*/ 126 h 159"/>
                  <a:gd name="T72" fmla="*/ 3 w 117"/>
                  <a:gd name="T73" fmla="*/ 116 h 159"/>
                  <a:gd name="T74" fmla="*/ 4 w 117"/>
                  <a:gd name="T75" fmla="*/ 111 h 159"/>
                  <a:gd name="T76" fmla="*/ 1 w 117"/>
                  <a:gd name="T77" fmla="*/ 102 h 159"/>
                  <a:gd name="T78" fmla="*/ 0 w 117"/>
                  <a:gd name="T79" fmla="*/ 91 h 159"/>
                  <a:gd name="T80" fmla="*/ 0 w 117"/>
                  <a:gd name="T81" fmla="*/ 65 h 159"/>
                  <a:gd name="T82" fmla="*/ 1 w 117"/>
                  <a:gd name="T83" fmla="*/ 65 h 159"/>
                  <a:gd name="T84" fmla="*/ 7 w 117"/>
                  <a:gd name="T85" fmla="*/ 65 h 159"/>
                  <a:gd name="T86" fmla="*/ 13 w 117"/>
                  <a:gd name="T87" fmla="*/ 58 h 159"/>
                  <a:gd name="T88" fmla="*/ 7 w 117"/>
                  <a:gd name="T89" fmla="*/ 51 h 159"/>
                  <a:gd name="T90" fmla="*/ 12 w 117"/>
                  <a:gd name="T91" fmla="*/ 48 h 159"/>
                  <a:gd name="T92" fmla="*/ 15 w 117"/>
                  <a:gd name="T93" fmla="*/ 37 h 159"/>
                  <a:gd name="T94" fmla="*/ 18 w 117"/>
                  <a:gd name="T95" fmla="*/ 37 h 159"/>
                  <a:gd name="T96" fmla="*/ 15 w 117"/>
                  <a:gd name="T97" fmla="*/ 34 h 159"/>
                  <a:gd name="T98" fmla="*/ 16 w 117"/>
                  <a:gd name="T99" fmla="*/ 28 h 159"/>
                  <a:gd name="T100" fmla="*/ 24 w 117"/>
                  <a:gd name="T101" fmla="*/ 27 h 159"/>
                  <a:gd name="T102" fmla="*/ 28 w 117"/>
                  <a:gd name="T103" fmla="*/ 28 h 159"/>
                  <a:gd name="T104" fmla="*/ 32 w 117"/>
                  <a:gd name="T105" fmla="*/ 31 h 159"/>
                  <a:gd name="T106" fmla="*/ 34 w 117"/>
                  <a:gd name="T107" fmla="*/ 31 h 159"/>
                  <a:gd name="T108" fmla="*/ 34 w 117"/>
                  <a:gd name="T109" fmla="*/ 31 h 159"/>
                  <a:gd name="T110" fmla="*/ 34 w 117"/>
                  <a:gd name="T111" fmla="*/ 25 h 159"/>
                  <a:gd name="T112" fmla="*/ 34 w 117"/>
                  <a:gd name="T113" fmla="*/ 13 h 159"/>
                  <a:gd name="T114" fmla="*/ 38 w 117"/>
                  <a:gd name="T115" fmla="*/ 9 h 159"/>
                  <a:gd name="T116" fmla="*/ 34 w 117"/>
                  <a:gd name="T117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17" h="159">
                    <a:moveTo>
                      <a:pt x="35" y="0"/>
                    </a:moveTo>
                    <a:lnTo>
                      <a:pt x="35" y="0"/>
                    </a:lnTo>
                    <a:lnTo>
                      <a:pt x="38" y="0"/>
                    </a:lnTo>
                    <a:lnTo>
                      <a:pt x="41" y="0"/>
                    </a:lnTo>
                    <a:lnTo>
                      <a:pt x="44" y="0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50" y="2"/>
                    </a:lnTo>
                    <a:lnTo>
                      <a:pt x="52" y="3"/>
                    </a:lnTo>
                    <a:lnTo>
                      <a:pt x="52" y="9"/>
                    </a:lnTo>
                    <a:lnTo>
                      <a:pt x="53" y="12"/>
                    </a:lnTo>
                    <a:lnTo>
                      <a:pt x="65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2" y="21"/>
                    </a:lnTo>
                    <a:lnTo>
                      <a:pt x="71" y="21"/>
                    </a:lnTo>
                    <a:lnTo>
                      <a:pt x="86" y="11"/>
                    </a:lnTo>
                    <a:lnTo>
                      <a:pt x="86" y="11"/>
                    </a:lnTo>
                    <a:lnTo>
                      <a:pt x="87" y="11"/>
                    </a:lnTo>
                    <a:lnTo>
                      <a:pt x="87" y="11"/>
                    </a:lnTo>
                    <a:lnTo>
                      <a:pt x="86" y="13"/>
                    </a:lnTo>
                    <a:lnTo>
                      <a:pt x="90" y="12"/>
                    </a:lnTo>
                    <a:lnTo>
                      <a:pt x="90" y="12"/>
                    </a:lnTo>
                    <a:lnTo>
                      <a:pt x="92" y="12"/>
                    </a:lnTo>
                    <a:lnTo>
                      <a:pt x="107" y="25"/>
                    </a:lnTo>
                    <a:lnTo>
                      <a:pt x="110" y="36"/>
                    </a:lnTo>
                    <a:lnTo>
                      <a:pt x="108" y="46"/>
                    </a:lnTo>
                    <a:lnTo>
                      <a:pt x="111" y="49"/>
                    </a:lnTo>
                    <a:lnTo>
                      <a:pt x="111" y="49"/>
                    </a:lnTo>
                    <a:lnTo>
                      <a:pt x="114" y="71"/>
                    </a:lnTo>
                    <a:lnTo>
                      <a:pt x="117" y="77"/>
                    </a:lnTo>
                    <a:lnTo>
                      <a:pt x="117" y="77"/>
                    </a:lnTo>
                    <a:lnTo>
                      <a:pt x="114" y="89"/>
                    </a:lnTo>
                    <a:lnTo>
                      <a:pt x="114" y="89"/>
                    </a:lnTo>
                    <a:lnTo>
                      <a:pt x="114" y="89"/>
                    </a:lnTo>
                    <a:lnTo>
                      <a:pt x="114" y="89"/>
                    </a:lnTo>
                    <a:lnTo>
                      <a:pt x="108" y="83"/>
                    </a:lnTo>
                    <a:lnTo>
                      <a:pt x="108" y="88"/>
                    </a:lnTo>
                    <a:lnTo>
                      <a:pt x="107" y="88"/>
                    </a:lnTo>
                    <a:lnTo>
                      <a:pt x="83" y="102"/>
                    </a:lnTo>
                    <a:lnTo>
                      <a:pt x="83" y="102"/>
                    </a:lnTo>
                    <a:lnTo>
                      <a:pt x="83" y="102"/>
                    </a:lnTo>
                    <a:lnTo>
                      <a:pt x="81" y="101"/>
                    </a:lnTo>
                    <a:lnTo>
                      <a:pt x="87" y="116"/>
                    </a:lnTo>
                    <a:lnTo>
                      <a:pt x="104" y="131"/>
                    </a:lnTo>
                    <a:lnTo>
                      <a:pt x="104" y="131"/>
                    </a:lnTo>
                    <a:lnTo>
                      <a:pt x="104" y="131"/>
                    </a:lnTo>
                    <a:lnTo>
                      <a:pt x="92" y="141"/>
                    </a:lnTo>
                    <a:lnTo>
                      <a:pt x="93" y="153"/>
                    </a:lnTo>
                    <a:lnTo>
                      <a:pt x="92" y="153"/>
                    </a:lnTo>
                    <a:lnTo>
                      <a:pt x="90" y="154"/>
                    </a:lnTo>
                    <a:lnTo>
                      <a:pt x="89" y="154"/>
                    </a:lnTo>
                    <a:lnTo>
                      <a:pt x="89" y="154"/>
                    </a:lnTo>
                    <a:lnTo>
                      <a:pt x="83" y="151"/>
                    </a:lnTo>
                    <a:lnTo>
                      <a:pt x="68" y="157"/>
                    </a:lnTo>
                    <a:lnTo>
                      <a:pt x="61" y="154"/>
                    </a:lnTo>
                    <a:lnTo>
                      <a:pt x="58" y="159"/>
                    </a:lnTo>
                    <a:lnTo>
                      <a:pt x="56" y="159"/>
                    </a:lnTo>
                    <a:lnTo>
                      <a:pt x="56" y="159"/>
                    </a:lnTo>
                    <a:lnTo>
                      <a:pt x="50" y="154"/>
                    </a:lnTo>
                    <a:lnTo>
                      <a:pt x="46" y="156"/>
                    </a:lnTo>
                    <a:lnTo>
                      <a:pt x="37" y="153"/>
                    </a:lnTo>
                    <a:lnTo>
                      <a:pt x="35" y="153"/>
                    </a:lnTo>
                    <a:lnTo>
                      <a:pt x="32" y="153"/>
                    </a:lnTo>
                    <a:lnTo>
                      <a:pt x="30" y="153"/>
                    </a:lnTo>
                    <a:lnTo>
                      <a:pt x="25" y="153"/>
                    </a:lnTo>
                    <a:lnTo>
                      <a:pt x="22" y="153"/>
                    </a:lnTo>
                    <a:lnTo>
                      <a:pt x="21" y="153"/>
                    </a:lnTo>
                    <a:lnTo>
                      <a:pt x="21" y="153"/>
                    </a:lnTo>
                    <a:lnTo>
                      <a:pt x="21" y="153"/>
                    </a:lnTo>
                    <a:lnTo>
                      <a:pt x="21" y="144"/>
                    </a:lnTo>
                    <a:lnTo>
                      <a:pt x="27" y="126"/>
                    </a:lnTo>
                    <a:lnTo>
                      <a:pt x="10" y="122"/>
                    </a:lnTo>
                    <a:lnTo>
                      <a:pt x="3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3" y="97"/>
                    </a:lnTo>
                    <a:lnTo>
                      <a:pt x="0" y="91"/>
                    </a:lnTo>
                    <a:lnTo>
                      <a:pt x="0" y="65"/>
                    </a:lnTo>
                    <a:lnTo>
                      <a:pt x="0" y="65"/>
                    </a:lnTo>
                    <a:lnTo>
                      <a:pt x="1" y="65"/>
                    </a:lnTo>
                    <a:lnTo>
                      <a:pt x="1" y="65"/>
                    </a:lnTo>
                    <a:lnTo>
                      <a:pt x="4" y="65"/>
                    </a:lnTo>
                    <a:lnTo>
                      <a:pt x="7" y="65"/>
                    </a:lnTo>
                    <a:lnTo>
                      <a:pt x="7" y="65"/>
                    </a:lnTo>
                    <a:lnTo>
                      <a:pt x="13" y="58"/>
                    </a:lnTo>
                    <a:lnTo>
                      <a:pt x="9" y="52"/>
                    </a:lnTo>
                    <a:lnTo>
                      <a:pt x="7" y="51"/>
                    </a:lnTo>
                    <a:lnTo>
                      <a:pt x="9" y="51"/>
                    </a:lnTo>
                    <a:lnTo>
                      <a:pt x="12" y="48"/>
                    </a:lnTo>
                    <a:lnTo>
                      <a:pt x="15" y="37"/>
                    </a:lnTo>
                    <a:lnTo>
                      <a:pt x="15" y="37"/>
                    </a:lnTo>
                    <a:lnTo>
                      <a:pt x="16" y="37"/>
                    </a:lnTo>
                    <a:lnTo>
                      <a:pt x="18" y="37"/>
                    </a:lnTo>
                    <a:lnTo>
                      <a:pt x="19" y="37"/>
                    </a:lnTo>
                    <a:lnTo>
                      <a:pt x="15" y="34"/>
                    </a:lnTo>
                    <a:lnTo>
                      <a:pt x="15" y="33"/>
                    </a:lnTo>
                    <a:lnTo>
                      <a:pt x="16" y="28"/>
                    </a:lnTo>
                    <a:lnTo>
                      <a:pt x="18" y="28"/>
                    </a:lnTo>
                    <a:lnTo>
                      <a:pt x="24" y="27"/>
                    </a:lnTo>
                    <a:lnTo>
                      <a:pt x="28" y="28"/>
                    </a:lnTo>
                    <a:lnTo>
                      <a:pt x="28" y="28"/>
                    </a:lnTo>
                    <a:lnTo>
                      <a:pt x="30" y="33"/>
                    </a:lnTo>
                    <a:lnTo>
                      <a:pt x="32" y="31"/>
                    </a:lnTo>
                    <a:lnTo>
                      <a:pt x="34" y="31"/>
                    </a:lnTo>
                    <a:lnTo>
                      <a:pt x="34" y="31"/>
                    </a:lnTo>
                    <a:lnTo>
                      <a:pt x="34" y="31"/>
                    </a:lnTo>
                    <a:lnTo>
                      <a:pt x="34" y="31"/>
                    </a:lnTo>
                    <a:lnTo>
                      <a:pt x="34" y="25"/>
                    </a:lnTo>
                    <a:lnTo>
                      <a:pt x="34" y="25"/>
                    </a:lnTo>
                    <a:lnTo>
                      <a:pt x="40" y="24"/>
                    </a:lnTo>
                    <a:lnTo>
                      <a:pt x="34" y="13"/>
                    </a:lnTo>
                    <a:lnTo>
                      <a:pt x="35" y="13"/>
                    </a:lnTo>
                    <a:lnTo>
                      <a:pt x="38" y="9"/>
                    </a:lnTo>
                    <a:lnTo>
                      <a:pt x="34" y="0"/>
                    </a:lnTo>
                    <a:lnTo>
                      <a:pt x="34" y="0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58" name="POLAND">
                <a:extLst>
                  <a:ext uri="{FF2B5EF4-FFF2-40B4-BE49-F238E27FC236}">
                    <a16:creationId xmlns:a16="http://schemas.microsoft.com/office/drawing/2014/main" id="{B17B8F80-9B9C-3F6D-29BD-D0BDB707E6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9073" y="2915498"/>
                <a:ext cx="267591" cy="253183"/>
              </a:xfrm>
              <a:custGeom>
                <a:avLst/>
                <a:gdLst>
                  <a:gd name="T0" fmla="*/ 59 w 130"/>
                  <a:gd name="T1" fmla="*/ 1 h 123"/>
                  <a:gd name="T2" fmla="*/ 60 w 130"/>
                  <a:gd name="T3" fmla="*/ 6 h 123"/>
                  <a:gd name="T4" fmla="*/ 60 w 130"/>
                  <a:gd name="T5" fmla="*/ 6 h 123"/>
                  <a:gd name="T6" fmla="*/ 60 w 130"/>
                  <a:gd name="T7" fmla="*/ 11 h 123"/>
                  <a:gd name="T8" fmla="*/ 89 w 130"/>
                  <a:gd name="T9" fmla="*/ 10 h 123"/>
                  <a:gd name="T10" fmla="*/ 100 w 130"/>
                  <a:gd name="T11" fmla="*/ 10 h 123"/>
                  <a:gd name="T12" fmla="*/ 112 w 130"/>
                  <a:gd name="T13" fmla="*/ 10 h 123"/>
                  <a:gd name="T14" fmla="*/ 123 w 130"/>
                  <a:gd name="T15" fmla="*/ 17 h 123"/>
                  <a:gd name="T16" fmla="*/ 124 w 130"/>
                  <a:gd name="T17" fmla="*/ 20 h 123"/>
                  <a:gd name="T18" fmla="*/ 127 w 130"/>
                  <a:gd name="T19" fmla="*/ 47 h 123"/>
                  <a:gd name="T20" fmla="*/ 123 w 130"/>
                  <a:gd name="T21" fmla="*/ 62 h 123"/>
                  <a:gd name="T22" fmla="*/ 130 w 130"/>
                  <a:gd name="T23" fmla="*/ 90 h 123"/>
                  <a:gd name="T24" fmla="*/ 117 w 130"/>
                  <a:gd name="T25" fmla="*/ 106 h 123"/>
                  <a:gd name="T26" fmla="*/ 112 w 130"/>
                  <a:gd name="T27" fmla="*/ 121 h 123"/>
                  <a:gd name="T28" fmla="*/ 108 w 130"/>
                  <a:gd name="T29" fmla="*/ 123 h 123"/>
                  <a:gd name="T30" fmla="*/ 93 w 130"/>
                  <a:gd name="T31" fmla="*/ 115 h 123"/>
                  <a:gd name="T32" fmla="*/ 87 w 130"/>
                  <a:gd name="T33" fmla="*/ 117 h 123"/>
                  <a:gd name="T34" fmla="*/ 80 w 130"/>
                  <a:gd name="T35" fmla="*/ 118 h 123"/>
                  <a:gd name="T36" fmla="*/ 75 w 130"/>
                  <a:gd name="T37" fmla="*/ 120 h 123"/>
                  <a:gd name="T38" fmla="*/ 69 w 130"/>
                  <a:gd name="T39" fmla="*/ 114 h 123"/>
                  <a:gd name="T40" fmla="*/ 63 w 130"/>
                  <a:gd name="T41" fmla="*/ 115 h 123"/>
                  <a:gd name="T42" fmla="*/ 56 w 130"/>
                  <a:gd name="T43" fmla="*/ 111 h 123"/>
                  <a:gd name="T44" fmla="*/ 46 w 130"/>
                  <a:gd name="T45" fmla="*/ 102 h 123"/>
                  <a:gd name="T46" fmla="*/ 37 w 130"/>
                  <a:gd name="T47" fmla="*/ 96 h 123"/>
                  <a:gd name="T48" fmla="*/ 34 w 130"/>
                  <a:gd name="T49" fmla="*/ 100 h 123"/>
                  <a:gd name="T50" fmla="*/ 34 w 130"/>
                  <a:gd name="T51" fmla="*/ 100 h 123"/>
                  <a:gd name="T52" fmla="*/ 13 w 130"/>
                  <a:gd name="T53" fmla="*/ 84 h 123"/>
                  <a:gd name="T54" fmla="*/ 7 w 130"/>
                  <a:gd name="T55" fmla="*/ 87 h 123"/>
                  <a:gd name="T56" fmla="*/ 7 w 130"/>
                  <a:gd name="T57" fmla="*/ 86 h 123"/>
                  <a:gd name="T58" fmla="*/ 6 w 130"/>
                  <a:gd name="T59" fmla="*/ 71 h 123"/>
                  <a:gd name="T60" fmla="*/ 0 w 130"/>
                  <a:gd name="T61" fmla="*/ 46 h 123"/>
                  <a:gd name="T62" fmla="*/ 1 w 130"/>
                  <a:gd name="T63" fmla="*/ 34 h 123"/>
                  <a:gd name="T64" fmla="*/ 0 w 130"/>
                  <a:gd name="T65" fmla="*/ 23 h 123"/>
                  <a:gd name="T66" fmla="*/ 0 w 130"/>
                  <a:gd name="T67" fmla="*/ 23 h 123"/>
                  <a:gd name="T68" fmla="*/ 4 w 130"/>
                  <a:gd name="T69" fmla="*/ 23 h 123"/>
                  <a:gd name="T70" fmla="*/ 1 w 130"/>
                  <a:gd name="T71" fmla="*/ 22 h 123"/>
                  <a:gd name="T72" fmla="*/ 3 w 130"/>
                  <a:gd name="T73" fmla="*/ 19 h 123"/>
                  <a:gd name="T74" fmla="*/ 41 w 130"/>
                  <a:gd name="T75" fmla="*/ 1 h 123"/>
                  <a:gd name="T76" fmla="*/ 47 w 130"/>
                  <a:gd name="T77" fmla="*/ 1 h 123"/>
                  <a:gd name="T78" fmla="*/ 54 w 130"/>
                  <a:gd name="T79" fmla="*/ 0 h 123"/>
                  <a:gd name="T80" fmla="*/ 59 w 130"/>
                  <a:gd name="T81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30" h="123">
                    <a:moveTo>
                      <a:pt x="59" y="0"/>
                    </a:moveTo>
                    <a:lnTo>
                      <a:pt x="59" y="1"/>
                    </a:lnTo>
                    <a:lnTo>
                      <a:pt x="60" y="4"/>
                    </a:lnTo>
                    <a:lnTo>
                      <a:pt x="60" y="6"/>
                    </a:lnTo>
                    <a:lnTo>
                      <a:pt x="60" y="6"/>
                    </a:lnTo>
                    <a:lnTo>
                      <a:pt x="60" y="6"/>
                    </a:lnTo>
                    <a:lnTo>
                      <a:pt x="57" y="4"/>
                    </a:lnTo>
                    <a:lnTo>
                      <a:pt x="60" y="11"/>
                    </a:lnTo>
                    <a:lnTo>
                      <a:pt x="71" y="9"/>
                    </a:lnTo>
                    <a:lnTo>
                      <a:pt x="89" y="10"/>
                    </a:lnTo>
                    <a:lnTo>
                      <a:pt x="93" y="10"/>
                    </a:lnTo>
                    <a:lnTo>
                      <a:pt x="100" y="10"/>
                    </a:lnTo>
                    <a:lnTo>
                      <a:pt x="109" y="10"/>
                    </a:lnTo>
                    <a:lnTo>
                      <a:pt x="112" y="10"/>
                    </a:lnTo>
                    <a:lnTo>
                      <a:pt x="114" y="10"/>
                    </a:lnTo>
                    <a:lnTo>
                      <a:pt x="123" y="17"/>
                    </a:lnTo>
                    <a:lnTo>
                      <a:pt x="123" y="17"/>
                    </a:lnTo>
                    <a:lnTo>
                      <a:pt x="124" y="20"/>
                    </a:lnTo>
                    <a:lnTo>
                      <a:pt x="127" y="47"/>
                    </a:lnTo>
                    <a:lnTo>
                      <a:pt x="127" y="47"/>
                    </a:lnTo>
                    <a:lnTo>
                      <a:pt x="120" y="56"/>
                    </a:lnTo>
                    <a:lnTo>
                      <a:pt x="123" y="62"/>
                    </a:lnTo>
                    <a:lnTo>
                      <a:pt x="123" y="71"/>
                    </a:lnTo>
                    <a:lnTo>
                      <a:pt x="130" y="90"/>
                    </a:lnTo>
                    <a:lnTo>
                      <a:pt x="130" y="92"/>
                    </a:lnTo>
                    <a:lnTo>
                      <a:pt x="117" y="106"/>
                    </a:lnTo>
                    <a:lnTo>
                      <a:pt x="112" y="115"/>
                    </a:lnTo>
                    <a:lnTo>
                      <a:pt x="112" y="121"/>
                    </a:lnTo>
                    <a:lnTo>
                      <a:pt x="112" y="123"/>
                    </a:lnTo>
                    <a:lnTo>
                      <a:pt x="108" y="123"/>
                    </a:lnTo>
                    <a:lnTo>
                      <a:pt x="94" y="115"/>
                    </a:lnTo>
                    <a:lnTo>
                      <a:pt x="93" y="115"/>
                    </a:lnTo>
                    <a:lnTo>
                      <a:pt x="91" y="117"/>
                    </a:lnTo>
                    <a:lnTo>
                      <a:pt x="87" y="117"/>
                    </a:lnTo>
                    <a:lnTo>
                      <a:pt x="83" y="118"/>
                    </a:lnTo>
                    <a:lnTo>
                      <a:pt x="80" y="118"/>
                    </a:lnTo>
                    <a:lnTo>
                      <a:pt x="77" y="120"/>
                    </a:lnTo>
                    <a:lnTo>
                      <a:pt x="75" y="120"/>
                    </a:lnTo>
                    <a:lnTo>
                      <a:pt x="75" y="120"/>
                    </a:lnTo>
                    <a:lnTo>
                      <a:pt x="69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56" y="111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6" y="97"/>
                    </a:lnTo>
                    <a:lnTo>
                      <a:pt x="37" y="96"/>
                    </a:lnTo>
                    <a:lnTo>
                      <a:pt x="34" y="100"/>
                    </a:lnTo>
                    <a:lnTo>
                      <a:pt x="34" y="100"/>
                    </a:lnTo>
                    <a:lnTo>
                      <a:pt x="34" y="100"/>
                    </a:lnTo>
                    <a:lnTo>
                      <a:pt x="34" y="100"/>
                    </a:lnTo>
                    <a:lnTo>
                      <a:pt x="22" y="89"/>
                    </a:lnTo>
                    <a:lnTo>
                      <a:pt x="13" y="84"/>
                    </a:lnTo>
                    <a:lnTo>
                      <a:pt x="7" y="87"/>
                    </a:lnTo>
                    <a:lnTo>
                      <a:pt x="7" y="87"/>
                    </a:lnTo>
                    <a:lnTo>
                      <a:pt x="7" y="87"/>
                    </a:lnTo>
                    <a:lnTo>
                      <a:pt x="7" y="86"/>
                    </a:lnTo>
                    <a:lnTo>
                      <a:pt x="8" y="75"/>
                    </a:lnTo>
                    <a:lnTo>
                      <a:pt x="6" y="71"/>
                    </a:lnTo>
                    <a:lnTo>
                      <a:pt x="3" y="47"/>
                    </a:lnTo>
                    <a:lnTo>
                      <a:pt x="0" y="46"/>
                    </a:lnTo>
                    <a:lnTo>
                      <a:pt x="0" y="44"/>
                    </a:lnTo>
                    <a:lnTo>
                      <a:pt x="1" y="34"/>
                    </a:lnTo>
                    <a:lnTo>
                      <a:pt x="0" y="25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4" y="25"/>
                    </a:lnTo>
                    <a:lnTo>
                      <a:pt x="4" y="23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3" y="19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4" y="1"/>
                    </a:lnTo>
                    <a:lnTo>
                      <a:pt x="47" y="1"/>
                    </a:lnTo>
                    <a:lnTo>
                      <a:pt x="51" y="1"/>
                    </a:lnTo>
                    <a:lnTo>
                      <a:pt x="54" y="0"/>
                    </a:lnTo>
                    <a:lnTo>
                      <a:pt x="57" y="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59" name="ICELAND">
                <a:extLst>
                  <a:ext uri="{FF2B5EF4-FFF2-40B4-BE49-F238E27FC236}">
                    <a16:creationId xmlns:a16="http://schemas.microsoft.com/office/drawing/2014/main" id="{CC3F492C-02F7-8EBC-5457-B5C7754D0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7528" y="2265047"/>
                <a:ext cx="298466" cy="203781"/>
              </a:xfrm>
              <a:custGeom>
                <a:avLst/>
                <a:gdLst>
                  <a:gd name="T0" fmla="*/ 119 w 145"/>
                  <a:gd name="T1" fmla="*/ 12 h 99"/>
                  <a:gd name="T2" fmla="*/ 131 w 145"/>
                  <a:gd name="T3" fmla="*/ 4 h 99"/>
                  <a:gd name="T4" fmla="*/ 126 w 145"/>
                  <a:gd name="T5" fmla="*/ 15 h 99"/>
                  <a:gd name="T6" fmla="*/ 129 w 145"/>
                  <a:gd name="T7" fmla="*/ 15 h 99"/>
                  <a:gd name="T8" fmla="*/ 138 w 145"/>
                  <a:gd name="T9" fmla="*/ 28 h 99"/>
                  <a:gd name="T10" fmla="*/ 142 w 145"/>
                  <a:gd name="T11" fmla="*/ 35 h 99"/>
                  <a:gd name="T12" fmla="*/ 145 w 145"/>
                  <a:gd name="T13" fmla="*/ 41 h 99"/>
                  <a:gd name="T14" fmla="*/ 134 w 145"/>
                  <a:gd name="T15" fmla="*/ 58 h 99"/>
                  <a:gd name="T16" fmla="*/ 137 w 145"/>
                  <a:gd name="T17" fmla="*/ 61 h 99"/>
                  <a:gd name="T18" fmla="*/ 128 w 145"/>
                  <a:gd name="T19" fmla="*/ 72 h 99"/>
                  <a:gd name="T20" fmla="*/ 108 w 145"/>
                  <a:gd name="T21" fmla="*/ 81 h 99"/>
                  <a:gd name="T22" fmla="*/ 79 w 145"/>
                  <a:gd name="T23" fmla="*/ 99 h 99"/>
                  <a:gd name="T24" fmla="*/ 61 w 145"/>
                  <a:gd name="T25" fmla="*/ 95 h 99"/>
                  <a:gd name="T26" fmla="*/ 40 w 145"/>
                  <a:gd name="T27" fmla="*/ 84 h 99"/>
                  <a:gd name="T28" fmla="*/ 30 w 145"/>
                  <a:gd name="T29" fmla="*/ 86 h 99"/>
                  <a:gd name="T30" fmla="*/ 25 w 145"/>
                  <a:gd name="T31" fmla="*/ 86 h 99"/>
                  <a:gd name="T32" fmla="*/ 36 w 145"/>
                  <a:gd name="T33" fmla="*/ 74 h 99"/>
                  <a:gd name="T34" fmla="*/ 33 w 145"/>
                  <a:gd name="T35" fmla="*/ 71 h 99"/>
                  <a:gd name="T36" fmla="*/ 34 w 145"/>
                  <a:gd name="T37" fmla="*/ 65 h 99"/>
                  <a:gd name="T38" fmla="*/ 33 w 145"/>
                  <a:gd name="T39" fmla="*/ 67 h 99"/>
                  <a:gd name="T40" fmla="*/ 25 w 145"/>
                  <a:gd name="T41" fmla="*/ 55 h 99"/>
                  <a:gd name="T42" fmla="*/ 16 w 145"/>
                  <a:gd name="T43" fmla="*/ 56 h 99"/>
                  <a:gd name="T44" fmla="*/ 9 w 145"/>
                  <a:gd name="T45" fmla="*/ 56 h 99"/>
                  <a:gd name="T46" fmla="*/ 24 w 145"/>
                  <a:gd name="T47" fmla="*/ 47 h 99"/>
                  <a:gd name="T48" fmla="*/ 36 w 145"/>
                  <a:gd name="T49" fmla="*/ 44 h 99"/>
                  <a:gd name="T50" fmla="*/ 28 w 145"/>
                  <a:gd name="T51" fmla="*/ 46 h 99"/>
                  <a:gd name="T52" fmla="*/ 27 w 145"/>
                  <a:gd name="T53" fmla="*/ 44 h 99"/>
                  <a:gd name="T54" fmla="*/ 24 w 145"/>
                  <a:gd name="T55" fmla="*/ 32 h 99"/>
                  <a:gd name="T56" fmla="*/ 2 w 145"/>
                  <a:gd name="T57" fmla="*/ 35 h 99"/>
                  <a:gd name="T58" fmla="*/ 3 w 145"/>
                  <a:gd name="T59" fmla="*/ 29 h 99"/>
                  <a:gd name="T60" fmla="*/ 9 w 145"/>
                  <a:gd name="T61" fmla="*/ 29 h 99"/>
                  <a:gd name="T62" fmla="*/ 6 w 145"/>
                  <a:gd name="T63" fmla="*/ 24 h 99"/>
                  <a:gd name="T64" fmla="*/ 11 w 145"/>
                  <a:gd name="T65" fmla="*/ 22 h 99"/>
                  <a:gd name="T66" fmla="*/ 12 w 145"/>
                  <a:gd name="T67" fmla="*/ 21 h 99"/>
                  <a:gd name="T68" fmla="*/ 9 w 145"/>
                  <a:gd name="T69" fmla="*/ 16 h 99"/>
                  <a:gd name="T70" fmla="*/ 12 w 145"/>
                  <a:gd name="T71" fmla="*/ 13 h 99"/>
                  <a:gd name="T72" fmla="*/ 28 w 145"/>
                  <a:gd name="T73" fmla="*/ 22 h 99"/>
                  <a:gd name="T74" fmla="*/ 22 w 145"/>
                  <a:gd name="T75" fmla="*/ 12 h 99"/>
                  <a:gd name="T76" fmla="*/ 19 w 145"/>
                  <a:gd name="T77" fmla="*/ 9 h 99"/>
                  <a:gd name="T78" fmla="*/ 19 w 145"/>
                  <a:gd name="T79" fmla="*/ 3 h 99"/>
                  <a:gd name="T80" fmla="*/ 22 w 145"/>
                  <a:gd name="T81" fmla="*/ 3 h 99"/>
                  <a:gd name="T82" fmla="*/ 28 w 145"/>
                  <a:gd name="T83" fmla="*/ 3 h 99"/>
                  <a:gd name="T84" fmla="*/ 43 w 145"/>
                  <a:gd name="T85" fmla="*/ 18 h 99"/>
                  <a:gd name="T86" fmla="*/ 43 w 145"/>
                  <a:gd name="T87" fmla="*/ 25 h 99"/>
                  <a:gd name="T88" fmla="*/ 43 w 145"/>
                  <a:gd name="T89" fmla="*/ 29 h 99"/>
                  <a:gd name="T90" fmla="*/ 49 w 145"/>
                  <a:gd name="T91" fmla="*/ 28 h 99"/>
                  <a:gd name="T92" fmla="*/ 51 w 145"/>
                  <a:gd name="T93" fmla="*/ 28 h 99"/>
                  <a:gd name="T94" fmla="*/ 56 w 145"/>
                  <a:gd name="T95" fmla="*/ 13 h 99"/>
                  <a:gd name="T96" fmla="*/ 67 w 145"/>
                  <a:gd name="T97" fmla="*/ 25 h 99"/>
                  <a:gd name="T98" fmla="*/ 76 w 145"/>
                  <a:gd name="T99" fmla="*/ 10 h 99"/>
                  <a:gd name="T100" fmla="*/ 77 w 145"/>
                  <a:gd name="T101" fmla="*/ 12 h 99"/>
                  <a:gd name="T102" fmla="*/ 82 w 145"/>
                  <a:gd name="T103" fmla="*/ 12 h 99"/>
                  <a:gd name="T104" fmla="*/ 91 w 145"/>
                  <a:gd name="T105" fmla="*/ 18 h 99"/>
                  <a:gd name="T106" fmla="*/ 107 w 145"/>
                  <a:gd name="T107" fmla="*/ 12 h 99"/>
                  <a:gd name="T108" fmla="*/ 108 w 145"/>
                  <a:gd name="T109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5" h="99">
                    <a:moveTo>
                      <a:pt x="110" y="0"/>
                    </a:moveTo>
                    <a:lnTo>
                      <a:pt x="110" y="0"/>
                    </a:lnTo>
                    <a:lnTo>
                      <a:pt x="119" y="12"/>
                    </a:lnTo>
                    <a:lnTo>
                      <a:pt x="129" y="4"/>
                    </a:lnTo>
                    <a:lnTo>
                      <a:pt x="129" y="4"/>
                    </a:lnTo>
                    <a:lnTo>
                      <a:pt x="131" y="4"/>
                    </a:lnTo>
                    <a:lnTo>
                      <a:pt x="131" y="6"/>
                    </a:lnTo>
                    <a:lnTo>
                      <a:pt x="126" y="15"/>
                    </a:lnTo>
                    <a:lnTo>
                      <a:pt x="126" y="15"/>
                    </a:lnTo>
                    <a:lnTo>
                      <a:pt x="128" y="15"/>
                    </a:lnTo>
                    <a:lnTo>
                      <a:pt x="129" y="15"/>
                    </a:lnTo>
                    <a:lnTo>
                      <a:pt x="129" y="15"/>
                    </a:lnTo>
                    <a:lnTo>
                      <a:pt x="129" y="16"/>
                    </a:lnTo>
                    <a:lnTo>
                      <a:pt x="129" y="27"/>
                    </a:lnTo>
                    <a:lnTo>
                      <a:pt x="138" y="28"/>
                    </a:lnTo>
                    <a:lnTo>
                      <a:pt x="139" y="28"/>
                    </a:lnTo>
                    <a:lnTo>
                      <a:pt x="142" y="35"/>
                    </a:lnTo>
                    <a:lnTo>
                      <a:pt x="142" y="35"/>
                    </a:lnTo>
                    <a:lnTo>
                      <a:pt x="142" y="40"/>
                    </a:lnTo>
                    <a:lnTo>
                      <a:pt x="145" y="41"/>
                    </a:lnTo>
                    <a:lnTo>
                      <a:pt x="145" y="41"/>
                    </a:lnTo>
                    <a:lnTo>
                      <a:pt x="145" y="43"/>
                    </a:lnTo>
                    <a:lnTo>
                      <a:pt x="142" y="52"/>
                    </a:lnTo>
                    <a:lnTo>
                      <a:pt x="134" y="58"/>
                    </a:lnTo>
                    <a:lnTo>
                      <a:pt x="137" y="59"/>
                    </a:lnTo>
                    <a:lnTo>
                      <a:pt x="137" y="59"/>
                    </a:lnTo>
                    <a:lnTo>
                      <a:pt x="137" y="61"/>
                    </a:lnTo>
                    <a:lnTo>
                      <a:pt x="128" y="72"/>
                    </a:lnTo>
                    <a:lnTo>
                      <a:pt x="128" y="72"/>
                    </a:lnTo>
                    <a:lnTo>
                      <a:pt x="128" y="72"/>
                    </a:lnTo>
                    <a:lnTo>
                      <a:pt x="126" y="72"/>
                    </a:lnTo>
                    <a:lnTo>
                      <a:pt x="122" y="68"/>
                    </a:lnTo>
                    <a:lnTo>
                      <a:pt x="108" y="81"/>
                    </a:lnTo>
                    <a:lnTo>
                      <a:pt x="108" y="81"/>
                    </a:lnTo>
                    <a:lnTo>
                      <a:pt x="98" y="83"/>
                    </a:lnTo>
                    <a:lnTo>
                      <a:pt x="79" y="99"/>
                    </a:lnTo>
                    <a:lnTo>
                      <a:pt x="79" y="99"/>
                    </a:lnTo>
                    <a:lnTo>
                      <a:pt x="77" y="99"/>
                    </a:lnTo>
                    <a:lnTo>
                      <a:pt x="61" y="95"/>
                    </a:lnTo>
                    <a:lnTo>
                      <a:pt x="45" y="84"/>
                    </a:lnTo>
                    <a:lnTo>
                      <a:pt x="43" y="84"/>
                    </a:lnTo>
                    <a:lnTo>
                      <a:pt x="40" y="84"/>
                    </a:lnTo>
                    <a:lnTo>
                      <a:pt x="37" y="84"/>
                    </a:lnTo>
                    <a:lnTo>
                      <a:pt x="33" y="86"/>
                    </a:lnTo>
                    <a:lnTo>
                      <a:pt x="30" y="86"/>
                    </a:lnTo>
                    <a:lnTo>
                      <a:pt x="27" y="86"/>
                    </a:lnTo>
                    <a:lnTo>
                      <a:pt x="25" y="86"/>
                    </a:lnTo>
                    <a:lnTo>
                      <a:pt x="25" y="86"/>
                    </a:lnTo>
                    <a:lnTo>
                      <a:pt x="24" y="78"/>
                    </a:lnTo>
                    <a:lnTo>
                      <a:pt x="25" y="77"/>
                    </a:lnTo>
                    <a:lnTo>
                      <a:pt x="36" y="74"/>
                    </a:lnTo>
                    <a:lnTo>
                      <a:pt x="36" y="70"/>
                    </a:lnTo>
                    <a:lnTo>
                      <a:pt x="33" y="71"/>
                    </a:lnTo>
                    <a:lnTo>
                      <a:pt x="33" y="71"/>
                    </a:lnTo>
                    <a:lnTo>
                      <a:pt x="31" y="71"/>
                    </a:lnTo>
                    <a:lnTo>
                      <a:pt x="31" y="70"/>
                    </a:lnTo>
                    <a:lnTo>
                      <a:pt x="34" y="65"/>
                    </a:lnTo>
                    <a:lnTo>
                      <a:pt x="33" y="65"/>
                    </a:lnTo>
                    <a:lnTo>
                      <a:pt x="33" y="67"/>
                    </a:lnTo>
                    <a:lnTo>
                      <a:pt x="33" y="67"/>
                    </a:lnTo>
                    <a:lnTo>
                      <a:pt x="33" y="65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2" y="56"/>
                    </a:lnTo>
                    <a:lnTo>
                      <a:pt x="19" y="56"/>
                    </a:lnTo>
                    <a:lnTo>
                      <a:pt x="16" y="56"/>
                    </a:lnTo>
                    <a:lnTo>
                      <a:pt x="12" y="56"/>
                    </a:lnTo>
                    <a:lnTo>
                      <a:pt x="11" y="56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9" y="55"/>
                    </a:lnTo>
                    <a:lnTo>
                      <a:pt x="24" y="47"/>
                    </a:lnTo>
                    <a:lnTo>
                      <a:pt x="36" y="47"/>
                    </a:lnTo>
                    <a:lnTo>
                      <a:pt x="36" y="44"/>
                    </a:lnTo>
                    <a:lnTo>
                      <a:pt x="36" y="44"/>
                    </a:lnTo>
                    <a:lnTo>
                      <a:pt x="33" y="44"/>
                    </a:lnTo>
                    <a:lnTo>
                      <a:pt x="31" y="44"/>
                    </a:lnTo>
                    <a:lnTo>
                      <a:pt x="28" y="46"/>
                    </a:lnTo>
                    <a:lnTo>
                      <a:pt x="28" y="46"/>
                    </a:lnTo>
                    <a:lnTo>
                      <a:pt x="27" y="44"/>
                    </a:lnTo>
                    <a:lnTo>
                      <a:pt x="27" y="44"/>
                    </a:lnTo>
                    <a:lnTo>
                      <a:pt x="36" y="35"/>
                    </a:lnTo>
                    <a:lnTo>
                      <a:pt x="27" y="31"/>
                    </a:lnTo>
                    <a:lnTo>
                      <a:pt x="24" y="32"/>
                    </a:lnTo>
                    <a:lnTo>
                      <a:pt x="15" y="34"/>
                    </a:lnTo>
                    <a:lnTo>
                      <a:pt x="5" y="35"/>
                    </a:lnTo>
                    <a:lnTo>
                      <a:pt x="2" y="35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3" y="29"/>
                    </a:lnTo>
                    <a:lnTo>
                      <a:pt x="3" y="28"/>
                    </a:lnTo>
                    <a:lnTo>
                      <a:pt x="3" y="28"/>
                    </a:lnTo>
                    <a:lnTo>
                      <a:pt x="9" y="29"/>
                    </a:lnTo>
                    <a:lnTo>
                      <a:pt x="5" y="25"/>
                    </a:lnTo>
                    <a:lnTo>
                      <a:pt x="5" y="24"/>
                    </a:lnTo>
                    <a:lnTo>
                      <a:pt x="6" y="24"/>
                    </a:lnTo>
                    <a:lnTo>
                      <a:pt x="6" y="24"/>
                    </a:lnTo>
                    <a:lnTo>
                      <a:pt x="13" y="27"/>
                    </a:lnTo>
                    <a:lnTo>
                      <a:pt x="11" y="22"/>
                    </a:lnTo>
                    <a:lnTo>
                      <a:pt x="11" y="22"/>
                    </a:lnTo>
                    <a:lnTo>
                      <a:pt x="11" y="22"/>
                    </a:lnTo>
                    <a:lnTo>
                      <a:pt x="12" y="21"/>
                    </a:lnTo>
                    <a:lnTo>
                      <a:pt x="9" y="16"/>
                    </a:lnTo>
                    <a:lnTo>
                      <a:pt x="9" y="16"/>
                    </a:lnTo>
                    <a:lnTo>
                      <a:pt x="9" y="16"/>
                    </a:lnTo>
                    <a:lnTo>
                      <a:pt x="13" y="15"/>
                    </a:lnTo>
                    <a:lnTo>
                      <a:pt x="12" y="15"/>
                    </a:lnTo>
                    <a:lnTo>
                      <a:pt x="12" y="13"/>
                    </a:lnTo>
                    <a:lnTo>
                      <a:pt x="13" y="13"/>
                    </a:lnTo>
                    <a:lnTo>
                      <a:pt x="13" y="13"/>
                    </a:lnTo>
                    <a:lnTo>
                      <a:pt x="28" y="22"/>
                    </a:lnTo>
                    <a:lnTo>
                      <a:pt x="28" y="15"/>
                    </a:lnTo>
                    <a:lnTo>
                      <a:pt x="22" y="12"/>
                    </a:lnTo>
                    <a:lnTo>
                      <a:pt x="22" y="12"/>
                    </a:lnTo>
                    <a:lnTo>
                      <a:pt x="22" y="10"/>
                    </a:lnTo>
                    <a:lnTo>
                      <a:pt x="25" y="10"/>
                    </a:lnTo>
                    <a:lnTo>
                      <a:pt x="19" y="9"/>
                    </a:lnTo>
                    <a:lnTo>
                      <a:pt x="18" y="7"/>
                    </a:lnTo>
                    <a:lnTo>
                      <a:pt x="19" y="3"/>
                    </a:lnTo>
                    <a:lnTo>
                      <a:pt x="19" y="3"/>
                    </a:lnTo>
                    <a:lnTo>
                      <a:pt x="19" y="3"/>
                    </a:lnTo>
                    <a:lnTo>
                      <a:pt x="21" y="3"/>
                    </a:lnTo>
                    <a:lnTo>
                      <a:pt x="22" y="3"/>
                    </a:lnTo>
                    <a:lnTo>
                      <a:pt x="25" y="3"/>
                    </a:lnTo>
                    <a:lnTo>
                      <a:pt x="28" y="3"/>
                    </a:lnTo>
                    <a:lnTo>
                      <a:pt x="28" y="3"/>
                    </a:lnTo>
                    <a:lnTo>
                      <a:pt x="43" y="18"/>
                    </a:lnTo>
                    <a:lnTo>
                      <a:pt x="43" y="18"/>
                    </a:lnTo>
                    <a:lnTo>
                      <a:pt x="43" y="18"/>
                    </a:lnTo>
                    <a:lnTo>
                      <a:pt x="40" y="21"/>
                    </a:lnTo>
                    <a:lnTo>
                      <a:pt x="43" y="25"/>
                    </a:lnTo>
                    <a:lnTo>
                      <a:pt x="43" y="25"/>
                    </a:lnTo>
                    <a:lnTo>
                      <a:pt x="43" y="25"/>
                    </a:lnTo>
                    <a:lnTo>
                      <a:pt x="39" y="27"/>
                    </a:lnTo>
                    <a:lnTo>
                      <a:pt x="43" y="29"/>
                    </a:lnTo>
                    <a:lnTo>
                      <a:pt x="45" y="40"/>
                    </a:lnTo>
                    <a:lnTo>
                      <a:pt x="48" y="35"/>
                    </a:lnTo>
                    <a:lnTo>
                      <a:pt x="49" y="28"/>
                    </a:lnTo>
                    <a:lnTo>
                      <a:pt x="49" y="28"/>
                    </a:lnTo>
                    <a:lnTo>
                      <a:pt x="49" y="28"/>
                    </a:lnTo>
                    <a:lnTo>
                      <a:pt x="51" y="28"/>
                    </a:lnTo>
                    <a:lnTo>
                      <a:pt x="55" y="31"/>
                    </a:lnTo>
                    <a:lnTo>
                      <a:pt x="55" y="15"/>
                    </a:lnTo>
                    <a:lnTo>
                      <a:pt x="56" y="13"/>
                    </a:lnTo>
                    <a:lnTo>
                      <a:pt x="56" y="13"/>
                    </a:lnTo>
                    <a:lnTo>
                      <a:pt x="56" y="13"/>
                    </a:lnTo>
                    <a:lnTo>
                      <a:pt x="67" y="25"/>
                    </a:lnTo>
                    <a:lnTo>
                      <a:pt x="67" y="16"/>
                    </a:lnTo>
                    <a:lnTo>
                      <a:pt x="68" y="16"/>
                    </a:lnTo>
                    <a:lnTo>
                      <a:pt x="76" y="10"/>
                    </a:lnTo>
                    <a:lnTo>
                      <a:pt x="77" y="10"/>
                    </a:lnTo>
                    <a:lnTo>
                      <a:pt x="77" y="10"/>
                    </a:lnTo>
                    <a:lnTo>
                      <a:pt x="77" y="12"/>
                    </a:lnTo>
                    <a:lnTo>
                      <a:pt x="83" y="24"/>
                    </a:lnTo>
                    <a:lnTo>
                      <a:pt x="82" y="12"/>
                    </a:lnTo>
                    <a:lnTo>
                      <a:pt x="82" y="12"/>
                    </a:lnTo>
                    <a:lnTo>
                      <a:pt x="83" y="12"/>
                    </a:lnTo>
                    <a:lnTo>
                      <a:pt x="83" y="12"/>
                    </a:lnTo>
                    <a:lnTo>
                      <a:pt x="91" y="18"/>
                    </a:lnTo>
                    <a:lnTo>
                      <a:pt x="95" y="12"/>
                    </a:lnTo>
                    <a:lnTo>
                      <a:pt x="95" y="12"/>
                    </a:lnTo>
                    <a:lnTo>
                      <a:pt x="107" y="12"/>
                    </a:lnTo>
                    <a:lnTo>
                      <a:pt x="104" y="3"/>
                    </a:lnTo>
                    <a:lnTo>
                      <a:pt x="105" y="1"/>
                    </a:lnTo>
                    <a:lnTo>
                      <a:pt x="108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grpSp>
            <p:nvGrpSpPr>
              <p:cNvPr id="1060" name="ITALY">
                <a:extLst>
                  <a:ext uri="{FF2B5EF4-FFF2-40B4-BE49-F238E27FC236}">
                    <a16:creationId xmlns:a16="http://schemas.microsoft.com/office/drawing/2014/main" id="{96F1B977-3285-7700-C8B5-4B0A28ADD9E8}"/>
                  </a:ext>
                </a:extLst>
              </p:cNvPr>
              <p:cNvGrpSpPr/>
              <p:nvPr/>
            </p:nvGrpSpPr>
            <p:grpSpPr>
              <a:xfrm>
                <a:off x="5969408" y="3244840"/>
                <a:ext cx="316992" cy="378744"/>
                <a:chOff x="4897163" y="2413287"/>
                <a:chExt cx="352077" cy="420663"/>
              </a:xfrm>
              <a:solidFill>
                <a:schemeClr val="accent5"/>
              </a:solidFill>
            </p:grpSpPr>
            <p:sp>
              <p:nvSpPr>
                <p:cNvPr id="1142" name="Italy ">
                  <a:extLst>
                    <a:ext uri="{FF2B5EF4-FFF2-40B4-BE49-F238E27FC236}">
                      <a16:creationId xmlns:a16="http://schemas.microsoft.com/office/drawing/2014/main" id="{B8FD5FE8-9EEE-8064-B624-8DC6BFE5CA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97163" y="2413287"/>
                  <a:ext cx="352077" cy="372652"/>
                </a:xfrm>
                <a:custGeom>
                  <a:avLst/>
                  <a:gdLst>
                    <a:gd name="T0" fmla="*/ 71 w 154"/>
                    <a:gd name="T1" fmla="*/ 1 h 163"/>
                    <a:gd name="T2" fmla="*/ 91 w 154"/>
                    <a:gd name="T3" fmla="*/ 12 h 163"/>
                    <a:gd name="T4" fmla="*/ 91 w 154"/>
                    <a:gd name="T5" fmla="*/ 13 h 163"/>
                    <a:gd name="T6" fmla="*/ 89 w 154"/>
                    <a:gd name="T7" fmla="*/ 16 h 163"/>
                    <a:gd name="T8" fmla="*/ 92 w 154"/>
                    <a:gd name="T9" fmla="*/ 23 h 163"/>
                    <a:gd name="T10" fmla="*/ 95 w 154"/>
                    <a:gd name="T11" fmla="*/ 28 h 163"/>
                    <a:gd name="T12" fmla="*/ 91 w 154"/>
                    <a:gd name="T13" fmla="*/ 31 h 163"/>
                    <a:gd name="T14" fmla="*/ 91 w 154"/>
                    <a:gd name="T15" fmla="*/ 29 h 163"/>
                    <a:gd name="T16" fmla="*/ 85 w 154"/>
                    <a:gd name="T17" fmla="*/ 26 h 163"/>
                    <a:gd name="T18" fmla="*/ 74 w 154"/>
                    <a:gd name="T19" fmla="*/ 38 h 163"/>
                    <a:gd name="T20" fmla="*/ 76 w 154"/>
                    <a:gd name="T21" fmla="*/ 41 h 163"/>
                    <a:gd name="T22" fmla="*/ 76 w 154"/>
                    <a:gd name="T23" fmla="*/ 55 h 163"/>
                    <a:gd name="T24" fmla="*/ 98 w 154"/>
                    <a:gd name="T25" fmla="*/ 83 h 163"/>
                    <a:gd name="T26" fmla="*/ 111 w 154"/>
                    <a:gd name="T27" fmla="*/ 96 h 163"/>
                    <a:gd name="T28" fmla="*/ 114 w 154"/>
                    <a:gd name="T29" fmla="*/ 95 h 163"/>
                    <a:gd name="T30" fmla="*/ 119 w 154"/>
                    <a:gd name="T31" fmla="*/ 95 h 163"/>
                    <a:gd name="T32" fmla="*/ 122 w 154"/>
                    <a:gd name="T33" fmla="*/ 93 h 163"/>
                    <a:gd name="T34" fmla="*/ 123 w 154"/>
                    <a:gd name="T35" fmla="*/ 95 h 163"/>
                    <a:gd name="T36" fmla="*/ 122 w 154"/>
                    <a:gd name="T37" fmla="*/ 102 h 163"/>
                    <a:gd name="T38" fmla="*/ 154 w 154"/>
                    <a:gd name="T39" fmla="*/ 126 h 163"/>
                    <a:gd name="T40" fmla="*/ 153 w 154"/>
                    <a:gd name="T41" fmla="*/ 132 h 163"/>
                    <a:gd name="T42" fmla="*/ 153 w 154"/>
                    <a:gd name="T43" fmla="*/ 132 h 163"/>
                    <a:gd name="T44" fmla="*/ 146 w 154"/>
                    <a:gd name="T45" fmla="*/ 124 h 163"/>
                    <a:gd name="T46" fmla="*/ 132 w 154"/>
                    <a:gd name="T47" fmla="*/ 123 h 163"/>
                    <a:gd name="T48" fmla="*/ 137 w 154"/>
                    <a:gd name="T49" fmla="*/ 138 h 163"/>
                    <a:gd name="T50" fmla="*/ 137 w 154"/>
                    <a:gd name="T51" fmla="*/ 145 h 163"/>
                    <a:gd name="T52" fmla="*/ 131 w 154"/>
                    <a:gd name="T53" fmla="*/ 148 h 163"/>
                    <a:gd name="T54" fmla="*/ 123 w 154"/>
                    <a:gd name="T55" fmla="*/ 163 h 163"/>
                    <a:gd name="T56" fmla="*/ 117 w 154"/>
                    <a:gd name="T57" fmla="*/ 163 h 163"/>
                    <a:gd name="T58" fmla="*/ 116 w 154"/>
                    <a:gd name="T59" fmla="*/ 158 h 163"/>
                    <a:gd name="T60" fmla="*/ 119 w 154"/>
                    <a:gd name="T61" fmla="*/ 149 h 163"/>
                    <a:gd name="T62" fmla="*/ 116 w 154"/>
                    <a:gd name="T63" fmla="*/ 129 h 163"/>
                    <a:gd name="T64" fmla="*/ 114 w 154"/>
                    <a:gd name="T65" fmla="*/ 130 h 163"/>
                    <a:gd name="T66" fmla="*/ 108 w 154"/>
                    <a:gd name="T67" fmla="*/ 126 h 163"/>
                    <a:gd name="T68" fmla="*/ 100 w 154"/>
                    <a:gd name="T69" fmla="*/ 118 h 163"/>
                    <a:gd name="T70" fmla="*/ 91 w 154"/>
                    <a:gd name="T71" fmla="*/ 108 h 163"/>
                    <a:gd name="T72" fmla="*/ 82 w 154"/>
                    <a:gd name="T73" fmla="*/ 108 h 163"/>
                    <a:gd name="T74" fmla="*/ 58 w 154"/>
                    <a:gd name="T75" fmla="*/ 87 h 163"/>
                    <a:gd name="T76" fmla="*/ 49 w 154"/>
                    <a:gd name="T77" fmla="*/ 75 h 163"/>
                    <a:gd name="T78" fmla="*/ 27 w 154"/>
                    <a:gd name="T79" fmla="*/ 52 h 163"/>
                    <a:gd name="T80" fmla="*/ 12 w 154"/>
                    <a:gd name="T81" fmla="*/ 62 h 163"/>
                    <a:gd name="T82" fmla="*/ 11 w 154"/>
                    <a:gd name="T83" fmla="*/ 62 h 163"/>
                    <a:gd name="T84" fmla="*/ 11 w 154"/>
                    <a:gd name="T85" fmla="*/ 56 h 163"/>
                    <a:gd name="T86" fmla="*/ 5 w 154"/>
                    <a:gd name="T87" fmla="*/ 55 h 163"/>
                    <a:gd name="T88" fmla="*/ 0 w 154"/>
                    <a:gd name="T89" fmla="*/ 43 h 163"/>
                    <a:gd name="T90" fmla="*/ 3 w 154"/>
                    <a:gd name="T91" fmla="*/ 35 h 163"/>
                    <a:gd name="T92" fmla="*/ 0 w 154"/>
                    <a:gd name="T93" fmla="*/ 25 h 163"/>
                    <a:gd name="T94" fmla="*/ 3 w 154"/>
                    <a:gd name="T95" fmla="*/ 23 h 163"/>
                    <a:gd name="T96" fmla="*/ 22 w 154"/>
                    <a:gd name="T97" fmla="*/ 13 h 163"/>
                    <a:gd name="T98" fmla="*/ 22 w 154"/>
                    <a:gd name="T99" fmla="*/ 13 h 163"/>
                    <a:gd name="T100" fmla="*/ 30 w 154"/>
                    <a:gd name="T101" fmla="*/ 22 h 163"/>
                    <a:gd name="T102" fmla="*/ 34 w 154"/>
                    <a:gd name="T103" fmla="*/ 12 h 163"/>
                    <a:gd name="T104" fmla="*/ 43 w 154"/>
                    <a:gd name="T105" fmla="*/ 15 h 163"/>
                    <a:gd name="T106" fmla="*/ 43 w 154"/>
                    <a:gd name="T107" fmla="*/ 9 h 163"/>
                    <a:gd name="T108" fmla="*/ 48 w 154"/>
                    <a:gd name="T109" fmla="*/ 6 h 163"/>
                    <a:gd name="T110" fmla="*/ 49 w 154"/>
                    <a:gd name="T111" fmla="*/ 4 h 163"/>
                    <a:gd name="T112" fmla="*/ 55 w 154"/>
                    <a:gd name="T113" fmla="*/ 3 h 163"/>
                    <a:gd name="T114" fmla="*/ 63 w 154"/>
                    <a:gd name="T115" fmla="*/ 1 h 163"/>
                    <a:gd name="T116" fmla="*/ 70 w 154"/>
                    <a:gd name="T117" fmla="*/ 1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54" h="163">
                      <a:moveTo>
                        <a:pt x="70" y="0"/>
                      </a:moveTo>
                      <a:lnTo>
                        <a:pt x="71" y="1"/>
                      </a:lnTo>
                      <a:lnTo>
                        <a:pt x="76" y="9"/>
                      </a:lnTo>
                      <a:lnTo>
                        <a:pt x="91" y="12"/>
                      </a:lnTo>
                      <a:lnTo>
                        <a:pt x="92" y="12"/>
                      </a:lnTo>
                      <a:lnTo>
                        <a:pt x="91" y="13"/>
                      </a:lnTo>
                      <a:lnTo>
                        <a:pt x="89" y="16"/>
                      </a:lnTo>
                      <a:lnTo>
                        <a:pt x="89" y="16"/>
                      </a:lnTo>
                      <a:lnTo>
                        <a:pt x="91" y="16"/>
                      </a:lnTo>
                      <a:lnTo>
                        <a:pt x="92" y="23"/>
                      </a:lnTo>
                      <a:lnTo>
                        <a:pt x="95" y="28"/>
                      </a:lnTo>
                      <a:lnTo>
                        <a:pt x="95" y="28"/>
                      </a:lnTo>
                      <a:lnTo>
                        <a:pt x="94" y="29"/>
                      </a:lnTo>
                      <a:lnTo>
                        <a:pt x="91" y="31"/>
                      </a:lnTo>
                      <a:lnTo>
                        <a:pt x="91" y="31"/>
                      </a:lnTo>
                      <a:lnTo>
                        <a:pt x="91" y="29"/>
                      </a:lnTo>
                      <a:lnTo>
                        <a:pt x="89" y="26"/>
                      </a:lnTo>
                      <a:lnTo>
                        <a:pt x="85" y="26"/>
                      </a:lnTo>
                      <a:lnTo>
                        <a:pt x="74" y="34"/>
                      </a:lnTo>
                      <a:lnTo>
                        <a:pt x="74" y="38"/>
                      </a:lnTo>
                      <a:lnTo>
                        <a:pt x="76" y="40"/>
                      </a:lnTo>
                      <a:lnTo>
                        <a:pt x="76" y="41"/>
                      </a:lnTo>
                      <a:lnTo>
                        <a:pt x="74" y="47"/>
                      </a:lnTo>
                      <a:lnTo>
                        <a:pt x="76" y="55"/>
                      </a:lnTo>
                      <a:lnTo>
                        <a:pt x="89" y="65"/>
                      </a:lnTo>
                      <a:lnTo>
                        <a:pt x="98" y="83"/>
                      </a:lnTo>
                      <a:lnTo>
                        <a:pt x="104" y="92"/>
                      </a:lnTo>
                      <a:lnTo>
                        <a:pt x="111" y="96"/>
                      </a:lnTo>
                      <a:lnTo>
                        <a:pt x="111" y="96"/>
                      </a:lnTo>
                      <a:lnTo>
                        <a:pt x="114" y="95"/>
                      </a:lnTo>
                      <a:lnTo>
                        <a:pt x="116" y="95"/>
                      </a:lnTo>
                      <a:lnTo>
                        <a:pt x="119" y="95"/>
                      </a:lnTo>
                      <a:lnTo>
                        <a:pt x="122" y="93"/>
                      </a:lnTo>
                      <a:lnTo>
                        <a:pt x="122" y="93"/>
                      </a:lnTo>
                      <a:lnTo>
                        <a:pt x="122" y="95"/>
                      </a:lnTo>
                      <a:lnTo>
                        <a:pt x="123" y="95"/>
                      </a:lnTo>
                      <a:lnTo>
                        <a:pt x="123" y="96"/>
                      </a:lnTo>
                      <a:lnTo>
                        <a:pt x="122" y="102"/>
                      </a:lnTo>
                      <a:lnTo>
                        <a:pt x="147" y="115"/>
                      </a:lnTo>
                      <a:lnTo>
                        <a:pt x="154" y="126"/>
                      </a:lnTo>
                      <a:lnTo>
                        <a:pt x="154" y="127"/>
                      </a:lnTo>
                      <a:lnTo>
                        <a:pt x="153" y="132"/>
                      </a:lnTo>
                      <a:lnTo>
                        <a:pt x="153" y="132"/>
                      </a:lnTo>
                      <a:lnTo>
                        <a:pt x="153" y="132"/>
                      </a:lnTo>
                      <a:lnTo>
                        <a:pt x="151" y="132"/>
                      </a:lnTo>
                      <a:lnTo>
                        <a:pt x="146" y="124"/>
                      </a:lnTo>
                      <a:lnTo>
                        <a:pt x="137" y="120"/>
                      </a:lnTo>
                      <a:lnTo>
                        <a:pt x="132" y="123"/>
                      </a:lnTo>
                      <a:lnTo>
                        <a:pt x="129" y="132"/>
                      </a:lnTo>
                      <a:lnTo>
                        <a:pt x="137" y="138"/>
                      </a:lnTo>
                      <a:lnTo>
                        <a:pt x="137" y="138"/>
                      </a:lnTo>
                      <a:lnTo>
                        <a:pt x="137" y="145"/>
                      </a:lnTo>
                      <a:lnTo>
                        <a:pt x="137" y="145"/>
                      </a:lnTo>
                      <a:lnTo>
                        <a:pt x="131" y="148"/>
                      </a:lnTo>
                      <a:lnTo>
                        <a:pt x="129" y="155"/>
                      </a:lnTo>
                      <a:lnTo>
                        <a:pt x="123" y="163"/>
                      </a:lnTo>
                      <a:lnTo>
                        <a:pt x="123" y="163"/>
                      </a:lnTo>
                      <a:lnTo>
                        <a:pt x="117" y="163"/>
                      </a:lnTo>
                      <a:lnTo>
                        <a:pt x="117" y="163"/>
                      </a:lnTo>
                      <a:lnTo>
                        <a:pt x="116" y="158"/>
                      </a:lnTo>
                      <a:lnTo>
                        <a:pt x="119" y="151"/>
                      </a:lnTo>
                      <a:lnTo>
                        <a:pt x="119" y="149"/>
                      </a:lnTo>
                      <a:lnTo>
                        <a:pt x="123" y="148"/>
                      </a:lnTo>
                      <a:lnTo>
                        <a:pt x="116" y="129"/>
                      </a:lnTo>
                      <a:lnTo>
                        <a:pt x="114" y="130"/>
                      </a:lnTo>
                      <a:lnTo>
                        <a:pt x="114" y="130"/>
                      </a:lnTo>
                      <a:lnTo>
                        <a:pt x="113" y="129"/>
                      </a:lnTo>
                      <a:lnTo>
                        <a:pt x="108" y="126"/>
                      </a:lnTo>
                      <a:lnTo>
                        <a:pt x="105" y="118"/>
                      </a:lnTo>
                      <a:lnTo>
                        <a:pt x="100" y="118"/>
                      </a:lnTo>
                      <a:lnTo>
                        <a:pt x="100" y="118"/>
                      </a:lnTo>
                      <a:lnTo>
                        <a:pt x="91" y="108"/>
                      </a:lnTo>
                      <a:lnTo>
                        <a:pt x="83" y="108"/>
                      </a:lnTo>
                      <a:lnTo>
                        <a:pt x="82" y="108"/>
                      </a:lnTo>
                      <a:lnTo>
                        <a:pt x="64" y="89"/>
                      </a:lnTo>
                      <a:lnTo>
                        <a:pt x="58" y="87"/>
                      </a:lnTo>
                      <a:lnTo>
                        <a:pt x="58" y="87"/>
                      </a:lnTo>
                      <a:lnTo>
                        <a:pt x="49" y="75"/>
                      </a:lnTo>
                      <a:lnTo>
                        <a:pt x="45" y="59"/>
                      </a:lnTo>
                      <a:lnTo>
                        <a:pt x="27" y="52"/>
                      </a:lnTo>
                      <a:lnTo>
                        <a:pt x="20" y="61"/>
                      </a:lnTo>
                      <a:lnTo>
                        <a:pt x="12" y="62"/>
                      </a:lnTo>
                      <a:lnTo>
                        <a:pt x="11" y="62"/>
                      </a:lnTo>
                      <a:lnTo>
                        <a:pt x="11" y="62"/>
                      </a:lnTo>
                      <a:lnTo>
                        <a:pt x="11" y="62"/>
                      </a:lnTo>
                      <a:lnTo>
                        <a:pt x="11" y="56"/>
                      </a:lnTo>
                      <a:lnTo>
                        <a:pt x="5" y="56"/>
                      </a:lnTo>
                      <a:lnTo>
                        <a:pt x="5" y="55"/>
                      </a:lnTo>
                      <a:lnTo>
                        <a:pt x="2" y="43"/>
                      </a:lnTo>
                      <a:lnTo>
                        <a:pt x="0" y="43"/>
                      </a:lnTo>
                      <a:lnTo>
                        <a:pt x="0" y="41"/>
                      </a:lnTo>
                      <a:lnTo>
                        <a:pt x="3" y="35"/>
                      </a:lnTo>
                      <a:lnTo>
                        <a:pt x="0" y="25"/>
                      </a:lnTo>
                      <a:lnTo>
                        <a:pt x="0" y="25"/>
                      </a:lnTo>
                      <a:lnTo>
                        <a:pt x="0" y="25"/>
                      </a:lnTo>
                      <a:lnTo>
                        <a:pt x="3" y="23"/>
                      </a:lnTo>
                      <a:lnTo>
                        <a:pt x="15" y="22"/>
                      </a:lnTo>
                      <a:lnTo>
                        <a:pt x="22" y="13"/>
                      </a:lnTo>
                      <a:lnTo>
                        <a:pt x="22" y="13"/>
                      </a:lnTo>
                      <a:lnTo>
                        <a:pt x="22" y="13"/>
                      </a:lnTo>
                      <a:lnTo>
                        <a:pt x="22" y="15"/>
                      </a:lnTo>
                      <a:lnTo>
                        <a:pt x="30" y="22"/>
                      </a:lnTo>
                      <a:lnTo>
                        <a:pt x="33" y="12"/>
                      </a:lnTo>
                      <a:lnTo>
                        <a:pt x="34" y="12"/>
                      </a:lnTo>
                      <a:lnTo>
                        <a:pt x="34" y="12"/>
                      </a:lnTo>
                      <a:lnTo>
                        <a:pt x="43" y="15"/>
                      </a:lnTo>
                      <a:lnTo>
                        <a:pt x="43" y="10"/>
                      </a:lnTo>
                      <a:lnTo>
                        <a:pt x="43" y="9"/>
                      </a:lnTo>
                      <a:lnTo>
                        <a:pt x="48" y="9"/>
                      </a:lnTo>
                      <a:lnTo>
                        <a:pt x="48" y="6"/>
                      </a:lnTo>
                      <a:lnTo>
                        <a:pt x="48" y="4"/>
                      </a:lnTo>
                      <a:lnTo>
                        <a:pt x="49" y="4"/>
                      </a:lnTo>
                      <a:lnTo>
                        <a:pt x="51" y="4"/>
                      </a:lnTo>
                      <a:lnTo>
                        <a:pt x="55" y="3"/>
                      </a:lnTo>
                      <a:lnTo>
                        <a:pt x="60" y="3"/>
                      </a:lnTo>
                      <a:lnTo>
                        <a:pt x="63" y="1"/>
                      </a:lnTo>
                      <a:lnTo>
                        <a:pt x="67" y="1"/>
                      </a:lnTo>
                      <a:lnTo>
                        <a:pt x="70" y="1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43" name="Freeform 894">
                  <a:extLst>
                    <a:ext uri="{FF2B5EF4-FFF2-40B4-BE49-F238E27FC236}">
                      <a16:creationId xmlns:a16="http://schemas.microsoft.com/office/drawing/2014/main" id="{14376F7D-16DC-4B61-C0D3-8736C184C9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2888" y="2653339"/>
                  <a:ext cx="43438" cy="98307"/>
                </a:xfrm>
                <a:custGeom>
                  <a:avLst/>
                  <a:gdLst>
                    <a:gd name="T0" fmla="*/ 11 w 19"/>
                    <a:gd name="T1" fmla="*/ 0 h 43"/>
                    <a:gd name="T2" fmla="*/ 13 w 19"/>
                    <a:gd name="T3" fmla="*/ 0 h 43"/>
                    <a:gd name="T4" fmla="*/ 17 w 19"/>
                    <a:gd name="T5" fmla="*/ 3 h 43"/>
                    <a:gd name="T6" fmla="*/ 19 w 19"/>
                    <a:gd name="T7" fmla="*/ 10 h 43"/>
                    <a:gd name="T8" fmla="*/ 19 w 19"/>
                    <a:gd name="T9" fmla="*/ 34 h 43"/>
                    <a:gd name="T10" fmla="*/ 17 w 19"/>
                    <a:gd name="T11" fmla="*/ 37 h 43"/>
                    <a:gd name="T12" fmla="*/ 16 w 19"/>
                    <a:gd name="T13" fmla="*/ 39 h 43"/>
                    <a:gd name="T14" fmla="*/ 16 w 19"/>
                    <a:gd name="T15" fmla="*/ 37 h 43"/>
                    <a:gd name="T16" fmla="*/ 14 w 19"/>
                    <a:gd name="T17" fmla="*/ 37 h 43"/>
                    <a:gd name="T18" fmla="*/ 13 w 19"/>
                    <a:gd name="T19" fmla="*/ 37 h 43"/>
                    <a:gd name="T20" fmla="*/ 8 w 19"/>
                    <a:gd name="T21" fmla="*/ 43 h 43"/>
                    <a:gd name="T22" fmla="*/ 7 w 19"/>
                    <a:gd name="T23" fmla="*/ 43 h 43"/>
                    <a:gd name="T24" fmla="*/ 7 w 19"/>
                    <a:gd name="T25" fmla="*/ 43 h 43"/>
                    <a:gd name="T26" fmla="*/ 7 w 19"/>
                    <a:gd name="T27" fmla="*/ 43 h 43"/>
                    <a:gd name="T28" fmla="*/ 2 w 19"/>
                    <a:gd name="T29" fmla="*/ 36 h 43"/>
                    <a:gd name="T30" fmla="*/ 2 w 19"/>
                    <a:gd name="T31" fmla="*/ 25 h 43"/>
                    <a:gd name="T32" fmla="*/ 0 w 19"/>
                    <a:gd name="T33" fmla="*/ 7 h 43"/>
                    <a:gd name="T34" fmla="*/ 0 w 19"/>
                    <a:gd name="T35" fmla="*/ 7 h 43"/>
                    <a:gd name="T36" fmla="*/ 0 w 19"/>
                    <a:gd name="T37" fmla="*/ 6 h 43"/>
                    <a:gd name="T38" fmla="*/ 0 w 19"/>
                    <a:gd name="T39" fmla="*/ 6 h 43"/>
                    <a:gd name="T40" fmla="*/ 4 w 19"/>
                    <a:gd name="T41" fmla="*/ 7 h 43"/>
                    <a:gd name="T42" fmla="*/ 11 w 19"/>
                    <a:gd name="T43" fmla="*/ 0 h 43"/>
                    <a:gd name="T44" fmla="*/ 11 w 19"/>
                    <a:gd name="T45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9" h="43">
                      <a:moveTo>
                        <a:pt x="11" y="0"/>
                      </a:moveTo>
                      <a:lnTo>
                        <a:pt x="13" y="0"/>
                      </a:lnTo>
                      <a:lnTo>
                        <a:pt x="17" y="3"/>
                      </a:lnTo>
                      <a:lnTo>
                        <a:pt x="19" y="10"/>
                      </a:lnTo>
                      <a:lnTo>
                        <a:pt x="19" y="34"/>
                      </a:lnTo>
                      <a:lnTo>
                        <a:pt x="17" y="37"/>
                      </a:lnTo>
                      <a:lnTo>
                        <a:pt x="16" y="39"/>
                      </a:lnTo>
                      <a:lnTo>
                        <a:pt x="16" y="37"/>
                      </a:lnTo>
                      <a:lnTo>
                        <a:pt x="14" y="37"/>
                      </a:lnTo>
                      <a:lnTo>
                        <a:pt x="13" y="37"/>
                      </a:lnTo>
                      <a:lnTo>
                        <a:pt x="8" y="43"/>
                      </a:lnTo>
                      <a:lnTo>
                        <a:pt x="7" y="43"/>
                      </a:lnTo>
                      <a:lnTo>
                        <a:pt x="7" y="43"/>
                      </a:lnTo>
                      <a:lnTo>
                        <a:pt x="7" y="43"/>
                      </a:lnTo>
                      <a:lnTo>
                        <a:pt x="2" y="36"/>
                      </a:lnTo>
                      <a:lnTo>
                        <a:pt x="2" y="25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7"/>
                      </a:lnTo>
                      <a:lnTo>
                        <a:pt x="11" y="0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44" name="Freeform 896">
                  <a:extLst>
                    <a:ext uri="{FF2B5EF4-FFF2-40B4-BE49-F238E27FC236}">
                      <a16:creationId xmlns:a16="http://schemas.microsoft.com/office/drawing/2014/main" id="{98FFF923-DABA-64B8-CF00-05794A0E38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915" y="2772222"/>
                  <a:ext cx="93735" cy="61728"/>
                </a:xfrm>
                <a:custGeom>
                  <a:avLst/>
                  <a:gdLst>
                    <a:gd name="T0" fmla="*/ 40 w 41"/>
                    <a:gd name="T1" fmla="*/ 0 h 27"/>
                    <a:gd name="T2" fmla="*/ 41 w 41"/>
                    <a:gd name="T3" fmla="*/ 0 h 27"/>
                    <a:gd name="T4" fmla="*/ 41 w 41"/>
                    <a:gd name="T5" fmla="*/ 1 h 27"/>
                    <a:gd name="T6" fmla="*/ 34 w 41"/>
                    <a:gd name="T7" fmla="*/ 15 h 27"/>
                    <a:gd name="T8" fmla="*/ 35 w 41"/>
                    <a:gd name="T9" fmla="*/ 21 h 27"/>
                    <a:gd name="T10" fmla="*/ 34 w 41"/>
                    <a:gd name="T11" fmla="*/ 25 h 27"/>
                    <a:gd name="T12" fmla="*/ 34 w 41"/>
                    <a:gd name="T13" fmla="*/ 27 h 27"/>
                    <a:gd name="T14" fmla="*/ 28 w 41"/>
                    <a:gd name="T15" fmla="*/ 27 h 27"/>
                    <a:gd name="T16" fmla="*/ 28 w 41"/>
                    <a:gd name="T17" fmla="*/ 27 h 27"/>
                    <a:gd name="T18" fmla="*/ 24 w 41"/>
                    <a:gd name="T19" fmla="*/ 22 h 27"/>
                    <a:gd name="T20" fmla="*/ 1 w 41"/>
                    <a:gd name="T21" fmla="*/ 12 h 27"/>
                    <a:gd name="T22" fmla="*/ 1 w 41"/>
                    <a:gd name="T23" fmla="*/ 12 h 27"/>
                    <a:gd name="T24" fmla="*/ 0 w 41"/>
                    <a:gd name="T25" fmla="*/ 6 h 27"/>
                    <a:gd name="T26" fmla="*/ 1 w 41"/>
                    <a:gd name="T27" fmla="*/ 1 h 27"/>
                    <a:gd name="T28" fmla="*/ 1 w 41"/>
                    <a:gd name="T29" fmla="*/ 1 h 27"/>
                    <a:gd name="T30" fmla="*/ 9 w 41"/>
                    <a:gd name="T31" fmla="*/ 0 h 27"/>
                    <a:gd name="T32" fmla="*/ 16 w 41"/>
                    <a:gd name="T33" fmla="*/ 4 h 27"/>
                    <a:gd name="T34" fmla="*/ 19 w 41"/>
                    <a:gd name="T35" fmla="*/ 3 h 27"/>
                    <a:gd name="T36" fmla="*/ 28 w 41"/>
                    <a:gd name="T37" fmla="*/ 1 h 27"/>
                    <a:gd name="T38" fmla="*/ 37 w 41"/>
                    <a:gd name="T39" fmla="*/ 0 h 27"/>
                    <a:gd name="T40" fmla="*/ 40 w 41"/>
                    <a:gd name="T41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41" h="27">
                      <a:moveTo>
                        <a:pt x="40" y="0"/>
                      </a:moveTo>
                      <a:lnTo>
                        <a:pt x="41" y="0"/>
                      </a:lnTo>
                      <a:lnTo>
                        <a:pt x="41" y="1"/>
                      </a:lnTo>
                      <a:lnTo>
                        <a:pt x="34" y="15"/>
                      </a:lnTo>
                      <a:lnTo>
                        <a:pt x="35" y="21"/>
                      </a:lnTo>
                      <a:lnTo>
                        <a:pt x="34" y="25"/>
                      </a:lnTo>
                      <a:lnTo>
                        <a:pt x="34" y="27"/>
                      </a:lnTo>
                      <a:lnTo>
                        <a:pt x="28" y="27"/>
                      </a:lnTo>
                      <a:lnTo>
                        <a:pt x="28" y="27"/>
                      </a:lnTo>
                      <a:lnTo>
                        <a:pt x="24" y="22"/>
                      </a:lnTo>
                      <a:lnTo>
                        <a:pt x="1" y="12"/>
                      </a:lnTo>
                      <a:lnTo>
                        <a:pt x="1" y="12"/>
                      </a:lnTo>
                      <a:lnTo>
                        <a:pt x="0" y="6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9" y="0"/>
                      </a:lnTo>
                      <a:lnTo>
                        <a:pt x="16" y="4"/>
                      </a:lnTo>
                      <a:lnTo>
                        <a:pt x="19" y="3"/>
                      </a:lnTo>
                      <a:lnTo>
                        <a:pt x="28" y="1"/>
                      </a:lnTo>
                      <a:lnTo>
                        <a:pt x="37" y="0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061" name="LUXEMBOURG">
                <a:extLst>
                  <a:ext uri="{FF2B5EF4-FFF2-40B4-BE49-F238E27FC236}">
                    <a16:creationId xmlns:a16="http://schemas.microsoft.com/office/drawing/2014/main" id="{0BA31C06-6229-0C61-1A03-1EBAF87A3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8533" y="3119280"/>
                <a:ext cx="22643" cy="30876"/>
              </a:xfrm>
              <a:custGeom>
                <a:avLst/>
                <a:gdLst>
                  <a:gd name="T0" fmla="*/ 6 w 11"/>
                  <a:gd name="T1" fmla="*/ 0 h 15"/>
                  <a:gd name="T2" fmla="*/ 6 w 11"/>
                  <a:gd name="T3" fmla="*/ 0 h 15"/>
                  <a:gd name="T4" fmla="*/ 8 w 11"/>
                  <a:gd name="T5" fmla="*/ 1 h 15"/>
                  <a:gd name="T6" fmla="*/ 11 w 11"/>
                  <a:gd name="T7" fmla="*/ 9 h 15"/>
                  <a:gd name="T8" fmla="*/ 9 w 11"/>
                  <a:gd name="T9" fmla="*/ 13 h 15"/>
                  <a:gd name="T10" fmla="*/ 9 w 11"/>
                  <a:gd name="T11" fmla="*/ 15 h 15"/>
                  <a:gd name="T12" fmla="*/ 2 w 11"/>
                  <a:gd name="T13" fmla="*/ 13 h 15"/>
                  <a:gd name="T14" fmla="*/ 2 w 11"/>
                  <a:gd name="T15" fmla="*/ 13 h 15"/>
                  <a:gd name="T16" fmla="*/ 0 w 11"/>
                  <a:gd name="T17" fmla="*/ 7 h 15"/>
                  <a:gd name="T18" fmla="*/ 0 w 11"/>
                  <a:gd name="T19" fmla="*/ 6 h 15"/>
                  <a:gd name="T20" fmla="*/ 6 w 11"/>
                  <a:gd name="T21" fmla="*/ 0 h 15"/>
                  <a:gd name="T22" fmla="*/ 6 w 11"/>
                  <a:gd name="T2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" h="15">
                    <a:moveTo>
                      <a:pt x="6" y="0"/>
                    </a:moveTo>
                    <a:lnTo>
                      <a:pt x="6" y="0"/>
                    </a:lnTo>
                    <a:lnTo>
                      <a:pt x="8" y="1"/>
                    </a:lnTo>
                    <a:lnTo>
                      <a:pt x="11" y="9"/>
                    </a:lnTo>
                    <a:lnTo>
                      <a:pt x="9" y="13"/>
                    </a:lnTo>
                    <a:lnTo>
                      <a:pt x="9" y="15"/>
                    </a:lnTo>
                    <a:lnTo>
                      <a:pt x="2" y="13"/>
                    </a:lnTo>
                    <a:lnTo>
                      <a:pt x="2" y="13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62" name="NETHERLANDS">
                <a:extLst>
                  <a:ext uri="{FF2B5EF4-FFF2-40B4-BE49-F238E27FC236}">
                    <a16:creationId xmlns:a16="http://schemas.microsoft.com/office/drawing/2014/main" id="{79195A35-327B-C29B-8705-F9AE05F9E0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80899" y="2979308"/>
                <a:ext cx="98803" cy="121445"/>
              </a:xfrm>
              <a:custGeom>
                <a:avLst/>
                <a:gdLst>
                  <a:gd name="T0" fmla="*/ 43 w 48"/>
                  <a:gd name="T1" fmla="*/ 0 h 59"/>
                  <a:gd name="T2" fmla="*/ 43 w 48"/>
                  <a:gd name="T3" fmla="*/ 0 h 59"/>
                  <a:gd name="T4" fmla="*/ 48 w 48"/>
                  <a:gd name="T5" fmla="*/ 4 h 59"/>
                  <a:gd name="T6" fmla="*/ 48 w 48"/>
                  <a:gd name="T7" fmla="*/ 6 h 59"/>
                  <a:gd name="T8" fmla="*/ 46 w 48"/>
                  <a:gd name="T9" fmla="*/ 16 h 59"/>
                  <a:gd name="T10" fmla="*/ 46 w 48"/>
                  <a:gd name="T11" fmla="*/ 16 h 59"/>
                  <a:gd name="T12" fmla="*/ 43 w 48"/>
                  <a:gd name="T13" fmla="*/ 19 h 59"/>
                  <a:gd name="T14" fmla="*/ 48 w 48"/>
                  <a:gd name="T15" fmla="*/ 25 h 59"/>
                  <a:gd name="T16" fmla="*/ 48 w 48"/>
                  <a:gd name="T17" fmla="*/ 25 h 59"/>
                  <a:gd name="T18" fmla="*/ 42 w 48"/>
                  <a:gd name="T19" fmla="*/ 34 h 59"/>
                  <a:gd name="T20" fmla="*/ 42 w 48"/>
                  <a:gd name="T21" fmla="*/ 34 h 59"/>
                  <a:gd name="T22" fmla="*/ 40 w 48"/>
                  <a:gd name="T23" fmla="*/ 34 h 59"/>
                  <a:gd name="T24" fmla="*/ 37 w 48"/>
                  <a:gd name="T25" fmla="*/ 34 h 59"/>
                  <a:gd name="T26" fmla="*/ 36 w 48"/>
                  <a:gd name="T27" fmla="*/ 34 h 59"/>
                  <a:gd name="T28" fmla="*/ 34 w 48"/>
                  <a:gd name="T29" fmla="*/ 34 h 59"/>
                  <a:gd name="T30" fmla="*/ 34 w 48"/>
                  <a:gd name="T31" fmla="*/ 58 h 59"/>
                  <a:gd name="T32" fmla="*/ 34 w 48"/>
                  <a:gd name="T33" fmla="*/ 59 h 59"/>
                  <a:gd name="T34" fmla="*/ 34 w 48"/>
                  <a:gd name="T35" fmla="*/ 59 h 59"/>
                  <a:gd name="T36" fmla="*/ 33 w 48"/>
                  <a:gd name="T37" fmla="*/ 59 h 59"/>
                  <a:gd name="T38" fmla="*/ 30 w 48"/>
                  <a:gd name="T39" fmla="*/ 56 h 59"/>
                  <a:gd name="T40" fmla="*/ 28 w 48"/>
                  <a:gd name="T41" fmla="*/ 56 h 59"/>
                  <a:gd name="T42" fmla="*/ 28 w 48"/>
                  <a:gd name="T43" fmla="*/ 49 h 59"/>
                  <a:gd name="T44" fmla="*/ 21 w 48"/>
                  <a:gd name="T45" fmla="*/ 46 h 59"/>
                  <a:gd name="T46" fmla="*/ 21 w 48"/>
                  <a:gd name="T47" fmla="*/ 46 h 59"/>
                  <a:gd name="T48" fmla="*/ 18 w 48"/>
                  <a:gd name="T49" fmla="*/ 46 h 59"/>
                  <a:gd name="T50" fmla="*/ 15 w 48"/>
                  <a:gd name="T51" fmla="*/ 47 h 59"/>
                  <a:gd name="T52" fmla="*/ 12 w 48"/>
                  <a:gd name="T53" fmla="*/ 47 h 59"/>
                  <a:gd name="T54" fmla="*/ 9 w 48"/>
                  <a:gd name="T55" fmla="*/ 49 h 59"/>
                  <a:gd name="T56" fmla="*/ 6 w 48"/>
                  <a:gd name="T57" fmla="*/ 49 h 59"/>
                  <a:gd name="T58" fmla="*/ 6 w 48"/>
                  <a:gd name="T59" fmla="*/ 49 h 59"/>
                  <a:gd name="T60" fmla="*/ 6 w 48"/>
                  <a:gd name="T61" fmla="*/ 49 h 59"/>
                  <a:gd name="T62" fmla="*/ 0 w 48"/>
                  <a:gd name="T63" fmla="*/ 46 h 59"/>
                  <a:gd name="T64" fmla="*/ 0 w 48"/>
                  <a:gd name="T65" fmla="*/ 46 h 59"/>
                  <a:gd name="T66" fmla="*/ 2 w 48"/>
                  <a:gd name="T67" fmla="*/ 44 h 59"/>
                  <a:gd name="T68" fmla="*/ 9 w 48"/>
                  <a:gd name="T69" fmla="*/ 44 h 59"/>
                  <a:gd name="T70" fmla="*/ 8 w 48"/>
                  <a:gd name="T71" fmla="*/ 43 h 59"/>
                  <a:gd name="T72" fmla="*/ 6 w 48"/>
                  <a:gd name="T73" fmla="*/ 41 h 59"/>
                  <a:gd name="T74" fmla="*/ 8 w 48"/>
                  <a:gd name="T75" fmla="*/ 41 h 59"/>
                  <a:gd name="T76" fmla="*/ 17 w 48"/>
                  <a:gd name="T77" fmla="*/ 38 h 59"/>
                  <a:gd name="T78" fmla="*/ 12 w 48"/>
                  <a:gd name="T79" fmla="*/ 38 h 59"/>
                  <a:gd name="T80" fmla="*/ 12 w 48"/>
                  <a:gd name="T81" fmla="*/ 38 h 59"/>
                  <a:gd name="T82" fmla="*/ 11 w 48"/>
                  <a:gd name="T83" fmla="*/ 34 h 59"/>
                  <a:gd name="T84" fmla="*/ 11 w 48"/>
                  <a:gd name="T85" fmla="*/ 32 h 59"/>
                  <a:gd name="T86" fmla="*/ 21 w 48"/>
                  <a:gd name="T87" fmla="*/ 12 h 59"/>
                  <a:gd name="T88" fmla="*/ 21 w 48"/>
                  <a:gd name="T89" fmla="*/ 12 h 59"/>
                  <a:gd name="T90" fmla="*/ 21 w 48"/>
                  <a:gd name="T91" fmla="*/ 12 h 59"/>
                  <a:gd name="T92" fmla="*/ 23 w 48"/>
                  <a:gd name="T93" fmla="*/ 12 h 59"/>
                  <a:gd name="T94" fmla="*/ 24 w 48"/>
                  <a:gd name="T95" fmla="*/ 16 h 59"/>
                  <a:gd name="T96" fmla="*/ 24 w 48"/>
                  <a:gd name="T97" fmla="*/ 16 h 59"/>
                  <a:gd name="T98" fmla="*/ 23 w 48"/>
                  <a:gd name="T99" fmla="*/ 19 h 59"/>
                  <a:gd name="T100" fmla="*/ 23 w 48"/>
                  <a:gd name="T101" fmla="*/ 22 h 59"/>
                  <a:gd name="T102" fmla="*/ 25 w 48"/>
                  <a:gd name="T103" fmla="*/ 23 h 59"/>
                  <a:gd name="T104" fmla="*/ 25 w 48"/>
                  <a:gd name="T105" fmla="*/ 21 h 59"/>
                  <a:gd name="T106" fmla="*/ 27 w 48"/>
                  <a:gd name="T107" fmla="*/ 13 h 59"/>
                  <a:gd name="T108" fmla="*/ 27 w 48"/>
                  <a:gd name="T109" fmla="*/ 13 h 59"/>
                  <a:gd name="T110" fmla="*/ 25 w 48"/>
                  <a:gd name="T111" fmla="*/ 12 h 59"/>
                  <a:gd name="T112" fmla="*/ 27 w 48"/>
                  <a:gd name="T113" fmla="*/ 4 h 59"/>
                  <a:gd name="T114" fmla="*/ 27 w 48"/>
                  <a:gd name="T115" fmla="*/ 4 h 59"/>
                  <a:gd name="T116" fmla="*/ 43 w 48"/>
                  <a:gd name="T117" fmla="*/ 0 h 59"/>
                  <a:gd name="T118" fmla="*/ 43 w 48"/>
                  <a:gd name="T119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8" h="59">
                    <a:moveTo>
                      <a:pt x="43" y="0"/>
                    </a:moveTo>
                    <a:lnTo>
                      <a:pt x="43" y="0"/>
                    </a:lnTo>
                    <a:lnTo>
                      <a:pt x="48" y="4"/>
                    </a:lnTo>
                    <a:lnTo>
                      <a:pt x="48" y="6"/>
                    </a:lnTo>
                    <a:lnTo>
                      <a:pt x="46" y="16"/>
                    </a:lnTo>
                    <a:lnTo>
                      <a:pt x="46" y="16"/>
                    </a:lnTo>
                    <a:lnTo>
                      <a:pt x="43" y="19"/>
                    </a:lnTo>
                    <a:lnTo>
                      <a:pt x="48" y="25"/>
                    </a:lnTo>
                    <a:lnTo>
                      <a:pt x="48" y="25"/>
                    </a:lnTo>
                    <a:lnTo>
                      <a:pt x="42" y="34"/>
                    </a:lnTo>
                    <a:lnTo>
                      <a:pt x="42" y="34"/>
                    </a:lnTo>
                    <a:lnTo>
                      <a:pt x="40" y="34"/>
                    </a:lnTo>
                    <a:lnTo>
                      <a:pt x="37" y="34"/>
                    </a:lnTo>
                    <a:lnTo>
                      <a:pt x="36" y="34"/>
                    </a:lnTo>
                    <a:lnTo>
                      <a:pt x="34" y="34"/>
                    </a:lnTo>
                    <a:lnTo>
                      <a:pt x="34" y="58"/>
                    </a:lnTo>
                    <a:lnTo>
                      <a:pt x="34" y="59"/>
                    </a:lnTo>
                    <a:lnTo>
                      <a:pt x="34" y="59"/>
                    </a:lnTo>
                    <a:lnTo>
                      <a:pt x="33" y="59"/>
                    </a:lnTo>
                    <a:lnTo>
                      <a:pt x="30" y="56"/>
                    </a:lnTo>
                    <a:lnTo>
                      <a:pt x="28" y="56"/>
                    </a:lnTo>
                    <a:lnTo>
                      <a:pt x="28" y="49"/>
                    </a:lnTo>
                    <a:lnTo>
                      <a:pt x="21" y="46"/>
                    </a:lnTo>
                    <a:lnTo>
                      <a:pt x="21" y="46"/>
                    </a:lnTo>
                    <a:lnTo>
                      <a:pt x="18" y="46"/>
                    </a:lnTo>
                    <a:lnTo>
                      <a:pt x="15" y="47"/>
                    </a:lnTo>
                    <a:lnTo>
                      <a:pt x="12" y="47"/>
                    </a:lnTo>
                    <a:lnTo>
                      <a:pt x="9" y="49"/>
                    </a:lnTo>
                    <a:lnTo>
                      <a:pt x="6" y="49"/>
                    </a:lnTo>
                    <a:lnTo>
                      <a:pt x="6" y="49"/>
                    </a:lnTo>
                    <a:lnTo>
                      <a:pt x="6" y="49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2" y="44"/>
                    </a:lnTo>
                    <a:lnTo>
                      <a:pt x="9" y="44"/>
                    </a:lnTo>
                    <a:lnTo>
                      <a:pt x="8" y="43"/>
                    </a:lnTo>
                    <a:lnTo>
                      <a:pt x="6" y="41"/>
                    </a:lnTo>
                    <a:lnTo>
                      <a:pt x="8" y="41"/>
                    </a:lnTo>
                    <a:lnTo>
                      <a:pt x="17" y="38"/>
                    </a:lnTo>
                    <a:lnTo>
                      <a:pt x="12" y="38"/>
                    </a:lnTo>
                    <a:lnTo>
                      <a:pt x="12" y="38"/>
                    </a:lnTo>
                    <a:lnTo>
                      <a:pt x="11" y="34"/>
                    </a:lnTo>
                    <a:lnTo>
                      <a:pt x="11" y="32"/>
                    </a:lnTo>
                    <a:lnTo>
                      <a:pt x="21" y="12"/>
                    </a:lnTo>
                    <a:lnTo>
                      <a:pt x="21" y="12"/>
                    </a:lnTo>
                    <a:lnTo>
                      <a:pt x="21" y="12"/>
                    </a:lnTo>
                    <a:lnTo>
                      <a:pt x="23" y="12"/>
                    </a:lnTo>
                    <a:lnTo>
                      <a:pt x="24" y="16"/>
                    </a:lnTo>
                    <a:lnTo>
                      <a:pt x="24" y="16"/>
                    </a:lnTo>
                    <a:lnTo>
                      <a:pt x="23" y="19"/>
                    </a:lnTo>
                    <a:lnTo>
                      <a:pt x="23" y="22"/>
                    </a:lnTo>
                    <a:lnTo>
                      <a:pt x="25" y="23"/>
                    </a:lnTo>
                    <a:lnTo>
                      <a:pt x="25" y="21"/>
                    </a:lnTo>
                    <a:lnTo>
                      <a:pt x="27" y="13"/>
                    </a:lnTo>
                    <a:lnTo>
                      <a:pt x="27" y="13"/>
                    </a:lnTo>
                    <a:lnTo>
                      <a:pt x="25" y="12"/>
                    </a:lnTo>
                    <a:lnTo>
                      <a:pt x="27" y="4"/>
                    </a:lnTo>
                    <a:lnTo>
                      <a:pt x="27" y="4"/>
                    </a:lnTo>
                    <a:lnTo>
                      <a:pt x="43" y="0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63" name="Portugal">
                <a:extLst>
                  <a:ext uri="{FF2B5EF4-FFF2-40B4-BE49-F238E27FC236}">
                    <a16:creationId xmlns:a16="http://schemas.microsoft.com/office/drawing/2014/main" id="{DCD99641-E2AA-071D-8C8E-ABB3D904A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9205" y="3434213"/>
                <a:ext cx="88511" cy="177021"/>
              </a:xfrm>
              <a:custGeom>
                <a:avLst/>
                <a:gdLst>
                  <a:gd name="T0" fmla="*/ 18 w 43"/>
                  <a:gd name="T1" fmla="*/ 0 h 86"/>
                  <a:gd name="T2" fmla="*/ 18 w 43"/>
                  <a:gd name="T3" fmla="*/ 0 h 86"/>
                  <a:gd name="T4" fmla="*/ 18 w 43"/>
                  <a:gd name="T5" fmla="*/ 0 h 86"/>
                  <a:gd name="T6" fmla="*/ 20 w 43"/>
                  <a:gd name="T7" fmla="*/ 4 h 86"/>
                  <a:gd name="T8" fmla="*/ 21 w 43"/>
                  <a:gd name="T9" fmla="*/ 4 h 86"/>
                  <a:gd name="T10" fmla="*/ 24 w 43"/>
                  <a:gd name="T11" fmla="*/ 4 h 86"/>
                  <a:gd name="T12" fmla="*/ 28 w 43"/>
                  <a:gd name="T13" fmla="*/ 4 h 86"/>
                  <a:gd name="T14" fmla="*/ 31 w 43"/>
                  <a:gd name="T15" fmla="*/ 3 h 86"/>
                  <a:gd name="T16" fmla="*/ 36 w 43"/>
                  <a:gd name="T17" fmla="*/ 3 h 86"/>
                  <a:gd name="T18" fmla="*/ 39 w 43"/>
                  <a:gd name="T19" fmla="*/ 3 h 86"/>
                  <a:gd name="T20" fmla="*/ 40 w 43"/>
                  <a:gd name="T21" fmla="*/ 3 h 86"/>
                  <a:gd name="T22" fmla="*/ 40 w 43"/>
                  <a:gd name="T23" fmla="*/ 4 h 86"/>
                  <a:gd name="T24" fmla="*/ 43 w 43"/>
                  <a:gd name="T25" fmla="*/ 9 h 86"/>
                  <a:gd name="T26" fmla="*/ 43 w 43"/>
                  <a:gd name="T27" fmla="*/ 10 h 86"/>
                  <a:gd name="T28" fmla="*/ 36 w 43"/>
                  <a:gd name="T29" fmla="*/ 19 h 86"/>
                  <a:gd name="T30" fmla="*/ 34 w 43"/>
                  <a:gd name="T31" fmla="*/ 32 h 86"/>
                  <a:gd name="T32" fmla="*/ 34 w 43"/>
                  <a:gd name="T33" fmla="*/ 37 h 86"/>
                  <a:gd name="T34" fmla="*/ 34 w 43"/>
                  <a:gd name="T35" fmla="*/ 38 h 86"/>
                  <a:gd name="T36" fmla="*/ 28 w 43"/>
                  <a:gd name="T37" fmla="*/ 43 h 86"/>
                  <a:gd name="T38" fmla="*/ 33 w 43"/>
                  <a:gd name="T39" fmla="*/ 53 h 86"/>
                  <a:gd name="T40" fmla="*/ 30 w 43"/>
                  <a:gd name="T41" fmla="*/ 62 h 86"/>
                  <a:gd name="T42" fmla="*/ 34 w 43"/>
                  <a:gd name="T43" fmla="*/ 69 h 86"/>
                  <a:gd name="T44" fmla="*/ 33 w 43"/>
                  <a:gd name="T45" fmla="*/ 69 h 86"/>
                  <a:gd name="T46" fmla="*/ 27 w 43"/>
                  <a:gd name="T47" fmla="*/ 77 h 86"/>
                  <a:gd name="T48" fmla="*/ 28 w 43"/>
                  <a:gd name="T49" fmla="*/ 83 h 86"/>
                  <a:gd name="T50" fmla="*/ 27 w 43"/>
                  <a:gd name="T51" fmla="*/ 83 h 86"/>
                  <a:gd name="T52" fmla="*/ 25 w 43"/>
                  <a:gd name="T53" fmla="*/ 84 h 86"/>
                  <a:gd name="T54" fmla="*/ 24 w 43"/>
                  <a:gd name="T55" fmla="*/ 84 h 86"/>
                  <a:gd name="T56" fmla="*/ 20 w 43"/>
                  <a:gd name="T57" fmla="*/ 84 h 86"/>
                  <a:gd name="T58" fmla="*/ 15 w 43"/>
                  <a:gd name="T59" fmla="*/ 86 h 86"/>
                  <a:gd name="T60" fmla="*/ 12 w 43"/>
                  <a:gd name="T61" fmla="*/ 86 h 86"/>
                  <a:gd name="T62" fmla="*/ 9 w 43"/>
                  <a:gd name="T63" fmla="*/ 86 h 86"/>
                  <a:gd name="T64" fmla="*/ 8 w 43"/>
                  <a:gd name="T65" fmla="*/ 86 h 86"/>
                  <a:gd name="T66" fmla="*/ 8 w 43"/>
                  <a:gd name="T67" fmla="*/ 86 h 86"/>
                  <a:gd name="T68" fmla="*/ 8 w 43"/>
                  <a:gd name="T69" fmla="*/ 86 h 86"/>
                  <a:gd name="T70" fmla="*/ 9 w 43"/>
                  <a:gd name="T71" fmla="*/ 62 h 86"/>
                  <a:gd name="T72" fmla="*/ 5 w 43"/>
                  <a:gd name="T73" fmla="*/ 63 h 86"/>
                  <a:gd name="T74" fmla="*/ 5 w 43"/>
                  <a:gd name="T75" fmla="*/ 63 h 86"/>
                  <a:gd name="T76" fmla="*/ 3 w 43"/>
                  <a:gd name="T77" fmla="*/ 63 h 86"/>
                  <a:gd name="T78" fmla="*/ 0 w 43"/>
                  <a:gd name="T79" fmla="*/ 57 h 86"/>
                  <a:gd name="T80" fmla="*/ 0 w 43"/>
                  <a:gd name="T81" fmla="*/ 57 h 86"/>
                  <a:gd name="T82" fmla="*/ 9 w 43"/>
                  <a:gd name="T83" fmla="*/ 20 h 86"/>
                  <a:gd name="T84" fmla="*/ 8 w 43"/>
                  <a:gd name="T85" fmla="*/ 6 h 86"/>
                  <a:gd name="T86" fmla="*/ 8 w 43"/>
                  <a:gd name="T87" fmla="*/ 6 h 86"/>
                  <a:gd name="T88" fmla="*/ 18 w 43"/>
                  <a:gd name="T89" fmla="*/ 0 h 86"/>
                  <a:gd name="T90" fmla="*/ 18 w 43"/>
                  <a:gd name="T91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3" h="86">
                    <a:moveTo>
                      <a:pt x="18" y="0"/>
                    </a:moveTo>
                    <a:lnTo>
                      <a:pt x="18" y="0"/>
                    </a:lnTo>
                    <a:lnTo>
                      <a:pt x="18" y="0"/>
                    </a:lnTo>
                    <a:lnTo>
                      <a:pt x="20" y="4"/>
                    </a:lnTo>
                    <a:lnTo>
                      <a:pt x="21" y="4"/>
                    </a:lnTo>
                    <a:lnTo>
                      <a:pt x="24" y="4"/>
                    </a:lnTo>
                    <a:lnTo>
                      <a:pt x="28" y="4"/>
                    </a:lnTo>
                    <a:lnTo>
                      <a:pt x="31" y="3"/>
                    </a:lnTo>
                    <a:lnTo>
                      <a:pt x="36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3" y="9"/>
                    </a:lnTo>
                    <a:lnTo>
                      <a:pt x="43" y="10"/>
                    </a:lnTo>
                    <a:lnTo>
                      <a:pt x="36" y="19"/>
                    </a:lnTo>
                    <a:lnTo>
                      <a:pt x="34" y="32"/>
                    </a:lnTo>
                    <a:lnTo>
                      <a:pt x="34" y="37"/>
                    </a:lnTo>
                    <a:lnTo>
                      <a:pt x="34" y="38"/>
                    </a:lnTo>
                    <a:lnTo>
                      <a:pt x="28" y="43"/>
                    </a:lnTo>
                    <a:lnTo>
                      <a:pt x="33" y="53"/>
                    </a:lnTo>
                    <a:lnTo>
                      <a:pt x="30" y="62"/>
                    </a:lnTo>
                    <a:lnTo>
                      <a:pt x="34" y="69"/>
                    </a:lnTo>
                    <a:lnTo>
                      <a:pt x="33" y="69"/>
                    </a:lnTo>
                    <a:lnTo>
                      <a:pt x="27" y="77"/>
                    </a:lnTo>
                    <a:lnTo>
                      <a:pt x="28" y="83"/>
                    </a:lnTo>
                    <a:lnTo>
                      <a:pt x="27" y="83"/>
                    </a:lnTo>
                    <a:lnTo>
                      <a:pt x="25" y="84"/>
                    </a:lnTo>
                    <a:lnTo>
                      <a:pt x="24" y="84"/>
                    </a:lnTo>
                    <a:lnTo>
                      <a:pt x="20" y="84"/>
                    </a:lnTo>
                    <a:lnTo>
                      <a:pt x="15" y="86"/>
                    </a:lnTo>
                    <a:lnTo>
                      <a:pt x="12" y="86"/>
                    </a:lnTo>
                    <a:lnTo>
                      <a:pt x="9" y="86"/>
                    </a:lnTo>
                    <a:lnTo>
                      <a:pt x="8" y="86"/>
                    </a:lnTo>
                    <a:lnTo>
                      <a:pt x="8" y="86"/>
                    </a:lnTo>
                    <a:lnTo>
                      <a:pt x="8" y="86"/>
                    </a:lnTo>
                    <a:lnTo>
                      <a:pt x="9" y="62"/>
                    </a:lnTo>
                    <a:lnTo>
                      <a:pt x="5" y="63"/>
                    </a:lnTo>
                    <a:lnTo>
                      <a:pt x="5" y="63"/>
                    </a:lnTo>
                    <a:lnTo>
                      <a:pt x="3" y="63"/>
                    </a:lnTo>
                    <a:lnTo>
                      <a:pt x="0" y="57"/>
                    </a:lnTo>
                    <a:lnTo>
                      <a:pt x="0" y="57"/>
                    </a:lnTo>
                    <a:lnTo>
                      <a:pt x="9" y="20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64" name="ROMANIA">
                <a:extLst>
                  <a:ext uri="{FF2B5EF4-FFF2-40B4-BE49-F238E27FC236}">
                    <a16:creationId xmlns:a16="http://schemas.microsoft.com/office/drawing/2014/main" id="{909A13E5-DD44-A186-6691-36ED1EAF6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9627" y="3199555"/>
                <a:ext cx="257299" cy="179080"/>
              </a:xfrm>
              <a:custGeom>
                <a:avLst/>
                <a:gdLst>
                  <a:gd name="T0" fmla="*/ 86 w 125"/>
                  <a:gd name="T1" fmla="*/ 0 h 87"/>
                  <a:gd name="T2" fmla="*/ 88 w 125"/>
                  <a:gd name="T3" fmla="*/ 0 h 87"/>
                  <a:gd name="T4" fmla="*/ 95 w 125"/>
                  <a:gd name="T5" fmla="*/ 8 h 87"/>
                  <a:gd name="T6" fmla="*/ 104 w 125"/>
                  <a:gd name="T7" fmla="*/ 28 h 87"/>
                  <a:gd name="T8" fmla="*/ 107 w 125"/>
                  <a:gd name="T9" fmla="*/ 53 h 87"/>
                  <a:gd name="T10" fmla="*/ 111 w 125"/>
                  <a:gd name="T11" fmla="*/ 56 h 87"/>
                  <a:gd name="T12" fmla="*/ 111 w 125"/>
                  <a:gd name="T13" fmla="*/ 56 h 87"/>
                  <a:gd name="T14" fmla="*/ 114 w 125"/>
                  <a:gd name="T15" fmla="*/ 56 h 87"/>
                  <a:gd name="T16" fmla="*/ 117 w 125"/>
                  <a:gd name="T17" fmla="*/ 54 h 87"/>
                  <a:gd name="T18" fmla="*/ 120 w 125"/>
                  <a:gd name="T19" fmla="*/ 54 h 87"/>
                  <a:gd name="T20" fmla="*/ 123 w 125"/>
                  <a:gd name="T21" fmla="*/ 54 h 87"/>
                  <a:gd name="T22" fmla="*/ 123 w 125"/>
                  <a:gd name="T23" fmla="*/ 53 h 87"/>
                  <a:gd name="T24" fmla="*/ 125 w 125"/>
                  <a:gd name="T25" fmla="*/ 54 h 87"/>
                  <a:gd name="T26" fmla="*/ 125 w 125"/>
                  <a:gd name="T27" fmla="*/ 54 h 87"/>
                  <a:gd name="T28" fmla="*/ 123 w 125"/>
                  <a:gd name="T29" fmla="*/ 66 h 87"/>
                  <a:gd name="T30" fmla="*/ 123 w 125"/>
                  <a:gd name="T31" fmla="*/ 66 h 87"/>
                  <a:gd name="T32" fmla="*/ 117 w 125"/>
                  <a:gd name="T33" fmla="*/ 72 h 87"/>
                  <a:gd name="T34" fmla="*/ 116 w 125"/>
                  <a:gd name="T35" fmla="*/ 72 h 87"/>
                  <a:gd name="T36" fmla="*/ 116 w 125"/>
                  <a:gd name="T37" fmla="*/ 72 h 87"/>
                  <a:gd name="T38" fmla="*/ 116 w 125"/>
                  <a:gd name="T39" fmla="*/ 71 h 87"/>
                  <a:gd name="T40" fmla="*/ 117 w 125"/>
                  <a:gd name="T41" fmla="*/ 66 h 87"/>
                  <a:gd name="T42" fmla="*/ 116 w 125"/>
                  <a:gd name="T43" fmla="*/ 65 h 87"/>
                  <a:gd name="T44" fmla="*/ 113 w 125"/>
                  <a:gd name="T45" fmla="*/ 84 h 87"/>
                  <a:gd name="T46" fmla="*/ 113 w 125"/>
                  <a:gd name="T47" fmla="*/ 84 h 87"/>
                  <a:gd name="T48" fmla="*/ 113 w 125"/>
                  <a:gd name="T49" fmla="*/ 84 h 87"/>
                  <a:gd name="T50" fmla="*/ 113 w 125"/>
                  <a:gd name="T51" fmla="*/ 84 h 87"/>
                  <a:gd name="T52" fmla="*/ 89 w 125"/>
                  <a:gd name="T53" fmla="*/ 78 h 87"/>
                  <a:gd name="T54" fmla="*/ 70 w 125"/>
                  <a:gd name="T55" fmla="*/ 87 h 87"/>
                  <a:gd name="T56" fmla="*/ 70 w 125"/>
                  <a:gd name="T57" fmla="*/ 87 h 87"/>
                  <a:gd name="T58" fmla="*/ 39 w 125"/>
                  <a:gd name="T59" fmla="*/ 84 h 87"/>
                  <a:gd name="T60" fmla="*/ 37 w 125"/>
                  <a:gd name="T61" fmla="*/ 84 h 87"/>
                  <a:gd name="T62" fmla="*/ 36 w 125"/>
                  <a:gd name="T63" fmla="*/ 83 h 87"/>
                  <a:gd name="T64" fmla="*/ 34 w 125"/>
                  <a:gd name="T65" fmla="*/ 81 h 87"/>
                  <a:gd name="T66" fmla="*/ 36 w 125"/>
                  <a:gd name="T67" fmla="*/ 78 h 87"/>
                  <a:gd name="T68" fmla="*/ 34 w 125"/>
                  <a:gd name="T69" fmla="*/ 78 h 87"/>
                  <a:gd name="T70" fmla="*/ 34 w 125"/>
                  <a:gd name="T71" fmla="*/ 78 h 87"/>
                  <a:gd name="T72" fmla="*/ 30 w 125"/>
                  <a:gd name="T73" fmla="*/ 72 h 87"/>
                  <a:gd name="T74" fmla="*/ 30 w 125"/>
                  <a:gd name="T75" fmla="*/ 72 h 87"/>
                  <a:gd name="T76" fmla="*/ 30 w 125"/>
                  <a:gd name="T77" fmla="*/ 72 h 87"/>
                  <a:gd name="T78" fmla="*/ 31 w 125"/>
                  <a:gd name="T79" fmla="*/ 71 h 87"/>
                  <a:gd name="T80" fmla="*/ 31 w 125"/>
                  <a:gd name="T81" fmla="*/ 69 h 87"/>
                  <a:gd name="T82" fmla="*/ 28 w 125"/>
                  <a:gd name="T83" fmla="*/ 71 h 87"/>
                  <a:gd name="T84" fmla="*/ 28 w 125"/>
                  <a:gd name="T85" fmla="*/ 71 h 87"/>
                  <a:gd name="T86" fmla="*/ 28 w 125"/>
                  <a:gd name="T87" fmla="*/ 71 h 87"/>
                  <a:gd name="T88" fmla="*/ 18 w 125"/>
                  <a:gd name="T89" fmla="*/ 65 h 87"/>
                  <a:gd name="T90" fmla="*/ 16 w 125"/>
                  <a:gd name="T91" fmla="*/ 65 h 87"/>
                  <a:gd name="T92" fmla="*/ 16 w 125"/>
                  <a:gd name="T93" fmla="*/ 59 h 87"/>
                  <a:gd name="T94" fmla="*/ 13 w 125"/>
                  <a:gd name="T95" fmla="*/ 57 h 87"/>
                  <a:gd name="T96" fmla="*/ 12 w 125"/>
                  <a:gd name="T97" fmla="*/ 57 h 87"/>
                  <a:gd name="T98" fmla="*/ 8 w 125"/>
                  <a:gd name="T99" fmla="*/ 45 h 87"/>
                  <a:gd name="T100" fmla="*/ 0 w 125"/>
                  <a:gd name="T101" fmla="*/ 41 h 87"/>
                  <a:gd name="T102" fmla="*/ 0 w 125"/>
                  <a:gd name="T103" fmla="*/ 41 h 87"/>
                  <a:gd name="T104" fmla="*/ 2 w 125"/>
                  <a:gd name="T105" fmla="*/ 40 h 87"/>
                  <a:gd name="T106" fmla="*/ 12 w 125"/>
                  <a:gd name="T107" fmla="*/ 37 h 87"/>
                  <a:gd name="T108" fmla="*/ 24 w 125"/>
                  <a:gd name="T109" fmla="*/ 13 h 87"/>
                  <a:gd name="T110" fmla="*/ 34 w 125"/>
                  <a:gd name="T111" fmla="*/ 5 h 87"/>
                  <a:gd name="T112" fmla="*/ 58 w 125"/>
                  <a:gd name="T113" fmla="*/ 4 h 87"/>
                  <a:gd name="T114" fmla="*/ 64 w 125"/>
                  <a:gd name="T115" fmla="*/ 8 h 87"/>
                  <a:gd name="T116" fmla="*/ 86 w 125"/>
                  <a:gd name="T117" fmla="*/ 0 h 87"/>
                  <a:gd name="T118" fmla="*/ 86 w 125"/>
                  <a:gd name="T119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25" h="87">
                    <a:moveTo>
                      <a:pt x="86" y="0"/>
                    </a:moveTo>
                    <a:lnTo>
                      <a:pt x="88" y="0"/>
                    </a:lnTo>
                    <a:lnTo>
                      <a:pt x="95" y="8"/>
                    </a:lnTo>
                    <a:lnTo>
                      <a:pt x="104" y="28"/>
                    </a:lnTo>
                    <a:lnTo>
                      <a:pt x="107" y="53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4" y="56"/>
                    </a:lnTo>
                    <a:lnTo>
                      <a:pt x="117" y="54"/>
                    </a:lnTo>
                    <a:lnTo>
                      <a:pt x="120" y="54"/>
                    </a:lnTo>
                    <a:lnTo>
                      <a:pt x="123" y="54"/>
                    </a:lnTo>
                    <a:lnTo>
                      <a:pt x="123" y="53"/>
                    </a:lnTo>
                    <a:lnTo>
                      <a:pt x="125" y="54"/>
                    </a:lnTo>
                    <a:lnTo>
                      <a:pt x="125" y="54"/>
                    </a:lnTo>
                    <a:lnTo>
                      <a:pt x="123" y="66"/>
                    </a:lnTo>
                    <a:lnTo>
                      <a:pt x="123" y="66"/>
                    </a:lnTo>
                    <a:lnTo>
                      <a:pt x="117" y="72"/>
                    </a:lnTo>
                    <a:lnTo>
                      <a:pt x="116" y="72"/>
                    </a:lnTo>
                    <a:lnTo>
                      <a:pt x="116" y="72"/>
                    </a:lnTo>
                    <a:lnTo>
                      <a:pt x="116" y="71"/>
                    </a:lnTo>
                    <a:lnTo>
                      <a:pt x="117" y="66"/>
                    </a:lnTo>
                    <a:lnTo>
                      <a:pt x="116" y="65"/>
                    </a:lnTo>
                    <a:lnTo>
                      <a:pt x="113" y="84"/>
                    </a:lnTo>
                    <a:lnTo>
                      <a:pt x="113" y="84"/>
                    </a:lnTo>
                    <a:lnTo>
                      <a:pt x="113" y="84"/>
                    </a:lnTo>
                    <a:lnTo>
                      <a:pt x="113" y="84"/>
                    </a:lnTo>
                    <a:lnTo>
                      <a:pt x="89" y="78"/>
                    </a:lnTo>
                    <a:lnTo>
                      <a:pt x="70" y="87"/>
                    </a:lnTo>
                    <a:lnTo>
                      <a:pt x="70" y="87"/>
                    </a:lnTo>
                    <a:lnTo>
                      <a:pt x="39" y="84"/>
                    </a:lnTo>
                    <a:lnTo>
                      <a:pt x="37" y="84"/>
                    </a:lnTo>
                    <a:lnTo>
                      <a:pt x="36" y="83"/>
                    </a:lnTo>
                    <a:lnTo>
                      <a:pt x="34" y="81"/>
                    </a:lnTo>
                    <a:lnTo>
                      <a:pt x="36" y="78"/>
                    </a:lnTo>
                    <a:lnTo>
                      <a:pt x="34" y="78"/>
                    </a:lnTo>
                    <a:lnTo>
                      <a:pt x="34" y="78"/>
                    </a:lnTo>
                    <a:lnTo>
                      <a:pt x="30" y="72"/>
                    </a:lnTo>
                    <a:lnTo>
                      <a:pt x="30" y="72"/>
                    </a:lnTo>
                    <a:lnTo>
                      <a:pt x="30" y="72"/>
                    </a:lnTo>
                    <a:lnTo>
                      <a:pt x="31" y="71"/>
                    </a:lnTo>
                    <a:lnTo>
                      <a:pt x="31" y="69"/>
                    </a:lnTo>
                    <a:lnTo>
                      <a:pt x="28" y="71"/>
                    </a:lnTo>
                    <a:lnTo>
                      <a:pt x="28" y="71"/>
                    </a:lnTo>
                    <a:lnTo>
                      <a:pt x="28" y="71"/>
                    </a:lnTo>
                    <a:lnTo>
                      <a:pt x="18" y="65"/>
                    </a:lnTo>
                    <a:lnTo>
                      <a:pt x="16" y="65"/>
                    </a:lnTo>
                    <a:lnTo>
                      <a:pt x="16" y="59"/>
                    </a:lnTo>
                    <a:lnTo>
                      <a:pt x="13" y="57"/>
                    </a:lnTo>
                    <a:lnTo>
                      <a:pt x="12" y="57"/>
                    </a:lnTo>
                    <a:lnTo>
                      <a:pt x="8" y="45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2" y="40"/>
                    </a:lnTo>
                    <a:lnTo>
                      <a:pt x="12" y="37"/>
                    </a:lnTo>
                    <a:lnTo>
                      <a:pt x="24" y="13"/>
                    </a:lnTo>
                    <a:lnTo>
                      <a:pt x="34" y="5"/>
                    </a:lnTo>
                    <a:lnTo>
                      <a:pt x="58" y="4"/>
                    </a:lnTo>
                    <a:lnTo>
                      <a:pt x="64" y="8"/>
                    </a:lnTo>
                    <a:lnTo>
                      <a:pt x="86" y="0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65" name="SLOVENIA">
                <a:extLst>
                  <a:ext uri="{FF2B5EF4-FFF2-40B4-BE49-F238E27FC236}">
                    <a16:creationId xmlns:a16="http://schemas.microsoft.com/office/drawing/2014/main" id="{2809043F-FD80-004E-BAB4-1C8116F833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46431" y="3253074"/>
                <a:ext cx="82336" cy="51460"/>
              </a:xfrm>
              <a:custGeom>
                <a:avLst/>
                <a:gdLst>
                  <a:gd name="T0" fmla="*/ 37 w 40"/>
                  <a:gd name="T1" fmla="*/ 0 h 25"/>
                  <a:gd name="T2" fmla="*/ 37 w 40"/>
                  <a:gd name="T3" fmla="*/ 0 h 25"/>
                  <a:gd name="T4" fmla="*/ 40 w 40"/>
                  <a:gd name="T5" fmla="*/ 3 h 25"/>
                  <a:gd name="T6" fmla="*/ 40 w 40"/>
                  <a:gd name="T7" fmla="*/ 3 h 25"/>
                  <a:gd name="T8" fmla="*/ 40 w 40"/>
                  <a:gd name="T9" fmla="*/ 5 h 25"/>
                  <a:gd name="T10" fmla="*/ 39 w 40"/>
                  <a:gd name="T11" fmla="*/ 8 h 25"/>
                  <a:gd name="T12" fmla="*/ 30 w 40"/>
                  <a:gd name="T13" fmla="*/ 12 h 25"/>
                  <a:gd name="T14" fmla="*/ 25 w 40"/>
                  <a:gd name="T15" fmla="*/ 24 h 25"/>
                  <a:gd name="T16" fmla="*/ 25 w 40"/>
                  <a:gd name="T17" fmla="*/ 24 h 25"/>
                  <a:gd name="T18" fmla="*/ 25 w 40"/>
                  <a:gd name="T19" fmla="*/ 24 h 25"/>
                  <a:gd name="T20" fmla="*/ 15 w 40"/>
                  <a:gd name="T21" fmla="*/ 22 h 25"/>
                  <a:gd name="T22" fmla="*/ 8 w 40"/>
                  <a:gd name="T23" fmla="*/ 25 h 25"/>
                  <a:gd name="T24" fmla="*/ 8 w 40"/>
                  <a:gd name="T25" fmla="*/ 25 h 25"/>
                  <a:gd name="T26" fmla="*/ 8 w 40"/>
                  <a:gd name="T27" fmla="*/ 24 h 25"/>
                  <a:gd name="T28" fmla="*/ 5 w 40"/>
                  <a:gd name="T29" fmla="*/ 19 h 25"/>
                  <a:gd name="T30" fmla="*/ 3 w 40"/>
                  <a:gd name="T31" fmla="*/ 14 h 25"/>
                  <a:gd name="T32" fmla="*/ 2 w 40"/>
                  <a:gd name="T33" fmla="*/ 14 h 25"/>
                  <a:gd name="T34" fmla="*/ 0 w 40"/>
                  <a:gd name="T35" fmla="*/ 14 h 25"/>
                  <a:gd name="T36" fmla="*/ 0 w 40"/>
                  <a:gd name="T37" fmla="*/ 12 h 25"/>
                  <a:gd name="T38" fmla="*/ 5 w 40"/>
                  <a:gd name="T39" fmla="*/ 8 h 25"/>
                  <a:gd name="T40" fmla="*/ 5 w 40"/>
                  <a:gd name="T41" fmla="*/ 8 h 25"/>
                  <a:gd name="T42" fmla="*/ 6 w 40"/>
                  <a:gd name="T43" fmla="*/ 8 h 25"/>
                  <a:gd name="T44" fmla="*/ 9 w 40"/>
                  <a:gd name="T45" fmla="*/ 8 h 25"/>
                  <a:gd name="T46" fmla="*/ 12 w 40"/>
                  <a:gd name="T47" fmla="*/ 8 h 25"/>
                  <a:gd name="T48" fmla="*/ 15 w 40"/>
                  <a:gd name="T49" fmla="*/ 8 h 25"/>
                  <a:gd name="T50" fmla="*/ 17 w 40"/>
                  <a:gd name="T51" fmla="*/ 8 h 25"/>
                  <a:gd name="T52" fmla="*/ 36 w 40"/>
                  <a:gd name="T53" fmla="*/ 0 h 25"/>
                  <a:gd name="T54" fmla="*/ 37 w 40"/>
                  <a:gd name="T55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0" h="25">
                    <a:moveTo>
                      <a:pt x="37" y="0"/>
                    </a:moveTo>
                    <a:lnTo>
                      <a:pt x="37" y="0"/>
                    </a:lnTo>
                    <a:lnTo>
                      <a:pt x="40" y="3"/>
                    </a:lnTo>
                    <a:lnTo>
                      <a:pt x="40" y="3"/>
                    </a:lnTo>
                    <a:lnTo>
                      <a:pt x="40" y="5"/>
                    </a:lnTo>
                    <a:lnTo>
                      <a:pt x="39" y="8"/>
                    </a:lnTo>
                    <a:lnTo>
                      <a:pt x="30" y="12"/>
                    </a:lnTo>
                    <a:lnTo>
                      <a:pt x="25" y="24"/>
                    </a:lnTo>
                    <a:lnTo>
                      <a:pt x="25" y="24"/>
                    </a:lnTo>
                    <a:lnTo>
                      <a:pt x="25" y="24"/>
                    </a:lnTo>
                    <a:lnTo>
                      <a:pt x="15" y="22"/>
                    </a:lnTo>
                    <a:lnTo>
                      <a:pt x="8" y="25"/>
                    </a:lnTo>
                    <a:lnTo>
                      <a:pt x="8" y="25"/>
                    </a:lnTo>
                    <a:lnTo>
                      <a:pt x="8" y="24"/>
                    </a:lnTo>
                    <a:lnTo>
                      <a:pt x="5" y="19"/>
                    </a:lnTo>
                    <a:lnTo>
                      <a:pt x="3" y="14"/>
                    </a:lnTo>
                    <a:lnTo>
                      <a:pt x="2" y="14"/>
                    </a:lnTo>
                    <a:lnTo>
                      <a:pt x="0" y="14"/>
                    </a:lnTo>
                    <a:lnTo>
                      <a:pt x="0" y="12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6" y="8"/>
                    </a:lnTo>
                    <a:lnTo>
                      <a:pt x="9" y="8"/>
                    </a:lnTo>
                    <a:lnTo>
                      <a:pt x="12" y="8"/>
                    </a:lnTo>
                    <a:lnTo>
                      <a:pt x="15" y="8"/>
                    </a:lnTo>
                    <a:lnTo>
                      <a:pt x="17" y="8"/>
                    </a:lnTo>
                    <a:lnTo>
                      <a:pt x="36" y="0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66" name="BOSNIA">
                <a:extLst>
                  <a:ext uri="{FF2B5EF4-FFF2-40B4-BE49-F238E27FC236}">
                    <a16:creationId xmlns:a16="http://schemas.microsoft.com/office/drawing/2014/main" id="{B2A27936-C607-F3EC-A7D3-34AF716F96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8182" y="3308650"/>
                <a:ext cx="109094" cy="102919"/>
              </a:xfrm>
              <a:custGeom>
                <a:avLst/>
                <a:gdLst>
                  <a:gd name="T0" fmla="*/ 4 w 53"/>
                  <a:gd name="T1" fmla="*/ 0 h 50"/>
                  <a:gd name="T2" fmla="*/ 6 w 53"/>
                  <a:gd name="T3" fmla="*/ 0 h 50"/>
                  <a:gd name="T4" fmla="*/ 9 w 53"/>
                  <a:gd name="T5" fmla="*/ 4 h 50"/>
                  <a:gd name="T6" fmla="*/ 16 w 53"/>
                  <a:gd name="T7" fmla="*/ 0 h 50"/>
                  <a:gd name="T8" fmla="*/ 18 w 53"/>
                  <a:gd name="T9" fmla="*/ 0 h 50"/>
                  <a:gd name="T10" fmla="*/ 18 w 53"/>
                  <a:gd name="T11" fmla="*/ 0 h 50"/>
                  <a:gd name="T12" fmla="*/ 21 w 53"/>
                  <a:gd name="T13" fmla="*/ 1 h 50"/>
                  <a:gd name="T14" fmla="*/ 24 w 53"/>
                  <a:gd name="T15" fmla="*/ 1 h 50"/>
                  <a:gd name="T16" fmla="*/ 28 w 53"/>
                  <a:gd name="T17" fmla="*/ 3 h 50"/>
                  <a:gd name="T18" fmla="*/ 32 w 53"/>
                  <a:gd name="T19" fmla="*/ 3 h 50"/>
                  <a:gd name="T20" fmla="*/ 37 w 53"/>
                  <a:gd name="T21" fmla="*/ 4 h 50"/>
                  <a:gd name="T22" fmla="*/ 38 w 53"/>
                  <a:gd name="T23" fmla="*/ 4 h 50"/>
                  <a:gd name="T24" fmla="*/ 40 w 53"/>
                  <a:gd name="T25" fmla="*/ 4 h 50"/>
                  <a:gd name="T26" fmla="*/ 44 w 53"/>
                  <a:gd name="T27" fmla="*/ 10 h 50"/>
                  <a:gd name="T28" fmla="*/ 46 w 53"/>
                  <a:gd name="T29" fmla="*/ 9 h 50"/>
                  <a:gd name="T30" fmla="*/ 50 w 53"/>
                  <a:gd name="T31" fmla="*/ 10 h 50"/>
                  <a:gd name="T32" fmla="*/ 52 w 53"/>
                  <a:gd name="T33" fmla="*/ 10 h 50"/>
                  <a:gd name="T34" fmla="*/ 52 w 53"/>
                  <a:gd name="T35" fmla="*/ 10 h 50"/>
                  <a:gd name="T36" fmla="*/ 46 w 53"/>
                  <a:gd name="T37" fmla="*/ 19 h 50"/>
                  <a:gd name="T38" fmla="*/ 53 w 53"/>
                  <a:gd name="T39" fmla="*/ 24 h 50"/>
                  <a:gd name="T40" fmla="*/ 53 w 53"/>
                  <a:gd name="T41" fmla="*/ 25 h 50"/>
                  <a:gd name="T42" fmla="*/ 52 w 53"/>
                  <a:gd name="T43" fmla="*/ 27 h 50"/>
                  <a:gd name="T44" fmla="*/ 52 w 53"/>
                  <a:gd name="T45" fmla="*/ 27 h 50"/>
                  <a:gd name="T46" fmla="*/ 49 w 53"/>
                  <a:gd name="T47" fmla="*/ 28 h 50"/>
                  <a:gd name="T48" fmla="*/ 52 w 53"/>
                  <a:gd name="T49" fmla="*/ 32 h 50"/>
                  <a:gd name="T50" fmla="*/ 50 w 53"/>
                  <a:gd name="T51" fmla="*/ 32 h 50"/>
                  <a:gd name="T52" fmla="*/ 47 w 53"/>
                  <a:gd name="T53" fmla="*/ 35 h 50"/>
                  <a:gd name="T54" fmla="*/ 44 w 53"/>
                  <a:gd name="T55" fmla="*/ 35 h 50"/>
                  <a:gd name="T56" fmla="*/ 46 w 53"/>
                  <a:gd name="T57" fmla="*/ 37 h 50"/>
                  <a:gd name="T58" fmla="*/ 46 w 53"/>
                  <a:gd name="T59" fmla="*/ 38 h 50"/>
                  <a:gd name="T60" fmla="*/ 44 w 53"/>
                  <a:gd name="T61" fmla="*/ 38 h 50"/>
                  <a:gd name="T62" fmla="*/ 44 w 53"/>
                  <a:gd name="T63" fmla="*/ 38 h 50"/>
                  <a:gd name="T64" fmla="*/ 40 w 53"/>
                  <a:gd name="T65" fmla="*/ 35 h 50"/>
                  <a:gd name="T66" fmla="*/ 38 w 53"/>
                  <a:gd name="T67" fmla="*/ 37 h 50"/>
                  <a:gd name="T68" fmla="*/ 41 w 53"/>
                  <a:gd name="T69" fmla="*/ 41 h 50"/>
                  <a:gd name="T70" fmla="*/ 41 w 53"/>
                  <a:gd name="T71" fmla="*/ 41 h 50"/>
                  <a:gd name="T72" fmla="*/ 37 w 53"/>
                  <a:gd name="T73" fmla="*/ 44 h 50"/>
                  <a:gd name="T74" fmla="*/ 38 w 53"/>
                  <a:gd name="T75" fmla="*/ 50 h 50"/>
                  <a:gd name="T76" fmla="*/ 37 w 53"/>
                  <a:gd name="T77" fmla="*/ 50 h 50"/>
                  <a:gd name="T78" fmla="*/ 37 w 53"/>
                  <a:gd name="T79" fmla="*/ 50 h 50"/>
                  <a:gd name="T80" fmla="*/ 37 w 53"/>
                  <a:gd name="T81" fmla="*/ 50 h 50"/>
                  <a:gd name="T82" fmla="*/ 21 w 53"/>
                  <a:gd name="T83" fmla="*/ 37 h 50"/>
                  <a:gd name="T84" fmla="*/ 4 w 53"/>
                  <a:gd name="T85" fmla="*/ 12 h 50"/>
                  <a:gd name="T86" fmla="*/ 0 w 53"/>
                  <a:gd name="T87" fmla="*/ 9 h 50"/>
                  <a:gd name="T88" fmla="*/ 0 w 53"/>
                  <a:gd name="T89" fmla="*/ 7 h 50"/>
                  <a:gd name="T90" fmla="*/ 4 w 53"/>
                  <a:gd name="T91" fmla="*/ 0 h 50"/>
                  <a:gd name="T92" fmla="*/ 4 w 53"/>
                  <a:gd name="T93" fmla="*/ 0 h 50"/>
                  <a:gd name="T94" fmla="*/ 4 w 53"/>
                  <a:gd name="T95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3" h="50">
                    <a:moveTo>
                      <a:pt x="4" y="0"/>
                    </a:moveTo>
                    <a:lnTo>
                      <a:pt x="6" y="0"/>
                    </a:lnTo>
                    <a:lnTo>
                      <a:pt x="9" y="4"/>
                    </a:lnTo>
                    <a:lnTo>
                      <a:pt x="16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21" y="1"/>
                    </a:lnTo>
                    <a:lnTo>
                      <a:pt x="24" y="1"/>
                    </a:lnTo>
                    <a:lnTo>
                      <a:pt x="28" y="3"/>
                    </a:lnTo>
                    <a:lnTo>
                      <a:pt x="32" y="3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40" y="4"/>
                    </a:lnTo>
                    <a:lnTo>
                      <a:pt x="44" y="10"/>
                    </a:lnTo>
                    <a:lnTo>
                      <a:pt x="46" y="9"/>
                    </a:lnTo>
                    <a:lnTo>
                      <a:pt x="50" y="10"/>
                    </a:lnTo>
                    <a:lnTo>
                      <a:pt x="52" y="10"/>
                    </a:lnTo>
                    <a:lnTo>
                      <a:pt x="52" y="10"/>
                    </a:lnTo>
                    <a:lnTo>
                      <a:pt x="46" y="19"/>
                    </a:lnTo>
                    <a:lnTo>
                      <a:pt x="53" y="24"/>
                    </a:lnTo>
                    <a:lnTo>
                      <a:pt x="53" y="25"/>
                    </a:lnTo>
                    <a:lnTo>
                      <a:pt x="52" y="27"/>
                    </a:lnTo>
                    <a:lnTo>
                      <a:pt x="52" y="27"/>
                    </a:lnTo>
                    <a:lnTo>
                      <a:pt x="49" y="28"/>
                    </a:lnTo>
                    <a:lnTo>
                      <a:pt x="52" y="32"/>
                    </a:lnTo>
                    <a:lnTo>
                      <a:pt x="50" y="32"/>
                    </a:lnTo>
                    <a:lnTo>
                      <a:pt x="47" y="35"/>
                    </a:lnTo>
                    <a:lnTo>
                      <a:pt x="44" y="35"/>
                    </a:lnTo>
                    <a:lnTo>
                      <a:pt x="46" y="37"/>
                    </a:lnTo>
                    <a:lnTo>
                      <a:pt x="46" y="38"/>
                    </a:lnTo>
                    <a:lnTo>
                      <a:pt x="44" y="38"/>
                    </a:lnTo>
                    <a:lnTo>
                      <a:pt x="44" y="38"/>
                    </a:lnTo>
                    <a:lnTo>
                      <a:pt x="40" y="35"/>
                    </a:lnTo>
                    <a:lnTo>
                      <a:pt x="38" y="37"/>
                    </a:lnTo>
                    <a:lnTo>
                      <a:pt x="41" y="41"/>
                    </a:lnTo>
                    <a:lnTo>
                      <a:pt x="41" y="41"/>
                    </a:lnTo>
                    <a:lnTo>
                      <a:pt x="37" y="44"/>
                    </a:lnTo>
                    <a:lnTo>
                      <a:pt x="38" y="50"/>
                    </a:lnTo>
                    <a:lnTo>
                      <a:pt x="37" y="50"/>
                    </a:lnTo>
                    <a:lnTo>
                      <a:pt x="37" y="50"/>
                    </a:lnTo>
                    <a:lnTo>
                      <a:pt x="37" y="50"/>
                    </a:lnTo>
                    <a:lnTo>
                      <a:pt x="21" y="37"/>
                    </a:lnTo>
                    <a:lnTo>
                      <a:pt x="4" y="12"/>
                    </a:lnTo>
                    <a:lnTo>
                      <a:pt x="0" y="9"/>
                    </a:lnTo>
                    <a:lnTo>
                      <a:pt x="0" y="7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67" name="MONTENEGRO">
                <a:extLst>
                  <a:ext uri="{FF2B5EF4-FFF2-40B4-BE49-F238E27FC236}">
                    <a16:creationId xmlns:a16="http://schemas.microsoft.com/office/drawing/2014/main" id="{DFDCFB6A-3B6D-719A-1F62-A1770ACFB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167" y="3378635"/>
                <a:ext cx="55577" cy="63810"/>
              </a:xfrm>
              <a:custGeom>
                <a:avLst/>
                <a:gdLst>
                  <a:gd name="T0" fmla="*/ 6 w 27"/>
                  <a:gd name="T1" fmla="*/ 0 h 31"/>
                  <a:gd name="T2" fmla="*/ 6 w 27"/>
                  <a:gd name="T3" fmla="*/ 0 h 31"/>
                  <a:gd name="T4" fmla="*/ 9 w 27"/>
                  <a:gd name="T5" fmla="*/ 1 h 31"/>
                  <a:gd name="T6" fmla="*/ 9 w 27"/>
                  <a:gd name="T7" fmla="*/ 0 h 31"/>
                  <a:gd name="T8" fmla="*/ 9 w 27"/>
                  <a:gd name="T9" fmla="*/ 0 h 31"/>
                  <a:gd name="T10" fmla="*/ 9 w 27"/>
                  <a:gd name="T11" fmla="*/ 0 h 31"/>
                  <a:gd name="T12" fmla="*/ 13 w 27"/>
                  <a:gd name="T13" fmla="*/ 0 h 31"/>
                  <a:gd name="T14" fmla="*/ 13 w 27"/>
                  <a:gd name="T15" fmla="*/ 0 h 31"/>
                  <a:gd name="T16" fmla="*/ 13 w 27"/>
                  <a:gd name="T17" fmla="*/ 0 h 31"/>
                  <a:gd name="T18" fmla="*/ 13 w 27"/>
                  <a:gd name="T19" fmla="*/ 1 h 31"/>
                  <a:gd name="T20" fmla="*/ 27 w 27"/>
                  <a:gd name="T21" fmla="*/ 12 h 31"/>
                  <a:gd name="T22" fmla="*/ 27 w 27"/>
                  <a:gd name="T23" fmla="*/ 12 h 31"/>
                  <a:gd name="T24" fmla="*/ 25 w 27"/>
                  <a:gd name="T25" fmla="*/ 16 h 31"/>
                  <a:gd name="T26" fmla="*/ 25 w 27"/>
                  <a:gd name="T27" fmla="*/ 16 h 31"/>
                  <a:gd name="T28" fmla="*/ 25 w 27"/>
                  <a:gd name="T29" fmla="*/ 16 h 31"/>
                  <a:gd name="T30" fmla="*/ 24 w 27"/>
                  <a:gd name="T31" fmla="*/ 16 h 31"/>
                  <a:gd name="T32" fmla="*/ 22 w 27"/>
                  <a:gd name="T33" fmla="*/ 15 h 31"/>
                  <a:gd name="T34" fmla="*/ 22 w 27"/>
                  <a:gd name="T35" fmla="*/ 18 h 31"/>
                  <a:gd name="T36" fmla="*/ 22 w 27"/>
                  <a:gd name="T37" fmla="*/ 19 h 31"/>
                  <a:gd name="T38" fmla="*/ 22 w 27"/>
                  <a:gd name="T39" fmla="*/ 19 h 31"/>
                  <a:gd name="T40" fmla="*/ 22 w 27"/>
                  <a:gd name="T41" fmla="*/ 19 h 31"/>
                  <a:gd name="T42" fmla="*/ 19 w 27"/>
                  <a:gd name="T43" fmla="*/ 18 h 31"/>
                  <a:gd name="T44" fmla="*/ 16 w 27"/>
                  <a:gd name="T45" fmla="*/ 21 h 31"/>
                  <a:gd name="T46" fmla="*/ 15 w 27"/>
                  <a:gd name="T47" fmla="*/ 31 h 31"/>
                  <a:gd name="T48" fmla="*/ 15 w 27"/>
                  <a:gd name="T49" fmla="*/ 31 h 31"/>
                  <a:gd name="T50" fmla="*/ 15 w 27"/>
                  <a:gd name="T51" fmla="*/ 31 h 31"/>
                  <a:gd name="T52" fmla="*/ 13 w 27"/>
                  <a:gd name="T53" fmla="*/ 31 h 31"/>
                  <a:gd name="T54" fmla="*/ 0 w 27"/>
                  <a:gd name="T55" fmla="*/ 19 h 31"/>
                  <a:gd name="T56" fmla="*/ 0 w 27"/>
                  <a:gd name="T57" fmla="*/ 19 h 31"/>
                  <a:gd name="T58" fmla="*/ 0 w 27"/>
                  <a:gd name="T59" fmla="*/ 18 h 31"/>
                  <a:gd name="T60" fmla="*/ 3 w 27"/>
                  <a:gd name="T61" fmla="*/ 16 h 31"/>
                  <a:gd name="T62" fmla="*/ 1 w 27"/>
                  <a:gd name="T63" fmla="*/ 10 h 31"/>
                  <a:gd name="T64" fmla="*/ 1 w 27"/>
                  <a:gd name="T65" fmla="*/ 9 h 31"/>
                  <a:gd name="T66" fmla="*/ 6 w 27"/>
                  <a:gd name="T67" fmla="*/ 7 h 31"/>
                  <a:gd name="T68" fmla="*/ 3 w 27"/>
                  <a:gd name="T69" fmla="*/ 3 h 31"/>
                  <a:gd name="T70" fmla="*/ 3 w 27"/>
                  <a:gd name="T71" fmla="*/ 1 h 31"/>
                  <a:gd name="T72" fmla="*/ 6 w 27"/>
                  <a:gd name="T73" fmla="*/ 0 h 31"/>
                  <a:gd name="T74" fmla="*/ 6 w 27"/>
                  <a:gd name="T7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7" h="31">
                    <a:moveTo>
                      <a:pt x="6" y="0"/>
                    </a:moveTo>
                    <a:lnTo>
                      <a:pt x="6" y="0"/>
                    </a:lnTo>
                    <a:lnTo>
                      <a:pt x="9" y="1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3" y="1"/>
                    </a:lnTo>
                    <a:lnTo>
                      <a:pt x="27" y="12"/>
                    </a:lnTo>
                    <a:lnTo>
                      <a:pt x="27" y="12"/>
                    </a:lnTo>
                    <a:lnTo>
                      <a:pt x="25" y="16"/>
                    </a:lnTo>
                    <a:lnTo>
                      <a:pt x="25" y="16"/>
                    </a:lnTo>
                    <a:lnTo>
                      <a:pt x="25" y="16"/>
                    </a:lnTo>
                    <a:lnTo>
                      <a:pt x="24" y="16"/>
                    </a:lnTo>
                    <a:lnTo>
                      <a:pt x="22" y="15"/>
                    </a:lnTo>
                    <a:lnTo>
                      <a:pt x="22" y="18"/>
                    </a:lnTo>
                    <a:lnTo>
                      <a:pt x="22" y="19"/>
                    </a:lnTo>
                    <a:lnTo>
                      <a:pt x="22" y="19"/>
                    </a:lnTo>
                    <a:lnTo>
                      <a:pt x="22" y="19"/>
                    </a:lnTo>
                    <a:lnTo>
                      <a:pt x="19" y="18"/>
                    </a:lnTo>
                    <a:lnTo>
                      <a:pt x="16" y="21"/>
                    </a:lnTo>
                    <a:lnTo>
                      <a:pt x="15" y="31"/>
                    </a:lnTo>
                    <a:lnTo>
                      <a:pt x="15" y="31"/>
                    </a:lnTo>
                    <a:lnTo>
                      <a:pt x="15" y="31"/>
                    </a:lnTo>
                    <a:lnTo>
                      <a:pt x="13" y="31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3" y="16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6" y="7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grpSp>
            <p:nvGrpSpPr>
              <p:cNvPr id="1068" name="SERBIA">
                <a:extLst>
                  <a:ext uri="{FF2B5EF4-FFF2-40B4-BE49-F238E27FC236}">
                    <a16:creationId xmlns:a16="http://schemas.microsoft.com/office/drawing/2014/main" id="{B79F788E-27B8-7C04-E25D-D9A03677C1FC}"/>
                  </a:ext>
                </a:extLst>
              </p:cNvPr>
              <p:cNvGrpSpPr/>
              <p:nvPr userDrawn="1"/>
            </p:nvGrpSpPr>
            <p:grpSpPr>
              <a:xfrm>
                <a:off x="6290517" y="3281891"/>
                <a:ext cx="113212" cy="154380"/>
                <a:chOff x="12500690" y="5040810"/>
                <a:chExt cx="190005" cy="259099"/>
              </a:xfrm>
            </p:grpSpPr>
            <p:sp>
              <p:nvSpPr>
                <p:cNvPr id="1140" name="SERBIA">
                  <a:extLst>
                    <a:ext uri="{FF2B5EF4-FFF2-40B4-BE49-F238E27FC236}">
                      <a16:creationId xmlns:a16="http://schemas.microsoft.com/office/drawing/2014/main" id="{6CD4CBFA-99D5-0A51-A112-4620271BA8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500690" y="5040810"/>
                  <a:ext cx="190005" cy="259099"/>
                </a:xfrm>
                <a:custGeom>
                  <a:avLst/>
                  <a:gdLst>
                    <a:gd name="T0" fmla="*/ 21 w 55"/>
                    <a:gd name="T1" fmla="*/ 0 h 75"/>
                    <a:gd name="T2" fmla="*/ 32 w 55"/>
                    <a:gd name="T3" fmla="*/ 16 h 75"/>
                    <a:gd name="T4" fmla="*/ 37 w 55"/>
                    <a:gd name="T5" fmla="*/ 19 h 75"/>
                    <a:gd name="T6" fmla="*/ 47 w 55"/>
                    <a:gd name="T7" fmla="*/ 29 h 75"/>
                    <a:gd name="T8" fmla="*/ 50 w 55"/>
                    <a:gd name="T9" fmla="*/ 26 h 75"/>
                    <a:gd name="T10" fmla="*/ 50 w 55"/>
                    <a:gd name="T11" fmla="*/ 28 h 75"/>
                    <a:gd name="T12" fmla="*/ 52 w 55"/>
                    <a:gd name="T13" fmla="*/ 31 h 75"/>
                    <a:gd name="T14" fmla="*/ 53 w 55"/>
                    <a:gd name="T15" fmla="*/ 37 h 75"/>
                    <a:gd name="T16" fmla="*/ 53 w 55"/>
                    <a:gd name="T17" fmla="*/ 38 h 75"/>
                    <a:gd name="T18" fmla="*/ 49 w 55"/>
                    <a:gd name="T19" fmla="*/ 44 h 75"/>
                    <a:gd name="T20" fmla="*/ 55 w 55"/>
                    <a:gd name="T21" fmla="*/ 56 h 75"/>
                    <a:gd name="T22" fmla="*/ 50 w 55"/>
                    <a:gd name="T23" fmla="*/ 66 h 75"/>
                    <a:gd name="T24" fmla="*/ 50 w 55"/>
                    <a:gd name="T25" fmla="*/ 68 h 75"/>
                    <a:gd name="T26" fmla="*/ 49 w 55"/>
                    <a:gd name="T27" fmla="*/ 69 h 75"/>
                    <a:gd name="T28" fmla="*/ 43 w 55"/>
                    <a:gd name="T29" fmla="*/ 68 h 75"/>
                    <a:gd name="T30" fmla="*/ 37 w 55"/>
                    <a:gd name="T31" fmla="*/ 68 h 75"/>
                    <a:gd name="T32" fmla="*/ 27 w 55"/>
                    <a:gd name="T33" fmla="*/ 75 h 75"/>
                    <a:gd name="T34" fmla="*/ 25 w 55"/>
                    <a:gd name="T35" fmla="*/ 74 h 75"/>
                    <a:gd name="T36" fmla="*/ 15 w 55"/>
                    <a:gd name="T37" fmla="*/ 66 h 75"/>
                    <a:gd name="T38" fmla="*/ 15 w 55"/>
                    <a:gd name="T39" fmla="*/ 60 h 75"/>
                    <a:gd name="T40" fmla="*/ 16 w 55"/>
                    <a:gd name="T41" fmla="*/ 60 h 75"/>
                    <a:gd name="T42" fmla="*/ 18 w 55"/>
                    <a:gd name="T43" fmla="*/ 62 h 75"/>
                    <a:gd name="T44" fmla="*/ 6 w 55"/>
                    <a:gd name="T45" fmla="*/ 50 h 75"/>
                    <a:gd name="T46" fmla="*/ 6 w 55"/>
                    <a:gd name="T47" fmla="*/ 47 h 75"/>
                    <a:gd name="T48" fmla="*/ 10 w 55"/>
                    <a:gd name="T49" fmla="*/ 45 h 75"/>
                    <a:gd name="T50" fmla="*/ 7 w 55"/>
                    <a:gd name="T51" fmla="*/ 40 h 75"/>
                    <a:gd name="T52" fmla="*/ 12 w 55"/>
                    <a:gd name="T53" fmla="*/ 38 h 75"/>
                    <a:gd name="T54" fmla="*/ 6 w 55"/>
                    <a:gd name="T55" fmla="*/ 34 h 75"/>
                    <a:gd name="T56" fmla="*/ 9 w 55"/>
                    <a:gd name="T57" fmla="*/ 25 h 75"/>
                    <a:gd name="T58" fmla="*/ 6 w 55"/>
                    <a:gd name="T59" fmla="*/ 23 h 75"/>
                    <a:gd name="T60" fmla="*/ 7 w 55"/>
                    <a:gd name="T61" fmla="*/ 19 h 75"/>
                    <a:gd name="T62" fmla="*/ 10 w 55"/>
                    <a:gd name="T63" fmla="*/ 17 h 75"/>
                    <a:gd name="T64" fmla="*/ 3 w 55"/>
                    <a:gd name="T65" fmla="*/ 14 h 75"/>
                    <a:gd name="T66" fmla="*/ 0 w 55"/>
                    <a:gd name="T67" fmla="*/ 4 h 75"/>
                    <a:gd name="T68" fmla="*/ 13 w 55"/>
                    <a:gd name="T69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55" h="75">
                      <a:moveTo>
                        <a:pt x="13" y="0"/>
                      </a:moveTo>
                      <a:lnTo>
                        <a:pt x="21" y="0"/>
                      </a:lnTo>
                      <a:lnTo>
                        <a:pt x="27" y="5"/>
                      </a:lnTo>
                      <a:lnTo>
                        <a:pt x="32" y="16"/>
                      </a:lnTo>
                      <a:lnTo>
                        <a:pt x="37" y="17"/>
                      </a:lnTo>
                      <a:lnTo>
                        <a:pt x="37" y="19"/>
                      </a:lnTo>
                      <a:lnTo>
                        <a:pt x="37" y="23"/>
                      </a:lnTo>
                      <a:lnTo>
                        <a:pt x="47" y="29"/>
                      </a:lnTo>
                      <a:lnTo>
                        <a:pt x="49" y="26"/>
                      </a:lnTo>
                      <a:lnTo>
                        <a:pt x="50" y="26"/>
                      </a:lnTo>
                      <a:lnTo>
                        <a:pt x="50" y="26"/>
                      </a:lnTo>
                      <a:lnTo>
                        <a:pt x="50" y="28"/>
                      </a:lnTo>
                      <a:lnTo>
                        <a:pt x="53" y="29"/>
                      </a:lnTo>
                      <a:lnTo>
                        <a:pt x="52" y="31"/>
                      </a:lnTo>
                      <a:lnTo>
                        <a:pt x="50" y="32"/>
                      </a:lnTo>
                      <a:lnTo>
                        <a:pt x="53" y="37"/>
                      </a:lnTo>
                      <a:lnTo>
                        <a:pt x="53" y="38"/>
                      </a:lnTo>
                      <a:lnTo>
                        <a:pt x="53" y="38"/>
                      </a:lnTo>
                      <a:lnTo>
                        <a:pt x="50" y="40"/>
                      </a:lnTo>
                      <a:lnTo>
                        <a:pt x="49" y="44"/>
                      </a:lnTo>
                      <a:lnTo>
                        <a:pt x="50" y="48"/>
                      </a:lnTo>
                      <a:lnTo>
                        <a:pt x="55" y="56"/>
                      </a:lnTo>
                      <a:lnTo>
                        <a:pt x="55" y="57"/>
                      </a:lnTo>
                      <a:lnTo>
                        <a:pt x="50" y="66"/>
                      </a:lnTo>
                      <a:lnTo>
                        <a:pt x="50" y="68"/>
                      </a:lnTo>
                      <a:lnTo>
                        <a:pt x="50" y="68"/>
                      </a:lnTo>
                      <a:lnTo>
                        <a:pt x="49" y="69"/>
                      </a:lnTo>
                      <a:lnTo>
                        <a:pt x="49" y="69"/>
                      </a:lnTo>
                      <a:lnTo>
                        <a:pt x="46" y="68"/>
                      </a:lnTo>
                      <a:lnTo>
                        <a:pt x="43" y="68"/>
                      </a:lnTo>
                      <a:lnTo>
                        <a:pt x="40" y="68"/>
                      </a:lnTo>
                      <a:lnTo>
                        <a:pt x="37" y="68"/>
                      </a:lnTo>
                      <a:lnTo>
                        <a:pt x="35" y="68"/>
                      </a:lnTo>
                      <a:lnTo>
                        <a:pt x="27" y="75"/>
                      </a:lnTo>
                      <a:lnTo>
                        <a:pt x="27" y="75"/>
                      </a:lnTo>
                      <a:lnTo>
                        <a:pt x="25" y="74"/>
                      </a:lnTo>
                      <a:lnTo>
                        <a:pt x="19" y="68"/>
                      </a:lnTo>
                      <a:lnTo>
                        <a:pt x="15" y="66"/>
                      </a:lnTo>
                      <a:lnTo>
                        <a:pt x="15" y="65"/>
                      </a:lnTo>
                      <a:lnTo>
                        <a:pt x="15" y="60"/>
                      </a:lnTo>
                      <a:lnTo>
                        <a:pt x="15" y="60"/>
                      </a:lnTo>
                      <a:lnTo>
                        <a:pt x="16" y="60"/>
                      </a:lnTo>
                      <a:lnTo>
                        <a:pt x="16" y="60"/>
                      </a:lnTo>
                      <a:lnTo>
                        <a:pt x="18" y="62"/>
                      </a:lnTo>
                      <a:lnTo>
                        <a:pt x="19" y="59"/>
                      </a:lnTo>
                      <a:lnTo>
                        <a:pt x="6" y="50"/>
                      </a:lnTo>
                      <a:lnTo>
                        <a:pt x="6" y="48"/>
                      </a:lnTo>
                      <a:lnTo>
                        <a:pt x="6" y="47"/>
                      </a:lnTo>
                      <a:lnTo>
                        <a:pt x="7" y="47"/>
                      </a:lnTo>
                      <a:lnTo>
                        <a:pt x="10" y="45"/>
                      </a:lnTo>
                      <a:lnTo>
                        <a:pt x="7" y="40"/>
                      </a:lnTo>
                      <a:lnTo>
                        <a:pt x="7" y="40"/>
                      </a:lnTo>
                      <a:lnTo>
                        <a:pt x="7" y="40"/>
                      </a:lnTo>
                      <a:lnTo>
                        <a:pt x="12" y="38"/>
                      </a:lnTo>
                      <a:lnTo>
                        <a:pt x="12" y="38"/>
                      </a:lnTo>
                      <a:lnTo>
                        <a:pt x="6" y="34"/>
                      </a:lnTo>
                      <a:lnTo>
                        <a:pt x="4" y="32"/>
                      </a:lnTo>
                      <a:lnTo>
                        <a:pt x="9" y="25"/>
                      </a:lnTo>
                      <a:lnTo>
                        <a:pt x="6" y="23"/>
                      </a:lnTo>
                      <a:lnTo>
                        <a:pt x="6" y="23"/>
                      </a:lnTo>
                      <a:lnTo>
                        <a:pt x="6" y="22"/>
                      </a:lnTo>
                      <a:lnTo>
                        <a:pt x="7" y="19"/>
                      </a:lnTo>
                      <a:lnTo>
                        <a:pt x="7" y="19"/>
                      </a:lnTo>
                      <a:lnTo>
                        <a:pt x="10" y="17"/>
                      </a:lnTo>
                      <a:lnTo>
                        <a:pt x="3" y="14"/>
                      </a:lnTo>
                      <a:lnTo>
                        <a:pt x="3" y="1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41" name="SERBIA">
                  <a:extLst>
                    <a:ext uri="{FF2B5EF4-FFF2-40B4-BE49-F238E27FC236}">
                      <a16:creationId xmlns:a16="http://schemas.microsoft.com/office/drawing/2014/main" id="{98DA81B7-A25B-AF7B-ECCF-EC223D00DC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552513" y="5227362"/>
                  <a:ext cx="76002" cy="72546"/>
                </a:xfrm>
                <a:custGeom>
                  <a:avLst/>
                  <a:gdLst>
                    <a:gd name="T0" fmla="*/ 9 w 22"/>
                    <a:gd name="T1" fmla="*/ 0 h 21"/>
                    <a:gd name="T2" fmla="*/ 13 w 22"/>
                    <a:gd name="T3" fmla="*/ 0 h 21"/>
                    <a:gd name="T4" fmla="*/ 15 w 22"/>
                    <a:gd name="T5" fmla="*/ 0 h 21"/>
                    <a:gd name="T6" fmla="*/ 15 w 22"/>
                    <a:gd name="T7" fmla="*/ 2 h 21"/>
                    <a:gd name="T8" fmla="*/ 17 w 22"/>
                    <a:gd name="T9" fmla="*/ 8 h 21"/>
                    <a:gd name="T10" fmla="*/ 22 w 22"/>
                    <a:gd name="T11" fmla="*/ 8 h 21"/>
                    <a:gd name="T12" fmla="*/ 22 w 22"/>
                    <a:gd name="T13" fmla="*/ 9 h 21"/>
                    <a:gd name="T14" fmla="*/ 22 w 22"/>
                    <a:gd name="T15" fmla="*/ 14 h 21"/>
                    <a:gd name="T16" fmla="*/ 22 w 22"/>
                    <a:gd name="T17" fmla="*/ 14 h 21"/>
                    <a:gd name="T18" fmla="*/ 12 w 22"/>
                    <a:gd name="T19" fmla="*/ 21 h 21"/>
                    <a:gd name="T20" fmla="*/ 12 w 22"/>
                    <a:gd name="T21" fmla="*/ 21 h 21"/>
                    <a:gd name="T22" fmla="*/ 10 w 22"/>
                    <a:gd name="T23" fmla="*/ 20 h 21"/>
                    <a:gd name="T24" fmla="*/ 4 w 22"/>
                    <a:gd name="T25" fmla="*/ 14 h 21"/>
                    <a:gd name="T26" fmla="*/ 0 w 22"/>
                    <a:gd name="T27" fmla="*/ 12 h 21"/>
                    <a:gd name="T28" fmla="*/ 0 w 22"/>
                    <a:gd name="T29" fmla="*/ 11 h 21"/>
                    <a:gd name="T30" fmla="*/ 0 w 22"/>
                    <a:gd name="T31" fmla="*/ 6 h 21"/>
                    <a:gd name="T32" fmla="*/ 0 w 22"/>
                    <a:gd name="T33" fmla="*/ 6 h 21"/>
                    <a:gd name="T34" fmla="*/ 1 w 22"/>
                    <a:gd name="T35" fmla="*/ 6 h 21"/>
                    <a:gd name="T36" fmla="*/ 1 w 22"/>
                    <a:gd name="T37" fmla="*/ 6 h 21"/>
                    <a:gd name="T38" fmla="*/ 3 w 22"/>
                    <a:gd name="T39" fmla="*/ 8 h 21"/>
                    <a:gd name="T40" fmla="*/ 4 w 22"/>
                    <a:gd name="T41" fmla="*/ 5 h 21"/>
                    <a:gd name="T42" fmla="*/ 9 w 22"/>
                    <a:gd name="T43" fmla="*/ 0 h 21"/>
                    <a:gd name="T44" fmla="*/ 9 w 22"/>
                    <a:gd name="T4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22" h="21">
                      <a:moveTo>
                        <a:pt x="9" y="0"/>
                      </a:move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5" y="2"/>
                      </a:lnTo>
                      <a:lnTo>
                        <a:pt x="17" y="8"/>
                      </a:lnTo>
                      <a:lnTo>
                        <a:pt x="22" y="8"/>
                      </a:lnTo>
                      <a:lnTo>
                        <a:pt x="22" y="9"/>
                      </a:lnTo>
                      <a:lnTo>
                        <a:pt x="22" y="14"/>
                      </a:lnTo>
                      <a:lnTo>
                        <a:pt x="22" y="14"/>
                      </a:ln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10" y="20"/>
                      </a:lnTo>
                      <a:lnTo>
                        <a:pt x="4" y="14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1" y="6"/>
                      </a:lnTo>
                      <a:lnTo>
                        <a:pt x="1" y="6"/>
                      </a:lnTo>
                      <a:lnTo>
                        <a:pt x="3" y="8"/>
                      </a:lnTo>
                      <a:lnTo>
                        <a:pt x="4" y="5"/>
                      </a:lnTo>
                      <a:lnTo>
                        <a:pt x="9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accent5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1069" name="SPAIN">
                <a:extLst>
                  <a:ext uri="{FF2B5EF4-FFF2-40B4-BE49-F238E27FC236}">
                    <a16:creationId xmlns:a16="http://schemas.microsoft.com/office/drawing/2014/main" id="{EA0B47E1-A82A-F534-610D-AFF0F600DE2C}"/>
                  </a:ext>
                </a:extLst>
              </p:cNvPr>
              <p:cNvGrpSpPr/>
              <p:nvPr/>
            </p:nvGrpSpPr>
            <p:grpSpPr>
              <a:xfrm>
                <a:off x="5543323" y="3374519"/>
                <a:ext cx="366394" cy="269649"/>
                <a:chOff x="4423918" y="2557318"/>
                <a:chExt cx="406946" cy="299494"/>
              </a:xfrm>
              <a:solidFill>
                <a:schemeClr val="accent5"/>
              </a:solidFill>
            </p:grpSpPr>
            <p:sp>
              <p:nvSpPr>
                <p:cNvPr id="1136" name="Spain">
                  <a:extLst>
                    <a:ext uri="{FF2B5EF4-FFF2-40B4-BE49-F238E27FC236}">
                      <a16:creationId xmlns:a16="http://schemas.microsoft.com/office/drawing/2014/main" id="{7B2554F2-5DE5-A6C4-5960-E5C6278FE0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23918" y="2557318"/>
                  <a:ext cx="374939" cy="299494"/>
                </a:xfrm>
                <a:custGeom>
                  <a:avLst/>
                  <a:gdLst>
                    <a:gd name="T0" fmla="*/ 19 w 164"/>
                    <a:gd name="T1" fmla="*/ 0 h 131"/>
                    <a:gd name="T2" fmla="*/ 47 w 164"/>
                    <a:gd name="T3" fmla="*/ 3 h 131"/>
                    <a:gd name="T4" fmla="*/ 81 w 164"/>
                    <a:gd name="T5" fmla="*/ 5 h 131"/>
                    <a:gd name="T6" fmla="*/ 98 w 164"/>
                    <a:gd name="T7" fmla="*/ 6 h 131"/>
                    <a:gd name="T8" fmla="*/ 126 w 164"/>
                    <a:gd name="T9" fmla="*/ 20 h 131"/>
                    <a:gd name="T10" fmla="*/ 139 w 164"/>
                    <a:gd name="T11" fmla="*/ 20 h 131"/>
                    <a:gd name="T12" fmla="*/ 142 w 164"/>
                    <a:gd name="T13" fmla="*/ 21 h 131"/>
                    <a:gd name="T14" fmla="*/ 142 w 164"/>
                    <a:gd name="T15" fmla="*/ 21 h 131"/>
                    <a:gd name="T16" fmla="*/ 161 w 164"/>
                    <a:gd name="T17" fmla="*/ 23 h 131"/>
                    <a:gd name="T18" fmla="*/ 164 w 164"/>
                    <a:gd name="T19" fmla="*/ 26 h 131"/>
                    <a:gd name="T20" fmla="*/ 132 w 164"/>
                    <a:gd name="T21" fmla="*/ 52 h 131"/>
                    <a:gd name="T22" fmla="*/ 118 w 164"/>
                    <a:gd name="T23" fmla="*/ 82 h 131"/>
                    <a:gd name="T24" fmla="*/ 124 w 164"/>
                    <a:gd name="T25" fmla="*/ 86 h 131"/>
                    <a:gd name="T26" fmla="*/ 117 w 164"/>
                    <a:gd name="T27" fmla="*/ 95 h 131"/>
                    <a:gd name="T28" fmla="*/ 112 w 164"/>
                    <a:gd name="T29" fmla="*/ 106 h 131"/>
                    <a:gd name="T30" fmla="*/ 96 w 164"/>
                    <a:gd name="T31" fmla="*/ 119 h 131"/>
                    <a:gd name="T32" fmla="*/ 65 w 164"/>
                    <a:gd name="T33" fmla="*/ 121 h 131"/>
                    <a:gd name="T34" fmla="*/ 50 w 164"/>
                    <a:gd name="T35" fmla="*/ 131 h 131"/>
                    <a:gd name="T36" fmla="*/ 43 w 164"/>
                    <a:gd name="T37" fmla="*/ 128 h 131"/>
                    <a:gd name="T38" fmla="*/ 25 w 164"/>
                    <a:gd name="T39" fmla="*/ 112 h 131"/>
                    <a:gd name="T40" fmla="*/ 23 w 164"/>
                    <a:gd name="T41" fmla="*/ 106 h 131"/>
                    <a:gd name="T42" fmla="*/ 29 w 164"/>
                    <a:gd name="T43" fmla="*/ 98 h 131"/>
                    <a:gd name="T44" fmla="*/ 26 w 164"/>
                    <a:gd name="T45" fmla="*/ 89 h 131"/>
                    <a:gd name="T46" fmla="*/ 25 w 164"/>
                    <a:gd name="T47" fmla="*/ 72 h 131"/>
                    <a:gd name="T48" fmla="*/ 31 w 164"/>
                    <a:gd name="T49" fmla="*/ 66 h 131"/>
                    <a:gd name="T50" fmla="*/ 32 w 164"/>
                    <a:gd name="T51" fmla="*/ 48 h 131"/>
                    <a:gd name="T52" fmla="*/ 37 w 164"/>
                    <a:gd name="T53" fmla="*/ 33 h 131"/>
                    <a:gd name="T54" fmla="*/ 34 w 164"/>
                    <a:gd name="T55" fmla="*/ 33 h 131"/>
                    <a:gd name="T56" fmla="*/ 25 w 164"/>
                    <a:gd name="T57" fmla="*/ 35 h 131"/>
                    <a:gd name="T58" fmla="*/ 19 w 164"/>
                    <a:gd name="T59" fmla="*/ 35 h 131"/>
                    <a:gd name="T60" fmla="*/ 18 w 164"/>
                    <a:gd name="T61" fmla="*/ 33 h 131"/>
                    <a:gd name="T62" fmla="*/ 7 w 164"/>
                    <a:gd name="T63" fmla="*/ 36 h 131"/>
                    <a:gd name="T64" fmla="*/ 6 w 164"/>
                    <a:gd name="T65" fmla="*/ 36 h 131"/>
                    <a:gd name="T66" fmla="*/ 7 w 164"/>
                    <a:gd name="T67" fmla="*/ 27 h 131"/>
                    <a:gd name="T68" fmla="*/ 7 w 164"/>
                    <a:gd name="T69" fmla="*/ 27 h 131"/>
                    <a:gd name="T70" fmla="*/ 4 w 164"/>
                    <a:gd name="T71" fmla="*/ 23 h 131"/>
                    <a:gd name="T72" fmla="*/ 6 w 164"/>
                    <a:gd name="T73" fmla="*/ 20 h 131"/>
                    <a:gd name="T74" fmla="*/ 0 w 164"/>
                    <a:gd name="T75" fmla="*/ 12 h 131"/>
                    <a:gd name="T76" fmla="*/ 4 w 164"/>
                    <a:gd name="T77" fmla="*/ 8 h 131"/>
                    <a:gd name="T78" fmla="*/ 15 w 164"/>
                    <a:gd name="T79" fmla="*/ 2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164" h="131">
                      <a:moveTo>
                        <a:pt x="15" y="0"/>
                      </a:moveTo>
                      <a:lnTo>
                        <a:pt x="19" y="0"/>
                      </a:lnTo>
                      <a:lnTo>
                        <a:pt x="31" y="2"/>
                      </a:lnTo>
                      <a:lnTo>
                        <a:pt x="47" y="3"/>
                      </a:lnTo>
                      <a:lnTo>
                        <a:pt x="65" y="3"/>
                      </a:lnTo>
                      <a:lnTo>
                        <a:pt x="81" y="5"/>
                      </a:lnTo>
                      <a:lnTo>
                        <a:pt x="93" y="6"/>
                      </a:lnTo>
                      <a:lnTo>
                        <a:pt x="98" y="6"/>
                      </a:lnTo>
                      <a:lnTo>
                        <a:pt x="112" y="17"/>
                      </a:lnTo>
                      <a:lnTo>
                        <a:pt x="126" y="20"/>
                      </a:lnTo>
                      <a:lnTo>
                        <a:pt x="132" y="17"/>
                      </a:lnTo>
                      <a:lnTo>
                        <a:pt x="139" y="20"/>
                      </a:lnTo>
                      <a:lnTo>
                        <a:pt x="141" y="23"/>
                      </a:lnTo>
                      <a:lnTo>
                        <a:pt x="142" y="21"/>
                      </a:lnTo>
                      <a:lnTo>
                        <a:pt x="142" y="21"/>
                      </a:lnTo>
                      <a:lnTo>
                        <a:pt x="142" y="21"/>
                      </a:lnTo>
                      <a:lnTo>
                        <a:pt x="148" y="24"/>
                      </a:lnTo>
                      <a:lnTo>
                        <a:pt x="161" y="23"/>
                      </a:lnTo>
                      <a:lnTo>
                        <a:pt x="164" y="26"/>
                      </a:lnTo>
                      <a:lnTo>
                        <a:pt x="164" y="26"/>
                      </a:lnTo>
                      <a:lnTo>
                        <a:pt x="161" y="35"/>
                      </a:lnTo>
                      <a:lnTo>
                        <a:pt x="132" y="52"/>
                      </a:lnTo>
                      <a:lnTo>
                        <a:pt x="118" y="76"/>
                      </a:lnTo>
                      <a:lnTo>
                        <a:pt x="118" y="82"/>
                      </a:lnTo>
                      <a:lnTo>
                        <a:pt x="124" y="85"/>
                      </a:lnTo>
                      <a:lnTo>
                        <a:pt x="124" y="86"/>
                      </a:lnTo>
                      <a:lnTo>
                        <a:pt x="123" y="89"/>
                      </a:lnTo>
                      <a:lnTo>
                        <a:pt x="117" y="95"/>
                      </a:lnTo>
                      <a:lnTo>
                        <a:pt x="112" y="106"/>
                      </a:lnTo>
                      <a:lnTo>
                        <a:pt x="112" y="106"/>
                      </a:lnTo>
                      <a:lnTo>
                        <a:pt x="105" y="107"/>
                      </a:lnTo>
                      <a:lnTo>
                        <a:pt x="96" y="119"/>
                      </a:lnTo>
                      <a:lnTo>
                        <a:pt x="95" y="119"/>
                      </a:lnTo>
                      <a:lnTo>
                        <a:pt x="65" y="121"/>
                      </a:lnTo>
                      <a:lnTo>
                        <a:pt x="52" y="131"/>
                      </a:lnTo>
                      <a:lnTo>
                        <a:pt x="50" y="131"/>
                      </a:lnTo>
                      <a:lnTo>
                        <a:pt x="50" y="131"/>
                      </a:lnTo>
                      <a:lnTo>
                        <a:pt x="43" y="128"/>
                      </a:lnTo>
                      <a:lnTo>
                        <a:pt x="35" y="115"/>
                      </a:lnTo>
                      <a:lnTo>
                        <a:pt x="25" y="112"/>
                      </a:lnTo>
                      <a:lnTo>
                        <a:pt x="25" y="112"/>
                      </a:lnTo>
                      <a:lnTo>
                        <a:pt x="23" y="106"/>
                      </a:lnTo>
                      <a:lnTo>
                        <a:pt x="23" y="104"/>
                      </a:lnTo>
                      <a:lnTo>
                        <a:pt x="29" y="98"/>
                      </a:lnTo>
                      <a:lnTo>
                        <a:pt x="26" y="91"/>
                      </a:lnTo>
                      <a:lnTo>
                        <a:pt x="26" y="89"/>
                      </a:lnTo>
                      <a:lnTo>
                        <a:pt x="29" y="82"/>
                      </a:lnTo>
                      <a:lnTo>
                        <a:pt x="25" y="72"/>
                      </a:lnTo>
                      <a:lnTo>
                        <a:pt x="25" y="72"/>
                      </a:lnTo>
                      <a:lnTo>
                        <a:pt x="31" y="66"/>
                      </a:lnTo>
                      <a:lnTo>
                        <a:pt x="31" y="61"/>
                      </a:lnTo>
                      <a:lnTo>
                        <a:pt x="32" y="48"/>
                      </a:lnTo>
                      <a:lnTo>
                        <a:pt x="40" y="38"/>
                      </a:lnTo>
                      <a:lnTo>
                        <a:pt x="37" y="33"/>
                      </a:lnTo>
                      <a:lnTo>
                        <a:pt x="37" y="33"/>
                      </a:lnTo>
                      <a:lnTo>
                        <a:pt x="34" y="33"/>
                      </a:lnTo>
                      <a:lnTo>
                        <a:pt x="29" y="33"/>
                      </a:lnTo>
                      <a:lnTo>
                        <a:pt x="25" y="35"/>
                      </a:lnTo>
                      <a:lnTo>
                        <a:pt x="22" y="35"/>
                      </a:lnTo>
                      <a:lnTo>
                        <a:pt x="19" y="35"/>
                      </a:lnTo>
                      <a:lnTo>
                        <a:pt x="18" y="35"/>
                      </a:lnTo>
                      <a:lnTo>
                        <a:pt x="18" y="33"/>
                      </a:lnTo>
                      <a:lnTo>
                        <a:pt x="16" y="30"/>
                      </a:lnTo>
                      <a:lnTo>
                        <a:pt x="7" y="36"/>
                      </a:lnTo>
                      <a:lnTo>
                        <a:pt x="7" y="36"/>
                      </a:lnTo>
                      <a:lnTo>
                        <a:pt x="6" y="36"/>
                      </a:lnTo>
                      <a:lnTo>
                        <a:pt x="6" y="35"/>
                      </a:lnTo>
                      <a:lnTo>
                        <a:pt x="7" y="27"/>
                      </a:lnTo>
                      <a:lnTo>
                        <a:pt x="7" y="27"/>
                      </a:lnTo>
                      <a:lnTo>
                        <a:pt x="7" y="27"/>
                      </a:lnTo>
                      <a:lnTo>
                        <a:pt x="6" y="26"/>
                      </a:lnTo>
                      <a:lnTo>
                        <a:pt x="4" y="23"/>
                      </a:lnTo>
                      <a:lnTo>
                        <a:pt x="4" y="23"/>
                      </a:lnTo>
                      <a:lnTo>
                        <a:pt x="6" y="20"/>
                      </a:lnTo>
                      <a:lnTo>
                        <a:pt x="0" y="14"/>
                      </a:lnTo>
                      <a:lnTo>
                        <a:pt x="0" y="12"/>
                      </a:lnTo>
                      <a:lnTo>
                        <a:pt x="4" y="8"/>
                      </a:lnTo>
                      <a:lnTo>
                        <a:pt x="4" y="8"/>
                      </a:lnTo>
                      <a:lnTo>
                        <a:pt x="12" y="8"/>
                      </a:lnTo>
                      <a:lnTo>
                        <a:pt x="15" y="2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37" name="Freeform 934">
                  <a:extLst>
                    <a:ext uri="{FF2B5EF4-FFF2-40B4-BE49-F238E27FC236}">
                      <a16:creationId xmlns:a16="http://schemas.microsoft.com/office/drawing/2014/main" id="{C9F360FE-8FEF-0338-760C-478097DEBB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4842" y="2742501"/>
                  <a:ext cx="13717" cy="9145"/>
                </a:xfrm>
                <a:custGeom>
                  <a:avLst/>
                  <a:gdLst>
                    <a:gd name="T0" fmla="*/ 5 w 6"/>
                    <a:gd name="T1" fmla="*/ 0 h 4"/>
                    <a:gd name="T2" fmla="*/ 6 w 6"/>
                    <a:gd name="T3" fmla="*/ 0 h 4"/>
                    <a:gd name="T4" fmla="*/ 6 w 6"/>
                    <a:gd name="T5" fmla="*/ 1 h 4"/>
                    <a:gd name="T6" fmla="*/ 5 w 6"/>
                    <a:gd name="T7" fmla="*/ 4 h 4"/>
                    <a:gd name="T8" fmla="*/ 3 w 6"/>
                    <a:gd name="T9" fmla="*/ 4 h 4"/>
                    <a:gd name="T10" fmla="*/ 3 w 6"/>
                    <a:gd name="T11" fmla="*/ 4 h 4"/>
                    <a:gd name="T12" fmla="*/ 2 w 6"/>
                    <a:gd name="T13" fmla="*/ 4 h 4"/>
                    <a:gd name="T14" fmla="*/ 0 w 6"/>
                    <a:gd name="T15" fmla="*/ 3 h 4"/>
                    <a:gd name="T16" fmla="*/ 2 w 6"/>
                    <a:gd name="T17" fmla="*/ 3 h 4"/>
                    <a:gd name="T18" fmla="*/ 5 w 6"/>
                    <a:gd name="T19" fmla="*/ 0 h 4"/>
                    <a:gd name="T20" fmla="*/ 5 w 6"/>
                    <a:gd name="T2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" h="4">
                      <a:moveTo>
                        <a:pt x="5" y="0"/>
                      </a:moveTo>
                      <a:lnTo>
                        <a:pt x="6" y="0"/>
                      </a:lnTo>
                      <a:lnTo>
                        <a:pt x="6" y="1"/>
                      </a:lnTo>
                      <a:lnTo>
                        <a:pt x="5" y="4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2" y="4"/>
                      </a:lnTo>
                      <a:lnTo>
                        <a:pt x="0" y="3"/>
                      </a:lnTo>
                      <a:lnTo>
                        <a:pt x="2" y="3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38" name="Freeform 937">
                  <a:extLst>
                    <a:ext uri="{FF2B5EF4-FFF2-40B4-BE49-F238E27FC236}">
                      <a16:creationId xmlns:a16="http://schemas.microsoft.com/office/drawing/2014/main" id="{265CB728-DA92-76A6-DA40-74526C357E0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812574" y="2703635"/>
                  <a:ext cx="18290" cy="11431"/>
                </a:xfrm>
                <a:custGeom>
                  <a:avLst/>
                  <a:gdLst>
                    <a:gd name="T0" fmla="*/ 2 w 8"/>
                    <a:gd name="T1" fmla="*/ 2 h 5"/>
                    <a:gd name="T2" fmla="*/ 6 w 8"/>
                    <a:gd name="T3" fmla="*/ 3 h 5"/>
                    <a:gd name="T4" fmla="*/ 5 w 8"/>
                    <a:gd name="T5" fmla="*/ 2 h 5"/>
                    <a:gd name="T6" fmla="*/ 2 w 8"/>
                    <a:gd name="T7" fmla="*/ 2 h 5"/>
                    <a:gd name="T8" fmla="*/ 2 w 8"/>
                    <a:gd name="T9" fmla="*/ 0 h 5"/>
                    <a:gd name="T10" fmla="*/ 5 w 8"/>
                    <a:gd name="T11" fmla="*/ 0 h 5"/>
                    <a:gd name="T12" fmla="*/ 6 w 8"/>
                    <a:gd name="T13" fmla="*/ 0 h 5"/>
                    <a:gd name="T14" fmla="*/ 8 w 8"/>
                    <a:gd name="T15" fmla="*/ 3 h 5"/>
                    <a:gd name="T16" fmla="*/ 8 w 8"/>
                    <a:gd name="T17" fmla="*/ 5 h 5"/>
                    <a:gd name="T18" fmla="*/ 8 w 8"/>
                    <a:gd name="T19" fmla="*/ 5 h 5"/>
                    <a:gd name="T20" fmla="*/ 6 w 8"/>
                    <a:gd name="T21" fmla="*/ 5 h 5"/>
                    <a:gd name="T22" fmla="*/ 6 w 8"/>
                    <a:gd name="T23" fmla="*/ 5 h 5"/>
                    <a:gd name="T24" fmla="*/ 0 w 8"/>
                    <a:gd name="T25" fmla="*/ 3 h 5"/>
                    <a:gd name="T26" fmla="*/ 0 w 8"/>
                    <a:gd name="T27" fmla="*/ 2 h 5"/>
                    <a:gd name="T28" fmla="*/ 0 w 8"/>
                    <a:gd name="T29" fmla="*/ 0 h 5"/>
                    <a:gd name="T30" fmla="*/ 0 w 8"/>
                    <a:gd name="T31" fmla="*/ 0 h 5"/>
                    <a:gd name="T32" fmla="*/ 2 w 8"/>
                    <a:gd name="T3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8" h="5">
                      <a:moveTo>
                        <a:pt x="2" y="2"/>
                      </a:moveTo>
                      <a:lnTo>
                        <a:pt x="6" y="3"/>
                      </a:lnTo>
                      <a:lnTo>
                        <a:pt x="5" y="2"/>
                      </a:lnTo>
                      <a:lnTo>
                        <a:pt x="2" y="2"/>
                      </a:lnTo>
                      <a:close/>
                      <a:moveTo>
                        <a:pt x="2" y="0"/>
                      </a:moveTo>
                      <a:lnTo>
                        <a:pt x="5" y="0"/>
                      </a:lnTo>
                      <a:lnTo>
                        <a:pt x="6" y="0"/>
                      </a:lnTo>
                      <a:lnTo>
                        <a:pt x="8" y="3"/>
                      </a:lnTo>
                      <a:lnTo>
                        <a:pt x="8" y="5"/>
                      </a:lnTo>
                      <a:lnTo>
                        <a:pt x="8" y="5"/>
                      </a:lnTo>
                      <a:lnTo>
                        <a:pt x="6" y="5"/>
                      </a:lnTo>
                      <a:lnTo>
                        <a:pt x="6" y="5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accent5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39" name="Freeform 938">
                  <a:extLst>
                    <a:ext uri="{FF2B5EF4-FFF2-40B4-BE49-F238E27FC236}">
                      <a16:creationId xmlns:a16="http://schemas.microsoft.com/office/drawing/2014/main" id="{D76454C5-8D03-4817-677E-EDFDCBACE1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9135" y="2708208"/>
                  <a:ext cx="34293" cy="29721"/>
                </a:xfrm>
                <a:custGeom>
                  <a:avLst/>
                  <a:gdLst>
                    <a:gd name="T0" fmla="*/ 12 w 15"/>
                    <a:gd name="T1" fmla="*/ 0 h 13"/>
                    <a:gd name="T2" fmla="*/ 12 w 15"/>
                    <a:gd name="T3" fmla="*/ 0 h 13"/>
                    <a:gd name="T4" fmla="*/ 12 w 15"/>
                    <a:gd name="T5" fmla="*/ 0 h 13"/>
                    <a:gd name="T6" fmla="*/ 12 w 15"/>
                    <a:gd name="T7" fmla="*/ 3 h 13"/>
                    <a:gd name="T8" fmla="*/ 15 w 15"/>
                    <a:gd name="T9" fmla="*/ 4 h 13"/>
                    <a:gd name="T10" fmla="*/ 15 w 15"/>
                    <a:gd name="T11" fmla="*/ 6 h 13"/>
                    <a:gd name="T12" fmla="*/ 10 w 15"/>
                    <a:gd name="T13" fmla="*/ 12 h 13"/>
                    <a:gd name="T14" fmla="*/ 10 w 15"/>
                    <a:gd name="T15" fmla="*/ 13 h 13"/>
                    <a:gd name="T16" fmla="*/ 10 w 15"/>
                    <a:gd name="T17" fmla="*/ 13 h 13"/>
                    <a:gd name="T18" fmla="*/ 1 w 15"/>
                    <a:gd name="T19" fmla="*/ 7 h 13"/>
                    <a:gd name="T20" fmla="*/ 0 w 15"/>
                    <a:gd name="T21" fmla="*/ 7 h 13"/>
                    <a:gd name="T22" fmla="*/ 1 w 15"/>
                    <a:gd name="T23" fmla="*/ 6 h 13"/>
                    <a:gd name="T24" fmla="*/ 10 w 15"/>
                    <a:gd name="T25" fmla="*/ 0 h 13"/>
                    <a:gd name="T26" fmla="*/ 12 w 15"/>
                    <a:gd name="T27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5" h="13">
                      <a:moveTo>
                        <a:pt x="12" y="0"/>
                      </a:move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3"/>
                      </a:lnTo>
                      <a:lnTo>
                        <a:pt x="15" y="4"/>
                      </a:lnTo>
                      <a:lnTo>
                        <a:pt x="15" y="6"/>
                      </a:lnTo>
                      <a:lnTo>
                        <a:pt x="10" y="12"/>
                      </a:lnTo>
                      <a:lnTo>
                        <a:pt x="10" y="13"/>
                      </a:lnTo>
                      <a:lnTo>
                        <a:pt x="10" y="13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1" y="6"/>
                      </a:lnTo>
                      <a:lnTo>
                        <a:pt x="10" y="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1070" name="NORWAY">
                <a:extLst>
                  <a:ext uri="{FF2B5EF4-FFF2-40B4-BE49-F238E27FC236}">
                    <a16:creationId xmlns:a16="http://schemas.microsoft.com/office/drawing/2014/main" id="{2DD03C65-51EA-CF7A-EDB0-835C72C4FEFD}"/>
                  </a:ext>
                </a:extLst>
              </p:cNvPr>
              <p:cNvGrpSpPr/>
              <p:nvPr userDrawn="1"/>
            </p:nvGrpSpPr>
            <p:grpSpPr>
              <a:xfrm>
                <a:off x="5922066" y="1925412"/>
                <a:ext cx="699853" cy="833649"/>
                <a:chOff x="11882313" y="2764211"/>
                <a:chExt cx="1174574" cy="1399125"/>
              </a:xfrm>
            </p:grpSpPr>
            <p:sp>
              <p:nvSpPr>
                <p:cNvPr id="1132" name="NORWAY">
                  <a:extLst>
                    <a:ext uri="{FF2B5EF4-FFF2-40B4-BE49-F238E27FC236}">
                      <a16:creationId xmlns:a16="http://schemas.microsoft.com/office/drawing/2014/main" id="{962885BE-7768-8466-2006-E55903D143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82313" y="2764211"/>
                  <a:ext cx="1174574" cy="1399125"/>
                </a:xfrm>
                <a:custGeom>
                  <a:avLst/>
                  <a:gdLst>
                    <a:gd name="T0" fmla="*/ 302 w 340"/>
                    <a:gd name="T1" fmla="*/ 17 h 405"/>
                    <a:gd name="T2" fmla="*/ 306 w 340"/>
                    <a:gd name="T3" fmla="*/ 20 h 405"/>
                    <a:gd name="T4" fmla="*/ 317 w 340"/>
                    <a:gd name="T5" fmla="*/ 9 h 405"/>
                    <a:gd name="T6" fmla="*/ 340 w 340"/>
                    <a:gd name="T7" fmla="*/ 28 h 405"/>
                    <a:gd name="T8" fmla="*/ 312 w 340"/>
                    <a:gd name="T9" fmla="*/ 39 h 405"/>
                    <a:gd name="T10" fmla="*/ 335 w 340"/>
                    <a:gd name="T11" fmla="*/ 54 h 405"/>
                    <a:gd name="T12" fmla="*/ 337 w 340"/>
                    <a:gd name="T13" fmla="*/ 61 h 405"/>
                    <a:gd name="T14" fmla="*/ 312 w 340"/>
                    <a:gd name="T15" fmla="*/ 73 h 405"/>
                    <a:gd name="T16" fmla="*/ 257 w 340"/>
                    <a:gd name="T17" fmla="*/ 94 h 405"/>
                    <a:gd name="T18" fmla="*/ 228 w 340"/>
                    <a:gd name="T19" fmla="*/ 91 h 405"/>
                    <a:gd name="T20" fmla="*/ 197 w 340"/>
                    <a:gd name="T21" fmla="*/ 94 h 405"/>
                    <a:gd name="T22" fmla="*/ 185 w 340"/>
                    <a:gd name="T23" fmla="*/ 100 h 405"/>
                    <a:gd name="T24" fmla="*/ 169 w 340"/>
                    <a:gd name="T25" fmla="*/ 119 h 405"/>
                    <a:gd name="T26" fmla="*/ 134 w 340"/>
                    <a:gd name="T27" fmla="*/ 177 h 405"/>
                    <a:gd name="T28" fmla="*/ 94 w 340"/>
                    <a:gd name="T29" fmla="*/ 254 h 405"/>
                    <a:gd name="T30" fmla="*/ 99 w 340"/>
                    <a:gd name="T31" fmla="*/ 341 h 405"/>
                    <a:gd name="T32" fmla="*/ 81 w 340"/>
                    <a:gd name="T33" fmla="*/ 386 h 405"/>
                    <a:gd name="T34" fmla="*/ 72 w 340"/>
                    <a:gd name="T35" fmla="*/ 361 h 405"/>
                    <a:gd name="T36" fmla="*/ 68 w 340"/>
                    <a:gd name="T37" fmla="*/ 381 h 405"/>
                    <a:gd name="T38" fmla="*/ 22 w 340"/>
                    <a:gd name="T39" fmla="*/ 405 h 405"/>
                    <a:gd name="T40" fmla="*/ 8 w 340"/>
                    <a:gd name="T41" fmla="*/ 381 h 405"/>
                    <a:gd name="T42" fmla="*/ 4 w 340"/>
                    <a:gd name="T43" fmla="*/ 374 h 405"/>
                    <a:gd name="T44" fmla="*/ 20 w 340"/>
                    <a:gd name="T45" fmla="*/ 344 h 405"/>
                    <a:gd name="T46" fmla="*/ 7 w 340"/>
                    <a:gd name="T47" fmla="*/ 359 h 405"/>
                    <a:gd name="T48" fmla="*/ 4 w 340"/>
                    <a:gd name="T49" fmla="*/ 353 h 405"/>
                    <a:gd name="T50" fmla="*/ 3 w 340"/>
                    <a:gd name="T51" fmla="*/ 340 h 405"/>
                    <a:gd name="T52" fmla="*/ 1 w 340"/>
                    <a:gd name="T53" fmla="*/ 331 h 405"/>
                    <a:gd name="T54" fmla="*/ 28 w 340"/>
                    <a:gd name="T55" fmla="*/ 326 h 405"/>
                    <a:gd name="T56" fmla="*/ 22 w 340"/>
                    <a:gd name="T57" fmla="*/ 325 h 405"/>
                    <a:gd name="T58" fmla="*/ 10 w 340"/>
                    <a:gd name="T59" fmla="*/ 326 h 405"/>
                    <a:gd name="T60" fmla="*/ 1 w 340"/>
                    <a:gd name="T61" fmla="*/ 310 h 405"/>
                    <a:gd name="T62" fmla="*/ 4 w 340"/>
                    <a:gd name="T63" fmla="*/ 298 h 405"/>
                    <a:gd name="T64" fmla="*/ 20 w 340"/>
                    <a:gd name="T65" fmla="*/ 295 h 405"/>
                    <a:gd name="T66" fmla="*/ 26 w 340"/>
                    <a:gd name="T67" fmla="*/ 279 h 405"/>
                    <a:gd name="T68" fmla="*/ 54 w 340"/>
                    <a:gd name="T69" fmla="*/ 260 h 405"/>
                    <a:gd name="T70" fmla="*/ 68 w 340"/>
                    <a:gd name="T71" fmla="*/ 261 h 405"/>
                    <a:gd name="T72" fmla="*/ 66 w 340"/>
                    <a:gd name="T73" fmla="*/ 240 h 405"/>
                    <a:gd name="T74" fmla="*/ 83 w 340"/>
                    <a:gd name="T75" fmla="*/ 217 h 405"/>
                    <a:gd name="T76" fmla="*/ 96 w 340"/>
                    <a:gd name="T77" fmla="*/ 196 h 405"/>
                    <a:gd name="T78" fmla="*/ 102 w 340"/>
                    <a:gd name="T79" fmla="*/ 186 h 405"/>
                    <a:gd name="T80" fmla="*/ 99 w 340"/>
                    <a:gd name="T81" fmla="*/ 186 h 405"/>
                    <a:gd name="T82" fmla="*/ 108 w 340"/>
                    <a:gd name="T83" fmla="*/ 163 h 405"/>
                    <a:gd name="T84" fmla="*/ 134 w 340"/>
                    <a:gd name="T85" fmla="*/ 129 h 405"/>
                    <a:gd name="T86" fmla="*/ 146 w 340"/>
                    <a:gd name="T87" fmla="*/ 119 h 405"/>
                    <a:gd name="T88" fmla="*/ 158 w 340"/>
                    <a:gd name="T89" fmla="*/ 104 h 405"/>
                    <a:gd name="T90" fmla="*/ 166 w 340"/>
                    <a:gd name="T91" fmla="*/ 86 h 405"/>
                    <a:gd name="T92" fmla="*/ 170 w 340"/>
                    <a:gd name="T93" fmla="*/ 71 h 405"/>
                    <a:gd name="T94" fmla="*/ 176 w 340"/>
                    <a:gd name="T95" fmla="*/ 61 h 405"/>
                    <a:gd name="T96" fmla="*/ 186 w 340"/>
                    <a:gd name="T97" fmla="*/ 52 h 405"/>
                    <a:gd name="T98" fmla="*/ 194 w 340"/>
                    <a:gd name="T99" fmla="*/ 54 h 405"/>
                    <a:gd name="T100" fmla="*/ 204 w 340"/>
                    <a:gd name="T101" fmla="*/ 54 h 405"/>
                    <a:gd name="T102" fmla="*/ 222 w 340"/>
                    <a:gd name="T103" fmla="*/ 52 h 405"/>
                    <a:gd name="T104" fmla="*/ 219 w 340"/>
                    <a:gd name="T105" fmla="*/ 36 h 405"/>
                    <a:gd name="T106" fmla="*/ 235 w 340"/>
                    <a:gd name="T107" fmla="*/ 36 h 405"/>
                    <a:gd name="T108" fmla="*/ 252 w 340"/>
                    <a:gd name="T109" fmla="*/ 12 h 405"/>
                    <a:gd name="T110" fmla="*/ 272 w 340"/>
                    <a:gd name="T111" fmla="*/ 11 h 405"/>
                    <a:gd name="T112" fmla="*/ 283 w 340"/>
                    <a:gd name="T113" fmla="*/ 8 h 4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340" h="405">
                      <a:moveTo>
                        <a:pt x="296" y="0"/>
                      </a:moveTo>
                      <a:lnTo>
                        <a:pt x="296" y="0"/>
                      </a:lnTo>
                      <a:lnTo>
                        <a:pt x="306" y="6"/>
                      </a:lnTo>
                      <a:lnTo>
                        <a:pt x="308" y="6"/>
                      </a:lnTo>
                      <a:lnTo>
                        <a:pt x="306" y="14"/>
                      </a:lnTo>
                      <a:lnTo>
                        <a:pt x="305" y="14"/>
                      </a:lnTo>
                      <a:lnTo>
                        <a:pt x="300" y="15"/>
                      </a:lnTo>
                      <a:lnTo>
                        <a:pt x="302" y="17"/>
                      </a:lnTo>
                      <a:lnTo>
                        <a:pt x="302" y="17"/>
                      </a:lnTo>
                      <a:lnTo>
                        <a:pt x="302" y="18"/>
                      </a:lnTo>
                      <a:lnTo>
                        <a:pt x="300" y="20"/>
                      </a:lnTo>
                      <a:lnTo>
                        <a:pt x="300" y="20"/>
                      </a:lnTo>
                      <a:lnTo>
                        <a:pt x="302" y="20"/>
                      </a:lnTo>
                      <a:lnTo>
                        <a:pt x="305" y="20"/>
                      </a:lnTo>
                      <a:lnTo>
                        <a:pt x="305" y="20"/>
                      </a:lnTo>
                      <a:lnTo>
                        <a:pt x="306" y="20"/>
                      </a:lnTo>
                      <a:lnTo>
                        <a:pt x="306" y="20"/>
                      </a:lnTo>
                      <a:lnTo>
                        <a:pt x="302" y="25"/>
                      </a:lnTo>
                      <a:lnTo>
                        <a:pt x="308" y="25"/>
                      </a:lnTo>
                      <a:lnTo>
                        <a:pt x="308" y="14"/>
                      </a:lnTo>
                      <a:lnTo>
                        <a:pt x="308" y="14"/>
                      </a:lnTo>
                      <a:lnTo>
                        <a:pt x="317" y="9"/>
                      </a:lnTo>
                      <a:lnTo>
                        <a:pt x="317" y="9"/>
                      </a:lnTo>
                      <a:lnTo>
                        <a:pt x="317" y="9"/>
                      </a:lnTo>
                      <a:lnTo>
                        <a:pt x="318" y="11"/>
                      </a:lnTo>
                      <a:lnTo>
                        <a:pt x="318" y="17"/>
                      </a:lnTo>
                      <a:lnTo>
                        <a:pt x="326" y="15"/>
                      </a:lnTo>
                      <a:lnTo>
                        <a:pt x="326" y="15"/>
                      </a:lnTo>
                      <a:lnTo>
                        <a:pt x="327" y="15"/>
                      </a:lnTo>
                      <a:lnTo>
                        <a:pt x="340" y="27"/>
                      </a:lnTo>
                      <a:lnTo>
                        <a:pt x="340" y="27"/>
                      </a:lnTo>
                      <a:lnTo>
                        <a:pt x="340" y="28"/>
                      </a:lnTo>
                      <a:lnTo>
                        <a:pt x="329" y="42"/>
                      </a:lnTo>
                      <a:lnTo>
                        <a:pt x="327" y="42"/>
                      </a:lnTo>
                      <a:lnTo>
                        <a:pt x="327" y="42"/>
                      </a:lnTo>
                      <a:lnTo>
                        <a:pt x="324" y="40"/>
                      </a:lnTo>
                      <a:lnTo>
                        <a:pt x="320" y="40"/>
                      </a:lnTo>
                      <a:lnTo>
                        <a:pt x="317" y="40"/>
                      </a:lnTo>
                      <a:lnTo>
                        <a:pt x="314" y="39"/>
                      </a:lnTo>
                      <a:lnTo>
                        <a:pt x="312" y="39"/>
                      </a:lnTo>
                      <a:lnTo>
                        <a:pt x="326" y="48"/>
                      </a:lnTo>
                      <a:lnTo>
                        <a:pt x="326" y="49"/>
                      </a:lnTo>
                      <a:lnTo>
                        <a:pt x="323" y="55"/>
                      </a:lnTo>
                      <a:lnTo>
                        <a:pt x="324" y="55"/>
                      </a:lnTo>
                      <a:lnTo>
                        <a:pt x="326" y="55"/>
                      </a:lnTo>
                      <a:lnTo>
                        <a:pt x="329" y="55"/>
                      </a:lnTo>
                      <a:lnTo>
                        <a:pt x="332" y="54"/>
                      </a:lnTo>
                      <a:lnTo>
                        <a:pt x="335" y="54"/>
                      </a:lnTo>
                      <a:lnTo>
                        <a:pt x="337" y="52"/>
                      </a:lnTo>
                      <a:lnTo>
                        <a:pt x="337" y="52"/>
                      </a:lnTo>
                      <a:lnTo>
                        <a:pt x="339" y="52"/>
                      </a:lnTo>
                      <a:lnTo>
                        <a:pt x="339" y="54"/>
                      </a:lnTo>
                      <a:lnTo>
                        <a:pt x="339" y="61"/>
                      </a:lnTo>
                      <a:lnTo>
                        <a:pt x="339" y="61"/>
                      </a:lnTo>
                      <a:lnTo>
                        <a:pt x="337" y="61"/>
                      </a:lnTo>
                      <a:lnTo>
                        <a:pt x="337" y="61"/>
                      </a:lnTo>
                      <a:lnTo>
                        <a:pt x="330" y="60"/>
                      </a:lnTo>
                      <a:lnTo>
                        <a:pt x="329" y="66"/>
                      </a:lnTo>
                      <a:lnTo>
                        <a:pt x="315" y="80"/>
                      </a:lnTo>
                      <a:lnTo>
                        <a:pt x="315" y="80"/>
                      </a:lnTo>
                      <a:lnTo>
                        <a:pt x="315" y="80"/>
                      </a:lnTo>
                      <a:lnTo>
                        <a:pt x="314" y="79"/>
                      </a:lnTo>
                      <a:lnTo>
                        <a:pt x="312" y="74"/>
                      </a:lnTo>
                      <a:lnTo>
                        <a:pt x="312" y="73"/>
                      </a:lnTo>
                      <a:lnTo>
                        <a:pt x="318" y="66"/>
                      </a:lnTo>
                      <a:lnTo>
                        <a:pt x="317" y="55"/>
                      </a:lnTo>
                      <a:lnTo>
                        <a:pt x="302" y="42"/>
                      </a:lnTo>
                      <a:lnTo>
                        <a:pt x="275" y="52"/>
                      </a:lnTo>
                      <a:lnTo>
                        <a:pt x="274" y="60"/>
                      </a:lnTo>
                      <a:lnTo>
                        <a:pt x="272" y="82"/>
                      </a:lnTo>
                      <a:lnTo>
                        <a:pt x="272" y="82"/>
                      </a:lnTo>
                      <a:lnTo>
                        <a:pt x="257" y="94"/>
                      </a:lnTo>
                      <a:lnTo>
                        <a:pt x="257" y="94"/>
                      </a:lnTo>
                      <a:lnTo>
                        <a:pt x="257" y="94"/>
                      </a:lnTo>
                      <a:lnTo>
                        <a:pt x="249" y="86"/>
                      </a:lnTo>
                      <a:lnTo>
                        <a:pt x="243" y="94"/>
                      </a:lnTo>
                      <a:lnTo>
                        <a:pt x="241" y="94"/>
                      </a:lnTo>
                      <a:lnTo>
                        <a:pt x="241" y="94"/>
                      </a:lnTo>
                      <a:lnTo>
                        <a:pt x="229" y="91"/>
                      </a:lnTo>
                      <a:lnTo>
                        <a:pt x="228" y="91"/>
                      </a:lnTo>
                      <a:lnTo>
                        <a:pt x="213" y="70"/>
                      </a:lnTo>
                      <a:lnTo>
                        <a:pt x="210" y="71"/>
                      </a:lnTo>
                      <a:lnTo>
                        <a:pt x="211" y="74"/>
                      </a:lnTo>
                      <a:lnTo>
                        <a:pt x="211" y="76"/>
                      </a:lnTo>
                      <a:lnTo>
                        <a:pt x="204" y="79"/>
                      </a:lnTo>
                      <a:lnTo>
                        <a:pt x="198" y="80"/>
                      </a:lnTo>
                      <a:lnTo>
                        <a:pt x="200" y="85"/>
                      </a:lnTo>
                      <a:lnTo>
                        <a:pt x="197" y="94"/>
                      </a:lnTo>
                      <a:lnTo>
                        <a:pt x="200" y="100"/>
                      </a:lnTo>
                      <a:lnTo>
                        <a:pt x="200" y="100"/>
                      </a:lnTo>
                      <a:lnTo>
                        <a:pt x="197" y="101"/>
                      </a:lnTo>
                      <a:lnTo>
                        <a:pt x="197" y="101"/>
                      </a:lnTo>
                      <a:lnTo>
                        <a:pt x="195" y="101"/>
                      </a:lnTo>
                      <a:lnTo>
                        <a:pt x="194" y="101"/>
                      </a:lnTo>
                      <a:lnTo>
                        <a:pt x="189" y="101"/>
                      </a:lnTo>
                      <a:lnTo>
                        <a:pt x="185" y="100"/>
                      </a:lnTo>
                      <a:lnTo>
                        <a:pt x="182" y="100"/>
                      </a:lnTo>
                      <a:lnTo>
                        <a:pt x="177" y="100"/>
                      </a:lnTo>
                      <a:lnTo>
                        <a:pt x="176" y="98"/>
                      </a:lnTo>
                      <a:lnTo>
                        <a:pt x="174" y="98"/>
                      </a:lnTo>
                      <a:lnTo>
                        <a:pt x="170" y="117"/>
                      </a:lnTo>
                      <a:lnTo>
                        <a:pt x="169" y="119"/>
                      </a:lnTo>
                      <a:lnTo>
                        <a:pt x="169" y="119"/>
                      </a:lnTo>
                      <a:lnTo>
                        <a:pt x="169" y="119"/>
                      </a:lnTo>
                      <a:lnTo>
                        <a:pt x="163" y="114"/>
                      </a:lnTo>
                      <a:lnTo>
                        <a:pt x="154" y="122"/>
                      </a:lnTo>
                      <a:lnTo>
                        <a:pt x="146" y="138"/>
                      </a:lnTo>
                      <a:lnTo>
                        <a:pt x="149" y="149"/>
                      </a:lnTo>
                      <a:lnTo>
                        <a:pt x="149" y="149"/>
                      </a:lnTo>
                      <a:lnTo>
                        <a:pt x="137" y="166"/>
                      </a:lnTo>
                      <a:lnTo>
                        <a:pt x="134" y="177"/>
                      </a:lnTo>
                      <a:lnTo>
                        <a:pt x="134" y="177"/>
                      </a:lnTo>
                      <a:lnTo>
                        <a:pt x="127" y="181"/>
                      </a:lnTo>
                      <a:lnTo>
                        <a:pt x="124" y="208"/>
                      </a:lnTo>
                      <a:lnTo>
                        <a:pt x="115" y="224"/>
                      </a:lnTo>
                      <a:lnTo>
                        <a:pt x="121" y="233"/>
                      </a:lnTo>
                      <a:lnTo>
                        <a:pt x="121" y="240"/>
                      </a:lnTo>
                      <a:lnTo>
                        <a:pt x="120" y="242"/>
                      </a:lnTo>
                      <a:lnTo>
                        <a:pt x="105" y="245"/>
                      </a:lnTo>
                      <a:lnTo>
                        <a:pt x="94" y="254"/>
                      </a:lnTo>
                      <a:lnTo>
                        <a:pt x="93" y="263"/>
                      </a:lnTo>
                      <a:lnTo>
                        <a:pt x="96" y="272"/>
                      </a:lnTo>
                      <a:lnTo>
                        <a:pt x="93" y="286"/>
                      </a:lnTo>
                      <a:lnTo>
                        <a:pt x="94" y="309"/>
                      </a:lnTo>
                      <a:lnTo>
                        <a:pt x="102" y="321"/>
                      </a:lnTo>
                      <a:lnTo>
                        <a:pt x="102" y="321"/>
                      </a:lnTo>
                      <a:lnTo>
                        <a:pt x="94" y="331"/>
                      </a:lnTo>
                      <a:lnTo>
                        <a:pt x="99" y="341"/>
                      </a:lnTo>
                      <a:lnTo>
                        <a:pt x="97" y="353"/>
                      </a:lnTo>
                      <a:lnTo>
                        <a:pt x="97" y="355"/>
                      </a:lnTo>
                      <a:lnTo>
                        <a:pt x="90" y="359"/>
                      </a:lnTo>
                      <a:lnTo>
                        <a:pt x="87" y="368"/>
                      </a:lnTo>
                      <a:lnTo>
                        <a:pt x="88" y="374"/>
                      </a:lnTo>
                      <a:lnTo>
                        <a:pt x="86" y="384"/>
                      </a:lnTo>
                      <a:lnTo>
                        <a:pt x="86" y="384"/>
                      </a:lnTo>
                      <a:lnTo>
                        <a:pt x="81" y="386"/>
                      </a:lnTo>
                      <a:lnTo>
                        <a:pt x="81" y="387"/>
                      </a:lnTo>
                      <a:lnTo>
                        <a:pt x="81" y="386"/>
                      </a:lnTo>
                      <a:lnTo>
                        <a:pt x="81" y="386"/>
                      </a:lnTo>
                      <a:lnTo>
                        <a:pt x="80" y="380"/>
                      </a:lnTo>
                      <a:lnTo>
                        <a:pt x="74" y="377"/>
                      </a:lnTo>
                      <a:lnTo>
                        <a:pt x="74" y="375"/>
                      </a:lnTo>
                      <a:lnTo>
                        <a:pt x="72" y="359"/>
                      </a:lnTo>
                      <a:lnTo>
                        <a:pt x="72" y="361"/>
                      </a:lnTo>
                      <a:lnTo>
                        <a:pt x="72" y="368"/>
                      </a:lnTo>
                      <a:lnTo>
                        <a:pt x="72" y="368"/>
                      </a:lnTo>
                      <a:lnTo>
                        <a:pt x="72" y="368"/>
                      </a:lnTo>
                      <a:lnTo>
                        <a:pt x="72" y="368"/>
                      </a:lnTo>
                      <a:lnTo>
                        <a:pt x="69" y="366"/>
                      </a:lnTo>
                      <a:lnTo>
                        <a:pt x="72" y="374"/>
                      </a:lnTo>
                      <a:lnTo>
                        <a:pt x="71" y="375"/>
                      </a:lnTo>
                      <a:lnTo>
                        <a:pt x="68" y="381"/>
                      </a:lnTo>
                      <a:lnTo>
                        <a:pt x="68" y="381"/>
                      </a:lnTo>
                      <a:lnTo>
                        <a:pt x="68" y="381"/>
                      </a:lnTo>
                      <a:lnTo>
                        <a:pt x="60" y="380"/>
                      </a:lnTo>
                      <a:lnTo>
                        <a:pt x="54" y="392"/>
                      </a:lnTo>
                      <a:lnTo>
                        <a:pt x="35" y="405"/>
                      </a:lnTo>
                      <a:lnTo>
                        <a:pt x="35" y="405"/>
                      </a:lnTo>
                      <a:lnTo>
                        <a:pt x="22" y="405"/>
                      </a:lnTo>
                      <a:lnTo>
                        <a:pt x="22" y="405"/>
                      </a:lnTo>
                      <a:lnTo>
                        <a:pt x="20" y="405"/>
                      </a:lnTo>
                      <a:lnTo>
                        <a:pt x="22" y="399"/>
                      </a:lnTo>
                      <a:lnTo>
                        <a:pt x="17" y="401"/>
                      </a:lnTo>
                      <a:lnTo>
                        <a:pt x="17" y="401"/>
                      </a:lnTo>
                      <a:lnTo>
                        <a:pt x="17" y="401"/>
                      </a:lnTo>
                      <a:lnTo>
                        <a:pt x="7" y="390"/>
                      </a:lnTo>
                      <a:lnTo>
                        <a:pt x="7" y="389"/>
                      </a:lnTo>
                      <a:lnTo>
                        <a:pt x="8" y="381"/>
                      </a:lnTo>
                      <a:lnTo>
                        <a:pt x="8" y="381"/>
                      </a:lnTo>
                      <a:lnTo>
                        <a:pt x="8" y="381"/>
                      </a:lnTo>
                      <a:lnTo>
                        <a:pt x="8" y="381"/>
                      </a:lnTo>
                      <a:lnTo>
                        <a:pt x="13" y="383"/>
                      </a:lnTo>
                      <a:lnTo>
                        <a:pt x="17" y="369"/>
                      </a:lnTo>
                      <a:lnTo>
                        <a:pt x="5" y="374"/>
                      </a:lnTo>
                      <a:lnTo>
                        <a:pt x="4" y="374"/>
                      </a:lnTo>
                      <a:lnTo>
                        <a:pt x="4" y="374"/>
                      </a:lnTo>
                      <a:lnTo>
                        <a:pt x="4" y="374"/>
                      </a:lnTo>
                      <a:lnTo>
                        <a:pt x="3" y="371"/>
                      </a:lnTo>
                      <a:lnTo>
                        <a:pt x="4" y="369"/>
                      </a:lnTo>
                      <a:lnTo>
                        <a:pt x="16" y="362"/>
                      </a:lnTo>
                      <a:lnTo>
                        <a:pt x="10" y="361"/>
                      </a:lnTo>
                      <a:lnTo>
                        <a:pt x="10" y="361"/>
                      </a:lnTo>
                      <a:lnTo>
                        <a:pt x="10" y="359"/>
                      </a:lnTo>
                      <a:lnTo>
                        <a:pt x="20" y="344"/>
                      </a:lnTo>
                      <a:lnTo>
                        <a:pt x="20" y="344"/>
                      </a:lnTo>
                      <a:lnTo>
                        <a:pt x="20" y="344"/>
                      </a:lnTo>
                      <a:lnTo>
                        <a:pt x="22" y="344"/>
                      </a:lnTo>
                      <a:lnTo>
                        <a:pt x="22" y="347"/>
                      </a:lnTo>
                      <a:lnTo>
                        <a:pt x="25" y="343"/>
                      </a:lnTo>
                      <a:lnTo>
                        <a:pt x="19" y="343"/>
                      </a:lnTo>
                      <a:lnTo>
                        <a:pt x="8" y="359"/>
                      </a:lnTo>
                      <a:lnTo>
                        <a:pt x="7" y="359"/>
                      </a:lnTo>
                      <a:lnTo>
                        <a:pt x="7" y="359"/>
                      </a:lnTo>
                      <a:lnTo>
                        <a:pt x="7" y="359"/>
                      </a:lnTo>
                      <a:lnTo>
                        <a:pt x="5" y="356"/>
                      </a:lnTo>
                      <a:lnTo>
                        <a:pt x="5" y="356"/>
                      </a:lnTo>
                      <a:lnTo>
                        <a:pt x="8" y="353"/>
                      </a:lnTo>
                      <a:lnTo>
                        <a:pt x="7" y="350"/>
                      </a:lnTo>
                      <a:lnTo>
                        <a:pt x="5" y="353"/>
                      </a:lnTo>
                      <a:lnTo>
                        <a:pt x="4" y="353"/>
                      </a:lnTo>
                      <a:lnTo>
                        <a:pt x="4" y="353"/>
                      </a:lnTo>
                      <a:lnTo>
                        <a:pt x="4" y="352"/>
                      </a:lnTo>
                      <a:lnTo>
                        <a:pt x="3" y="347"/>
                      </a:lnTo>
                      <a:lnTo>
                        <a:pt x="3" y="346"/>
                      </a:lnTo>
                      <a:lnTo>
                        <a:pt x="8" y="340"/>
                      </a:lnTo>
                      <a:lnTo>
                        <a:pt x="4" y="341"/>
                      </a:lnTo>
                      <a:lnTo>
                        <a:pt x="3" y="341"/>
                      </a:lnTo>
                      <a:lnTo>
                        <a:pt x="3" y="340"/>
                      </a:lnTo>
                      <a:lnTo>
                        <a:pt x="0" y="335"/>
                      </a:lnTo>
                      <a:lnTo>
                        <a:pt x="0" y="335"/>
                      </a:lnTo>
                      <a:lnTo>
                        <a:pt x="1" y="335"/>
                      </a:lnTo>
                      <a:lnTo>
                        <a:pt x="1" y="335"/>
                      </a:lnTo>
                      <a:lnTo>
                        <a:pt x="4" y="337"/>
                      </a:lnTo>
                      <a:lnTo>
                        <a:pt x="4" y="334"/>
                      </a:lnTo>
                      <a:lnTo>
                        <a:pt x="1" y="332"/>
                      </a:lnTo>
                      <a:lnTo>
                        <a:pt x="1" y="331"/>
                      </a:lnTo>
                      <a:lnTo>
                        <a:pt x="1" y="331"/>
                      </a:lnTo>
                      <a:lnTo>
                        <a:pt x="23" y="326"/>
                      </a:lnTo>
                      <a:lnTo>
                        <a:pt x="23" y="326"/>
                      </a:lnTo>
                      <a:lnTo>
                        <a:pt x="23" y="326"/>
                      </a:lnTo>
                      <a:lnTo>
                        <a:pt x="26" y="332"/>
                      </a:lnTo>
                      <a:lnTo>
                        <a:pt x="28" y="331"/>
                      </a:lnTo>
                      <a:lnTo>
                        <a:pt x="28" y="326"/>
                      </a:lnTo>
                      <a:lnTo>
                        <a:pt x="28" y="326"/>
                      </a:lnTo>
                      <a:lnTo>
                        <a:pt x="31" y="325"/>
                      </a:lnTo>
                      <a:lnTo>
                        <a:pt x="31" y="323"/>
                      </a:lnTo>
                      <a:lnTo>
                        <a:pt x="32" y="319"/>
                      </a:lnTo>
                      <a:lnTo>
                        <a:pt x="28" y="325"/>
                      </a:lnTo>
                      <a:lnTo>
                        <a:pt x="28" y="325"/>
                      </a:lnTo>
                      <a:lnTo>
                        <a:pt x="26" y="325"/>
                      </a:lnTo>
                      <a:lnTo>
                        <a:pt x="23" y="325"/>
                      </a:lnTo>
                      <a:lnTo>
                        <a:pt x="22" y="325"/>
                      </a:lnTo>
                      <a:lnTo>
                        <a:pt x="20" y="325"/>
                      </a:lnTo>
                      <a:lnTo>
                        <a:pt x="20" y="323"/>
                      </a:lnTo>
                      <a:lnTo>
                        <a:pt x="20" y="322"/>
                      </a:lnTo>
                      <a:lnTo>
                        <a:pt x="19" y="326"/>
                      </a:lnTo>
                      <a:lnTo>
                        <a:pt x="17" y="326"/>
                      </a:lnTo>
                      <a:lnTo>
                        <a:pt x="17" y="326"/>
                      </a:lnTo>
                      <a:lnTo>
                        <a:pt x="14" y="326"/>
                      </a:lnTo>
                      <a:lnTo>
                        <a:pt x="10" y="326"/>
                      </a:lnTo>
                      <a:lnTo>
                        <a:pt x="5" y="326"/>
                      </a:lnTo>
                      <a:lnTo>
                        <a:pt x="3" y="326"/>
                      </a:lnTo>
                      <a:lnTo>
                        <a:pt x="3" y="326"/>
                      </a:lnTo>
                      <a:lnTo>
                        <a:pt x="1" y="326"/>
                      </a:lnTo>
                      <a:lnTo>
                        <a:pt x="1" y="319"/>
                      </a:lnTo>
                      <a:lnTo>
                        <a:pt x="4" y="313"/>
                      </a:lnTo>
                      <a:lnTo>
                        <a:pt x="1" y="310"/>
                      </a:lnTo>
                      <a:lnTo>
                        <a:pt x="1" y="310"/>
                      </a:lnTo>
                      <a:lnTo>
                        <a:pt x="1" y="309"/>
                      </a:lnTo>
                      <a:lnTo>
                        <a:pt x="13" y="306"/>
                      </a:lnTo>
                      <a:lnTo>
                        <a:pt x="4" y="306"/>
                      </a:lnTo>
                      <a:lnTo>
                        <a:pt x="3" y="306"/>
                      </a:lnTo>
                      <a:lnTo>
                        <a:pt x="3" y="300"/>
                      </a:lnTo>
                      <a:lnTo>
                        <a:pt x="3" y="298"/>
                      </a:lnTo>
                      <a:lnTo>
                        <a:pt x="3" y="298"/>
                      </a:lnTo>
                      <a:lnTo>
                        <a:pt x="4" y="298"/>
                      </a:lnTo>
                      <a:lnTo>
                        <a:pt x="14" y="301"/>
                      </a:lnTo>
                      <a:lnTo>
                        <a:pt x="13" y="298"/>
                      </a:lnTo>
                      <a:lnTo>
                        <a:pt x="13" y="298"/>
                      </a:lnTo>
                      <a:lnTo>
                        <a:pt x="17" y="292"/>
                      </a:lnTo>
                      <a:lnTo>
                        <a:pt x="17" y="292"/>
                      </a:lnTo>
                      <a:lnTo>
                        <a:pt x="17" y="292"/>
                      </a:lnTo>
                      <a:lnTo>
                        <a:pt x="19" y="292"/>
                      </a:lnTo>
                      <a:lnTo>
                        <a:pt x="20" y="295"/>
                      </a:lnTo>
                      <a:lnTo>
                        <a:pt x="20" y="292"/>
                      </a:lnTo>
                      <a:lnTo>
                        <a:pt x="20" y="289"/>
                      </a:lnTo>
                      <a:lnTo>
                        <a:pt x="19" y="288"/>
                      </a:lnTo>
                      <a:lnTo>
                        <a:pt x="19" y="286"/>
                      </a:lnTo>
                      <a:lnTo>
                        <a:pt x="19" y="286"/>
                      </a:lnTo>
                      <a:lnTo>
                        <a:pt x="34" y="286"/>
                      </a:lnTo>
                      <a:lnTo>
                        <a:pt x="34" y="283"/>
                      </a:lnTo>
                      <a:lnTo>
                        <a:pt x="26" y="279"/>
                      </a:lnTo>
                      <a:lnTo>
                        <a:pt x="26" y="279"/>
                      </a:lnTo>
                      <a:lnTo>
                        <a:pt x="26" y="278"/>
                      </a:lnTo>
                      <a:lnTo>
                        <a:pt x="34" y="273"/>
                      </a:lnTo>
                      <a:lnTo>
                        <a:pt x="47" y="261"/>
                      </a:lnTo>
                      <a:lnTo>
                        <a:pt x="54" y="258"/>
                      </a:lnTo>
                      <a:lnTo>
                        <a:pt x="54" y="258"/>
                      </a:lnTo>
                      <a:lnTo>
                        <a:pt x="54" y="258"/>
                      </a:lnTo>
                      <a:lnTo>
                        <a:pt x="54" y="260"/>
                      </a:lnTo>
                      <a:lnTo>
                        <a:pt x="56" y="264"/>
                      </a:lnTo>
                      <a:lnTo>
                        <a:pt x="57" y="263"/>
                      </a:lnTo>
                      <a:lnTo>
                        <a:pt x="56" y="258"/>
                      </a:lnTo>
                      <a:lnTo>
                        <a:pt x="56" y="258"/>
                      </a:lnTo>
                      <a:lnTo>
                        <a:pt x="62" y="255"/>
                      </a:lnTo>
                      <a:lnTo>
                        <a:pt x="63" y="255"/>
                      </a:lnTo>
                      <a:lnTo>
                        <a:pt x="63" y="255"/>
                      </a:lnTo>
                      <a:lnTo>
                        <a:pt x="68" y="261"/>
                      </a:lnTo>
                      <a:lnTo>
                        <a:pt x="77" y="254"/>
                      </a:lnTo>
                      <a:lnTo>
                        <a:pt x="68" y="258"/>
                      </a:lnTo>
                      <a:lnTo>
                        <a:pt x="68" y="258"/>
                      </a:lnTo>
                      <a:lnTo>
                        <a:pt x="68" y="258"/>
                      </a:lnTo>
                      <a:lnTo>
                        <a:pt x="62" y="249"/>
                      </a:lnTo>
                      <a:lnTo>
                        <a:pt x="62" y="248"/>
                      </a:lnTo>
                      <a:lnTo>
                        <a:pt x="66" y="245"/>
                      </a:lnTo>
                      <a:lnTo>
                        <a:pt x="66" y="240"/>
                      </a:lnTo>
                      <a:lnTo>
                        <a:pt x="78" y="227"/>
                      </a:lnTo>
                      <a:lnTo>
                        <a:pt x="78" y="226"/>
                      </a:lnTo>
                      <a:lnTo>
                        <a:pt x="80" y="226"/>
                      </a:lnTo>
                      <a:lnTo>
                        <a:pt x="84" y="229"/>
                      </a:lnTo>
                      <a:lnTo>
                        <a:pt x="84" y="223"/>
                      </a:lnTo>
                      <a:lnTo>
                        <a:pt x="83" y="221"/>
                      </a:lnTo>
                      <a:lnTo>
                        <a:pt x="83" y="221"/>
                      </a:lnTo>
                      <a:lnTo>
                        <a:pt x="83" y="217"/>
                      </a:lnTo>
                      <a:lnTo>
                        <a:pt x="84" y="215"/>
                      </a:lnTo>
                      <a:lnTo>
                        <a:pt x="96" y="208"/>
                      </a:lnTo>
                      <a:lnTo>
                        <a:pt x="96" y="205"/>
                      </a:lnTo>
                      <a:lnTo>
                        <a:pt x="94" y="206"/>
                      </a:lnTo>
                      <a:lnTo>
                        <a:pt x="93" y="206"/>
                      </a:lnTo>
                      <a:lnTo>
                        <a:pt x="93" y="206"/>
                      </a:lnTo>
                      <a:lnTo>
                        <a:pt x="93" y="205"/>
                      </a:lnTo>
                      <a:lnTo>
                        <a:pt x="96" y="196"/>
                      </a:lnTo>
                      <a:lnTo>
                        <a:pt x="96" y="196"/>
                      </a:lnTo>
                      <a:lnTo>
                        <a:pt x="96" y="196"/>
                      </a:lnTo>
                      <a:lnTo>
                        <a:pt x="96" y="196"/>
                      </a:lnTo>
                      <a:lnTo>
                        <a:pt x="99" y="199"/>
                      </a:lnTo>
                      <a:lnTo>
                        <a:pt x="97" y="194"/>
                      </a:lnTo>
                      <a:lnTo>
                        <a:pt x="99" y="193"/>
                      </a:lnTo>
                      <a:lnTo>
                        <a:pt x="100" y="193"/>
                      </a:lnTo>
                      <a:lnTo>
                        <a:pt x="102" y="186"/>
                      </a:lnTo>
                      <a:lnTo>
                        <a:pt x="102" y="184"/>
                      </a:lnTo>
                      <a:lnTo>
                        <a:pt x="102" y="184"/>
                      </a:lnTo>
                      <a:lnTo>
                        <a:pt x="103" y="184"/>
                      </a:lnTo>
                      <a:lnTo>
                        <a:pt x="106" y="186"/>
                      </a:lnTo>
                      <a:lnTo>
                        <a:pt x="105" y="183"/>
                      </a:lnTo>
                      <a:lnTo>
                        <a:pt x="100" y="186"/>
                      </a:lnTo>
                      <a:lnTo>
                        <a:pt x="99" y="186"/>
                      </a:lnTo>
                      <a:lnTo>
                        <a:pt x="99" y="186"/>
                      </a:lnTo>
                      <a:lnTo>
                        <a:pt x="99" y="184"/>
                      </a:lnTo>
                      <a:lnTo>
                        <a:pt x="109" y="174"/>
                      </a:lnTo>
                      <a:lnTo>
                        <a:pt x="106" y="168"/>
                      </a:lnTo>
                      <a:lnTo>
                        <a:pt x="106" y="166"/>
                      </a:lnTo>
                      <a:lnTo>
                        <a:pt x="106" y="166"/>
                      </a:lnTo>
                      <a:lnTo>
                        <a:pt x="111" y="165"/>
                      </a:lnTo>
                      <a:lnTo>
                        <a:pt x="109" y="165"/>
                      </a:lnTo>
                      <a:lnTo>
                        <a:pt x="108" y="163"/>
                      </a:lnTo>
                      <a:lnTo>
                        <a:pt x="109" y="160"/>
                      </a:lnTo>
                      <a:lnTo>
                        <a:pt x="121" y="150"/>
                      </a:lnTo>
                      <a:lnTo>
                        <a:pt x="126" y="134"/>
                      </a:lnTo>
                      <a:lnTo>
                        <a:pt x="126" y="132"/>
                      </a:lnTo>
                      <a:lnTo>
                        <a:pt x="134" y="131"/>
                      </a:lnTo>
                      <a:lnTo>
                        <a:pt x="134" y="131"/>
                      </a:lnTo>
                      <a:lnTo>
                        <a:pt x="133" y="131"/>
                      </a:lnTo>
                      <a:lnTo>
                        <a:pt x="134" y="129"/>
                      </a:lnTo>
                      <a:lnTo>
                        <a:pt x="137" y="126"/>
                      </a:lnTo>
                      <a:lnTo>
                        <a:pt x="136" y="120"/>
                      </a:lnTo>
                      <a:lnTo>
                        <a:pt x="136" y="120"/>
                      </a:lnTo>
                      <a:lnTo>
                        <a:pt x="142" y="110"/>
                      </a:lnTo>
                      <a:lnTo>
                        <a:pt x="143" y="110"/>
                      </a:lnTo>
                      <a:lnTo>
                        <a:pt x="143" y="110"/>
                      </a:lnTo>
                      <a:lnTo>
                        <a:pt x="143" y="110"/>
                      </a:lnTo>
                      <a:lnTo>
                        <a:pt x="146" y="119"/>
                      </a:lnTo>
                      <a:lnTo>
                        <a:pt x="149" y="116"/>
                      </a:lnTo>
                      <a:lnTo>
                        <a:pt x="148" y="104"/>
                      </a:lnTo>
                      <a:lnTo>
                        <a:pt x="148" y="103"/>
                      </a:lnTo>
                      <a:lnTo>
                        <a:pt x="149" y="103"/>
                      </a:lnTo>
                      <a:lnTo>
                        <a:pt x="149" y="103"/>
                      </a:lnTo>
                      <a:lnTo>
                        <a:pt x="152" y="104"/>
                      </a:lnTo>
                      <a:lnTo>
                        <a:pt x="155" y="104"/>
                      </a:lnTo>
                      <a:lnTo>
                        <a:pt x="158" y="104"/>
                      </a:lnTo>
                      <a:lnTo>
                        <a:pt x="160" y="104"/>
                      </a:lnTo>
                      <a:lnTo>
                        <a:pt x="161" y="106"/>
                      </a:lnTo>
                      <a:lnTo>
                        <a:pt x="164" y="101"/>
                      </a:lnTo>
                      <a:lnTo>
                        <a:pt x="151" y="98"/>
                      </a:lnTo>
                      <a:lnTo>
                        <a:pt x="151" y="98"/>
                      </a:lnTo>
                      <a:lnTo>
                        <a:pt x="151" y="97"/>
                      </a:lnTo>
                      <a:lnTo>
                        <a:pt x="166" y="89"/>
                      </a:lnTo>
                      <a:lnTo>
                        <a:pt x="166" y="86"/>
                      </a:lnTo>
                      <a:lnTo>
                        <a:pt x="166" y="85"/>
                      </a:lnTo>
                      <a:lnTo>
                        <a:pt x="166" y="85"/>
                      </a:lnTo>
                      <a:lnTo>
                        <a:pt x="166" y="85"/>
                      </a:lnTo>
                      <a:lnTo>
                        <a:pt x="167" y="85"/>
                      </a:lnTo>
                      <a:lnTo>
                        <a:pt x="164" y="80"/>
                      </a:lnTo>
                      <a:lnTo>
                        <a:pt x="164" y="80"/>
                      </a:lnTo>
                      <a:lnTo>
                        <a:pt x="171" y="73"/>
                      </a:lnTo>
                      <a:lnTo>
                        <a:pt x="170" y="71"/>
                      </a:lnTo>
                      <a:lnTo>
                        <a:pt x="173" y="63"/>
                      </a:lnTo>
                      <a:lnTo>
                        <a:pt x="173" y="63"/>
                      </a:lnTo>
                      <a:lnTo>
                        <a:pt x="173" y="63"/>
                      </a:lnTo>
                      <a:lnTo>
                        <a:pt x="174" y="63"/>
                      </a:lnTo>
                      <a:lnTo>
                        <a:pt x="174" y="68"/>
                      </a:lnTo>
                      <a:lnTo>
                        <a:pt x="179" y="70"/>
                      </a:lnTo>
                      <a:lnTo>
                        <a:pt x="180" y="68"/>
                      </a:lnTo>
                      <a:lnTo>
                        <a:pt x="176" y="61"/>
                      </a:lnTo>
                      <a:lnTo>
                        <a:pt x="176" y="61"/>
                      </a:lnTo>
                      <a:lnTo>
                        <a:pt x="177" y="61"/>
                      </a:lnTo>
                      <a:lnTo>
                        <a:pt x="180" y="61"/>
                      </a:lnTo>
                      <a:lnTo>
                        <a:pt x="180" y="61"/>
                      </a:lnTo>
                      <a:lnTo>
                        <a:pt x="186" y="67"/>
                      </a:lnTo>
                      <a:lnTo>
                        <a:pt x="183" y="64"/>
                      </a:lnTo>
                      <a:lnTo>
                        <a:pt x="185" y="54"/>
                      </a:lnTo>
                      <a:lnTo>
                        <a:pt x="186" y="52"/>
                      </a:lnTo>
                      <a:lnTo>
                        <a:pt x="186" y="52"/>
                      </a:lnTo>
                      <a:lnTo>
                        <a:pt x="189" y="52"/>
                      </a:lnTo>
                      <a:lnTo>
                        <a:pt x="191" y="52"/>
                      </a:lnTo>
                      <a:lnTo>
                        <a:pt x="192" y="52"/>
                      </a:lnTo>
                      <a:lnTo>
                        <a:pt x="192" y="52"/>
                      </a:lnTo>
                      <a:lnTo>
                        <a:pt x="192" y="52"/>
                      </a:lnTo>
                      <a:lnTo>
                        <a:pt x="192" y="57"/>
                      </a:lnTo>
                      <a:lnTo>
                        <a:pt x="194" y="54"/>
                      </a:lnTo>
                      <a:lnTo>
                        <a:pt x="200" y="46"/>
                      </a:lnTo>
                      <a:lnTo>
                        <a:pt x="201" y="46"/>
                      </a:lnTo>
                      <a:lnTo>
                        <a:pt x="201" y="46"/>
                      </a:lnTo>
                      <a:lnTo>
                        <a:pt x="201" y="46"/>
                      </a:lnTo>
                      <a:lnTo>
                        <a:pt x="201" y="61"/>
                      </a:lnTo>
                      <a:lnTo>
                        <a:pt x="201" y="66"/>
                      </a:lnTo>
                      <a:lnTo>
                        <a:pt x="204" y="60"/>
                      </a:lnTo>
                      <a:lnTo>
                        <a:pt x="204" y="54"/>
                      </a:lnTo>
                      <a:lnTo>
                        <a:pt x="206" y="49"/>
                      </a:lnTo>
                      <a:lnTo>
                        <a:pt x="206" y="49"/>
                      </a:lnTo>
                      <a:lnTo>
                        <a:pt x="213" y="46"/>
                      </a:lnTo>
                      <a:lnTo>
                        <a:pt x="213" y="43"/>
                      </a:lnTo>
                      <a:lnTo>
                        <a:pt x="213" y="43"/>
                      </a:lnTo>
                      <a:lnTo>
                        <a:pt x="213" y="43"/>
                      </a:lnTo>
                      <a:lnTo>
                        <a:pt x="213" y="43"/>
                      </a:lnTo>
                      <a:lnTo>
                        <a:pt x="222" y="52"/>
                      </a:lnTo>
                      <a:lnTo>
                        <a:pt x="222" y="42"/>
                      </a:lnTo>
                      <a:lnTo>
                        <a:pt x="216" y="40"/>
                      </a:lnTo>
                      <a:lnTo>
                        <a:pt x="216" y="39"/>
                      </a:lnTo>
                      <a:lnTo>
                        <a:pt x="216" y="33"/>
                      </a:lnTo>
                      <a:lnTo>
                        <a:pt x="216" y="31"/>
                      </a:lnTo>
                      <a:lnTo>
                        <a:pt x="216" y="31"/>
                      </a:lnTo>
                      <a:lnTo>
                        <a:pt x="217" y="33"/>
                      </a:lnTo>
                      <a:lnTo>
                        <a:pt x="219" y="36"/>
                      </a:lnTo>
                      <a:lnTo>
                        <a:pt x="220" y="33"/>
                      </a:lnTo>
                      <a:lnTo>
                        <a:pt x="222" y="31"/>
                      </a:lnTo>
                      <a:lnTo>
                        <a:pt x="222" y="31"/>
                      </a:lnTo>
                      <a:lnTo>
                        <a:pt x="222" y="33"/>
                      </a:lnTo>
                      <a:lnTo>
                        <a:pt x="228" y="39"/>
                      </a:lnTo>
                      <a:lnTo>
                        <a:pt x="235" y="36"/>
                      </a:lnTo>
                      <a:lnTo>
                        <a:pt x="235" y="36"/>
                      </a:lnTo>
                      <a:lnTo>
                        <a:pt x="235" y="36"/>
                      </a:lnTo>
                      <a:lnTo>
                        <a:pt x="235" y="37"/>
                      </a:lnTo>
                      <a:lnTo>
                        <a:pt x="235" y="40"/>
                      </a:lnTo>
                      <a:lnTo>
                        <a:pt x="238" y="43"/>
                      </a:lnTo>
                      <a:lnTo>
                        <a:pt x="238" y="36"/>
                      </a:lnTo>
                      <a:lnTo>
                        <a:pt x="240" y="34"/>
                      </a:lnTo>
                      <a:lnTo>
                        <a:pt x="256" y="18"/>
                      </a:lnTo>
                      <a:lnTo>
                        <a:pt x="252" y="12"/>
                      </a:lnTo>
                      <a:lnTo>
                        <a:pt x="252" y="12"/>
                      </a:lnTo>
                      <a:lnTo>
                        <a:pt x="253" y="11"/>
                      </a:lnTo>
                      <a:lnTo>
                        <a:pt x="260" y="6"/>
                      </a:lnTo>
                      <a:lnTo>
                        <a:pt x="262" y="6"/>
                      </a:lnTo>
                      <a:lnTo>
                        <a:pt x="262" y="6"/>
                      </a:lnTo>
                      <a:lnTo>
                        <a:pt x="262" y="6"/>
                      </a:lnTo>
                      <a:lnTo>
                        <a:pt x="265" y="12"/>
                      </a:lnTo>
                      <a:lnTo>
                        <a:pt x="272" y="11"/>
                      </a:lnTo>
                      <a:lnTo>
                        <a:pt x="272" y="11"/>
                      </a:lnTo>
                      <a:lnTo>
                        <a:pt x="274" y="11"/>
                      </a:lnTo>
                      <a:lnTo>
                        <a:pt x="274" y="11"/>
                      </a:lnTo>
                      <a:lnTo>
                        <a:pt x="265" y="27"/>
                      </a:lnTo>
                      <a:lnTo>
                        <a:pt x="260" y="39"/>
                      </a:lnTo>
                      <a:lnTo>
                        <a:pt x="262" y="40"/>
                      </a:lnTo>
                      <a:lnTo>
                        <a:pt x="283" y="8"/>
                      </a:lnTo>
                      <a:lnTo>
                        <a:pt x="283" y="6"/>
                      </a:lnTo>
                      <a:lnTo>
                        <a:pt x="283" y="8"/>
                      </a:lnTo>
                      <a:lnTo>
                        <a:pt x="283" y="8"/>
                      </a:lnTo>
                      <a:lnTo>
                        <a:pt x="283" y="28"/>
                      </a:lnTo>
                      <a:lnTo>
                        <a:pt x="289" y="25"/>
                      </a:lnTo>
                      <a:lnTo>
                        <a:pt x="295" y="0"/>
                      </a:lnTo>
                      <a:lnTo>
                        <a:pt x="296" y="0"/>
                      </a:lnTo>
                      <a:lnTo>
                        <a:pt x="29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33" name="Freeform 942">
                  <a:extLst>
                    <a:ext uri="{FF2B5EF4-FFF2-40B4-BE49-F238E27FC236}">
                      <a16:creationId xmlns:a16="http://schemas.microsoft.com/office/drawing/2014/main" id="{F0283BFC-81A2-215A-664C-9D7FB24126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037772" y="3634778"/>
                  <a:ext cx="41455" cy="20726"/>
                </a:xfrm>
                <a:custGeom>
                  <a:avLst/>
                  <a:gdLst>
                    <a:gd name="T0" fmla="*/ 8 w 12"/>
                    <a:gd name="T1" fmla="*/ 0 h 6"/>
                    <a:gd name="T2" fmla="*/ 8 w 12"/>
                    <a:gd name="T3" fmla="*/ 0 h 6"/>
                    <a:gd name="T4" fmla="*/ 12 w 12"/>
                    <a:gd name="T5" fmla="*/ 5 h 6"/>
                    <a:gd name="T6" fmla="*/ 12 w 12"/>
                    <a:gd name="T7" fmla="*/ 5 h 6"/>
                    <a:gd name="T8" fmla="*/ 11 w 12"/>
                    <a:gd name="T9" fmla="*/ 5 h 6"/>
                    <a:gd name="T10" fmla="*/ 11 w 12"/>
                    <a:gd name="T11" fmla="*/ 6 h 6"/>
                    <a:gd name="T12" fmla="*/ 8 w 12"/>
                    <a:gd name="T13" fmla="*/ 6 h 6"/>
                    <a:gd name="T14" fmla="*/ 5 w 12"/>
                    <a:gd name="T15" fmla="*/ 6 h 6"/>
                    <a:gd name="T16" fmla="*/ 2 w 12"/>
                    <a:gd name="T17" fmla="*/ 6 h 6"/>
                    <a:gd name="T18" fmla="*/ 2 w 12"/>
                    <a:gd name="T19" fmla="*/ 6 h 6"/>
                    <a:gd name="T20" fmla="*/ 0 w 12"/>
                    <a:gd name="T21" fmla="*/ 6 h 6"/>
                    <a:gd name="T22" fmla="*/ 0 w 12"/>
                    <a:gd name="T23" fmla="*/ 5 h 6"/>
                    <a:gd name="T24" fmla="*/ 8 w 12"/>
                    <a:gd name="T25" fmla="*/ 0 h 6"/>
                    <a:gd name="T26" fmla="*/ 8 w 12"/>
                    <a:gd name="T27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" h="6">
                      <a:moveTo>
                        <a:pt x="8" y="0"/>
                      </a:moveTo>
                      <a:lnTo>
                        <a:pt x="8" y="0"/>
                      </a:lnTo>
                      <a:lnTo>
                        <a:pt x="12" y="5"/>
                      </a:lnTo>
                      <a:lnTo>
                        <a:pt x="12" y="5"/>
                      </a:lnTo>
                      <a:lnTo>
                        <a:pt x="11" y="5"/>
                      </a:lnTo>
                      <a:lnTo>
                        <a:pt x="11" y="6"/>
                      </a:lnTo>
                      <a:lnTo>
                        <a:pt x="8" y="6"/>
                      </a:lnTo>
                      <a:lnTo>
                        <a:pt x="5" y="6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8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34" name="Freeform 970">
                  <a:extLst>
                    <a:ext uri="{FF2B5EF4-FFF2-40B4-BE49-F238E27FC236}">
                      <a16:creationId xmlns:a16="http://schemas.microsoft.com/office/drawing/2014/main" id="{1C694CA2-0A8E-32F9-01A0-8139B520D9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916861" y="3769509"/>
                  <a:ext cx="13818" cy="20726"/>
                </a:xfrm>
                <a:custGeom>
                  <a:avLst/>
                  <a:gdLst>
                    <a:gd name="T0" fmla="*/ 4 w 4"/>
                    <a:gd name="T1" fmla="*/ 0 h 6"/>
                    <a:gd name="T2" fmla="*/ 4 w 4"/>
                    <a:gd name="T3" fmla="*/ 0 h 6"/>
                    <a:gd name="T4" fmla="*/ 4 w 4"/>
                    <a:gd name="T5" fmla="*/ 1 h 6"/>
                    <a:gd name="T6" fmla="*/ 3 w 4"/>
                    <a:gd name="T7" fmla="*/ 4 h 6"/>
                    <a:gd name="T8" fmla="*/ 3 w 4"/>
                    <a:gd name="T9" fmla="*/ 6 h 6"/>
                    <a:gd name="T10" fmla="*/ 3 w 4"/>
                    <a:gd name="T11" fmla="*/ 6 h 6"/>
                    <a:gd name="T12" fmla="*/ 1 w 4"/>
                    <a:gd name="T13" fmla="*/ 4 h 6"/>
                    <a:gd name="T14" fmla="*/ 0 w 4"/>
                    <a:gd name="T15" fmla="*/ 1 h 6"/>
                    <a:gd name="T16" fmla="*/ 0 w 4"/>
                    <a:gd name="T17" fmla="*/ 1 h 6"/>
                    <a:gd name="T18" fmla="*/ 1 w 4"/>
                    <a:gd name="T19" fmla="*/ 1 h 6"/>
                    <a:gd name="T20" fmla="*/ 4 w 4"/>
                    <a:gd name="T21" fmla="*/ 0 h 6"/>
                    <a:gd name="T22" fmla="*/ 4 w 4"/>
                    <a:gd name="T2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" h="6">
                      <a:moveTo>
                        <a:pt x="4" y="0"/>
                      </a:moveTo>
                      <a:lnTo>
                        <a:pt x="4" y="0"/>
                      </a:lnTo>
                      <a:lnTo>
                        <a:pt x="4" y="1"/>
                      </a:lnTo>
                      <a:lnTo>
                        <a:pt x="3" y="4"/>
                      </a:lnTo>
                      <a:lnTo>
                        <a:pt x="3" y="6"/>
                      </a:lnTo>
                      <a:lnTo>
                        <a:pt x="3" y="6"/>
                      </a:lnTo>
                      <a:lnTo>
                        <a:pt x="1" y="4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1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35" name="Freeform 971">
                  <a:extLst>
                    <a:ext uri="{FF2B5EF4-FFF2-40B4-BE49-F238E27FC236}">
                      <a16:creationId xmlns:a16="http://schemas.microsoft.com/office/drawing/2014/main" id="{5CFF7D2A-BD63-A6C0-7596-FC325A7FA45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16861" y="3769509"/>
                  <a:ext cx="20726" cy="20726"/>
                </a:xfrm>
                <a:custGeom>
                  <a:avLst/>
                  <a:gdLst>
                    <a:gd name="T0" fmla="*/ 4 w 6"/>
                    <a:gd name="T1" fmla="*/ 1 h 6"/>
                    <a:gd name="T2" fmla="*/ 1 w 6"/>
                    <a:gd name="T3" fmla="*/ 1 h 6"/>
                    <a:gd name="T4" fmla="*/ 3 w 6"/>
                    <a:gd name="T5" fmla="*/ 4 h 6"/>
                    <a:gd name="T6" fmla="*/ 4 w 6"/>
                    <a:gd name="T7" fmla="*/ 1 h 6"/>
                    <a:gd name="T8" fmla="*/ 4 w 6"/>
                    <a:gd name="T9" fmla="*/ 0 h 6"/>
                    <a:gd name="T10" fmla="*/ 4 w 6"/>
                    <a:gd name="T11" fmla="*/ 0 h 6"/>
                    <a:gd name="T12" fmla="*/ 6 w 6"/>
                    <a:gd name="T13" fmla="*/ 1 h 6"/>
                    <a:gd name="T14" fmla="*/ 4 w 6"/>
                    <a:gd name="T15" fmla="*/ 6 h 6"/>
                    <a:gd name="T16" fmla="*/ 3 w 6"/>
                    <a:gd name="T17" fmla="*/ 6 h 6"/>
                    <a:gd name="T18" fmla="*/ 3 w 6"/>
                    <a:gd name="T19" fmla="*/ 6 h 6"/>
                    <a:gd name="T20" fmla="*/ 3 w 6"/>
                    <a:gd name="T21" fmla="*/ 6 h 6"/>
                    <a:gd name="T22" fmla="*/ 1 w 6"/>
                    <a:gd name="T23" fmla="*/ 6 h 6"/>
                    <a:gd name="T24" fmla="*/ 1 w 6"/>
                    <a:gd name="T25" fmla="*/ 6 h 6"/>
                    <a:gd name="T26" fmla="*/ 0 w 6"/>
                    <a:gd name="T27" fmla="*/ 1 h 6"/>
                    <a:gd name="T28" fmla="*/ 0 w 6"/>
                    <a:gd name="T29" fmla="*/ 1 h 6"/>
                    <a:gd name="T30" fmla="*/ 1 w 6"/>
                    <a:gd name="T31" fmla="*/ 0 h 6"/>
                    <a:gd name="T32" fmla="*/ 3 w 6"/>
                    <a:gd name="T33" fmla="*/ 0 h 6"/>
                    <a:gd name="T34" fmla="*/ 4 w 6"/>
                    <a:gd name="T3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6" h="6">
                      <a:moveTo>
                        <a:pt x="4" y="1"/>
                      </a:moveTo>
                      <a:lnTo>
                        <a:pt x="1" y="1"/>
                      </a:lnTo>
                      <a:lnTo>
                        <a:pt x="3" y="4"/>
                      </a:lnTo>
                      <a:lnTo>
                        <a:pt x="4" y="1"/>
                      </a:lnTo>
                      <a:close/>
                      <a:moveTo>
                        <a:pt x="4" y="0"/>
                      </a:moveTo>
                      <a:lnTo>
                        <a:pt x="4" y="0"/>
                      </a:lnTo>
                      <a:lnTo>
                        <a:pt x="6" y="1"/>
                      </a:lnTo>
                      <a:lnTo>
                        <a:pt x="4" y="6"/>
                      </a:lnTo>
                      <a:lnTo>
                        <a:pt x="3" y="6"/>
                      </a:lnTo>
                      <a:lnTo>
                        <a:pt x="3" y="6"/>
                      </a:lnTo>
                      <a:lnTo>
                        <a:pt x="3" y="6"/>
                      </a:lnTo>
                      <a:lnTo>
                        <a:pt x="1" y="6"/>
                      </a:lnTo>
                      <a:lnTo>
                        <a:pt x="1" y="6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071" name="SWITZERLAND">
                <a:extLst>
                  <a:ext uri="{FF2B5EF4-FFF2-40B4-BE49-F238E27FC236}">
                    <a16:creationId xmlns:a16="http://schemas.microsoft.com/office/drawing/2014/main" id="{ED6173BE-4CD2-9747-94B2-E8DAAE269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8825" y="3222198"/>
                <a:ext cx="121445" cy="74102"/>
              </a:xfrm>
              <a:custGeom>
                <a:avLst/>
                <a:gdLst>
                  <a:gd name="T0" fmla="*/ 37 w 59"/>
                  <a:gd name="T1" fmla="*/ 0 h 36"/>
                  <a:gd name="T2" fmla="*/ 46 w 59"/>
                  <a:gd name="T3" fmla="*/ 3 h 36"/>
                  <a:gd name="T4" fmla="*/ 46 w 59"/>
                  <a:gd name="T5" fmla="*/ 3 h 36"/>
                  <a:gd name="T6" fmla="*/ 49 w 59"/>
                  <a:gd name="T7" fmla="*/ 12 h 36"/>
                  <a:gd name="T8" fmla="*/ 58 w 59"/>
                  <a:gd name="T9" fmla="*/ 15 h 36"/>
                  <a:gd name="T10" fmla="*/ 59 w 59"/>
                  <a:gd name="T11" fmla="*/ 17 h 36"/>
                  <a:gd name="T12" fmla="*/ 59 w 59"/>
                  <a:gd name="T13" fmla="*/ 20 h 36"/>
                  <a:gd name="T14" fmla="*/ 58 w 59"/>
                  <a:gd name="T15" fmla="*/ 21 h 36"/>
                  <a:gd name="T16" fmla="*/ 55 w 59"/>
                  <a:gd name="T17" fmla="*/ 21 h 36"/>
                  <a:gd name="T18" fmla="*/ 55 w 59"/>
                  <a:gd name="T19" fmla="*/ 27 h 36"/>
                  <a:gd name="T20" fmla="*/ 55 w 59"/>
                  <a:gd name="T21" fmla="*/ 27 h 36"/>
                  <a:gd name="T22" fmla="*/ 55 w 59"/>
                  <a:gd name="T23" fmla="*/ 27 h 36"/>
                  <a:gd name="T24" fmla="*/ 55 w 59"/>
                  <a:gd name="T25" fmla="*/ 27 h 36"/>
                  <a:gd name="T26" fmla="*/ 44 w 59"/>
                  <a:gd name="T27" fmla="*/ 24 h 36"/>
                  <a:gd name="T28" fmla="*/ 40 w 59"/>
                  <a:gd name="T29" fmla="*/ 34 h 36"/>
                  <a:gd name="T30" fmla="*/ 40 w 59"/>
                  <a:gd name="T31" fmla="*/ 34 h 36"/>
                  <a:gd name="T32" fmla="*/ 40 w 59"/>
                  <a:gd name="T33" fmla="*/ 34 h 36"/>
                  <a:gd name="T34" fmla="*/ 40 w 59"/>
                  <a:gd name="T35" fmla="*/ 34 h 36"/>
                  <a:gd name="T36" fmla="*/ 32 w 59"/>
                  <a:gd name="T37" fmla="*/ 27 h 36"/>
                  <a:gd name="T38" fmla="*/ 25 w 59"/>
                  <a:gd name="T39" fmla="*/ 34 h 36"/>
                  <a:gd name="T40" fmla="*/ 25 w 59"/>
                  <a:gd name="T41" fmla="*/ 34 h 36"/>
                  <a:gd name="T42" fmla="*/ 22 w 59"/>
                  <a:gd name="T43" fmla="*/ 34 h 36"/>
                  <a:gd name="T44" fmla="*/ 19 w 59"/>
                  <a:gd name="T45" fmla="*/ 34 h 36"/>
                  <a:gd name="T46" fmla="*/ 18 w 59"/>
                  <a:gd name="T47" fmla="*/ 34 h 36"/>
                  <a:gd name="T48" fmla="*/ 15 w 59"/>
                  <a:gd name="T49" fmla="*/ 36 h 36"/>
                  <a:gd name="T50" fmla="*/ 15 w 59"/>
                  <a:gd name="T51" fmla="*/ 36 h 36"/>
                  <a:gd name="T52" fmla="*/ 13 w 59"/>
                  <a:gd name="T53" fmla="*/ 34 h 36"/>
                  <a:gd name="T54" fmla="*/ 10 w 59"/>
                  <a:gd name="T55" fmla="*/ 26 h 36"/>
                  <a:gd name="T56" fmla="*/ 6 w 59"/>
                  <a:gd name="T57" fmla="*/ 26 h 36"/>
                  <a:gd name="T58" fmla="*/ 1 w 59"/>
                  <a:gd name="T59" fmla="*/ 30 h 36"/>
                  <a:gd name="T60" fmla="*/ 1 w 59"/>
                  <a:gd name="T61" fmla="*/ 30 h 36"/>
                  <a:gd name="T62" fmla="*/ 1 w 59"/>
                  <a:gd name="T63" fmla="*/ 30 h 36"/>
                  <a:gd name="T64" fmla="*/ 1 w 59"/>
                  <a:gd name="T65" fmla="*/ 30 h 36"/>
                  <a:gd name="T66" fmla="*/ 0 w 59"/>
                  <a:gd name="T67" fmla="*/ 24 h 36"/>
                  <a:gd name="T68" fmla="*/ 13 w 59"/>
                  <a:gd name="T69" fmla="*/ 3 h 36"/>
                  <a:gd name="T70" fmla="*/ 13 w 59"/>
                  <a:gd name="T71" fmla="*/ 3 h 36"/>
                  <a:gd name="T72" fmla="*/ 21 w 59"/>
                  <a:gd name="T73" fmla="*/ 0 h 36"/>
                  <a:gd name="T74" fmla="*/ 37 w 59"/>
                  <a:gd name="T7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9" h="36">
                    <a:moveTo>
                      <a:pt x="37" y="0"/>
                    </a:moveTo>
                    <a:lnTo>
                      <a:pt x="46" y="3"/>
                    </a:lnTo>
                    <a:lnTo>
                      <a:pt x="46" y="3"/>
                    </a:lnTo>
                    <a:lnTo>
                      <a:pt x="49" y="12"/>
                    </a:lnTo>
                    <a:lnTo>
                      <a:pt x="58" y="15"/>
                    </a:lnTo>
                    <a:lnTo>
                      <a:pt x="59" y="17"/>
                    </a:lnTo>
                    <a:lnTo>
                      <a:pt x="59" y="20"/>
                    </a:lnTo>
                    <a:lnTo>
                      <a:pt x="58" y="21"/>
                    </a:lnTo>
                    <a:lnTo>
                      <a:pt x="55" y="21"/>
                    </a:lnTo>
                    <a:lnTo>
                      <a:pt x="55" y="27"/>
                    </a:lnTo>
                    <a:lnTo>
                      <a:pt x="55" y="27"/>
                    </a:lnTo>
                    <a:lnTo>
                      <a:pt x="55" y="27"/>
                    </a:lnTo>
                    <a:lnTo>
                      <a:pt x="55" y="27"/>
                    </a:lnTo>
                    <a:lnTo>
                      <a:pt x="44" y="24"/>
                    </a:lnTo>
                    <a:lnTo>
                      <a:pt x="40" y="34"/>
                    </a:lnTo>
                    <a:lnTo>
                      <a:pt x="40" y="34"/>
                    </a:lnTo>
                    <a:lnTo>
                      <a:pt x="40" y="34"/>
                    </a:lnTo>
                    <a:lnTo>
                      <a:pt x="40" y="34"/>
                    </a:lnTo>
                    <a:lnTo>
                      <a:pt x="32" y="27"/>
                    </a:lnTo>
                    <a:lnTo>
                      <a:pt x="25" y="34"/>
                    </a:lnTo>
                    <a:lnTo>
                      <a:pt x="25" y="34"/>
                    </a:lnTo>
                    <a:lnTo>
                      <a:pt x="22" y="34"/>
                    </a:lnTo>
                    <a:lnTo>
                      <a:pt x="19" y="34"/>
                    </a:lnTo>
                    <a:lnTo>
                      <a:pt x="18" y="34"/>
                    </a:lnTo>
                    <a:lnTo>
                      <a:pt x="15" y="36"/>
                    </a:lnTo>
                    <a:lnTo>
                      <a:pt x="15" y="36"/>
                    </a:lnTo>
                    <a:lnTo>
                      <a:pt x="13" y="34"/>
                    </a:lnTo>
                    <a:lnTo>
                      <a:pt x="10" y="26"/>
                    </a:lnTo>
                    <a:lnTo>
                      <a:pt x="6" y="26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0" y="24"/>
                    </a:lnTo>
                    <a:lnTo>
                      <a:pt x="13" y="3"/>
                    </a:lnTo>
                    <a:lnTo>
                      <a:pt x="13" y="3"/>
                    </a:lnTo>
                    <a:lnTo>
                      <a:pt x="21" y="0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grpSp>
            <p:nvGrpSpPr>
              <p:cNvPr id="1072" name="CROATIA">
                <a:extLst>
                  <a:ext uri="{FF2B5EF4-FFF2-40B4-BE49-F238E27FC236}">
                    <a16:creationId xmlns:a16="http://schemas.microsoft.com/office/drawing/2014/main" id="{D6C0950B-26F4-4D57-CD02-3A6C42F309C3}"/>
                  </a:ext>
                </a:extLst>
              </p:cNvPr>
              <p:cNvGrpSpPr/>
              <p:nvPr userDrawn="1"/>
            </p:nvGrpSpPr>
            <p:grpSpPr>
              <a:xfrm>
                <a:off x="6152606" y="3259250"/>
                <a:ext cx="162614" cy="158495"/>
                <a:chOff x="12269232" y="5002811"/>
                <a:chExt cx="272918" cy="266004"/>
              </a:xfrm>
            </p:grpSpPr>
            <p:sp>
              <p:nvSpPr>
                <p:cNvPr id="1130" name="CROATIA">
                  <a:extLst>
                    <a:ext uri="{FF2B5EF4-FFF2-40B4-BE49-F238E27FC236}">
                      <a16:creationId xmlns:a16="http://schemas.microsoft.com/office/drawing/2014/main" id="{5AF14AA8-35BA-C2E3-15E6-AD520BED01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269232" y="5002811"/>
                  <a:ext cx="272918" cy="266004"/>
                </a:xfrm>
                <a:custGeom>
                  <a:avLst/>
                  <a:gdLst>
                    <a:gd name="T0" fmla="*/ 37 w 79"/>
                    <a:gd name="T1" fmla="*/ 0 h 77"/>
                    <a:gd name="T2" fmla="*/ 37 w 79"/>
                    <a:gd name="T3" fmla="*/ 0 h 77"/>
                    <a:gd name="T4" fmla="*/ 37 w 79"/>
                    <a:gd name="T5" fmla="*/ 0 h 77"/>
                    <a:gd name="T6" fmla="*/ 58 w 79"/>
                    <a:gd name="T7" fmla="*/ 18 h 77"/>
                    <a:gd name="T8" fmla="*/ 67 w 79"/>
                    <a:gd name="T9" fmla="*/ 15 h 77"/>
                    <a:gd name="T10" fmla="*/ 67 w 79"/>
                    <a:gd name="T11" fmla="*/ 15 h 77"/>
                    <a:gd name="T12" fmla="*/ 68 w 79"/>
                    <a:gd name="T13" fmla="*/ 15 h 77"/>
                    <a:gd name="T14" fmla="*/ 71 w 79"/>
                    <a:gd name="T15" fmla="*/ 24 h 77"/>
                    <a:gd name="T16" fmla="*/ 79 w 79"/>
                    <a:gd name="T17" fmla="*/ 28 h 77"/>
                    <a:gd name="T18" fmla="*/ 79 w 79"/>
                    <a:gd name="T19" fmla="*/ 30 h 77"/>
                    <a:gd name="T20" fmla="*/ 79 w 79"/>
                    <a:gd name="T21" fmla="*/ 30 h 77"/>
                    <a:gd name="T22" fmla="*/ 76 w 79"/>
                    <a:gd name="T23" fmla="*/ 31 h 77"/>
                    <a:gd name="T24" fmla="*/ 74 w 79"/>
                    <a:gd name="T25" fmla="*/ 34 h 77"/>
                    <a:gd name="T26" fmla="*/ 73 w 79"/>
                    <a:gd name="T27" fmla="*/ 34 h 77"/>
                    <a:gd name="T28" fmla="*/ 71 w 79"/>
                    <a:gd name="T29" fmla="*/ 36 h 77"/>
                    <a:gd name="T30" fmla="*/ 71 w 79"/>
                    <a:gd name="T31" fmla="*/ 36 h 77"/>
                    <a:gd name="T32" fmla="*/ 70 w 79"/>
                    <a:gd name="T33" fmla="*/ 36 h 77"/>
                    <a:gd name="T34" fmla="*/ 67 w 79"/>
                    <a:gd name="T35" fmla="*/ 30 h 77"/>
                    <a:gd name="T36" fmla="*/ 45 w 79"/>
                    <a:gd name="T37" fmla="*/ 25 h 77"/>
                    <a:gd name="T38" fmla="*/ 37 w 79"/>
                    <a:gd name="T39" fmla="*/ 31 h 77"/>
                    <a:gd name="T40" fmla="*/ 36 w 79"/>
                    <a:gd name="T41" fmla="*/ 31 h 77"/>
                    <a:gd name="T42" fmla="*/ 36 w 79"/>
                    <a:gd name="T43" fmla="*/ 30 h 77"/>
                    <a:gd name="T44" fmla="*/ 31 w 79"/>
                    <a:gd name="T45" fmla="*/ 25 h 77"/>
                    <a:gd name="T46" fmla="*/ 28 w 79"/>
                    <a:gd name="T47" fmla="*/ 31 h 77"/>
                    <a:gd name="T48" fmla="*/ 33 w 79"/>
                    <a:gd name="T49" fmla="*/ 36 h 77"/>
                    <a:gd name="T50" fmla="*/ 49 w 79"/>
                    <a:gd name="T51" fmla="*/ 61 h 77"/>
                    <a:gd name="T52" fmla="*/ 65 w 79"/>
                    <a:gd name="T53" fmla="*/ 73 h 77"/>
                    <a:gd name="T54" fmla="*/ 65 w 79"/>
                    <a:gd name="T55" fmla="*/ 74 h 77"/>
                    <a:gd name="T56" fmla="*/ 65 w 79"/>
                    <a:gd name="T57" fmla="*/ 74 h 77"/>
                    <a:gd name="T58" fmla="*/ 62 w 79"/>
                    <a:gd name="T59" fmla="*/ 77 h 77"/>
                    <a:gd name="T60" fmla="*/ 62 w 79"/>
                    <a:gd name="T61" fmla="*/ 77 h 77"/>
                    <a:gd name="T62" fmla="*/ 61 w 79"/>
                    <a:gd name="T63" fmla="*/ 77 h 77"/>
                    <a:gd name="T64" fmla="*/ 57 w 79"/>
                    <a:gd name="T65" fmla="*/ 73 h 77"/>
                    <a:gd name="T66" fmla="*/ 46 w 79"/>
                    <a:gd name="T67" fmla="*/ 70 h 77"/>
                    <a:gd name="T68" fmla="*/ 46 w 79"/>
                    <a:gd name="T69" fmla="*/ 68 h 77"/>
                    <a:gd name="T70" fmla="*/ 46 w 79"/>
                    <a:gd name="T71" fmla="*/ 68 h 77"/>
                    <a:gd name="T72" fmla="*/ 51 w 79"/>
                    <a:gd name="T73" fmla="*/ 68 h 77"/>
                    <a:gd name="T74" fmla="*/ 43 w 79"/>
                    <a:gd name="T75" fmla="*/ 62 h 77"/>
                    <a:gd name="T76" fmla="*/ 33 w 79"/>
                    <a:gd name="T77" fmla="*/ 61 h 77"/>
                    <a:gd name="T78" fmla="*/ 21 w 79"/>
                    <a:gd name="T79" fmla="*/ 49 h 77"/>
                    <a:gd name="T80" fmla="*/ 21 w 79"/>
                    <a:gd name="T81" fmla="*/ 48 h 77"/>
                    <a:gd name="T82" fmla="*/ 24 w 79"/>
                    <a:gd name="T83" fmla="*/ 45 h 77"/>
                    <a:gd name="T84" fmla="*/ 19 w 79"/>
                    <a:gd name="T85" fmla="*/ 42 h 77"/>
                    <a:gd name="T86" fmla="*/ 16 w 79"/>
                    <a:gd name="T87" fmla="*/ 31 h 77"/>
                    <a:gd name="T88" fmla="*/ 14 w 79"/>
                    <a:gd name="T89" fmla="*/ 28 h 77"/>
                    <a:gd name="T90" fmla="*/ 12 w 79"/>
                    <a:gd name="T91" fmla="*/ 28 h 77"/>
                    <a:gd name="T92" fmla="*/ 8 w 79"/>
                    <a:gd name="T93" fmla="*/ 36 h 77"/>
                    <a:gd name="T94" fmla="*/ 6 w 79"/>
                    <a:gd name="T95" fmla="*/ 37 h 77"/>
                    <a:gd name="T96" fmla="*/ 6 w 79"/>
                    <a:gd name="T97" fmla="*/ 37 h 77"/>
                    <a:gd name="T98" fmla="*/ 5 w 79"/>
                    <a:gd name="T99" fmla="*/ 36 h 77"/>
                    <a:gd name="T100" fmla="*/ 3 w 79"/>
                    <a:gd name="T101" fmla="*/ 36 h 77"/>
                    <a:gd name="T102" fmla="*/ 0 w 79"/>
                    <a:gd name="T103" fmla="*/ 30 h 77"/>
                    <a:gd name="T104" fmla="*/ 2 w 79"/>
                    <a:gd name="T105" fmla="*/ 22 h 77"/>
                    <a:gd name="T106" fmla="*/ 2 w 79"/>
                    <a:gd name="T107" fmla="*/ 22 h 77"/>
                    <a:gd name="T108" fmla="*/ 12 w 79"/>
                    <a:gd name="T109" fmla="*/ 18 h 77"/>
                    <a:gd name="T110" fmla="*/ 21 w 79"/>
                    <a:gd name="T111" fmla="*/ 19 h 77"/>
                    <a:gd name="T112" fmla="*/ 25 w 79"/>
                    <a:gd name="T113" fmla="*/ 8 h 77"/>
                    <a:gd name="T114" fmla="*/ 25 w 79"/>
                    <a:gd name="T115" fmla="*/ 8 h 77"/>
                    <a:gd name="T116" fmla="*/ 34 w 79"/>
                    <a:gd name="T117" fmla="*/ 3 h 77"/>
                    <a:gd name="T118" fmla="*/ 36 w 79"/>
                    <a:gd name="T119" fmla="*/ 0 h 77"/>
                    <a:gd name="T120" fmla="*/ 36 w 79"/>
                    <a:gd name="T121" fmla="*/ 0 h 77"/>
                    <a:gd name="T122" fmla="*/ 37 w 79"/>
                    <a:gd name="T123" fmla="*/ 0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79" h="77">
                      <a:moveTo>
                        <a:pt x="37" y="0"/>
                      </a:moveTo>
                      <a:lnTo>
                        <a:pt x="37" y="0"/>
                      </a:lnTo>
                      <a:lnTo>
                        <a:pt x="37" y="0"/>
                      </a:lnTo>
                      <a:lnTo>
                        <a:pt x="58" y="18"/>
                      </a:lnTo>
                      <a:lnTo>
                        <a:pt x="67" y="15"/>
                      </a:lnTo>
                      <a:lnTo>
                        <a:pt x="67" y="15"/>
                      </a:lnTo>
                      <a:lnTo>
                        <a:pt x="68" y="15"/>
                      </a:lnTo>
                      <a:lnTo>
                        <a:pt x="71" y="24"/>
                      </a:lnTo>
                      <a:lnTo>
                        <a:pt x="79" y="28"/>
                      </a:lnTo>
                      <a:lnTo>
                        <a:pt x="79" y="30"/>
                      </a:lnTo>
                      <a:lnTo>
                        <a:pt x="79" y="30"/>
                      </a:lnTo>
                      <a:lnTo>
                        <a:pt x="76" y="31"/>
                      </a:lnTo>
                      <a:lnTo>
                        <a:pt x="74" y="34"/>
                      </a:lnTo>
                      <a:lnTo>
                        <a:pt x="73" y="34"/>
                      </a:lnTo>
                      <a:lnTo>
                        <a:pt x="71" y="36"/>
                      </a:lnTo>
                      <a:lnTo>
                        <a:pt x="71" y="36"/>
                      </a:lnTo>
                      <a:lnTo>
                        <a:pt x="70" y="36"/>
                      </a:lnTo>
                      <a:lnTo>
                        <a:pt x="67" y="30"/>
                      </a:lnTo>
                      <a:lnTo>
                        <a:pt x="45" y="25"/>
                      </a:lnTo>
                      <a:lnTo>
                        <a:pt x="37" y="31"/>
                      </a:lnTo>
                      <a:lnTo>
                        <a:pt x="36" y="31"/>
                      </a:lnTo>
                      <a:lnTo>
                        <a:pt x="36" y="30"/>
                      </a:lnTo>
                      <a:lnTo>
                        <a:pt x="31" y="25"/>
                      </a:lnTo>
                      <a:lnTo>
                        <a:pt x="28" y="31"/>
                      </a:lnTo>
                      <a:lnTo>
                        <a:pt x="33" y="36"/>
                      </a:lnTo>
                      <a:lnTo>
                        <a:pt x="49" y="61"/>
                      </a:lnTo>
                      <a:lnTo>
                        <a:pt x="65" y="73"/>
                      </a:lnTo>
                      <a:lnTo>
                        <a:pt x="65" y="74"/>
                      </a:lnTo>
                      <a:lnTo>
                        <a:pt x="65" y="74"/>
                      </a:lnTo>
                      <a:lnTo>
                        <a:pt x="62" y="77"/>
                      </a:lnTo>
                      <a:lnTo>
                        <a:pt x="62" y="77"/>
                      </a:lnTo>
                      <a:lnTo>
                        <a:pt x="61" y="77"/>
                      </a:lnTo>
                      <a:lnTo>
                        <a:pt x="57" y="73"/>
                      </a:lnTo>
                      <a:lnTo>
                        <a:pt x="46" y="70"/>
                      </a:lnTo>
                      <a:lnTo>
                        <a:pt x="46" y="68"/>
                      </a:lnTo>
                      <a:lnTo>
                        <a:pt x="46" y="68"/>
                      </a:lnTo>
                      <a:lnTo>
                        <a:pt x="51" y="68"/>
                      </a:lnTo>
                      <a:lnTo>
                        <a:pt x="43" y="62"/>
                      </a:lnTo>
                      <a:lnTo>
                        <a:pt x="33" y="61"/>
                      </a:lnTo>
                      <a:lnTo>
                        <a:pt x="21" y="49"/>
                      </a:lnTo>
                      <a:lnTo>
                        <a:pt x="21" y="48"/>
                      </a:lnTo>
                      <a:lnTo>
                        <a:pt x="24" y="45"/>
                      </a:lnTo>
                      <a:lnTo>
                        <a:pt x="19" y="42"/>
                      </a:lnTo>
                      <a:lnTo>
                        <a:pt x="16" y="31"/>
                      </a:lnTo>
                      <a:lnTo>
                        <a:pt x="14" y="28"/>
                      </a:lnTo>
                      <a:lnTo>
                        <a:pt x="12" y="28"/>
                      </a:lnTo>
                      <a:lnTo>
                        <a:pt x="8" y="36"/>
                      </a:lnTo>
                      <a:lnTo>
                        <a:pt x="6" y="37"/>
                      </a:lnTo>
                      <a:lnTo>
                        <a:pt x="6" y="37"/>
                      </a:lnTo>
                      <a:lnTo>
                        <a:pt x="5" y="36"/>
                      </a:lnTo>
                      <a:lnTo>
                        <a:pt x="3" y="36"/>
                      </a:lnTo>
                      <a:lnTo>
                        <a:pt x="0" y="30"/>
                      </a:lnTo>
                      <a:lnTo>
                        <a:pt x="2" y="22"/>
                      </a:lnTo>
                      <a:lnTo>
                        <a:pt x="2" y="22"/>
                      </a:lnTo>
                      <a:lnTo>
                        <a:pt x="12" y="18"/>
                      </a:lnTo>
                      <a:lnTo>
                        <a:pt x="21" y="19"/>
                      </a:lnTo>
                      <a:lnTo>
                        <a:pt x="25" y="8"/>
                      </a:lnTo>
                      <a:lnTo>
                        <a:pt x="25" y="8"/>
                      </a:lnTo>
                      <a:lnTo>
                        <a:pt x="34" y="3"/>
                      </a:lnTo>
                      <a:lnTo>
                        <a:pt x="36" y="0"/>
                      </a:lnTo>
                      <a:lnTo>
                        <a:pt x="36" y="0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31" name="CROATIA">
                  <a:extLst>
                    <a:ext uri="{FF2B5EF4-FFF2-40B4-BE49-F238E27FC236}">
                      <a16:creationId xmlns:a16="http://schemas.microsoft.com/office/drawing/2014/main" id="{20919A84-5F78-FC6B-4915-6D66F78119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307230" y="5099540"/>
                  <a:ext cx="17274" cy="20726"/>
                </a:xfrm>
                <a:custGeom>
                  <a:avLst/>
                  <a:gdLst>
                    <a:gd name="T0" fmla="*/ 3 w 5"/>
                    <a:gd name="T1" fmla="*/ 0 h 6"/>
                    <a:gd name="T2" fmla="*/ 3 w 5"/>
                    <a:gd name="T3" fmla="*/ 0 h 6"/>
                    <a:gd name="T4" fmla="*/ 3 w 5"/>
                    <a:gd name="T5" fmla="*/ 0 h 6"/>
                    <a:gd name="T6" fmla="*/ 5 w 5"/>
                    <a:gd name="T7" fmla="*/ 5 h 6"/>
                    <a:gd name="T8" fmla="*/ 5 w 5"/>
                    <a:gd name="T9" fmla="*/ 6 h 6"/>
                    <a:gd name="T10" fmla="*/ 4 w 5"/>
                    <a:gd name="T11" fmla="*/ 6 h 6"/>
                    <a:gd name="T12" fmla="*/ 4 w 5"/>
                    <a:gd name="T13" fmla="*/ 6 h 6"/>
                    <a:gd name="T14" fmla="*/ 1 w 5"/>
                    <a:gd name="T15" fmla="*/ 5 h 6"/>
                    <a:gd name="T16" fmla="*/ 0 w 5"/>
                    <a:gd name="T17" fmla="*/ 3 h 6"/>
                    <a:gd name="T18" fmla="*/ 1 w 5"/>
                    <a:gd name="T19" fmla="*/ 0 h 6"/>
                    <a:gd name="T20" fmla="*/ 3 w 5"/>
                    <a:gd name="T2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" h="6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5" y="5"/>
                      </a:lnTo>
                      <a:lnTo>
                        <a:pt x="5" y="6"/>
                      </a:lnTo>
                      <a:lnTo>
                        <a:pt x="4" y="6"/>
                      </a:lnTo>
                      <a:lnTo>
                        <a:pt x="4" y="6"/>
                      </a:lnTo>
                      <a:lnTo>
                        <a:pt x="1" y="5"/>
                      </a:lnTo>
                      <a:lnTo>
                        <a:pt x="0" y="3"/>
                      </a:lnTo>
                      <a:lnTo>
                        <a:pt x="1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1073" name="SWEDEN">
                <a:extLst>
                  <a:ext uri="{FF2B5EF4-FFF2-40B4-BE49-F238E27FC236}">
                    <a16:creationId xmlns:a16="http://schemas.microsoft.com/office/drawing/2014/main" id="{DB37F3A8-F30F-F58E-F9B5-F52971F301C7}"/>
                  </a:ext>
                </a:extLst>
              </p:cNvPr>
              <p:cNvGrpSpPr/>
              <p:nvPr/>
            </p:nvGrpSpPr>
            <p:grpSpPr>
              <a:xfrm>
                <a:off x="6086736" y="2083909"/>
                <a:ext cx="349925" cy="806889"/>
                <a:chOff x="5027477" y="1123863"/>
                <a:chExt cx="388656" cy="896195"/>
              </a:xfrm>
              <a:solidFill>
                <a:schemeClr val="accent5"/>
              </a:solidFill>
            </p:grpSpPr>
            <p:sp>
              <p:nvSpPr>
                <p:cNvPr id="1125" name="Sweden">
                  <a:extLst>
                    <a:ext uri="{FF2B5EF4-FFF2-40B4-BE49-F238E27FC236}">
                      <a16:creationId xmlns:a16="http://schemas.microsoft.com/office/drawing/2014/main" id="{DE1D2039-FC64-D22F-7439-6B08BD34A17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027477" y="1123863"/>
                  <a:ext cx="388656" cy="896195"/>
                </a:xfrm>
                <a:custGeom>
                  <a:avLst/>
                  <a:gdLst>
                    <a:gd name="T0" fmla="*/ 74 w 170"/>
                    <a:gd name="T1" fmla="*/ 273 h 392"/>
                    <a:gd name="T2" fmla="*/ 126 w 170"/>
                    <a:gd name="T3" fmla="*/ 0 h 392"/>
                    <a:gd name="T4" fmla="*/ 163 w 170"/>
                    <a:gd name="T5" fmla="*/ 69 h 392"/>
                    <a:gd name="T6" fmla="*/ 170 w 170"/>
                    <a:gd name="T7" fmla="*/ 109 h 392"/>
                    <a:gd name="T8" fmla="*/ 167 w 170"/>
                    <a:gd name="T9" fmla="*/ 115 h 392"/>
                    <a:gd name="T10" fmla="*/ 157 w 170"/>
                    <a:gd name="T11" fmla="*/ 112 h 392"/>
                    <a:gd name="T12" fmla="*/ 149 w 170"/>
                    <a:gd name="T13" fmla="*/ 110 h 392"/>
                    <a:gd name="T14" fmla="*/ 146 w 170"/>
                    <a:gd name="T15" fmla="*/ 119 h 392"/>
                    <a:gd name="T16" fmla="*/ 143 w 170"/>
                    <a:gd name="T17" fmla="*/ 120 h 392"/>
                    <a:gd name="T18" fmla="*/ 137 w 170"/>
                    <a:gd name="T19" fmla="*/ 134 h 392"/>
                    <a:gd name="T20" fmla="*/ 137 w 170"/>
                    <a:gd name="T21" fmla="*/ 156 h 392"/>
                    <a:gd name="T22" fmla="*/ 94 w 170"/>
                    <a:gd name="T23" fmla="*/ 198 h 392"/>
                    <a:gd name="T24" fmla="*/ 89 w 170"/>
                    <a:gd name="T25" fmla="*/ 203 h 392"/>
                    <a:gd name="T26" fmla="*/ 86 w 170"/>
                    <a:gd name="T27" fmla="*/ 212 h 392"/>
                    <a:gd name="T28" fmla="*/ 81 w 170"/>
                    <a:gd name="T29" fmla="*/ 211 h 392"/>
                    <a:gd name="T30" fmla="*/ 81 w 170"/>
                    <a:gd name="T31" fmla="*/ 235 h 392"/>
                    <a:gd name="T32" fmla="*/ 78 w 170"/>
                    <a:gd name="T33" fmla="*/ 235 h 392"/>
                    <a:gd name="T34" fmla="*/ 83 w 170"/>
                    <a:gd name="T35" fmla="*/ 261 h 392"/>
                    <a:gd name="T36" fmla="*/ 84 w 170"/>
                    <a:gd name="T37" fmla="*/ 261 h 392"/>
                    <a:gd name="T38" fmla="*/ 96 w 170"/>
                    <a:gd name="T39" fmla="*/ 272 h 392"/>
                    <a:gd name="T40" fmla="*/ 100 w 170"/>
                    <a:gd name="T41" fmla="*/ 282 h 392"/>
                    <a:gd name="T42" fmla="*/ 87 w 170"/>
                    <a:gd name="T43" fmla="*/ 295 h 392"/>
                    <a:gd name="T44" fmla="*/ 77 w 170"/>
                    <a:gd name="T45" fmla="*/ 291 h 392"/>
                    <a:gd name="T46" fmla="*/ 81 w 170"/>
                    <a:gd name="T47" fmla="*/ 297 h 392"/>
                    <a:gd name="T48" fmla="*/ 90 w 170"/>
                    <a:gd name="T49" fmla="*/ 295 h 392"/>
                    <a:gd name="T50" fmla="*/ 97 w 170"/>
                    <a:gd name="T51" fmla="*/ 295 h 392"/>
                    <a:gd name="T52" fmla="*/ 93 w 170"/>
                    <a:gd name="T53" fmla="*/ 298 h 392"/>
                    <a:gd name="T54" fmla="*/ 89 w 170"/>
                    <a:gd name="T55" fmla="*/ 307 h 392"/>
                    <a:gd name="T56" fmla="*/ 83 w 170"/>
                    <a:gd name="T57" fmla="*/ 304 h 392"/>
                    <a:gd name="T58" fmla="*/ 69 w 170"/>
                    <a:gd name="T59" fmla="*/ 315 h 392"/>
                    <a:gd name="T60" fmla="*/ 74 w 170"/>
                    <a:gd name="T61" fmla="*/ 316 h 392"/>
                    <a:gd name="T62" fmla="*/ 74 w 170"/>
                    <a:gd name="T63" fmla="*/ 322 h 392"/>
                    <a:gd name="T64" fmla="*/ 71 w 170"/>
                    <a:gd name="T65" fmla="*/ 332 h 392"/>
                    <a:gd name="T66" fmla="*/ 62 w 170"/>
                    <a:gd name="T67" fmla="*/ 374 h 392"/>
                    <a:gd name="T68" fmla="*/ 38 w 170"/>
                    <a:gd name="T69" fmla="*/ 392 h 392"/>
                    <a:gd name="T70" fmla="*/ 20 w 170"/>
                    <a:gd name="T71" fmla="*/ 390 h 392"/>
                    <a:gd name="T72" fmla="*/ 16 w 170"/>
                    <a:gd name="T73" fmla="*/ 372 h 392"/>
                    <a:gd name="T74" fmla="*/ 19 w 170"/>
                    <a:gd name="T75" fmla="*/ 368 h 392"/>
                    <a:gd name="T76" fmla="*/ 8 w 170"/>
                    <a:gd name="T77" fmla="*/ 344 h 392"/>
                    <a:gd name="T78" fmla="*/ 7 w 170"/>
                    <a:gd name="T79" fmla="*/ 334 h 392"/>
                    <a:gd name="T80" fmla="*/ 3 w 170"/>
                    <a:gd name="T81" fmla="*/ 327 h 392"/>
                    <a:gd name="T82" fmla="*/ 6 w 170"/>
                    <a:gd name="T83" fmla="*/ 322 h 392"/>
                    <a:gd name="T84" fmla="*/ 3 w 170"/>
                    <a:gd name="T85" fmla="*/ 324 h 392"/>
                    <a:gd name="T86" fmla="*/ 0 w 170"/>
                    <a:gd name="T87" fmla="*/ 306 h 392"/>
                    <a:gd name="T88" fmla="*/ 1 w 170"/>
                    <a:gd name="T89" fmla="*/ 301 h 392"/>
                    <a:gd name="T90" fmla="*/ 4 w 170"/>
                    <a:gd name="T91" fmla="*/ 306 h 392"/>
                    <a:gd name="T92" fmla="*/ 8 w 170"/>
                    <a:gd name="T93" fmla="*/ 282 h 392"/>
                    <a:gd name="T94" fmla="*/ 13 w 170"/>
                    <a:gd name="T95" fmla="*/ 254 h 392"/>
                    <a:gd name="T96" fmla="*/ 13 w 170"/>
                    <a:gd name="T97" fmla="*/ 232 h 392"/>
                    <a:gd name="T98" fmla="*/ 11 w 170"/>
                    <a:gd name="T99" fmla="*/ 186 h 392"/>
                    <a:gd name="T100" fmla="*/ 25 w 170"/>
                    <a:gd name="T101" fmla="*/ 168 h 392"/>
                    <a:gd name="T102" fmla="*/ 34 w 170"/>
                    <a:gd name="T103" fmla="*/ 149 h 392"/>
                    <a:gd name="T104" fmla="*/ 46 w 170"/>
                    <a:gd name="T105" fmla="*/ 104 h 392"/>
                    <a:gd name="T106" fmla="*/ 56 w 170"/>
                    <a:gd name="T107" fmla="*/ 88 h 392"/>
                    <a:gd name="T108" fmla="*/ 72 w 170"/>
                    <a:gd name="T109" fmla="*/ 43 h 392"/>
                    <a:gd name="T110" fmla="*/ 83 w 170"/>
                    <a:gd name="T111" fmla="*/ 36 h 392"/>
                    <a:gd name="T112" fmla="*/ 94 w 170"/>
                    <a:gd name="T113" fmla="*/ 20 h 392"/>
                    <a:gd name="T114" fmla="*/ 102 w 170"/>
                    <a:gd name="T115" fmla="*/ 21 h 392"/>
                    <a:gd name="T116" fmla="*/ 112 w 170"/>
                    <a:gd name="T117" fmla="*/ 23 h 392"/>
                    <a:gd name="T118" fmla="*/ 118 w 170"/>
                    <a:gd name="T119" fmla="*/ 23 h 392"/>
                    <a:gd name="T120" fmla="*/ 118 w 170"/>
                    <a:gd name="T121" fmla="*/ 8 h 392"/>
                    <a:gd name="T122" fmla="*/ 118 w 170"/>
                    <a:gd name="T123" fmla="*/ 2 h 392"/>
                    <a:gd name="T124" fmla="*/ 123 w 170"/>
                    <a:gd name="T125" fmla="*/ 0 h 3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70" h="392">
                      <a:moveTo>
                        <a:pt x="77" y="269"/>
                      </a:moveTo>
                      <a:lnTo>
                        <a:pt x="69" y="273"/>
                      </a:lnTo>
                      <a:lnTo>
                        <a:pt x="74" y="273"/>
                      </a:lnTo>
                      <a:lnTo>
                        <a:pt x="77" y="269"/>
                      </a:lnTo>
                      <a:close/>
                      <a:moveTo>
                        <a:pt x="124" y="0"/>
                      </a:moveTo>
                      <a:lnTo>
                        <a:pt x="126" y="0"/>
                      </a:lnTo>
                      <a:lnTo>
                        <a:pt x="155" y="27"/>
                      </a:lnTo>
                      <a:lnTo>
                        <a:pt x="164" y="40"/>
                      </a:lnTo>
                      <a:lnTo>
                        <a:pt x="163" y="69"/>
                      </a:lnTo>
                      <a:lnTo>
                        <a:pt x="169" y="82"/>
                      </a:lnTo>
                      <a:lnTo>
                        <a:pt x="166" y="95"/>
                      </a:lnTo>
                      <a:lnTo>
                        <a:pt x="170" y="109"/>
                      </a:lnTo>
                      <a:lnTo>
                        <a:pt x="169" y="113"/>
                      </a:lnTo>
                      <a:lnTo>
                        <a:pt x="169" y="115"/>
                      </a:lnTo>
                      <a:lnTo>
                        <a:pt x="167" y="115"/>
                      </a:lnTo>
                      <a:lnTo>
                        <a:pt x="164" y="113"/>
                      </a:lnTo>
                      <a:lnTo>
                        <a:pt x="161" y="113"/>
                      </a:lnTo>
                      <a:lnTo>
                        <a:pt x="157" y="112"/>
                      </a:lnTo>
                      <a:lnTo>
                        <a:pt x="152" y="112"/>
                      </a:lnTo>
                      <a:lnTo>
                        <a:pt x="149" y="110"/>
                      </a:lnTo>
                      <a:lnTo>
                        <a:pt x="149" y="110"/>
                      </a:lnTo>
                      <a:lnTo>
                        <a:pt x="146" y="119"/>
                      </a:lnTo>
                      <a:lnTo>
                        <a:pt x="146" y="119"/>
                      </a:lnTo>
                      <a:lnTo>
                        <a:pt x="146" y="119"/>
                      </a:lnTo>
                      <a:lnTo>
                        <a:pt x="145" y="119"/>
                      </a:lnTo>
                      <a:lnTo>
                        <a:pt x="142" y="117"/>
                      </a:lnTo>
                      <a:lnTo>
                        <a:pt x="143" y="120"/>
                      </a:lnTo>
                      <a:lnTo>
                        <a:pt x="143" y="120"/>
                      </a:lnTo>
                      <a:lnTo>
                        <a:pt x="136" y="126"/>
                      </a:lnTo>
                      <a:lnTo>
                        <a:pt x="137" y="134"/>
                      </a:lnTo>
                      <a:lnTo>
                        <a:pt x="131" y="143"/>
                      </a:lnTo>
                      <a:lnTo>
                        <a:pt x="137" y="156"/>
                      </a:lnTo>
                      <a:lnTo>
                        <a:pt x="137" y="156"/>
                      </a:lnTo>
                      <a:lnTo>
                        <a:pt x="123" y="175"/>
                      </a:lnTo>
                      <a:lnTo>
                        <a:pt x="100" y="189"/>
                      </a:lnTo>
                      <a:lnTo>
                        <a:pt x="94" y="198"/>
                      </a:lnTo>
                      <a:lnTo>
                        <a:pt x="90" y="203"/>
                      </a:lnTo>
                      <a:lnTo>
                        <a:pt x="90" y="203"/>
                      </a:lnTo>
                      <a:lnTo>
                        <a:pt x="89" y="203"/>
                      </a:lnTo>
                      <a:lnTo>
                        <a:pt x="87" y="202"/>
                      </a:lnTo>
                      <a:lnTo>
                        <a:pt x="87" y="208"/>
                      </a:lnTo>
                      <a:lnTo>
                        <a:pt x="86" y="212"/>
                      </a:lnTo>
                      <a:lnTo>
                        <a:pt x="84" y="212"/>
                      </a:lnTo>
                      <a:lnTo>
                        <a:pt x="84" y="212"/>
                      </a:lnTo>
                      <a:lnTo>
                        <a:pt x="81" y="211"/>
                      </a:lnTo>
                      <a:lnTo>
                        <a:pt x="84" y="218"/>
                      </a:lnTo>
                      <a:lnTo>
                        <a:pt x="81" y="235"/>
                      </a:lnTo>
                      <a:lnTo>
                        <a:pt x="81" y="235"/>
                      </a:lnTo>
                      <a:lnTo>
                        <a:pt x="81" y="236"/>
                      </a:lnTo>
                      <a:lnTo>
                        <a:pt x="80" y="235"/>
                      </a:lnTo>
                      <a:lnTo>
                        <a:pt x="78" y="235"/>
                      </a:lnTo>
                      <a:lnTo>
                        <a:pt x="78" y="238"/>
                      </a:lnTo>
                      <a:lnTo>
                        <a:pt x="78" y="266"/>
                      </a:lnTo>
                      <a:lnTo>
                        <a:pt x="83" y="261"/>
                      </a:lnTo>
                      <a:lnTo>
                        <a:pt x="84" y="261"/>
                      </a:lnTo>
                      <a:lnTo>
                        <a:pt x="84" y="261"/>
                      </a:lnTo>
                      <a:lnTo>
                        <a:pt x="84" y="261"/>
                      </a:lnTo>
                      <a:lnTo>
                        <a:pt x="96" y="270"/>
                      </a:lnTo>
                      <a:lnTo>
                        <a:pt x="96" y="272"/>
                      </a:lnTo>
                      <a:lnTo>
                        <a:pt x="96" y="272"/>
                      </a:lnTo>
                      <a:lnTo>
                        <a:pt x="94" y="272"/>
                      </a:lnTo>
                      <a:lnTo>
                        <a:pt x="100" y="281"/>
                      </a:lnTo>
                      <a:lnTo>
                        <a:pt x="100" y="282"/>
                      </a:lnTo>
                      <a:lnTo>
                        <a:pt x="97" y="291"/>
                      </a:lnTo>
                      <a:lnTo>
                        <a:pt x="96" y="291"/>
                      </a:lnTo>
                      <a:lnTo>
                        <a:pt x="87" y="295"/>
                      </a:lnTo>
                      <a:lnTo>
                        <a:pt x="87" y="295"/>
                      </a:lnTo>
                      <a:lnTo>
                        <a:pt x="87" y="295"/>
                      </a:lnTo>
                      <a:lnTo>
                        <a:pt x="77" y="291"/>
                      </a:lnTo>
                      <a:lnTo>
                        <a:pt x="69" y="292"/>
                      </a:lnTo>
                      <a:lnTo>
                        <a:pt x="80" y="297"/>
                      </a:lnTo>
                      <a:lnTo>
                        <a:pt x="81" y="297"/>
                      </a:lnTo>
                      <a:lnTo>
                        <a:pt x="83" y="297"/>
                      </a:lnTo>
                      <a:lnTo>
                        <a:pt x="87" y="295"/>
                      </a:lnTo>
                      <a:lnTo>
                        <a:pt x="90" y="295"/>
                      </a:lnTo>
                      <a:lnTo>
                        <a:pt x="93" y="295"/>
                      </a:lnTo>
                      <a:lnTo>
                        <a:pt x="96" y="295"/>
                      </a:lnTo>
                      <a:lnTo>
                        <a:pt x="97" y="295"/>
                      </a:lnTo>
                      <a:lnTo>
                        <a:pt x="97" y="295"/>
                      </a:lnTo>
                      <a:lnTo>
                        <a:pt x="97" y="297"/>
                      </a:lnTo>
                      <a:lnTo>
                        <a:pt x="93" y="298"/>
                      </a:lnTo>
                      <a:lnTo>
                        <a:pt x="93" y="301"/>
                      </a:lnTo>
                      <a:lnTo>
                        <a:pt x="93" y="301"/>
                      </a:lnTo>
                      <a:lnTo>
                        <a:pt x="89" y="307"/>
                      </a:lnTo>
                      <a:lnTo>
                        <a:pt x="87" y="307"/>
                      </a:lnTo>
                      <a:lnTo>
                        <a:pt x="87" y="307"/>
                      </a:lnTo>
                      <a:lnTo>
                        <a:pt x="83" y="304"/>
                      </a:lnTo>
                      <a:lnTo>
                        <a:pt x="77" y="313"/>
                      </a:lnTo>
                      <a:lnTo>
                        <a:pt x="75" y="313"/>
                      </a:lnTo>
                      <a:lnTo>
                        <a:pt x="69" y="315"/>
                      </a:lnTo>
                      <a:lnTo>
                        <a:pt x="74" y="315"/>
                      </a:lnTo>
                      <a:lnTo>
                        <a:pt x="74" y="316"/>
                      </a:lnTo>
                      <a:lnTo>
                        <a:pt x="74" y="316"/>
                      </a:lnTo>
                      <a:lnTo>
                        <a:pt x="69" y="318"/>
                      </a:lnTo>
                      <a:lnTo>
                        <a:pt x="74" y="321"/>
                      </a:lnTo>
                      <a:lnTo>
                        <a:pt x="74" y="322"/>
                      </a:lnTo>
                      <a:lnTo>
                        <a:pt x="72" y="331"/>
                      </a:lnTo>
                      <a:lnTo>
                        <a:pt x="72" y="331"/>
                      </a:lnTo>
                      <a:lnTo>
                        <a:pt x="71" y="332"/>
                      </a:lnTo>
                      <a:lnTo>
                        <a:pt x="72" y="343"/>
                      </a:lnTo>
                      <a:lnTo>
                        <a:pt x="63" y="374"/>
                      </a:lnTo>
                      <a:lnTo>
                        <a:pt x="62" y="374"/>
                      </a:lnTo>
                      <a:lnTo>
                        <a:pt x="43" y="377"/>
                      </a:lnTo>
                      <a:lnTo>
                        <a:pt x="40" y="392"/>
                      </a:lnTo>
                      <a:lnTo>
                        <a:pt x="38" y="392"/>
                      </a:lnTo>
                      <a:lnTo>
                        <a:pt x="22" y="392"/>
                      </a:lnTo>
                      <a:lnTo>
                        <a:pt x="20" y="392"/>
                      </a:lnTo>
                      <a:lnTo>
                        <a:pt x="20" y="390"/>
                      </a:lnTo>
                      <a:lnTo>
                        <a:pt x="23" y="386"/>
                      </a:lnTo>
                      <a:lnTo>
                        <a:pt x="16" y="374"/>
                      </a:lnTo>
                      <a:lnTo>
                        <a:pt x="16" y="372"/>
                      </a:lnTo>
                      <a:lnTo>
                        <a:pt x="17" y="372"/>
                      </a:lnTo>
                      <a:lnTo>
                        <a:pt x="20" y="371"/>
                      </a:lnTo>
                      <a:lnTo>
                        <a:pt x="19" y="368"/>
                      </a:lnTo>
                      <a:lnTo>
                        <a:pt x="19" y="367"/>
                      </a:lnTo>
                      <a:lnTo>
                        <a:pt x="22" y="364"/>
                      </a:lnTo>
                      <a:lnTo>
                        <a:pt x="8" y="344"/>
                      </a:lnTo>
                      <a:lnTo>
                        <a:pt x="8" y="335"/>
                      </a:lnTo>
                      <a:lnTo>
                        <a:pt x="7" y="335"/>
                      </a:lnTo>
                      <a:lnTo>
                        <a:pt x="7" y="334"/>
                      </a:lnTo>
                      <a:lnTo>
                        <a:pt x="7" y="328"/>
                      </a:lnTo>
                      <a:lnTo>
                        <a:pt x="3" y="328"/>
                      </a:lnTo>
                      <a:lnTo>
                        <a:pt x="3" y="327"/>
                      </a:lnTo>
                      <a:lnTo>
                        <a:pt x="3" y="327"/>
                      </a:lnTo>
                      <a:lnTo>
                        <a:pt x="6" y="322"/>
                      </a:lnTo>
                      <a:lnTo>
                        <a:pt x="6" y="322"/>
                      </a:lnTo>
                      <a:lnTo>
                        <a:pt x="3" y="324"/>
                      </a:lnTo>
                      <a:lnTo>
                        <a:pt x="3" y="324"/>
                      </a:lnTo>
                      <a:lnTo>
                        <a:pt x="3" y="324"/>
                      </a:lnTo>
                      <a:lnTo>
                        <a:pt x="3" y="324"/>
                      </a:lnTo>
                      <a:lnTo>
                        <a:pt x="0" y="318"/>
                      </a:lnTo>
                      <a:lnTo>
                        <a:pt x="0" y="306"/>
                      </a:lnTo>
                      <a:lnTo>
                        <a:pt x="0" y="301"/>
                      </a:lnTo>
                      <a:lnTo>
                        <a:pt x="1" y="301"/>
                      </a:lnTo>
                      <a:lnTo>
                        <a:pt x="1" y="301"/>
                      </a:lnTo>
                      <a:lnTo>
                        <a:pt x="1" y="303"/>
                      </a:lnTo>
                      <a:lnTo>
                        <a:pt x="3" y="307"/>
                      </a:lnTo>
                      <a:lnTo>
                        <a:pt x="4" y="306"/>
                      </a:lnTo>
                      <a:lnTo>
                        <a:pt x="7" y="297"/>
                      </a:lnTo>
                      <a:lnTo>
                        <a:pt x="6" y="291"/>
                      </a:lnTo>
                      <a:lnTo>
                        <a:pt x="8" y="282"/>
                      </a:lnTo>
                      <a:lnTo>
                        <a:pt x="16" y="276"/>
                      </a:lnTo>
                      <a:lnTo>
                        <a:pt x="17" y="264"/>
                      </a:lnTo>
                      <a:lnTo>
                        <a:pt x="13" y="254"/>
                      </a:lnTo>
                      <a:lnTo>
                        <a:pt x="13" y="254"/>
                      </a:lnTo>
                      <a:lnTo>
                        <a:pt x="20" y="244"/>
                      </a:lnTo>
                      <a:lnTo>
                        <a:pt x="13" y="232"/>
                      </a:lnTo>
                      <a:lnTo>
                        <a:pt x="11" y="209"/>
                      </a:lnTo>
                      <a:lnTo>
                        <a:pt x="16" y="195"/>
                      </a:lnTo>
                      <a:lnTo>
                        <a:pt x="11" y="186"/>
                      </a:lnTo>
                      <a:lnTo>
                        <a:pt x="13" y="177"/>
                      </a:lnTo>
                      <a:lnTo>
                        <a:pt x="13" y="177"/>
                      </a:lnTo>
                      <a:lnTo>
                        <a:pt x="25" y="168"/>
                      </a:lnTo>
                      <a:lnTo>
                        <a:pt x="40" y="163"/>
                      </a:lnTo>
                      <a:lnTo>
                        <a:pt x="40" y="156"/>
                      </a:lnTo>
                      <a:lnTo>
                        <a:pt x="34" y="149"/>
                      </a:lnTo>
                      <a:lnTo>
                        <a:pt x="34" y="147"/>
                      </a:lnTo>
                      <a:lnTo>
                        <a:pt x="43" y="131"/>
                      </a:lnTo>
                      <a:lnTo>
                        <a:pt x="46" y="104"/>
                      </a:lnTo>
                      <a:lnTo>
                        <a:pt x="46" y="103"/>
                      </a:lnTo>
                      <a:lnTo>
                        <a:pt x="53" y="100"/>
                      </a:lnTo>
                      <a:lnTo>
                        <a:pt x="56" y="88"/>
                      </a:lnTo>
                      <a:lnTo>
                        <a:pt x="68" y="72"/>
                      </a:lnTo>
                      <a:lnTo>
                        <a:pt x="65" y="61"/>
                      </a:lnTo>
                      <a:lnTo>
                        <a:pt x="72" y="43"/>
                      </a:lnTo>
                      <a:lnTo>
                        <a:pt x="83" y="36"/>
                      </a:lnTo>
                      <a:lnTo>
                        <a:pt x="83" y="36"/>
                      </a:lnTo>
                      <a:lnTo>
                        <a:pt x="83" y="36"/>
                      </a:lnTo>
                      <a:lnTo>
                        <a:pt x="89" y="39"/>
                      </a:lnTo>
                      <a:lnTo>
                        <a:pt x="93" y="21"/>
                      </a:lnTo>
                      <a:lnTo>
                        <a:pt x="94" y="20"/>
                      </a:lnTo>
                      <a:lnTo>
                        <a:pt x="94" y="20"/>
                      </a:lnTo>
                      <a:lnTo>
                        <a:pt x="97" y="21"/>
                      </a:lnTo>
                      <a:lnTo>
                        <a:pt x="102" y="21"/>
                      </a:lnTo>
                      <a:lnTo>
                        <a:pt x="105" y="21"/>
                      </a:lnTo>
                      <a:lnTo>
                        <a:pt x="109" y="23"/>
                      </a:lnTo>
                      <a:lnTo>
                        <a:pt x="112" y="23"/>
                      </a:lnTo>
                      <a:lnTo>
                        <a:pt x="115" y="23"/>
                      </a:lnTo>
                      <a:lnTo>
                        <a:pt x="117" y="23"/>
                      </a:lnTo>
                      <a:lnTo>
                        <a:pt x="118" y="23"/>
                      </a:lnTo>
                      <a:lnTo>
                        <a:pt x="115" y="18"/>
                      </a:lnTo>
                      <a:lnTo>
                        <a:pt x="115" y="17"/>
                      </a:lnTo>
                      <a:lnTo>
                        <a:pt x="118" y="8"/>
                      </a:lnTo>
                      <a:lnTo>
                        <a:pt x="117" y="2"/>
                      </a:lnTo>
                      <a:lnTo>
                        <a:pt x="117" y="2"/>
                      </a:lnTo>
                      <a:lnTo>
                        <a:pt x="118" y="2"/>
                      </a:lnTo>
                      <a:lnTo>
                        <a:pt x="118" y="2"/>
                      </a:lnTo>
                      <a:lnTo>
                        <a:pt x="120" y="0"/>
                      </a:lnTo>
                      <a:lnTo>
                        <a:pt x="123" y="0"/>
                      </a:lnTo>
                      <a:lnTo>
                        <a:pt x="124" y="0"/>
                      </a:lnTo>
                      <a:lnTo>
                        <a:pt x="12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26" name="Sweden">
                  <a:extLst>
                    <a:ext uri="{FF2B5EF4-FFF2-40B4-BE49-F238E27FC236}">
                      <a16:creationId xmlns:a16="http://schemas.microsoft.com/office/drawing/2014/main" id="{EB1EF61E-6752-D270-E05B-1DF37A5690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3236" y="1880599"/>
                  <a:ext cx="29721" cy="54869"/>
                </a:xfrm>
                <a:custGeom>
                  <a:avLst/>
                  <a:gdLst>
                    <a:gd name="T0" fmla="*/ 7 w 13"/>
                    <a:gd name="T1" fmla="*/ 0 h 24"/>
                    <a:gd name="T2" fmla="*/ 12 w 13"/>
                    <a:gd name="T3" fmla="*/ 0 h 24"/>
                    <a:gd name="T4" fmla="*/ 12 w 13"/>
                    <a:gd name="T5" fmla="*/ 0 h 24"/>
                    <a:gd name="T6" fmla="*/ 13 w 13"/>
                    <a:gd name="T7" fmla="*/ 1 h 24"/>
                    <a:gd name="T8" fmla="*/ 10 w 13"/>
                    <a:gd name="T9" fmla="*/ 6 h 24"/>
                    <a:gd name="T10" fmla="*/ 12 w 13"/>
                    <a:gd name="T11" fmla="*/ 13 h 24"/>
                    <a:gd name="T12" fmla="*/ 12 w 13"/>
                    <a:gd name="T13" fmla="*/ 13 h 24"/>
                    <a:gd name="T14" fmla="*/ 1 w 13"/>
                    <a:gd name="T15" fmla="*/ 24 h 24"/>
                    <a:gd name="T16" fmla="*/ 1 w 13"/>
                    <a:gd name="T17" fmla="*/ 24 h 24"/>
                    <a:gd name="T18" fmla="*/ 1 w 13"/>
                    <a:gd name="T19" fmla="*/ 24 h 24"/>
                    <a:gd name="T20" fmla="*/ 0 w 13"/>
                    <a:gd name="T21" fmla="*/ 24 h 24"/>
                    <a:gd name="T22" fmla="*/ 1 w 13"/>
                    <a:gd name="T23" fmla="*/ 9 h 24"/>
                    <a:gd name="T24" fmla="*/ 7 w 13"/>
                    <a:gd name="T25" fmla="*/ 0 h 24"/>
                    <a:gd name="T26" fmla="*/ 7 w 13"/>
                    <a:gd name="T27" fmla="*/ 0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3" h="24">
                      <a:moveTo>
                        <a:pt x="7" y="0"/>
                      </a:move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3" y="1"/>
                      </a:lnTo>
                      <a:lnTo>
                        <a:pt x="10" y="6"/>
                      </a:lnTo>
                      <a:lnTo>
                        <a:pt x="12" y="13"/>
                      </a:lnTo>
                      <a:lnTo>
                        <a:pt x="12" y="13"/>
                      </a:lnTo>
                      <a:lnTo>
                        <a:pt x="1" y="24"/>
                      </a:lnTo>
                      <a:lnTo>
                        <a:pt x="1" y="24"/>
                      </a:lnTo>
                      <a:lnTo>
                        <a:pt x="1" y="24"/>
                      </a:lnTo>
                      <a:lnTo>
                        <a:pt x="0" y="24"/>
                      </a:lnTo>
                      <a:lnTo>
                        <a:pt x="1" y="9"/>
                      </a:lnTo>
                      <a:lnTo>
                        <a:pt x="7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27" name="Freeform 984">
                  <a:extLst>
                    <a:ext uri="{FF2B5EF4-FFF2-40B4-BE49-F238E27FC236}">
                      <a16:creationId xmlns:a16="http://schemas.microsoft.com/office/drawing/2014/main" id="{BE23D65D-8361-5369-319C-4149DB2B9B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78367" y="1928610"/>
                  <a:ext cx="20576" cy="45724"/>
                </a:xfrm>
                <a:custGeom>
                  <a:avLst/>
                  <a:gdLst>
                    <a:gd name="T0" fmla="*/ 8 w 9"/>
                    <a:gd name="T1" fmla="*/ 0 h 20"/>
                    <a:gd name="T2" fmla="*/ 9 w 9"/>
                    <a:gd name="T3" fmla="*/ 1 h 20"/>
                    <a:gd name="T4" fmla="*/ 9 w 9"/>
                    <a:gd name="T5" fmla="*/ 1 h 20"/>
                    <a:gd name="T6" fmla="*/ 2 w 9"/>
                    <a:gd name="T7" fmla="*/ 19 h 20"/>
                    <a:gd name="T8" fmla="*/ 2 w 9"/>
                    <a:gd name="T9" fmla="*/ 20 h 20"/>
                    <a:gd name="T10" fmla="*/ 2 w 9"/>
                    <a:gd name="T11" fmla="*/ 20 h 20"/>
                    <a:gd name="T12" fmla="*/ 0 w 9"/>
                    <a:gd name="T13" fmla="*/ 19 h 20"/>
                    <a:gd name="T14" fmla="*/ 2 w 9"/>
                    <a:gd name="T15" fmla="*/ 10 h 20"/>
                    <a:gd name="T16" fmla="*/ 8 w 9"/>
                    <a:gd name="T17" fmla="*/ 1 h 20"/>
                    <a:gd name="T18" fmla="*/ 8 w 9"/>
                    <a:gd name="T19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20">
                      <a:moveTo>
                        <a:pt x="8" y="0"/>
                      </a:moveTo>
                      <a:lnTo>
                        <a:pt x="9" y="1"/>
                      </a:lnTo>
                      <a:lnTo>
                        <a:pt x="9" y="1"/>
                      </a:lnTo>
                      <a:lnTo>
                        <a:pt x="2" y="19"/>
                      </a:lnTo>
                      <a:lnTo>
                        <a:pt x="2" y="20"/>
                      </a:lnTo>
                      <a:lnTo>
                        <a:pt x="2" y="20"/>
                      </a:lnTo>
                      <a:lnTo>
                        <a:pt x="0" y="19"/>
                      </a:lnTo>
                      <a:lnTo>
                        <a:pt x="2" y="10"/>
                      </a:lnTo>
                      <a:lnTo>
                        <a:pt x="8" y="1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28" name="Freeform 1133">
                  <a:extLst>
                    <a:ext uri="{FF2B5EF4-FFF2-40B4-BE49-F238E27FC236}">
                      <a16:creationId xmlns:a16="http://schemas.microsoft.com/office/drawing/2014/main" id="{2A4F9DED-530F-1241-7528-819E379855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79746" y="1831990"/>
                  <a:ext cx="13717" cy="20576"/>
                </a:xfrm>
                <a:custGeom>
                  <a:avLst/>
                  <a:gdLst>
                    <a:gd name="T0" fmla="*/ 6 w 6"/>
                    <a:gd name="T1" fmla="*/ 0 h 9"/>
                    <a:gd name="T2" fmla="*/ 6 w 6"/>
                    <a:gd name="T3" fmla="*/ 0 h 9"/>
                    <a:gd name="T4" fmla="*/ 6 w 6"/>
                    <a:gd name="T5" fmla="*/ 2 h 9"/>
                    <a:gd name="T6" fmla="*/ 5 w 6"/>
                    <a:gd name="T7" fmla="*/ 8 h 9"/>
                    <a:gd name="T8" fmla="*/ 3 w 6"/>
                    <a:gd name="T9" fmla="*/ 9 h 9"/>
                    <a:gd name="T10" fmla="*/ 0 w 6"/>
                    <a:gd name="T11" fmla="*/ 9 h 9"/>
                    <a:gd name="T12" fmla="*/ 0 w 6"/>
                    <a:gd name="T13" fmla="*/ 8 h 9"/>
                    <a:gd name="T14" fmla="*/ 0 w 6"/>
                    <a:gd name="T15" fmla="*/ 8 h 9"/>
                    <a:gd name="T16" fmla="*/ 6 w 6"/>
                    <a:gd name="T17" fmla="*/ 0 h 9"/>
                    <a:gd name="T18" fmla="*/ 6 w 6"/>
                    <a:gd name="T19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" h="9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6" y="2"/>
                      </a:lnTo>
                      <a:lnTo>
                        <a:pt x="5" y="8"/>
                      </a:lnTo>
                      <a:lnTo>
                        <a:pt x="3" y="9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29" name="Freeform 1135">
                  <a:extLst>
                    <a:ext uri="{FF2B5EF4-FFF2-40B4-BE49-F238E27FC236}">
                      <a16:creationId xmlns:a16="http://schemas.microsoft.com/office/drawing/2014/main" id="{5EB9D509-ADC6-9359-E8F2-D608F58DEE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1247" y="1738855"/>
                  <a:ext cx="13717" cy="22862"/>
                </a:xfrm>
                <a:custGeom>
                  <a:avLst/>
                  <a:gdLst>
                    <a:gd name="T0" fmla="*/ 1 w 6"/>
                    <a:gd name="T1" fmla="*/ 0 h 10"/>
                    <a:gd name="T2" fmla="*/ 4 w 6"/>
                    <a:gd name="T3" fmla="*/ 0 h 10"/>
                    <a:gd name="T4" fmla="*/ 6 w 6"/>
                    <a:gd name="T5" fmla="*/ 0 h 10"/>
                    <a:gd name="T6" fmla="*/ 6 w 6"/>
                    <a:gd name="T7" fmla="*/ 9 h 10"/>
                    <a:gd name="T8" fmla="*/ 6 w 6"/>
                    <a:gd name="T9" fmla="*/ 10 h 10"/>
                    <a:gd name="T10" fmla="*/ 6 w 6"/>
                    <a:gd name="T11" fmla="*/ 10 h 10"/>
                    <a:gd name="T12" fmla="*/ 6 w 6"/>
                    <a:gd name="T13" fmla="*/ 10 h 10"/>
                    <a:gd name="T14" fmla="*/ 1 w 6"/>
                    <a:gd name="T15" fmla="*/ 7 h 10"/>
                    <a:gd name="T16" fmla="*/ 0 w 6"/>
                    <a:gd name="T17" fmla="*/ 7 h 10"/>
                    <a:gd name="T18" fmla="*/ 1 w 6"/>
                    <a:gd name="T19" fmla="*/ 0 h 10"/>
                    <a:gd name="T20" fmla="*/ 1 w 6"/>
                    <a:gd name="T21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" h="10">
                      <a:moveTo>
                        <a:pt x="1" y="0"/>
                      </a:moveTo>
                      <a:lnTo>
                        <a:pt x="4" y="0"/>
                      </a:lnTo>
                      <a:lnTo>
                        <a:pt x="6" y="0"/>
                      </a:lnTo>
                      <a:lnTo>
                        <a:pt x="6" y="9"/>
                      </a:lnTo>
                      <a:lnTo>
                        <a:pt x="6" y="10"/>
                      </a:lnTo>
                      <a:lnTo>
                        <a:pt x="6" y="10"/>
                      </a:lnTo>
                      <a:lnTo>
                        <a:pt x="6" y="10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1074" name="FINLAND">
                <a:extLst>
                  <a:ext uri="{FF2B5EF4-FFF2-40B4-BE49-F238E27FC236}">
                    <a16:creationId xmlns:a16="http://schemas.microsoft.com/office/drawing/2014/main" id="{A4FF9C92-5F02-232F-2100-0C3843881CD9}"/>
                  </a:ext>
                </a:extLst>
              </p:cNvPr>
              <p:cNvGrpSpPr/>
              <p:nvPr userDrawn="1"/>
            </p:nvGrpSpPr>
            <p:grpSpPr>
              <a:xfrm>
                <a:off x="6341976" y="2007748"/>
                <a:ext cx="292292" cy="654567"/>
                <a:chOff x="12587055" y="2902397"/>
                <a:chExt cx="490558" cy="1098570"/>
              </a:xfrm>
            </p:grpSpPr>
            <p:sp>
              <p:nvSpPr>
                <p:cNvPr id="1123" name="FINLAND">
                  <a:extLst>
                    <a:ext uri="{FF2B5EF4-FFF2-40B4-BE49-F238E27FC236}">
                      <a16:creationId xmlns:a16="http://schemas.microsoft.com/office/drawing/2014/main" id="{6307A1D0-D50D-5735-6E62-F5EA934DB0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659605" y="3962966"/>
                  <a:ext cx="31093" cy="31093"/>
                </a:xfrm>
                <a:custGeom>
                  <a:avLst/>
                  <a:gdLst>
                    <a:gd name="T0" fmla="*/ 7 w 9"/>
                    <a:gd name="T1" fmla="*/ 2 h 9"/>
                    <a:gd name="T2" fmla="*/ 1 w 9"/>
                    <a:gd name="T3" fmla="*/ 8 h 9"/>
                    <a:gd name="T4" fmla="*/ 4 w 9"/>
                    <a:gd name="T5" fmla="*/ 8 h 9"/>
                    <a:gd name="T6" fmla="*/ 7 w 9"/>
                    <a:gd name="T7" fmla="*/ 2 h 9"/>
                    <a:gd name="T8" fmla="*/ 7 w 9"/>
                    <a:gd name="T9" fmla="*/ 0 h 9"/>
                    <a:gd name="T10" fmla="*/ 9 w 9"/>
                    <a:gd name="T11" fmla="*/ 0 h 9"/>
                    <a:gd name="T12" fmla="*/ 9 w 9"/>
                    <a:gd name="T13" fmla="*/ 0 h 9"/>
                    <a:gd name="T14" fmla="*/ 9 w 9"/>
                    <a:gd name="T15" fmla="*/ 2 h 9"/>
                    <a:gd name="T16" fmla="*/ 6 w 9"/>
                    <a:gd name="T17" fmla="*/ 8 h 9"/>
                    <a:gd name="T18" fmla="*/ 6 w 9"/>
                    <a:gd name="T19" fmla="*/ 9 h 9"/>
                    <a:gd name="T20" fmla="*/ 4 w 9"/>
                    <a:gd name="T21" fmla="*/ 9 h 9"/>
                    <a:gd name="T22" fmla="*/ 1 w 9"/>
                    <a:gd name="T23" fmla="*/ 9 h 9"/>
                    <a:gd name="T24" fmla="*/ 0 w 9"/>
                    <a:gd name="T25" fmla="*/ 8 h 9"/>
                    <a:gd name="T26" fmla="*/ 0 w 9"/>
                    <a:gd name="T27" fmla="*/ 6 h 9"/>
                    <a:gd name="T28" fmla="*/ 6 w 9"/>
                    <a:gd name="T29" fmla="*/ 0 h 9"/>
                    <a:gd name="T30" fmla="*/ 7 w 9"/>
                    <a:gd name="T31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9" h="9">
                      <a:moveTo>
                        <a:pt x="7" y="2"/>
                      </a:moveTo>
                      <a:lnTo>
                        <a:pt x="1" y="8"/>
                      </a:lnTo>
                      <a:lnTo>
                        <a:pt x="4" y="8"/>
                      </a:lnTo>
                      <a:lnTo>
                        <a:pt x="7" y="2"/>
                      </a:lnTo>
                      <a:close/>
                      <a:moveTo>
                        <a:pt x="7" y="0"/>
                      </a:move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2"/>
                      </a:lnTo>
                      <a:lnTo>
                        <a:pt x="6" y="8"/>
                      </a:lnTo>
                      <a:lnTo>
                        <a:pt x="6" y="9"/>
                      </a:lnTo>
                      <a:lnTo>
                        <a:pt x="4" y="9"/>
                      </a:lnTo>
                      <a:lnTo>
                        <a:pt x="1" y="9"/>
                      </a:lnTo>
                      <a:lnTo>
                        <a:pt x="0" y="8"/>
                      </a:lnTo>
                      <a:lnTo>
                        <a:pt x="0" y="6"/>
                      </a:lnTo>
                      <a:lnTo>
                        <a:pt x="6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24" name="FINLAND">
                  <a:extLst>
                    <a:ext uri="{FF2B5EF4-FFF2-40B4-BE49-F238E27FC236}">
                      <a16:creationId xmlns:a16="http://schemas.microsoft.com/office/drawing/2014/main" id="{5F268665-DE7A-3B33-2CEC-E2194CE0BC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587055" y="2902397"/>
                  <a:ext cx="490558" cy="1098570"/>
                </a:xfrm>
                <a:custGeom>
                  <a:avLst/>
                  <a:gdLst>
                    <a:gd name="T0" fmla="*/ 98 w 142"/>
                    <a:gd name="T1" fmla="*/ 0 h 318"/>
                    <a:gd name="T2" fmla="*/ 114 w 142"/>
                    <a:gd name="T3" fmla="*/ 15 h 318"/>
                    <a:gd name="T4" fmla="*/ 114 w 142"/>
                    <a:gd name="T5" fmla="*/ 27 h 318"/>
                    <a:gd name="T6" fmla="*/ 111 w 142"/>
                    <a:gd name="T7" fmla="*/ 39 h 318"/>
                    <a:gd name="T8" fmla="*/ 105 w 142"/>
                    <a:gd name="T9" fmla="*/ 46 h 318"/>
                    <a:gd name="T10" fmla="*/ 107 w 142"/>
                    <a:gd name="T11" fmla="*/ 48 h 318"/>
                    <a:gd name="T12" fmla="*/ 116 w 142"/>
                    <a:gd name="T13" fmla="*/ 73 h 318"/>
                    <a:gd name="T14" fmla="*/ 125 w 142"/>
                    <a:gd name="T15" fmla="*/ 91 h 318"/>
                    <a:gd name="T16" fmla="*/ 126 w 142"/>
                    <a:gd name="T17" fmla="*/ 150 h 318"/>
                    <a:gd name="T18" fmla="*/ 122 w 142"/>
                    <a:gd name="T19" fmla="*/ 178 h 318"/>
                    <a:gd name="T20" fmla="*/ 125 w 142"/>
                    <a:gd name="T21" fmla="*/ 180 h 318"/>
                    <a:gd name="T22" fmla="*/ 132 w 142"/>
                    <a:gd name="T23" fmla="*/ 196 h 318"/>
                    <a:gd name="T24" fmla="*/ 128 w 142"/>
                    <a:gd name="T25" fmla="*/ 214 h 318"/>
                    <a:gd name="T26" fmla="*/ 142 w 142"/>
                    <a:gd name="T27" fmla="*/ 232 h 318"/>
                    <a:gd name="T28" fmla="*/ 122 w 142"/>
                    <a:gd name="T29" fmla="*/ 273 h 318"/>
                    <a:gd name="T30" fmla="*/ 68 w 142"/>
                    <a:gd name="T31" fmla="*/ 304 h 318"/>
                    <a:gd name="T32" fmla="*/ 37 w 142"/>
                    <a:gd name="T33" fmla="*/ 318 h 318"/>
                    <a:gd name="T34" fmla="*/ 37 w 142"/>
                    <a:gd name="T35" fmla="*/ 318 h 318"/>
                    <a:gd name="T36" fmla="*/ 33 w 142"/>
                    <a:gd name="T37" fmla="*/ 316 h 318"/>
                    <a:gd name="T38" fmla="*/ 33 w 142"/>
                    <a:gd name="T39" fmla="*/ 316 h 318"/>
                    <a:gd name="T40" fmla="*/ 28 w 142"/>
                    <a:gd name="T41" fmla="*/ 307 h 318"/>
                    <a:gd name="T42" fmla="*/ 25 w 142"/>
                    <a:gd name="T43" fmla="*/ 310 h 318"/>
                    <a:gd name="T44" fmla="*/ 9 w 142"/>
                    <a:gd name="T45" fmla="*/ 300 h 318"/>
                    <a:gd name="T46" fmla="*/ 10 w 142"/>
                    <a:gd name="T47" fmla="*/ 295 h 318"/>
                    <a:gd name="T48" fmla="*/ 7 w 142"/>
                    <a:gd name="T49" fmla="*/ 289 h 318"/>
                    <a:gd name="T50" fmla="*/ 10 w 142"/>
                    <a:gd name="T51" fmla="*/ 276 h 318"/>
                    <a:gd name="T52" fmla="*/ 12 w 142"/>
                    <a:gd name="T53" fmla="*/ 275 h 318"/>
                    <a:gd name="T54" fmla="*/ 7 w 142"/>
                    <a:gd name="T55" fmla="*/ 255 h 318"/>
                    <a:gd name="T56" fmla="*/ 5 w 142"/>
                    <a:gd name="T57" fmla="*/ 243 h 318"/>
                    <a:gd name="T58" fmla="*/ 10 w 142"/>
                    <a:gd name="T59" fmla="*/ 233 h 318"/>
                    <a:gd name="T60" fmla="*/ 15 w 142"/>
                    <a:gd name="T61" fmla="*/ 227 h 318"/>
                    <a:gd name="T62" fmla="*/ 21 w 142"/>
                    <a:gd name="T63" fmla="*/ 226 h 318"/>
                    <a:gd name="T64" fmla="*/ 50 w 142"/>
                    <a:gd name="T65" fmla="*/ 189 h 318"/>
                    <a:gd name="T66" fmla="*/ 53 w 142"/>
                    <a:gd name="T67" fmla="*/ 180 h 318"/>
                    <a:gd name="T68" fmla="*/ 61 w 142"/>
                    <a:gd name="T69" fmla="*/ 160 h 318"/>
                    <a:gd name="T70" fmla="*/ 40 w 142"/>
                    <a:gd name="T71" fmla="*/ 132 h 318"/>
                    <a:gd name="T72" fmla="*/ 37 w 142"/>
                    <a:gd name="T73" fmla="*/ 106 h 318"/>
                    <a:gd name="T74" fmla="*/ 30 w 142"/>
                    <a:gd name="T75" fmla="*/ 64 h 318"/>
                    <a:gd name="T76" fmla="*/ 0 w 142"/>
                    <a:gd name="T77" fmla="*/ 37 h 318"/>
                    <a:gd name="T78" fmla="*/ 6 w 142"/>
                    <a:gd name="T79" fmla="*/ 34 h 318"/>
                    <a:gd name="T80" fmla="*/ 6 w 142"/>
                    <a:gd name="T81" fmla="*/ 30 h 318"/>
                    <a:gd name="T82" fmla="*/ 9 w 142"/>
                    <a:gd name="T83" fmla="*/ 28 h 318"/>
                    <a:gd name="T84" fmla="*/ 25 w 142"/>
                    <a:gd name="T85" fmla="*/ 49 h 318"/>
                    <a:gd name="T86" fmla="*/ 45 w 142"/>
                    <a:gd name="T87" fmla="*/ 45 h 318"/>
                    <a:gd name="T88" fmla="*/ 46 w 142"/>
                    <a:gd name="T89" fmla="*/ 45 h 318"/>
                    <a:gd name="T90" fmla="*/ 67 w 142"/>
                    <a:gd name="T91" fmla="*/ 40 h 318"/>
                    <a:gd name="T92" fmla="*/ 71 w 142"/>
                    <a:gd name="T93" fmla="*/ 11 h 318"/>
                    <a:gd name="T94" fmla="*/ 98 w 142"/>
                    <a:gd name="T95" fmla="*/ 0 h 3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42" h="318">
                      <a:moveTo>
                        <a:pt x="98" y="0"/>
                      </a:moveTo>
                      <a:lnTo>
                        <a:pt x="98" y="0"/>
                      </a:lnTo>
                      <a:lnTo>
                        <a:pt x="114" y="14"/>
                      </a:lnTo>
                      <a:lnTo>
                        <a:pt x="114" y="15"/>
                      </a:lnTo>
                      <a:lnTo>
                        <a:pt x="116" y="26"/>
                      </a:lnTo>
                      <a:lnTo>
                        <a:pt x="114" y="27"/>
                      </a:lnTo>
                      <a:lnTo>
                        <a:pt x="110" y="34"/>
                      </a:lnTo>
                      <a:lnTo>
                        <a:pt x="111" y="39"/>
                      </a:lnTo>
                      <a:lnTo>
                        <a:pt x="111" y="40"/>
                      </a:lnTo>
                      <a:lnTo>
                        <a:pt x="105" y="46"/>
                      </a:lnTo>
                      <a:lnTo>
                        <a:pt x="107" y="46"/>
                      </a:lnTo>
                      <a:lnTo>
                        <a:pt x="107" y="48"/>
                      </a:lnTo>
                      <a:lnTo>
                        <a:pt x="105" y="63"/>
                      </a:lnTo>
                      <a:lnTo>
                        <a:pt x="116" y="73"/>
                      </a:lnTo>
                      <a:lnTo>
                        <a:pt x="125" y="91"/>
                      </a:lnTo>
                      <a:lnTo>
                        <a:pt x="125" y="91"/>
                      </a:lnTo>
                      <a:lnTo>
                        <a:pt x="114" y="113"/>
                      </a:lnTo>
                      <a:lnTo>
                        <a:pt x="126" y="150"/>
                      </a:lnTo>
                      <a:lnTo>
                        <a:pt x="122" y="166"/>
                      </a:lnTo>
                      <a:lnTo>
                        <a:pt x="122" y="178"/>
                      </a:lnTo>
                      <a:lnTo>
                        <a:pt x="125" y="180"/>
                      </a:lnTo>
                      <a:lnTo>
                        <a:pt x="125" y="180"/>
                      </a:lnTo>
                      <a:lnTo>
                        <a:pt x="126" y="190"/>
                      </a:lnTo>
                      <a:lnTo>
                        <a:pt x="132" y="196"/>
                      </a:lnTo>
                      <a:lnTo>
                        <a:pt x="132" y="197"/>
                      </a:lnTo>
                      <a:lnTo>
                        <a:pt x="128" y="214"/>
                      </a:lnTo>
                      <a:lnTo>
                        <a:pt x="133" y="223"/>
                      </a:lnTo>
                      <a:lnTo>
                        <a:pt x="142" y="232"/>
                      </a:lnTo>
                      <a:lnTo>
                        <a:pt x="142" y="242"/>
                      </a:lnTo>
                      <a:lnTo>
                        <a:pt x="122" y="273"/>
                      </a:lnTo>
                      <a:lnTo>
                        <a:pt x="92" y="301"/>
                      </a:lnTo>
                      <a:lnTo>
                        <a:pt x="68" y="304"/>
                      </a:lnTo>
                      <a:lnTo>
                        <a:pt x="49" y="315"/>
                      </a:lnTo>
                      <a:lnTo>
                        <a:pt x="37" y="318"/>
                      </a:lnTo>
                      <a:lnTo>
                        <a:pt x="37" y="318"/>
                      </a:lnTo>
                      <a:lnTo>
                        <a:pt x="37" y="318"/>
                      </a:lnTo>
                      <a:lnTo>
                        <a:pt x="36" y="315"/>
                      </a:lnTo>
                      <a:lnTo>
                        <a:pt x="33" y="316"/>
                      </a:lnTo>
                      <a:lnTo>
                        <a:pt x="33" y="316"/>
                      </a:lnTo>
                      <a:lnTo>
                        <a:pt x="33" y="316"/>
                      </a:lnTo>
                      <a:lnTo>
                        <a:pt x="31" y="316"/>
                      </a:lnTo>
                      <a:lnTo>
                        <a:pt x="28" y="307"/>
                      </a:lnTo>
                      <a:lnTo>
                        <a:pt x="25" y="309"/>
                      </a:lnTo>
                      <a:lnTo>
                        <a:pt x="25" y="310"/>
                      </a:lnTo>
                      <a:lnTo>
                        <a:pt x="25" y="309"/>
                      </a:lnTo>
                      <a:lnTo>
                        <a:pt x="9" y="300"/>
                      </a:lnTo>
                      <a:lnTo>
                        <a:pt x="9" y="298"/>
                      </a:lnTo>
                      <a:lnTo>
                        <a:pt x="10" y="295"/>
                      </a:lnTo>
                      <a:lnTo>
                        <a:pt x="7" y="289"/>
                      </a:lnTo>
                      <a:lnTo>
                        <a:pt x="7" y="289"/>
                      </a:lnTo>
                      <a:lnTo>
                        <a:pt x="10" y="283"/>
                      </a:lnTo>
                      <a:lnTo>
                        <a:pt x="10" y="276"/>
                      </a:lnTo>
                      <a:lnTo>
                        <a:pt x="10" y="275"/>
                      </a:lnTo>
                      <a:lnTo>
                        <a:pt x="12" y="275"/>
                      </a:lnTo>
                      <a:lnTo>
                        <a:pt x="7" y="261"/>
                      </a:lnTo>
                      <a:lnTo>
                        <a:pt x="7" y="255"/>
                      </a:lnTo>
                      <a:lnTo>
                        <a:pt x="5" y="243"/>
                      </a:lnTo>
                      <a:lnTo>
                        <a:pt x="5" y="243"/>
                      </a:lnTo>
                      <a:lnTo>
                        <a:pt x="9" y="233"/>
                      </a:lnTo>
                      <a:lnTo>
                        <a:pt x="10" y="233"/>
                      </a:lnTo>
                      <a:lnTo>
                        <a:pt x="13" y="233"/>
                      </a:lnTo>
                      <a:lnTo>
                        <a:pt x="15" y="227"/>
                      </a:lnTo>
                      <a:lnTo>
                        <a:pt x="15" y="226"/>
                      </a:lnTo>
                      <a:lnTo>
                        <a:pt x="21" y="226"/>
                      </a:lnTo>
                      <a:lnTo>
                        <a:pt x="28" y="218"/>
                      </a:lnTo>
                      <a:lnTo>
                        <a:pt x="50" y="189"/>
                      </a:lnTo>
                      <a:lnTo>
                        <a:pt x="53" y="180"/>
                      </a:lnTo>
                      <a:lnTo>
                        <a:pt x="53" y="180"/>
                      </a:lnTo>
                      <a:lnTo>
                        <a:pt x="64" y="175"/>
                      </a:lnTo>
                      <a:lnTo>
                        <a:pt x="61" y="160"/>
                      </a:lnTo>
                      <a:lnTo>
                        <a:pt x="45" y="146"/>
                      </a:lnTo>
                      <a:lnTo>
                        <a:pt x="40" y="132"/>
                      </a:lnTo>
                      <a:lnTo>
                        <a:pt x="43" y="119"/>
                      </a:lnTo>
                      <a:lnTo>
                        <a:pt x="37" y="106"/>
                      </a:lnTo>
                      <a:lnTo>
                        <a:pt x="39" y="77"/>
                      </a:lnTo>
                      <a:lnTo>
                        <a:pt x="30" y="64"/>
                      </a:lnTo>
                      <a:lnTo>
                        <a:pt x="0" y="39"/>
                      </a:lnTo>
                      <a:lnTo>
                        <a:pt x="0" y="37"/>
                      </a:lnTo>
                      <a:lnTo>
                        <a:pt x="0" y="37"/>
                      </a:lnTo>
                      <a:lnTo>
                        <a:pt x="6" y="34"/>
                      </a:lnTo>
                      <a:lnTo>
                        <a:pt x="5" y="31"/>
                      </a:lnTo>
                      <a:lnTo>
                        <a:pt x="6" y="30"/>
                      </a:lnTo>
                      <a:lnTo>
                        <a:pt x="9" y="28"/>
                      </a:lnTo>
                      <a:lnTo>
                        <a:pt x="9" y="28"/>
                      </a:lnTo>
                      <a:lnTo>
                        <a:pt x="9" y="28"/>
                      </a:lnTo>
                      <a:lnTo>
                        <a:pt x="25" y="49"/>
                      </a:lnTo>
                      <a:lnTo>
                        <a:pt x="37" y="52"/>
                      </a:lnTo>
                      <a:lnTo>
                        <a:pt x="45" y="45"/>
                      </a:lnTo>
                      <a:lnTo>
                        <a:pt x="45" y="45"/>
                      </a:lnTo>
                      <a:lnTo>
                        <a:pt x="46" y="45"/>
                      </a:lnTo>
                      <a:lnTo>
                        <a:pt x="53" y="52"/>
                      </a:lnTo>
                      <a:lnTo>
                        <a:pt x="67" y="40"/>
                      </a:lnTo>
                      <a:lnTo>
                        <a:pt x="68" y="20"/>
                      </a:lnTo>
                      <a:lnTo>
                        <a:pt x="71" y="11"/>
                      </a:lnTo>
                      <a:lnTo>
                        <a:pt x="71" y="11"/>
                      </a:lnTo>
                      <a:lnTo>
                        <a:pt x="98" y="0"/>
                      </a:lnTo>
                      <a:lnTo>
                        <a:pt x="9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1075" name="FRANCE">
                <a:extLst>
                  <a:ext uri="{FF2B5EF4-FFF2-40B4-BE49-F238E27FC236}">
                    <a16:creationId xmlns:a16="http://schemas.microsoft.com/office/drawing/2014/main" id="{CA1700C9-01DC-AF0E-9D4E-E393400E6623}"/>
                  </a:ext>
                </a:extLst>
              </p:cNvPr>
              <p:cNvGrpSpPr/>
              <p:nvPr userDrawn="1"/>
            </p:nvGrpSpPr>
            <p:grpSpPr>
              <a:xfrm>
                <a:off x="5662708" y="3082228"/>
                <a:ext cx="382860" cy="380802"/>
                <a:chOff x="11447029" y="4705712"/>
                <a:chExt cx="642559" cy="639105"/>
              </a:xfrm>
            </p:grpSpPr>
            <p:sp>
              <p:nvSpPr>
                <p:cNvPr id="1120" name="FRANCE">
                  <a:extLst>
                    <a:ext uri="{FF2B5EF4-FFF2-40B4-BE49-F238E27FC236}">
                      <a16:creationId xmlns:a16="http://schemas.microsoft.com/office/drawing/2014/main" id="{E0D57C2E-A4BF-75F1-34DE-A561CD1933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447029" y="4705712"/>
                  <a:ext cx="576921" cy="580377"/>
                </a:xfrm>
                <a:custGeom>
                  <a:avLst/>
                  <a:gdLst>
                    <a:gd name="T0" fmla="*/ 99 w 167"/>
                    <a:gd name="T1" fmla="*/ 0 h 168"/>
                    <a:gd name="T2" fmla="*/ 99 w 167"/>
                    <a:gd name="T3" fmla="*/ 6 h 168"/>
                    <a:gd name="T4" fmla="*/ 118 w 167"/>
                    <a:gd name="T5" fmla="*/ 21 h 168"/>
                    <a:gd name="T6" fmla="*/ 121 w 167"/>
                    <a:gd name="T7" fmla="*/ 21 h 168"/>
                    <a:gd name="T8" fmla="*/ 126 w 167"/>
                    <a:gd name="T9" fmla="*/ 19 h 168"/>
                    <a:gd name="T10" fmla="*/ 127 w 167"/>
                    <a:gd name="T11" fmla="*/ 19 h 168"/>
                    <a:gd name="T12" fmla="*/ 127 w 167"/>
                    <a:gd name="T13" fmla="*/ 27 h 168"/>
                    <a:gd name="T14" fmla="*/ 143 w 167"/>
                    <a:gd name="T15" fmla="*/ 31 h 168"/>
                    <a:gd name="T16" fmla="*/ 149 w 167"/>
                    <a:gd name="T17" fmla="*/ 37 h 168"/>
                    <a:gd name="T18" fmla="*/ 167 w 167"/>
                    <a:gd name="T19" fmla="*/ 43 h 168"/>
                    <a:gd name="T20" fmla="*/ 160 w 167"/>
                    <a:gd name="T21" fmla="*/ 61 h 168"/>
                    <a:gd name="T22" fmla="*/ 160 w 167"/>
                    <a:gd name="T23" fmla="*/ 70 h 168"/>
                    <a:gd name="T24" fmla="*/ 140 w 167"/>
                    <a:gd name="T25" fmla="*/ 92 h 168"/>
                    <a:gd name="T26" fmla="*/ 145 w 167"/>
                    <a:gd name="T27" fmla="*/ 92 h 168"/>
                    <a:gd name="T28" fmla="*/ 149 w 167"/>
                    <a:gd name="T29" fmla="*/ 92 h 168"/>
                    <a:gd name="T30" fmla="*/ 154 w 167"/>
                    <a:gd name="T31" fmla="*/ 102 h 168"/>
                    <a:gd name="T32" fmla="*/ 151 w 167"/>
                    <a:gd name="T33" fmla="*/ 104 h 168"/>
                    <a:gd name="T34" fmla="*/ 154 w 167"/>
                    <a:gd name="T35" fmla="*/ 114 h 168"/>
                    <a:gd name="T36" fmla="*/ 152 w 167"/>
                    <a:gd name="T37" fmla="*/ 122 h 168"/>
                    <a:gd name="T38" fmla="*/ 154 w 167"/>
                    <a:gd name="T39" fmla="*/ 134 h 168"/>
                    <a:gd name="T40" fmla="*/ 161 w 167"/>
                    <a:gd name="T41" fmla="*/ 134 h 168"/>
                    <a:gd name="T42" fmla="*/ 161 w 167"/>
                    <a:gd name="T43" fmla="*/ 141 h 168"/>
                    <a:gd name="T44" fmla="*/ 142 w 167"/>
                    <a:gd name="T45" fmla="*/ 154 h 168"/>
                    <a:gd name="T46" fmla="*/ 127 w 167"/>
                    <a:gd name="T47" fmla="*/ 148 h 168"/>
                    <a:gd name="T48" fmla="*/ 105 w 167"/>
                    <a:gd name="T49" fmla="*/ 153 h 168"/>
                    <a:gd name="T50" fmla="*/ 105 w 167"/>
                    <a:gd name="T51" fmla="*/ 166 h 168"/>
                    <a:gd name="T52" fmla="*/ 103 w 167"/>
                    <a:gd name="T53" fmla="*/ 166 h 168"/>
                    <a:gd name="T54" fmla="*/ 100 w 167"/>
                    <a:gd name="T55" fmla="*/ 168 h 168"/>
                    <a:gd name="T56" fmla="*/ 93 w 167"/>
                    <a:gd name="T57" fmla="*/ 168 h 168"/>
                    <a:gd name="T58" fmla="*/ 90 w 167"/>
                    <a:gd name="T59" fmla="*/ 168 h 168"/>
                    <a:gd name="T60" fmla="*/ 80 w 167"/>
                    <a:gd name="T61" fmla="*/ 163 h 168"/>
                    <a:gd name="T62" fmla="*/ 69 w 167"/>
                    <a:gd name="T63" fmla="*/ 163 h 168"/>
                    <a:gd name="T64" fmla="*/ 40 w 167"/>
                    <a:gd name="T65" fmla="*/ 150 h 168"/>
                    <a:gd name="T66" fmla="*/ 40 w 167"/>
                    <a:gd name="T67" fmla="*/ 148 h 168"/>
                    <a:gd name="T68" fmla="*/ 50 w 167"/>
                    <a:gd name="T69" fmla="*/ 126 h 168"/>
                    <a:gd name="T70" fmla="*/ 47 w 167"/>
                    <a:gd name="T71" fmla="*/ 123 h 168"/>
                    <a:gd name="T72" fmla="*/ 50 w 167"/>
                    <a:gd name="T73" fmla="*/ 108 h 168"/>
                    <a:gd name="T74" fmla="*/ 47 w 167"/>
                    <a:gd name="T75" fmla="*/ 95 h 168"/>
                    <a:gd name="T76" fmla="*/ 37 w 167"/>
                    <a:gd name="T77" fmla="*/ 86 h 168"/>
                    <a:gd name="T78" fmla="*/ 35 w 167"/>
                    <a:gd name="T79" fmla="*/ 77 h 168"/>
                    <a:gd name="T80" fmla="*/ 31 w 167"/>
                    <a:gd name="T81" fmla="*/ 77 h 168"/>
                    <a:gd name="T82" fmla="*/ 29 w 167"/>
                    <a:gd name="T83" fmla="*/ 73 h 168"/>
                    <a:gd name="T84" fmla="*/ 7 w 167"/>
                    <a:gd name="T85" fmla="*/ 67 h 168"/>
                    <a:gd name="T86" fmla="*/ 5 w 167"/>
                    <a:gd name="T87" fmla="*/ 67 h 168"/>
                    <a:gd name="T88" fmla="*/ 1 w 167"/>
                    <a:gd name="T89" fmla="*/ 61 h 168"/>
                    <a:gd name="T90" fmla="*/ 4 w 167"/>
                    <a:gd name="T91" fmla="*/ 61 h 168"/>
                    <a:gd name="T92" fmla="*/ 3 w 167"/>
                    <a:gd name="T93" fmla="*/ 58 h 168"/>
                    <a:gd name="T94" fmla="*/ 3 w 167"/>
                    <a:gd name="T95" fmla="*/ 57 h 168"/>
                    <a:gd name="T96" fmla="*/ 1 w 167"/>
                    <a:gd name="T97" fmla="*/ 57 h 168"/>
                    <a:gd name="T98" fmla="*/ 0 w 167"/>
                    <a:gd name="T99" fmla="*/ 57 h 168"/>
                    <a:gd name="T100" fmla="*/ 1 w 167"/>
                    <a:gd name="T101" fmla="*/ 52 h 168"/>
                    <a:gd name="T102" fmla="*/ 17 w 167"/>
                    <a:gd name="T103" fmla="*/ 46 h 168"/>
                    <a:gd name="T104" fmla="*/ 29 w 167"/>
                    <a:gd name="T105" fmla="*/ 51 h 168"/>
                    <a:gd name="T106" fmla="*/ 38 w 167"/>
                    <a:gd name="T107" fmla="*/ 30 h 168"/>
                    <a:gd name="T108" fmla="*/ 40 w 167"/>
                    <a:gd name="T109" fmla="*/ 28 h 168"/>
                    <a:gd name="T110" fmla="*/ 41 w 167"/>
                    <a:gd name="T111" fmla="*/ 28 h 168"/>
                    <a:gd name="T112" fmla="*/ 45 w 167"/>
                    <a:gd name="T113" fmla="*/ 28 h 168"/>
                    <a:gd name="T114" fmla="*/ 47 w 167"/>
                    <a:gd name="T115" fmla="*/ 30 h 168"/>
                    <a:gd name="T116" fmla="*/ 65 w 167"/>
                    <a:gd name="T117" fmla="*/ 34 h 168"/>
                    <a:gd name="T118" fmla="*/ 66 w 167"/>
                    <a:gd name="T119" fmla="*/ 28 h 168"/>
                    <a:gd name="T120" fmla="*/ 84 w 167"/>
                    <a:gd name="T121" fmla="*/ 18 h 168"/>
                    <a:gd name="T122" fmla="*/ 86 w 167"/>
                    <a:gd name="T123" fmla="*/ 3 h 168"/>
                    <a:gd name="T124" fmla="*/ 99 w 167"/>
                    <a:gd name="T125" fmla="*/ 0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67" h="168">
                      <a:moveTo>
                        <a:pt x="99" y="0"/>
                      </a:moveTo>
                      <a:lnTo>
                        <a:pt x="99" y="0"/>
                      </a:lnTo>
                      <a:lnTo>
                        <a:pt x="99" y="0"/>
                      </a:lnTo>
                      <a:lnTo>
                        <a:pt x="99" y="6"/>
                      </a:lnTo>
                      <a:lnTo>
                        <a:pt x="115" y="15"/>
                      </a:lnTo>
                      <a:lnTo>
                        <a:pt x="118" y="21"/>
                      </a:lnTo>
                      <a:lnTo>
                        <a:pt x="118" y="21"/>
                      </a:lnTo>
                      <a:lnTo>
                        <a:pt x="121" y="21"/>
                      </a:lnTo>
                      <a:lnTo>
                        <a:pt x="124" y="21"/>
                      </a:lnTo>
                      <a:lnTo>
                        <a:pt x="126" y="19"/>
                      </a:lnTo>
                      <a:lnTo>
                        <a:pt x="127" y="19"/>
                      </a:lnTo>
                      <a:lnTo>
                        <a:pt x="127" y="19"/>
                      </a:lnTo>
                      <a:lnTo>
                        <a:pt x="127" y="21"/>
                      </a:lnTo>
                      <a:lnTo>
                        <a:pt x="127" y="27"/>
                      </a:lnTo>
                      <a:lnTo>
                        <a:pt x="137" y="30"/>
                      </a:lnTo>
                      <a:lnTo>
                        <a:pt x="143" y="31"/>
                      </a:lnTo>
                      <a:lnTo>
                        <a:pt x="143" y="31"/>
                      </a:lnTo>
                      <a:lnTo>
                        <a:pt x="149" y="37"/>
                      </a:lnTo>
                      <a:lnTo>
                        <a:pt x="167" y="42"/>
                      </a:lnTo>
                      <a:lnTo>
                        <a:pt x="167" y="43"/>
                      </a:lnTo>
                      <a:lnTo>
                        <a:pt x="167" y="43"/>
                      </a:lnTo>
                      <a:lnTo>
                        <a:pt x="160" y="61"/>
                      </a:lnTo>
                      <a:lnTo>
                        <a:pt x="161" y="70"/>
                      </a:lnTo>
                      <a:lnTo>
                        <a:pt x="160" y="70"/>
                      </a:lnTo>
                      <a:lnTo>
                        <a:pt x="152" y="73"/>
                      </a:lnTo>
                      <a:lnTo>
                        <a:pt x="140" y="92"/>
                      </a:lnTo>
                      <a:lnTo>
                        <a:pt x="140" y="97"/>
                      </a:lnTo>
                      <a:lnTo>
                        <a:pt x="145" y="92"/>
                      </a:lnTo>
                      <a:lnTo>
                        <a:pt x="145" y="92"/>
                      </a:lnTo>
                      <a:lnTo>
                        <a:pt x="149" y="92"/>
                      </a:lnTo>
                      <a:lnTo>
                        <a:pt x="151" y="94"/>
                      </a:lnTo>
                      <a:lnTo>
                        <a:pt x="154" y="102"/>
                      </a:lnTo>
                      <a:lnTo>
                        <a:pt x="154" y="104"/>
                      </a:lnTo>
                      <a:lnTo>
                        <a:pt x="151" y="104"/>
                      </a:lnTo>
                      <a:lnTo>
                        <a:pt x="154" y="113"/>
                      </a:lnTo>
                      <a:lnTo>
                        <a:pt x="154" y="114"/>
                      </a:lnTo>
                      <a:lnTo>
                        <a:pt x="151" y="120"/>
                      </a:lnTo>
                      <a:lnTo>
                        <a:pt x="152" y="122"/>
                      </a:lnTo>
                      <a:lnTo>
                        <a:pt x="152" y="122"/>
                      </a:lnTo>
                      <a:lnTo>
                        <a:pt x="154" y="134"/>
                      </a:lnTo>
                      <a:lnTo>
                        <a:pt x="160" y="134"/>
                      </a:lnTo>
                      <a:lnTo>
                        <a:pt x="161" y="134"/>
                      </a:lnTo>
                      <a:lnTo>
                        <a:pt x="161" y="140"/>
                      </a:lnTo>
                      <a:lnTo>
                        <a:pt x="161" y="141"/>
                      </a:lnTo>
                      <a:lnTo>
                        <a:pt x="143" y="154"/>
                      </a:lnTo>
                      <a:lnTo>
                        <a:pt x="142" y="154"/>
                      </a:lnTo>
                      <a:lnTo>
                        <a:pt x="142" y="154"/>
                      </a:lnTo>
                      <a:lnTo>
                        <a:pt x="127" y="148"/>
                      </a:lnTo>
                      <a:lnTo>
                        <a:pt x="115" y="147"/>
                      </a:lnTo>
                      <a:lnTo>
                        <a:pt x="105" y="153"/>
                      </a:lnTo>
                      <a:lnTo>
                        <a:pt x="103" y="159"/>
                      </a:lnTo>
                      <a:lnTo>
                        <a:pt x="105" y="166"/>
                      </a:lnTo>
                      <a:lnTo>
                        <a:pt x="103" y="166"/>
                      </a:lnTo>
                      <a:lnTo>
                        <a:pt x="103" y="166"/>
                      </a:lnTo>
                      <a:lnTo>
                        <a:pt x="102" y="166"/>
                      </a:lnTo>
                      <a:lnTo>
                        <a:pt x="100" y="168"/>
                      </a:lnTo>
                      <a:lnTo>
                        <a:pt x="96" y="168"/>
                      </a:lnTo>
                      <a:lnTo>
                        <a:pt x="93" y="168"/>
                      </a:lnTo>
                      <a:lnTo>
                        <a:pt x="90" y="168"/>
                      </a:lnTo>
                      <a:lnTo>
                        <a:pt x="90" y="168"/>
                      </a:lnTo>
                      <a:lnTo>
                        <a:pt x="88" y="168"/>
                      </a:lnTo>
                      <a:lnTo>
                        <a:pt x="80" y="163"/>
                      </a:lnTo>
                      <a:lnTo>
                        <a:pt x="74" y="160"/>
                      </a:lnTo>
                      <a:lnTo>
                        <a:pt x="69" y="163"/>
                      </a:lnTo>
                      <a:lnTo>
                        <a:pt x="53" y="160"/>
                      </a:lnTo>
                      <a:lnTo>
                        <a:pt x="40" y="150"/>
                      </a:lnTo>
                      <a:lnTo>
                        <a:pt x="40" y="148"/>
                      </a:lnTo>
                      <a:lnTo>
                        <a:pt x="40" y="148"/>
                      </a:lnTo>
                      <a:lnTo>
                        <a:pt x="45" y="144"/>
                      </a:lnTo>
                      <a:lnTo>
                        <a:pt x="50" y="126"/>
                      </a:lnTo>
                      <a:lnTo>
                        <a:pt x="47" y="125"/>
                      </a:lnTo>
                      <a:lnTo>
                        <a:pt x="47" y="123"/>
                      </a:lnTo>
                      <a:lnTo>
                        <a:pt x="50" y="108"/>
                      </a:lnTo>
                      <a:lnTo>
                        <a:pt x="50" y="108"/>
                      </a:lnTo>
                      <a:lnTo>
                        <a:pt x="48" y="105"/>
                      </a:lnTo>
                      <a:lnTo>
                        <a:pt x="47" y="95"/>
                      </a:lnTo>
                      <a:lnTo>
                        <a:pt x="40" y="92"/>
                      </a:lnTo>
                      <a:lnTo>
                        <a:pt x="37" y="86"/>
                      </a:lnTo>
                      <a:lnTo>
                        <a:pt x="35" y="79"/>
                      </a:lnTo>
                      <a:lnTo>
                        <a:pt x="35" y="77"/>
                      </a:lnTo>
                      <a:lnTo>
                        <a:pt x="35" y="77"/>
                      </a:lnTo>
                      <a:lnTo>
                        <a:pt x="31" y="77"/>
                      </a:lnTo>
                      <a:lnTo>
                        <a:pt x="31" y="76"/>
                      </a:lnTo>
                      <a:lnTo>
                        <a:pt x="29" y="73"/>
                      </a:lnTo>
                      <a:lnTo>
                        <a:pt x="11" y="67"/>
                      </a:lnTo>
                      <a:lnTo>
                        <a:pt x="7" y="67"/>
                      </a:lnTo>
                      <a:lnTo>
                        <a:pt x="7" y="67"/>
                      </a:lnTo>
                      <a:lnTo>
                        <a:pt x="5" y="67"/>
                      </a:lnTo>
                      <a:lnTo>
                        <a:pt x="1" y="62"/>
                      </a:lnTo>
                      <a:lnTo>
                        <a:pt x="1" y="61"/>
                      </a:lnTo>
                      <a:lnTo>
                        <a:pt x="3" y="61"/>
                      </a:lnTo>
                      <a:lnTo>
                        <a:pt x="4" y="61"/>
                      </a:lnTo>
                      <a:lnTo>
                        <a:pt x="3" y="59"/>
                      </a:lnTo>
                      <a:lnTo>
                        <a:pt x="3" y="58"/>
                      </a:lnTo>
                      <a:lnTo>
                        <a:pt x="4" y="57"/>
                      </a:lnTo>
                      <a:lnTo>
                        <a:pt x="3" y="57"/>
                      </a:lnTo>
                      <a:lnTo>
                        <a:pt x="1" y="57"/>
                      </a:lnTo>
                      <a:lnTo>
                        <a:pt x="1" y="57"/>
                      </a:lnTo>
                      <a:lnTo>
                        <a:pt x="0" y="57"/>
                      </a:lnTo>
                      <a:lnTo>
                        <a:pt x="0" y="57"/>
                      </a:lnTo>
                      <a:lnTo>
                        <a:pt x="1" y="52"/>
                      </a:lnTo>
                      <a:lnTo>
                        <a:pt x="1" y="52"/>
                      </a:lnTo>
                      <a:lnTo>
                        <a:pt x="17" y="46"/>
                      </a:lnTo>
                      <a:lnTo>
                        <a:pt x="17" y="46"/>
                      </a:lnTo>
                      <a:lnTo>
                        <a:pt x="19" y="46"/>
                      </a:lnTo>
                      <a:lnTo>
                        <a:pt x="29" y="51"/>
                      </a:lnTo>
                      <a:lnTo>
                        <a:pt x="43" y="51"/>
                      </a:lnTo>
                      <a:lnTo>
                        <a:pt x="38" y="30"/>
                      </a:lnTo>
                      <a:lnTo>
                        <a:pt x="38" y="28"/>
                      </a:lnTo>
                      <a:lnTo>
                        <a:pt x="40" y="28"/>
                      </a:lnTo>
                      <a:lnTo>
                        <a:pt x="40" y="28"/>
                      </a:lnTo>
                      <a:lnTo>
                        <a:pt x="41" y="28"/>
                      </a:lnTo>
                      <a:lnTo>
                        <a:pt x="44" y="28"/>
                      </a:lnTo>
                      <a:lnTo>
                        <a:pt x="45" y="28"/>
                      </a:lnTo>
                      <a:lnTo>
                        <a:pt x="47" y="28"/>
                      </a:lnTo>
                      <a:lnTo>
                        <a:pt x="47" y="30"/>
                      </a:lnTo>
                      <a:lnTo>
                        <a:pt x="50" y="34"/>
                      </a:lnTo>
                      <a:lnTo>
                        <a:pt x="65" y="34"/>
                      </a:lnTo>
                      <a:lnTo>
                        <a:pt x="65" y="34"/>
                      </a:lnTo>
                      <a:lnTo>
                        <a:pt x="66" y="28"/>
                      </a:lnTo>
                      <a:lnTo>
                        <a:pt x="66" y="28"/>
                      </a:lnTo>
                      <a:lnTo>
                        <a:pt x="84" y="18"/>
                      </a:lnTo>
                      <a:lnTo>
                        <a:pt x="86" y="5"/>
                      </a:lnTo>
                      <a:lnTo>
                        <a:pt x="86" y="3"/>
                      </a:lnTo>
                      <a:lnTo>
                        <a:pt x="99" y="0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21" name="CORSICA">
                  <a:extLst>
                    <a:ext uri="{FF2B5EF4-FFF2-40B4-BE49-F238E27FC236}">
                      <a16:creationId xmlns:a16="http://schemas.microsoft.com/office/drawing/2014/main" id="{1ADDA6E1-D57A-D7B1-CB2F-D6A76938DD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044678" y="5237723"/>
                  <a:ext cx="44910" cy="107094"/>
                </a:xfrm>
                <a:custGeom>
                  <a:avLst/>
                  <a:gdLst>
                    <a:gd name="T0" fmla="*/ 10 w 13"/>
                    <a:gd name="T1" fmla="*/ 0 h 31"/>
                    <a:gd name="T2" fmla="*/ 10 w 13"/>
                    <a:gd name="T3" fmla="*/ 0 h 31"/>
                    <a:gd name="T4" fmla="*/ 12 w 13"/>
                    <a:gd name="T5" fmla="*/ 0 h 31"/>
                    <a:gd name="T6" fmla="*/ 13 w 13"/>
                    <a:gd name="T7" fmla="*/ 15 h 31"/>
                    <a:gd name="T8" fmla="*/ 10 w 13"/>
                    <a:gd name="T9" fmla="*/ 30 h 31"/>
                    <a:gd name="T10" fmla="*/ 9 w 13"/>
                    <a:gd name="T11" fmla="*/ 31 h 31"/>
                    <a:gd name="T12" fmla="*/ 9 w 13"/>
                    <a:gd name="T13" fmla="*/ 31 h 31"/>
                    <a:gd name="T14" fmla="*/ 9 w 13"/>
                    <a:gd name="T15" fmla="*/ 30 h 31"/>
                    <a:gd name="T16" fmla="*/ 1 w 13"/>
                    <a:gd name="T17" fmla="*/ 23 h 31"/>
                    <a:gd name="T18" fmla="*/ 0 w 13"/>
                    <a:gd name="T19" fmla="*/ 11 h 31"/>
                    <a:gd name="T20" fmla="*/ 0 w 13"/>
                    <a:gd name="T21" fmla="*/ 11 h 31"/>
                    <a:gd name="T22" fmla="*/ 1 w 13"/>
                    <a:gd name="T23" fmla="*/ 8 h 31"/>
                    <a:gd name="T24" fmla="*/ 9 w 13"/>
                    <a:gd name="T25" fmla="*/ 5 h 31"/>
                    <a:gd name="T26" fmla="*/ 10 w 13"/>
                    <a:gd name="T27" fmla="*/ 0 h 31"/>
                    <a:gd name="T28" fmla="*/ 10 w 13"/>
                    <a:gd name="T29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3" h="31">
                      <a:moveTo>
                        <a:pt x="10" y="0"/>
                      </a:moveTo>
                      <a:lnTo>
                        <a:pt x="10" y="0"/>
                      </a:lnTo>
                      <a:lnTo>
                        <a:pt x="12" y="0"/>
                      </a:lnTo>
                      <a:lnTo>
                        <a:pt x="13" y="15"/>
                      </a:lnTo>
                      <a:lnTo>
                        <a:pt x="10" y="30"/>
                      </a:lnTo>
                      <a:lnTo>
                        <a:pt x="9" y="31"/>
                      </a:lnTo>
                      <a:lnTo>
                        <a:pt x="9" y="31"/>
                      </a:lnTo>
                      <a:lnTo>
                        <a:pt x="9" y="30"/>
                      </a:lnTo>
                      <a:lnTo>
                        <a:pt x="1" y="23"/>
                      </a:lnTo>
                      <a:lnTo>
                        <a:pt x="0" y="11"/>
                      </a:lnTo>
                      <a:lnTo>
                        <a:pt x="0" y="11"/>
                      </a:lnTo>
                      <a:lnTo>
                        <a:pt x="1" y="8"/>
                      </a:lnTo>
                      <a:lnTo>
                        <a:pt x="9" y="5"/>
                      </a:lnTo>
                      <a:lnTo>
                        <a:pt x="1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22" name="ANDORRA">
                  <a:extLst>
                    <a:ext uri="{FF2B5EF4-FFF2-40B4-BE49-F238E27FC236}">
                      <a16:creationId xmlns:a16="http://schemas.microsoft.com/office/drawing/2014/main" id="{810947B7-DBCC-9B11-D0DF-97D12F4155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723400" y="5265362"/>
                  <a:ext cx="20726" cy="13818"/>
                </a:xfrm>
                <a:custGeom>
                  <a:avLst/>
                  <a:gdLst>
                    <a:gd name="T0" fmla="*/ 0 w 6"/>
                    <a:gd name="T1" fmla="*/ 0 h 4"/>
                    <a:gd name="T2" fmla="*/ 1 w 6"/>
                    <a:gd name="T3" fmla="*/ 0 h 4"/>
                    <a:gd name="T4" fmla="*/ 4 w 6"/>
                    <a:gd name="T5" fmla="*/ 1 h 4"/>
                    <a:gd name="T6" fmla="*/ 6 w 6"/>
                    <a:gd name="T7" fmla="*/ 1 h 4"/>
                    <a:gd name="T8" fmla="*/ 6 w 6"/>
                    <a:gd name="T9" fmla="*/ 3 h 4"/>
                    <a:gd name="T10" fmla="*/ 4 w 6"/>
                    <a:gd name="T11" fmla="*/ 4 h 4"/>
                    <a:gd name="T12" fmla="*/ 3 w 6"/>
                    <a:gd name="T13" fmla="*/ 4 h 4"/>
                    <a:gd name="T14" fmla="*/ 3 w 6"/>
                    <a:gd name="T15" fmla="*/ 4 h 4"/>
                    <a:gd name="T16" fmla="*/ 0 w 6"/>
                    <a:gd name="T17" fmla="*/ 1 h 4"/>
                    <a:gd name="T18" fmla="*/ 0 w 6"/>
                    <a:gd name="T19" fmla="*/ 0 h 4"/>
                    <a:gd name="T20" fmla="*/ 0 w 6"/>
                    <a:gd name="T2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" h="4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4" y="1"/>
                      </a:lnTo>
                      <a:lnTo>
                        <a:pt x="6" y="1"/>
                      </a:lnTo>
                      <a:lnTo>
                        <a:pt x="6" y="3"/>
                      </a:lnTo>
                      <a:lnTo>
                        <a:pt x="4" y="4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1076" name="UNITED KINGDOM">
                <a:extLst>
                  <a:ext uri="{FF2B5EF4-FFF2-40B4-BE49-F238E27FC236}">
                    <a16:creationId xmlns:a16="http://schemas.microsoft.com/office/drawing/2014/main" id="{45573761-259C-7921-9CD7-CF380683A5DC}"/>
                  </a:ext>
                </a:extLst>
              </p:cNvPr>
              <p:cNvGrpSpPr/>
              <p:nvPr/>
            </p:nvGrpSpPr>
            <p:grpSpPr>
              <a:xfrm>
                <a:off x="5574198" y="2728186"/>
                <a:ext cx="265534" cy="403445"/>
                <a:chOff x="4458210" y="1839448"/>
                <a:chExt cx="294922" cy="448097"/>
              </a:xfrm>
              <a:solidFill>
                <a:schemeClr val="accent5"/>
              </a:solidFill>
            </p:grpSpPr>
            <p:sp>
              <p:nvSpPr>
                <p:cNvPr id="1109" name="United Kingdom">
                  <a:extLst>
                    <a:ext uri="{FF2B5EF4-FFF2-40B4-BE49-F238E27FC236}">
                      <a16:creationId xmlns:a16="http://schemas.microsoft.com/office/drawing/2014/main" id="{E5FF3BBD-B7D6-B7E1-AE24-571282AE0E5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515366" y="1839448"/>
                  <a:ext cx="237766" cy="448097"/>
                </a:xfrm>
                <a:custGeom>
                  <a:avLst/>
                  <a:gdLst>
                    <a:gd name="T0" fmla="*/ 12 w 104"/>
                    <a:gd name="T1" fmla="*/ 68 h 196"/>
                    <a:gd name="T2" fmla="*/ 37 w 104"/>
                    <a:gd name="T3" fmla="*/ 0 h 196"/>
                    <a:gd name="T4" fmla="*/ 40 w 104"/>
                    <a:gd name="T5" fmla="*/ 9 h 196"/>
                    <a:gd name="T6" fmla="*/ 31 w 104"/>
                    <a:gd name="T7" fmla="*/ 21 h 196"/>
                    <a:gd name="T8" fmla="*/ 25 w 104"/>
                    <a:gd name="T9" fmla="*/ 25 h 196"/>
                    <a:gd name="T10" fmla="*/ 37 w 104"/>
                    <a:gd name="T11" fmla="*/ 27 h 196"/>
                    <a:gd name="T12" fmla="*/ 56 w 104"/>
                    <a:gd name="T13" fmla="*/ 24 h 196"/>
                    <a:gd name="T14" fmla="*/ 52 w 104"/>
                    <a:gd name="T15" fmla="*/ 45 h 196"/>
                    <a:gd name="T16" fmla="*/ 43 w 104"/>
                    <a:gd name="T17" fmla="*/ 55 h 196"/>
                    <a:gd name="T18" fmla="*/ 46 w 104"/>
                    <a:gd name="T19" fmla="*/ 61 h 196"/>
                    <a:gd name="T20" fmla="*/ 61 w 104"/>
                    <a:gd name="T21" fmla="*/ 74 h 196"/>
                    <a:gd name="T22" fmla="*/ 83 w 104"/>
                    <a:gd name="T23" fmla="*/ 114 h 196"/>
                    <a:gd name="T24" fmla="*/ 83 w 104"/>
                    <a:gd name="T25" fmla="*/ 120 h 196"/>
                    <a:gd name="T26" fmla="*/ 86 w 104"/>
                    <a:gd name="T27" fmla="*/ 126 h 196"/>
                    <a:gd name="T28" fmla="*/ 83 w 104"/>
                    <a:gd name="T29" fmla="*/ 135 h 196"/>
                    <a:gd name="T30" fmla="*/ 93 w 104"/>
                    <a:gd name="T31" fmla="*/ 134 h 196"/>
                    <a:gd name="T32" fmla="*/ 98 w 104"/>
                    <a:gd name="T33" fmla="*/ 134 h 196"/>
                    <a:gd name="T34" fmla="*/ 102 w 104"/>
                    <a:gd name="T35" fmla="*/ 151 h 196"/>
                    <a:gd name="T36" fmla="*/ 90 w 104"/>
                    <a:gd name="T37" fmla="*/ 166 h 196"/>
                    <a:gd name="T38" fmla="*/ 99 w 104"/>
                    <a:gd name="T39" fmla="*/ 168 h 196"/>
                    <a:gd name="T40" fmla="*/ 62 w 104"/>
                    <a:gd name="T41" fmla="*/ 178 h 196"/>
                    <a:gd name="T42" fmla="*/ 49 w 104"/>
                    <a:gd name="T43" fmla="*/ 184 h 196"/>
                    <a:gd name="T44" fmla="*/ 37 w 104"/>
                    <a:gd name="T45" fmla="*/ 183 h 196"/>
                    <a:gd name="T46" fmla="*/ 32 w 104"/>
                    <a:gd name="T47" fmla="*/ 190 h 196"/>
                    <a:gd name="T48" fmla="*/ 23 w 104"/>
                    <a:gd name="T49" fmla="*/ 188 h 196"/>
                    <a:gd name="T50" fmla="*/ 15 w 104"/>
                    <a:gd name="T51" fmla="*/ 194 h 196"/>
                    <a:gd name="T52" fmla="*/ 7 w 104"/>
                    <a:gd name="T53" fmla="*/ 194 h 196"/>
                    <a:gd name="T54" fmla="*/ 26 w 104"/>
                    <a:gd name="T55" fmla="*/ 171 h 196"/>
                    <a:gd name="T56" fmla="*/ 37 w 104"/>
                    <a:gd name="T57" fmla="*/ 168 h 196"/>
                    <a:gd name="T58" fmla="*/ 31 w 104"/>
                    <a:gd name="T59" fmla="*/ 162 h 196"/>
                    <a:gd name="T60" fmla="*/ 23 w 104"/>
                    <a:gd name="T61" fmla="*/ 162 h 196"/>
                    <a:gd name="T62" fmla="*/ 16 w 104"/>
                    <a:gd name="T63" fmla="*/ 162 h 196"/>
                    <a:gd name="T64" fmla="*/ 12 w 104"/>
                    <a:gd name="T65" fmla="*/ 156 h 196"/>
                    <a:gd name="T66" fmla="*/ 28 w 104"/>
                    <a:gd name="T67" fmla="*/ 143 h 196"/>
                    <a:gd name="T68" fmla="*/ 19 w 104"/>
                    <a:gd name="T69" fmla="*/ 137 h 196"/>
                    <a:gd name="T70" fmla="*/ 31 w 104"/>
                    <a:gd name="T71" fmla="*/ 125 h 196"/>
                    <a:gd name="T72" fmla="*/ 41 w 104"/>
                    <a:gd name="T73" fmla="*/ 122 h 196"/>
                    <a:gd name="T74" fmla="*/ 41 w 104"/>
                    <a:gd name="T75" fmla="*/ 116 h 196"/>
                    <a:gd name="T76" fmla="*/ 38 w 104"/>
                    <a:gd name="T77" fmla="*/ 108 h 196"/>
                    <a:gd name="T78" fmla="*/ 32 w 104"/>
                    <a:gd name="T79" fmla="*/ 100 h 196"/>
                    <a:gd name="T80" fmla="*/ 25 w 104"/>
                    <a:gd name="T81" fmla="*/ 92 h 196"/>
                    <a:gd name="T82" fmla="*/ 23 w 104"/>
                    <a:gd name="T83" fmla="*/ 97 h 196"/>
                    <a:gd name="T84" fmla="*/ 16 w 104"/>
                    <a:gd name="T85" fmla="*/ 95 h 196"/>
                    <a:gd name="T86" fmla="*/ 15 w 104"/>
                    <a:gd name="T87" fmla="*/ 95 h 196"/>
                    <a:gd name="T88" fmla="*/ 13 w 104"/>
                    <a:gd name="T89" fmla="*/ 89 h 196"/>
                    <a:gd name="T90" fmla="*/ 16 w 104"/>
                    <a:gd name="T91" fmla="*/ 73 h 196"/>
                    <a:gd name="T92" fmla="*/ 16 w 104"/>
                    <a:gd name="T93" fmla="*/ 65 h 196"/>
                    <a:gd name="T94" fmla="*/ 12 w 104"/>
                    <a:gd name="T95" fmla="*/ 68 h 196"/>
                    <a:gd name="T96" fmla="*/ 12 w 104"/>
                    <a:gd name="T97" fmla="*/ 71 h 196"/>
                    <a:gd name="T98" fmla="*/ 6 w 104"/>
                    <a:gd name="T99" fmla="*/ 82 h 196"/>
                    <a:gd name="T100" fmla="*/ 7 w 104"/>
                    <a:gd name="T101" fmla="*/ 55 h 196"/>
                    <a:gd name="T102" fmla="*/ 0 w 104"/>
                    <a:gd name="T103" fmla="*/ 49 h 196"/>
                    <a:gd name="T104" fmla="*/ 4 w 104"/>
                    <a:gd name="T105" fmla="*/ 46 h 196"/>
                    <a:gd name="T106" fmla="*/ 4 w 104"/>
                    <a:gd name="T107" fmla="*/ 33 h 196"/>
                    <a:gd name="T108" fmla="*/ 6 w 104"/>
                    <a:gd name="T109" fmla="*/ 27 h 196"/>
                    <a:gd name="T110" fmla="*/ 12 w 104"/>
                    <a:gd name="T111" fmla="*/ 18 h 196"/>
                    <a:gd name="T112" fmla="*/ 10 w 104"/>
                    <a:gd name="T113" fmla="*/ 12 h 196"/>
                    <a:gd name="T114" fmla="*/ 16 w 104"/>
                    <a:gd name="T115" fmla="*/ 3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04" h="196">
                      <a:moveTo>
                        <a:pt x="12" y="62"/>
                      </a:moveTo>
                      <a:lnTo>
                        <a:pt x="10" y="65"/>
                      </a:lnTo>
                      <a:lnTo>
                        <a:pt x="12" y="68"/>
                      </a:lnTo>
                      <a:lnTo>
                        <a:pt x="12" y="68"/>
                      </a:lnTo>
                      <a:lnTo>
                        <a:pt x="12" y="62"/>
                      </a:lnTo>
                      <a:close/>
                      <a:moveTo>
                        <a:pt x="37" y="0"/>
                      </a:moveTo>
                      <a:lnTo>
                        <a:pt x="40" y="2"/>
                      </a:lnTo>
                      <a:lnTo>
                        <a:pt x="40" y="2"/>
                      </a:lnTo>
                      <a:lnTo>
                        <a:pt x="40" y="9"/>
                      </a:lnTo>
                      <a:lnTo>
                        <a:pt x="40" y="9"/>
                      </a:lnTo>
                      <a:lnTo>
                        <a:pt x="28" y="19"/>
                      </a:lnTo>
                      <a:lnTo>
                        <a:pt x="31" y="21"/>
                      </a:lnTo>
                      <a:lnTo>
                        <a:pt x="31" y="21"/>
                      </a:lnTo>
                      <a:lnTo>
                        <a:pt x="31" y="22"/>
                      </a:lnTo>
                      <a:lnTo>
                        <a:pt x="25" y="25"/>
                      </a:lnTo>
                      <a:lnTo>
                        <a:pt x="26" y="27"/>
                      </a:lnTo>
                      <a:lnTo>
                        <a:pt x="29" y="27"/>
                      </a:lnTo>
                      <a:lnTo>
                        <a:pt x="37" y="27"/>
                      </a:lnTo>
                      <a:lnTo>
                        <a:pt x="46" y="25"/>
                      </a:lnTo>
                      <a:lnTo>
                        <a:pt x="53" y="24"/>
                      </a:lnTo>
                      <a:lnTo>
                        <a:pt x="56" y="24"/>
                      </a:lnTo>
                      <a:lnTo>
                        <a:pt x="56" y="25"/>
                      </a:lnTo>
                      <a:lnTo>
                        <a:pt x="58" y="31"/>
                      </a:lnTo>
                      <a:lnTo>
                        <a:pt x="52" y="45"/>
                      </a:lnTo>
                      <a:lnTo>
                        <a:pt x="47" y="54"/>
                      </a:lnTo>
                      <a:lnTo>
                        <a:pt x="46" y="54"/>
                      </a:lnTo>
                      <a:lnTo>
                        <a:pt x="43" y="55"/>
                      </a:lnTo>
                      <a:lnTo>
                        <a:pt x="47" y="59"/>
                      </a:lnTo>
                      <a:lnTo>
                        <a:pt x="47" y="59"/>
                      </a:lnTo>
                      <a:lnTo>
                        <a:pt x="46" y="61"/>
                      </a:lnTo>
                      <a:lnTo>
                        <a:pt x="41" y="64"/>
                      </a:lnTo>
                      <a:lnTo>
                        <a:pt x="47" y="64"/>
                      </a:lnTo>
                      <a:lnTo>
                        <a:pt x="61" y="74"/>
                      </a:lnTo>
                      <a:lnTo>
                        <a:pt x="66" y="95"/>
                      </a:lnTo>
                      <a:lnTo>
                        <a:pt x="72" y="98"/>
                      </a:lnTo>
                      <a:lnTo>
                        <a:pt x="83" y="114"/>
                      </a:lnTo>
                      <a:lnTo>
                        <a:pt x="83" y="120"/>
                      </a:lnTo>
                      <a:lnTo>
                        <a:pt x="83" y="120"/>
                      </a:lnTo>
                      <a:lnTo>
                        <a:pt x="83" y="120"/>
                      </a:lnTo>
                      <a:lnTo>
                        <a:pt x="83" y="120"/>
                      </a:lnTo>
                      <a:lnTo>
                        <a:pt x="78" y="119"/>
                      </a:lnTo>
                      <a:lnTo>
                        <a:pt x="86" y="126"/>
                      </a:lnTo>
                      <a:lnTo>
                        <a:pt x="86" y="126"/>
                      </a:lnTo>
                      <a:lnTo>
                        <a:pt x="83" y="135"/>
                      </a:lnTo>
                      <a:lnTo>
                        <a:pt x="83" y="135"/>
                      </a:lnTo>
                      <a:lnTo>
                        <a:pt x="86" y="134"/>
                      </a:lnTo>
                      <a:lnTo>
                        <a:pt x="90" y="134"/>
                      </a:lnTo>
                      <a:lnTo>
                        <a:pt x="93" y="134"/>
                      </a:lnTo>
                      <a:lnTo>
                        <a:pt x="96" y="134"/>
                      </a:lnTo>
                      <a:lnTo>
                        <a:pt x="98" y="132"/>
                      </a:lnTo>
                      <a:lnTo>
                        <a:pt x="98" y="134"/>
                      </a:lnTo>
                      <a:lnTo>
                        <a:pt x="102" y="138"/>
                      </a:lnTo>
                      <a:lnTo>
                        <a:pt x="104" y="138"/>
                      </a:lnTo>
                      <a:lnTo>
                        <a:pt x="102" y="151"/>
                      </a:lnTo>
                      <a:lnTo>
                        <a:pt x="102" y="151"/>
                      </a:lnTo>
                      <a:lnTo>
                        <a:pt x="89" y="165"/>
                      </a:lnTo>
                      <a:lnTo>
                        <a:pt x="90" y="166"/>
                      </a:lnTo>
                      <a:lnTo>
                        <a:pt x="99" y="168"/>
                      </a:lnTo>
                      <a:lnTo>
                        <a:pt x="99" y="168"/>
                      </a:lnTo>
                      <a:lnTo>
                        <a:pt x="99" y="168"/>
                      </a:lnTo>
                      <a:lnTo>
                        <a:pt x="93" y="175"/>
                      </a:lnTo>
                      <a:lnTo>
                        <a:pt x="71" y="181"/>
                      </a:lnTo>
                      <a:lnTo>
                        <a:pt x="62" y="178"/>
                      </a:lnTo>
                      <a:lnTo>
                        <a:pt x="61" y="181"/>
                      </a:lnTo>
                      <a:lnTo>
                        <a:pt x="49" y="184"/>
                      </a:lnTo>
                      <a:lnTo>
                        <a:pt x="49" y="184"/>
                      </a:lnTo>
                      <a:lnTo>
                        <a:pt x="49" y="184"/>
                      </a:lnTo>
                      <a:lnTo>
                        <a:pt x="44" y="181"/>
                      </a:lnTo>
                      <a:lnTo>
                        <a:pt x="37" y="183"/>
                      </a:lnTo>
                      <a:lnTo>
                        <a:pt x="34" y="190"/>
                      </a:lnTo>
                      <a:lnTo>
                        <a:pt x="32" y="190"/>
                      </a:lnTo>
                      <a:lnTo>
                        <a:pt x="32" y="190"/>
                      </a:lnTo>
                      <a:lnTo>
                        <a:pt x="29" y="190"/>
                      </a:lnTo>
                      <a:lnTo>
                        <a:pt x="26" y="190"/>
                      </a:lnTo>
                      <a:lnTo>
                        <a:pt x="23" y="188"/>
                      </a:lnTo>
                      <a:lnTo>
                        <a:pt x="21" y="188"/>
                      </a:lnTo>
                      <a:lnTo>
                        <a:pt x="19" y="188"/>
                      </a:lnTo>
                      <a:lnTo>
                        <a:pt x="15" y="194"/>
                      </a:lnTo>
                      <a:lnTo>
                        <a:pt x="13" y="196"/>
                      </a:lnTo>
                      <a:lnTo>
                        <a:pt x="9" y="196"/>
                      </a:lnTo>
                      <a:lnTo>
                        <a:pt x="7" y="194"/>
                      </a:lnTo>
                      <a:lnTo>
                        <a:pt x="7" y="194"/>
                      </a:lnTo>
                      <a:lnTo>
                        <a:pt x="26" y="171"/>
                      </a:lnTo>
                      <a:lnTo>
                        <a:pt x="26" y="171"/>
                      </a:lnTo>
                      <a:lnTo>
                        <a:pt x="41" y="169"/>
                      </a:lnTo>
                      <a:lnTo>
                        <a:pt x="46" y="163"/>
                      </a:lnTo>
                      <a:lnTo>
                        <a:pt x="37" y="168"/>
                      </a:lnTo>
                      <a:lnTo>
                        <a:pt x="35" y="168"/>
                      </a:lnTo>
                      <a:lnTo>
                        <a:pt x="35" y="168"/>
                      </a:lnTo>
                      <a:lnTo>
                        <a:pt x="31" y="162"/>
                      </a:lnTo>
                      <a:lnTo>
                        <a:pt x="25" y="163"/>
                      </a:lnTo>
                      <a:lnTo>
                        <a:pt x="25" y="163"/>
                      </a:lnTo>
                      <a:lnTo>
                        <a:pt x="23" y="162"/>
                      </a:lnTo>
                      <a:lnTo>
                        <a:pt x="22" y="159"/>
                      </a:lnTo>
                      <a:lnTo>
                        <a:pt x="16" y="162"/>
                      </a:lnTo>
                      <a:lnTo>
                        <a:pt x="16" y="162"/>
                      </a:lnTo>
                      <a:lnTo>
                        <a:pt x="15" y="162"/>
                      </a:lnTo>
                      <a:lnTo>
                        <a:pt x="12" y="157"/>
                      </a:lnTo>
                      <a:lnTo>
                        <a:pt x="12" y="156"/>
                      </a:lnTo>
                      <a:lnTo>
                        <a:pt x="12" y="156"/>
                      </a:lnTo>
                      <a:lnTo>
                        <a:pt x="26" y="147"/>
                      </a:lnTo>
                      <a:lnTo>
                        <a:pt x="28" y="143"/>
                      </a:lnTo>
                      <a:lnTo>
                        <a:pt x="26" y="135"/>
                      </a:lnTo>
                      <a:lnTo>
                        <a:pt x="19" y="137"/>
                      </a:lnTo>
                      <a:lnTo>
                        <a:pt x="19" y="137"/>
                      </a:lnTo>
                      <a:lnTo>
                        <a:pt x="19" y="137"/>
                      </a:lnTo>
                      <a:lnTo>
                        <a:pt x="19" y="135"/>
                      </a:lnTo>
                      <a:lnTo>
                        <a:pt x="31" y="125"/>
                      </a:lnTo>
                      <a:lnTo>
                        <a:pt x="41" y="123"/>
                      </a:lnTo>
                      <a:lnTo>
                        <a:pt x="41" y="122"/>
                      </a:lnTo>
                      <a:lnTo>
                        <a:pt x="41" y="122"/>
                      </a:lnTo>
                      <a:lnTo>
                        <a:pt x="43" y="116"/>
                      </a:lnTo>
                      <a:lnTo>
                        <a:pt x="41" y="116"/>
                      </a:lnTo>
                      <a:lnTo>
                        <a:pt x="41" y="116"/>
                      </a:lnTo>
                      <a:lnTo>
                        <a:pt x="41" y="114"/>
                      </a:lnTo>
                      <a:lnTo>
                        <a:pt x="44" y="107"/>
                      </a:lnTo>
                      <a:lnTo>
                        <a:pt x="38" y="108"/>
                      </a:lnTo>
                      <a:lnTo>
                        <a:pt x="38" y="108"/>
                      </a:lnTo>
                      <a:lnTo>
                        <a:pt x="38" y="108"/>
                      </a:lnTo>
                      <a:lnTo>
                        <a:pt x="32" y="100"/>
                      </a:lnTo>
                      <a:lnTo>
                        <a:pt x="32" y="100"/>
                      </a:lnTo>
                      <a:lnTo>
                        <a:pt x="38" y="91"/>
                      </a:lnTo>
                      <a:lnTo>
                        <a:pt x="25" y="92"/>
                      </a:lnTo>
                      <a:lnTo>
                        <a:pt x="23" y="95"/>
                      </a:lnTo>
                      <a:lnTo>
                        <a:pt x="23" y="97"/>
                      </a:lnTo>
                      <a:lnTo>
                        <a:pt x="23" y="97"/>
                      </a:lnTo>
                      <a:lnTo>
                        <a:pt x="22" y="95"/>
                      </a:lnTo>
                      <a:lnTo>
                        <a:pt x="18" y="92"/>
                      </a:lnTo>
                      <a:lnTo>
                        <a:pt x="16" y="95"/>
                      </a:lnTo>
                      <a:lnTo>
                        <a:pt x="16" y="97"/>
                      </a:lnTo>
                      <a:lnTo>
                        <a:pt x="16" y="97"/>
                      </a:lnTo>
                      <a:lnTo>
                        <a:pt x="15" y="95"/>
                      </a:lnTo>
                      <a:lnTo>
                        <a:pt x="12" y="89"/>
                      </a:lnTo>
                      <a:lnTo>
                        <a:pt x="12" y="89"/>
                      </a:lnTo>
                      <a:lnTo>
                        <a:pt x="13" y="89"/>
                      </a:lnTo>
                      <a:lnTo>
                        <a:pt x="15" y="89"/>
                      </a:lnTo>
                      <a:lnTo>
                        <a:pt x="19" y="77"/>
                      </a:lnTo>
                      <a:lnTo>
                        <a:pt x="16" y="73"/>
                      </a:lnTo>
                      <a:lnTo>
                        <a:pt x="16" y="71"/>
                      </a:lnTo>
                      <a:lnTo>
                        <a:pt x="19" y="67"/>
                      </a:lnTo>
                      <a:lnTo>
                        <a:pt x="16" y="65"/>
                      </a:lnTo>
                      <a:lnTo>
                        <a:pt x="13" y="68"/>
                      </a:lnTo>
                      <a:lnTo>
                        <a:pt x="12" y="68"/>
                      </a:lnTo>
                      <a:lnTo>
                        <a:pt x="12" y="68"/>
                      </a:lnTo>
                      <a:lnTo>
                        <a:pt x="12" y="68"/>
                      </a:lnTo>
                      <a:lnTo>
                        <a:pt x="12" y="70"/>
                      </a:lnTo>
                      <a:lnTo>
                        <a:pt x="12" y="71"/>
                      </a:lnTo>
                      <a:lnTo>
                        <a:pt x="6" y="80"/>
                      </a:lnTo>
                      <a:lnTo>
                        <a:pt x="6" y="82"/>
                      </a:lnTo>
                      <a:lnTo>
                        <a:pt x="6" y="82"/>
                      </a:lnTo>
                      <a:lnTo>
                        <a:pt x="4" y="80"/>
                      </a:lnTo>
                      <a:lnTo>
                        <a:pt x="12" y="52"/>
                      </a:lnTo>
                      <a:lnTo>
                        <a:pt x="7" y="55"/>
                      </a:lnTo>
                      <a:lnTo>
                        <a:pt x="6" y="55"/>
                      </a:lnTo>
                      <a:lnTo>
                        <a:pt x="6" y="55"/>
                      </a:lnTo>
                      <a:lnTo>
                        <a:pt x="0" y="49"/>
                      </a:lnTo>
                      <a:lnTo>
                        <a:pt x="0" y="48"/>
                      </a:lnTo>
                      <a:lnTo>
                        <a:pt x="0" y="48"/>
                      </a:lnTo>
                      <a:lnTo>
                        <a:pt x="4" y="46"/>
                      </a:lnTo>
                      <a:lnTo>
                        <a:pt x="9" y="34"/>
                      </a:lnTo>
                      <a:lnTo>
                        <a:pt x="4" y="33"/>
                      </a:lnTo>
                      <a:lnTo>
                        <a:pt x="4" y="33"/>
                      </a:lnTo>
                      <a:lnTo>
                        <a:pt x="4" y="28"/>
                      </a:lnTo>
                      <a:lnTo>
                        <a:pt x="4" y="27"/>
                      </a:lnTo>
                      <a:lnTo>
                        <a:pt x="6" y="27"/>
                      </a:lnTo>
                      <a:lnTo>
                        <a:pt x="4" y="22"/>
                      </a:lnTo>
                      <a:lnTo>
                        <a:pt x="6" y="21"/>
                      </a:lnTo>
                      <a:lnTo>
                        <a:pt x="12" y="18"/>
                      </a:lnTo>
                      <a:lnTo>
                        <a:pt x="9" y="15"/>
                      </a:lnTo>
                      <a:lnTo>
                        <a:pt x="9" y="15"/>
                      </a:lnTo>
                      <a:lnTo>
                        <a:pt x="10" y="12"/>
                      </a:lnTo>
                      <a:lnTo>
                        <a:pt x="10" y="11"/>
                      </a:lnTo>
                      <a:lnTo>
                        <a:pt x="13" y="11"/>
                      </a:lnTo>
                      <a:lnTo>
                        <a:pt x="16" y="3"/>
                      </a:lnTo>
                      <a:lnTo>
                        <a:pt x="16" y="2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10" name="Freeform 1143">
                  <a:extLst>
                    <a:ext uri="{FF2B5EF4-FFF2-40B4-BE49-F238E27FC236}">
                      <a16:creationId xmlns:a16="http://schemas.microsoft.com/office/drawing/2014/main" id="{35ED0F91-1829-5976-2932-4E90E6A283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8228" y="2001769"/>
                  <a:ext cx="11431" cy="18290"/>
                </a:xfrm>
                <a:custGeom>
                  <a:avLst/>
                  <a:gdLst>
                    <a:gd name="T0" fmla="*/ 2 w 5"/>
                    <a:gd name="T1" fmla="*/ 0 h 8"/>
                    <a:gd name="T2" fmla="*/ 3 w 5"/>
                    <a:gd name="T3" fmla="*/ 0 h 8"/>
                    <a:gd name="T4" fmla="*/ 5 w 5"/>
                    <a:gd name="T5" fmla="*/ 0 h 8"/>
                    <a:gd name="T6" fmla="*/ 5 w 5"/>
                    <a:gd name="T7" fmla="*/ 0 h 8"/>
                    <a:gd name="T8" fmla="*/ 3 w 5"/>
                    <a:gd name="T9" fmla="*/ 6 h 8"/>
                    <a:gd name="T10" fmla="*/ 3 w 5"/>
                    <a:gd name="T11" fmla="*/ 8 h 8"/>
                    <a:gd name="T12" fmla="*/ 3 w 5"/>
                    <a:gd name="T13" fmla="*/ 8 h 8"/>
                    <a:gd name="T14" fmla="*/ 2 w 5"/>
                    <a:gd name="T15" fmla="*/ 8 h 8"/>
                    <a:gd name="T16" fmla="*/ 0 w 5"/>
                    <a:gd name="T17" fmla="*/ 2 h 8"/>
                    <a:gd name="T18" fmla="*/ 2 w 5"/>
                    <a:gd name="T19" fmla="*/ 0 h 8"/>
                    <a:gd name="T20" fmla="*/ 2 w 5"/>
                    <a:gd name="T21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" h="8">
                      <a:moveTo>
                        <a:pt x="2" y="0"/>
                      </a:moveTo>
                      <a:lnTo>
                        <a:pt x="3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3" y="6"/>
                      </a:lnTo>
                      <a:lnTo>
                        <a:pt x="3" y="8"/>
                      </a:lnTo>
                      <a:lnTo>
                        <a:pt x="3" y="8"/>
                      </a:lnTo>
                      <a:lnTo>
                        <a:pt x="2" y="8"/>
                      </a:lnTo>
                      <a:lnTo>
                        <a:pt x="0" y="2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11" name="Belfast">
                  <a:extLst>
                    <a:ext uri="{FF2B5EF4-FFF2-40B4-BE49-F238E27FC236}">
                      <a16:creationId xmlns:a16="http://schemas.microsoft.com/office/drawing/2014/main" id="{69D3CB80-EF7D-B39B-33D4-D7B9ED50FA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58210" y="2022345"/>
                  <a:ext cx="80017" cy="70873"/>
                </a:xfrm>
                <a:custGeom>
                  <a:avLst/>
                  <a:gdLst>
                    <a:gd name="T0" fmla="*/ 10 w 35"/>
                    <a:gd name="T1" fmla="*/ 0 h 31"/>
                    <a:gd name="T2" fmla="*/ 10 w 35"/>
                    <a:gd name="T3" fmla="*/ 0 h 31"/>
                    <a:gd name="T4" fmla="*/ 14 w 35"/>
                    <a:gd name="T5" fmla="*/ 2 h 31"/>
                    <a:gd name="T6" fmla="*/ 16 w 35"/>
                    <a:gd name="T7" fmla="*/ 2 h 31"/>
                    <a:gd name="T8" fmla="*/ 16 w 35"/>
                    <a:gd name="T9" fmla="*/ 3 h 31"/>
                    <a:gd name="T10" fmla="*/ 13 w 35"/>
                    <a:gd name="T11" fmla="*/ 6 h 31"/>
                    <a:gd name="T12" fmla="*/ 25 w 35"/>
                    <a:gd name="T13" fmla="*/ 3 h 31"/>
                    <a:gd name="T14" fmla="*/ 25 w 35"/>
                    <a:gd name="T15" fmla="*/ 3 h 31"/>
                    <a:gd name="T16" fmla="*/ 26 w 35"/>
                    <a:gd name="T17" fmla="*/ 3 h 31"/>
                    <a:gd name="T18" fmla="*/ 29 w 35"/>
                    <a:gd name="T19" fmla="*/ 9 h 31"/>
                    <a:gd name="T20" fmla="*/ 29 w 35"/>
                    <a:gd name="T21" fmla="*/ 9 h 31"/>
                    <a:gd name="T22" fmla="*/ 29 w 35"/>
                    <a:gd name="T23" fmla="*/ 15 h 31"/>
                    <a:gd name="T24" fmla="*/ 34 w 35"/>
                    <a:gd name="T25" fmla="*/ 20 h 31"/>
                    <a:gd name="T26" fmla="*/ 35 w 35"/>
                    <a:gd name="T27" fmla="*/ 20 h 31"/>
                    <a:gd name="T28" fmla="*/ 34 w 35"/>
                    <a:gd name="T29" fmla="*/ 22 h 31"/>
                    <a:gd name="T30" fmla="*/ 34 w 35"/>
                    <a:gd name="T31" fmla="*/ 22 h 31"/>
                    <a:gd name="T32" fmla="*/ 34 w 35"/>
                    <a:gd name="T33" fmla="*/ 24 h 31"/>
                    <a:gd name="T34" fmla="*/ 34 w 35"/>
                    <a:gd name="T35" fmla="*/ 24 h 31"/>
                    <a:gd name="T36" fmla="*/ 26 w 35"/>
                    <a:gd name="T37" fmla="*/ 31 h 31"/>
                    <a:gd name="T38" fmla="*/ 25 w 35"/>
                    <a:gd name="T39" fmla="*/ 31 h 31"/>
                    <a:gd name="T40" fmla="*/ 25 w 35"/>
                    <a:gd name="T41" fmla="*/ 31 h 31"/>
                    <a:gd name="T42" fmla="*/ 25 w 35"/>
                    <a:gd name="T43" fmla="*/ 31 h 31"/>
                    <a:gd name="T44" fmla="*/ 20 w 35"/>
                    <a:gd name="T45" fmla="*/ 21 h 31"/>
                    <a:gd name="T46" fmla="*/ 5 w 35"/>
                    <a:gd name="T47" fmla="*/ 27 h 31"/>
                    <a:gd name="T48" fmla="*/ 5 w 35"/>
                    <a:gd name="T49" fmla="*/ 27 h 31"/>
                    <a:gd name="T50" fmla="*/ 5 w 35"/>
                    <a:gd name="T51" fmla="*/ 27 h 31"/>
                    <a:gd name="T52" fmla="*/ 0 w 35"/>
                    <a:gd name="T53" fmla="*/ 20 h 31"/>
                    <a:gd name="T54" fmla="*/ 0 w 35"/>
                    <a:gd name="T55" fmla="*/ 20 h 31"/>
                    <a:gd name="T56" fmla="*/ 7 w 35"/>
                    <a:gd name="T57" fmla="*/ 8 h 31"/>
                    <a:gd name="T58" fmla="*/ 10 w 35"/>
                    <a:gd name="T59" fmla="*/ 0 h 31"/>
                    <a:gd name="T60" fmla="*/ 10 w 35"/>
                    <a:gd name="T61" fmla="*/ 0 h 31"/>
                    <a:gd name="T62" fmla="*/ 10 w 35"/>
                    <a:gd name="T63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35" h="31">
                      <a:moveTo>
                        <a:pt x="10" y="0"/>
                      </a:moveTo>
                      <a:lnTo>
                        <a:pt x="10" y="0"/>
                      </a:lnTo>
                      <a:lnTo>
                        <a:pt x="14" y="2"/>
                      </a:lnTo>
                      <a:lnTo>
                        <a:pt x="16" y="2"/>
                      </a:lnTo>
                      <a:lnTo>
                        <a:pt x="16" y="3"/>
                      </a:lnTo>
                      <a:lnTo>
                        <a:pt x="13" y="6"/>
                      </a:lnTo>
                      <a:lnTo>
                        <a:pt x="25" y="3"/>
                      </a:lnTo>
                      <a:lnTo>
                        <a:pt x="25" y="3"/>
                      </a:lnTo>
                      <a:lnTo>
                        <a:pt x="26" y="3"/>
                      </a:lnTo>
                      <a:lnTo>
                        <a:pt x="29" y="9"/>
                      </a:lnTo>
                      <a:lnTo>
                        <a:pt x="29" y="9"/>
                      </a:lnTo>
                      <a:lnTo>
                        <a:pt x="29" y="15"/>
                      </a:lnTo>
                      <a:lnTo>
                        <a:pt x="34" y="20"/>
                      </a:lnTo>
                      <a:lnTo>
                        <a:pt x="35" y="20"/>
                      </a:lnTo>
                      <a:lnTo>
                        <a:pt x="34" y="22"/>
                      </a:lnTo>
                      <a:lnTo>
                        <a:pt x="34" y="22"/>
                      </a:lnTo>
                      <a:lnTo>
                        <a:pt x="34" y="24"/>
                      </a:lnTo>
                      <a:lnTo>
                        <a:pt x="34" y="24"/>
                      </a:lnTo>
                      <a:lnTo>
                        <a:pt x="26" y="31"/>
                      </a:lnTo>
                      <a:lnTo>
                        <a:pt x="25" y="31"/>
                      </a:lnTo>
                      <a:lnTo>
                        <a:pt x="25" y="31"/>
                      </a:lnTo>
                      <a:lnTo>
                        <a:pt x="25" y="31"/>
                      </a:lnTo>
                      <a:lnTo>
                        <a:pt x="20" y="21"/>
                      </a:lnTo>
                      <a:lnTo>
                        <a:pt x="5" y="27"/>
                      </a:lnTo>
                      <a:lnTo>
                        <a:pt x="5" y="27"/>
                      </a:lnTo>
                      <a:lnTo>
                        <a:pt x="5" y="27"/>
                      </a:lnTo>
                      <a:lnTo>
                        <a:pt x="0" y="20"/>
                      </a:lnTo>
                      <a:lnTo>
                        <a:pt x="0" y="20"/>
                      </a:lnTo>
                      <a:lnTo>
                        <a:pt x="7" y="8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12" name="Freeform 1149">
                  <a:extLst>
                    <a:ext uri="{FF2B5EF4-FFF2-40B4-BE49-F238E27FC236}">
                      <a16:creationId xmlns:a16="http://schemas.microsoft.com/office/drawing/2014/main" id="{3DE6DD1A-C0C2-C435-2B1A-85A8AC0E43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97076" y="1894317"/>
                  <a:ext cx="32007" cy="36579"/>
                </a:xfrm>
                <a:custGeom>
                  <a:avLst/>
                  <a:gdLst>
                    <a:gd name="T0" fmla="*/ 6 w 14"/>
                    <a:gd name="T1" fmla="*/ 0 h 16"/>
                    <a:gd name="T2" fmla="*/ 6 w 14"/>
                    <a:gd name="T3" fmla="*/ 0 h 16"/>
                    <a:gd name="T4" fmla="*/ 6 w 14"/>
                    <a:gd name="T5" fmla="*/ 1 h 16"/>
                    <a:gd name="T6" fmla="*/ 11 w 14"/>
                    <a:gd name="T7" fmla="*/ 10 h 16"/>
                    <a:gd name="T8" fmla="*/ 14 w 14"/>
                    <a:gd name="T9" fmla="*/ 10 h 16"/>
                    <a:gd name="T10" fmla="*/ 14 w 14"/>
                    <a:gd name="T11" fmla="*/ 12 h 16"/>
                    <a:gd name="T12" fmla="*/ 14 w 14"/>
                    <a:gd name="T13" fmla="*/ 12 h 16"/>
                    <a:gd name="T14" fmla="*/ 12 w 14"/>
                    <a:gd name="T15" fmla="*/ 15 h 16"/>
                    <a:gd name="T16" fmla="*/ 12 w 14"/>
                    <a:gd name="T17" fmla="*/ 16 h 16"/>
                    <a:gd name="T18" fmla="*/ 12 w 14"/>
                    <a:gd name="T19" fmla="*/ 16 h 16"/>
                    <a:gd name="T20" fmla="*/ 12 w 14"/>
                    <a:gd name="T21" fmla="*/ 15 h 16"/>
                    <a:gd name="T22" fmla="*/ 0 w 14"/>
                    <a:gd name="T23" fmla="*/ 9 h 16"/>
                    <a:gd name="T24" fmla="*/ 0 w 14"/>
                    <a:gd name="T25" fmla="*/ 7 h 16"/>
                    <a:gd name="T26" fmla="*/ 0 w 14"/>
                    <a:gd name="T27" fmla="*/ 7 h 16"/>
                    <a:gd name="T28" fmla="*/ 6 w 14"/>
                    <a:gd name="T29" fmla="*/ 0 h 16"/>
                    <a:gd name="T30" fmla="*/ 6 w 14"/>
                    <a:gd name="T31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4" h="16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6" y="1"/>
                      </a:lnTo>
                      <a:lnTo>
                        <a:pt x="11" y="10"/>
                      </a:lnTo>
                      <a:lnTo>
                        <a:pt x="14" y="10"/>
                      </a:lnTo>
                      <a:lnTo>
                        <a:pt x="14" y="12"/>
                      </a:lnTo>
                      <a:lnTo>
                        <a:pt x="14" y="12"/>
                      </a:lnTo>
                      <a:lnTo>
                        <a:pt x="12" y="15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12" y="15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13" name="Freeform 1151">
                  <a:extLst>
                    <a:ext uri="{FF2B5EF4-FFF2-40B4-BE49-F238E27FC236}">
                      <a16:creationId xmlns:a16="http://schemas.microsoft.com/office/drawing/2014/main" id="{BF6B2B79-4080-E8FF-8188-3C124CB505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0793" y="1956045"/>
                  <a:ext cx="18290" cy="13717"/>
                </a:xfrm>
                <a:custGeom>
                  <a:avLst/>
                  <a:gdLst>
                    <a:gd name="T0" fmla="*/ 3 w 8"/>
                    <a:gd name="T1" fmla="*/ 0 h 6"/>
                    <a:gd name="T2" fmla="*/ 5 w 8"/>
                    <a:gd name="T3" fmla="*/ 0 h 6"/>
                    <a:gd name="T4" fmla="*/ 8 w 8"/>
                    <a:gd name="T5" fmla="*/ 4 h 6"/>
                    <a:gd name="T6" fmla="*/ 8 w 8"/>
                    <a:gd name="T7" fmla="*/ 6 h 6"/>
                    <a:gd name="T8" fmla="*/ 8 w 8"/>
                    <a:gd name="T9" fmla="*/ 6 h 6"/>
                    <a:gd name="T10" fmla="*/ 3 w 8"/>
                    <a:gd name="T11" fmla="*/ 6 h 6"/>
                    <a:gd name="T12" fmla="*/ 3 w 8"/>
                    <a:gd name="T13" fmla="*/ 6 h 6"/>
                    <a:gd name="T14" fmla="*/ 0 w 8"/>
                    <a:gd name="T15" fmla="*/ 1 h 6"/>
                    <a:gd name="T16" fmla="*/ 0 w 8"/>
                    <a:gd name="T17" fmla="*/ 0 h 6"/>
                    <a:gd name="T18" fmla="*/ 0 w 8"/>
                    <a:gd name="T19" fmla="*/ 0 h 6"/>
                    <a:gd name="T20" fmla="*/ 3 w 8"/>
                    <a:gd name="T21" fmla="*/ 0 h 6"/>
                    <a:gd name="T22" fmla="*/ 3 w 8"/>
                    <a:gd name="T2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8" h="6">
                      <a:moveTo>
                        <a:pt x="3" y="0"/>
                      </a:moveTo>
                      <a:lnTo>
                        <a:pt x="5" y="0"/>
                      </a:lnTo>
                      <a:lnTo>
                        <a:pt x="8" y="4"/>
                      </a:lnTo>
                      <a:lnTo>
                        <a:pt x="8" y="6"/>
                      </a:lnTo>
                      <a:lnTo>
                        <a:pt x="8" y="6"/>
                      </a:lnTo>
                      <a:lnTo>
                        <a:pt x="3" y="6"/>
                      </a:lnTo>
                      <a:lnTo>
                        <a:pt x="3" y="6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14" name="Freeform 1153">
                  <a:extLst>
                    <a:ext uri="{FF2B5EF4-FFF2-40B4-BE49-F238E27FC236}">
                      <a16:creationId xmlns:a16="http://schemas.microsoft.com/office/drawing/2014/main" id="{76B0FADC-ECDC-3A9C-EA03-5884D9B6AF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7652" y="1981193"/>
                  <a:ext cx="20576" cy="18290"/>
                </a:xfrm>
                <a:custGeom>
                  <a:avLst/>
                  <a:gdLst>
                    <a:gd name="T0" fmla="*/ 5 w 9"/>
                    <a:gd name="T1" fmla="*/ 0 h 8"/>
                    <a:gd name="T2" fmla="*/ 8 w 9"/>
                    <a:gd name="T3" fmla="*/ 0 h 8"/>
                    <a:gd name="T4" fmla="*/ 9 w 9"/>
                    <a:gd name="T5" fmla="*/ 0 h 8"/>
                    <a:gd name="T6" fmla="*/ 8 w 9"/>
                    <a:gd name="T7" fmla="*/ 0 h 8"/>
                    <a:gd name="T8" fmla="*/ 2 w 9"/>
                    <a:gd name="T9" fmla="*/ 8 h 8"/>
                    <a:gd name="T10" fmla="*/ 2 w 9"/>
                    <a:gd name="T11" fmla="*/ 8 h 8"/>
                    <a:gd name="T12" fmla="*/ 0 w 9"/>
                    <a:gd name="T13" fmla="*/ 8 h 8"/>
                    <a:gd name="T14" fmla="*/ 0 w 9"/>
                    <a:gd name="T15" fmla="*/ 6 h 8"/>
                    <a:gd name="T16" fmla="*/ 3 w 9"/>
                    <a:gd name="T17" fmla="*/ 0 h 8"/>
                    <a:gd name="T18" fmla="*/ 5 w 9"/>
                    <a:gd name="T19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8">
                      <a:moveTo>
                        <a:pt x="5" y="0"/>
                      </a:moveTo>
                      <a:lnTo>
                        <a:pt x="8" y="0"/>
                      </a:lnTo>
                      <a:lnTo>
                        <a:pt x="9" y="0"/>
                      </a:lnTo>
                      <a:lnTo>
                        <a:pt x="8" y="0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0" y="8"/>
                      </a:lnTo>
                      <a:lnTo>
                        <a:pt x="0" y="6"/>
                      </a:lnTo>
                      <a:lnTo>
                        <a:pt x="3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15" name="Freeform 1154">
                  <a:extLst>
                    <a:ext uri="{FF2B5EF4-FFF2-40B4-BE49-F238E27FC236}">
                      <a16:creationId xmlns:a16="http://schemas.microsoft.com/office/drawing/2014/main" id="{8D8CBF48-9342-F377-8166-590C9FB1F7D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517652" y="1978907"/>
                  <a:ext cx="20576" cy="22862"/>
                </a:xfrm>
                <a:custGeom>
                  <a:avLst/>
                  <a:gdLst>
                    <a:gd name="T0" fmla="*/ 5 w 9"/>
                    <a:gd name="T1" fmla="*/ 1 h 10"/>
                    <a:gd name="T2" fmla="*/ 2 w 9"/>
                    <a:gd name="T3" fmla="*/ 9 h 10"/>
                    <a:gd name="T4" fmla="*/ 8 w 9"/>
                    <a:gd name="T5" fmla="*/ 1 h 10"/>
                    <a:gd name="T6" fmla="*/ 5 w 9"/>
                    <a:gd name="T7" fmla="*/ 1 h 10"/>
                    <a:gd name="T8" fmla="*/ 5 w 9"/>
                    <a:gd name="T9" fmla="*/ 0 h 10"/>
                    <a:gd name="T10" fmla="*/ 8 w 9"/>
                    <a:gd name="T11" fmla="*/ 0 h 10"/>
                    <a:gd name="T12" fmla="*/ 9 w 9"/>
                    <a:gd name="T13" fmla="*/ 0 h 10"/>
                    <a:gd name="T14" fmla="*/ 9 w 9"/>
                    <a:gd name="T15" fmla="*/ 1 h 10"/>
                    <a:gd name="T16" fmla="*/ 9 w 9"/>
                    <a:gd name="T17" fmla="*/ 1 h 10"/>
                    <a:gd name="T18" fmla="*/ 9 w 9"/>
                    <a:gd name="T19" fmla="*/ 3 h 10"/>
                    <a:gd name="T20" fmla="*/ 2 w 9"/>
                    <a:gd name="T21" fmla="*/ 9 h 10"/>
                    <a:gd name="T22" fmla="*/ 2 w 9"/>
                    <a:gd name="T23" fmla="*/ 10 h 10"/>
                    <a:gd name="T24" fmla="*/ 0 w 9"/>
                    <a:gd name="T25" fmla="*/ 9 h 10"/>
                    <a:gd name="T26" fmla="*/ 0 w 9"/>
                    <a:gd name="T27" fmla="*/ 9 h 10"/>
                    <a:gd name="T28" fmla="*/ 0 w 9"/>
                    <a:gd name="T29" fmla="*/ 7 h 10"/>
                    <a:gd name="T30" fmla="*/ 3 w 9"/>
                    <a:gd name="T31" fmla="*/ 1 h 10"/>
                    <a:gd name="T32" fmla="*/ 5 w 9"/>
                    <a:gd name="T33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9" h="10">
                      <a:moveTo>
                        <a:pt x="5" y="1"/>
                      </a:moveTo>
                      <a:lnTo>
                        <a:pt x="2" y="9"/>
                      </a:lnTo>
                      <a:lnTo>
                        <a:pt x="8" y="1"/>
                      </a:lnTo>
                      <a:lnTo>
                        <a:pt x="5" y="1"/>
                      </a:lnTo>
                      <a:close/>
                      <a:moveTo>
                        <a:pt x="5" y="0"/>
                      </a:moveTo>
                      <a:lnTo>
                        <a:pt x="8" y="0"/>
                      </a:lnTo>
                      <a:lnTo>
                        <a:pt x="9" y="0"/>
                      </a:lnTo>
                      <a:lnTo>
                        <a:pt x="9" y="1"/>
                      </a:lnTo>
                      <a:lnTo>
                        <a:pt x="9" y="1"/>
                      </a:lnTo>
                      <a:lnTo>
                        <a:pt x="9" y="3"/>
                      </a:lnTo>
                      <a:lnTo>
                        <a:pt x="2" y="9"/>
                      </a:lnTo>
                      <a:lnTo>
                        <a:pt x="2" y="1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3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16" name="Freeform 1155">
                  <a:extLst>
                    <a:ext uri="{FF2B5EF4-FFF2-40B4-BE49-F238E27FC236}">
                      <a16:creationId xmlns:a16="http://schemas.microsoft.com/office/drawing/2014/main" id="{74736596-8867-EAD6-770A-61F7224A01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03935" y="1992624"/>
                  <a:ext cx="18290" cy="16003"/>
                </a:xfrm>
                <a:custGeom>
                  <a:avLst/>
                  <a:gdLst>
                    <a:gd name="T0" fmla="*/ 5 w 8"/>
                    <a:gd name="T1" fmla="*/ 0 h 7"/>
                    <a:gd name="T2" fmla="*/ 5 w 8"/>
                    <a:gd name="T3" fmla="*/ 0 h 7"/>
                    <a:gd name="T4" fmla="*/ 5 w 8"/>
                    <a:gd name="T5" fmla="*/ 1 h 7"/>
                    <a:gd name="T6" fmla="*/ 8 w 8"/>
                    <a:gd name="T7" fmla="*/ 6 h 7"/>
                    <a:gd name="T8" fmla="*/ 8 w 8"/>
                    <a:gd name="T9" fmla="*/ 7 h 7"/>
                    <a:gd name="T10" fmla="*/ 6 w 8"/>
                    <a:gd name="T11" fmla="*/ 7 h 7"/>
                    <a:gd name="T12" fmla="*/ 6 w 8"/>
                    <a:gd name="T13" fmla="*/ 7 h 7"/>
                    <a:gd name="T14" fmla="*/ 2 w 8"/>
                    <a:gd name="T15" fmla="*/ 6 h 7"/>
                    <a:gd name="T16" fmla="*/ 0 w 8"/>
                    <a:gd name="T17" fmla="*/ 6 h 7"/>
                    <a:gd name="T18" fmla="*/ 0 w 8"/>
                    <a:gd name="T19" fmla="*/ 4 h 7"/>
                    <a:gd name="T20" fmla="*/ 3 w 8"/>
                    <a:gd name="T21" fmla="*/ 0 h 7"/>
                    <a:gd name="T22" fmla="*/ 5 w 8"/>
                    <a:gd name="T23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8" h="7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5" y="1"/>
                      </a:lnTo>
                      <a:lnTo>
                        <a:pt x="8" y="6"/>
                      </a:lnTo>
                      <a:lnTo>
                        <a:pt x="8" y="7"/>
                      </a:lnTo>
                      <a:lnTo>
                        <a:pt x="6" y="7"/>
                      </a:lnTo>
                      <a:lnTo>
                        <a:pt x="6" y="7"/>
                      </a:lnTo>
                      <a:lnTo>
                        <a:pt x="2" y="6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3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17" name="Freeform 1157">
                  <a:extLst>
                    <a:ext uri="{FF2B5EF4-FFF2-40B4-BE49-F238E27FC236}">
                      <a16:creationId xmlns:a16="http://schemas.microsoft.com/office/drawing/2014/main" id="{45B0A7B9-8E31-7FBD-8C67-EC77913BE9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56517" y="2070355"/>
                  <a:ext cx="11431" cy="20576"/>
                </a:xfrm>
                <a:custGeom>
                  <a:avLst/>
                  <a:gdLst>
                    <a:gd name="T0" fmla="*/ 5 w 5"/>
                    <a:gd name="T1" fmla="*/ 0 h 9"/>
                    <a:gd name="T2" fmla="*/ 5 w 5"/>
                    <a:gd name="T3" fmla="*/ 0 h 9"/>
                    <a:gd name="T4" fmla="*/ 5 w 5"/>
                    <a:gd name="T5" fmla="*/ 1 h 9"/>
                    <a:gd name="T6" fmla="*/ 5 w 5"/>
                    <a:gd name="T7" fmla="*/ 6 h 9"/>
                    <a:gd name="T8" fmla="*/ 5 w 5"/>
                    <a:gd name="T9" fmla="*/ 7 h 9"/>
                    <a:gd name="T10" fmla="*/ 1 w 5"/>
                    <a:gd name="T11" fmla="*/ 9 h 9"/>
                    <a:gd name="T12" fmla="*/ 1 w 5"/>
                    <a:gd name="T13" fmla="*/ 9 h 9"/>
                    <a:gd name="T14" fmla="*/ 0 w 5"/>
                    <a:gd name="T15" fmla="*/ 9 h 9"/>
                    <a:gd name="T16" fmla="*/ 0 w 5"/>
                    <a:gd name="T17" fmla="*/ 7 h 9"/>
                    <a:gd name="T18" fmla="*/ 4 w 5"/>
                    <a:gd name="T19" fmla="*/ 0 h 9"/>
                    <a:gd name="T20" fmla="*/ 5 w 5"/>
                    <a:gd name="T21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" h="9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5" y="1"/>
                      </a:lnTo>
                      <a:lnTo>
                        <a:pt x="5" y="6"/>
                      </a:lnTo>
                      <a:lnTo>
                        <a:pt x="5" y="7"/>
                      </a:lnTo>
                      <a:lnTo>
                        <a:pt x="1" y="9"/>
                      </a:lnTo>
                      <a:lnTo>
                        <a:pt x="1" y="9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4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18" name="Freeform 1159">
                  <a:extLst>
                    <a:ext uri="{FF2B5EF4-FFF2-40B4-BE49-F238E27FC236}">
                      <a16:creationId xmlns:a16="http://schemas.microsoft.com/office/drawing/2014/main" id="{3C9B0625-6495-0A29-4D6C-12A5040B8A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662" y="2118366"/>
                  <a:ext cx="16003" cy="13717"/>
                </a:xfrm>
                <a:custGeom>
                  <a:avLst/>
                  <a:gdLst>
                    <a:gd name="T0" fmla="*/ 0 w 7"/>
                    <a:gd name="T1" fmla="*/ 0 h 6"/>
                    <a:gd name="T2" fmla="*/ 0 w 7"/>
                    <a:gd name="T3" fmla="*/ 0 h 6"/>
                    <a:gd name="T4" fmla="*/ 6 w 7"/>
                    <a:gd name="T5" fmla="*/ 4 h 6"/>
                    <a:gd name="T6" fmla="*/ 7 w 7"/>
                    <a:gd name="T7" fmla="*/ 6 h 6"/>
                    <a:gd name="T8" fmla="*/ 6 w 7"/>
                    <a:gd name="T9" fmla="*/ 6 h 6"/>
                    <a:gd name="T10" fmla="*/ 3 w 7"/>
                    <a:gd name="T11" fmla="*/ 6 h 6"/>
                    <a:gd name="T12" fmla="*/ 3 w 7"/>
                    <a:gd name="T13" fmla="*/ 6 h 6"/>
                    <a:gd name="T14" fmla="*/ 0 w 7"/>
                    <a:gd name="T15" fmla="*/ 1 h 6"/>
                    <a:gd name="T16" fmla="*/ 0 w 7"/>
                    <a:gd name="T17" fmla="*/ 0 h 6"/>
                    <a:gd name="T18" fmla="*/ 0 w 7"/>
                    <a:gd name="T1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6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" y="4"/>
                      </a:lnTo>
                      <a:lnTo>
                        <a:pt x="7" y="6"/>
                      </a:lnTo>
                      <a:lnTo>
                        <a:pt x="6" y="6"/>
                      </a:lnTo>
                      <a:lnTo>
                        <a:pt x="3" y="6"/>
                      </a:lnTo>
                      <a:lnTo>
                        <a:pt x="3" y="6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119" name="Freeform 1163">
                  <a:extLst>
                    <a:ext uri="{FF2B5EF4-FFF2-40B4-BE49-F238E27FC236}">
                      <a16:creationId xmlns:a16="http://schemas.microsoft.com/office/drawing/2014/main" id="{9812D090-B26B-A350-51CB-1B0EB40727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7931" y="1850879"/>
                  <a:ext cx="27435" cy="38866"/>
                </a:xfrm>
                <a:custGeom>
                  <a:avLst/>
                  <a:gdLst>
                    <a:gd name="T0" fmla="*/ 10 w 12"/>
                    <a:gd name="T1" fmla="*/ 0 h 17"/>
                    <a:gd name="T2" fmla="*/ 12 w 12"/>
                    <a:gd name="T3" fmla="*/ 0 h 17"/>
                    <a:gd name="T4" fmla="*/ 12 w 12"/>
                    <a:gd name="T5" fmla="*/ 1 h 17"/>
                    <a:gd name="T6" fmla="*/ 12 w 12"/>
                    <a:gd name="T7" fmla="*/ 6 h 17"/>
                    <a:gd name="T8" fmla="*/ 12 w 12"/>
                    <a:gd name="T9" fmla="*/ 7 h 17"/>
                    <a:gd name="T10" fmla="*/ 9 w 12"/>
                    <a:gd name="T11" fmla="*/ 9 h 17"/>
                    <a:gd name="T12" fmla="*/ 10 w 12"/>
                    <a:gd name="T13" fmla="*/ 11 h 17"/>
                    <a:gd name="T14" fmla="*/ 10 w 12"/>
                    <a:gd name="T15" fmla="*/ 11 h 17"/>
                    <a:gd name="T16" fmla="*/ 1 w 12"/>
                    <a:gd name="T17" fmla="*/ 17 h 17"/>
                    <a:gd name="T18" fmla="*/ 1 w 12"/>
                    <a:gd name="T19" fmla="*/ 17 h 17"/>
                    <a:gd name="T20" fmla="*/ 0 w 12"/>
                    <a:gd name="T21" fmla="*/ 17 h 17"/>
                    <a:gd name="T22" fmla="*/ 0 w 12"/>
                    <a:gd name="T23" fmla="*/ 17 h 17"/>
                    <a:gd name="T24" fmla="*/ 0 w 12"/>
                    <a:gd name="T25" fmla="*/ 7 h 17"/>
                    <a:gd name="T26" fmla="*/ 0 w 12"/>
                    <a:gd name="T27" fmla="*/ 6 h 17"/>
                    <a:gd name="T28" fmla="*/ 10 w 12"/>
                    <a:gd name="T29" fmla="*/ 0 h 17"/>
                    <a:gd name="T30" fmla="*/ 10 w 12"/>
                    <a:gd name="T31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2" h="17">
                      <a:moveTo>
                        <a:pt x="10" y="0"/>
                      </a:moveTo>
                      <a:lnTo>
                        <a:pt x="12" y="0"/>
                      </a:lnTo>
                      <a:lnTo>
                        <a:pt x="12" y="1"/>
                      </a:lnTo>
                      <a:lnTo>
                        <a:pt x="12" y="6"/>
                      </a:lnTo>
                      <a:lnTo>
                        <a:pt x="12" y="7"/>
                      </a:lnTo>
                      <a:lnTo>
                        <a:pt x="9" y="9"/>
                      </a:lnTo>
                      <a:lnTo>
                        <a:pt x="10" y="11"/>
                      </a:lnTo>
                      <a:lnTo>
                        <a:pt x="10" y="11"/>
                      </a:lnTo>
                      <a:lnTo>
                        <a:pt x="1" y="17"/>
                      </a:lnTo>
                      <a:lnTo>
                        <a:pt x="1" y="17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1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1077" name="ESTONIA">
                <a:extLst>
                  <a:ext uri="{FF2B5EF4-FFF2-40B4-BE49-F238E27FC236}">
                    <a16:creationId xmlns:a16="http://schemas.microsoft.com/office/drawing/2014/main" id="{A69F1A25-B217-53AF-1C2C-C98237C68C56}"/>
                  </a:ext>
                </a:extLst>
              </p:cNvPr>
              <p:cNvGrpSpPr/>
              <p:nvPr userDrawn="1"/>
            </p:nvGrpSpPr>
            <p:grpSpPr>
              <a:xfrm>
                <a:off x="6374912" y="2670549"/>
                <a:ext cx="177020" cy="115270"/>
                <a:chOff x="6374912" y="2670549"/>
                <a:chExt cx="177020" cy="115270"/>
              </a:xfrm>
            </p:grpSpPr>
            <p:sp>
              <p:nvSpPr>
                <p:cNvPr id="1104" name="Freeform 1498">
                  <a:extLst>
                    <a:ext uri="{FF2B5EF4-FFF2-40B4-BE49-F238E27FC236}">
                      <a16:creationId xmlns:a16="http://schemas.microsoft.com/office/drawing/2014/main" id="{503D3DD2-871A-9CB5-C73C-DB0B43C0BD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74912" y="2732301"/>
                  <a:ext cx="37051" cy="32934"/>
                </a:xfrm>
                <a:custGeom>
                  <a:avLst/>
                  <a:gdLst>
                    <a:gd name="T0" fmla="*/ 15 w 18"/>
                    <a:gd name="T1" fmla="*/ 0 h 16"/>
                    <a:gd name="T2" fmla="*/ 18 w 18"/>
                    <a:gd name="T3" fmla="*/ 4 h 16"/>
                    <a:gd name="T4" fmla="*/ 6 w 18"/>
                    <a:gd name="T5" fmla="*/ 7 h 16"/>
                    <a:gd name="T6" fmla="*/ 3 w 18"/>
                    <a:gd name="T7" fmla="*/ 16 h 16"/>
                    <a:gd name="T8" fmla="*/ 3 w 18"/>
                    <a:gd name="T9" fmla="*/ 10 h 16"/>
                    <a:gd name="T10" fmla="*/ 0 w 18"/>
                    <a:gd name="T11" fmla="*/ 7 h 16"/>
                    <a:gd name="T12" fmla="*/ 0 w 18"/>
                    <a:gd name="T13" fmla="*/ 3 h 16"/>
                    <a:gd name="T14" fmla="*/ 15 w 18"/>
                    <a:gd name="T15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8" h="16">
                      <a:moveTo>
                        <a:pt x="15" y="0"/>
                      </a:moveTo>
                      <a:lnTo>
                        <a:pt x="18" y="4"/>
                      </a:lnTo>
                      <a:lnTo>
                        <a:pt x="6" y="7"/>
                      </a:lnTo>
                      <a:lnTo>
                        <a:pt x="3" y="16"/>
                      </a:lnTo>
                      <a:lnTo>
                        <a:pt x="3" y="10"/>
                      </a:lnTo>
                      <a:lnTo>
                        <a:pt x="0" y="7"/>
                      </a:lnTo>
                      <a:lnTo>
                        <a:pt x="0" y="3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grpSp>
              <p:nvGrpSpPr>
                <p:cNvPr id="1105" name="ESTONIA">
                  <a:extLst>
                    <a:ext uri="{FF2B5EF4-FFF2-40B4-BE49-F238E27FC236}">
                      <a16:creationId xmlns:a16="http://schemas.microsoft.com/office/drawing/2014/main" id="{36566791-9AAA-859A-9210-CB35E23EECC1}"/>
                    </a:ext>
                  </a:extLst>
                </p:cNvPr>
                <p:cNvGrpSpPr/>
                <p:nvPr/>
              </p:nvGrpSpPr>
              <p:grpSpPr>
                <a:xfrm>
                  <a:off x="6379028" y="2670549"/>
                  <a:ext cx="172904" cy="115270"/>
                  <a:chOff x="5352119" y="1775433"/>
                  <a:chExt cx="192042" cy="128028"/>
                </a:xfrm>
                <a:solidFill>
                  <a:schemeClr val="accent5"/>
                </a:solidFill>
              </p:grpSpPr>
              <p:sp>
                <p:nvSpPr>
                  <p:cNvPr id="1106" name="Freeform 1496">
                    <a:extLst>
                      <a:ext uri="{FF2B5EF4-FFF2-40B4-BE49-F238E27FC236}">
                        <a16:creationId xmlns:a16="http://schemas.microsoft.com/office/drawing/2014/main" id="{95D2358D-99F6-B891-2900-691C73B7C1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52119" y="1818871"/>
                    <a:ext cx="27435" cy="20576"/>
                  </a:xfrm>
                  <a:custGeom>
                    <a:avLst/>
                    <a:gdLst>
                      <a:gd name="T0" fmla="*/ 10 w 12"/>
                      <a:gd name="T1" fmla="*/ 0 h 9"/>
                      <a:gd name="T2" fmla="*/ 10 w 12"/>
                      <a:gd name="T3" fmla="*/ 0 h 9"/>
                      <a:gd name="T4" fmla="*/ 12 w 12"/>
                      <a:gd name="T5" fmla="*/ 5 h 9"/>
                      <a:gd name="T6" fmla="*/ 12 w 12"/>
                      <a:gd name="T7" fmla="*/ 5 h 9"/>
                      <a:gd name="T8" fmla="*/ 12 w 12"/>
                      <a:gd name="T9" fmla="*/ 5 h 9"/>
                      <a:gd name="T10" fmla="*/ 6 w 12"/>
                      <a:gd name="T11" fmla="*/ 9 h 9"/>
                      <a:gd name="T12" fmla="*/ 4 w 12"/>
                      <a:gd name="T13" fmla="*/ 9 h 9"/>
                      <a:gd name="T14" fmla="*/ 4 w 12"/>
                      <a:gd name="T15" fmla="*/ 9 h 9"/>
                      <a:gd name="T16" fmla="*/ 0 w 12"/>
                      <a:gd name="T17" fmla="*/ 3 h 9"/>
                      <a:gd name="T18" fmla="*/ 0 w 12"/>
                      <a:gd name="T19" fmla="*/ 3 h 9"/>
                      <a:gd name="T20" fmla="*/ 0 w 12"/>
                      <a:gd name="T21" fmla="*/ 3 h 9"/>
                      <a:gd name="T22" fmla="*/ 9 w 12"/>
                      <a:gd name="T23" fmla="*/ 0 h 9"/>
                      <a:gd name="T24" fmla="*/ 10 w 12"/>
                      <a:gd name="T25" fmla="*/ 0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2" h="9">
                        <a:moveTo>
                          <a:pt x="10" y="0"/>
                        </a:moveTo>
                        <a:lnTo>
                          <a:pt x="10" y="0"/>
                        </a:lnTo>
                        <a:lnTo>
                          <a:pt x="12" y="5"/>
                        </a:lnTo>
                        <a:lnTo>
                          <a:pt x="12" y="5"/>
                        </a:lnTo>
                        <a:lnTo>
                          <a:pt x="12" y="5"/>
                        </a:lnTo>
                        <a:lnTo>
                          <a:pt x="6" y="9"/>
                        </a:lnTo>
                        <a:lnTo>
                          <a:pt x="4" y="9"/>
                        </a:lnTo>
                        <a:lnTo>
                          <a:pt x="4" y="9"/>
                        </a:lnTo>
                        <a:lnTo>
                          <a:pt x="0" y="3"/>
                        </a:lnTo>
                        <a:lnTo>
                          <a:pt x="0" y="3"/>
                        </a:lnTo>
                        <a:lnTo>
                          <a:pt x="0" y="3"/>
                        </a:lnTo>
                        <a:lnTo>
                          <a:pt x="9" y="0"/>
                        </a:lnTo>
                        <a:lnTo>
                          <a:pt x="10" y="0"/>
                        </a:lnTo>
                        <a:close/>
                      </a:path>
                    </a:pathLst>
                  </a:custGeom>
                  <a:grpFill/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107" name="Line 1504">
                    <a:extLst>
                      <a:ext uri="{FF2B5EF4-FFF2-40B4-BE49-F238E27FC236}">
                        <a16:creationId xmlns:a16="http://schemas.microsoft.com/office/drawing/2014/main" id="{391DA2E2-7FDF-6D82-AF1F-B3CBFDBFA1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361264" y="1853164"/>
                    <a:ext cx="27435" cy="6859"/>
                  </a:xfrm>
                  <a:prstGeom prst="line">
                    <a:avLst/>
                  </a:prstGeom>
                  <a:grpFill/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108" name="Estonia">
                    <a:extLst>
                      <a:ext uri="{FF2B5EF4-FFF2-40B4-BE49-F238E27FC236}">
                        <a16:creationId xmlns:a16="http://schemas.microsoft.com/office/drawing/2014/main" id="{25AFA66A-DCB5-18AC-64CC-134F50DF58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93271" y="1775433"/>
                    <a:ext cx="150890" cy="128028"/>
                  </a:xfrm>
                  <a:custGeom>
                    <a:avLst/>
                    <a:gdLst>
                      <a:gd name="T0" fmla="*/ 60 w 66"/>
                      <a:gd name="T1" fmla="*/ 0 h 56"/>
                      <a:gd name="T2" fmla="*/ 62 w 66"/>
                      <a:gd name="T3" fmla="*/ 0 h 56"/>
                      <a:gd name="T4" fmla="*/ 65 w 66"/>
                      <a:gd name="T5" fmla="*/ 3 h 56"/>
                      <a:gd name="T6" fmla="*/ 65 w 66"/>
                      <a:gd name="T7" fmla="*/ 3 h 56"/>
                      <a:gd name="T8" fmla="*/ 66 w 66"/>
                      <a:gd name="T9" fmla="*/ 10 h 56"/>
                      <a:gd name="T10" fmla="*/ 60 w 66"/>
                      <a:gd name="T11" fmla="*/ 19 h 56"/>
                      <a:gd name="T12" fmla="*/ 60 w 66"/>
                      <a:gd name="T13" fmla="*/ 19 h 56"/>
                      <a:gd name="T14" fmla="*/ 50 w 66"/>
                      <a:gd name="T15" fmla="*/ 22 h 56"/>
                      <a:gd name="T16" fmla="*/ 53 w 66"/>
                      <a:gd name="T17" fmla="*/ 36 h 56"/>
                      <a:gd name="T18" fmla="*/ 55 w 66"/>
                      <a:gd name="T19" fmla="*/ 36 h 56"/>
                      <a:gd name="T20" fmla="*/ 55 w 66"/>
                      <a:gd name="T21" fmla="*/ 36 h 56"/>
                      <a:gd name="T22" fmla="*/ 56 w 66"/>
                      <a:gd name="T23" fmla="*/ 42 h 56"/>
                      <a:gd name="T24" fmla="*/ 59 w 66"/>
                      <a:gd name="T25" fmla="*/ 44 h 56"/>
                      <a:gd name="T26" fmla="*/ 60 w 66"/>
                      <a:gd name="T27" fmla="*/ 47 h 56"/>
                      <a:gd name="T28" fmla="*/ 60 w 66"/>
                      <a:gd name="T29" fmla="*/ 49 h 56"/>
                      <a:gd name="T30" fmla="*/ 56 w 66"/>
                      <a:gd name="T31" fmla="*/ 53 h 56"/>
                      <a:gd name="T32" fmla="*/ 56 w 66"/>
                      <a:gd name="T33" fmla="*/ 55 h 56"/>
                      <a:gd name="T34" fmla="*/ 56 w 66"/>
                      <a:gd name="T35" fmla="*/ 56 h 56"/>
                      <a:gd name="T36" fmla="*/ 55 w 66"/>
                      <a:gd name="T37" fmla="*/ 56 h 56"/>
                      <a:gd name="T38" fmla="*/ 55 w 66"/>
                      <a:gd name="T39" fmla="*/ 56 h 56"/>
                      <a:gd name="T40" fmla="*/ 50 w 66"/>
                      <a:gd name="T41" fmla="*/ 55 h 56"/>
                      <a:gd name="T42" fmla="*/ 50 w 66"/>
                      <a:gd name="T43" fmla="*/ 55 h 56"/>
                      <a:gd name="T44" fmla="*/ 49 w 66"/>
                      <a:gd name="T45" fmla="*/ 55 h 56"/>
                      <a:gd name="T46" fmla="*/ 46 w 66"/>
                      <a:gd name="T47" fmla="*/ 56 h 56"/>
                      <a:gd name="T48" fmla="*/ 44 w 66"/>
                      <a:gd name="T49" fmla="*/ 56 h 56"/>
                      <a:gd name="T50" fmla="*/ 43 w 66"/>
                      <a:gd name="T51" fmla="*/ 56 h 56"/>
                      <a:gd name="T52" fmla="*/ 43 w 66"/>
                      <a:gd name="T53" fmla="*/ 56 h 56"/>
                      <a:gd name="T54" fmla="*/ 37 w 66"/>
                      <a:gd name="T55" fmla="*/ 49 h 56"/>
                      <a:gd name="T56" fmla="*/ 26 w 66"/>
                      <a:gd name="T57" fmla="*/ 44 h 56"/>
                      <a:gd name="T58" fmla="*/ 13 w 66"/>
                      <a:gd name="T59" fmla="*/ 49 h 56"/>
                      <a:gd name="T60" fmla="*/ 13 w 66"/>
                      <a:gd name="T61" fmla="*/ 49 h 56"/>
                      <a:gd name="T62" fmla="*/ 13 w 66"/>
                      <a:gd name="T63" fmla="*/ 49 h 56"/>
                      <a:gd name="T64" fmla="*/ 13 w 66"/>
                      <a:gd name="T65" fmla="*/ 49 h 56"/>
                      <a:gd name="T66" fmla="*/ 14 w 66"/>
                      <a:gd name="T67" fmla="*/ 37 h 56"/>
                      <a:gd name="T68" fmla="*/ 13 w 66"/>
                      <a:gd name="T69" fmla="*/ 37 h 56"/>
                      <a:gd name="T70" fmla="*/ 10 w 66"/>
                      <a:gd name="T71" fmla="*/ 37 h 56"/>
                      <a:gd name="T72" fmla="*/ 7 w 66"/>
                      <a:gd name="T73" fmla="*/ 37 h 56"/>
                      <a:gd name="T74" fmla="*/ 6 w 66"/>
                      <a:gd name="T75" fmla="*/ 37 h 56"/>
                      <a:gd name="T76" fmla="*/ 4 w 66"/>
                      <a:gd name="T77" fmla="*/ 37 h 56"/>
                      <a:gd name="T78" fmla="*/ 4 w 66"/>
                      <a:gd name="T79" fmla="*/ 37 h 56"/>
                      <a:gd name="T80" fmla="*/ 1 w 66"/>
                      <a:gd name="T81" fmla="*/ 30 h 56"/>
                      <a:gd name="T82" fmla="*/ 1 w 66"/>
                      <a:gd name="T83" fmla="*/ 28 h 56"/>
                      <a:gd name="T84" fmla="*/ 4 w 66"/>
                      <a:gd name="T85" fmla="*/ 27 h 56"/>
                      <a:gd name="T86" fmla="*/ 0 w 66"/>
                      <a:gd name="T87" fmla="*/ 25 h 56"/>
                      <a:gd name="T88" fmla="*/ 0 w 66"/>
                      <a:gd name="T89" fmla="*/ 24 h 56"/>
                      <a:gd name="T90" fmla="*/ 1 w 66"/>
                      <a:gd name="T91" fmla="*/ 15 h 56"/>
                      <a:gd name="T92" fmla="*/ 1 w 66"/>
                      <a:gd name="T93" fmla="*/ 15 h 56"/>
                      <a:gd name="T94" fmla="*/ 29 w 66"/>
                      <a:gd name="T95" fmla="*/ 3 h 56"/>
                      <a:gd name="T96" fmla="*/ 57 w 66"/>
                      <a:gd name="T97" fmla="*/ 9 h 56"/>
                      <a:gd name="T98" fmla="*/ 59 w 66"/>
                      <a:gd name="T99" fmla="*/ 7 h 56"/>
                      <a:gd name="T100" fmla="*/ 60 w 66"/>
                      <a:gd name="T101" fmla="*/ 0 h 56"/>
                      <a:gd name="T102" fmla="*/ 60 w 66"/>
                      <a:gd name="T103" fmla="*/ 0 h 56"/>
                      <a:gd name="T104" fmla="*/ 60 w 66"/>
                      <a:gd name="T105" fmla="*/ 0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66" h="56">
                        <a:moveTo>
                          <a:pt x="60" y="0"/>
                        </a:moveTo>
                        <a:lnTo>
                          <a:pt x="62" y="0"/>
                        </a:lnTo>
                        <a:lnTo>
                          <a:pt x="65" y="3"/>
                        </a:lnTo>
                        <a:lnTo>
                          <a:pt x="65" y="3"/>
                        </a:lnTo>
                        <a:lnTo>
                          <a:pt x="66" y="10"/>
                        </a:lnTo>
                        <a:lnTo>
                          <a:pt x="60" y="19"/>
                        </a:lnTo>
                        <a:lnTo>
                          <a:pt x="60" y="19"/>
                        </a:lnTo>
                        <a:lnTo>
                          <a:pt x="50" y="22"/>
                        </a:lnTo>
                        <a:lnTo>
                          <a:pt x="53" y="36"/>
                        </a:lnTo>
                        <a:lnTo>
                          <a:pt x="55" y="36"/>
                        </a:lnTo>
                        <a:lnTo>
                          <a:pt x="55" y="36"/>
                        </a:lnTo>
                        <a:lnTo>
                          <a:pt x="56" y="42"/>
                        </a:lnTo>
                        <a:lnTo>
                          <a:pt x="59" y="44"/>
                        </a:lnTo>
                        <a:lnTo>
                          <a:pt x="60" y="47"/>
                        </a:lnTo>
                        <a:lnTo>
                          <a:pt x="60" y="49"/>
                        </a:lnTo>
                        <a:lnTo>
                          <a:pt x="56" y="53"/>
                        </a:lnTo>
                        <a:lnTo>
                          <a:pt x="56" y="55"/>
                        </a:lnTo>
                        <a:lnTo>
                          <a:pt x="56" y="56"/>
                        </a:lnTo>
                        <a:lnTo>
                          <a:pt x="55" y="56"/>
                        </a:lnTo>
                        <a:lnTo>
                          <a:pt x="55" y="56"/>
                        </a:lnTo>
                        <a:lnTo>
                          <a:pt x="50" y="55"/>
                        </a:lnTo>
                        <a:lnTo>
                          <a:pt x="50" y="55"/>
                        </a:lnTo>
                        <a:lnTo>
                          <a:pt x="49" y="55"/>
                        </a:lnTo>
                        <a:lnTo>
                          <a:pt x="46" y="56"/>
                        </a:lnTo>
                        <a:lnTo>
                          <a:pt x="44" y="56"/>
                        </a:lnTo>
                        <a:lnTo>
                          <a:pt x="43" y="56"/>
                        </a:lnTo>
                        <a:lnTo>
                          <a:pt x="43" y="56"/>
                        </a:lnTo>
                        <a:lnTo>
                          <a:pt x="37" y="49"/>
                        </a:lnTo>
                        <a:lnTo>
                          <a:pt x="26" y="44"/>
                        </a:lnTo>
                        <a:lnTo>
                          <a:pt x="13" y="49"/>
                        </a:lnTo>
                        <a:lnTo>
                          <a:pt x="13" y="49"/>
                        </a:lnTo>
                        <a:lnTo>
                          <a:pt x="13" y="49"/>
                        </a:lnTo>
                        <a:lnTo>
                          <a:pt x="13" y="49"/>
                        </a:lnTo>
                        <a:lnTo>
                          <a:pt x="14" y="37"/>
                        </a:lnTo>
                        <a:lnTo>
                          <a:pt x="13" y="37"/>
                        </a:lnTo>
                        <a:lnTo>
                          <a:pt x="10" y="37"/>
                        </a:lnTo>
                        <a:lnTo>
                          <a:pt x="7" y="37"/>
                        </a:lnTo>
                        <a:lnTo>
                          <a:pt x="6" y="37"/>
                        </a:lnTo>
                        <a:lnTo>
                          <a:pt x="4" y="37"/>
                        </a:lnTo>
                        <a:lnTo>
                          <a:pt x="4" y="37"/>
                        </a:lnTo>
                        <a:lnTo>
                          <a:pt x="1" y="30"/>
                        </a:lnTo>
                        <a:lnTo>
                          <a:pt x="1" y="28"/>
                        </a:lnTo>
                        <a:lnTo>
                          <a:pt x="4" y="27"/>
                        </a:lnTo>
                        <a:lnTo>
                          <a:pt x="0" y="25"/>
                        </a:lnTo>
                        <a:lnTo>
                          <a:pt x="0" y="24"/>
                        </a:lnTo>
                        <a:lnTo>
                          <a:pt x="1" y="15"/>
                        </a:lnTo>
                        <a:lnTo>
                          <a:pt x="1" y="15"/>
                        </a:lnTo>
                        <a:lnTo>
                          <a:pt x="29" y="3"/>
                        </a:lnTo>
                        <a:lnTo>
                          <a:pt x="57" y="9"/>
                        </a:lnTo>
                        <a:lnTo>
                          <a:pt x="59" y="7"/>
                        </a:lnTo>
                        <a:lnTo>
                          <a:pt x="60" y="0"/>
                        </a:lnTo>
                        <a:lnTo>
                          <a:pt x="60" y="0"/>
                        </a:lnTo>
                        <a:lnTo>
                          <a:pt x="60" y="0"/>
                        </a:lnTo>
                        <a:close/>
                      </a:path>
                    </a:pathLst>
                  </a:custGeom>
                  <a:grpFill/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</p:grpSp>
          </p:grpSp>
          <p:sp>
            <p:nvSpPr>
              <p:cNvPr id="1078" name="Latvia">
                <a:extLst>
                  <a:ext uri="{FF2B5EF4-FFF2-40B4-BE49-F238E27FC236}">
                    <a16:creationId xmlns:a16="http://schemas.microsoft.com/office/drawing/2014/main" id="{6266CC44-6F0B-6C18-9EC3-3D2A6A52BC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8150" y="2759060"/>
                <a:ext cx="203781" cy="121445"/>
              </a:xfrm>
              <a:custGeom>
                <a:avLst/>
                <a:gdLst>
                  <a:gd name="T0" fmla="*/ 59 w 99"/>
                  <a:gd name="T1" fmla="*/ 0 h 59"/>
                  <a:gd name="T2" fmla="*/ 59 w 99"/>
                  <a:gd name="T3" fmla="*/ 0 h 59"/>
                  <a:gd name="T4" fmla="*/ 71 w 99"/>
                  <a:gd name="T5" fmla="*/ 6 h 59"/>
                  <a:gd name="T6" fmla="*/ 77 w 99"/>
                  <a:gd name="T7" fmla="*/ 12 h 59"/>
                  <a:gd name="T8" fmla="*/ 83 w 99"/>
                  <a:gd name="T9" fmla="*/ 10 h 59"/>
                  <a:gd name="T10" fmla="*/ 89 w 99"/>
                  <a:gd name="T11" fmla="*/ 12 h 59"/>
                  <a:gd name="T12" fmla="*/ 93 w 99"/>
                  <a:gd name="T13" fmla="*/ 18 h 59"/>
                  <a:gd name="T14" fmla="*/ 93 w 99"/>
                  <a:gd name="T15" fmla="*/ 19 h 59"/>
                  <a:gd name="T16" fmla="*/ 92 w 99"/>
                  <a:gd name="T17" fmla="*/ 27 h 59"/>
                  <a:gd name="T18" fmla="*/ 95 w 99"/>
                  <a:gd name="T19" fmla="*/ 30 h 59"/>
                  <a:gd name="T20" fmla="*/ 99 w 99"/>
                  <a:gd name="T21" fmla="*/ 36 h 59"/>
                  <a:gd name="T22" fmla="*/ 99 w 99"/>
                  <a:gd name="T23" fmla="*/ 46 h 59"/>
                  <a:gd name="T24" fmla="*/ 99 w 99"/>
                  <a:gd name="T25" fmla="*/ 47 h 59"/>
                  <a:gd name="T26" fmla="*/ 95 w 99"/>
                  <a:gd name="T27" fmla="*/ 47 h 59"/>
                  <a:gd name="T28" fmla="*/ 89 w 99"/>
                  <a:gd name="T29" fmla="*/ 55 h 59"/>
                  <a:gd name="T30" fmla="*/ 89 w 99"/>
                  <a:gd name="T31" fmla="*/ 56 h 59"/>
                  <a:gd name="T32" fmla="*/ 89 w 99"/>
                  <a:gd name="T33" fmla="*/ 56 h 59"/>
                  <a:gd name="T34" fmla="*/ 85 w 99"/>
                  <a:gd name="T35" fmla="*/ 55 h 59"/>
                  <a:gd name="T36" fmla="*/ 80 w 99"/>
                  <a:gd name="T37" fmla="*/ 59 h 59"/>
                  <a:gd name="T38" fmla="*/ 80 w 99"/>
                  <a:gd name="T39" fmla="*/ 59 h 59"/>
                  <a:gd name="T40" fmla="*/ 79 w 99"/>
                  <a:gd name="T41" fmla="*/ 59 h 59"/>
                  <a:gd name="T42" fmla="*/ 74 w 99"/>
                  <a:gd name="T43" fmla="*/ 56 h 59"/>
                  <a:gd name="T44" fmla="*/ 64 w 99"/>
                  <a:gd name="T45" fmla="*/ 47 h 59"/>
                  <a:gd name="T46" fmla="*/ 58 w 99"/>
                  <a:gd name="T47" fmla="*/ 46 h 59"/>
                  <a:gd name="T48" fmla="*/ 58 w 99"/>
                  <a:gd name="T49" fmla="*/ 46 h 59"/>
                  <a:gd name="T50" fmla="*/ 53 w 99"/>
                  <a:gd name="T51" fmla="*/ 40 h 59"/>
                  <a:gd name="T52" fmla="*/ 47 w 99"/>
                  <a:gd name="T53" fmla="*/ 43 h 59"/>
                  <a:gd name="T54" fmla="*/ 46 w 99"/>
                  <a:gd name="T55" fmla="*/ 44 h 59"/>
                  <a:gd name="T56" fmla="*/ 46 w 99"/>
                  <a:gd name="T57" fmla="*/ 43 h 59"/>
                  <a:gd name="T58" fmla="*/ 39 w 99"/>
                  <a:gd name="T59" fmla="*/ 42 h 59"/>
                  <a:gd name="T60" fmla="*/ 19 w 99"/>
                  <a:gd name="T61" fmla="*/ 40 h 59"/>
                  <a:gd name="T62" fmla="*/ 10 w 99"/>
                  <a:gd name="T63" fmla="*/ 44 h 59"/>
                  <a:gd name="T64" fmla="*/ 6 w 99"/>
                  <a:gd name="T65" fmla="*/ 47 h 59"/>
                  <a:gd name="T66" fmla="*/ 6 w 99"/>
                  <a:gd name="T67" fmla="*/ 49 h 59"/>
                  <a:gd name="T68" fmla="*/ 4 w 99"/>
                  <a:gd name="T69" fmla="*/ 49 h 59"/>
                  <a:gd name="T70" fmla="*/ 2 w 99"/>
                  <a:gd name="T71" fmla="*/ 46 h 59"/>
                  <a:gd name="T72" fmla="*/ 0 w 99"/>
                  <a:gd name="T73" fmla="*/ 44 h 59"/>
                  <a:gd name="T74" fmla="*/ 2 w 99"/>
                  <a:gd name="T75" fmla="*/ 33 h 59"/>
                  <a:gd name="T76" fmla="*/ 10 w 99"/>
                  <a:gd name="T77" fmla="*/ 13 h 59"/>
                  <a:gd name="T78" fmla="*/ 22 w 99"/>
                  <a:gd name="T79" fmla="*/ 7 h 59"/>
                  <a:gd name="T80" fmla="*/ 22 w 99"/>
                  <a:gd name="T81" fmla="*/ 7 h 59"/>
                  <a:gd name="T82" fmla="*/ 22 w 99"/>
                  <a:gd name="T83" fmla="*/ 7 h 59"/>
                  <a:gd name="T84" fmla="*/ 33 w 99"/>
                  <a:gd name="T85" fmla="*/ 24 h 59"/>
                  <a:gd name="T86" fmla="*/ 42 w 99"/>
                  <a:gd name="T87" fmla="*/ 27 h 59"/>
                  <a:gd name="T88" fmla="*/ 45 w 99"/>
                  <a:gd name="T89" fmla="*/ 21 h 59"/>
                  <a:gd name="T90" fmla="*/ 46 w 99"/>
                  <a:gd name="T91" fmla="*/ 6 h 59"/>
                  <a:gd name="T92" fmla="*/ 46 w 99"/>
                  <a:gd name="T93" fmla="*/ 4 h 59"/>
                  <a:gd name="T94" fmla="*/ 59 w 99"/>
                  <a:gd name="T95" fmla="*/ 0 h 59"/>
                  <a:gd name="T96" fmla="*/ 59 w 99"/>
                  <a:gd name="T97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9" h="59">
                    <a:moveTo>
                      <a:pt x="59" y="0"/>
                    </a:moveTo>
                    <a:lnTo>
                      <a:pt x="59" y="0"/>
                    </a:lnTo>
                    <a:lnTo>
                      <a:pt x="71" y="6"/>
                    </a:lnTo>
                    <a:lnTo>
                      <a:pt x="77" y="12"/>
                    </a:lnTo>
                    <a:lnTo>
                      <a:pt x="83" y="10"/>
                    </a:lnTo>
                    <a:lnTo>
                      <a:pt x="89" y="12"/>
                    </a:lnTo>
                    <a:lnTo>
                      <a:pt x="93" y="18"/>
                    </a:lnTo>
                    <a:lnTo>
                      <a:pt x="93" y="19"/>
                    </a:lnTo>
                    <a:lnTo>
                      <a:pt x="92" y="27"/>
                    </a:lnTo>
                    <a:lnTo>
                      <a:pt x="95" y="30"/>
                    </a:lnTo>
                    <a:lnTo>
                      <a:pt x="99" y="36"/>
                    </a:lnTo>
                    <a:lnTo>
                      <a:pt x="99" y="46"/>
                    </a:lnTo>
                    <a:lnTo>
                      <a:pt x="99" y="47"/>
                    </a:lnTo>
                    <a:lnTo>
                      <a:pt x="95" y="47"/>
                    </a:lnTo>
                    <a:lnTo>
                      <a:pt x="89" y="55"/>
                    </a:lnTo>
                    <a:lnTo>
                      <a:pt x="89" y="56"/>
                    </a:lnTo>
                    <a:lnTo>
                      <a:pt x="89" y="56"/>
                    </a:lnTo>
                    <a:lnTo>
                      <a:pt x="85" y="55"/>
                    </a:lnTo>
                    <a:lnTo>
                      <a:pt x="80" y="59"/>
                    </a:lnTo>
                    <a:lnTo>
                      <a:pt x="80" y="59"/>
                    </a:lnTo>
                    <a:lnTo>
                      <a:pt x="79" y="59"/>
                    </a:lnTo>
                    <a:lnTo>
                      <a:pt x="74" y="56"/>
                    </a:lnTo>
                    <a:lnTo>
                      <a:pt x="64" y="47"/>
                    </a:lnTo>
                    <a:lnTo>
                      <a:pt x="58" y="46"/>
                    </a:lnTo>
                    <a:lnTo>
                      <a:pt x="58" y="46"/>
                    </a:lnTo>
                    <a:lnTo>
                      <a:pt x="53" y="40"/>
                    </a:lnTo>
                    <a:lnTo>
                      <a:pt x="47" y="43"/>
                    </a:lnTo>
                    <a:lnTo>
                      <a:pt x="46" y="44"/>
                    </a:lnTo>
                    <a:lnTo>
                      <a:pt x="46" y="43"/>
                    </a:lnTo>
                    <a:lnTo>
                      <a:pt x="39" y="42"/>
                    </a:lnTo>
                    <a:lnTo>
                      <a:pt x="19" y="40"/>
                    </a:lnTo>
                    <a:lnTo>
                      <a:pt x="10" y="44"/>
                    </a:lnTo>
                    <a:lnTo>
                      <a:pt x="6" y="47"/>
                    </a:lnTo>
                    <a:lnTo>
                      <a:pt x="6" y="49"/>
                    </a:lnTo>
                    <a:lnTo>
                      <a:pt x="4" y="49"/>
                    </a:lnTo>
                    <a:lnTo>
                      <a:pt x="2" y="46"/>
                    </a:lnTo>
                    <a:lnTo>
                      <a:pt x="0" y="44"/>
                    </a:lnTo>
                    <a:lnTo>
                      <a:pt x="2" y="33"/>
                    </a:lnTo>
                    <a:lnTo>
                      <a:pt x="10" y="13"/>
                    </a:lnTo>
                    <a:lnTo>
                      <a:pt x="22" y="7"/>
                    </a:lnTo>
                    <a:lnTo>
                      <a:pt x="22" y="7"/>
                    </a:lnTo>
                    <a:lnTo>
                      <a:pt x="22" y="7"/>
                    </a:lnTo>
                    <a:lnTo>
                      <a:pt x="33" y="24"/>
                    </a:lnTo>
                    <a:lnTo>
                      <a:pt x="42" y="27"/>
                    </a:lnTo>
                    <a:lnTo>
                      <a:pt x="45" y="21"/>
                    </a:lnTo>
                    <a:lnTo>
                      <a:pt x="46" y="6"/>
                    </a:lnTo>
                    <a:lnTo>
                      <a:pt x="46" y="4"/>
                    </a:lnTo>
                    <a:lnTo>
                      <a:pt x="59" y="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79" name="Lithuania">
                <a:extLst>
                  <a:ext uri="{FF2B5EF4-FFF2-40B4-BE49-F238E27FC236}">
                    <a16:creationId xmlns:a16="http://schemas.microsoft.com/office/drawing/2014/main" id="{B938EF6D-BB43-75CD-CCFD-742797850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8152" y="2839338"/>
                <a:ext cx="164671" cy="121445"/>
              </a:xfrm>
              <a:custGeom>
                <a:avLst/>
                <a:gdLst>
                  <a:gd name="T0" fmla="*/ 55 w 80"/>
                  <a:gd name="T1" fmla="*/ 0 h 59"/>
                  <a:gd name="T2" fmla="*/ 55 w 80"/>
                  <a:gd name="T3" fmla="*/ 0 h 59"/>
                  <a:gd name="T4" fmla="*/ 59 w 80"/>
                  <a:gd name="T5" fmla="*/ 5 h 59"/>
                  <a:gd name="T6" fmla="*/ 64 w 80"/>
                  <a:gd name="T7" fmla="*/ 7 h 59"/>
                  <a:gd name="T8" fmla="*/ 74 w 80"/>
                  <a:gd name="T9" fmla="*/ 16 h 59"/>
                  <a:gd name="T10" fmla="*/ 80 w 80"/>
                  <a:gd name="T11" fmla="*/ 19 h 59"/>
                  <a:gd name="T12" fmla="*/ 80 w 80"/>
                  <a:gd name="T13" fmla="*/ 19 h 59"/>
                  <a:gd name="T14" fmla="*/ 80 w 80"/>
                  <a:gd name="T15" fmla="*/ 20 h 59"/>
                  <a:gd name="T16" fmla="*/ 76 w 80"/>
                  <a:gd name="T17" fmla="*/ 22 h 59"/>
                  <a:gd name="T18" fmla="*/ 76 w 80"/>
                  <a:gd name="T19" fmla="*/ 25 h 59"/>
                  <a:gd name="T20" fmla="*/ 80 w 80"/>
                  <a:gd name="T21" fmla="*/ 26 h 59"/>
                  <a:gd name="T22" fmla="*/ 80 w 80"/>
                  <a:gd name="T23" fmla="*/ 26 h 59"/>
                  <a:gd name="T24" fmla="*/ 80 w 80"/>
                  <a:gd name="T25" fmla="*/ 26 h 59"/>
                  <a:gd name="T26" fmla="*/ 79 w 80"/>
                  <a:gd name="T27" fmla="*/ 31 h 59"/>
                  <a:gd name="T28" fmla="*/ 77 w 80"/>
                  <a:gd name="T29" fmla="*/ 31 h 59"/>
                  <a:gd name="T30" fmla="*/ 68 w 80"/>
                  <a:gd name="T31" fmla="*/ 35 h 59"/>
                  <a:gd name="T32" fmla="*/ 65 w 80"/>
                  <a:gd name="T33" fmla="*/ 47 h 59"/>
                  <a:gd name="T34" fmla="*/ 68 w 80"/>
                  <a:gd name="T35" fmla="*/ 51 h 59"/>
                  <a:gd name="T36" fmla="*/ 68 w 80"/>
                  <a:gd name="T37" fmla="*/ 53 h 59"/>
                  <a:gd name="T38" fmla="*/ 67 w 80"/>
                  <a:gd name="T39" fmla="*/ 53 h 59"/>
                  <a:gd name="T40" fmla="*/ 65 w 80"/>
                  <a:gd name="T41" fmla="*/ 54 h 59"/>
                  <a:gd name="T42" fmla="*/ 65 w 80"/>
                  <a:gd name="T43" fmla="*/ 54 h 59"/>
                  <a:gd name="T44" fmla="*/ 65 w 80"/>
                  <a:gd name="T45" fmla="*/ 53 h 59"/>
                  <a:gd name="T46" fmla="*/ 61 w 80"/>
                  <a:gd name="T47" fmla="*/ 50 h 59"/>
                  <a:gd name="T48" fmla="*/ 55 w 80"/>
                  <a:gd name="T49" fmla="*/ 53 h 59"/>
                  <a:gd name="T50" fmla="*/ 55 w 80"/>
                  <a:gd name="T51" fmla="*/ 56 h 59"/>
                  <a:gd name="T52" fmla="*/ 55 w 80"/>
                  <a:gd name="T53" fmla="*/ 57 h 59"/>
                  <a:gd name="T54" fmla="*/ 55 w 80"/>
                  <a:gd name="T55" fmla="*/ 57 h 59"/>
                  <a:gd name="T56" fmla="*/ 53 w 80"/>
                  <a:gd name="T57" fmla="*/ 57 h 59"/>
                  <a:gd name="T58" fmla="*/ 50 w 80"/>
                  <a:gd name="T59" fmla="*/ 57 h 59"/>
                  <a:gd name="T60" fmla="*/ 47 w 80"/>
                  <a:gd name="T61" fmla="*/ 57 h 59"/>
                  <a:gd name="T62" fmla="*/ 43 w 80"/>
                  <a:gd name="T63" fmla="*/ 57 h 59"/>
                  <a:gd name="T64" fmla="*/ 40 w 80"/>
                  <a:gd name="T65" fmla="*/ 59 h 59"/>
                  <a:gd name="T66" fmla="*/ 37 w 80"/>
                  <a:gd name="T67" fmla="*/ 59 h 59"/>
                  <a:gd name="T68" fmla="*/ 36 w 80"/>
                  <a:gd name="T69" fmla="*/ 59 h 59"/>
                  <a:gd name="T70" fmla="*/ 36 w 80"/>
                  <a:gd name="T71" fmla="*/ 57 h 59"/>
                  <a:gd name="T72" fmla="*/ 34 w 80"/>
                  <a:gd name="T73" fmla="*/ 54 h 59"/>
                  <a:gd name="T74" fmla="*/ 25 w 80"/>
                  <a:gd name="T75" fmla="*/ 47 h 59"/>
                  <a:gd name="T76" fmla="*/ 25 w 80"/>
                  <a:gd name="T77" fmla="*/ 47 h 59"/>
                  <a:gd name="T78" fmla="*/ 27 w 80"/>
                  <a:gd name="T79" fmla="*/ 38 h 59"/>
                  <a:gd name="T80" fmla="*/ 25 w 80"/>
                  <a:gd name="T81" fmla="*/ 34 h 59"/>
                  <a:gd name="T82" fmla="*/ 16 w 80"/>
                  <a:gd name="T83" fmla="*/ 32 h 59"/>
                  <a:gd name="T84" fmla="*/ 4 w 80"/>
                  <a:gd name="T85" fmla="*/ 28 h 59"/>
                  <a:gd name="T86" fmla="*/ 4 w 80"/>
                  <a:gd name="T87" fmla="*/ 26 h 59"/>
                  <a:gd name="T88" fmla="*/ 0 w 80"/>
                  <a:gd name="T89" fmla="*/ 5 h 59"/>
                  <a:gd name="T90" fmla="*/ 2 w 80"/>
                  <a:gd name="T91" fmla="*/ 5 h 59"/>
                  <a:gd name="T92" fmla="*/ 2 w 80"/>
                  <a:gd name="T93" fmla="*/ 5 h 59"/>
                  <a:gd name="T94" fmla="*/ 2 w 80"/>
                  <a:gd name="T95" fmla="*/ 5 h 59"/>
                  <a:gd name="T96" fmla="*/ 6 w 80"/>
                  <a:gd name="T97" fmla="*/ 8 h 59"/>
                  <a:gd name="T98" fmla="*/ 9 w 80"/>
                  <a:gd name="T99" fmla="*/ 4 h 59"/>
                  <a:gd name="T100" fmla="*/ 18 w 80"/>
                  <a:gd name="T101" fmla="*/ 0 h 59"/>
                  <a:gd name="T102" fmla="*/ 39 w 80"/>
                  <a:gd name="T103" fmla="*/ 1 h 59"/>
                  <a:gd name="T104" fmla="*/ 46 w 80"/>
                  <a:gd name="T105" fmla="*/ 3 h 59"/>
                  <a:gd name="T106" fmla="*/ 53 w 80"/>
                  <a:gd name="T107" fmla="*/ 0 h 59"/>
                  <a:gd name="T108" fmla="*/ 55 w 80"/>
                  <a:gd name="T109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80" h="59">
                    <a:moveTo>
                      <a:pt x="55" y="0"/>
                    </a:moveTo>
                    <a:lnTo>
                      <a:pt x="55" y="0"/>
                    </a:lnTo>
                    <a:lnTo>
                      <a:pt x="59" y="5"/>
                    </a:lnTo>
                    <a:lnTo>
                      <a:pt x="64" y="7"/>
                    </a:lnTo>
                    <a:lnTo>
                      <a:pt x="74" y="16"/>
                    </a:lnTo>
                    <a:lnTo>
                      <a:pt x="80" y="19"/>
                    </a:lnTo>
                    <a:lnTo>
                      <a:pt x="80" y="19"/>
                    </a:lnTo>
                    <a:lnTo>
                      <a:pt x="80" y="20"/>
                    </a:lnTo>
                    <a:lnTo>
                      <a:pt x="76" y="22"/>
                    </a:lnTo>
                    <a:lnTo>
                      <a:pt x="76" y="25"/>
                    </a:lnTo>
                    <a:lnTo>
                      <a:pt x="80" y="26"/>
                    </a:lnTo>
                    <a:lnTo>
                      <a:pt x="80" y="26"/>
                    </a:lnTo>
                    <a:lnTo>
                      <a:pt x="80" y="26"/>
                    </a:lnTo>
                    <a:lnTo>
                      <a:pt x="79" y="31"/>
                    </a:lnTo>
                    <a:lnTo>
                      <a:pt x="77" y="31"/>
                    </a:lnTo>
                    <a:lnTo>
                      <a:pt x="68" y="35"/>
                    </a:lnTo>
                    <a:lnTo>
                      <a:pt x="65" y="47"/>
                    </a:lnTo>
                    <a:lnTo>
                      <a:pt x="68" y="51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5" y="54"/>
                    </a:lnTo>
                    <a:lnTo>
                      <a:pt x="65" y="54"/>
                    </a:lnTo>
                    <a:lnTo>
                      <a:pt x="65" y="53"/>
                    </a:lnTo>
                    <a:lnTo>
                      <a:pt x="61" y="50"/>
                    </a:lnTo>
                    <a:lnTo>
                      <a:pt x="55" y="53"/>
                    </a:lnTo>
                    <a:lnTo>
                      <a:pt x="55" y="56"/>
                    </a:lnTo>
                    <a:lnTo>
                      <a:pt x="55" y="57"/>
                    </a:lnTo>
                    <a:lnTo>
                      <a:pt x="55" y="57"/>
                    </a:lnTo>
                    <a:lnTo>
                      <a:pt x="53" y="57"/>
                    </a:lnTo>
                    <a:lnTo>
                      <a:pt x="50" y="57"/>
                    </a:lnTo>
                    <a:lnTo>
                      <a:pt x="47" y="57"/>
                    </a:lnTo>
                    <a:lnTo>
                      <a:pt x="43" y="57"/>
                    </a:lnTo>
                    <a:lnTo>
                      <a:pt x="40" y="59"/>
                    </a:lnTo>
                    <a:lnTo>
                      <a:pt x="37" y="59"/>
                    </a:lnTo>
                    <a:lnTo>
                      <a:pt x="36" y="59"/>
                    </a:lnTo>
                    <a:lnTo>
                      <a:pt x="36" y="57"/>
                    </a:lnTo>
                    <a:lnTo>
                      <a:pt x="34" y="54"/>
                    </a:lnTo>
                    <a:lnTo>
                      <a:pt x="25" y="47"/>
                    </a:lnTo>
                    <a:lnTo>
                      <a:pt x="25" y="47"/>
                    </a:lnTo>
                    <a:lnTo>
                      <a:pt x="27" y="38"/>
                    </a:lnTo>
                    <a:lnTo>
                      <a:pt x="25" y="34"/>
                    </a:lnTo>
                    <a:lnTo>
                      <a:pt x="16" y="32"/>
                    </a:lnTo>
                    <a:lnTo>
                      <a:pt x="4" y="28"/>
                    </a:lnTo>
                    <a:lnTo>
                      <a:pt x="4" y="26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6" y="8"/>
                    </a:lnTo>
                    <a:lnTo>
                      <a:pt x="9" y="4"/>
                    </a:lnTo>
                    <a:lnTo>
                      <a:pt x="18" y="0"/>
                    </a:lnTo>
                    <a:lnTo>
                      <a:pt x="39" y="1"/>
                    </a:lnTo>
                    <a:lnTo>
                      <a:pt x="46" y="3"/>
                    </a:lnTo>
                    <a:lnTo>
                      <a:pt x="53" y="0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80" name="MOLDOVIA">
                <a:extLst>
                  <a:ext uri="{FF2B5EF4-FFF2-40B4-BE49-F238E27FC236}">
                    <a16:creationId xmlns:a16="http://schemas.microsoft.com/office/drawing/2014/main" id="{389D3FD7-2BD1-2077-AC63-BF69A7C92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6648" y="3189264"/>
                <a:ext cx="92628" cy="121445"/>
              </a:xfrm>
              <a:custGeom>
                <a:avLst/>
                <a:gdLst>
                  <a:gd name="T0" fmla="*/ 11 w 45"/>
                  <a:gd name="T1" fmla="*/ 0 h 59"/>
                  <a:gd name="T2" fmla="*/ 22 w 45"/>
                  <a:gd name="T3" fmla="*/ 6 h 59"/>
                  <a:gd name="T4" fmla="*/ 27 w 45"/>
                  <a:gd name="T5" fmla="*/ 6 h 59"/>
                  <a:gd name="T6" fmla="*/ 34 w 45"/>
                  <a:gd name="T7" fmla="*/ 9 h 59"/>
                  <a:gd name="T8" fmla="*/ 34 w 45"/>
                  <a:gd name="T9" fmla="*/ 9 h 59"/>
                  <a:gd name="T10" fmla="*/ 34 w 45"/>
                  <a:gd name="T11" fmla="*/ 18 h 59"/>
                  <a:gd name="T12" fmla="*/ 39 w 45"/>
                  <a:gd name="T13" fmla="*/ 21 h 59"/>
                  <a:gd name="T14" fmla="*/ 42 w 45"/>
                  <a:gd name="T15" fmla="*/ 30 h 59"/>
                  <a:gd name="T16" fmla="*/ 45 w 45"/>
                  <a:gd name="T17" fmla="*/ 33 h 59"/>
                  <a:gd name="T18" fmla="*/ 45 w 45"/>
                  <a:gd name="T19" fmla="*/ 33 h 59"/>
                  <a:gd name="T20" fmla="*/ 45 w 45"/>
                  <a:gd name="T21" fmla="*/ 40 h 59"/>
                  <a:gd name="T22" fmla="*/ 45 w 45"/>
                  <a:gd name="T23" fmla="*/ 40 h 59"/>
                  <a:gd name="T24" fmla="*/ 34 w 45"/>
                  <a:gd name="T25" fmla="*/ 40 h 59"/>
                  <a:gd name="T26" fmla="*/ 31 w 45"/>
                  <a:gd name="T27" fmla="*/ 48 h 59"/>
                  <a:gd name="T28" fmla="*/ 27 w 45"/>
                  <a:gd name="T29" fmla="*/ 53 h 59"/>
                  <a:gd name="T30" fmla="*/ 25 w 45"/>
                  <a:gd name="T31" fmla="*/ 56 h 59"/>
                  <a:gd name="T32" fmla="*/ 25 w 45"/>
                  <a:gd name="T33" fmla="*/ 58 h 59"/>
                  <a:gd name="T34" fmla="*/ 19 w 45"/>
                  <a:gd name="T35" fmla="*/ 59 h 59"/>
                  <a:gd name="T36" fmla="*/ 19 w 45"/>
                  <a:gd name="T37" fmla="*/ 59 h 59"/>
                  <a:gd name="T38" fmla="*/ 19 w 45"/>
                  <a:gd name="T39" fmla="*/ 59 h 59"/>
                  <a:gd name="T40" fmla="*/ 19 w 45"/>
                  <a:gd name="T41" fmla="*/ 58 h 59"/>
                  <a:gd name="T42" fmla="*/ 16 w 45"/>
                  <a:gd name="T43" fmla="*/ 33 h 59"/>
                  <a:gd name="T44" fmla="*/ 8 w 45"/>
                  <a:gd name="T45" fmla="*/ 13 h 59"/>
                  <a:gd name="T46" fmla="*/ 0 w 45"/>
                  <a:gd name="T47" fmla="*/ 6 h 59"/>
                  <a:gd name="T48" fmla="*/ 0 w 45"/>
                  <a:gd name="T49" fmla="*/ 5 h 59"/>
                  <a:gd name="T50" fmla="*/ 3 w 45"/>
                  <a:gd name="T51" fmla="*/ 2 h 59"/>
                  <a:gd name="T52" fmla="*/ 5 w 45"/>
                  <a:gd name="T53" fmla="*/ 2 h 59"/>
                  <a:gd name="T54" fmla="*/ 11 w 45"/>
                  <a:gd name="T5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5" h="59">
                    <a:moveTo>
                      <a:pt x="11" y="0"/>
                    </a:moveTo>
                    <a:lnTo>
                      <a:pt x="22" y="6"/>
                    </a:lnTo>
                    <a:lnTo>
                      <a:pt x="27" y="6"/>
                    </a:lnTo>
                    <a:lnTo>
                      <a:pt x="34" y="9"/>
                    </a:lnTo>
                    <a:lnTo>
                      <a:pt x="34" y="9"/>
                    </a:lnTo>
                    <a:lnTo>
                      <a:pt x="34" y="18"/>
                    </a:lnTo>
                    <a:lnTo>
                      <a:pt x="39" y="21"/>
                    </a:lnTo>
                    <a:lnTo>
                      <a:pt x="42" y="30"/>
                    </a:lnTo>
                    <a:lnTo>
                      <a:pt x="45" y="33"/>
                    </a:lnTo>
                    <a:lnTo>
                      <a:pt x="45" y="33"/>
                    </a:lnTo>
                    <a:lnTo>
                      <a:pt x="45" y="40"/>
                    </a:lnTo>
                    <a:lnTo>
                      <a:pt x="45" y="40"/>
                    </a:lnTo>
                    <a:lnTo>
                      <a:pt x="34" y="40"/>
                    </a:lnTo>
                    <a:lnTo>
                      <a:pt x="31" y="48"/>
                    </a:lnTo>
                    <a:lnTo>
                      <a:pt x="27" y="53"/>
                    </a:lnTo>
                    <a:lnTo>
                      <a:pt x="25" y="56"/>
                    </a:lnTo>
                    <a:lnTo>
                      <a:pt x="25" y="58"/>
                    </a:lnTo>
                    <a:lnTo>
                      <a:pt x="19" y="59"/>
                    </a:lnTo>
                    <a:lnTo>
                      <a:pt x="19" y="59"/>
                    </a:lnTo>
                    <a:lnTo>
                      <a:pt x="19" y="59"/>
                    </a:lnTo>
                    <a:lnTo>
                      <a:pt x="19" y="58"/>
                    </a:lnTo>
                    <a:lnTo>
                      <a:pt x="16" y="33"/>
                    </a:lnTo>
                    <a:lnTo>
                      <a:pt x="8" y="13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81" name="ALBANIA">
                <a:extLst>
                  <a:ext uri="{FF2B5EF4-FFF2-40B4-BE49-F238E27FC236}">
                    <a16:creationId xmlns:a16="http://schemas.microsoft.com/office/drawing/2014/main" id="{14C4A9E0-35B0-4136-BA6D-BC5F122DE9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04927" y="3411570"/>
                <a:ext cx="51460" cy="111151"/>
              </a:xfrm>
              <a:custGeom>
                <a:avLst/>
                <a:gdLst>
                  <a:gd name="T0" fmla="*/ 6 w 25"/>
                  <a:gd name="T1" fmla="*/ 0 h 54"/>
                  <a:gd name="T2" fmla="*/ 6 w 25"/>
                  <a:gd name="T3" fmla="*/ 0 h 54"/>
                  <a:gd name="T4" fmla="*/ 9 w 25"/>
                  <a:gd name="T5" fmla="*/ 2 h 54"/>
                  <a:gd name="T6" fmla="*/ 12 w 25"/>
                  <a:gd name="T7" fmla="*/ 3 h 54"/>
                  <a:gd name="T8" fmla="*/ 20 w 25"/>
                  <a:gd name="T9" fmla="*/ 11 h 54"/>
                  <a:gd name="T10" fmla="*/ 20 w 25"/>
                  <a:gd name="T11" fmla="*/ 11 h 54"/>
                  <a:gd name="T12" fmla="*/ 18 w 25"/>
                  <a:gd name="T13" fmla="*/ 24 h 54"/>
                  <a:gd name="T14" fmla="*/ 24 w 25"/>
                  <a:gd name="T15" fmla="*/ 33 h 54"/>
                  <a:gd name="T16" fmla="*/ 25 w 25"/>
                  <a:gd name="T17" fmla="*/ 37 h 54"/>
                  <a:gd name="T18" fmla="*/ 25 w 25"/>
                  <a:gd name="T19" fmla="*/ 39 h 54"/>
                  <a:gd name="T20" fmla="*/ 14 w 25"/>
                  <a:gd name="T21" fmla="*/ 54 h 54"/>
                  <a:gd name="T22" fmla="*/ 14 w 25"/>
                  <a:gd name="T23" fmla="*/ 54 h 54"/>
                  <a:gd name="T24" fmla="*/ 14 w 25"/>
                  <a:gd name="T25" fmla="*/ 54 h 54"/>
                  <a:gd name="T26" fmla="*/ 12 w 25"/>
                  <a:gd name="T27" fmla="*/ 54 h 54"/>
                  <a:gd name="T28" fmla="*/ 0 w 25"/>
                  <a:gd name="T29" fmla="*/ 40 h 54"/>
                  <a:gd name="T30" fmla="*/ 0 w 25"/>
                  <a:gd name="T31" fmla="*/ 40 h 54"/>
                  <a:gd name="T32" fmla="*/ 2 w 25"/>
                  <a:gd name="T33" fmla="*/ 39 h 54"/>
                  <a:gd name="T34" fmla="*/ 2 w 25"/>
                  <a:gd name="T35" fmla="*/ 39 h 54"/>
                  <a:gd name="T36" fmla="*/ 2 w 25"/>
                  <a:gd name="T37" fmla="*/ 24 h 54"/>
                  <a:gd name="T38" fmla="*/ 5 w 25"/>
                  <a:gd name="T39" fmla="*/ 17 h 54"/>
                  <a:gd name="T40" fmla="*/ 0 w 25"/>
                  <a:gd name="T41" fmla="*/ 15 h 54"/>
                  <a:gd name="T42" fmla="*/ 0 w 25"/>
                  <a:gd name="T43" fmla="*/ 15 h 54"/>
                  <a:gd name="T44" fmla="*/ 3 w 25"/>
                  <a:gd name="T45" fmla="*/ 5 h 54"/>
                  <a:gd name="T46" fmla="*/ 6 w 25"/>
                  <a:gd name="T47" fmla="*/ 0 h 54"/>
                  <a:gd name="T48" fmla="*/ 6 w 25"/>
                  <a:gd name="T49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" h="54">
                    <a:moveTo>
                      <a:pt x="6" y="0"/>
                    </a:moveTo>
                    <a:lnTo>
                      <a:pt x="6" y="0"/>
                    </a:lnTo>
                    <a:lnTo>
                      <a:pt x="9" y="2"/>
                    </a:lnTo>
                    <a:lnTo>
                      <a:pt x="12" y="3"/>
                    </a:lnTo>
                    <a:lnTo>
                      <a:pt x="20" y="11"/>
                    </a:lnTo>
                    <a:lnTo>
                      <a:pt x="20" y="11"/>
                    </a:lnTo>
                    <a:lnTo>
                      <a:pt x="18" y="24"/>
                    </a:lnTo>
                    <a:lnTo>
                      <a:pt x="24" y="33"/>
                    </a:lnTo>
                    <a:lnTo>
                      <a:pt x="25" y="37"/>
                    </a:lnTo>
                    <a:lnTo>
                      <a:pt x="25" y="39"/>
                    </a:lnTo>
                    <a:lnTo>
                      <a:pt x="14" y="54"/>
                    </a:lnTo>
                    <a:lnTo>
                      <a:pt x="14" y="54"/>
                    </a:lnTo>
                    <a:lnTo>
                      <a:pt x="14" y="54"/>
                    </a:lnTo>
                    <a:lnTo>
                      <a:pt x="12" y="54"/>
                    </a:lnTo>
                    <a:lnTo>
                      <a:pt x="0" y="40"/>
                    </a:lnTo>
                    <a:lnTo>
                      <a:pt x="0" y="40"/>
                    </a:lnTo>
                    <a:lnTo>
                      <a:pt x="2" y="39"/>
                    </a:lnTo>
                    <a:lnTo>
                      <a:pt x="2" y="39"/>
                    </a:lnTo>
                    <a:lnTo>
                      <a:pt x="2" y="24"/>
                    </a:lnTo>
                    <a:lnTo>
                      <a:pt x="5" y="17"/>
                    </a:lnTo>
                    <a:lnTo>
                      <a:pt x="0" y="15"/>
                    </a:lnTo>
                    <a:lnTo>
                      <a:pt x="0" y="15"/>
                    </a:lnTo>
                    <a:lnTo>
                      <a:pt x="3" y="5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82" name="CZECH REPUBLIC">
                <a:extLst>
                  <a:ext uri="{FF2B5EF4-FFF2-40B4-BE49-F238E27FC236}">
                    <a16:creationId xmlns:a16="http://schemas.microsoft.com/office/drawing/2014/main" id="{6E203C97-13C7-29CF-4DDE-9C87C37A3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09378" y="3080169"/>
                <a:ext cx="189371" cy="102919"/>
              </a:xfrm>
              <a:custGeom>
                <a:avLst/>
                <a:gdLst>
                  <a:gd name="T0" fmla="*/ 30 w 92"/>
                  <a:gd name="T1" fmla="*/ 0 h 50"/>
                  <a:gd name="T2" fmla="*/ 36 w 92"/>
                  <a:gd name="T3" fmla="*/ 6 h 50"/>
                  <a:gd name="T4" fmla="*/ 42 w 92"/>
                  <a:gd name="T5" fmla="*/ 3 h 50"/>
                  <a:gd name="T6" fmla="*/ 52 w 92"/>
                  <a:gd name="T7" fmla="*/ 9 h 50"/>
                  <a:gd name="T8" fmla="*/ 63 w 92"/>
                  <a:gd name="T9" fmla="*/ 19 h 50"/>
                  <a:gd name="T10" fmla="*/ 66 w 92"/>
                  <a:gd name="T11" fmla="*/ 16 h 50"/>
                  <a:gd name="T12" fmla="*/ 75 w 92"/>
                  <a:gd name="T13" fmla="*/ 17 h 50"/>
                  <a:gd name="T14" fmla="*/ 76 w 92"/>
                  <a:gd name="T15" fmla="*/ 22 h 50"/>
                  <a:gd name="T16" fmla="*/ 86 w 92"/>
                  <a:gd name="T17" fmla="*/ 31 h 50"/>
                  <a:gd name="T18" fmla="*/ 92 w 92"/>
                  <a:gd name="T19" fmla="*/ 35 h 50"/>
                  <a:gd name="T20" fmla="*/ 86 w 92"/>
                  <a:gd name="T21" fmla="*/ 38 h 50"/>
                  <a:gd name="T22" fmla="*/ 83 w 92"/>
                  <a:gd name="T23" fmla="*/ 46 h 50"/>
                  <a:gd name="T24" fmla="*/ 63 w 92"/>
                  <a:gd name="T25" fmla="*/ 49 h 50"/>
                  <a:gd name="T26" fmla="*/ 42 w 92"/>
                  <a:gd name="T27" fmla="*/ 43 h 50"/>
                  <a:gd name="T28" fmla="*/ 35 w 92"/>
                  <a:gd name="T29" fmla="*/ 50 h 50"/>
                  <a:gd name="T30" fmla="*/ 24 w 92"/>
                  <a:gd name="T31" fmla="*/ 49 h 50"/>
                  <a:gd name="T32" fmla="*/ 8 w 92"/>
                  <a:gd name="T33" fmla="*/ 34 h 50"/>
                  <a:gd name="T34" fmla="*/ 0 w 92"/>
                  <a:gd name="T35" fmla="*/ 17 h 50"/>
                  <a:gd name="T36" fmla="*/ 5 w 92"/>
                  <a:gd name="T37" fmla="*/ 20 h 50"/>
                  <a:gd name="T38" fmla="*/ 29 w 92"/>
                  <a:gd name="T39" fmla="*/ 6 h 50"/>
                  <a:gd name="T40" fmla="*/ 30 w 92"/>
                  <a:gd name="T41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2" h="50">
                    <a:moveTo>
                      <a:pt x="30" y="0"/>
                    </a:moveTo>
                    <a:lnTo>
                      <a:pt x="36" y="6"/>
                    </a:lnTo>
                    <a:lnTo>
                      <a:pt x="42" y="3"/>
                    </a:lnTo>
                    <a:lnTo>
                      <a:pt x="52" y="9"/>
                    </a:lnTo>
                    <a:lnTo>
                      <a:pt x="63" y="19"/>
                    </a:lnTo>
                    <a:lnTo>
                      <a:pt x="66" y="16"/>
                    </a:lnTo>
                    <a:lnTo>
                      <a:pt x="75" y="17"/>
                    </a:lnTo>
                    <a:lnTo>
                      <a:pt x="76" y="22"/>
                    </a:lnTo>
                    <a:lnTo>
                      <a:pt x="86" y="31"/>
                    </a:lnTo>
                    <a:lnTo>
                      <a:pt x="92" y="35"/>
                    </a:lnTo>
                    <a:lnTo>
                      <a:pt x="86" y="38"/>
                    </a:lnTo>
                    <a:lnTo>
                      <a:pt x="83" y="46"/>
                    </a:lnTo>
                    <a:lnTo>
                      <a:pt x="63" y="49"/>
                    </a:lnTo>
                    <a:lnTo>
                      <a:pt x="42" y="43"/>
                    </a:lnTo>
                    <a:lnTo>
                      <a:pt x="35" y="50"/>
                    </a:lnTo>
                    <a:lnTo>
                      <a:pt x="24" y="49"/>
                    </a:lnTo>
                    <a:lnTo>
                      <a:pt x="8" y="34"/>
                    </a:lnTo>
                    <a:lnTo>
                      <a:pt x="0" y="17"/>
                    </a:lnTo>
                    <a:lnTo>
                      <a:pt x="5" y="20"/>
                    </a:lnTo>
                    <a:lnTo>
                      <a:pt x="29" y="6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83" name="SLOVAKIA">
                <a:extLst>
                  <a:ext uri="{FF2B5EF4-FFF2-40B4-BE49-F238E27FC236}">
                    <a16:creationId xmlns:a16="http://schemas.microsoft.com/office/drawing/2014/main" id="{49A3E705-9FEC-3093-EA5E-50B1EF2D3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9058" y="3146036"/>
                <a:ext cx="152321" cy="74102"/>
              </a:xfrm>
              <a:custGeom>
                <a:avLst/>
                <a:gdLst>
                  <a:gd name="T0" fmla="*/ 35 w 74"/>
                  <a:gd name="T1" fmla="*/ 0 h 36"/>
                  <a:gd name="T2" fmla="*/ 41 w 74"/>
                  <a:gd name="T3" fmla="*/ 6 h 36"/>
                  <a:gd name="T4" fmla="*/ 60 w 74"/>
                  <a:gd name="T5" fmla="*/ 3 h 36"/>
                  <a:gd name="T6" fmla="*/ 74 w 74"/>
                  <a:gd name="T7" fmla="*/ 9 h 36"/>
                  <a:gd name="T8" fmla="*/ 71 w 74"/>
                  <a:gd name="T9" fmla="*/ 23 h 36"/>
                  <a:gd name="T10" fmla="*/ 52 w 74"/>
                  <a:gd name="T11" fmla="*/ 21 h 36"/>
                  <a:gd name="T12" fmla="*/ 41 w 74"/>
                  <a:gd name="T13" fmla="*/ 28 h 36"/>
                  <a:gd name="T14" fmla="*/ 26 w 74"/>
                  <a:gd name="T15" fmla="*/ 30 h 36"/>
                  <a:gd name="T16" fmla="*/ 22 w 74"/>
                  <a:gd name="T17" fmla="*/ 36 h 36"/>
                  <a:gd name="T18" fmla="*/ 13 w 74"/>
                  <a:gd name="T19" fmla="*/ 36 h 36"/>
                  <a:gd name="T20" fmla="*/ 4 w 74"/>
                  <a:gd name="T21" fmla="*/ 30 h 36"/>
                  <a:gd name="T22" fmla="*/ 0 w 74"/>
                  <a:gd name="T23" fmla="*/ 17 h 36"/>
                  <a:gd name="T24" fmla="*/ 20 w 74"/>
                  <a:gd name="T25" fmla="*/ 14 h 36"/>
                  <a:gd name="T26" fmla="*/ 23 w 74"/>
                  <a:gd name="T27" fmla="*/ 6 h 36"/>
                  <a:gd name="T28" fmla="*/ 29 w 74"/>
                  <a:gd name="T29" fmla="*/ 3 h 36"/>
                  <a:gd name="T30" fmla="*/ 35 w 74"/>
                  <a:gd name="T3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4" h="36">
                    <a:moveTo>
                      <a:pt x="35" y="0"/>
                    </a:moveTo>
                    <a:lnTo>
                      <a:pt x="41" y="6"/>
                    </a:lnTo>
                    <a:lnTo>
                      <a:pt x="60" y="3"/>
                    </a:lnTo>
                    <a:lnTo>
                      <a:pt x="74" y="9"/>
                    </a:lnTo>
                    <a:lnTo>
                      <a:pt x="71" y="23"/>
                    </a:lnTo>
                    <a:lnTo>
                      <a:pt x="52" y="21"/>
                    </a:lnTo>
                    <a:lnTo>
                      <a:pt x="41" y="28"/>
                    </a:lnTo>
                    <a:lnTo>
                      <a:pt x="26" y="30"/>
                    </a:lnTo>
                    <a:lnTo>
                      <a:pt x="22" y="36"/>
                    </a:lnTo>
                    <a:lnTo>
                      <a:pt x="13" y="36"/>
                    </a:lnTo>
                    <a:lnTo>
                      <a:pt x="4" y="30"/>
                    </a:lnTo>
                    <a:lnTo>
                      <a:pt x="0" y="17"/>
                    </a:lnTo>
                    <a:lnTo>
                      <a:pt x="20" y="14"/>
                    </a:lnTo>
                    <a:lnTo>
                      <a:pt x="23" y="6"/>
                    </a:lnTo>
                    <a:lnTo>
                      <a:pt x="29" y="3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grpSp>
            <p:nvGrpSpPr>
              <p:cNvPr id="1084" name="GREECE">
                <a:extLst>
                  <a:ext uri="{FF2B5EF4-FFF2-40B4-BE49-F238E27FC236}">
                    <a16:creationId xmlns:a16="http://schemas.microsoft.com/office/drawing/2014/main" id="{1E7EE61F-FE6A-C48E-1059-29C232641DE1}"/>
                  </a:ext>
                </a:extLst>
              </p:cNvPr>
              <p:cNvGrpSpPr/>
              <p:nvPr userDrawn="1"/>
            </p:nvGrpSpPr>
            <p:grpSpPr>
              <a:xfrm>
                <a:off x="6317278" y="3446563"/>
                <a:ext cx="234657" cy="236715"/>
                <a:chOff x="6317278" y="3446563"/>
                <a:chExt cx="234657" cy="236715"/>
              </a:xfrm>
            </p:grpSpPr>
            <p:sp>
              <p:nvSpPr>
                <p:cNvPr id="1089" name="Freeform 867">
                  <a:extLst>
                    <a:ext uri="{FF2B5EF4-FFF2-40B4-BE49-F238E27FC236}">
                      <a16:creationId xmlns:a16="http://schemas.microsoft.com/office/drawing/2014/main" id="{B3B27438-CB4D-9ADC-7B0B-9EF1F3F9F6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7278" y="3518606"/>
                  <a:ext cx="12349" cy="12349"/>
                </a:xfrm>
                <a:custGeom>
                  <a:avLst/>
                  <a:gdLst>
                    <a:gd name="T0" fmla="*/ 0 w 6"/>
                    <a:gd name="T1" fmla="*/ 0 h 6"/>
                    <a:gd name="T2" fmla="*/ 3 w 6"/>
                    <a:gd name="T3" fmla="*/ 0 h 6"/>
                    <a:gd name="T4" fmla="*/ 3 w 6"/>
                    <a:gd name="T5" fmla="*/ 0 h 6"/>
                    <a:gd name="T6" fmla="*/ 6 w 6"/>
                    <a:gd name="T7" fmla="*/ 6 h 6"/>
                    <a:gd name="T8" fmla="*/ 6 w 6"/>
                    <a:gd name="T9" fmla="*/ 6 h 6"/>
                    <a:gd name="T10" fmla="*/ 6 w 6"/>
                    <a:gd name="T11" fmla="*/ 6 h 6"/>
                    <a:gd name="T12" fmla="*/ 5 w 6"/>
                    <a:gd name="T13" fmla="*/ 6 h 6"/>
                    <a:gd name="T14" fmla="*/ 0 w 6"/>
                    <a:gd name="T15" fmla="*/ 2 h 6"/>
                    <a:gd name="T16" fmla="*/ 0 w 6"/>
                    <a:gd name="T17" fmla="*/ 0 h 6"/>
                    <a:gd name="T18" fmla="*/ 0 w 6"/>
                    <a:gd name="T1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" h="6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6" y="6"/>
                      </a:lnTo>
                      <a:lnTo>
                        <a:pt x="6" y="6"/>
                      </a:lnTo>
                      <a:lnTo>
                        <a:pt x="6" y="6"/>
                      </a:lnTo>
                      <a:lnTo>
                        <a:pt x="5" y="6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grpSp>
              <p:nvGrpSpPr>
                <p:cNvPr id="1090" name="GREECE">
                  <a:extLst>
                    <a:ext uri="{FF2B5EF4-FFF2-40B4-BE49-F238E27FC236}">
                      <a16:creationId xmlns:a16="http://schemas.microsoft.com/office/drawing/2014/main" id="{DB586271-4AE2-1431-6F20-08FDFEE7294C}"/>
                    </a:ext>
                  </a:extLst>
                </p:cNvPr>
                <p:cNvGrpSpPr/>
                <p:nvPr userDrawn="1"/>
              </p:nvGrpSpPr>
              <p:grpSpPr>
                <a:xfrm>
                  <a:off x="6329628" y="3446563"/>
                  <a:ext cx="222307" cy="236715"/>
                  <a:chOff x="6329628" y="3446563"/>
                  <a:chExt cx="222307" cy="236715"/>
                </a:xfrm>
              </p:grpSpPr>
              <p:sp>
                <p:nvSpPr>
                  <p:cNvPr id="1091" name="Freeform 883">
                    <a:extLst>
                      <a:ext uri="{FF2B5EF4-FFF2-40B4-BE49-F238E27FC236}">
                        <a16:creationId xmlns:a16="http://schemas.microsoft.com/office/drawing/2014/main" id="{779B9F9E-1504-EF8D-DDD8-0B7D843E2E9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461365" y="3510371"/>
                    <a:ext cx="12349" cy="6176"/>
                  </a:xfrm>
                  <a:custGeom>
                    <a:avLst/>
                    <a:gdLst>
                      <a:gd name="T0" fmla="*/ 1 w 6"/>
                      <a:gd name="T1" fmla="*/ 0 h 3"/>
                      <a:gd name="T2" fmla="*/ 4 w 6"/>
                      <a:gd name="T3" fmla="*/ 0 h 3"/>
                      <a:gd name="T4" fmla="*/ 4 w 6"/>
                      <a:gd name="T5" fmla="*/ 0 h 3"/>
                      <a:gd name="T6" fmla="*/ 6 w 6"/>
                      <a:gd name="T7" fmla="*/ 0 h 3"/>
                      <a:gd name="T8" fmla="*/ 6 w 6"/>
                      <a:gd name="T9" fmla="*/ 1 h 3"/>
                      <a:gd name="T10" fmla="*/ 4 w 6"/>
                      <a:gd name="T11" fmla="*/ 1 h 3"/>
                      <a:gd name="T12" fmla="*/ 0 w 6"/>
                      <a:gd name="T13" fmla="*/ 3 h 3"/>
                      <a:gd name="T14" fmla="*/ 0 w 6"/>
                      <a:gd name="T15" fmla="*/ 3 h 3"/>
                      <a:gd name="T16" fmla="*/ 0 w 6"/>
                      <a:gd name="T17" fmla="*/ 3 h 3"/>
                      <a:gd name="T18" fmla="*/ 0 w 6"/>
                      <a:gd name="T19" fmla="*/ 3 h 3"/>
                      <a:gd name="T20" fmla="*/ 0 w 6"/>
                      <a:gd name="T21" fmla="*/ 0 h 3"/>
                      <a:gd name="T22" fmla="*/ 1 w 6"/>
                      <a:gd name="T2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6" h="3">
                        <a:moveTo>
                          <a:pt x="1" y="0"/>
                        </a:moveTo>
                        <a:lnTo>
                          <a:pt x="4" y="0"/>
                        </a:lnTo>
                        <a:lnTo>
                          <a:pt x="4" y="0"/>
                        </a:lnTo>
                        <a:lnTo>
                          <a:pt x="6" y="0"/>
                        </a:lnTo>
                        <a:lnTo>
                          <a:pt x="6" y="1"/>
                        </a:lnTo>
                        <a:lnTo>
                          <a:pt x="4" y="1"/>
                        </a:lnTo>
                        <a:lnTo>
                          <a:pt x="0" y="3"/>
                        </a:lnTo>
                        <a:lnTo>
                          <a:pt x="0" y="3"/>
                        </a:lnTo>
                        <a:lnTo>
                          <a:pt x="0" y="3"/>
                        </a:lnTo>
                        <a:lnTo>
                          <a:pt x="0" y="3"/>
                        </a:lnTo>
                        <a:lnTo>
                          <a:pt x="0" y="0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grpSp>
                <p:nvGrpSpPr>
                  <p:cNvPr id="1092" name="GREECE">
                    <a:extLst>
                      <a:ext uri="{FF2B5EF4-FFF2-40B4-BE49-F238E27FC236}">
                        <a16:creationId xmlns:a16="http://schemas.microsoft.com/office/drawing/2014/main" id="{EA3023B3-4630-472A-4AE3-981ED7904953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6329628" y="3446563"/>
                    <a:ext cx="222307" cy="236715"/>
                    <a:chOff x="12566331" y="5317182"/>
                    <a:chExt cx="373101" cy="397282"/>
                  </a:xfrm>
                </p:grpSpPr>
                <p:sp>
                  <p:nvSpPr>
                    <p:cNvPr id="1093" name="Freeform 865">
                      <a:extLst>
                        <a:ext uri="{FF2B5EF4-FFF2-40B4-BE49-F238E27FC236}">
                          <a16:creationId xmlns:a16="http://schemas.microsoft.com/office/drawing/2014/main" id="{ACE14DBC-B19E-898B-D025-98FAB38995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2566331" y="5317182"/>
                      <a:ext cx="293643" cy="245277"/>
                    </a:xfrm>
                    <a:custGeom>
                      <a:avLst/>
                      <a:gdLst>
                        <a:gd name="T0" fmla="*/ 82 w 85"/>
                        <a:gd name="T1" fmla="*/ 0 h 71"/>
                        <a:gd name="T2" fmla="*/ 85 w 85"/>
                        <a:gd name="T3" fmla="*/ 4 h 71"/>
                        <a:gd name="T4" fmla="*/ 79 w 85"/>
                        <a:gd name="T5" fmla="*/ 17 h 71"/>
                        <a:gd name="T6" fmla="*/ 77 w 85"/>
                        <a:gd name="T7" fmla="*/ 19 h 71"/>
                        <a:gd name="T8" fmla="*/ 56 w 85"/>
                        <a:gd name="T9" fmla="*/ 14 h 71"/>
                        <a:gd name="T10" fmla="*/ 55 w 85"/>
                        <a:gd name="T11" fmla="*/ 26 h 71"/>
                        <a:gd name="T12" fmla="*/ 55 w 85"/>
                        <a:gd name="T13" fmla="*/ 28 h 71"/>
                        <a:gd name="T14" fmla="*/ 49 w 85"/>
                        <a:gd name="T15" fmla="*/ 26 h 71"/>
                        <a:gd name="T16" fmla="*/ 51 w 85"/>
                        <a:gd name="T17" fmla="*/ 31 h 71"/>
                        <a:gd name="T18" fmla="*/ 51 w 85"/>
                        <a:gd name="T19" fmla="*/ 32 h 71"/>
                        <a:gd name="T20" fmla="*/ 46 w 85"/>
                        <a:gd name="T21" fmla="*/ 31 h 71"/>
                        <a:gd name="T22" fmla="*/ 45 w 85"/>
                        <a:gd name="T23" fmla="*/ 32 h 71"/>
                        <a:gd name="T24" fmla="*/ 36 w 85"/>
                        <a:gd name="T25" fmla="*/ 23 h 71"/>
                        <a:gd name="T26" fmla="*/ 36 w 85"/>
                        <a:gd name="T27" fmla="*/ 22 h 71"/>
                        <a:gd name="T28" fmla="*/ 34 w 85"/>
                        <a:gd name="T29" fmla="*/ 31 h 71"/>
                        <a:gd name="T30" fmla="*/ 42 w 85"/>
                        <a:gd name="T31" fmla="*/ 44 h 71"/>
                        <a:gd name="T32" fmla="*/ 40 w 85"/>
                        <a:gd name="T33" fmla="*/ 44 h 71"/>
                        <a:gd name="T34" fmla="*/ 39 w 85"/>
                        <a:gd name="T35" fmla="*/ 47 h 71"/>
                        <a:gd name="T36" fmla="*/ 34 w 85"/>
                        <a:gd name="T37" fmla="*/ 49 h 71"/>
                        <a:gd name="T38" fmla="*/ 52 w 85"/>
                        <a:gd name="T39" fmla="*/ 60 h 71"/>
                        <a:gd name="T40" fmla="*/ 52 w 85"/>
                        <a:gd name="T41" fmla="*/ 69 h 71"/>
                        <a:gd name="T42" fmla="*/ 51 w 85"/>
                        <a:gd name="T43" fmla="*/ 69 h 71"/>
                        <a:gd name="T44" fmla="*/ 37 w 85"/>
                        <a:gd name="T45" fmla="*/ 63 h 71"/>
                        <a:gd name="T46" fmla="*/ 37 w 85"/>
                        <a:gd name="T47" fmla="*/ 63 h 71"/>
                        <a:gd name="T48" fmla="*/ 33 w 85"/>
                        <a:gd name="T49" fmla="*/ 57 h 71"/>
                        <a:gd name="T50" fmla="*/ 30 w 85"/>
                        <a:gd name="T51" fmla="*/ 59 h 71"/>
                        <a:gd name="T52" fmla="*/ 21 w 85"/>
                        <a:gd name="T53" fmla="*/ 59 h 71"/>
                        <a:gd name="T54" fmla="*/ 15 w 85"/>
                        <a:gd name="T55" fmla="*/ 59 h 71"/>
                        <a:gd name="T56" fmla="*/ 13 w 85"/>
                        <a:gd name="T57" fmla="*/ 59 h 71"/>
                        <a:gd name="T58" fmla="*/ 8 w 85"/>
                        <a:gd name="T59" fmla="*/ 49 h 71"/>
                        <a:gd name="T60" fmla="*/ 12 w 85"/>
                        <a:gd name="T61" fmla="*/ 49 h 71"/>
                        <a:gd name="T62" fmla="*/ 8 w 85"/>
                        <a:gd name="T63" fmla="*/ 47 h 71"/>
                        <a:gd name="T64" fmla="*/ 0 w 85"/>
                        <a:gd name="T65" fmla="*/ 35 h 71"/>
                        <a:gd name="T66" fmla="*/ 11 w 85"/>
                        <a:gd name="T67" fmla="*/ 16 h 71"/>
                        <a:gd name="T68" fmla="*/ 37 w 85"/>
                        <a:gd name="T69" fmla="*/ 7 h 71"/>
                        <a:gd name="T70" fmla="*/ 71 w 85"/>
                        <a:gd name="T71" fmla="*/ 8 h 71"/>
                        <a:gd name="T72" fmla="*/ 79 w 85"/>
                        <a:gd name="T73" fmla="*/ 4 h 71"/>
                        <a:gd name="T74" fmla="*/ 79 w 85"/>
                        <a:gd name="T75" fmla="*/ 0 h 7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85" h="71">
                          <a:moveTo>
                            <a:pt x="79" y="0"/>
                          </a:moveTo>
                          <a:lnTo>
                            <a:pt x="82" y="0"/>
                          </a:lnTo>
                          <a:lnTo>
                            <a:pt x="82" y="0"/>
                          </a:lnTo>
                          <a:lnTo>
                            <a:pt x="85" y="4"/>
                          </a:lnTo>
                          <a:lnTo>
                            <a:pt x="85" y="6"/>
                          </a:lnTo>
                          <a:lnTo>
                            <a:pt x="79" y="17"/>
                          </a:lnTo>
                          <a:lnTo>
                            <a:pt x="79" y="19"/>
                          </a:lnTo>
                          <a:lnTo>
                            <a:pt x="77" y="19"/>
                          </a:lnTo>
                          <a:lnTo>
                            <a:pt x="64" y="14"/>
                          </a:lnTo>
                          <a:lnTo>
                            <a:pt x="56" y="14"/>
                          </a:lnTo>
                          <a:lnTo>
                            <a:pt x="48" y="20"/>
                          </a:lnTo>
                          <a:lnTo>
                            <a:pt x="55" y="26"/>
                          </a:lnTo>
                          <a:lnTo>
                            <a:pt x="55" y="28"/>
                          </a:lnTo>
                          <a:lnTo>
                            <a:pt x="55" y="28"/>
                          </a:lnTo>
                          <a:lnTo>
                            <a:pt x="55" y="28"/>
                          </a:lnTo>
                          <a:lnTo>
                            <a:pt x="49" y="26"/>
                          </a:lnTo>
                          <a:lnTo>
                            <a:pt x="52" y="31"/>
                          </a:lnTo>
                          <a:lnTo>
                            <a:pt x="51" y="31"/>
                          </a:lnTo>
                          <a:lnTo>
                            <a:pt x="51" y="32"/>
                          </a:lnTo>
                          <a:lnTo>
                            <a:pt x="51" y="32"/>
                          </a:lnTo>
                          <a:lnTo>
                            <a:pt x="45" y="28"/>
                          </a:lnTo>
                          <a:lnTo>
                            <a:pt x="46" y="31"/>
                          </a:lnTo>
                          <a:lnTo>
                            <a:pt x="45" y="32"/>
                          </a:lnTo>
                          <a:lnTo>
                            <a:pt x="45" y="32"/>
                          </a:lnTo>
                          <a:lnTo>
                            <a:pt x="45" y="32"/>
                          </a:lnTo>
                          <a:lnTo>
                            <a:pt x="36" y="23"/>
                          </a:lnTo>
                          <a:lnTo>
                            <a:pt x="34" y="23"/>
                          </a:lnTo>
                          <a:lnTo>
                            <a:pt x="36" y="22"/>
                          </a:lnTo>
                          <a:lnTo>
                            <a:pt x="34" y="22"/>
                          </a:lnTo>
                          <a:lnTo>
                            <a:pt x="34" y="31"/>
                          </a:lnTo>
                          <a:lnTo>
                            <a:pt x="42" y="43"/>
                          </a:lnTo>
                          <a:lnTo>
                            <a:pt x="42" y="44"/>
                          </a:lnTo>
                          <a:lnTo>
                            <a:pt x="40" y="44"/>
                          </a:lnTo>
                          <a:lnTo>
                            <a:pt x="40" y="44"/>
                          </a:lnTo>
                          <a:lnTo>
                            <a:pt x="37" y="43"/>
                          </a:lnTo>
                          <a:lnTo>
                            <a:pt x="39" y="47"/>
                          </a:lnTo>
                          <a:lnTo>
                            <a:pt x="37" y="49"/>
                          </a:lnTo>
                          <a:lnTo>
                            <a:pt x="34" y="49"/>
                          </a:lnTo>
                          <a:lnTo>
                            <a:pt x="51" y="60"/>
                          </a:lnTo>
                          <a:lnTo>
                            <a:pt x="52" y="60"/>
                          </a:lnTo>
                          <a:lnTo>
                            <a:pt x="52" y="69"/>
                          </a:lnTo>
                          <a:lnTo>
                            <a:pt x="52" y="69"/>
                          </a:lnTo>
                          <a:lnTo>
                            <a:pt x="52" y="71"/>
                          </a:lnTo>
                          <a:lnTo>
                            <a:pt x="51" y="69"/>
                          </a:lnTo>
                          <a:lnTo>
                            <a:pt x="46" y="65"/>
                          </a:lnTo>
                          <a:lnTo>
                            <a:pt x="37" y="63"/>
                          </a:lnTo>
                          <a:lnTo>
                            <a:pt x="36" y="63"/>
                          </a:lnTo>
                          <a:lnTo>
                            <a:pt x="37" y="63"/>
                          </a:lnTo>
                          <a:lnTo>
                            <a:pt x="39" y="60"/>
                          </a:lnTo>
                          <a:lnTo>
                            <a:pt x="33" y="57"/>
                          </a:lnTo>
                          <a:lnTo>
                            <a:pt x="33" y="57"/>
                          </a:lnTo>
                          <a:lnTo>
                            <a:pt x="30" y="59"/>
                          </a:lnTo>
                          <a:lnTo>
                            <a:pt x="25" y="59"/>
                          </a:lnTo>
                          <a:lnTo>
                            <a:pt x="21" y="59"/>
                          </a:lnTo>
                          <a:lnTo>
                            <a:pt x="18" y="59"/>
                          </a:lnTo>
                          <a:lnTo>
                            <a:pt x="15" y="59"/>
                          </a:lnTo>
                          <a:lnTo>
                            <a:pt x="13" y="59"/>
                          </a:lnTo>
                          <a:lnTo>
                            <a:pt x="13" y="59"/>
                          </a:lnTo>
                          <a:lnTo>
                            <a:pt x="8" y="50"/>
                          </a:lnTo>
                          <a:lnTo>
                            <a:pt x="8" y="49"/>
                          </a:lnTo>
                          <a:lnTo>
                            <a:pt x="9" y="49"/>
                          </a:lnTo>
                          <a:lnTo>
                            <a:pt x="12" y="49"/>
                          </a:lnTo>
                          <a:lnTo>
                            <a:pt x="12" y="49"/>
                          </a:lnTo>
                          <a:lnTo>
                            <a:pt x="8" y="47"/>
                          </a:lnTo>
                          <a:lnTo>
                            <a:pt x="0" y="37"/>
                          </a:lnTo>
                          <a:lnTo>
                            <a:pt x="0" y="35"/>
                          </a:lnTo>
                          <a:lnTo>
                            <a:pt x="12" y="20"/>
                          </a:lnTo>
                          <a:lnTo>
                            <a:pt x="11" y="16"/>
                          </a:lnTo>
                          <a:lnTo>
                            <a:pt x="12" y="14"/>
                          </a:lnTo>
                          <a:lnTo>
                            <a:pt x="37" y="7"/>
                          </a:lnTo>
                          <a:lnTo>
                            <a:pt x="56" y="3"/>
                          </a:lnTo>
                          <a:lnTo>
                            <a:pt x="71" y="8"/>
                          </a:lnTo>
                          <a:lnTo>
                            <a:pt x="74" y="7"/>
                          </a:lnTo>
                          <a:lnTo>
                            <a:pt x="79" y="4"/>
                          </a:lnTo>
                          <a:lnTo>
                            <a:pt x="79" y="0"/>
                          </a:lnTo>
                          <a:lnTo>
                            <a:pt x="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 w="3175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115166" tIns="57583" rIns="115166" bIns="57583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1151687"/>
                      <a:endParaRPr lang="en-GB" sz="2267">
                        <a:solidFill>
                          <a:srgbClr val="455560"/>
                        </a:solidFill>
                        <a:latin typeface="Arial"/>
                      </a:endParaRPr>
                    </a:p>
                  </p:txBody>
                </p:sp>
                <p:sp>
                  <p:nvSpPr>
                    <p:cNvPr id="1094" name="Freeform 869">
                      <a:extLst>
                        <a:ext uri="{FF2B5EF4-FFF2-40B4-BE49-F238E27FC236}">
                          <a16:creationId xmlns:a16="http://schemas.microsoft.com/office/drawing/2014/main" id="{80EFE1F6-154C-86A5-F325-5990F96206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2576694" y="5510640"/>
                      <a:ext cx="20726" cy="24183"/>
                    </a:xfrm>
                    <a:custGeom>
                      <a:avLst/>
                      <a:gdLst>
                        <a:gd name="T0" fmla="*/ 5 w 6"/>
                        <a:gd name="T1" fmla="*/ 0 h 7"/>
                        <a:gd name="T2" fmla="*/ 5 w 6"/>
                        <a:gd name="T3" fmla="*/ 1 h 7"/>
                        <a:gd name="T4" fmla="*/ 5 w 6"/>
                        <a:gd name="T5" fmla="*/ 1 h 7"/>
                        <a:gd name="T6" fmla="*/ 6 w 6"/>
                        <a:gd name="T7" fmla="*/ 7 h 7"/>
                        <a:gd name="T8" fmla="*/ 6 w 6"/>
                        <a:gd name="T9" fmla="*/ 7 h 7"/>
                        <a:gd name="T10" fmla="*/ 6 w 6"/>
                        <a:gd name="T11" fmla="*/ 7 h 7"/>
                        <a:gd name="T12" fmla="*/ 5 w 6"/>
                        <a:gd name="T13" fmla="*/ 7 h 7"/>
                        <a:gd name="T14" fmla="*/ 0 w 6"/>
                        <a:gd name="T15" fmla="*/ 4 h 7"/>
                        <a:gd name="T16" fmla="*/ 0 w 6"/>
                        <a:gd name="T17" fmla="*/ 4 h 7"/>
                        <a:gd name="T18" fmla="*/ 0 w 6"/>
                        <a:gd name="T19" fmla="*/ 3 h 7"/>
                        <a:gd name="T20" fmla="*/ 3 w 6"/>
                        <a:gd name="T21" fmla="*/ 1 h 7"/>
                        <a:gd name="T22" fmla="*/ 5 w 6"/>
                        <a:gd name="T23" fmla="*/ 0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6" h="7">
                          <a:moveTo>
                            <a:pt x="5" y="0"/>
                          </a:moveTo>
                          <a:lnTo>
                            <a:pt x="5" y="1"/>
                          </a:lnTo>
                          <a:lnTo>
                            <a:pt x="5" y="1"/>
                          </a:lnTo>
                          <a:lnTo>
                            <a:pt x="6" y="7"/>
                          </a:lnTo>
                          <a:lnTo>
                            <a:pt x="6" y="7"/>
                          </a:lnTo>
                          <a:lnTo>
                            <a:pt x="6" y="7"/>
                          </a:lnTo>
                          <a:lnTo>
                            <a:pt x="5" y="7"/>
                          </a:lnTo>
                          <a:lnTo>
                            <a:pt x="0" y="4"/>
                          </a:lnTo>
                          <a:lnTo>
                            <a:pt x="0" y="4"/>
                          </a:lnTo>
                          <a:lnTo>
                            <a:pt x="0" y="3"/>
                          </a:lnTo>
                          <a:lnTo>
                            <a:pt x="3" y="1"/>
                          </a:lnTo>
                          <a:lnTo>
                            <a:pt x="5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 w="3175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115166" tIns="57583" rIns="115166" bIns="57583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1151687"/>
                      <a:endParaRPr lang="en-GB" sz="2267">
                        <a:solidFill>
                          <a:srgbClr val="455560"/>
                        </a:solidFill>
                        <a:latin typeface="Arial"/>
                      </a:endParaRPr>
                    </a:p>
                  </p:txBody>
                </p:sp>
                <p:sp>
                  <p:nvSpPr>
                    <p:cNvPr id="1095" name="Freeform 871">
                      <a:extLst>
                        <a:ext uri="{FF2B5EF4-FFF2-40B4-BE49-F238E27FC236}">
                          <a16:creationId xmlns:a16="http://schemas.microsoft.com/office/drawing/2014/main" id="{FC7F034B-21CD-9AC4-5F65-1964F48180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2611240" y="5521003"/>
                      <a:ext cx="110548" cy="107094"/>
                    </a:xfrm>
                    <a:custGeom>
                      <a:avLst/>
                      <a:gdLst>
                        <a:gd name="T0" fmla="*/ 12 w 32"/>
                        <a:gd name="T1" fmla="*/ 0 h 31"/>
                        <a:gd name="T2" fmla="*/ 27 w 32"/>
                        <a:gd name="T3" fmla="*/ 4 h 31"/>
                        <a:gd name="T4" fmla="*/ 27 w 32"/>
                        <a:gd name="T5" fmla="*/ 6 h 31"/>
                        <a:gd name="T6" fmla="*/ 32 w 32"/>
                        <a:gd name="T7" fmla="*/ 13 h 31"/>
                        <a:gd name="T8" fmla="*/ 32 w 32"/>
                        <a:gd name="T9" fmla="*/ 15 h 31"/>
                        <a:gd name="T10" fmla="*/ 27 w 32"/>
                        <a:gd name="T11" fmla="*/ 18 h 31"/>
                        <a:gd name="T12" fmla="*/ 27 w 32"/>
                        <a:gd name="T13" fmla="*/ 18 h 31"/>
                        <a:gd name="T14" fmla="*/ 26 w 32"/>
                        <a:gd name="T15" fmla="*/ 18 h 31"/>
                        <a:gd name="T16" fmla="*/ 23 w 32"/>
                        <a:gd name="T17" fmla="*/ 15 h 31"/>
                        <a:gd name="T18" fmla="*/ 27 w 32"/>
                        <a:gd name="T19" fmla="*/ 31 h 31"/>
                        <a:gd name="T20" fmla="*/ 27 w 32"/>
                        <a:gd name="T21" fmla="*/ 31 h 31"/>
                        <a:gd name="T22" fmla="*/ 27 w 32"/>
                        <a:gd name="T23" fmla="*/ 31 h 31"/>
                        <a:gd name="T24" fmla="*/ 26 w 32"/>
                        <a:gd name="T25" fmla="*/ 31 h 31"/>
                        <a:gd name="T26" fmla="*/ 21 w 32"/>
                        <a:gd name="T27" fmla="*/ 27 h 31"/>
                        <a:gd name="T28" fmla="*/ 17 w 32"/>
                        <a:gd name="T29" fmla="*/ 31 h 31"/>
                        <a:gd name="T30" fmla="*/ 15 w 32"/>
                        <a:gd name="T31" fmla="*/ 31 h 31"/>
                        <a:gd name="T32" fmla="*/ 15 w 32"/>
                        <a:gd name="T33" fmla="*/ 31 h 31"/>
                        <a:gd name="T34" fmla="*/ 15 w 32"/>
                        <a:gd name="T35" fmla="*/ 31 h 31"/>
                        <a:gd name="T36" fmla="*/ 12 w 32"/>
                        <a:gd name="T37" fmla="*/ 22 h 31"/>
                        <a:gd name="T38" fmla="*/ 9 w 32"/>
                        <a:gd name="T39" fmla="*/ 27 h 31"/>
                        <a:gd name="T40" fmla="*/ 9 w 32"/>
                        <a:gd name="T41" fmla="*/ 27 h 31"/>
                        <a:gd name="T42" fmla="*/ 9 w 32"/>
                        <a:gd name="T43" fmla="*/ 27 h 31"/>
                        <a:gd name="T44" fmla="*/ 9 w 32"/>
                        <a:gd name="T45" fmla="*/ 27 h 31"/>
                        <a:gd name="T46" fmla="*/ 6 w 32"/>
                        <a:gd name="T47" fmla="*/ 24 h 31"/>
                        <a:gd name="T48" fmla="*/ 6 w 32"/>
                        <a:gd name="T49" fmla="*/ 24 h 31"/>
                        <a:gd name="T50" fmla="*/ 6 w 32"/>
                        <a:gd name="T51" fmla="*/ 16 h 31"/>
                        <a:gd name="T52" fmla="*/ 0 w 32"/>
                        <a:gd name="T53" fmla="*/ 9 h 31"/>
                        <a:gd name="T54" fmla="*/ 0 w 32"/>
                        <a:gd name="T55" fmla="*/ 7 h 31"/>
                        <a:gd name="T56" fmla="*/ 3 w 32"/>
                        <a:gd name="T57" fmla="*/ 1 h 31"/>
                        <a:gd name="T58" fmla="*/ 3 w 32"/>
                        <a:gd name="T59" fmla="*/ 1 h 31"/>
                        <a:gd name="T60" fmla="*/ 12 w 32"/>
                        <a:gd name="T61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</a:cxnLst>
                      <a:rect l="0" t="0" r="r" b="b"/>
                      <a:pathLst>
                        <a:path w="32" h="31">
                          <a:moveTo>
                            <a:pt x="12" y="0"/>
                          </a:moveTo>
                          <a:lnTo>
                            <a:pt x="27" y="4"/>
                          </a:lnTo>
                          <a:lnTo>
                            <a:pt x="27" y="6"/>
                          </a:lnTo>
                          <a:lnTo>
                            <a:pt x="32" y="13"/>
                          </a:lnTo>
                          <a:lnTo>
                            <a:pt x="32" y="15"/>
                          </a:lnTo>
                          <a:lnTo>
                            <a:pt x="27" y="18"/>
                          </a:lnTo>
                          <a:lnTo>
                            <a:pt x="27" y="18"/>
                          </a:lnTo>
                          <a:lnTo>
                            <a:pt x="26" y="18"/>
                          </a:lnTo>
                          <a:lnTo>
                            <a:pt x="23" y="15"/>
                          </a:lnTo>
                          <a:lnTo>
                            <a:pt x="27" y="31"/>
                          </a:lnTo>
                          <a:lnTo>
                            <a:pt x="27" y="31"/>
                          </a:lnTo>
                          <a:lnTo>
                            <a:pt x="27" y="31"/>
                          </a:lnTo>
                          <a:lnTo>
                            <a:pt x="26" y="31"/>
                          </a:lnTo>
                          <a:lnTo>
                            <a:pt x="21" y="27"/>
                          </a:lnTo>
                          <a:lnTo>
                            <a:pt x="17" y="31"/>
                          </a:lnTo>
                          <a:lnTo>
                            <a:pt x="15" y="31"/>
                          </a:lnTo>
                          <a:lnTo>
                            <a:pt x="15" y="31"/>
                          </a:lnTo>
                          <a:lnTo>
                            <a:pt x="15" y="31"/>
                          </a:lnTo>
                          <a:lnTo>
                            <a:pt x="12" y="22"/>
                          </a:lnTo>
                          <a:lnTo>
                            <a:pt x="9" y="27"/>
                          </a:lnTo>
                          <a:lnTo>
                            <a:pt x="9" y="27"/>
                          </a:lnTo>
                          <a:lnTo>
                            <a:pt x="9" y="27"/>
                          </a:lnTo>
                          <a:lnTo>
                            <a:pt x="9" y="27"/>
                          </a:lnTo>
                          <a:lnTo>
                            <a:pt x="6" y="24"/>
                          </a:lnTo>
                          <a:lnTo>
                            <a:pt x="6" y="24"/>
                          </a:lnTo>
                          <a:lnTo>
                            <a:pt x="6" y="16"/>
                          </a:lnTo>
                          <a:lnTo>
                            <a:pt x="0" y="9"/>
                          </a:lnTo>
                          <a:lnTo>
                            <a:pt x="0" y="7"/>
                          </a:lnTo>
                          <a:lnTo>
                            <a:pt x="3" y="1"/>
                          </a:lnTo>
                          <a:lnTo>
                            <a:pt x="3" y="1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 w="3175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115166" tIns="57583" rIns="115166" bIns="57583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1151687"/>
                      <a:endParaRPr lang="en-GB" sz="2267">
                        <a:solidFill>
                          <a:srgbClr val="455560"/>
                        </a:solidFill>
                        <a:latin typeface="Arial"/>
                      </a:endParaRPr>
                    </a:p>
                  </p:txBody>
                </p:sp>
                <p:sp>
                  <p:nvSpPr>
                    <p:cNvPr id="1096" name="Freeform 874">
                      <a:extLst>
                        <a:ext uri="{FF2B5EF4-FFF2-40B4-BE49-F238E27FC236}">
                          <a16:creationId xmlns:a16="http://schemas.microsoft.com/office/drawing/2014/main" id="{AD4FBD3D-211F-1535-8F22-0FEBA7114BEB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2770150" y="5534822"/>
                      <a:ext cx="27637" cy="27637"/>
                    </a:xfrm>
                    <a:custGeom>
                      <a:avLst/>
                      <a:gdLst>
                        <a:gd name="T0" fmla="*/ 2 w 8"/>
                        <a:gd name="T1" fmla="*/ 2 h 8"/>
                        <a:gd name="T2" fmla="*/ 6 w 8"/>
                        <a:gd name="T3" fmla="*/ 6 h 8"/>
                        <a:gd name="T4" fmla="*/ 6 w 8"/>
                        <a:gd name="T5" fmla="*/ 3 h 8"/>
                        <a:gd name="T6" fmla="*/ 2 w 8"/>
                        <a:gd name="T7" fmla="*/ 2 h 8"/>
                        <a:gd name="T8" fmla="*/ 2 w 8"/>
                        <a:gd name="T9" fmla="*/ 0 h 8"/>
                        <a:gd name="T10" fmla="*/ 3 w 8"/>
                        <a:gd name="T11" fmla="*/ 0 h 8"/>
                        <a:gd name="T12" fmla="*/ 6 w 8"/>
                        <a:gd name="T13" fmla="*/ 2 h 8"/>
                        <a:gd name="T14" fmla="*/ 6 w 8"/>
                        <a:gd name="T15" fmla="*/ 2 h 8"/>
                        <a:gd name="T16" fmla="*/ 8 w 8"/>
                        <a:gd name="T17" fmla="*/ 3 h 8"/>
                        <a:gd name="T18" fmla="*/ 8 w 8"/>
                        <a:gd name="T19" fmla="*/ 6 h 8"/>
                        <a:gd name="T20" fmla="*/ 6 w 8"/>
                        <a:gd name="T21" fmla="*/ 8 h 8"/>
                        <a:gd name="T22" fmla="*/ 6 w 8"/>
                        <a:gd name="T23" fmla="*/ 8 h 8"/>
                        <a:gd name="T24" fmla="*/ 6 w 8"/>
                        <a:gd name="T25" fmla="*/ 8 h 8"/>
                        <a:gd name="T26" fmla="*/ 5 w 8"/>
                        <a:gd name="T27" fmla="*/ 8 h 8"/>
                        <a:gd name="T28" fmla="*/ 0 w 8"/>
                        <a:gd name="T29" fmla="*/ 2 h 8"/>
                        <a:gd name="T30" fmla="*/ 0 w 8"/>
                        <a:gd name="T31" fmla="*/ 2 h 8"/>
                        <a:gd name="T32" fmla="*/ 2 w 8"/>
                        <a:gd name="T33" fmla="*/ 0 h 8"/>
                        <a:gd name="T34" fmla="*/ 2 w 8"/>
                        <a:gd name="T35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8" h="8">
                          <a:moveTo>
                            <a:pt x="2" y="2"/>
                          </a:moveTo>
                          <a:lnTo>
                            <a:pt x="6" y="6"/>
                          </a:lnTo>
                          <a:lnTo>
                            <a:pt x="6" y="3"/>
                          </a:lnTo>
                          <a:lnTo>
                            <a:pt x="2" y="2"/>
                          </a:lnTo>
                          <a:close/>
                          <a:moveTo>
                            <a:pt x="2" y="0"/>
                          </a:moveTo>
                          <a:lnTo>
                            <a:pt x="3" y="0"/>
                          </a:lnTo>
                          <a:lnTo>
                            <a:pt x="6" y="2"/>
                          </a:lnTo>
                          <a:lnTo>
                            <a:pt x="6" y="2"/>
                          </a:lnTo>
                          <a:lnTo>
                            <a:pt x="8" y="3"/>
                          </a:lnTo>
                          <a:lnTo>
                            <a:pt x="8" y="6"/>
                          </a:lnTo>
                          <a:lnTo>
                            <a:pt x="6" y="8"/>
                          </a:lnTo>
                          <a:lnTo>
                            <a:pt x="6" y="8"/>
                          </a:lnTo>
                          <a:lnTo>
                            <a:pt x="6" y="8"/>
                          </a:lnTo>
                          <a:lnTo>
                            <a:pt x="5" y="8"/>
                          </a:lnTo>
                          <a:lnTo>
                            <a:pt x="0" y="2"/>
                          </a:lnTo>
                          <a:lnTo>
                            <a:pt x="0" y="2"/>
                          </a:lnTo>
                          <a:lnTo>
                            <a:pt x="2" y="0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 w="3175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115166" tIns="57583" rIns="115166" bIns="57583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1151687"/>
                      <a:endParaRPr lang="en-GB" sz="2267">
                        <a:solidFill>
                          <a:srgbClr val="455560"/>
                        </a:solidFill>
                        <a:latin typeface="Arial"/>
                      </a:endParaRPr>
                    </a:p>
                  </p:txBody>
                </p:sp>
                <p:sp>
                  <p:nvSpPr>
                    <p:cNvPr id="1097" name="CRETE">
                      <a:extLst>
                        <a:ext uri="{FF2B5EF4-FFF2-40B4-BE49-F238E27FC236}">
                          <a16:creationId xmlns:a16="http://schemas.microsoft.com/office/drawing/2014/main" id="{B12EC08B-B37D-6319-E7EA-8AE2F3F0A85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2721788" y="5669553"/>
                      <a:ext cx="127822" cy="44911"/>
                    </a:xfrm>
                    <a:custGeom>
                      <a:avLst/>
                      <a:gdLst>
                        <a:gd name="T0" fmla="*/ 3 w 37"/>
                        <a:gd name="T1" fmla="*/ 0 h 13"/>
                        <a:gd name="T2" fmla="*/ 9 w 37"/>
                        <a:gd name="T3" fmla="*/ 0 h 13"/>
                        <a:gd name="T4" fmla="*/ 9 w 37"/>
                        <a:gd name="T5" fmla="*/ 1 h 13"/>
                        <a:gd name="T6" fmla="*/ 11 w 37"/>
                        <a:gd name="T7" fmla="*/ 4 h 13"/>
                        <a:gd name="T8" fmla="*/ 20 w 37"/>
                        <a:gd name="T9" fmla="*/ 4 h 13"/>
                        <a:gd name="T10" fmla="*/ 32 w 37"/>
                        <a:gd name="T11" fmla="*/ 7 h 13"/>
                        <a:gd name="T12" fmla="*/ 35 w 37"/>
                        <a:gd name="T13" fmla="*/ 6 h 13"/>
                        <a:gd name="T14" fmla="*/ 35 w 37"/>
                        <a:gd name="T15" fmla="*/ 6 h 13"/>
                        <a:gd name="T16" fmla="*/ 37 w 37"/>
                        <a:gd name="T17" fmla="*/ 6 h 13"/>
                        <a:gd name="T18" fmla="*/ 37 w 37"/>
                        <a:gd name="T19" fmla="*/ 7 h 13"/>
                        <a:gd name="T20" fmla="*/ 35 w 37"/>
                        <a:gd name="T21" fmla="*/ 12 h 13"/>
                        <a:gd name="T22" fmla="*/ 34 w 37"/>
                        <a:gd name="T23" fmla="*/ 12 h 13"/>
                        <a:gd name="T24" fmla="*/ 34 w 37"/>
                        <a:gd name="T25" fmla="*/ 12 h 13"/>
                        <a:gd name="T26" fmla="*/ 31 w 37"/>
                        <a:gd name="T27" fmla="*/ 12 h 13"/>
                        <a:gd name="T28" fmla="*/ 28 w 37"/>
                        <a:gd name="T29" fmla="*/ 13 h 13"/>
                        <a:gd name="T30" fmla="*/ 23 w 37"/>
                        <a:gd name="T31" fmla="*/ 13 h 13"/>
                        <a:gd name="T32" fmla="*/ 20 w 37"/>
                        <a:gd name="T33" fmla="*/ 13 h 13"/>
                        <a:gd name="T34" fmla="*/ 17 w 37"/>
                        <a:gd name="T35" fmla="*/ 13 h 13"/>
                        <a:gd name="T36" fmla="*/ 16 w 37"/>
                        <a:gd name="T37" fmla="*/ 13 h 13"/>
                        <a:gd name="T38" fmla="*/ 16 w 37"/>
                        <a:gd name="T39" fmla="*/ 13 h 13"/>
                        <a:gd name="T40" fmla="*/ 11 w 37"/>
                        <a:gd name="T41" fmla="*/ 9 h 13"/>
                        <a:gd name="T42" fmla="*/ 0 w 37"/>
                        <a:gd name="T43" fmla="*/ 9 h 13"/>
                        <a:gd name="T44" fmla="*/ 0 w 37"/>
                        <a:gd name="T45" fmla="*/ 9 h 13"/>
                        <a:gd name="T46" fmla="*/ 0 w 37"/>
                        <a:gd name="T47" fmla="*/ 7 h 13"/>
                        <a:gd name="T48" fmla="*/ 3 w 37"/>
                        <a:gd name="T49" fmla="*/ 1 h 13"/>
                        <a:gd name="T50" fmla="*/ 3 w 37"/>
                        <a:gd name="T51" fmla="*/ 0 h 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</a:cxnLst>
                      <a:rect l="0" t="0" r="r" b="b"/>
                      <a:pathLst>
                        <a:path w="37" h="13">
                          <a:moveTo>
                            <a:pt x="3" y="0"/>
                          </a:moveTo>
                          <a:lnTo>
                            <a:pt x="9" y="0"/>
                          </a:lnTo>
                          <a:lnTo>
                            <a:pt x="9" y="1"/>
                          </a:lnTo>
                          <a:lnTo>
                            <a:pt x="11" y="4"/>
                          </a:lnTo>
                          <a:lnTo>
                            <a:pt x="20" y="4"/>
                          </a:lnTo>
                          <a:lnTo>
                            <a:pt x="32" y="7"/>
                          </a:lnTo>
                          <a:lnTo>
                            <a:pt x="35" y="6"/>
                          </a:lnTo>
                          <a:lnTo>
                            <a:pt x="35" y="6"/>
                          </a:lnTo>
                          <a:lnTo>
                            <a:pt x="37" y="6"/>
                          </a:lnTo>
                          <a:lnTo>
                            <a:pt x="37" y="7"/>
                          </a:lnTo>
                          <a:lnTo>
                            <a:pt x="35" y="12"/>
                          </a:lnTo>
                          <a:lnTo>
                            <a:pt x="34" y="12"/>
                          </a:lnTo>
                          <a:lnTo>
                            <a:pt x="34" y="12"/>
                          </a:lnTo>
                          <a:lnTo>
                            <a:pt x="31" y="12"/>
                          </a:lnTo>
                          <a:lnTo>
                            <a:pt x="28" y="13"/>
                          </a:lnTo>
                          <a:lnTo>
                            <a:pt x="23" y="13"/>
                          </a:lnTo>
                          <a:lnTo>
                            <a:pt x="20" y="13"/>
                          </a:lnTo>
                          <a:lnTo>
                            <a:pt x="17" y="13"/>
                          </a:lnTo>
                          <a:lnTo>
                            <a:pt x="16" y="13"/>
                          </a:lnTo>
                          <a:lnTo>
                            <a:pt x="16" y="13"/>
                          </a:lnTo>
                          <a:lnTo>
                            <a:pt x="11" y="9"/>
                          </a:lnTo>
                          <a:lnTo>
                            <a:pt x="0" y="9"/>
                          </a:lnTo>
                          <a:lnTo>
                            <a:pt x="0" y="9"/>
                          </a:lnTo>
                          <a:lnTo>
                            <a:pt x="0" y="7"/>
                          </a:lnTo>
                          <a:lnTo>
                            <a:pt x="3" y="1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 w="3175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115166" tIns="57583" rIns="115166" bIns="57583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1151687"/>
                      <a:endParaRPr lang="en-GB" sz="2267">
                        <a:solidFill>
                          <a:srgbClr val="455560"/>
                        </a:solidFill>
                        <a:latin typeface="Arial"/>
                      </a:endParaRPr>
                    </a:p>
                  </p:txBody>
                </p:sp>
                <p:sp>
                  <p:nvSpPr>
                    <p:cNvPr id="1098" name="Freeform 879">
                      <a:extLst>
                        <a:ext uri="{FF2B5EF4-FFF2-40B4-BE49-F238E27FC236}">
                          <a16:creationId xmlns:a16="http://schemas.microsoft.com/office/drawing/2014/main" id="{BE919385-DACC-2B98-938C-4629A6E778E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2821971" y="5500273"/>
                      <a:ext cx="20726" cy="24183"/>
                    </a:xfrm>
                    <a:custGeom>
                      <a:avLst/>
                      <a:gdLst>
                        <a:gd name="T0" fmla="*/ 2 w 6"/>
                        <a:gd name="T1" fmla="*/ 0 h 7"/>
                        <a:gd name="T2" fmla="*/ 2 w 6"/>
                        <a:gd name="T3" fmla="*/ 0 h 7"/>
                        <a:gd name="T4" fmla="*/ 6 w 6"/>
                        <a:gd name="T5" fmla="*/ 1 h 7"/>
                        <a:gd name="T6" fmla="*/ 6 w 6"/>
                        <a:gd name="T7" fmla="*/ 1 h 7"/>
                        <a:gd name="T8" fmla="*/ 6 w 6"/>
                        <a:gd name="T9" fmla="*/ 3 h 7"/>
                        <a:gd name="T10" fmla="*/ 3 w 6"/>
                        <a:gd name="T11" fmla="*/ 7 h 7"/>
                        <a:gd name="T12" fmla="*/ 3 w 6"/>
                        <a:gd name="T13" fmla="*/ 7 h 7"/>
                        <a:gd name="T14" fmla="*/ 3 w 6"/>
                        <a:gd name="T15" fmla="*/ 7 h 7"/>
                        <a:gd name="T16" fmla="*/ 2 w 6"/>
                        <a:gd name="T17" fmla="*/ 7 h 7"/>
                        <a:gd name="T18" fmla="*/ 0 w 6"/>
                        <a:gd name="T19" fmla="*/ 0 h 7"/>
                        <a:gd name="T20" fmla="*/ 0 w 6"/>
                        <a:gd name="T21" fmla="*/ 0 h 7"/>
                        <a:gd name="T22" fmla="*/ 2 w 6"/>
                        <a:gd name="T23" fmla="*/ 0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6" h="7">
                          <a:moveTo>
                            <a:pt x="2" y="0"/>
                          </a:moveTo>
                          <a:lnTo>
                            <a:pt x="2" y="0"/>
                          </a:lnTo>
                          <a:lnTo>
                            <a:pt x="6" y="1"/>
                          </a:lnTo>
                          <a:lnTo>
                            <a:pt x="6" y="1"/>
                          </a:lnTo>
                          <a:lnTo>
                            <a:pt x="6" y="3"/>
                          </a:lnTo>
                          <a:lnTo>
                            <a:pt x="3" y="7"/>
                          </a:lnTo>
                          <a:lnTo>
                            <a:pt x="3" y="7"/>
                          </a:lnTo>
                          <a:lnTo>
                            <a:pt x="3" y="7"/>
                          </a:lnTo>
                          <a:lnTo>
                            <a:pt x="2" y="7"/>
                          </a:lnTo>
                          <a:lnTo>
                            <a:pt x="0" y="0"/>
                          </a:lnTo>
                          <a:lnTo>
                            <a:pt x="0" y="0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 w="3175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115166" tIns="57583" rIns="115166" bIns="57583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1151687"/>
                      <a:endParaRPr lang="en-GB" sz="2267">
                        <a:solidFill>
                          <a:srgbClr val="455560"/>
                        </a:solidFill>
                        <a:latin typeface="Arial"/>
                      </a:endParaRPr>
                    </a:p>
                  </p:txBody>
                </p:sp>
                <p:sp>
                  <p:nvSpPr>
                    <p:cNvPr id="1099" name="Freeform 881">
                      <a:extLst>
                        <a:ext uri="{FF2B5EF4-FFF2-40B4-BE49-F238E27FC236}">
                          <a16:creationId xmlns:a16="http://schemas.microsoft.com/office/drawing/2014/main" id="{4779DD3B-96CE-B35D-91E2-4F96BC32CBD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2821971" y="5458818"/>
                      <a:ext cx="38002" cy="20726"/>
                    </a:xfrm>
                    <a:custGeom>
                      <a:avLst/>
                      <a:gdLst>
                        <a:gd name="T0" fmla="*/ 8 w 11"/>
                        <a:gd name="T1" fmla="*/ 0 h 6"/>
                        <a:gd name="T2" fmla="*/ 8 w 11"/>
                        <a:gd name="T3" fmla="*/ 0 h 6"/>
                        <a:gd name="T4" fmla="*/ 11 w 11"/>
                        <a:gd name="T5" fmla="*/ 5 h 6"/>
                        <a:gd name="T6" fmla="*/ 11 w 11"/>
                        <a:gd name="T7" fmla="*/ 6 h 6"/>
                        <a:gd name="T8" fmla="*/ 11 w 11"/>
                        <a:gd name="T9" fmla="*/ 6 h 6"/>
                        <a:gd name="T10" fmla="*/ 2 w 11"/>
                        <a:gd name="T11" fmla="*/ 5 h 6"/>
                        <a:gd name="T12" fmla="*/ 0 w 11"/>
                        <a:gd name="T13" fmla="*/ 5 h 6"/>
                        <a:gd name="T14" fmla="*/ 0 w 11"/>
                        <a:gd name="T15" fmla="*/ 3 h 6"/>
                        <a:gd name="T16" fmla="*/ 8 w 11"/>
                        <a:gd name="T17" fmla="*/ 0 h 6"/>
                        <a:gd name="T18" fmla="*/ 8 w 11"/>
                        <a:gd name="T19" fmla="*/ 0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1" h="6">
                          <a:moveTo>
                            <a:pt x="8" y="0"/>
                          </a:moveTo>
                          <a:lnTo>
                            <a:pt x="8" y="0"/>
                          </a:lnTo>
                          <a:lnTo>
                            <a:pt x="11" y="5"/>
                          </a:lnTo>
                          <a:lnTo>
                            <a:pt x="11" y="6"/>
                          </a:lnTo>
                          <a:lnTo>
                            <a:pt x="11" y="6"/>
                          </a:lnTo>
                          <a:lnTo>
                            <a:pt x="2" y="5"/>
                          </a:lnTo>
                          <a:lnTo>
                            <a:pt x="0" y="5"/>
                          </a:lnTo>
                          <a:lnTo>
                            <a:pt x="0" y="3"/>
                          </a:lnTo>
                          <a:lnTo>
                            <a:pt x="8" y="0"/>
                          </a:lnTo>
                          <a:lnTo>
                            <a:pt x="8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 w="3175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115166" tIns="57583" rIns="115166" bIns="57583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1151687"/>
                      <a:endParaRPr lang="en-GB" sz="2267">
                        <a:solidFill>
                          <a:srgbClr val="455560"/>
                        </a:solidFill>
                        <a:latin typeface="Arial"/>
                      </a:endParaRPr>
                    </a:p>
                  </p:txBody>
                </p:sp>
                <p:sp>
                  <p:nvSpPr>
                    <p:cNvPr id="1100" name="Freeform 884">
                      <a:extLst>
                        <a:ext uri="{FF2B5EF4-FFF2-40B4-BE49-F238E27FC236}">
                          <a16:creationId xmlns:a16="http://schemas.microsoft.com/office/drawing/2014/main" id="{7A955DA9-5EAB-2DE2-D157-5B15AB3142AA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2780517" y="5417365"/>
                      <a:ext cx="27637" cy="20726"/>
                    </a:xfrm>
                    <a:custGeom>
                      <a:avLst/>
                      <a:gdLst>
                        <a:gd name="T0" fmla="*/ 3 w 8"/>
                        <a:gd name="T1" fmla="*/ 2 h 6"/>
                        <a:gd name="T2" fmla="*/ 2 w 8"/>
                        <a:gd name="T3" fmla="*/ 5 h 6"/>
                        <a:gd name="T4" fmla="*/ 6 w 8"/>
                        <a:gd name="T5" fmla="*/ 3 h 6"/>
                        <a:gd name="T6" fmla="*/ 6 w 8"/>
                        <a:gd name="T7" fmla="*/ 2 h 6"/>
                        <a:gd name="T8" fmla="*/ 3 w 8"/>
                        <a:gd name="T9" fmla="*/ 2 h 6"/>
                        <a:gd name="T10" fmla="*/ 3 w 8"/>
                        <a:gd name="T11" fmla="*/ 0 h 6"/>
                        <a:gd name="T12" fmla="*/ 6 w 8"/>
                        <a:gd name="T13" fmla="*/ 0 h 6"/>
                        <a:gd name="T14" fmla="*/ 8 w 8"/>
                        <a:gd name="T15" fmla="*/ 0 h 6"/>
                        <a:gd name="T16" fmla="*/ 8 w 8"/>
                        <a:gd name="T17" fmla="*/ 2 h 6"/>
                        <a:gd name="T18" fmla="*/ 8 w 8"/>
                        <a:gd name="T19" fmla="*/ 3 h 6"/>
                        <a:gd name="T20" fmla="*/ 8 w 8"/>
                        <a:gd name="T21" fmla="*/ 3 h 6"/>
                        <a:gd name="T22" fmla="*/ 3 w 8"/>
                        <a:gd name="T23" fmla="*/ 6 h 6"/>
                        <a:gd name="T24" fmla="*/ 2 w 8"/>
                        <a:gd name="T25" fmla="*/ 6 h 6"/>
                        <a:gd name="T26" fmla="*/ 0 w 8"/>
                        <a:gd name="T27" fmla="*/ 6 h 6"/>
                        <a:gd name="T28" fmla="*/ 0 w 8"/>
                        <a:gd name="T29" fmla="*/ 5 h 6"/>
                        <a:gd name="T30" fmla="*/ 2 w 8"/>
                        <a:gd name="T31" fmla="*/ 2 h 6"/>
                        <a:gd name="T32" fmla="*/ 2 w 8"/>
                        <a:gd name="T33" fmla="*/ 0 h 6"/>
                        <a:gd name="T34" fmla="*/ 3 w 8"/>
                        <a:gd name="T35" fmla="*/ 0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8" h="6">
                          <a:moveTo>
                            <a:pt x="3" y="2"/>
                          </a:moveTo>
                          <a:lnTo>
                            <a:pt x="2" y="5"/>
                          </a:lnTo>
                          <a:lnTo>
                            <a:pt x="6" y="3"/>
                          </a:lnTo>
                          <a:lnTo>
                            <a:pt x="6" y="2"/>
                          </a:lnTo>
                          <a:lnTo>
                            <a:pt x="3" y="2"/>
                          </a:lnTo>
                          <a:close/>
                          <a:moveTo>
                            <a:pt x="3" y="0"/>
                          </a:moveTo>
                          <a:lnTo>
                            <a:pt x="6" y="0"/>
                          </a:lnTo>
                          <a:lnTo>
                            <a:pt x="8" y="0"/>
                          </a:lnTo>
                          <a:lnTo>
                            <a:pt x="8" y="2"/>
                          </a:lnTo>
                          <a:lnTo>
                            <a:pt x="8" y="3"/>
                          </a:lnTo>
                          <a:lnTo>
                            <a:pt x="8" y="3"/>
                          </a:lnTo>
                          <a:lnTo>
                            <a:pt x="3" y="6"/>
                          </a:lnTo>
                          <a:lnTo>
                            <a:pt x="2" y="6"/>
                          </a:lnTo>
                          <a:lnTo>
                            <a:pt x="0" y="6"/>
                          </a:lnTo>
                          <a:lnTo>
                            <a:pt x="0" y="5"/>
                          </a:lnTo>
                          <a:lnTo>
                            <a:pt x="2" y="2"/>
                          </a:lnTo>
                          <a:lnTo>
                            <a:pt x="2" y="0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 w="3175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115166" tIns="57583" rIns="115166" bIns="57583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1151687"/>
                      <a:endParaRPr lang="en-GB" sz="2267">
                        <a:solidFill>
                          <a:srgbClr val="455560"/>
                        </a:solidFill>
                        <a:latin typeface="Arial"/>
                      </a:endParaRPr>
                    </a:p>
                  </p:txBody>
                </p:sp>
                <p:sp>
                  <p:nvSpPr>
                    <p:cNvPr id="1101" name="Freeform 886">
                      <a:extLst>
                        <a:ext uri="{FF2B5EF4-FFF2-40B4-BE49-F238E27FC236}">
                          <a16:creationId xmlns:a16="http://schemas.microsoft.com/office/drawing/2014/main" id="{7227E929-716C-4A67-8E38-535D3D9EB8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2759788" y="5372454"/>
                      <a:ext cx="17272" cy="13818"/>
                    </a:xfrm>
                    <a:custGeom>
                      <a:avLst/>
                      <a:gdLst>
                        <a:gd name="T0" fmla="*/ 5 w 5"/>
                        <a:gd name="T1" fmla="*/ 0 h 4"/>
                        <a:gd name="T2" fmla="*/ 5 w 5"/>
                        <a:gd name="T3" fmla="*/ 0 h 4"/>
                        <a:gd name="T4" fmla="*/ 5 w 5"/>
                        <a:gd name="T5" fmla="*/ 1 h 4"/>
                        <a:gd name="T6" fmla="*/ 5 w 5"/>
                        <a:gd name="T7" fmla="*/ 4 h 4"/>
                        <a:gd name="T8" fmla="*/ 5 w 5"/>
                        <a:gd name="T9" fmla="*/ 4 h 4"/>
                        <a:gd name="T10" fmla="*/ 3 w 5"/>
                        <a:gd name="T11" fmla="*/ 4 h 4"/>
                        <a:gd name="T12" fmla="*/ 3 w 5"/>
                        <a:gd name="T13" fmla="*/ 4 h 4"/>
                        <a:gd name="T14" fmla="*/ 0 w 5"/>
                        <a:gd name="T15" fmla="*/ 3 h 4"/>
                        <a:gd name="T16" fmla="*/ 0 w 5"/>
                        <a:gd name="T17" fmla="*/ 3 h 4"/>
                        <a:gd name="T18" fmla="*/ 0 w 5"/>
                        <a:gd name="T19" fmla="*/ 1 h 4"/>
                        <a:gd name="T20" fmla="*/ 5 w 5"/>
                        <a:gd name="T21" fmla="*/ 0 h 4"/>
                        <a:gd name="T22" fmla="*/ 5 w 5"/>
                        <a:gd name="T2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5" h="4">
                          <a:moveTo>
                            <a:pt x="5" y="0"/>
                          </a:moveTo>
                          <a:lnTo>
                            <a:pt x="5" y="0"/>
                          </a:lnTo>
                          <a:lnTo>
                            <a:pt x="5" y="1"/>
                          </a:lnTo>
                          <a:lnTo>
                            <a:pt x="5" y="4"/>
                          </a:lnTo>
                          <a:lnTo>
                            <a:pt x="5" y="4"/>
                          </a:lnTo>
                          <a:lnTo>
                            <a:pt x="3" y="4"/>
                          </a:lnTo>
                          <a:lnTo>
                            <a:pt x="3" y="4"/>
                          </a:lnTo>
                          <a:lnTo>
                            <a:pt x="0" y="3"/>
                          </a:lnTo>
                          <a:lnTo>
                            <a:pt x="0" y="3"/>
                          </a:lnTo>
                          <a:lnTo>
                            <a:pt x="0" y="1"/>
                          </a:lnTo>
                          <a:lnTo>
                            <a:pt x="5" y="0"/>
                          </a:lnTo>
                          <a:lnTo>
                            <a:pt x="5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 w="3175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115166" tIns="57583" rIns="115166" bIns="57583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1151687"/>
                      <a:endParaRPr lang="en-GB" sz="2267">
                        <a:solidFill>
                          <a:srgbClr val="455560"/>
                        </a:solidFill>
                        <a:latin typeface="Arial"/>
                      </a:endParaRPr>
                    </a:p>
                  </p:txBody>
                </p:sp>
                <p:sp>
                  <p:nvSpPr>
                    <p:cNvPr id="1102" name="Freeform 888">
                      <a:extLst>
                        <a:ext uri="{FF2B5EF4-FFF2-40B4-BE49-F238E27FC236}">
                          <a16:creationId xmlns:a16="http://schemas.microsoft.com/office/drawing/2014/main" id="{7CC30AF2-48B7-108C-FD20-9EA0A9E5D3C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2701060" y="5476092"/>
                      <a:ext cx="69092" cy="65637"/>
                    </a:xfrm>
                    <a:custGeom>
                      <a:avLst/>
                      <a:gdLst>
                        <a:gd name="T0" fmla="*/ 4 w 20"/>
                        <a:gd name="T1" fmla="*/ 0 h 19"/>
                        <a:gd name="T2" fmla="*/ 6 w 20"/>
                        <a:gd name="T3" fmla="*/ 0 h 19"/>
                        <a:gd name="T4" fmla="*/ 16 w 20"/>
                        <a:gd name="T5" fmla="*/ 7 h 19"/>
                        <a:gd name="T6" fmla="*/ 20 w 20"/>
                        <a:gd name="T7" fmla="*/ 16 h 19"/>
                        <a:gd name="T8" fmla="*/ 20 w 20"/>
                        <a:gd name="T9" fmla="*/ 19 h 19"/>
                        <a:gd name="T10" fmla="*/ 20 w 20"/>
                        <a:gd name="T11" fmla="*/ 19 h 19"/>
                        <a:gd name="T12" fmla="*/ 17 w 20"/>
                        <a:gd name="T13" fmla="*/ 19 h 19"/>
                        <a:gd name="T14" fmla="*/ 17 w 20"/>
                        <a:gd name="T15" fmla="*/ 19 h 19"/>
                        <a:gd name="T16" fmla="*/ 15 w 20"/>
                        <a:gd name="T17" fmla="*/ 14 h 19"/>
                        <a:gd name="T18" fmla="*/ 0 w 20"/>
                        <a:gd name="T19" fmla="*/ 4 h 19"/>
                        <a:gd name="T20" fmla="*/ 0 w 20"/>
                        <a:gd name="T21" fmla="*/ 4 h 19"/>
                        <a:gd name="T22" fmla="*/ 0 w 20"/>
                        <a:gd name="T23" fmla="*/ 4 h 19"/>
                        <a:gd name="T24" fmla="*/ 4 w 20"/>
                        <a:gd name="T25" fmla="*/ 0 h 19"/>
                        <a:gd name="T26" fmla="*/ 4 w 20"/>
                        <a:gd name="T27" fmla="*/ 0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20" h="19">
                          <a:moveTo>
                            <a:pt x="4" y="0"/>
                          </a:moveTo>
                          <a:lnTo>
                            <a:pt x="6" y="0"/>
                          </a:lnTo>
                          <a:lnTo>
                            <a:pt x="16" y="7"/>
                          </a:lnTo>
                          <a:lnTo>
                            <a:pt x="20" y="16"/>
                          </a:lnTo>
                          <a:lnTo>
                            <a:pt x="20" y="19"/>
                          </a:lnTo>
                          <a:lnTo>
                            <a:pt x="20" y="19"/>
                          </a:lnTo>
                          <a:lnTo>
                            <a:pt x="17" y="19"/>
                          </a:lnTo>
                          <a:lnTo>
                            <a:pt x="17" y="19"/>
                          </a:lnTo>
                          <a:lnTo>
                            <a:pt x="15" y="14"/>
                          </a:lnTo>
                          <a:lnTo>
                            <a:pt x="0" y="4"/>
                          </a:lnTo>
                          <a:lnTo>
                            <a:pt x="0" y="4"/>
                          </a:lnTo>
                          <a:lnTo>
                            <a:pt x="0" y="4"/>
                          </a:lnTo>
                          <a:lnTo>
                            <a:pt x="4" y="0"/>
                          </a:lnTo>
                          <a:lnTo>
                            <a:pt x="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 w="3175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115166" tIns="57583" rIns="115166" bIns="57583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1151687"/>
                      <a:endParaRPr lang="en-GB" sz="2267">
                        <a:solidFill>
                          <a:srgbClr val="455560"/>
                        </a:solidFill>
                        <a:latin typeface="Arial"/>
                      </a:endParaRPr>
                    </a:p>
                  </p:txBody>
                </p:sp>
                <p:sp>
                  <p:nvSpPr>
                    <p:cNvPr id="1103" name="Freeform 877">
                      <a:extLst>
                        <a:ext uri="{FF2B5EF4-FFF2-40B4-BE49-F238E27FC236}">
                          <a16:creationId xmlns:a16="http://schemas.microsoft.com/office/drawing/2014/main" id="{C2FEBE6E-C14B-BF77-22DC-323D9380F6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2908340" y="5624640"/>
                      <a:ext cx="31092" cy="34546"/>
                    </a:xfrm>
                    <a:custGeom>
                      <a:avLst/>
                      <a:gdLst>
                        <a:gd name="T0" fmla="*/ 8 w 9"/>
                        <a:gd name="T1" fmla="*/ 0 h 10"/>
                        <a:gd name="T2" fmla="*/ 8 w 9"/>
                        <a:gd name="T3" fmla="*/ 0 h 10"/>
                        <a:gd name="T4" fmla="*/ 9 w 9"/>
                        <a:gd name="T5" fmla="*/ 1 h 10"/>
                        <a:gd name="T6" fmla="*/ 6 w 9"/>
                        <a:gd name="T7" fmla="*/ 7 h 10"/>
                        <a:gd name="T8" fmla="*/ 6 w 9"/>
                        <a:gd name="T9" fmla="*/ 7 h 10"/>
                        <a:gd name="T10" fmla="*/ 2 w 9"/>
                        <a:gd name="T11" fmla="*/ 10 h 10"/>
                        <a:gd name="T12" fmla="*/ 2 w 9"/>
                        <a:gd name="T13" fmla="*/ 10 h 10"/>
                        <a:gd name="T14" fmla="*/ 0 w 9"/>
                        <a:gd name="T15" fmla="*/ 10 h 10"/>
                        <a:gd name="T16" fmla="*/ 0 w 9"/>
                        <a:gd name="T17" fmla="*/ 8 h 10"/>
                        <a:gd name="T18" fmla="*/ 0 w 9"/>
                        <a:gd name="T19" fmla="*/ 5 h 10"/>
                        <a:gd name="T20" fmla="*/ 0 w 9"/>
                        <a:gd name="T21" fmla="*/ 4 h 10"/>
                        <a:gd name="T22" fmla="*/ 8 w 9"/>
                        <a:gd name="T23" fmla="*/ 0 h 10"/>
                        <a:gd name="T24" fmla="*/ 8 w 9"/>
                        <a:gd name="T25" fmla="*/ 0 h 1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9" h="10">
                          <a:moveTo>
                            <a:pt x="8" y="0"/>
                          </a:moveTo>
                          <a:lnTo>
                            <a:pt x="8" y="0"/>
                          </a:lnTo>
                          <a:lnTo>
                            <a:pt x="9" y="1"/>
                          </a:lnTo>
                          <a:lnTo>
                            <a:pt x="6" y="7"/>
                          </a:lnTo>
                          <a:lnTo>
                            <a:pt x="6" y="7"/>
                          </a:lnTo>
                          <a:lnTo>
                            <a:pt x="2" y="10"/>
                          </a:lnTo>
                          <a:lnTo>
                            <a:pt x="2" y="10"/>
                          </a:lnTo>
                          <a:lnTo>
                            <a:pt x="0" y="10"/>
                          </a:lnTo>
                          <a:lnTo>
                            <a:pt x="0" y="8"/>
                          </a:lnTo>
                          <a:lnTo>
                            <a:pt x="0" y="5"/>
                          </a:lnTo>
                          <a:lnTo>
                            <a:pt x="0" y="4"/>
                          </a:lnTo>
                          <a:lnTo>
                            <a:pt x="8" y="0"/>
                          </a:lnTo>
                          <a:lnTo>
                            <a:pt x="8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 w="3175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115166" tIns="57583" rIns="115166" bIns="57583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1151687"/>
                      <a:endParaRPr lang="en-GB" sz="2267">
                        <a:solidFill>
                          <a:srgbClr val="455560"/>
                        </a:solidFill>
                        <a:latin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085" name="TURKEY">
                <a:extLst>
                  <a:ext uri="{FF2B5EF4-FFF2-40B4-BE49-F238E27FC236}">
                    <a16:creationId xmlns:a16="http://schemas.microsoft.com/office/drawing/2014/main" id="{1545338C-F457-E2B1-57B0-C322E5CC8EE4}"/>
                  </a:ext>
                </a:extLst>
              </p:cNvPr>
              <p:cNvGrpSpPr/>
              <p:nvPr userDrawn="1"/>
            </p:nvGrpSpPr>
            <p:grpSpPr>
              <a:xfrm>
                <a:off x="6488123" y="3436271"/>
                <a:ext cx="506365" cy="216130"/>
                <a:chOff x="12832336" y="5299908"/>
                <a:chExt cx="849840" cy="362734"/>
              </a:xfrm>
            </p:grpSpPr>
            <p:sp>
              <p:nvSpPr>
                <p:cNvPr id="1087" name="Freeform 1121">
                  <a:extLst>
                    <a:ext uri="{FF2B5EF4-FFF2-40B4-BE49-F238E27FC236}">
                      <a16:creationId xmlns:a16="http://schemas.microsoft.com/office/drawing/2014/main" id="{181685BA-8AF5-A586-2D63-5FB5D202DD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832336" y="5299908"/>
                  <a:ext cx="138184" cy="117457"/>
                </a:xfrm>
                <a:custGeom>
                  <a:avLst/>
                  <a:gdLst>
                    <a:gd name="T0" fmla="*/ 15 w 40"/>
                    <a:gd name="T1" fmla="*/ 0 h 34"/>
                    <a:gd name="T2" fmla="*/ 27 w 40"/>
                    <a:gd name="T3" fmla="*/ 2 h 34"/>
                    <a:gd name="T4" fmla="*/ 27 w 40"/>
                    <a:gd name="T5" fmla="*/ 2 h 34"/>
                    <a:gd name="T6" fmla="*/ 30 w 40"/>
                    <a:gd name="T7" fmla="*/ 8 h 34"/>
                    <a:gd name="T8" fmla="*/ 40 w 40"/>
                    <a:gd name="T9" fmla="*/ 13 h 34"/>
                    <a:gd name="T10" fmla="*/ 40 w 40"/>
                    <a:gd name="T11" fmla="*/ 13 h 34"/>
                    <a:gd name="T12" fmla="*/ 40 w 40"/>
                    <a:gd name="T13" fmla="*/ 15 h 34"/>
                    <a:gd name="T14" fmla="*/ 37 w 40"/>
                    <a:gd name="T15" fmla="*/ 18 h 34"/>
                    <a:gd name="T16" fmla="*/ 37 w 40"/>
                    <a:gd name="T17" fmla="*/ 19 h 34"/>
                    <a:gd name="T18" fmla="*/ 21 w 40"/>
                    <a:gd name="T19" fmla="*/ 19 h 34"/>
                    <a:gd name="T20" fmla="*/ 3 w 40"/>
                    <a:gd name="T21" fmla="*/ 34 h 34"/>
                    <a:gd name="T22" fmla="*/ 3 w 40"/>
                    <a:gd name="T23" fmla="*/ 34 h 34"/>
                    <a:gd name="T24" fmla="*/ 3 w 40"/>
                    <a:gd name="T25" fmla="*/ 34 h 34"/>
                    <a:gd name="T26" fmla="*/ 2 w 40"/>
                    <a:gd name="T27" fmla="*/ 34 h 34"/>
                    <a:gd name="T28" fmla="*/ 3 w 40"/>
                    <a:gd name="T29" fmla="*/ 28 h 34"/>
                    <a:gd name="T30" fmla="*/ 3 w 40"/>
                    <a:gd name="T31" fmla="*/ 28 h 34"/>
                    <a:gd name="T32" fmla="*/ 6 w 40"/>
                    <a:gd name="T33" fmla="*/ 25 h 34"/>
                    <a:gd name="T34" fmla="*/ 0 w 40"/>
                    <a:gd name="T35" fmla="*/ 24 h 34"/>
                    <a:gd name="T36" fmla="*/ 0 w 40"/>
                    <a:gd name="T37" fmla="*/ 22 h 34"/>
                    <a:gd name="T38" fmla="*/ 0 w 40"/>
                    <a:gd name="T39" fmla="*/ 22 h 34"/>
                    <a:gd name="T40" fmla="*/ 6 w 40"/>
                    <a:gd name="T41" fmla="*/ 11 h 34"/>
                    <a:gd name="T42" fmla="*/ 3 w 40"/>
                    <a:gd name="T43" fmla="*/ 5 h 34"/>
                    <a:gd name="T44" fmla="*/ 3 w 40"/>
                    <a:gd name="T45" fmla="*/ 5 h 34"/>
                    <a:gd name="T46" fmla="*/ 5 w 40"/>
                    <a:gd name="T47" fmla="*/ 5 h 34"/>
                    <a:gd name="T48" fmla="*/ 15 w 40"/>
                    <a:gd name="T4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40" h="34">
                      <a:moveTo>
                        <a:pt x="15" y="0"/>
                      </a:moveTo>
                      <a:lnTo>
                        <a:pt x="27" y="2"/>
                      </a:lnTo>
                      <a:lnTo>
                        <a:pt x="27" y="2"/>
                      </a:lnTo>
                      <a:lnTo>
                        <a:pt x="30" y="8"/>
                      </a:lnTo>
                      <a:lnTo>
                        <a:pt x="40" y="13"/>
                      </a:lnTo>
                      <a:lnTo>
                        <a:pt x="40" y="13"/>
                      </a:lnTo>
                      <a:lnTo>
                        <a:pt x="40" y="15"/>
                      </a:lnTo>
                      <a:lnTo>
                        <a:pt x="37" y="18"/>
                      </a:lnTo>
                      <a:lnTo>
                        <a:pt x="37" y="19"/>
                      </a:lnTo>
                      <a:lnTo>
                        <a:pt x="21" y="19"/>
                      </a:lnTo>
                      <a:lnTo>
                        <a:pt x="3" y="34"/>
                      </a:lnTo>
                      <a:lnTo>
                        <a:pt x="3" y="34"/>
                      </a:lnTo>
                      <a:lnTo>
                        <a:pt x="3" y="34"/>
                      </a:lnTo>
                      <a:lnTo>
                        <a:pt x="2" y="34"/>
                      </a:lnTo>
                      <a:lnTo>
                        <a:pt x="3" y="28"/>
                      </a:lnTo>
                      <a:lnTo>
                        <a:pt x="3" y="28"/>
                      </a:lnTo>
                      <a:lnTo>
                        <a:pt x="6" y="25"/>
                      </a:lnTo>
                      <a:lnTo>
                        <a:pt x="0" y="24"/>
                      </a:lnTo>
                      <a:lnTo>
                        <a:pt x="0" y="22"/>
                      </a:lnTo>
                      <a:lnTo>
                        <a:pt x="0" y="22"/>
                      </a:lnTo>
                      <a:lnTo>
                        <a:pt x="6" y="11"/>
                      </a:lnTo>
                      <a:lnTo>
                        <a:pt x="3" y="5"/>
                      </a:lnTo>
                      <a:lnTo>
                        <a:pt x="3" y="5"/>
                      </a:lnTo>
                      <a:lnTo>
                        <a:pt x="5" y="5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1088" name="Freeform 1123">
                  <a:extLst>
                    <a:ext uri="{FF2B5EF4-FFF2-40B4-BE49-F238E27FC236}">
                      <a16:creationId xmlns:a16="http://schemas.microsoft.com/office/drawing/2014/main" id="{47E88253-9987-DB35-BA24-6772DA6D4E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839246" y="5299908"/>
                  <a:ext cx="842930" cy="362734"/>
                </a:xfrm>
                <a:custGeom>
                  <a:avLst/>
                  <a:gdLst>
                    <a:gd name="T0" fmla="*/ 124 w 244"/>
                    <a:gd name="T1" fmla="*/ 6 h 105"/>
                    <a:gd name="T2" fmla="*/ 130 w 244"/>
                    <a:gd name="T3" fmla="*/ 6 h 105"/>
                    <a:gd name="T4" fmla="*/ 172 w 244"/>
                    <a:gd name="T5" fmla="*/ 16 h 105"/>
                    <a:gd name="T6" fmla="*/ 200 w 244"/>
                    <a:gd name="T7" fmla="*/ 8 h 105"/>
                    <a:gd name="T8" fmla="*/ 206 w 244"/>
                    <a:gd name="T9" fmla="*/ 9 h 105"/>
                    <a:gd name="T10" fmla="*/ 212 w 244"/>
                    <a:gd name="T11" fmla="*/ 9 h 105"/>
                    <a:gd name="T12" fmla="*/ 218 w 244"/>
                    <a:gd name="T13" fmla="*/ 8 h 105"/>
                    <a:gd name="T14" fmla="*/ 241 w 244"/>
                    <a:gd name="T15" fmla="*/ 37 h 105"/>
                    <a:gd name="T16" fmla="*/ 235 w 244"/>
                    <a:gd name="T17" fmla="*/ 46 h 105"/>
                    <a:gd name="T18" fmla="*/ 244 w 244"/>
                    <a:gd name="T19" fmla="*/ 77 h 105"/>
                    <a:gd name="T20" fmla="*/ 243 w 244"/>
                    <a:gd name="T21" fmla="*/ 82 h 105"/>
                    <a:gd name="T22" fmla="*/ 238 w 244"/>
                    <a:gd name="T23" fmla="*/ 83 h 105"/>
                    <a:gd name="T24" fmla="*/ 235 w 244"/>
                    <a:gd name="T25" fmla="*/ 80 h 105"/>
                    <a:gd name="T26" fmla="*/ 213 w 244"/>
                    <a:gd name="T27" fmla="*/ 83 h 105"/>
                    <a:gd name="T28" fmla="*/ 204 w 244"/>
                    <a:gd name="T29" fmla="*/ 85 h 105"/>
                    <a:gd name="T30" fmla="*/ 170 w 244"/>
                    <a:gd name="T31" fmla="*/ 92 h 105"/>
                    <a:gd name="T32" fmla="*/ 148 w 244"/>
                    <a:gd name="T33" fmla="*/ 92 h 105"/>
                    <a:gd name="T34" fmla="*/ 138 w 244"/>
                    <a:gd name="T35" fmla="*/ 98 h 105"/>
                    <a:gd name="T36" fmla="*/ 135 w 244"/>
                    <a:gd name="T37" fmla="*/ 99 h 105"/>
                    <a:gd name="T38" fmla="*/ 130 w 244"/>
                    <a:gd name="T39" fmla="*/ 105 h 105"/>
                    <a:gd name="T40" fmla="*/ 127 w 244"/>
                    <a:gd name="T41" fmla="*/ 102 h 105"/>
                    <a:gd name="T42" fmla="*/ 130 w 244"/>
                    <a:gd name="T43" fmla="*/ 91 h 105"/>
                    <a:gd name="T44" fmla="*/ 123 w 244"/>
                    <a:gd name="T45" fmla="*/ 94 h 105"/>
                    <a:gd name="T46" fmla="*/ 109 w 244"/>
                    <a:gd name="T47" fmla="*/ 92 h 105"/>
                    <a:gd name="T48" fmla="*/ 87 w 244"/>
                    <a:gd name="T49" fmla="*/ 102 h 105"/>
                    <a:gd name="T50" fmla="*/ 59 w 244"/>
                    <a:gd name="T51" fmla="*/ 89 h 105"/>
                    <a:gd name="T52" fmla="*/ 49 w 244"/>
                    <a:gd name="T53" fmla="*/ 101 h 105"/>
                    <a:gd name="T54" fmla="*/ 38 w 244"/>
                    <a:gd name="T55" fmla="*/ 92 h 105"/>
                    <a:gd name="T56" fmla="*/ 35 w 244"/>
                    <a:gd name="T57" fmla="*/ 92 h 105"/>
                    <a:gd name="T58" fmla="*/ 25 w 244"/>
                    <a:gd name="T59" fmla="*/ 94 h 105"/>
                    <a:gd name="T60" fmla="*/ 25 w 244"/>
                    <a:gd name="T61" fmla="*/ 91 h 105"/>
                    <a:gd name="T62" fmla="*/ 18 w 244"/>
                    <a:gd name="T63" fmla="*/ 92 h 105"/>
                    <a:gd name="T64" fmla="*/ 25 w 244"/>
                    <a:gd name="T65" fmla="*/ 86 h 105"/>
                    <a:gd name="T66" fmla="*/ 18 w 244"/>
                    <a:gd name="T67" fmla="*/ 86 h 105"/>
                    <a:gd name="T68" fmla="*/ 16 w 244"/>
                    <a:gd name="T69" fmla="*/ 85 h 105"/>
                    <a:gd name="T70" fmla="*/ 15 w 244"/>
                    <a:gd name="T71" fmla="*/ 79 h 105"/>
                    <a:gd name="T72" fmla="*/ 12 w 244"/>
                    <a:gd name="T73" fmla="*/ 74 h 105"/>
                    <a:gd name="T74" fmla="*/ 1 w 244"/>
                    <a:gd name="T75" fmla="*/ 65 h 105"/>
                    <a:gd name="T76" fmla="*/ 4 w 244"/>
                    <a:gd name="T77" fmla="*/ 58 h 105"/>
                    <a:gd name="T78" fmla="*/ 12 w 244"/>
                    <a:gd name="T79" fmla="*/ 61 h 105"/>
                    <a:gd name="T80" fmla="*/ 7 w 244"/>
                    <a:gd name="T81" fmla="*/ 58 h 105"/>
                    <a:gd name="T82" fmla="*/ 7 w 244"/>
                    <a:gd name="T83" fmla="*/ 49 h 105"/>
                    <a:gd name="T84" fmla="*/ 6 w 244"/>
                    <a:gd name="T85" fmla="*/ 45 h 105"/>
                    <a:gd name="T86" fmla="*/ 0 w 244"/>
                    <a:gd name="T87" fmla="*/ 45 h 105"/>
                    <a:gd name="T88" fmla="*/ 3 w 244"/>
                    <a:gd name="T89" fmla="*/ 36 h 105"/>
                    <a:gd name="T90" fmla="*/ 20 w 244"/>
                    <a:gd name="T91" fmla="*/ 27 h 105"/>
                    <a:gd name="T92" fmla="*/ 22 w 244"/>
                    <a:gd name="T93" fmla="*/ 27 h 105"/>
                    <a:gd name="T94" fmla="*/ 32 w 244"/>
                    <a:gd name="T95" fmla="*/ 27 h 105"/>
                    <a:gd name="T96" fmla="*/ 37 w 244"/>
                    <a:gd name="T97" fmla="*/ 28 h 105"/>
                    <a:gd name="T98" fmla="*/ 35 w 244"/>
                    <a:gd name="T99" fmla="*/ 24 h 105"/>
                    <a:gd name="T100" fmla="*/ 40 w 244"/>
                    <a:gd name="T101" fmla="*/ 22 h 105"/>
                    <a:gd name="T102" fmla="*/ 40 w 244"/>
                    <a:gd name="T103" fmla="*/ 15 h 105"/>
                    <a:gd name="T104" fmla="*/ 53 w 244"/>
                    <a:gd name="T105" fmla="*/ 16 h 105"/>
                    <a:gd name="T106" fmla="*/ 81 w 244"/>
                    <a:gd name="T107" fmla="*/ 6 h 105"/>
                    <a:gd name="T108" fmla="*/ 99 w 244"/>
                    <a:gd name="T109" fmla="*/ 0 h 105"/>
                    <a:gd name="T110" fmla="*/ 112 w 244"/>
                    <a:gd name="T111" fmla="*/ 0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244" h="105">
                      <a:moveTo>
                        <a:pt x="117" y="0"/>
                      </a:moveTo>
                      <a:lnTo>
                        <a:pt x="118" y="0"/>
                      </a:lnTo>
                      <a:lnTo>
                        <a:pt x="124" y="6"/>
                      </a:lnTo>
                      <a:lnTo>
                        <a:pt x="130" y="6"/>
                      </a:lnTo>
                      <a:lnTo>
                        <a:pt x="130" y="6"/>
                      </a:lnTo>
                      <a:lnTo>
                        <a:pt x="130" y="6"/>
                      </a:lnTo>
                      <a:lnTo>
                        <a:pt x="135" y="13"/>
                      </a:lnTo>
                      <a:lnTo>
                        <a:pt x="155" y="19"/>
                      </a:lnTo>
                      <a:lnTo>
                        <a:pt x="172" y="16"/>
                      </a:lnTo>
                      <a:lnTo>
                        <a:pt x="185" y="18"/>
                      </a:lnTo>
                      <a:lnTo>
                        <a:pt x="200" y="8"/>
                      </a:lnTo>
                      <a:lnTo>
                        <a:pt x="200" y="8"/>
                      </a:lnTo>
                      <a:lnTo>
                        <a:pt x="201" y="8"/>
                      </a:lnTo>
                      <a:lnTo>
                        <a:pt x="203" y="8"/>
                      </a:lnTo>
                      <a:lnTo>
                        <a:pt x="206" y="9"/>
                      </a:lnTo>
                      <a:lnTo>
                        <a:pt x="209" y="9"/>
                      </a:lnTo>
                      <a:lnTo>
                        <a:pt x="210" y="9"/>
                      </a:lnTo>
                      <a:lnTo>
                        <a:pt x="212" y="9"/>
                      </a:lnTo>
                      <a:lnTo>
                        <a:pt x="216" y="8"/>
                      </a:lnTo>
                      <a:lnTo>
                        <a:pt x="216" y="8"/>
                      </a:lnTo>
                      <a:lnTo>
                        <a:pt x="218" y="8"/>
                      </a:lnTo>
                      <a:lnTo>
                        <a:pt x="227" y="18"/>
                      </a:lnTo>
                      <a:lnTo>
                        <a:pt x="231" y="31"/>
                      </a:lnTo>
                      <a:lnTo>
                        <a:pt x="241" y="37"/>
                      </a:lnTo>
                      <a:lnTo>
                        <a:pt x="241" y="39"/>
                      </a:lnTo>
                      <a:lnTo>
                        <a:pt x="241" y="39"/>
                      </a:lnTo>
                      <a:lnTo>
                        <a:pt x="235" y="46"/>
                      </a:lnTo>
                      <a:lnTo>
                        <a:pt x="237" y="52"/>
                      </a:lnTo>
                      <a:lnTo>
                        <a:pt x="237" y="71"/>
                      </a:lnTo>
                      <a:lnTo>
                        <a:pt x="244" y="77"/>
                      </a:lnTo>
                      <a:lnTo>
                        <a:pt x="244" y="77"/>
                      </a:lnTo>
                      <a:lnTo>
                        <a:pt x="244" y="82"/>
                      </a:lnTo>
                      <a:lnTo>
                        <a:pt x="243" y="82"/>
                      </a:lnTo>
                      <a:lnTo>
                        <a:pt x="243" y="82"/>
                      </a:lnTo>
                      <a:lnTo>
                        <a:pt x="240" y="83"/>
                      </a:lnTo>
                      <a:lnTo>
                        <a:pt x="238" y="83"/>
                      </a:lnTo>
                      <a:lnTo>
                        <a:pt x="237" y="83"/>
                      </a:lnTo>
                      <a:lnTo>
                        <a:pt x="237" y="83"/>
                      </a:lnTo>
                      <a:lnTo>
                        <a:pt x="235" y="80"/>
                      </a:lnTo>
                      <a:lnTo>
                        <a:pt x="219" y="79"/>
                      </a:lnTo>
                      <a:lnTo>
                        <a:pt x="215" y="83"/>
                      </a:lnTo>
                      <a:lnTo>
                        <a:pt x="213" y="83"/>
                      </a:lnTo>
                      <a:lnTo>
                        <a:pt x="213" y="83"/>
                      </a:lnTo>
                      <a:lnTo>
                        <a:pt x="210" y="82"/>
                      </a:lnTo>
                      <a:lnTo>
                        <a:pt x="204" y="85"/>
                      </a:lnTo>
                      <a:lnTo>
                        <a:pt x="191" y="83"/>
                      </a:lnTo>
                      <a:lnTo>
                        <a:pt x="170" y="92"/>
                      </a:lnTo>
                      <a:lnTo>
                        <a:pt x="170" y="92"/>
                      </a:lnTo>
                      <a:lnTo>
                        <a:pt x="170" y="92"/>
                      </a:lnTo>
                      <a:lnTo>
                        <a:pt x="160" y="88"/>
                      </a:lnTo>
                      <a:lnTo>
                        <a:pt x="148" y="92"/>
                      </a:lnTo>
                      <a:lnTo>
                        <a:pt x="138" y="89"/>
                      </a:lnTo>
                      <a:lnTo>
                        <a:pt x="136" y="94"/>
                      </a:lnTo>
                      <a:lnTo>
                        <a:pt x="138" y="98"/>
                      </a:lnTo>
                      <a:lnTo>
                        <a:pt x="138" y="98"/>
                      </a:lnTo>
                      <a:lnTo>
                        <a:pt x="138" y="99"/>
                      </a:lnTo>
                      <a:lnTo>
                        <a:pt x="135" y="99"/>
                      </a:lnTo>
                      <a:lnTo>
                        <a:pt x="132" y="105"/>
                      </a:lnTo>
                      <a:lnTo>
                        <a:pt x="132" y="105"/>
                      </a:lnTo>
                      <a:lnTo>
                        <a:pt x="130" y="105"/>
                      </a:lnTo>
                      <a:lnTo>
                        <a:pt x="130" y="105"/>
                      </a:lnTo>
                      <a:lnTo>
                        <a:pt x="127" y="102"/>
                      </a:lnTo>
                      <a:lnTo>
                        <a:pt x="127" y="102"/>
                      </a:lnTo>
                      <a:lnTo>
                        <a:pt x="127" y="94"/>
                      </a:lnTo>
                      <a:lnTo>
                        <a:pt x="127" y="94"/>
                      </a:lnTo>
                      <a:lnTo>
                        <a:pt x="130" y="91"/>
                      </a:lnTo>
                      <a:lnTo>
                        <a:pt x="129" y="89"/>
                      </a:lnTo>
                      <a:lnTo>
                        <a:pt x="123" y="94"/>
                      </a:lnTo>
                      <a:lnTo>
                        <a:pt x="123" y="94"/>
                      </a:lnTo>
                      <a:lnTo>
                        <a:pt x="121" y="94"/>
                      </a:lnTo>
                      <a:lnTo>
                        <a:pt x="114" y="91"/>
                      </a:lnTo>
                      <a:lnTo>
                        <a:pt x="109" y="92"/>
                      </a:lnTo>
                      <a:lnTo>
                        <a:pt x="105" y="97"/>
                      </a:lnTo>
                      <a:lnTo>
                        <a:pt x="89" y="102"/>
                      </a:lnTo>
                      <a:lnTo>
                        <a:pt x="87" y="102"/>
                      </a:lnTo>
                      <a:lnTo>
                        <a:pt x="87" y="102"/>
                      </a:lnTo>
                      <a:lnTo>
                        <a:pt x="62" y="88"/>
                      </a:lnTo>
                      <a:lnTo>
                        <a:pt x="59" y="89"/>
                      </a:lnTo>
                      <a:lnTo>
                        <a:pt x="58" y="98"/>
                      </a:lnTo>
                      <a:lnTo>
                        <a:pt x="58" y="98"/>
                      </a:lnTo>
                      <a:lnTo>
                        <a:pt x="49" y="101"/>
                      </a:lnTo>
                      <a:lnTo>
                        <a:pt x="41" y="98"/>
                      </a:lnTo>
                      <a:lnTo>
                        <a:pt x="41" y="98"/>
                      </a:lnTo>
                      <a:lnTo>
                        <a:pt x="38" y="92"/>
                      </a:lnTo>
                      <a:lnTo>
                        <a:pt x="35" y="94"/>
                      </a:lnTo>
                      <a:lnTo>
                        <a:pt x="35" y="94"/>
                      </a:lnTo>
                      <a:lnTo>
                        <a:pt x="35" y="92"/>
                      </a:lnTo>
                      <a:lnTo>
                        <a:pt x="32" y="89"/>
                      </a:lnTo>
                      <a:lnTo>
                        <a:pt x="26" y="94"/>
                      </a:lnTo>
                      <a:lnTo>
                        <a:pt x="25" y="94"/>
                      </a:lnTo>
                      <a:lnTo>
                        <a:pt x="25" y="92"/>
                      </a:lnTo>
                      <a:lnTo>
                        <a:pt x="25" y="92"/>
                      </a:lnTo>
                      <a:lnTo>
                        <a:pt x="25" y="91"/>
                      </a:lnTo>
                      <a:lnTo>
                        <a:pt x="18" y="92"/>
                      </a:lnTo>
                      <a:lnTo>
                        <a:pt x="18" y="92"/>
                      </a:lnTo>
                      <a:lnTo>
                        <a:pt x="18" y="92"/>
                      </a:lnTo>
                      <a:lnTo>
                        <a:pt x="18" y="91"/>
                      </a:lnTo>
                      <a:lnTo>
                        <a:pt x="26" y="86"/>
                      </a:lnTo>
                      <a:lnTo>
                        <a:pt x="25" y="86"/>
                      </a:lnTo>
                      <a:lnTo>
                        <a:pt x="22" y="86"/>
                      </a:lnTo>
                      <a:lnTo>
                        <a:pt x="19" y="86"/>
                      </a:lnTo>
                      <a:lnTo>
                        <a:pt x="18" y="86"/>
                      </a:lnTo>
                      <a:lnTo>
                        <a:pt x="16" y="86"/>
                      </a:lnTo>
                      <a:lnTo>
                        <a:pt x="16" y="86"/>
                      </a:lnTo>
                      <a:lnTo>
                        <a:pt x="16" y="85"/>
                      </a:lnTo>
                      <a:lnTo>
                        <a:pt x="18" y="82"/>
                      </a:lnTo>
                      <a:lnTo>
                        <a:pt x="15" y="80"/>
                      </a:lnTo>
                      <a:lnTo>
                        <a:pt x="15" y="79"/>
                      </a:lnTo>
                      <a:lnTo>
                        <a:pt x="15" y="76"/>
                      </a:lnTo>
                      <a:lnTo>
                        <a:pt x="12" y="74"/>
                      </a:lnTo>
                      <a:lnTo>
                        <a:pt x="12" y="74"/>
                      </a:lnTo>
                      <a:lnTo>
                        <a:pt x="13" y="70"/>
                      </a:lnTo>
                      <a:lnTo>
                        <a:pt x="3" y="65"/>
                      </a:lnTo>
                      <a:lnTo>
                        <a:pt x="1" y="65"/>
                      </a:lnTo>
                      <a:lnTo>
                        <a:pt x="4" y="58"/>
                      </a:lnTo>
                      <a:lnTo>
                        <a:pt x="4" y="58"/>
                      </a:lnTo>
                      <a:lnTo>
                        <a:pt x="4" y="58"/>
                      </a:lnTo>
                      <a:lnTo>
                        <a:pt x="4" y="58"/>
                      </a:lnTo>
                      <a:lnTo>
                        <a:pt x="7" y="61"/>
                      </a:lnTo>
                      <a:lnTo>
                        <a:pt x="12" y="61"/>
                      </a:lnTo>
                      <a:lnTo>
                        <a:pt x="7" y="59"/>
                      </a:lnTo>
                      <a:lnTo>
                        <a:pt x="7" y="58"/>
                      </a:lnTo>
                      <a:lnTo>
                        <a:pt x="7" y="58"/>
                      </a:lnTo>
                      <a:lnTo>
                        <a:pt x="10" y="55"/>
                      </a:lnTo>
                      <a:lnTo>
                        <a:pt x="7" y="49"/>
                      </a:lnTo>
                      <a:lnTo>
                        <a:pt x="7" y="49"/>
                      </a:lnTo>
                      <a:lnTo>
                        <a:pt x="9" y="45"/>
                      </a:lnTo>
                      <a:lnTo>
                        <a:pt x="7" y="45"/>
                      </a:lnTo>
                      <a:lnTo>
                        <a:pt x="6" y="45"/>
                      </a:lnTo>
                      <a:lnTo>
                        <a:pt x="3" y="45"/>
                      </a:lnTo>
                      <a:lnTo>
                        <a:pt x="1" y="45"/>
                      </a:lnTo>
                      <a:lnTo>
                        <a:pt x="0" y="45"/>
                      </a:lnTo>
                      <a:lnTo>
                        <a:pt x="0" y="45"/>
                      </a:lnTo>
                      <a:lnTo>
                        <a:pt x="0" y="45"/>
                      </a:lnTo>
                      <a:lnTo>
                        <a:pt x="3" y="36"/>
                      </a:lnTo>
                      <a:lnTo>
                        <a:pt x="7" y="31"/>
                      </a:lnTo>
                      <a:lnTo>
                        <a:pt x="20" y="30"/>
                      </a:lnTo>
                      <a:lnTo>
                        <a:pt x="20" y="27"/>
                      </a:lnTo>
                      <a:lnTo>
                        <a:pt x="20" y="27"/>
                      </a:lnTo>
                      <a:lnTo>
                        <a:pt x="20" y="27"/>
                      </a:lnTo>
                      <a:lnTo>
                        <a:pt x="22" y="27"/>
                      </a:lnTo>
                      <a:lnTo>
                        <a:pt x="25" y="27"/>
                      </a:lnTo>
                      <a:lnTo>
                        <a:pt x="28" y="27"/>
                      </a:lnTo>
                      <a:lnTo>
                        <a:pt x="32" y="27"/>
                      </a:lnTo>
                      <a:lnTo>
                        <a:pt x="34" y="28"/>
                      </a:lnTo>
                      <a:lnTo>
                        <a:pt x="35" y="28"/>
                      </a:lnTo>
                      <a:lnTo>
                        <a:pt x="37" y="28"/>
                      </a:lnTo>
                      <a:lnTo>
                        <a:pt x="35" y="25"/>
                      </a:lnTo>
                      <a:lnTo>
                        <a:pt x="35" y="25"/>
                      </a:lnTo>
                      <a:lnTo>
                        <a:pt x="35" y="24"/>
                      </a:lnTo>
                      <a:lnTo>
                        <a:pt x="38" y="24"/>
                      </a:lnTo>
                      <a:lnTo>
                        <a:pt x="44" y="22"/>
                      </a:lnTo>
                      <a:lnTo>
                        <a:pt x="40" y="22"/>
                      </a:lnTo>
                      <a:lnTo>
                        <a:pt x="37" y="19"/>
                      </a:lnTo>
                      <a:lnTo>
                        <a:pt x="37" y="18"/>
                      </a:lnTo>
                      <a:lnTo>
                        <a:pt x="40" y="15"/>
                      </a:lnTo>
                      <a:lnTo>
                        <a:pt x="41" y="13"/>
                      </a:lnTo>
                      <a:lnTo>
                        <a:pt x="44" y="15"/>
                      </a:lnTo>
                      <a:lnTo>
                        <a:pt x="53" y="16"/>
                      </a:lnTo>
                      <a:lnTo>
                        <a:pt x="60" y="18"/>
                      </a:lnTo>
                      <a:lnTo>
                        <a:pt x="65" y="18"/>
                      </a:lnTo>
                      <a:lnTo>
                        <a:pt x="81" y="6"/>
                      </a:lnTo>
                      <a:lnTo>
                        <a:pt x="95" y="0"/>
                      </a:lnTo>
                      <a:lnTo>
                        <a:pt x="96" y="0"/>
                      </a:lnTo>
                      <a:lnTo>
                        <a:pt x="99" y="0"/>
                      </a:lnTo>
                      <a:lnTo>
                        <a:pt x="103" y="0"/>
                      </a:lnTo>
                      <a:lnTo>
                        <a:pt x="108" y="0"/>
                      </a:lnTo>
                      <a:lnTo>
                        <a:pt x="112" y="0"/>
                      </a:lnTo>
                      <a:lnTo>
                        <a:pt x="117" y="0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086" name="BULGARIA">
                <a:extLst>
                  <a:ext uri="{FF2B5EF4-FFF2-40B4-BE49-F238E27FC236}">
                    <a16:creationId xmlns:a16="http://schemas.microsoft.com/office/drawing/2014/main" id="{6D497AD2-2A03-4A86-D881-5EAE35021C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7261" y="3358052"/>
                <a:ext cx="174965" cy="109095"/>
              </a:xfrm>
              <a:custGeom>
                <a:avLst/>
                <a:gdLst>
                  <a:gd name="T0" fmla="*/ 6 w 85"/>
                  <a:gd name="T1" fmla="*/ 0 h 53"/>
                  <a:gd name="T2" fmla="*/ 9 w 85"/>
                  <a:gd name="T3" fmla="*/ 0 h 53"/>
                  <a:gd name="T4" fmla="*/ 11 w 85"/>
                  <a:gd name="T5" fmla="*/ 1 h 53"/>
                  <a:gd name="T6" fmla="*/ 11 w 85"/>
                  <a:gd name="T7" fmla="*/ 1 h 53"/>
                  <a:gd name="T8" fmla="*/ 9 w 85"/>
                  <a:gd name="T9" fmla="*/ 4 h 53"/>
                  <a:gd name="T10" fmla="*/ 11 w 85"/>
                  <a:gd name="T11" fmla="*/ 7 h 53"/>
                  <a:gd name="T12" fmla="*/ 42 w 85"/>
                  <a:gd name="T13" fmla="*/ 8 h 53"/>
                  <a:gd name="T14" fmla="*/ 61 w 85"/>
                  <a:gd name="T15" fmla="*/ 1 h 53"/>
                  <a:gd name="T16" fmla="*/ 85 w 85"/>
                  <a:gd name="T17" fmla="*/ 7 h 53"/>
                  <a:gd name="T18" fmla="*/ 85 w 85"/>
                  <a:gd name="T19" fmla="*/ 7 h 53"/>
                  <a:gd name="T20" fmla="*/ 85 w 85"/>
                  <a:gd name="T21" fmla="*/ 7 h 53"/>
                  <a:gd name="T22" fmla="*/ 82 w 85"/>
                  <a:gd name="T23" fmla="*/ 14 h 53"/>
                  <a:gd name="T24" fmla="*/ 76 w 85"/>
                  <a:gd name="T25" fmla="*/ 19 h 53"/>
                  <a:gd name="T26" fmla="*/ 74 w 85"/>
                  <a:gd name="T27" fmla="*/ 26 h 53"/>
                  <a:gd name="T28" fmla="*/ 70 w 85"/>
                  <a:gd name="T29" fmla="*/ 31 h 53"/>
                  <a:gd name="T30" fmla="*/ 76 w 85"/>
                  <a:gd name="T31" fmla="*/ 40 h 53"/>
                  <a:gd name="T32" fmla="*/ 76 w 85"/>
                  <a:gd name="T33" fmla="*/ 41 h 53"/>
                  <a:gd name="T34" fmla="*/ 76 w 85"/>
                  <a:gd name="T35" fmla="*/ 41 h 53"/>
                  <a:gd name="T36" fmla="*/ 74 w 85"/>
                  <a:gd name="T37" fmla="*/ 41 h 53"/>
                  <a:gd name="T38" fmla="*/ 73 w 85"/>
                  <a:gd name="T39" fmla="*/ 41 h 53"/>
                  <a:gd name="T40" fmla="*/ 70 w 85"/>
                  <a:gd name="T41" fmla="*/ 40 h 53"/>
                  <a:gd name="T42" fmla="*/ 67 w 85"/>
                  <a:gd name="T43" fmla="*/ 40 h 53"/>
                  <a:gd name="T44" fmla="*/ 66 w 85"/>
                  <a:gd name="T45" fmla="*/ 40 h 53"/>
                  <a:gd name="T46" fmla="*/ 64 w 85"/>
                  <a:gd name="T47" fmla="*/ 40 h 53"/>
                  <a:gd name="T48" fmla="*/ 54 w 85"/>
                  <a:gd name="T49" fmla="*/ 44 h 53"/>
                  <a:gd name="T50" fmla="*/ 52 w 85"/>
                  <a:gd name="T51" fmla="*/ 44 h 53"/>
                  <a:gd name="T52" fmla="*/ 52 w 85"/>
                  <a:gd name="T53" fmla="*/ 47 h 53"/>
                  <a:gd name="T54" fmla="*/ 52 w 85"/>
                  <a:gd name="T55" fmla="*/ 49 h 53"/>
                  <a:gd name="T56" fmla="*/ 48 w 85"/>
                  <a:gd name="T57" fmla="*/ 50 h 53"/>
                  <a:gd name="T58" fmla="*/ 43 w 85"/>
                  <a:gd name="T59" fmla="*/ 53 h 53"/>
                  <a:gd name="T60" fmla="*/ 43 w 85"/>
                  <a:gd name="T61" fmla="*/ 53 h 53"/>
                  <a:gd name="T62" fmla="*/ 42 w 85"/>
                  <a:gd name="T63" fmla="*/ 53 h 53"/>
                  <a:gd name="T64" fmla="*/ 28 w 85"/>
                  <a:gd name="T65" fmla="*/ 47 h 53"/>
                  <a:gd name="T66" fmla="*/ 9 w 85"/>
                  <a:gd name="T67" fmla="*/ 51 h 53"/>
                  <a:gd name="T68" fmla="*/ 9 w 85"/>
                  <a:gd name="T69" fmla="*/ 51 h 53"/>
                  <a:gd name="T70" fmla="*/ 9 w 85"/>
                  <a:gd name="T71" fmla="*/ 50 h 53"/>
                  <a:gd name="T72" fmla="*/ 9 w 85"/>
                  <a:gd name="T73" fmla="*/ 50 h 53"/>
                  <a:gd name="T74" fmla="*/ 6 w 85"/>
                  <a:gd name="T75" fmla="*/ 40 h 53"/>
                  <a:gd name="T76" fmla="*/ 2 w 85"/>
                  <a:gd name="T77" fmla="*/ 35 h 53"/>
                  <a:gd name="T78" fmla="*/ 2 w 85"/>
                  <a:gd name="T79" fmla="*/ 34 h 53"/>
                  <a:gd name="T80" fmla="*/ 2 w 85"/>
                  <a:gd name="T81" fmla="*/ 28 h 53"/>
                  <a:gd name="T82" fmla="*/ 6 w 85"/>
                  <a:gd name="T83" fmla="*/ 20 h 53"/>
                  <a:gd name="T84" fmla="*/ 2 w 85"/>
                  <a:gd name="T85" fmla="*/ 13 h 53"/>
                  <a:gd name="T86" fmla="*/ 0 w 85"/>
                  <a:gd name="T87" fmla="*/ 7 h 53"/>
                  <a:gd name="T88" fmla="*/ 2 w 85"/>
                  <a:gd name="T89" fmla="*/ 1 h 53"/>
                  <a:gd name="T90" fmla="*/ 2 w 85"/>
                  <a:gd name="T91" fmla="*/ 1 h 53"/>
                  <a:gd name="T92" fmla="*/ 6 w 85"/>
                  <a:gd name="T9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5" h="53">
                    <a:moveTo>
                      <a:pt x="6" y="0"/>
                    </a:moveTo>
                    <a:lnTo>
                      <a:pt x="9" y="0"/>
                    </a:lnTo>
                    <a:lnTo>
                      <a:pt x="11" y="1"/>
                    </a:lnTo>
                    <a:lnTo>
                      <a:pt x="11" y="1"/>
                    </a:lnTo>
                    <a:lnTo>
                      <a:pt x="9" y="4"/>
                    </a:lnTo>
                    <a:lnTo>
                      <a:pt x="11" y="7"/>
                    </a:lnTo>
                    <a:lnTo>
                      <a:pt x="42" y="8"/>
                    </a:lnTo>
                    <a:lnTo>
                      <a:pt x="61" y="1"/>
                    </a:lnTo>
                    <a:lnTo>
                      <a:pt x="85" y="7"/>
                    </a:lnTo>
                    <a:lnTo>
                      <a:pt x="85" y="7"/>
                    </a:lnTo>
                    <a:lnTo>
                      <a:pt x="85" y="7"/>
                    </a:lnTo>
                    <a:lnTo>
                      <a:pt x="82" y="14"/>
                    </a:lnTo>
                    <a:lnTo>
                      <a:pt x="76" y="19"/>
                    </a:lnTo>
                    <a:lnTo>
                      <a:pt x="74" y="26"/>
                    </a:lnTo>
                    <a:lnTo>
                      <a:pt x="70" y="31"/>
                    </a:lnTo>
                    <a:lnTo>
                      <a:pt x="76" y="40"/>
                    </a:lnTo>
                    <a:lnTo>
                      <a:pt x="76" y="41"/>
                    </a:lnTo>
                    <a:lnTo>
                      <a:pt x="76" y="41"/>
                    </a:lnTo>
                    <a:lnTo>
                      <a:pt x="74" y="41"/>
                    </a:lnTo>
                    <a:lnTo>
                      <a:pt x="73" y="41"/>
                    </a:lnTo>
                    <a:lnTo>
                      <a:pt x="70" y="40"/>
                    </a:lnTo>
                    <a:lnTo>
                      <a:pt x="67" y="40"/>
                    </a:lnTo>
                    <a:lnTo>
                      <a:pt x="66" y="40"/>
                    </a:lnTo>
                    <a:lnTo>
                      <a:pt x="64" y="40"/>
                    </a:lnTo>
                    <a:lnTo>
                      <a:pt x="54" y="44"/>
                    </a:lnTo>
                    <a:lnTo>
                      <a:pt x="52" y="44"/>
                    </a:lnTo>
                    <a:lnTo>
                      <a:pt x="52" y="47"/>
                    </a:lnTo>
                    <a:lnTo>
                      <a:pt x="52" y="49"/>
                    </a:lnTo>
                    <a:lnTo>
                      <a:pt x="48" y="50"/>
                    </a:lnTo>
                    <a:lnTo>
                      <a:pt x="43" y="53"/>
                    </a:lnTo>
                    <a:lnTo>
                      <a:pt x="43" y="53"/>
                    </a:lnTo>
                    <a:lnTo>
                      <a:pt x="42" y="53"/>
                    </a:lnTo>
                    <a:lnTo>
                      <a:pt x="28" y="47"/>
                    </a:lnTo>
                    <a:lnTo>
                      <a:pt x="9" y="51"/>
                    </a:lnTo>
                    <a:lnTo>
                      <a:pt x="9" y="51"/>
                    </a:lnTo>
                    <a:lnTo>
                      <a:pt x="9" y="50"/>
                    </a:lnTo>
                    <a:lnTo>
                      <a:pt x="9" y="50"/>
                    </a:lnTo>
                    <a:lnTo>
                      <a:pt x="6" y="40"/>
                    </a:lnTo>
                    <a:lnTo>
                      <a:pt x="2" y="35"/>
                    </a:lnTo>
                    <a:lnTo>
                      <a:pt x="2" y="34"/>
                    </a:lnTo>
                    <a:lnTo>
                      <a:pt x="2" y="28"/>
                    </a:lnTo>
                    <a:lnTo>
                      <a:pt x="6" y="20"/>
                    </a:lnTo>
                    <a:lnTo>
                      <a:pt x="2" y="13"/>
                    </a:lnTo>
                    <a:lnTo>
                      <a:pt x="0" y="7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</p:grpSp>
      <p:grpSp>
        <p:nvGrpSpPr>
          <p:cNvPr id="593" name="AFRICA">
            <a:extLst>
              <a:ext uri="{FF2B5EF4-FFF2-40B4-BE49-F238E27FC236}">
                <a16:creationId xmlns:a16="http://schemas.microsoft.com/office/drawing/2014/main" id="{3CFECBC8-4D35-8835-560C-599A4AB1759B}"/>
              </a:ext>
            </a:extLst>
          </p:cNvPr>
          <p:cNvGrpSpPr/>
          <p:nvPr userDrawn="1"/>
        </p:nvGrpSpPr>
        <p:grpSpPr>
          <a:xfrm>
            <a:off x="5267731" y="3440984"/>
            <a:ext cx="1969462" cy="2203613"/>
            <a:chOff x="10866653" y="5576277"/>
            <a:chExt cx="3109161" cy="3478811"/>
          </a:xfrm>
          <a:solidFill>
            <a:srgbClr val="E45528"/>
          </a:solidFill>
        </p:grpSpPr>
        <p:sp>
          <p:nvSpPr>
            <p:cNvPr id="998" name="CAMEROON">
              <a:extLst>
                <a:ext uri="{FF2B5EF4-FFF2-40B4-BE49-F238E27FC236}">
                  <a16:creationId xmlns:a16="http://schemas.microsoft.com/office/drawing/2014/main" id="{33483A17-4B19-FFC7-45A7-483FB1903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7769" y="6806125"/>
              <a:ext cx="348915" cy="511285"/>
            </a:xfrm>
            <a:custGeom>
              <a:avLst/>
              <a:gdLst>
                <a:gd name="T0" fmla="*/ 82 w 101"/>
                <a:gd name="T1" fmla="*/ 0 h 148"/>
                <a:gd name="T2" fmla="*/ 86 w 101"/>
                <a:gd name="T3" fmla="*/ 12 h 148"/>
                <a:gd name="T4" fmla="*/ 91 w 101"/>
                <a:gd name="T5" fmla="*/ 39 h 148"/>
                <a:gd name="T6" fmla="*/ 91 w 101"/>
                <a:gd name="T7" fmla="*/ 39 h 148"/>
                <a:gd name="T8" fmla="*/ 75 w 101"/>
                <a:gd name="T9" fmla="*/ 43 h 148"/>
                <a:gd name="T10" fmla="*/ 86 w 101"/>
                <a:gd name="T11" fmla="*/ 55 h 148"/>
                <a:gd name="T12" fmla="*/ 92 w 101"/>
                <a:gd name="T13" fmla="*/ 71 h 148"/>
                <a:gd name="T14" fmla="*/ 81 w 101"/>
                <a:gd name="T15" fmla="*/ 92 h 148"/>
                <a:gd name="T16" fmla="*/ 92 w 101"/>
                <a:gd name="T17" fmla="*/ 125 h 148"/>
                <a:gd name="T18" fmla="*/ 101 w 101"/>
                <a:gd name="T19" fmla="*/ 132 h 148"/>
                <a:gd name="T20" fmla="*/ 98 w 101"/>
                <a:gd name="T21" fmla="*/ 148 h 148"/>
                <a:gd name="T22" fmla="*/ 98 w 101"/>
                <a:gd name="T23" fmla="*/ 148 h 148"/>
                <a:gd name="T24" fmla="*/ 81 w 101"/>
                <a:gd name="T25" fmla="*/ 142 h 148"/>
                <a:gd name="T26" fmla="*/ 38 w 101"/>
                <a:gd name="T27" fmla="*/ 141 h 148"/>
                <a:gd name="T28" fmla="*/ 33 w 101"/>
                <a:gd name="T29" fmla="*/ 141 h 148"/>
                <a:gd name="T30" fmla="*/ 24 w 101"/>
                <a:gd name="T31" fmla="*/ 141 h 148"/>
                <a:gd name="T32" fmla="*/ 18 w 101"/>
                <a:gd name="T33" fmla="*/ 141 h 148"/>
                <a:gd name="T34" fmla="*/ 15 w 101"/>
                <a:gd name="T35" fmla="*/ 141 h 148"/>
                <a:gd name="T36" fmla="*/ 20 w 101"/>
                <a:gd name="T37" fmla="*/ 126 h 148"/>
                <a:gd name="T38" fmla="*/ 14 w 101"/>
                <a:gd name="T39" fmla="*/ 120 h 148"/>
                <a:gd name="T40" fmla="*/ 8 w 101"/>
                <a:gd name="T41" fmla="*/ 117 h 148"/>
                <a:gd name="T42" fmla="*/ 5 w 101"/>
                <a:gd name="T43" fmla="*/ 111 h 148"/>
                <a:gd name="T44" fmla="*/ 2 w 101"/>
                <a:gd name="T45" fmla="*/ 110 h 148"/>
                <a:gd name="T46" fmla="*/ 0 w 101"/>
                <a:gd name="T47" fmla="*/ 108 h 148"/>
                <a:gd name="T48" fmla="*/ 14 w 101"/>
                <a:gd name="T49" fmla="*/ 79 h 148"/>
                <a:gd name="T50" fmla="*/ 17 w 101"/>
                <a:gd name="T51" fmla="*/ 79 h 148"/>
                <a:gd name="T52" fmla="*/ 21 w 101"/>
                <a:gd name="T53" fmla="*/ 79 h 148"/>
                <a:gd name="T54" fmla="*/ 27 w 101"/>
                <a:gd name="T55" fmla="*/ 79 h 148"/>
                <a:gd name="T56" fmla="*/ 29 w 101"/>
                <a:gd name="T57" fmla="*/ 79 h 148"/>
                <a:gd name="T58" fmla="*/ 41 w 101"/>
                <a:gd name="T59" fmla="*/ 83 h 148"/>
                <a:gd name="T60" fmla="*/ 57 w 101"/>
                <a:gd name="T61" fmla="*/ 52 h 148"/>
                <a:gd name="T62" fmla="*/ 78 w 101"/>
                <a:gd name="T63" fmla="*/ 15 h 148"/>
                <a:gd name="T64" fmla="*/ 75 w 101"/>
                <a:gd name="T65" fmla="*/ 6 h 148"/>
                <a:gd name="T66" fmla="*/ 75 w 101"/>
                <a:gd name="T67" fmla="*/ 4 h 148"/>
                <a:gd name="T68" fmla="*/ 82 w 101"/>
                <a:gd name="T69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1" h="148">
                  <a:moveTo>
                    <a:pt x="82" y="0"/>
                  </a:moveTo>
                  <a:lnTo>
                    <a:pt x="82" y="0"/>
                  </a:lnTo>
                  <a:lnTo>
                    <a:pt x="82" y="0"/>
                  </a:lnTo>
                  <a:lnTo>
                    <a:pt x="86" y="12"/>
                  </a:lnTo>
                  <a:lnTo>
                    <a:pt x="85" y="25"/>
                  </a:lnTo>
                  <a:lnTo>
                    <a:pt x="91" y="39"/>
                  </a:lnTo>
                  <a:lnTo>
                    <a:pt x="91" y="39"/>
                  </a:lnTo>
                  <a:lnTo>
                    <a:pt x="91" y="39"/>
                  </a:lnTo>
                  <a:lnTo>
                    <a:pt x="76" y="40"/>
                  </a:lnTo>
                  <a:lnTo>
                    <a:pt x="75" y="43"/>
                  </a:lnTo>
                  <a:lnTo>
                    <a:pt x="78" y="50"/>
                  </a:lnTo>
                  <a:lnTo>
                    <a:pt x="86" y="55"/>
                  </a:lnTo>
                  <a:lnTo>
                    <a:pt x="88" y="55"/>
                  </a:lnTo>
                  <a:lnTo>
                    <a:pt x="92" y="71"/>
                  </a:lnTo>
                  <a:lnTo>
                    <a:pt x="92" y="73"/>
                  </a:lnTo>
                  <a:lnTo>
                    <a:pt x="81" y="92"/>
                  </a:lnTo>
                  <a:lnTo>
                    <a:pt x="82" y="105"/>
                  </a:lnTo>
                  <a:lnTo>
                    <a:pt x="92" y="125"/>
                  </a:lnTo>
                  <a:lnTo>
                    <a:pt x="101" y="130"/>
                  </a:lnTo>
                  <a:lnTo>
                    <a:pt x="101" y="132"/>
                  </a:lnTo>
                  <a:lnTo>
                    <a:pt x="100" y="148"/>
                  </a:lnTo>
                  <a:lnTo>
                    <a:pt x="98" y="148"/>
                  </a:lnTo>
                  <a:lnTo>
                    <a:pt x="98" y="148"/>
                  </a:lnTo>
                  <a:lnTo>
                    <a:pt x="98" y="148"/>
                  </a:lnTo>
                  <a:lnTo>
                    <a:pt x="94" y="144"/>
                  </a:lnTo>
                  <a:lnTo>
                    <a:pt x="81" y="142"/>
                  </a:lnTo>
                  <a:lnTo>
                    <a:pt x="64" y="142"/>
                  </a:lnTo>
                  <a:lnTo>
                    <a:pt x="38" y="141"/>
                  </a:lnTo>
                  <a:lnTo>
                    <a:pt x="36" y="141"/>
                  </a:lnTo>
                  <a:lnTo>
                    <a:pt x="33" y="141"/>
                  </a:lnTo>
                  <a:lnTo>
                    <a:pt x="29" y="141"/>
                  </a:lnTo>
                  <a:lnTo>
                    <a:pt x="24" y="141"/>
                  </a:lnTo>
                  <a:lnTo>
                    <a:pt x="21" y="141"/>
                  </a:lnTo>
                  <a:lnTo>
                    <a:pt x="18" y="141"/>
                  </a:lnTo>
                  <a:lnTo>
                    <a:pt x="17" y="142"/>
                  </a:lnTo>
                  <a:lnTo>
                    <a:pt x="15" y="141"/>
                  </a:lnTo>
                  <a:lnTo>
                    <a:pt x="15" y="141"/>
                  </a:lnTo>
                  <a:lnTo>
                    <a:pt x="20" y="126"/>
                  </a:lnTo>
                  <a:lnTo>
                    <a:pt x="15" y="122"/>
                  </a:lnTo>
                  <a:lnTo>
                    <a:pt x="14" y="120"/>
                  </a:lnTo>
                  <a:lnTo>
                    <a:pt x="15" y="117"/>
                  </a:lnTo>
                  <a:lnTo>
                    <a:pt x="8" y="117"/>
                  </a:lnTo>
                  <a:lnTo>
                    <a:pt x="8" y="116"/>
                  </a:lnTo>
                  <a:lnTo>
                    <a:pt x="5" y="111"/>
                  </a:lnTo>
                  <a:lnTo>
                    <a:pt x="2" y="111"/>
                  </a:lnTo>
                  <a:lnTo>
                    <a:pt x="2" y="110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5" y="92"/>
                  </a:lnTo>
                  <a:lnTo>
                    <a:pt x="14" y="79"/>
                  </a:lnTo>
                  <a:lnTo>
                    <a:pt x="15" y="79"/>
                  </a:lnTo>
                  <a:lnTo>
                    <a:pt x="17" y="79"/>
                  </a:lnTo>
                  <a:lnTo>
                    <a:pt x="18" y="79"/>
                  </a:lnTo>
                  <a:lnTo>
                    <a:pt x="21" y="79"/>
                  </a:lnTo>
                  <a:lnTo>
                    <a:pt x="26" y="79"/>
                  </a:lnTo>
                  <a:lnTo>
                    <a:pt x="27" y="79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5" y="85"/>
                  </a:lnTo>
                  <a:lnTo>
                    <a:pt x="41" y="83"/>
                  </a:lnTo>
                  <a:lnTo>
                    <a:pt x="51" y="58"/>
                  </a:lnTo>
                  <a:lnTo>
                    <a:pt x="57" y="52"/>
                  </a:lnTo>
                  <a:lnTo>
                    <a:pt x="66" y="25"/>
                  </a:lnTo>
                  <a:lnTo>
                    <a:pt x="78" y="15"/>
                  </a:lnTo>
                  <a:lnTo>
                    <a:pt x="78" y="9"/>
                  </a:lnTo>
                  <a:lnTo>
                    <a:pt x="75" y="6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81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99" name="SENEGAL">
              <a:extLst>
                <a:ext uri="{FF2B5EF4-FFF2-40B4-BE49-F238E27FC236}">
                  <a16:creationId xmlns:a16="http://schemas.microsoft.com/office/drawing/2014/main" id="{7DCBB41C-41D7-8636-41CD-370BD4329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6653" y="6626485"/>
              <a:ext cx="286734" cy="203823"/>
            </a:xfrm>
            <a:custGeom>
              <a:avLst/>
              <a:gdLst>
                <a:gd name="T0" fmla="*/ 43 w 83"/>
                <a:gd name="T1" fmla="*/ 0 h 59"/>
                <a:gd name="T2" fmla="*/ 43 w 83"/>
                <a:gd name="T3" fmla="*/ 0 h 59"/>
                <a:gd name="T4" fmla="*/ 50 w 83"/>
                <a:gd name="T5" fmla="*/ 8 h 59"/>
                <a:gd name="T6" fmla="*/ 55 w 83"/>
                <a:gd name="T7" fmla="*/ 8 h 59"/>
                <a:gd name="T8" fmla="*/ 55 w 83"/>
                <a:gd name="T9" fmla="*/ 8 h 59"/>
                <a:gd name="T10" fmla="*/ 62 w 83"/>
                <a:gd name="T11" fmla="*/ 19 h 59"/>
                <a:gd name="T12" fmla="*/ 73 w 83"/>
                <a:gd name="T13" fmla="*/ 25 h 59"/>
                <a:gd name="T14" fmla="*/ 73 w 83"/>
                <a:gd name="T15" fmla="*/ 25 h 59"/>
                <a:gd name="T16" fmla="*/ 76 w 83"/>
                <a:gd name="T17" fmla="*/ 37 h 59"/>
                <a:gd name="T18" fmla="*/ 74 w 83"/>
                <a:gd name="T19" fmla="*/ 42 h 59"/>
                <a:gd name="T20" fmla="*/ 83 w 83"/>
                <a:gd name="T21" fmla="*/ 51 h 59"/>
                <a:gd name="T22" fmla="*/ 83 w 83"/>
                <a:gd name="T23" fmla="*/ 58 h 59"/>
                <a:gd name="T24" fmla="*/ 83 w 83"/>
                <a:gd name="T25" fmla="*/ 58 h 59"/>
                <a:gd name="T26" fmla="*/ 83 w 83"/>
                <a:gd name="T27" fmla="*/ 58 h 59"/>
                <a:gd name="T28" fmla="*/ 82 w 83"/>
                <a:gd name="T29" fmla="*/ 58 h 59"/>
                <a:gd name="T30" fmla="*/ 79 w 83"/>
                <a:gd name="T31" fmla="*/ 59 h 59"/>
                <a:gd name="T32" fmla="*/ 76 w 83"/>
                <a:gd name="T33" fmla="*/ 59 h 59"/>
                <a:gd name="T34" fmla="*/ 73 w 83"/>
                <a:gd name="T35" fmla="*/ 59 h 59"/>
                <a:gd name="T36" fmla="*/ 70 w 83"/>
                <a:gd name="T37" fmla="*/ 59 h 59"/>
                <a:gd name="T38" fmla="*/ 70 w 83"/>
                <a:gd name="T39" fmla="*/ 59 h 59"/>
                <a:gd name="T40" fmla="*/ 70 w 83"/>
                <a:gd name="T41" fmla="*/ 59 h 59"/>
                <a:gd name="T42" fmla="*/ 50 w 83"/>
                <a:gd name="T43" fmla="*/ 55 h 59"/>
                <a:gd name="T44" fmla="*/ 33 w 83"/>
                <a:gd name="T45" fmla="*/ 55 h 59"/>
                <a:gd name="T46" fmla="*/ 25 w 83"/>
                <a:gd name="T47" fmla="*/ 58 h 59"/>
                <a:gd name="T48" fmla="*/ 12 w 83"/>
                <a:gd name="T49" fmla="*/ 58 h 59"/>
                <a:gd name="T50" fmla="*/ 10 w 83"/>
                <a:gd name="T51" fmla="*/ 58 h 59"/>
                <a:gd name="T52" fmla="*/ 10 w 83"/>
                <a:gd name="T53" fmla="*/ 49 h 59"/>
                <a:gd name="T54" fmla="*/ 10 w 83"/>
                <a:gd name="T55" fmla="*/ 49 h 59"/>
                <a:gd name="T56" fmla="*/ 22 w 83"/>
                <a:gd name="T57" fmla="*/ 46 h 59"/>
                <a:gd name="T58" fmla="*/ 33 w 83"/>
                <a:gd name="T59" fmla="*/ 42 h 59"/>
                <a:gd name="T60" fmla="*/ 33 w 83"/>
                <a:gd name="T61" fmla="*/ 42 h 59"/>
                <a:gd name="T62" fmla="*/ 33 w 83"/>
                <a:gd name="T63" fmla="*/ 42 h 59"/>
                <a:gd name="T64" fmla="*/ 46 w 83"/>
                <a:gd name="T65" fmla="*/ 46 h 59"/>
                <a:gd name="T66" fmla="*/ 49 w 83"/>
                <a:gd name="T67" fmla="*/ 45 h 59"/>
                <a:gd name="T68" fmla="*/ 49 w 83"/>
                <a:gd name="T69" fmla="*/ 43 h 59"/>
                <a:gd name="T70" fmla="*/ 43 w 83"/>
                <a:gd name="T71" fmla="*/ 45 h 59"/>
                <a:gd name="T72" fmla="*/ 34 w 83"/>
                <a:gd name="T73" fmla="*/ 40 h 59"/>
                <a:gd name="T74" fmla="*/ 27 w 83"/>
                <a:gd name="T75" fmla="*/ 43 h 59"/>
                <a:gd name="T76" fmla="*/ 13 w 83"/>
                <a:gd name="T77" fmla="*/ 43 h 59"/>
                <a:gd name="T78" fmla="*/ 13 w 83"/>
                <a:gd name="T79" fmla="*/ 42 h 59"/>
                <a:gd name="T80" fmla="*/ 3 w 83"/>
                <a:gd name="T81" fmla="*/ 28 h 59"/>
                <a:gd name="T82" fmla="*/ 0 w 83"/>
                <a:gd name="T83" fmla="*/ 27 h 59"/>
                <a:gd name="T84" fmla="*/ 0 w 83"/>
                <a:gd name="T85" fmla="*/ 25 h 59"/>
                <a:gd name="T86" fmla="*/ 0 w 83"/>
                <a:gd name="T87" fmla="*/ 25 h 59"/>
                <a:gd name="T88" fmla="*/ 9 w 83"/>
                <a:gd name="T89" fmla="*/ 21 h 59"/>
                <a:gd name="T90" fmla="*/ 13 w 83"/>
                <a:gd name="T91" fmla="*/ 13 h 59"/>
                <a:gd name="T92" fmla="*/ 13 w 83"/>
                <a:gd name="T93" fmla="*/ 8 h 59"/>
                <a:gd name="T94" fmla="*/ 16 w 83"/>
                <a:gd name="T95" fmla="*/ 3 h 59"/>
                <a:gd name="T96" fmla="*/ 16 w 83"/>
                <a:gd name="T97" fmla="*/ 2 h 59"/>
                <a:gd name="T98" fmla="*/ 21 w 83"/>
                <a:gd name="T99" fmla="*/ 2 h 59"/>
                <a:gd name="T100" fmla="*/ 30 w 83"/>
                <a:gd name="T101" fmla="*/ 2 h 59"/>
                <a:gd name="T102" fmla="*/ 39 w 83"/>
                <a:gd name="T103" fmla="*/ 0 h 59"/>
                <a:gd name="T104" fmla="*/ 43 w 83"/>
                <a:gd name="T10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3" h="59">
                  <a:moveTo>
                    <a:pt x="43" y="0"/>
                  </a:moveTo>
                  <a:lnTo>
                    <a:pt x="43" y="0"/>
                  </a:lnTo>
                  <a:lnTo>
                    <a:pt x="50" y="8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62" y="19"/>
                  </a:lnTo>
                  <a:lnTo>
                    <a:pt x="73" y="25"/>
                  </a:lnTo>
                  <a:lnTo>
                    <a:pt x="73" y="25"/>
                  </a:lnTo>
                  <a:lnTo>
                    <a:pt x="76" y="37"/>
                  </a:lnTo>
                  <a:lnTo>
                    <a:pt x="74" y="42"/>
                  </a:lnTo>
                  <a:lnTo>
                    <a:pt x="83" y="51"/>
                  </a:lnTo>
                  <a:lnTo>
                    <a:pt x="83" y="58"/>
                  </a:lnTo>
                  <a:lnTo>
                    <a:pt x="83" y="58"/>
                  </a:lnTo>
                  <a:lnTo>
                    <a:pt x="83" y="58"/>
                  </a:lnTo>
                  <a:lnTo>
                    <a:pt x="82" y="58"/>
                  </a:lnTo>
                  <a:lnTo>
                    <a:pt x="79" y="59"/>
                  </a:lnTo>
                  <a:lnTo>
                    <a:pt x="76" y="59"/>
                  </a:lnTo>
                  <a:lnTo>
                    <a:pt x="73" y="59"/>
                  </a:lnTo>
                  <a:lnTo>
                    <a:pt x="70" y="59"/>
                  </a:lnTo>
                  <a:lnTo>
                    <a:pt x="70" y="59"/>
                  </a:lnTo>
                  <a:lnTo>
                    <a:pt x="70" y="59"/>
                  </a:lnTo>
                  <a:lnTo>
                    <a:pt x="50" y="55"/>
                  </a:lnTo>
                  <a:lnTo>
                    <a:pt x="33" y="55"/>
                  </a:lnTo>
                  <a:lnTo>
                    <a:pt x="25" y="58"/>
                  </a:lnTo>
                  <a:lnTo>
                    <a:pt x="12" y="58"/>
                  </a:lnTo>
                  <a:lnTo>
                    <a:pt x="10" y="58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22" y="46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46" y="46"/>
                  </a:lnTo>
                  <a:lnTo>
                    <a:pt x="49" y="45"/>
                  </a:lnTo>
                  <a:lnTo>
                    <a:pt x="49" y="43"/>
                  </a:lnTo>
                  <a:lnTo>
                    <a:pt x="43" y="45"/>
                  </a:lnTo>
                  <a:lnTo>
                    <a:pt x="34" y="40"/>
                  </a:lnTo>
                  <a:lnTo>
                    <a:pt x="27" y="43"/>
                  </a:lnTo>
                  <a:lnTo>
                    <a:pt x="13" y="43"/>
                  </a:lnTo>
                  <a:lnTo>
                    <a:pt x="13" y="42"/>
                  </a:lnTo>
                  <a:lnTo>
                    <a:pt x="3" y="28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9" y="21"/>
                  </a:lnTo>
                  <a:lnTo>
                    <a:pt x="13" y="13"/>
                  </a:lnTo>
                  <a:lnTo>
                    <a:pt x="13" y="8"/>
                  </a:lnTo>
                  <a:lnTo>
                    <a:pt x="16" y="3"/>
                  </a:lnTo>
                  <a:lnTo>
                    <a:pt x="16" y="2"/>
                  </a:lnTo>
                  <a:lnTo>
                    <a:pt x="21" y="2"/>
                  </a:lnTo>
                  <a:lnTo>
                    <a:pt x="30" y="2"/>
                  </a:lnTo>
                  <a:lnTo>
                    <a:pt x="39" y="0"/>
                  </a:lnTo>
                  <a:lnTo>
                    <a:pt x="4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00" name="SIERRA LEONE">
              <a:extLst>
                <a:ext uri="{FF2B5EF4-FFF2-40B4-BE49-F238E27FC236}">
                  <a16:creationId xmlns:a16="http://schemas.microsoft.com/office/drawing/2014/main" id="{2DFBE31F-3939-F439-DA2D-07381BB7A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0112" y="6940856"/>
              <a:ext cx="138185" cy="138185"/>
            </a:xfrm>
            <a:custGeom>
              <a:avLst/>
              <a:gdLst>
                <a:gd name="T0" fmla="*/ 27 w 40"/>
                <a:gd name="T1" fmla="*/ 0 h 40"/>
                <a:gd name="T2" fmla="*/ 29 w 40"/>
                <a:gd name="T3" fmla="*/ 0 h 40"/>
                <a:gd name="T4" fmla="*/ 37 w 40"/>
                <a:gd name="T5" fmla="*/ 13 h 40"/>
                <a:gd name="T6" fmla="*/ 37 w 40"/>
                <a:gd name="T7" fmla="*/ 13 h 40"/>
                <a:gd name="T8" fmla="*/ 34 w 40"/>
                <a:gd name="T9" fmla="*/ 20 h 40"/>
                <a:gd name="T10" fmla="*/ 39 w 40"/>
                <a:gd name="T11" fmla="*/ 19 h 40"/>
                <a:gd name="T12" fmla="*/ 39 w 40"/>
                <a:gd name="T13" fmla="*/ 19 h 40"/>
                <a:gd name="T14" fmla="*/ 40 w 40"/>
                <a:gd name="T15" fmla="*/ 19 h 40"/>
                <a:gd name="T16" fmla="*/ 40 w 40"/>
                <a:gd name="T17" fmla="*/ 19 h 40"/>
                <a:gd name="T18" fmla="*/ 40 w 40"/>
                <a:gd name="T19" fmla="*/ 20 h 40"/>
                <a:gd name="T20" fmla="*/ 40 w 40"/>
                <a:gd name="T21" fmla="*/ 23 h 40"/>
                <a:gd name="T22" fmla="*/ 40 w 40"/>
                <a:gd name="T23" fmla="*/ 23 h 40"/>
                <a:gd name="T24" fmla="*/ 37 w 40"/>
                <a:gd name="T25" fmla="*/ 25 h 40"/>
                <a:gd name="T26" fmla="*/ 37 w 40"/>
                <a:gd name="T27" fmla="*/ 29 h 40"/>
                <a:gd name="T28" fmla="*/ 36 w 40"/>
                <a:gd name="T29" fmla="*/ 29 h 40"/>
                <a:gd name="T30" fmla="*/ 24 w 40"/>
                <a:gd name="T31" fmla="*/ 40 h 40"/>
                <a:gd name="T32" fmla="*/ 24 w 40"/>
                <a:gd name="T33" fmla="*/ 40 h 40"/>
                <a:gd name="T34" fmla="*/ 24 w 40"/>
                <a:gd name="T35" fmla="*/ 40 h 40"/>
                <a:gd name="T36" fmla="*/ 12 w 40"/>
                <a:gd name="T37" fmla="*/ 34 h 40"/>
                <a:gd name="T38" fmla="*/ 6 w 40"/>
                <a:gd name="T39" fmla="*/ 28 h 40"/>
                <a:gd name="T40" fmla="*/ 0 w 40"/>
                <a:gd name="T41" fmla="*/ 22 h 40"/>
                <a:gd name="T42" fmla="*/ 0 w 40"/>
                <a:gd name="T43" fmla="*/ 20 h 40"/>
                <a:gd name="T44" fmla="*/ 2 w 40"/>
                <a:gd name="T45" fmla="*/ 20 h 40"/>
                <a:gd name="T46" fmla="*/ 3 w 40"/>
                <a:gd name="T47" fmla="*/ 19 h 40"/>
                <a:gd name="T48" fmla="*/ 0 w 40"/>
                <a:gd name="T49" fmla="*/ 11 h 40"/>
                <a:gd name="T50" fmla="*/ 0 w 40"/>
                <a:gd name="T51" fmla="*/ 10 h 40"/>
                <a:gd name="T52" fmla="*/ 0 w 40"/>
                <a:gd name="T53" fmla="*/ 10 h 40"/>
                <a:gd name="T54" fmla="*/ 3 w 40"/>
                <a:gd name="T55" fmla="*/ 10 h 40"/>
                <a:gd name="T56" fmla="*/ 12 w 40"/>
                <a:gd name="T57" fmla="*/ 0 h 40"/>
                <a:gd name="T58" fmla="*/ 12 w 40"/>
                <a:gd name="T59" fmla="*/ 0 h 40"/>
                <a:gd name="T60" fmla="*/ 14 w 40"/>
                <a:gd name="T61" fmla="*/ 0 h 40"/>
                <a:gd name="T62" fmla="*/ 17 w 40"/>
                <a:gd name="T63" fmla="*/ 0 h 40"/>
                <a:gd name="T64" fmla="*/ 20 w 40"/>
                <a:gd name="T65" fmla="*/ 0 h 40"/>
                <a:gd name="T66" fmla="*/ 24 w 40"/>
                <a:gd name="T67" fmla="*/ 0 h 40"/>
                <a:gd name="T68" fmla="*/ 26 w 40"/>
                <a:gd name="T69" fmla="*/ 0 h 40"/>
                <a:gd name="T70" fmla="*/ 27 w 40"/>
                <a:gd name="T7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0" h="40">
                  <a:moveTo>
                    <a:pt x="27" y="0"/>
                  </a:moveTo>
                  <a:lnTo>
                    <a:pt x="29" y="0"/>
                  </a:lnTo>
                  <a:lnTo>
                    <a:pt x="37" y="13"/>
                  </a:lnTo>
                  <a:lnTo>
                    <a:pt x="37" y="13"/>
                  </a:lnTo>
                  <a:lnTo>
                    <a:pt x="34" y="20"/>
                  </a:lnTo>
                  <a:lnTo>
                    <a:pt x="39" y="19"/>
                  </a:lnTo>
                  <a:lnTo>
                    <a:pt x="39" y="19"/>
                  </a:lnTo>
                  <a:lnTo>
                    <a:pt x="40" y="19"/>
                  </a:lnTo>
                  <a:lnTo>
                    <a:pt x="40" y="19"/>
                  </a:lnTo>
                  <a:lnTo>
                    <a:pt x="40" y="20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37" y="25"/>
                  </a:lnTo>
                  <a:lnTo>
                    <a:pt x="37" y="29"/>
                  </a:lnTo>
                  <a:lnTo>
                    <a:pt x="36" y="29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12" y="34"/>
                  </a:lnTo>
                  <a:lnTo>
                    <a:pt x="6" y="28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2" y="20"/>
                  </a:lnTo>
                  <a:lnTo>
                    <a:pt x="3" y="19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01" name="ALGERIA">
              <a:extLst>
                <a:ext uri="{FF2B5EF4-FFF2-40B4-BE49-F238E27FC236}">
                  <a16:creationId xmlns:a16="http://schemas.microsoft.com/office/drawing/2014/main" id="{E50543DB-59E9-9D68-E226-5DC128A34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0845" y="5593551"/>
              <a:ext cx="922386" cy="929293"/>
            </a:xfrm>
            <a:custGeom>
              <a:avLst/>
              <a:gdLst>
                <a:gd name="T0" fmla="*/ 196 w 267"/>
                <a:gd name="T1" fmla="*/ 0 h 269"/>
                <a:gd name="T2" fmla="*/ 208 w 267"/>
                <a:gd name="T3" fmla="*/ 0 h 269"/>
                <a:gd name="T4" fmla="*/ 208 w 267"/>
                <a:gd name="T5" fmla="*/ 0 h 269"/>
                <a:gd name="T6" fmla="*/ 218 w 267"/>
                <a:gd name="T7" fmla="*/ 3 h 269"/>
                <a:gd name="T8" fmla="*/ 222 w 267"/>
                <a:gd name="T9" fmla="*/ 3 h 269"/>
                <a:gd name="T10" fmla="*/ 227 w 267"/>
                <a:gd name="T11" fmla="*/ 1 h 269"/>
                <a:gd name="T12" fmla="*/ 227 w 267"/>
                <a:gd name="T13" fmla="*/ 3 h 269"/>
                <a:gd name="T14" fmla="*/ 224 w 267"/>
                <a:gd name="T15" fmla="*/ 10 h 269"/>
                <a:gd name="T16" fmla="*/ 222 w 267"/>
                <a:gd name="T17" fmla="*/ 20 h 269"/>
                <a:gd name="T18" fmla="*/ 221 w 267"/>
                <a:gd name="T19" fmla="*/ 41 h 269"/>
                <a:gd name="T20" fmla="*/ 212 w 267"/>
                <a:gd name="T21" fmla="*/ 60 h 269"/>
                <a:gd name="T22" fmla="*/ 218 w 267"/>
                <a:gd name="T23" fmla="*/ 63 h 269"/>
                <a:gd name="T24" fmla="*/ 231 w 267"/>
                <a:gd name="T25" fmla="*/ 78 h 269"/>
                <a:gd name="T26" fmla="*/ 236 w 267"/>
                <a:gd name="T27" fmla="*/ 106 h 269"/>
                <a:gd name="T28" fmla="*/ 233 w 267"/>
                <a:gd name="T29" fmla="*/ 112 h 269"/>
                <a:gd name="T30" fmla="*/ 240 w 267"/>
                <a:gd name="T31" fmla="*/ 143 h 269"/>
                <a:gd name="T32" fmla="*/ 239 w 267"/>
                <a:gd name="T33" fmla="*/ 163 h 269"/>
                <a:gd name="T34" fmla="*/ 242 w 267"/>
                <a:gd name="T35" fmla="*/ 179 h 269"/>
                <a:gd name="T36" fmla="*/ 246 w 267"/>
                <a:gd name="T37" fmla="*/ 189 h 269"/>
                <a:gd name="T38" fmla="*/ 261 w 267"/>
                <a:gd name="T39" fmla="*/ 194 h 269"/>
                <a:gd name="T40" fmla="*/ 267 w 267"/>
                <a:gd name="T41" fmla="*/ 206 h 269"/>
                <a:gd name="T42" fmla="*/ 187 w 267"/>
                <a:gd name="T43" fmla="*/ 262 h 269"/>
                <a:gd name="T44" fmla="*/ 157 w 267"/>
                <a:gd name="T45" fmla="*/ 269 h 269"/>
                <a:gd name="T46" fmla="*/ 156 w 267"/>
                <a:gd name="T47" fmla="*/ 269 h 269"/>
                <a:gd name="T48" fmla="*/ 153 w 267"/>
                <a:gd name="T49" fmla="*/ 267 h 269"/>
                <a:gd name="T50" fmla="*/ 137 w 267"/>
                <a:gd name="T51" fmla="*/ 250 h 269"/>
                <a:gd name="T52" fmla="*/ 128 w 267"/>
                <a:gd name="T53" fmla="*/ 243 h 269"/>
                <a:gd name="T54" fmla="*/ 126 w 267"/>
                <a:gd name="T55" fmla="*/ 238 h 269"/>
                <a:gd name="T56" fmla="*/ 2 w 267"/>
                <a:gd name="T57" fmla="*/ 152 h 269"/>
                <a:gd name="T58" fmla="*/ 0 w 267"/>
                <a:gd name="T59" fmla="*/ 129 h 269"/>
                <a:gd name="T60" fmla="*/ 6 w 267"/>
                <a:gd name="T61" fmla="*/ 123 h 269"/>
                <a:gd name="T62" fmla="*/ 27 w 267"/>
                <a:gd name="T63" fmla="*/ 115 h 269"/>
                <a:gd name="T64" fmla="*/ 28 w 267"/>
                <a:gd name="T65" fmla="*/ 112 h 269"/>
                <a:gd name="T66" fmla="*/ 51 w 267"/>
                <a:gd name="T67" fmla="*/ 102 h 269"/>
                <a:gd name="T68" fmla="*/ 62 w 267"/>
                <a:gd name="T69" fmla="*/ 93 h 269"/>
                <a:gd name="T70" fmla="*/ 64 w 267"/>
                <a:gd name="T71" fmla="*/ 84 h 269"/>
                <a:gd name="T72" fmla="*/ 74 w 267"/>
                <a:gd name="T73" fmla="*/ 78 h 269"/>
                <a:gd name="T74" fmla="*/ 96 w 267"/>
                <a:gd name="T75" fmla="*/ 77 h 269"/>
                <a:gd name="T76" fmla="*/ 96 w 267"/>
                <a:gd name="T77" fmla="*/ 74 h 269"/>
                <a:gd name="T78" fmla="*/ 92 w 267"/>
                <a:gd name="T79" fmla="*/ 65 h 269"/>
                <a:gd name="T80" fmla="*/ 83 w 267"/>
                <a:gd name="T81" fmla="*/ 32 h 269"/>
                <a:gd name="T82" fmla="*/ 85 w 267"/>
                <a:gd name="T83" fmla="*/ 32 h 269"/>
                <a:gd name="T84" fmla="*/ 96 w 267"/>
                <a:gd name="T85" fmla="*/ 28 h 269"/>
                <a:gd name="T86" fmla="*/ 114 w 267"/>
                <a:gd name="T87" fmla="*/ 19 h 269"/>
                <a:gd name="T88" fmla="*/ 131 w 267"/>
                <a:gd name="T89" fmla="*/ 9 h 269"/>
                <a:gd name="T90" fmla="*/ 178 w 267"/>
                <a:gd name="T91" fmla="*/ 3 h 269"/>
                <a:gd name="T92" fmla="*/ 196 w 267"/>
                <a:gd name="T93" fmla="*/ 0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67" h="269">
                  <a:moveTo>
                    <a:pt x="196" y="0"/>
                  </a:moveTo>
                  <a:lnTo>
                    <a:pt x="196" y="0"/>
                  </a:lnTo>
                  <a:lnTo>
                    <a:pt x="203" y="3"/>
                  </a:lnTo>
                  <a:lnTo>
                    <a:pt x="208" y="0"/>
                  </a:lnTo>
                  <a:lnTo>
                    <a:pt x="208" y="0"/>
                  </a:lnTo>
                  <a:lnTo>
                    <a:pt x="208" y="0"/>
                  </a:lnTo>
                  <a:lnTo>
                    <a:pt x="217" y="3"/>
                  </a:lnTo>
                  <a:lnTo>
                    <a:pt x="218" y="3"/>
                  </a:lnTo>
                  <a:lnTo>
                    <a:pt x="220" y="3"/>
                  </a:lnTo>
                  <a:lnTo>
                    <a:pt x="222" y="3"/>
                  </a:lnTo>
                  <a:lnTo>
                    <a:pt x="225" y="3"/>
                  </a:lnTo>
                  <a:lnTo>
                    <a:pt x="227" y="1"/>
                  </a:lnTo>
                  <a:lnTo>
                    <a:pt x="227" y="3"/>
                  </a:lnTo>
                  <a:lnTo>
                    <a:pt x="227" y="3"/>
                  </a:lnTo>
                  <a:lnTo>
                    <a:pt x="222" y="9"/>
                  </a:lnTo>
                  <a:lnTo>
                    <a:pt x="224" y="10"/>
                  </a:lnTo>
                  <a:lnTo>
                    <a:pt x="224" y="10"/>
                  </a:lnTo>
                  <a:lnTo>
                    <a:pt x="222" y="20"/>
                  </a:lnTo>
                  <a:lnTo>
                    <a:pt x="224" y="31"/>
                  </a:lnTo>
                  <a:lnTo>
                    <a:pt x="221" y="41"/>
                  </a:lnTo>
                  <a:lnTo>
                    <a:pt x="211" y="50"/>
                  </a:lnTo>
                  <a:lnTo>
                    <a:pt x="212" y="60"/>
                  </a:lnTo>
                  <a:lnTo>
                    <a:pt x="218" y="63"/>
                  </a:lnTo>
                  <a:lnTo>
                    <a:pt x="218" y="63"/>
                  </a:lnTo>
                  <a:lnTo>
                    <a:pt x="221" y="72"/>
                  </a:lnTo>
                  <a:lnTo>
                    <a:pt x="231" y="78"/>
                  </a:lnTo>
                  <a:lnTo>
                    <a:pt x="231" y="80"/>
                  </a:lnTo>
                  <a:lnTo>
                    <a:pt x="236" y="106"/>
                  </a:lnTo>
                  <a:lnTo>
                    <a:pt x="236" y="106"/>
                  </a:lnTo>
                  <a:lnTo>
                    <a:pt x="233" y="112"/>
                  </a:lnTo>
                  <a:lnTo>
                    <a:pt x="239" y="121"/>
                  </a:lnTo>
                  <a:lnTo>
                    <a:pt x="240" y="143"/>
                  </a:lnTo>
                  <a:lnTo>
                    <a:pt x="239" y="163"/>
                  </a:lnTo>
                  <a:lnTo>
                    <a:pt x="239" y="163"/>
                  </a:lnTo>
                  <a:lnTo>
                    <a:pt x="234" y="167"/>
                  </a:lnTo>
                  <a:lnTo>
                    <a:pt x="242" y="179"/>
                  </a:lnTo>
                  <a:lnTo>
                    <a:pt x="243" y="186"/>
                  </a:lnTo>
                  <a:lnTo>
                    <a:pt x="246" y="189"/>
                  </a:lnTo>
                  <a:lnTo>
                    <a:pt x="261" y="194"/>
                  </a:lnTo>
                  <a:lnTo>
                    <a:pt x="261" y="194"/>
                  </a:lnTo>
                  <a:lnTo>
                    <a:pt x="267" y="206"/>
                  </a:lnTo>
                  <a:lnTo>
                    <a:pt x="267" y="206"/>
                  </a:lnTo>
                  <a:lnTo>
                    <a:pt x="217" y="240"/>
                  </a:lnTo>
                  <a:lnTo>
                    <a:pt x="187" y="262"/>
                  </a:lnTo>
                  <a:lnTo>
                    <a:pt x="168" y="267"/>
                  </a:lnTo>
                  <a:lnTo>
                    <a:pt x="157" y="269"/>
                  </a:lnTo>
                  <a:lnTo>
                    <a:pt x="156" y="269"/>
                  </a:lnTo>
                  <a:lnTo>
                    <a:pt x="156" y="269"/>
                  </a:lnTo>
                  <a:lnTo>
                    <a:pt x="153" y="268"/>
                  </a:lnTo>
                  <a:lnTo>
                    <a:pt x="153" y="267"/>
                  </a:lnTo>
                  <a:lnTo>
                    <a:pt x="154" y="256"/>
                  </a:lnTo>
                  <a:lnTo>
                    <a:pt x="137" y="250"/>
                  </a:lnTo>
                  <a:lnTo>
                    <a:pt x="134" y="246"/>
                  </a:lnTo>
                  <a:lnTo>
                    <a:pt x="128" y="243"/>
                  </a:lnTo>
                  <a:lnTo>
                    <a:pt x="128" y="243"/>
                  </a:lnTo>
                  <a:lnTo>
                    <a:pt x="126" y="238"/>
                  </a:lnTo>
                  <a:lnTo>
                    <a:pt x="49" y="185"/>
                  </a:lnTo>
                  <a:lnTo>
                    <a:pt x="2" y="152"/>
                  </a:lnTo>
                  <a:lnTo>
                    <a:pt x="0" y="151"/>
                  </a:lnTo>
                  <a:lnTo>
                    <a:pt x="0" y="129"/>
                  </a:lnTo>
                  <a:lnTo>
                    <a:pt x="2" y="127"/>
                  </a:lnTo>
                  <a:lnTo>
                    <a:pt x="6" y="123"/>
                  </a:lnTo>
                  <a:lnTo>
                    <a:pt x="21" y="115"/>
                  </a:lnTo>
                  <a:lnTo>
                    <a:pt x="27" y="115"/>
                  </a:lnTo>
                  <a:lnTo>
                    <a:pt x="28" y="112"/>
                  </a:lnTo>
                  <a:lnTo>
                    <a:pt x="28" y="112"/>
                  </a:lnTo>
                  <a:lnTo>
                    <a:pt x="40" y="111"/>
                  </a:lnTo>
                  <a:lnTo>
                    <a:pt x="51" y="102"/>
                  </a:lnTo>
                  <a:lnTo>
                    <a:pt x="64" y="96"/>
                  </a:lnTo>
                  <a:lnTo>
                    <a:pt x="62" y="93"/>
                  </a:lnTo>
                  <a:lnTo>
                    <a:pt x="62" y="86"/>
                  </a:lnTo>
                  <a:lnTo>
                    <a:pt x="64" y="84"/>
                  </a:lnTo>
                  <a:lnTo>
                    <a:pt x="74" y="83"/>
                  </a:lnTo>
                  <a:lnTo>
                    <a:pt x="74" y="78"/>
                  </a:lnTo>
                  <a:lnTo>
                    <a:pt x="76" y="78"/>
                  </a:lnTo>
                  <a:lnTo>
                    <a:pt x="96" y="77"/>
                  </a:lnTo>
                  <a:lnTo>
                    <a:pt x="96" y="75"/>
                  </a:lnTo>
                  <a:lnTo>
                    <a:pt x="96" y="74"/>
                  </a:lnTo>
                  <a:lnTo>
                    <a:pt x="98" y="72"/>
                  </a:lnTo>
                  <a:lnTo>
                    <a:pt x="92" y="65"/>
                  </a:lnTo>
                  <a:lnTo>
                    <a:pt x="91" y="37"/>
                  </a:lnTo>
                  <a:lnTo>
                    <a:pt x="83" y="32"/>
                  </a:lnTo>
                  <a:lnTo>
                    <a:pt x="83" y="32"/>
                  </a:lnTo>
                  <a:lnTo>
                    <a:pt x="85" y="32"/>
                  </a:lnTo>
                  <a:lnTo>
                    <a:pt x="88" y="32"/>
                  </a:lnTo>
                  <a:lnTo>
                    <a:pt x="96" y="28"/>
                  </a:lnTo>
                  <a:lnTo>
                    <a:pt x="102" y="22"/>
                  </a:lnTo>
                  <a:lnTo>
                    <a:pt x="114" y="19"/>
                  </a:lnTo>
                  <a:lnTo>
                    <a:pt x="117" y="16"/>
                  </a:lnTo>
                  <a:lnTo>
                    <a:pt x="131" y="9"/>
                  </a:lnTo>
                  <a:lnTo>
                    <a:pt x="165" y="3"/>
                  </a:lnTo>
                  <a:lnTo>
                    <a:pt x="178" y="3"/>
                  </a:lnTo>
                  <a:lnTo>
                    <a:pt x="182" y="6"/>
                  </a:lnTo>
                  <a:lnTo>
                    <a:pt x="196" y="0"/>
                  </a:lnTo>
                  <a:lnTo>
                    <a:pt x="19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grpSp>
          <p:nvGrpSpPr>
            <p:cNvPr id="1002" name="ANGOLA">
              <a:extLst>
                <a:ext uri="{FF2B5EF4-FFF2-40B4-BE49-F238E27FC236}">
                  <a16:creationId xmlns:a16="http://schemas.microsoft.com/office/drawing/2014/main" id="{6AB5AC68-FB3B-3138-364F-6D0AF20750E0}"/>
                </a:ext>
              </a:extLst>
            </p:cNvPr>
            <p:cNvGrpSpPr/>
            <p:nvPr userDrawn="1"/>
          </p:nvGrpSpPr>
          <p:grpSpPr>
            <a:xfrm>
              <a:off x="12182866" y="7579959"/>
              <a:ext cx="570013" cy="635654"/>
              <a:chOff x="12182866" y="7579959"/>
              <a:chExt cx="570013" cy="635654"/>
            </a:xfrm>
            <a:grpFill/>
          </p:grpSpPr>
          <p:sp>
            <p:nvSpPr>
              <p:cNvPr id="1048" name="ANGOLA">
                <a:extLst>
                  <a:ext uri="{FF2B5EF4-FFF2-40B4-BE49-F238E27FC236}">
                    <a16:creationId xmlns:a16="http://schemas.microsoft.com/office/drawing/2014/main" id="{99E9C9F0-6691-AFE7-C10B-EC910BB993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82866" y="7645600"/>
                <a:ext cx="570013" cy="570013"/>
              </a:xfrm>
              <a:custGeom>
                <a:avLst/>
                <a:gdLst>
                  <a:gd name="T0" fmla="*/ 67 w 165"/>
                  <a:gd name="T1" fmla="*/ 5 h 165"/>
                  <a:gd name="T2" fmla="*/ 80 w 165"/>
                  <a:gd name="T3" fmla="*/ 31 h 165"/>
                  <a:gd name="T4" fmla="*/ 104 w 165"/>
                  <a:gd name="T5" fmla="*/ 16 h 165"/>
                  <a:gd name="T6" fmla="*/ 105 w 165"/>
                  <a:gd name="T7" fmla="*/ 16 h 165"/>
                  <a:gd name="T8" fmla="*/ 111 w 165"/>
                  <a:gd name="T9" fmla="*/ 15 h 165"/>
                  <a:gd name="T10" fmla="*/ 117 w 165"/>
                  <a:gd name="T11" fmla="*/ 15 h 165"/>
                  <a:gd name="T12" fmla="*/ 120 w 165"/>
                  <a:gd name="T13" fmla="*/ 15 h 165"/>
                  <a:gd name="T14" fmla="*/ 122 w 165"/>
                  <a:gd name="T15" fmla="*/ 15 h 165"/>
                  <a:gd name="T16" fmla="*/ 132 w 165"/>
                  <a:gd name="T17" fmla="*/ 19 h 165"/>
                  <a:gd name="T18" fmla="*/ 133 w 165"/>
                  <a:gd name="T19" fmla="*/ 24 h 165"/>
                  <a:gd name="T20" fmla="*/ 139 w 165"/>
                  <a:gd name="T21" fmla="*/ 64 h 165"/>
                  <a:gd name="T22" fmla="*/ 136 w 165"/>
                  <a:gd name="T23" fmla="*/ 70 h 165"/>
                  <a:gd name="T24" fmla="*/ 142 w 165"/>
                  <a:gd name="T25" fmla="*/ 68 h 165"/>
                  <a:gd name="T26" fmla="*/ 144 w 165"/>
                  <a:gd name="T27" fmla="*/ 68 h 165"/>
                  <a:gd name="T28" fmla="*/ 150 w 165"/>
                  <a:gd name="T29" fmla="*/ 67 h 165"/>
                  <a:gd name="T30" fmla="*/ 159 w 165"/>
                  <a:gd name="T31" fmla="*/ 67 h 165"/>
                  <a:gd name="T32" fmla="*/ 163 w 165"/>
                  <a:gd name="T33" fmla="*/ 67 h 165"/>
                  <a:gd name="T34" fmla="*/ 163 w 165"/>
                  <a:gd name="T35" fmla="*/ 67 h 165"/>
                  <a:gd name="T36" fmla="*/ 165 w 165"/>
                  <a:gd name="T37" fmla="*/ 95 h 165"/>
                  <a:gd name="T38" fmla="*/ 165 w 165"/>
                  <a:gd name="T39" fmla="*/ 97 h 165"/>
                  <a:gd name="T40" fmla="*/ 136 w 165"/>
                  <a:gd name="T41" fmla="*/ 144 h 165"/>
                  <a:gd name="T42" fmla="*/ 153 w 165"/>
                  <a:gd name="T43" fmla="*/ 157 h 165"/>
                  <a:gd name="T44" fmla="*/ 129 w 165"/>
                  <a:gd name="T45" fmla="*/ 165 h 165"/>
                  <a:gd name="T46" fmla="*/ 111 w 165"/>
                  <a:gd name="T47" fmla="*/ 160 h 165"/>
                  <a:gd name="T48" fmla="*/ 86 w 165"/>
                  <a:gd name="T49" fmla="*/ 154 h 165"/>
                  <a:gd name="T50" fmla="*/ 19 w 165"/>
                  <a:gd name="T51" fmla="*/ 148 h 165"/>
                  <a:gd name="T52" fmla="*/ 7 w 165"/>
                  <a:gd name="T53" fmla="*/ 153 h 165"/>
                  <a:gd name="T54" fmla="*/ 7 w 165"/>
                  <a:gd name="T55" fmla="*/ 151 h 165"/>
                  <a:gd name="T56" fmla="*/ 0 w 165"/>
                  <a:gd name="T57" fmla="*/ 154 h 165"/>
                  <a:gd name="T58" fmla="*/ 0 w 165"/>
                  <a:gd name="T59" fmla="*/ 154 h 165"/>
                  <a:gd name="T60" fmla="*/ 0 w 165"/>
                  <a:gd name="T61" fmla="*/ 135 h 165"/>
                  <a:gd name="T62" fmla="*/ 16 w 165"/>
                  <a:gd name="T63" fmla="*/ 94 h 165"/>
                  <a:gd name="T64" fmla="*/ 27 w 165"/>
                  <a:gd name="T65" fmla="*/ 70 h 165"/>
                  <a:gd name="T66" fmla="*/ 22 w 165"/>
                  <a:gd name="T67" fmla="*/ 58 h 165"/>
                  <a:gd name="T68" fmla="*/ 19 w 165"/>
                  <a:gd name="T69" fmla="*/ 45 h 165"/>
                  <a:gd name="T70" fmla="*/ 19 w 165"/>
                  <a:gd name="T71" fmla="*/ 34 h 165"/>
                  <a:gd name="T72" fmla="*/ 9 w 165"/>
                  <a:gd name="T73" fmla="*/ 8 h 165"/>
                  <a:gd name="T74" fmla="*/ 22 w 165"/>
                  <a:gd name="T75" fmla="*/ 2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65" h="165">
                    <a:moveTo>
                      <a:pt x="61" y="0"/>
                    </a:moveTo>
                    <a:lnTo>
                      <a:pt x="67" y="5"/>
                    </a:lnTo>
                    <a:lnTo>
                      <a:pt x="71" y="21"/>
                    </a:lnTo>
                    <a:lnTo>
                      <a:pt x="80" y="31"/>
                    </a:lnTo>
                    <a:lnTo>
                      <a:pt x="99" y="28"/>
                    </a:lnTo>
                    <a:lnTo>
                      <a:pt x="104" y="16"/>
                    </a:lnTo>
                    <a:lnTo>
                      <a:pt x="104" y="16"/>
                    </a:lnTo>
                    <a:lnTo>
                      <a:pt x="105" y="16"/>
                    </a:lnTo>
                    <a:lnTo>
                      <a:pt x="107" y="16"/>
                    </a:lnTo>
                    <a:lnTo>
                      <a:pt x="111" y="15"/>
                    </a:lnTo>
                    <a:lnTo>
                      <a:pt x="114" y="15"/>
                    </a:lnTo>
                    <a:lnTo>
                      <a:pt x="117" y="15"/>
                    </a:lnTo>
                    <a:lnTo>
                      <a:pt x="119" y="15"/>
                    </a:lnTo>
                    <a:lnTo>
                      <a:pt x="120" y="15"/>
                    </a:lnTo>
                    <a:lnTo>
                      <a:pt x="120" y="15"/>
                    </a:lnTo>
                    <a:lnTo>
                      <a:pt x="122" y="15"/>
                    </a:lnTo>
                    <a:lnTo>
                      <a:pt x="120" y="19"/>
                    </a:lnTo>
                    <a:lnTo>
                      <a:pt x="132" y="19"/>
                    </a:lnTo>
                    <a:lnTo>
                      <a:pt x="132" y="19"/>
                    </a:lnTo>
                    <a:lnTo>
                      <a:pt x="133" y="24"/>
                    </a:lnTo>
                    <a:lnTo>
                      <a:pt x="133" y="49"/>
                    </a:lnTo>
                    <a:lnTo>
                      <a:pt x="139" y="64"/>
                    </a:lnTo>
                    <a:lnTo>
                      <a:pt x="139" y="64"/>
                    </a:lnTo>
                    <a:lnTo>
                      <a:pt x="136" y="70"/>
                    </a:lnTo>
                    <a:lnTo>
                      <a:pt x="139" y="73"/>
                    </a:lnTo>
                    <a:lnTo>
                      <a:pt x="142" y="68"/>
                    </a:lnTo>
                    <a:lnTo>
                      <a:pt x="142" y="68"/>
                    </a:lnTo>
                    <a:lnTo>
                      <a:pt x="144" y="68"/>
                    </a:lnTo>
                    <a:lnTo>
                      <a:pt x="147" y="68"/>
                    </a:lnTo>
                    <a:lnTo>
                      <a:pt x="150" y="67"/>
                    </a:lnTo>
                    <a:lnTo>
                      <a:pt x="154" y="67"/>
                    </a:lnTo>
                    <a:lnTo>
                      <a:pt x="159" y="67"/>
                    </a:lnTo>
                    <a:lnTo>
                      <a:pt x="162" y="67"/>
                    </a:lnTo>
                    <a:lnTo>
                      <a:pt x="163" y="67"/>
                    </a:lnTo>
                    <a:lnTo>
                      <a:pt x="163" y="67"/>
                    </a:lnTo>
                    <a:lnTo>
                      <a:pt x="163" y="67"/>
                    </a:lnTo>
                    <a:lnTo>
                      <a:pt x="162" y="94"/>
                    </a:lnTo>
                    <a:lnTo>
                      <a:pt x="165" y="95"/>
                    </a:lnTo>
                    <a:lnTo>
                      <a:pt x="165" y="95"/>
                    </a:lnTo>
                    <a:lnTo>
                      <a:pt x="165" y="97"/>
                    </a:lnTo>
                    <a:lnTo>
                      <a:pt x="136" y="97"/>
                    </a:lnTo>
                    <a:lnTo>
                      <a:pt x="136" y="144"/>
                    </a:lnTo>
                    <a:lnTo>
                      <a:pt x="153" y="157"/>
                    </a:lnTo>
                    <a:lnTo>
                      <a:pt x="153" y="157"/>
                    </a:lnTo>
                    <a:lnTo>
                      <a:pt x="153" y="159"/>
                    </a:lnTo>
                    <a:lnTo>
                      <a:pt x="129" y="165"/>
                    </a:lnTo>
                    <a:lnTo>
                      <a:pt x="129" y="165"/>
                    </a:lnTo>
                    <a:lnTo>
                      <a:pt x="111" y="160"/>
                    </a:lnTo>
                    <a:lnTo>
                      <a:pt x="98" y="160"/>
                    </a:lnTo>
                    <a:lnTo>
                      <a:pt x="86" y="154"/>
                    </a:lnTo>
                    <a:lnTo>
                      <a:pt x="30" y="154"/>
                    </a:lnTo>
                    <a:lnTo>
                      <a:pt x="19" y="148"/>
                    </a:lnTo>
                    <a:lnTo>
                      <a:pt x="15" y="148"/>
                    </a:lnTo>
                    <a:lnTo>
                      <a:pt x="7" y="153"/>
                    </a:lnTo>
                    <a:lnTo>
                      <a:pt x="7" y="153"/>
                    </a:lnTo>
                    <a:lnTo>
                      <a:pt x="7" y="151"/>
                    </a:lnTo>
                    <a:lnTo>
                      <a:pt x="6" y="151"/>
                    </a:lnTo>
                    <a:lnTo>
                      <a:pt x="0" y="154"/>
                    </a:lnTo>
                    <a:lnTo>
                      <a:pt x="0" y="154"/>
                    </a:lnTo>
                    <a:lnTo>
                      <a:pt x="0" y="154"/>
                    </a:lnTo>
                    <a:lnTo>
                      <a:pt x="0" y="154"/>
                    </a:lnTo>
                    <a:lnTo>
                      <a:pt x="0" y="135"/>
                    </a:lnTo>
                    <a:lnTo>
                      <a:pt x="9" y="107"/>
                    </a:lnTo>
                    <a:lnTo>
                      <a:pt x="16" y="94"/>
                    </a:lnTo>
                    <a:lnTo>
                      <a:pt x="25" y="85"/>
                    </a:lnTo>
                    <a:lnTo>
                      <a:pt x="27" y="70"/>
                    </a:lnTo>
                    <a:lnTo>
                      <a:pt x="27" y="64"/>
                    </a:lnTo>
                    <a:lnTo>
                      <a:pt x="22" y="58"/>
                    </a:lnTo>
                    <a:lnTo>
                      <a:pt x="19" y="46"/>
                    </a:lnTo>
                    <a:lnTo>
                      <a:pt x="19" y="45"/>
                    </a:lnTo>
                    <a:lnTo>
                      <a:pt x="22" y="40"/>
                    </a:lnTo>
                    <a:lnTo>
                      <a:pt x="19" y="34"/>
                    </a:lnTo>
                    <a:lnTo>
                      <a:pt x="9" y="8"/>
                    </a:lnTo>
                    <a:lnTo>
                      <a:pt x="9" y="8"/>
                    </a:lnTo>
                    <a:lnTo>
                      <a:pt x="9" y="6"/>
                    </a:lnTo>
                    <a:lnTo>
                      <a:pt x="22" y="2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1049" name="ANGOLA">
                <a:extLst>
                  <a:ext uri="{FF2B5EF4-FFF2-40B4-BE49-F238E27FC236}">
                    <a16:creationId xmlns:a16="http://schemas.microsoft.com/office/drawing/2014/main" id="{D89C28D6-4B5D-465C-CAA3-D9AF51AA80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196684" y="7579959"/>
                <a:ext cx="51820" cy="76002"/>
              </a:xfrm>
              <a:custGeom>
                <a:avLst/>
                <a:gdLst>
                  <a:gd name="T0" fmla="*/ 11 w 15"/>
                  <a:gd name="T1" fmla="*/ 1 h 22"/>
                  <a:gd name="T2" fmla="*/ 2 w 15"/>
                  <a:gd name="T3" fmla="*/ 10 h 22"/>
                  <a:gd name="T4" fmla="*/ 5 w 15"/>
                  <a:gd name="T5" fmla="*/ 21 h 22"/>
                  <a:gd name="T6" fmla="*/ 8 w 15"/>
                  <a:gd name="T7" fmla="*/ 21 h 22"/>
                  <a:gd name="T8" fmla="*/ 9 w 15"/>
                  <a:gd name="T9" fmla="*/ 10 h 22"/>
                  <a:gd name="T10" fmla="*/ 14 w 15"/>
                  <a:gd name="T11" fmla="*/ 4 h 22"/>
                  <a:gd name="T12" fmla="*/ 11 w 15"/>
                  <a:gd name="T13" fmla="*/ 1 h 22"/>
                  <a:gd name="T14" fmla="*/ 11 w 15"/>
                  <a:gd name="T15" fmla="*/ 0 h 22"/>
                  <a:gd name="T16" fmla="*/ 11 w 15"/>
                  <a:gd name="T17" fmla="*/ 0 h 22"/>
                  <a:gd name="T18" fmla="*/ 15 w 15"/>
                  <a:gd name="T19" fmla="*/ 4 h 22"/>
                  <a:gd name="T20" fmla="*/ 15 w 15"/>
                  <a:gd name="T21" fmla="*/ 4 h 22"/>
                  <a:gd name="T22" fmla="*/ 15 w 15"/>
                  <a:gd name="T23" fmla="*/ 6 h 22"/>
                  <a:gd name="T24" fmla="*/ 11 w 15"/>
                  <a:gd name="T25" fmla="*/ 10 h 22"/>
                  <a:gd name="T26" fmla="*/ 9 w 15"/>
                  <a:gd name="T27" fmla="*/ 21 h 22"/>
                  <a:gd name="T28" fmla="*/ 8 w 15"/>
                  <a:gd name="T29" fmla="*/ 22 h 22"/>
                  <a:gd name="T30" fmla="*/ 6 w 15"/>
                  <a:gd name="T31" fmla="*/ 22 h 22"/>
                  <a:gd name="T32" fmla="*/ 5 w 15"/>
                  <a:gd name="T33" fmla="*/ 22 h 22"/>
                  <a:gd name="T34" fmla="*/ 5 w 15"/>
                  <a:gd name="T35" fmla="*/ 22 h 22"/>
                  <a:gd name="T36" fmla="*/ 5 w 15"/>
                  <a:gd name="T37" fmla="*/ 22 h 22"/>
                  <a:gd name="T38" fmla="*/ 0 w 15"/>
                  <a:gd name="T39" fmla="*/ 10 h 22"/>
                  <a:gd name="T40" fmla="*/ 0 w 15"/>
                  <a:gd name="T41" fmla="*/ 9 h 22"/>
                  <a:gd name="T42" fmla="*/ 9 w 15"/>
                  <a:gd name="T43" fmla="*/ 1 h 22"/>
                  <a:gd name="T44" fmla="*/ 11 w 15"/>
                  <a:gd name="T45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5" h="22">
                    <a:moveTo>
                      <a:pt x="11" y="1"/>
                    </a:moveTo>
                    <a:lnTo>
                      <a:pt x="2" y="10"/>
                    </a:lnTo>
                    <a:lnTo>
                      <a:pt x="5" y="21"/>
                    </a:lnTo>
                    <a:lnTo>
                      <a:pt x="8" y="21"/>
                    </a:lnTo>
                    <a:lnTo>
                      <a:pt x="9" y="10"/>
                    </a:lnTo>
                    <a:lnTo>
                      <a:pt x="14" y="4"/>
                    </a:lnTo>
                    <a:lnTo>
                      <a:pt x="11" y="1"/>
                    </a:lnTo>
                    <a:close/>
                    <a:moveTo>
                      <a:pt x="11" y="0"/>
                    </a:moveTo>
                    <a:lnTo>
                      <a:pt x="11" y="0"/>
                    </a:lnTo>
                    <a:lnTo>
                      <a:pt x="15" y="4"/>
                    </a:lnTo>
                    <a:lnTo>
                      <a:pt x="15" y="4"/>
                    </a:lnTo>
                    <a:lnTo>
                      <a:pt x="15" y="6"/>
                    </a:lnTo>
                    <a:lnTo>
                      <a:pt x="11" y="10"/>
                    </a:lnTo>
                    <a:lnTo>
                      <a:pt x="9" y="21"/>
                    </a:lnTo>
                    <a:lnTo>
                      <a:pt x="8" y="22"/>
                    </a:lnTo>
                    <a:lnTo>
                      <a:pt x="6" y="22"/>
                    </a:lnTo>
                    <a:lnTo>
                      <a:pt x="5" y="22"/>
                    </a:lnTo>
                    <a:lnTo>
                      <a:pt x="5" y="22"/>
                    </a:lnTo>
                    <a:lnTo>
                      <a:pt x="5" y="22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9" y="1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  <p:sp>
          <p:nvSpPr>
            <p:cNvPr id="1003" name="BOTSWANA">
              <a:extLst>
                <a:ext uri="{FF2B5EF4-FFF2-40B4-BE49-F238E27FC236}">
                  <a16:creationId xmlns:a16="http://schemas.microsoft.com/office/drawing/2014/main" id="{060C5C9E-8506-EA80-40B8-81E61B5E2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5966" y="8194883"/>
              <a:ext cx="431828" cy="445647"/>
            </a:xfrm>
            <a:custGeom>
              <a:avLst/>
              <a:gdLst>
                <a:gd name="T0" fmla="*/ 68 w 125"/>
                <a:gd name="T1" fmla="*/ 0 h 129"/>
                <a:gd name="T2" fmla="*/ 70 w 125"/>
                <a:gd name="T3" fmla="*/ 1 h 129"/>
                <a:gd name="T4" fmla="*/ 82 w 125"/>
                <a:gd name="T5" fmla="*/ 22 h 129"/>
                <a:gd name="T6" fmla="*/ 104 w 125"/>
                <a:gd name="T7" fmla="*/ 40 h 129"/>
                <a:gd name="T8" fmla="*/ 104 w 125"/>
                <a:gd name="T9" fmla="*/ 40 h 129"/>
                <a:gd name="T10" fmla="*/ 105 w 125"/>
                <a:gd name="T11" fmla="*/ 52 h 129"/>
                <a:gd name="T12" fmla="*/ 123 w 125"/>
                <a:gd name="T13" fmla="*/ 61 h 129"/>
                <a:gd name="T14" fmla="*/ 125 w 125"/>
                <a:gd name="T15" fmla="*/ 61 h 129"/>
                <a:gd name="T16" fmla="*/ 123 w 125"/>
                <a:gd name="T17" fmla="*/ 62 h 129"/>
                <a:gd name="T18" fmla="*/ 100 w 125"/>
                <a:gd name="T19" fmla="*/ 77 h 129"/>
                <a:gd name="T20" fmla="*/ 79 w 125"/>
                <a:gd name="T21" fmla="*/ 99 h 129"/>
                <a:gd name="T22" fmla="*/ 74 w 125"/>
                <a:gd name="T23" fmla="*/ 110 h 129"/>
                <a:gd name="T24" fmla="*/ 74 w 125"/>
                <a:gd name="T25" fmla="*/ 111 h 129"/>
                <a:gd name="T26" fmla="*/ 64 w 125"/>
                <a:gd name="T27" fmla="*/ 112 h 129"/>
                <a:gd name="T28" fmla="*/ 51 w 125"/>
                <a:gd name="T29" fmla="*/ 108 h 129"/>
                <a:gd name="T30" fmla="*/ 45 w 125"/>
                <a:gd name="T31" fmla="*/ 108 h 129"/>
                <a:gd name="T32" fmla="*/ 31 w 125"/>
                <a:gd name="T33" fmla="*/ 126 h 129"/>
                <a:gd name="T34" fmla="*/ 21 w 125"/>
                <a:gd name="T35" fmla="*/ 129 h 129"/>
                <a:gd name="T36" fmla="*/ 21 w 125"/>
                <a:gd name="T37" fmla="*/ 129 h 129"/>
                <a:gd name="T38" fmla="*/ 11 w 125"/>
                <a:gd name="T39" fmla="*/ 127 h 129"/>
                <a:gd name="T40" fmla="*/ 11 w 125"/>
                <a:gd name="T41" fmla="*/ 127 h 129"/>
                <a:gd name="T42" fmla="*/ 11 w 125"/>
                <a:gd name="T43" fmla="*/ 111 h 129"/>
                <a:gd name="T44" fmla="*/ 0 w 125"/>
                <a:gd name="T45" fmla="*/ 98 h 129"/>
                <a:gd name="T46" fmla="*/ 0 w 125"/>
                <a:gd name="T47" fmla="*/ 98 h 129"/>
                <a:gd name="T48" fmla="*/ 0 w 125"/>
                <a:gd name="T49" fmla="*/ 59 h 129"/>
                <a:gd name="T50" fmla="*/ 0 w 125"/>
                <a:gd name="T51" fmla="*/ 58 h 129"/>
                <a:gd name="T52" fmla="*/ 12 w 125"/>
                <a:gd name="T53" fmla="*/ 58 h 129"/>
                <a:gd name="T54" fmla="*/ 12 w 125"/>
                <a:gd name="T55" fmla="*/ 10 h 129"/>
                <a:gd name="T56" fmla="*/ 14 w 125"/>
                <a:gd name="T57" fmla="*/ 10 h 129"/>
                <a:gd name="T58" fmla="*/ 39 w 125"/>
                <a:gd name="T59" fmla="*/ 4 h 129"/>
                <a:gd name="T60" fmla="*/ 45 w 125"/>
                <a:gd name="T61" fmla="*/ 6 h 129"/>
                <a:gd name="T62" fmla="*/ 46 w 125"/>
                <a:gd name="T63" fmla="*/ 6 h 129"/>
                <a:gd name="T64" fmla="*/ 48 w 125"/>
                <a:gd name="T65" fmla="*/ 12 h 129"/>
                <a:gd name="T66" fmla="*/ 55 w 125"/>
                <a:gd name="T67" fmla="*/ 4 h 129"/>
                <a:gd name="T68" fmla="*/ 64 w 125"/>
                <a:gd name="T69" fmla="*/ 0 h 129"/>
                <a:gd name="T70" fmla="*/ 68 w 125"/>
                <a:gd name="T71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5" h="129">
                  <a:moveTo>
                    <a:pt x="68" y="0"/>
                  </a:moveTo>
                  <a:lnTo>
                    <a:pt x="70" y="1"/>
                  </a:lnTo>
                  <a:lnTo>
                    <a:pt x="82" y="22"/>
                  </a:lnTo>
                  <a:lnTo>
                    <a:pt x="104" y="40"/>
                  </a:lnTo>
                  <a:lnTo>
                    <a:pt x="104" y="40"/>
                  </a:lnTo>
                  <a:lnTo>
                    <a:pt x="105" y="52"/>
                  </a:lnTo>
                  <a:lnTo>
                    <a:pt x="123" y="61"/>
                  </a:lnTo>
                  <a:lnTo>
                    <a:pt x="125" y="61"/>
                  </a:lnTo>
                  <a:lnTo>
                    <a:pt x="123" y="62"/>
                  </a:lnTo>
                  <a:lnTo>
                    <a:pt x="100" y="77"/>
                  </a:lnTo>
                  <a:lnTo>
                    <a:pt x="79" y="99"/>
                  </a:lnTo>
                  <a:lnTo>
                    <a:pt x="74" y="110"/>
                  </a:lnTo>
                  <a:lnTo>
                    <a:pt x="74" y="111"/>
                  </a:lnTo>
                  <a:lnTo>
                    <a:pt x="64" y="112"/>
                  </a:lnTo>
                  <a:lnTo>
                    <a:pt x="51" y="108"/>
                  </a:lnTo>
                  <a:lnTo>
                    <a:pt x="45" y="108"/>
                  </a:lnTo>
                  <a:lnTo>
                    <a:pt x="31" y="126"/>
                  </a:lnTo>
                  <a:lnTo>
                    <a:pt x="21" y="129"/>
                  </a:lnTo>
                  <a:lnTo>
                    <a:pt x="21" y="129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1" y="111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59"/>
                  </a:lnTo>
                  <a:lnTo>
                    <a:pt x="0" y="58"/>
                  </a:lnTo>
                  <a:lnTo>
                    <a:pt x="12" y="58"/>
                  </a:lnTo>
                  <a:lnTo>
                    <a:pt x="12" y="10"/>
                  </a:lnTo>
                  <a:lnTo>
                    <a:pt x="14" y="10"/>
                  </a:lnTo>
                  <a:lnTo>
                    <a:pt x="39" y="4"/>
                  </a:lnTo>
                  <a:lnTo>
                    <a:pt x="45" y="6"/>
                  </a:lnTo>
                  <a:lnTo>
                    <a:pt x="46" y="6"/>
                  </a:lnTo>
                  <a:lnTo>
                    <a:pt x="48" y="12"/>
                  </a:lnTo>
                  <a:lnTo>
                    <a:pt x="55" y="4"/>
                  </a:lnTo>
                  <a:lnTo>
                    <a:pt x="64" y="0"/>
                  </a:lnTo>
                  <a:lnTo>
                    <a:pt x="6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04" name="CENTAL AFRICAN REPUBLIC">
              <a:extLst>
                <a:ext uri="{FF2B5EF4-FFF2-40B4-BE49-F238E27FC236}">
                  <a16:creationId xmlns:a16="http://schemas.microsoft.com/office/drawing/2014/main" id="{CC1743BF-B18F-17E6-04BC-01C02EFE7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0687" y="6889036"/>
              <a:ext cx="594194" cy="373101"/>
            </a:xfrm>
            <a:custGeom>
              <a:avLst/>
              <a:gdLst>
                <a:gd name="T0" fmla="*/ 108 w 172"/>
                <a:gd name="T1" fmla="*/ 1 h 108"/>
                <a:gd name="T2" fmla="*/ 120 w 172"/>
                <a:gd name="T3" fmla="*/ 13 h 108"/>
                <a:gd name="T4" fmla="*/ 128 w 172"/>
                <a:gd name="T5" fmla="*/ 31 h 108"/>
                <a:gd name="T6" fmla="*/ 129 w 172"/>
                <a:gd name="T7" fmla="*/ 35 h 108"/>
                <a:gd name="T8" fmla="*/ 141 w 172"/>
                <a:gd name="T9" fmla="*/ 40 h 108"/>
                <a:gd name="T10" fmla="*/ 156 w 172"/>
                <a:gd name="T11" fmla="*/ 55 h 108"/>
                <a:gd name="T12" fmla="*/ 169 w 172"/>
                <a:gd name="T13" fmla="*/ 71 h 108"/>
                <a:gd name="T14" fmla="*/ 172 w 172"/>
                <a:gd name="T15" fmla="*/ 78 h 108"/>
                <a:gd name="T16" fmla="*/ 171 w 172"/>
                <a:gd name="T17" fmla="*/ 78 h 108"/>
                <a:gd name="T18" fmla="*/ 166 w 172"/>
                <a:gd name="T19" fmla="*/ 78 h 108"/>
                <a:gd name="T20" fmla="*/ 163 w 172"/>
                <a:gd name="T21" fmla="*/ 80 h 108"/>
                <a:gd name="T22" fmla="*/ 162 w 172"/>
                <a:gd name="T23" fmla="*/ 80 h 108"/>
                <a:gd name="T24" fmla="*/ 159 w 172"/>
                <a:gd name="T25" fmla="*/ 80 h 108"/>
                <a:gd name="T26" fmla="*/ 159 w 172"/>
                <a:gd name="T27" fmla="*/ 80 h 108"/>
                <a:gd name="T28" fmla="*/ 142 w 172"/>
                <a:gd name="T29" fmla="*/ 78 h 108"/>
                <a:gd name="T30" fmla="*/ 141 w 172"/>
                <a:gd name="T31" fmla="*/ 80 h 108"/>
                <a:gd name="T32" fmla="*/ 136 w 172"/>
                <a:gd name="T33" fmla="*/ 81 h 108"/>
                <a:gd name="T34" fmla="*/ 133 w 172"/>
                <a:gd name="T35" fmla="*/ 80 h 108"/>
                <a:gd name="T36" fmla="*/ 111 w 172"/>
                <a:gd name="T37" fmla="*/ 83 h 108"/>
                <a:gd name="T38" fmla="*/ 105 w 172"/>
                <a:gd name="T39" fmla="*/ 89 h 108"/>
                <a:gd name="T40" fmla="*/ 85 w 172"/>
                <a:gd name="T41" fmla="*/ 86 h 108"/>
                <a:gd name="T42" fmla="*/ 82 w 172"/>
                <a:gd name="T43" fmla="*/ 87 h 108"/>
                <a:gd name="T44" fmla="*/ 74 w 172"/>
                <a:gd name="T45" fmla="*/ 78 h 108"/>
                <a:gd name="T46" fmla="*/ 59 w 172"/>
                <a:gd name="T47" fmla="*/ 86 h 108"/>
                <a:gd name="T48" fmla="*/ 58 w 172"/>
                <a:gd name="T49" fmla="*/ 96 h 108"/>
                <a:gd name="T50" fmla="*/ 46 w 172"/>
                <a:gd name="T51" fmla="*/ 101 h 108"/>
                <a:gd name="T52" fmla="*/ 46 w 172"/>
                <a:gd name="T53" fmla="*/ 101 h 108"/>
                <a:gd name="T54" fmla="*/ 34 w 172"/>
                <a:gd name="T55" fmla="*/ 99 h 108"/>
                <a:gd name="T56" fmla="*/ 22 w 172"/>
                <a:gd name="T57" fmla="*/ 108 h 108"/>
                <a:gd name="T58" fmla="*/ 12 w 172"/>
                <a:gd name="T59" fmla="*/ 101 h 108"/>
                <a:gd name="T60" fmla="*/ 0 w 172"/>
                <a:gd name="T61" fmla="*/ 68 h 108"/>
                <a:gd name="T62" fmla="*/ 12 w 172"/>
                <a:gd name="T63" fmla="*/ 47 h 108"/>
                <a:gd name="T64" fmla="*/ 28 w 172"/>
                <a:gd name="T65" fmla="*/ 41 h 108"/>
                <a:gd name="T66" fmla="*/ 28 w 172"/>
                <a:gd name="T67" fmla="*/ 41 h 108"/>
                <a:gd name="T68" fmla="*/ 43 w 172"/>
                <a:gd name="T69" fmla="*/ 40 h 108"/>
                <a:gd name="T70" fmla="*/ 61 w 172"/>
                <a:gd name="T71" fmla="*/ 32 h 108"/>
                <a:gd name="T72" fmla="*/ 61 w 172"/>
                <a:gd name="T73" fmla="*/ 28 h 108"/>
                <a:gd name="T74" fmla="*/ 95 w 172"/>
                <a:gd name="T75" fmla="*/ 10 h 108"/>
                <a:gd name="T76" fmla="*/ 98 w 172"/>
                <a:gd name="T77" fmla="*/ 1 h 108"/>
                <a:gd name="T78" fmla="*/ 102 w 172"/>
                <a:gd name="T79" fmla="*/ 1 h 108"/>
                <a:gd name="T80" fmla="*/ 107 w 172"/>
                <a:gd name="T8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72" h="108">
                  <a:moveTo>
                    <a:pt x="108" y="0"/>
                  </a:moveTo>
                  <a:lnTo>
                    <a:pt x="108" y="1"/>
                  </a:lnTo>
                  <a:lnTo>
                    <a:pt x="120" y="13"/>
                  </a:lnTo>
                  <a:lnTo>
                    <a:pt x="120" y="13"/>
                  </a:lnTo>
                  <a:lnTo>
                    <a:pt x="120" y="28"/>
                  </a:lnTo>
                  <a:lnTo>
                    <a:pt x="128" y="31"/>
                  </a:lnTo>
                  <a:lnTo>
                    <a:pt x="128" y="32"/>
                  </a:lnTo>
                  <a:lnTo>
                    <a:pt x="129" y="35"/>
                  </a:lnTo>
                  <a:lnTo>
                    <a:pt x="141" y="38"/>
                  </a:lnTo>
                  <a:lnTo>
                    <a:pt x="141" y="40"/>
                  </a:lnTo>
                  <a:lnTo>
                    <a:pt x="142" y="46"/>
                  </a:lnTo>
                  <a:lnTo>
                    <a:pt x="156" y="55"/>
                  </a:lnTo>
                  <a:lnTo>
                    <a:pt x="160" y="65"/>
                  </a:lnTo>
                  <a:lnTo>
                    <a:pt x="169" y="71"/>
                  </a:lnTo>
                  <a:lnTo>
                    <a:pt x="172" y="77"/>
                  </a:lnTo>
                  <a:lnTo>
                    <a:pt x="172" y="78"/>
                  </a:lnTo>
                  <a:lnTo>
                    <a:pt x="172" y="78"/>
                  </a:lnTo>
                  <a:lnTo>
                    <a:pt x="171" y="78"/>
                  </a:lnTo>
                  <a:lnTo>
                    <a:pt x="169" y="78"/>
                  </a:lnTo>
                  <a:lnTo>
                    <a:pt x="166" y="78"/>
                  </a:lnTo>
                  <a:lnTo>
                    <a:pt x="166" y="78"/>
                  </a:lnTo>
                  <a:lnTo>
                    <a:pt x="163" y="80"/>
                  </a:lnTo>
                  <a:lnTo>
                    <a:pt x="163" y="80"/>
                  </a:lnTo>
                  <a:lnTo>
                    <a:pt x="162" y="80"/>
                  </a:lnTo>
                  <a:lnTo>
                    <a:pt x="160" y="78"/>
                  </a:lnTo>
                  <a:lnTo>
                    <a:pt x="159" y="80"/>
                  </a:lnTo>
                  <a:lnTo>
                    <a:pt x="159" y="80"/>
                  </a:lnTo>
                  <a:lnTo>
                    <a:pt x="159" y="80"/>
                  </a:lnTo>
                  <a:lnTo>
                    <a:pt x="156" y="77"/>
                  </a:lnTo>
                  <a:lnTo>
                    <a:pt x="142" y="78"/>
                  </a:lnTo>
                  <a:lnTo>
                    <a:pt x="141" y="80"/>
                  </a:lnTo>
                  <a:lnTo>
                    <a:pt x="141" y="80"/>
                  </a:lnTo>
                  <a:lnTo>
                    <a:pt x="136" y="81"/>
                  </a:lnTo>
                  <a:lnTo>
                    <a:pt x="136" y="81"/>
                  </a:lnTo>
                  <a:lnTo>
                    <a:pt x="135" y="81"/>
                  </a:lnTo>
                  <a:lnTo>
                    <a:pt x="133" y="80"/>
                  </a:lnTo>
                  <a:lnTo>
                    <a:pt x="117" y="84"/>
                  </a:lnTo>
                  <a:lnTo>
                    <a:pt x="111" y="83"/>
                  </a:lnTo>
                  <a:lnTo>
                    <a:pt x="105" y="89"/>
                  </a:lnTo>
                  <a:lnTo>
                    <a:pt x="105" y="89"/>
                  </a:lnTo>
                  <a:lnTo>
                    <a:pt x="93" y="89"/>
                  </a:lnTo>
                  <a:lnTo>
                    <a:pt x="85" y="86"/>
                  </a:lnTo>
                  <a:lnTo>
                    <a:pt x="82" y="87"/>
                  </a:lnTo>
                  <a:lnTo>
                    <a:pt x="82" y="87"/>
                  </a:lnTo>
                  <a:lnTo>
                    <a:pt x="80" y="86"/>
                  </a:lnTo>
                  <a:lnTo>
                    <a:pt x="74" y="78"/>
                  </a:lnTo>
                  <a:lnTo>
                    <a:pt x="67" y="78"/>
                  </a:lnTo>
                  <a:lnTo>
                    <a:pt x="59" y="86"/>
                  </a:lnTo>
                  <a:lnTo>
                    <a:pt x="59" y="96"/>
                  </a:lnTo>
                  <a:lnTo>
                    <a:pt x="58" y="96"/>
                  </a:lnTo>
                  <a:lnTo>
                    <a:pt x="56" y="98"/>
                  </a:lnTo>
                  <a:lnTo>
                    <a:pt x="46" y="101"/>
                  </a:lnTo>
                  <a:lnTo>
                    <a:pt x="46" y="101"/>
                  </a:lnTo>
                  <a:lnTo>
                    <a:pt x="46" y="101"/>
                  </a:lnTo>
                  <a:lnTo>
                    <a:pt x="37" y="98"/>
                  </a:lnTo>
                  <a:lnTo>
                    <a:pt x="34" y="99"/>
                  </a:lnTo>
                  <a:lnTo>
                    <a:pt x="22" y="108"/>
                  </a:lnTo>
                  <a:lnTo>
                    <a:pt x="22" y="108"/>
                  </a:lnTo>
                  <a:lnTo>
                    <a:pt x="21" y="108"/>
                  </a:lnTo>
                  <a:lnTo>
                    <a:pt x="12" y="101"/>
                  </a:lnTo>
                  <a:lnTo>
                    <a:pt x="2" y="83"/>
                  </a:lnTo>
                  <a:lnTo>
                    <a:pt x="0" y="68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21" y="47"/>
                  </a:lnTo>
                  <a:lnTo>
                    <a:pt x="28" y="41"/>
                  </a:lnTo>
                  <a:lnTo>
                    <a:pt x="28" y="41"/>
                  </a:lnTo>
                  <a:lnTo>
                    <a:pt x="28" y="41"/>
                  </a:lnTo>
                  <a:lnTo>
                    <a:pt x="33" y="46"/>
                  </a:lnTo>
                  <a:lnTo>
                    <a:pt x="43" y="40"/>
                  </a:lnTo>
                  <a:lnTo>
                    <a:pt x="55" y="38"/>
                  </a:lnTo>
                  <a:lnTo>
                    <a:pt x="61" y="32"/>
                  </a:lnTo>
                  <a:lnTo>
                    <a:pt x="59" y="28"/>
                  </a:lnTo>
                  <a:lnTo>
                    <a:pt x="61" y="28"/>
                  </a:lnTo>
                  <a:lnTo>
                    <a:pt x="79" y="25"/>
                  </a:lnTo>
                  <a:lnTo>
                    <a:pt x="95" y="10"/>
                  </a:lnTo>
                  <a:lnTo>
                    <a:pt x="98" y="3"/>
                  </a:lnTo>
                  <a:lnTo>
                    <a:pt x="98" y="1"/>
                  </a:lnTo>
                  <a:lnTo>
                    <a:pt x="99" y="1"/>
                  </a:lnTo>
                  <a:lnTo>
                    <a:pt x="102" y="1"/>
                  </a:lnTo>
                  <a:lnTo>
                    <a:pt x="105" y="1"/>
                  </a:lnTo>
                  <a:lnTo>
                    <a:pt x="107" y="0"/>
                  </a:lnTo>
                  <a:lnTo>
                    <a:pt x="10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05" name="CHAD">
              <a:extLst>
                <a:ext uri="{FF2B5EF4-FFF2-40B4-BE49-F238E27FC236}">
                  <a16:creationId xmlns:a16="http://schemas.microsoft.com/office/drawing/2014/main" id="{B87024F5-80A2-3BF5-3916-CAB7739FB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8867" y="6308658"/>
              <a:ext cx="487102" cy="749653"/>
            </a:xfrm>
            <a:custGeom>
              <a:avLst/>
              <a:gdLst>
                <a:gd name="T0" fmla="*/ 37 w 141"/>
                <a:gd name="T1" fmla="*/ 0 h 217"/>
                <a:gd name="T2" fmla="*/ 141 w 141"/>
                <a:gd name="T3" fmla="*/ 55 h 217"/>
                <a:gd name="T4" fmla="*/ 141 w 141"/>
                <a:gd name="T5" fmla="*/ 105 h 217"/>
                <a:gd name="T6" fmla="*/ 125 w 141"/>
                <a:gd name="T7" fmla="*/ 114 h 217"/>
                <a:gd name="T8" fmla="*/ 119 w 141"/>
                <a:gd name="T9" fmla="*/ 128 h 217"/>
                <a:gd name="T10" fmla="*/ 113 w 141"/>
                <a:gd name="T11" fmla="*/ 143 h 217"/>
                <a:gd name="T12" fmla="*/ 114 w 141"/>
                <a:gd name="T13" fmla="*/ 146 h 217"/>
                <a:gd name="T14" fmla="*/ 117 w 141"/>
                <a:gd name="T15" fmla="*/ 146 h 217"/>
                <a:gd name="T16" fmla="*/ 119 w 141"/>
                <a:gd name="T17" fmla="*/ 146 h 217"/>
                <a:gd name="T18" fmla="*/ 126 w 141"/>
                <a:gd name="T19" fmla="*/ 165 h 217"/>
                <a:gd name="T20" fmla="*/ 123 w 141"/>
                <a:gd name="T21" fmla="*/ 169 h 217"/>
                <a:gd name="T22" fmla="*/ 114 w 141"/>
                <a:gd name="T23" fmla="*/ 171 h 217"/>
                <a:gd name="T24" fmla="*/ 95 w 141"/>
                <a:gd name="T25" fmla="*/ 194 h 217"/>
                <a:gd name="T26" fmla="*/ 77 w 141"/>
                <a:gd name="T27" fmla="*/ 200 h 217"/>
                <a:gd name="T28" fmla="*/ 71 w 141"/>
                <a:gd name="T29" fmla="*/ 208 h 217"/>
                <a:gd name="T30" fmla="*/ 58 w 141"/>
                <a:gd name="T31" fmla="*/ 209 h 217"/>
                <a:gd name="T32" fmla="*/ 48 w 141"/>
                <a:gd name="T33" fmla="*/ 215 h 217"/>
                <a:gd name="T34" fmla="*/ 43 w 141"/>
                <a:gd name="T35" fmla="*/ 211 h 217"/>
                <a:gd name="T36" fmla="*/ 36 w 141"/>
                <a:gd name="T37" fmla="*/ 217 h 217"/>
                <a:gd name="T38" fmla="*/ 30 w 141"/>
                <a:gd name="T39" fmla="*/ 217 h 217"/>
                <a:gd name="T40" fmla="*/ 27 w 141"/>
                <a:gd name="T41" fmla="*/ 217 h 217"/>
                <a:gd name="T42" fmla="*/ 22 w 141"/>
                <a:gd name="T43" fmla="*/ 200 h 217"/>
                <a:gd name="T44" fmla="*/ 9 w 141"/>
                <a:gd name="T45" fmla="*/ 189 h 217"/>
                <a:gd name="T46" fmla="*/ 12 w 141"/>
                <a:gd name="T47" fmla="*/ 183 h 217"/>
                <a:gd name="T48" fmla="*/ 25 w 141"/>
                <a:gd name="T49" fmla="*/ 181 h 217"/>
                <a:gd name="T50" fmla="*/ 21 w 141"/>
                <a:gd name="T51" fmla="*/ 156 h 217"/>
                <a:gd name="T52" fmla="*/ 17 w 141"/>
                <a:gd name="T53" fmla="*/ 144 h 217"/>
                <a:gd name="T54" fmla="*/ 22 w 141"/>
                <a:gd name="T55" fmla="*/ 143 h 217"/>
                <a:gd name="T56" fmla="*/ 11 w 141"/>
                <a:gd name="T57" fmla="*/ 135 h 217"/>
                <a:gd name="T58" fmla="*/ 8 w 141"/>
                <a:gd name="T59" fmla="*/ 128 h 217"/>
                <a:gd name="T60" fmla="*/ 0 w 141"/>
                <a:gd name="T61" fmla="*/ 123 h 217"/>
                <a:gd name="T62" fmla="*/ 27 w 141"/>
                <a:gd name="T63" fmla="*/ 88 h 217"/>
                <a:gd name="T64" fmla="*/ 31 w 141"/>
                <a:gd name="T65" fmla="*/ 48 h 217"/>
                <a:gd name="T66" fmla="*/ 27 w 141"/>
                <a:gd name="T67" fmla="*/ 36 h 217"/>
                <a:gd name="T68" fmla="*/ 22 w 141"/>
                <a:gd name="T69" fmla="*/ 5 h 217"/>
                <a:gd name="T70" fmla="*/ 36 w 141"/>
                <a:gd name="T71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1" h="217">
                  <a:moveTo>
                    <a:pt x="37" y="0"/>
                  </a:moveTo>
                  <a:lnTo>
                    <a:pt x="37" y="0"/>
                  </a:lnTo>
                  <a:lnTo>
                    <a:pt x="141" y="54"/>
                  </a:lnTo>
                  <a:lnTo>
                    <a:pt x="141" y="55"/>
                  </a:lnTo>
                  <a:lnTo>
                    <a:pt x="141" y="105"/>
                  </a:lnTo>
                  <a:lnTo>
                    <a:pt x="141" y="105"/>
                  </a:lnTo>
                  <a:lnTo>
                    <a:pt x="128" y="107"/>
                  </a:lnTo>
                  <a:lnTo>
                    <a:pt x="125" y="114"/>
                  </a:lnTo>
                  <a:lnTo>
                    <a:pt x="119" y="123"/>
                  </a:lnTo>
                  <a:lnTo>
                    <a:pt x="119" y="128"/>
                  </a:lnTo>
                  <a:lnTo>
                    <a:pt x="117" y="131"/>
                  </a:lnTo>
                  <a:lnTo>
                    <a:pt x="113" y="143"/>
                  </a:lnTo>
                  <a:lnTo>
                    <a:pt x="113" y="146"/>
                  </a:lnTo>
                  <a:lnTo>
                    <a:pt x="114" y="146"/>
                  </a:lnTo>
                  <a:lnTo>
                    <a:pt x="116" y="146"/>
                  </a:lnTo>
                  <a:lnTo>
                    <a:pt x="117" y="146"/>
                  </a:lnTo>
                  <a:lnTo>
                    <a:pt x="117" y="146"/>
                  </a:lnTo>
                  <a:lnTo>
                    <a:pt x="119" y="146"/>
                  </a:lnTo>
                  <a:lnTo>
                    <a:pt x="120" y="153"/>
                  </a:lnTo>
                  <a:lnTo>
                    <a:pt x="126" y="165"/>
                  </a:lnTo>
                  <a:lnTo>
                    <a:pt x="126" y="166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14" y="171"/>
                  </a:lnTo>
                  <a:lnTo>
                    <a:pt x="111" y="180"/>
                  </a:lnTo>
                  <a:lnTo>
                    <a:pt x="95" y="194"/>
                  </a:lnTo>
                  <a:lnTo>
                    <a:pt x="76" y="197"/>
                  </a:lnTo>
                  <a:lnTo>
                    <a:pt x="77" y="200"/>
                  </a:lnTo>
                  <a:lnTo>
                    <a:pt x="77" y="202"/>
                  </a:lnTo>
                  <a:lnTo>
                    <a:pt x="71" y="208"/>
                  </a:lnTo>
                  <a:lnTo>
                    <a:pt x="70" y="208"/>
                  </a:lnTo>
                  <a:lnTo>
                    <a:pt x="58" y="209"/>
                  </a:lnTo>
                  <a:lnTo>
                    <a:pt x="48" y="215"/>
                  </a:lnTo>
                  <a:lnTo>
                    <a:pt x="48" y="215"/>
                  </a:lnTo>
                  <a:lnTo>
                    <a:pt x="46" y="215"/>
                  </a:lnTo>
                  <a:lnTo>
                    <a:pt x="43" y="211"/>
                  </a:lnTo>
                  <a:lnTo>
                    <a:pt x="36" y="217"/>
                  </a:lnTo>
                  <a:lnTo>
                    <a:pt x="36" y="217"/>
                  </a:lnTo>
                  <a:lnTo>
                    <a:pt x="33" y="217"/>
                  </a:lnTo>
                  <a:lnTo>
                    <a:pt x="30" y="217"/>
                  </a:lnTo>
                  <a:lnTo>
                    <a:pt x="28" y="217"/>
                  </a:lnTo>
                  <a:lnTo>
                    <a:pt x="27" y="217"/>
                  </a:lnTo>
                  <a:lnTo>
                    <a:pt x="27" y="217"/>
                  </a:lnTo>
                  <a:lnTo>
                    <a:pt x="22" y="200"/>
                  </a:lnTo>
                  <a:lnTo>
                    <a:pt x="14" y="194"/>
                  </a:lnTo>
                  <a:lnTo>
                    <a:pt x="9" y="189"/>
                  </a:lnTo>
                  <a:lnTo>
                    <a:pt x="9" y="187"/>
                  </a:lnTo>
                  <a:lnTo>
                    <a:pt x="12" y="183"/>
                  </a:lnTo>
                  <a:lnTo>
                    <a:pt x="12" y="183"/>
                  </a:lnTo>
                  <a:lnTo>
                    <a:pt x="25" y="181"/>
                  </a:lnTo>
                  <a:lnTo>
                    <a:pt x="19" y="169"/>
                  </a:lnTo>
                  <a:lnTo>
                    <a:pt x="21" y="156"/>
                  </a:lnTo>
                  <a:lnTo>
                    <a:pt x="17" y="144"/>
                  </a:lnTo>
                  <a:lnTo>
                    <a:pt x="17" y="144"/>
                  </a:lnTo>
                  <a:lnTo>
                    <a:pt x="17" y="144"/>
                  </a:lnTo>
                  <a:lnTo>
                    <a:pt x="22" y="143"/>
                  </a:lnTo>
                  <a:lnTo>
                    <a:pt x="22" y="137"/>
                  </a:lnTo>
                  <a:lnTo>
                    <a:pt x="11" y="135"/>
                  </a:lnTo>
                  <a:lnTo>
                    <a:pt x="11" y="135"/>
                  </a:lnTo>
                  <a:lnTo>
                    <a:pt x="8" y="128"/>
                  </a:lnTo>
                  <a:lnTo>
                    <a:pt x="2" y="125"/>
                  </a:lnTo>
                  <a:lnTo>
                    <a:pt x="0" y="123"/>
                  </a:lnTo>
                  <a:lnTo>
                    <a:pt x="5" y="114"/>
                  </a:lnTo>
                  <a:lnTo>
                    <a:pt x="27" y="88"/>
                  </a:lnTo>
                  <a:lnTo>
                    <a:pt x="28" y="67"/>
                  </a:lnTo>
                  <a:lnTo>
                    <a:pt x="31" y="48"/>
                  </a:lnTo>
                  <a:lnTo>
                    <a:pt x="34" y="42"/>
                  </a:lnTo>
                  <a:lnTo>
                    <a:pt x="27" y="36"/>
                  </a:lnTo>
                  <a:lnTo>
                    <a:pt x="22" y="28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36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06" name="REP OF THE CONGO">
              <a:extLst>
                <a:ext uri="{FF2B5EF4-FFF2-40B4-BE49-F238E27FC236}">
                  <a16:creationId xmlns:a16="http://schemas.microsoft.com/office/drawing/2014/main" id="{1A68B267-23AD-7CA7-B822-0A36B1019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58686" y="7220679"/>
              <a:ext cx="345462" cy="400738"/>
            </a:xfrm>
            <a:custGeom>
              <a:avLst/>
              <a:gdLst>
                <a:gd name="T0" fmla="*/ 99 w 100"/>
                <a:gd name="T1" fmla="*/ 0 h 116"/>
                <a:gd name="T2" fmla="*/ 100 w 100"/>
                <a:gd name="T3" fmla="*/ 0 h 116"/>
                <a:gd name="T4" fmla="*/ 100 w 100"/>
                <a:gd name="T5" fmla="*/ 2 h 116"/>
                <a:gd name="T6" fmla="*/ 99 w 100"/>
                <a:gd name="T7" fmla="*/ 9 h 116"/>
                <a:gd name="T8" fmla="*/ 91 w 100"/>
                <a:gd name="T9" fmla="*/ 24 h 116"/>
                <a:gd name="T10" fmla="*/ 87 w 100"/>
                <a:gd name="T11" fmla="*/ 58 h 116"/>
                <a:gd name="T12" fmla="*/ 87 w 100"/>
                <a:gd name="T13" fmla="*/ 58 h 116"/>
                <a:gd name="T14" fmla="*/ 75 w 100"/>
                <a:gd name="T15" fmla="*/ 68 h 116"/>
                <a:gd name="T16" fmla="*/ 71 w 100"/>
                <a:gd name="T17" fmla="*/ 76 h 116"/>
                <a:gd name="T18" fmla="*/ 68 w 100"/>
                <a:gd name="T19" fmla="*/ 91 h 116"/>
                <a:gd name="T20" fmla="*/ 63 w 100"/>
                <a:gd name="T21" fmla="*/ 99 h 116"/>
                <a:gd name="T22" fmla="*/ 46 w 100"/>
                <a:gd name="T23" fmla="*/ 113 h 116"/>
                <a:gd name="T24" fmla="*/ 46 w 100"/>
                <a:gd name="T25" fmla="*/ 113 h 116"/>
                <a:gd name="T26" fmla="*/ 46 w 100"/>
                <a:gd name="T27" fmla="*/ 113 h 116"/>
                <a:gd name="T28" fmla="*/ 43 w 100"/>
                <a:gd name="T29" fmla="*/ 111 h 116"/>
                <a:gd name="T30" fmla="*/ 43 w 100"/>
                <a:gd name="T31" fmla="*/ 111 h 116"/>
                <a:gd name="T32" fmla="*/ 41 w 100"/>
                <a:gd name="T33" fmla="*/ 105 h 116"/>
                <a:gd name="T34" fmla="*/ 37 w 100"/>
                <a:gd name="T35" fmla="*/ 108 h 116"/>
                <a:gd name="T36" fmla="*/ 34 w 100"/>
                <a:gd name="T37" fmla="*/ 111 h 116"/>
                <a:gd name="T38" fmla="*/ 32 w 100"/>
                <a:gd name="T39" fmla="*/ 111 h 116"/>
                <a:gd name="T40" fmla="*/ 32 w 100"/>
                <a:gd name="T41" fmla="*/ 111 h 116"/>
                <a:gd name="T42" fmla="*/ 25 w 100"/>
                <a:gd name="T43" fmla="*/ 110 h 116"/>
                <a:gd name="T44" fmla="*/ 22 w 100"/>
                <a:gd name="T45" fmla="*/ 107 h 116"/>
                <a:gd name="T46" fmla="*/ 13 w 100"/>
                <a:gd name="T47" fmla="*/ 114 h 116"/>
                <a:gd name="T48" fmla="*/ 13 w 100"/>
                <a:gd name="T49" fmla="*/ 116 h 116"/>
                <a:gd name="T50" fmla="*/ 13 w 100"/>
                <a:gd name="T51" fmla="*/ 116 h 116"/>
                <a:gd name="T52" fmla="*/ 11 w 100"/>
                <a:gd name="T53" fmla="*/ 114 h 116"/>
                <a:gd name="T54" fmla="*/ 7 w 100"/>
                <a:gd name="T55" fmla="*/ 108 h 116"/>
                <a:gd name="T56" fmla="*/ 0 w 100"/>
                <a:gd name="T57" fmla="*/ 101 h 116"/>
                <a:gd name="T58" fmla="*/ 0 w 100"/>
                <a:gd name="T59" fmla="*/ 99 h 116"/>
                <a:gd name="T60" fmla="*/ 3 w 100"/>
                <a:gd name="T61" fmla="*/ 95 h 116"/>
                <a:gd name="T62" fmla="*/ 3 w 100"/>
                <a:gd name="T63" fmla="*/ 95 h 116"/>
                <a:gd name="T64" fmla="*/ 7 w 100"/>
                <a:gd name="T65" fmla="*/ 94 h 116"/>
                <a:gd name="T66" fmla="*/ 7 w 100"/>
                <a:gd name="T67" fmla="*/ 82 h 116"/>
                <a:gd name="T68" fmla="*/ 7 w 100"/>
                <a:gd name="T69" fmla="*/ 82 h 116"/>
                <a:gd name="T70" fmla="*/ 20 w 100"/>
                <a:gd name="T71" fmla="*/ 71 h 116"/>
                <a:gd name="T72" fmla="*/ 20 w 100"/>
                <a:gd name="T73" fmla="*/ 71 h 116"/>
                <a:gd name="T74" fmla="*/ 20 w 100"/>
                <a:gd name="T75" fmla="*/ 71 h 116"/>
                <a:gd name="T76" fmla="*/ 35 w 100"/>
                <a:gd name="T77" fmla="*/ 80 h 116"/>
                <a:gd name="T78" fmla="*/ 38 w 100"/>
                <a:gd name="T79" fmla="*/ 79 h 116"/>
                <a:gd name="T80" fmla="*/ 40 w 100"/>
                <a:gd name="T81" fmla="*/ 59 h 116"/>
                <a:gd name="T82" fmla="*/ 38 w 100"/>
                <a:gd name="T83" fmla="*/ 46 h 116"/>
                <a:gd name="T84" fmla="*/ 41 w 100"/>
                <a:gd name="T85" fmla="*/ 37 h 116"/>
                <a:gd name="T86" fmla="*/ 41 w 100"/>
                <a:gd name="T87" fmla="*/ 33 h 116"/>
                <a:gd name="T88" fmla="*/ 40 w 100"/>
                <a:gd name="T89" fmla="*/ 30 h 116"/>
                <a:gd name="T90" fmla="*/ 34 w 100"/>
                <a:gd name="T91" fmla="*/ 28 h 116"/>
                <a:gd name="T92" fmla="*/ 29 w 100"/>
                <a:gd name="T93" fmla="*/ 34 h 116"/>
                <a:gd name="T94" fmla="*/ 29 w 100"/>
                <a:gd name="T95" fmla="*/ 34 h 116"/>
                <a:gd name="T96" fmla="*/ 29 w 100"/>
                <a:gd name="T97" fmla="*/ 34 h 116"/>
                <a:gd name="T98" fmla="*/ 26 w 100"/>
                <a:gd name="T99" fmla="*/ 33 h 116"/>
                <a:gd name="T100" fmla="*/ 26 w 100"/>
                <a:gd name="T101" fmla="*/ 33 h 116"/>
                <a:gd name="T102" fmla="*/ 28 w 100"/>
                <a:gd name="T103" fmla="*/ 21 h 116"/>
                <a:gd name="T104" fmla="*/ 29 w 100"/>
                <a:gd name="T105" fmla="*/ 21 h 116"/>
                <a:gd name="T106" fmla="*/ 47 w 100"/>
                <a:gd name="T107" fmla="*/ 21 h 116"/>
                <a:gd name="T108" fmla="*/ 59 w 100"/>
                <a:gd name="T109" fmla="*/ 22 h 116"/>
                <a:gd name="T110" fmla="*/ 63 w 100"/>
                <a:gd name="T111" fmla="*/ 27 h 116"/>
                <a:gd name="T112" fmla="*/ 65 w 100"/>
                <a:gd name="T113" fmla="*/ 12 h 116"/>
                <a:gd name="T114" fmla="*/ 65 w 100"/>
                <a:gd name="T115" fmla="*/ 10 h 116"/>
                <a:gd name="T116" fmla="*/ 78 w 100"/>
                <a:gd name="T117" fmla="*/ 2 h 116"/>
                <a:gd name="T118" fmla="*/ 83 w 100"/>
                <a:gd name="T119" fmla="*/ 0 h 116"/>
                <a:gd name="T120" fmla="*/ 90 w 100"/>
                <a:gd name="T121" fmla="*/ 3 h 116"/>
                <a:gd name="T122" fmla="*/ 99 w 100"/>
                <a:gd name="T123" fmla="*/ 0 h 116"/>
                <a:gd name="T124" fmla="*/ 99 w 100"/>
                <a:gd name="T12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0" h="116">
                  <a:moveTo>
                    <a:pt x="99" y="0"/>
                  </a:moveTo>
                  <a:lnTo>
                    <a:pt x="100" y="0"/>
                  </a:lnTo>
                  <a:lnTo>
                    <a:pt x="100" y="2"/>
                  </a:lnTo>
                  <a:lnTo>
                    <a:pt x="99" y="9"/>
                  </a:lnTo>
                  <a:lnTo>
                    <a:pt x="91" y="24"/>
                  </a:lnTo>
                  <a:lnTo>
                    <a:pt x="87" y="58"/>
                  </a:lnTo>
                  <a:lnTo>
                    <a:pt x="87" y="58"/>
                  </a:lnTo>
                  <a:lnTo>
                    <a:pt x="75" y="68"/>
                  </a:lnTo>
                  <a:lnTo>
                    <a:pt x="71" y="76"/>
                  </a:lnTo>
                  <a:lnTo>
                    <a:pt x="68" y="91"/>
                  </a:lnTo>
                  <a:lnTo>
                    <a:pt x="63" y="99"/>
                  </a:lnTo>
                  <a:lnTo>
                    <a:pt x="46" y="113"/>
                  </a:lnTo>
                  <a:lnTo>
                    <a:pt x="46" y="113"/>
                  </a:lnTo>
                  <a:lnTo>
                    <a:pt x="46" y="113"/>
                  </a:lnTo>
                  <a:lnTo>
                    <a:pt x="43" y="111"/>
                  </a:lnTo>
                  <a:lnTo>
                    <a:pt x="43" y="111"/>
                  </a:lnTo>
                  <a:lnTo>
                    <a:pt x="41" y="105"/>
                  </a:lnTo>
                  <a:lnTo>
                    <a:pt x="37" y="108"/>
                  </a:lnTo>
                  <a:lnTo>
                    <a:pt x="34" y="111"/>
                  </a:lnTo>
                  <a:lnTo>
                    <a:pt x="32" y="111"/>
                  </a:lnTo>
                  <a:lnTo>
                    <a:pt x="32" y="111"/>
                  </a:lnTo>
                  <a:lnTo>
                    <a:pt x="25" y="110"/>
                  </a:lnTo>
                  <a:lnTo>
                    <a:pt x="22" y="107"/>
                  </a:lnTo>
                  <a:lnTo>
                    <a:pt x="13" y="114"/>
                  </a:lnTo>
                  <a:lnTo>
                    <a:pt x="13" y="116"/>
                  </a:lnTo>
                  <a:lnTo>
                    <a:pt x="13" y="116"/>
                  </a:lnTo>
                  <a:lnTo>
                    <a:pt x="11" y="114"/>
                  </a:lnTo>
                  <a:lnTo>
                    <a:pt x="7" y="108"/>
                  </a:lnTo>
                  <a:lnTo>
                    <a:pt x="0" y="101"/>
                  </a:lnTo>
                  <a:lnTo>
                    <a:pt x="0" y="99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7" y="94"/>
                  </a:lnTo>
                  <a:lnTo>
                    <a:pt x="7" y="82"/>
                  </a:lnTo>
                  <a:lnTo>
                    <a:pt x="7" y="82"/>
                  </a:lnTo>
                  <a:lnTo>
                    <a:pt x="20" y="71"/>
                  </a:lnTo>
                  <a:lnTo>
                    <a:pt x="20" y="71"/>
                  </a:lnTo>
                  <a:lnTo>
                    <a:pt x="20" y="71"/>
                  </a:lnTo>
                  <a:lnTo>
                    <a:pt x="35" y="80"/>
                  </a:lnTo>
                  <a:lnTo>
                    <a:pt x="38" y="79"/>
                  </a:lnTo>
                  <a:lnTo>
                    <a:pt x="40" y="59"/>
                  </a:lnTo>
                  <a:lnTo>
                    <a:pt x="38" y="46"/>
                  </a:lnTo>
                  <a:lnTo>
                    <a:pt x="41" y="37"/>
                  </a:lnTo>
                  <a:lnTo>
                    <a:pt x="41" y="33"/>
                  </a:lnTo>
                  <a:lnTo>
                    <a:pt x="40" y="30"/>
                  </a:lnTo>
                  <a:lnTo>
                    <a:pt x="34" y="28"/>
                  </a:lnTo>
                  <a:lnTo>
                    <a:pt x="29" y="34"/>
                  </a:lnTo>
                  <a:lnTo>
                    <a:pt x="29" y="34"/>
                  </a:lnTo>
                  <a:lnTo>
                    <a:pt x="29" y="34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8" y="21"/>
                  </a:lnTo>
                  <a:lnTo>
                    <a:pt x="29" y="21"/>
                  </a:lnTo>
                  <a:lnTo>
                    <a:pt x="47" y="21"/>
                  </a:lnTo>
                  <a:lnTo>
                    <a:pt x="59" y="22"/>
                  </a:lnTo>
                  <a:lnTo>
                    <a:pt x="63" y="27"/>
                  </a:lnTo>
                  <a:lnTo>
                    <a:pt x="65" y="12"/>
                  </a:lnTo>
                  <a:lnTo>
                    <a:pt x="65" y="10"/>
                  </a:lnTo>
                  <a:lnTo>
                    <a:pt x="78" y="2"/>
                  </a:lnTo>
                  <a:lnTo>
                    <a:pt x="83" y="0"/>
                  </a:lnTo>
                  <a:lnTo>
                    <a:pt x="90" y="3"/>
                  </a:lnTo>
                  <a:lnTo>
                    <a:pt x="99" y="0"/>
                  </a:lnTo>
                  <a:lnTo>
                    <a:pt x="9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07" name="BENIN">
              <a:extLst>
                <a:ext uri="{FF2B5EF4-FFF2-40B4-BE49-F238E27FC236}">
                  <a16:creationId xmlns:a16="http://schemas.microsoft.com/office/drawing/2014/main" id="{DCA23A69-F2B2-8833-3629-D9190AB7C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5763" y="6826853"/>
              <a:ext cx="134729" cy="286734"/>
            </a:xfrm>
            <a:custGeom>
              <a:avLst/>
              <a:gdLst>
                <a:gd name="T0" fmla="*/ 27 w 39"/>
                <a:gd name="T1" fmla="*/ 0 h 83"/>
                <a:gd name="T2" fmla="*/ 27 w 39"/>
                <a:gd name="T3" fmla="*/ 0 h 83"/>
                <a:gd name="T4" fmla="*/ 37 w 39"/>
                <a:gd name="T5" fmla="*/ 9 h 83"/>
                <a:gd name="T6" fmla="*/ 37 w 39"/>
                <a:gd name="T7" fmla="*/ 10 h 83"/>
                <a:gd name="T8" fmla="*/ 36 w 39"/>
                <a:gd name="T9" fmla="*/ 13 h 83"/>
                <a:gd name="T10" fmla="*/ 39 w 39"/>
                <a:gd name="T11" fmla="*/ 18 h 83"/>
                <a:gd name="T12" fmla="*/ 39 w 39"/>
                <a:gd name="T13" fmla="*/ 27 h 83"/>
                <a:gd name="T14" fmla="*/ 39 w 39"/>
                <a:gd name="T15" fmla="*/ 27 h 83"/>
                <a:gd name="T16" fmla="*/ 37 w 39"/>
                <a:gd name="T17" fmla="*/ 28 h 83"/>
                <a:gd name="T18" fmla="*/ 37 w 39"/>
                <a:gd name="T19" fmla="*/ 33 h 83"/>
                <a:gd name="T20" fmla="*/ 37 w 39"/>
                <a:gd name="T21" fmla="*/ 34 h 83"/>
                <a:gd name="T22" fmla="*/ 31 w 39"/>
                <a:gd name="T23" fmla="*/ 39 h 83"/>
                <a:gd name="T24" fmla="*/ 27 w 39"/>
                <a:gd name="T25" fmla="*/ 52 h 83"/>
                <a:gd name="T26" fmla="*/ 27 w 39"/>
                <a:gd name="T27" fmla="*/ 80 h 83"/>
                <a:gd name="T28" fmla="*/ 27 w 39"/>
                <a:gd name="T29" fmla="*/ 82 h 83"/>
                <a:gd name="T30" fmla="*/ 25 w 39"/>
                <a:gd name="T31" fmla="*/ 82 h 83"/>
                <a:gd name="T32" fmla="*/ 24 w 39"/>
                <a:gd name="T33" fmla="*/ 82 h 83"/>
                <a:gd name="T34" fmla="*/ 21 w 39"/>
                <a:gd name="T35" fmla="*/ 82 h 83"/>
                <a:gd name="T36" fmla="*/ 18 w 39"/>
                <a:gd name="T37" fmla="*/ 83 h 83"/>
                <a:gd name="T38" fmla="*/ 16 w 39"/>
                <a:gd name="T39" fmla="*/ 83 h 83"/>
                <a:gd name="T40" fmla="*/ 15 w 39"/>
                <a:gd name="T41" fmla="*/ 83 h 83"/>
                <a:gd name="T42" fmla="*/ 15 w 39"/>
                <a:gd name="T43" fmla="*/ 83 h 83"/>
                <a:gd name="T44" fmla="*/ 12 w 39"/>
                <a:gd name="T45" fmla="*/ 77 h 83"/>
                <a:gd name="T46" fmla="*/ 12 w 39"/>
                <a:gd name="T47" fmla="*/ 49 h 83"/>
                <a:gd name="T48" fmla="*/ 8 w 39"/>
                <a:gd name="T49" fmla="*/ 34 h 83"/>
                <a:gd name="T50" fmla="*/ 0 w 39"/>
                <a:gd name="T51" fmla="*/ 28 h 83"/>
                <a:gd name="T52" fmla="*/ 0 w 39"/>
                <a:gd name="T53" fmla="*/ 28 h 83"/>
                <a:gd name="T54" fmla="*/ 0 w 39"/>
                <a:gd name="T55" fmla="*/ 19 h 83"/>
                <a:gd name="T56" fmla="*/ 8 w 39"/>
                <a:gd name="T57" fmla="*/ 12 h 83"/>
                <a:gd name="T58" fmla="*/ 8 w 39"/>
                <a:gd name="T59" fmla="*/ 12 h 83"/>
                <a:gd name="T60" fmla="*/ 9 w 39"/>
                <a:gd name="T61" fmla="*/ 12 h 83"/>
                <a:gd name="T62" fmla="*/ 11 w 39"/>
                <a:gd name="T63" fmla="*/ 12 h 83"/>
                <a:gd name="T64" fmla="*/ 14 w 39"/>
                <a:gd name="T65" fmla="*/ 12 h 83"/>
                <a:gd name="T66" fmla="*/ 15 w 39"/>
                <a:gd name="T67" fmla="*/ 12 h 83"/>
                <a:gd name="T68" fmla="*/ 16 w 39"/>
                <a:gd name="T69" fmla="*/ 12 h 83"/>
                <a:gd name="T70" fmla="*/ 21 w 39"/>
                <a:gd name="T71" fmla="*/ 6 h 83"/>
                <a:gd name="T72" fmla="*/ 21 w 39"/>
                <a:gd name="T73" fmla="*/ 6 h 83"/>
                <a:gd name="T74" fmla="*/ 19 w 39"/>
                <a:gd name="T75" fmla="*/ 3 h 83"/>
                <a:gd name="T76" fmla="*/ 19 w 39"/>
                <a:gd name="T77" fmla="*/ 1 h 83"/>
                <a:gd name="T78" fmla="*/ 21 w 39"/>
                <a:gd name="T79" fmla="*/ 1 h 83"/>
                <a:gd name="T80" fmla="*/ 27 w 39"/>
                <a:gd name="T81" fmla="*/ 0 h 83"/>
                <a:gd name="T82" fmla="*/ 27 w 39"/>
                <a:gd name="T83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9" h="83">
                  <a:moveTo>
                    <a:pt x="27" y="0"/>
                  </a:moveTo>
                  <a:lnTo>
                    <a:pt x="27" y="0"/>
                  </a:lnTo>
                  <a:lnTo>
                    <a:pt x="37" y="9"/>
                  </a:lnTo>
                  <a:lnTo>
                    <a:pt x="37" y="10"/>
                  </a:lnTo>
                  <a:lnTo>
                    <a:pt x="36" y="13"/>
                  </a:lnTo>
                  <a:lnTo>
                    <a:pt x="39" y="18"/>
                  </a:lnTo>
                  <a:lnTo>
                    <a:pt x="39" y="27"/>
                  </a:lnTo>
                  <a:lnTo>
                    <a:pt x="39" y="27"/>
                  </a:lnTo>
                  <a:lnTo>
                    <a:pt x="37" y="28"/>
                  </a:lnTo>
                  <a:lnTo>
                    <a:pt x="37" y="33"/>
                  </a:lnTo>
                  <a:lnTo>
                    <a:pt x="37" y="34"/>
                  </a:lnTo>
                  <a:lnTo>
                    <a:pt x="31" y="39"/>
                  </a:lnTo>
                  <a:lnTo>
                    <a:pt x="27" y="52"/>
                  </a:lnTo>
                  <a:lnTo>
                    <a:pt x="27" y="80"/>
                  </a:lnTo>
                  <a:lnTo>
                    <a:pt x="27" y="82"/>
                  </a:lnTo>
                  <a:lnTo>
                    <a:pt x="25" y="82"/>
                  </a:lnTo>
                  <a:lnTo>
                    <a:pt x="24" y="82"/>
                  </a:lnTo>
                  <a:lnTo>
                    <a:pt x="21" y="82"/>
                  </a:lnTo>
                  <a:lnTo>
                    <a:pt x="18" y="83"/>
                  </a:lnTo>
                  <a:lnTo>
                    <a:pt x="16" y="83"/>
                  </a:lnTo>
                  <a:lnTo>
                    <a:pt x="15" y="83"/>
                  </a:lnTo>
                  <a:lnTo>
                    <a:pt x="15" y="83"/>
                  </a:lnTo>
                  <a:lnTo>
                    <a:pt x="12" y="77"/>
                  </a:lnTo>
                  <a:lnTo>
                    <a:pt x="12" y="49"/>
                  </a:lnTo>
                  <a:lnTo>
                    <a:pt x="8" y="3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19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9" y="12"/>
                  </a:lnTo>
                  <a:lnTo>
                    <a:pt x="11" y="12"/>
                  </a:lnTo>
                  <a:lnTo>
                    <a:pt x="14" y="12"/>
                  </a:lnTo>
                  <a:lnTo>
                    <a:pt x="15" y="12"/>
                  </a:lnTo>
                  <a:lnTo>
                    <a:pt x="16" y="12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19" y="3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08" name="EQUATORIA GUINEA">
              <a:extLst>
                <a:ext uri="{FF2B5EF4-FFF2-40B4-BE49-F238E27FC236}">
                  <a16:creationId xmlns:a16="http://schemas.microsoft.com/office/drawing/2014/main" id="{65C436CB-BD93-B819-006E-0AA74EC22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9229" y="7286318"/>
              <a:ext cx="93276" cy="62183"/>
            </a:xfrm>
            <a:custGeom>
              <a:avLst/>
              <a:gdLst>
                <a:gd name="T0" fmla="*/ 26 w 27"/>
                <a:gd name="T1" fmla="*/ 0 h 18"/>
                <a:gd name="T2" fmla="*/ 26 w 27"/>
                <a:gd name="T3" fmla="*/ 0 h 18"/>
                <a:gd name="T4" fmla="*/ 27 w 27"/>
                <a:gd name="T5" fmla="*/ 0 h 18"/>
                <a:gd name="T6" fmla="*/ 27 w 27"/>
                <a:gd name="T7" fmla="*/ 15 h 18"/>
                <a:gd name="T8" fmla="*/ 26 w 27"/>
                <a:gd name="T9" fmla="*/ 17 h 18"/>
                <a:gd name="T10" fmla="*/ 24 w 27"/>
                <a:gd name="T11" fmla="*/ 17 h 18"/>
                <a:gd name="T12" fmla="*/ 21 w 27"/>
                <a:gd name="T13" fmla="*/ 17 h 18"/>
                <a:gd name="T14" fmla="*/ 17 w 27"/>
                <a:gd name="T15" fmla="*/ 17 h 18"/>
                <a:gd name="T16" fmla="*/ 12 w 27"/>
                <a:gd name="T17" fmla="*/ 17 h 18"/>
                <a:gd name="T18" fmla="*/ 8 w 27"/>
                <a:gd name="T19" fmla="*/ 18 h 18"/>
                <a:gd name="T20" fmla="*/ 5 w 27"/>
                <a:gd name="T21" fmla="*/ 18 h 18"/>
                <a:gd name="T22" fmla="*/ 3 w 27"/>
                <a:gd name="T23" fmla="*/ 18 h 18"/>
                <a:gd name="T24" fmla="*/ 3 w 27"/>
                <a:gd name="T25" fmla="*/ 18 h 18"/>
                <a:gd name="T26" fmla="*/ 0 w 27"/>
                <a:gd name="T27" fmla="*/ 14 h 18"/>
                <a:gd name="T28" fmla="*/ 0 w 27"/>
                <a:gd name="T29" fmla="*/ 14 h 18"/>
                <a:gd name="T30" fmla="*/ 3 w 27"/>
                <a:gd name="T31" fmla="*/ 2 h 18"/>
                <a:gd name="T32" fmla="*/ 5 w 27"/>
                <a:gd name="T33" fmla="*/ 2 h 18"/>
                <a:gd name="T34" fmla="*/ 6 w 27"/>
                <a:gd name="T35" fmla="*/ 0 h 18"/>
                <a:gd name="T36" fmla="*/ 9 w 27"/>
                <a:gd name="T37" fmla="*/ 0 h 18"/>
                <a:gd name="T38" fmla="*/ 12 w 27"/>
                <a:gd name="T39" fmla="*/ 0 h 18"/>
                <a:gd name="T40" fmla="*/ 17 w 27"/>
                <a:gd name="T41" fmla="*/ 0 h 18"/>
                <a:gd name="T42" fmla="*/ 21 w 27"/>
                <a:gd name="T43" fmla="*/ 0 h 18"/>
                <a:gd name="T44" fmla="*/ 24 w 27"/>
                <a:gd name="T45" fmla="*/ 0 h 18"/>
                <a:gd name="T46" fmla="*/ 26 w 27"/>
                <a:gd name="T4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18">
                  <a:moveTo>
                    <a:pt x="26" y="0"/>
                  </a:moveTo>
                  <a:lnTo>
                    <a:pt x="26" y="0"/>
                  </a:lnTo>
                  <a:lnTo>
                    <a:pt x="27" y="0"/>
                  </a:lnTo>
                  <a:lnTo>
                    <a:pt x="27" y="15"/>
                  </a:lnTo>
                  <a:lnTo>
                    <a:pt x="26" y="17"/>
                  </a:lnTo>
                  <a:lnTo>
                    <a:pt x="24" y="17"/>
                  </a:lnTo>
                  <a:lnTo>
                    <a:pt x="21" y="17"/>
                  </a:lnTo>
                  <a:lnTo>
                    <a:pt x="17" y="17"/>
                  </a:lnTo>
                  <a:lnTo>
                    <a:pt x="12" y="17"/>
                  </a:lnTo>
                  <a:lnTo>
                    <a:pt x="8" y="18"/>
                  </a:lnTo>
                  <a:lnTo>
                    <a:pt x="5" y="18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3" y="2"/>
                  </a:lnTo>
                  <a:lnTo>
                    <a:pt x="5" y="2"/>
                  </a:lnTo>
                  <a:lnTo>
                    <a:pt x="6" y="0"/>
                  </a:lnTo>
                  <a:lnTo>
                    <a:pt x="9" y="0"/>
                  </a:lnTo>
                  <a:lnTo>
                    <a:pt x="12" y="0"/>
                  </a:lnTo>
                  <a:lnTo>
                    <a:pt x="17" y="0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09" name="GABON">
              <a:extLst>
                <a:ext uri="{FF2B5EF4-FFF2-40B4-BE49-F238E27FC236}">
                  <a16:creationId xmlns:a16="http://schemas.microsoft.com/office/drawing/2014/main" id="{7703E41D-40EF-8307-8332-BD4294A24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55046" y="7286318"/>
              <a:ext cx="252188" cy="283279"/>
            </a:xfrm>
            <a:custGeom>
              <a:avLst/>
              <a:gdLst>
                <a:gd name="T0" fmla="*/ 33 w 73"/>
                <a:gd name="T1" fmla="*/ 0 h 82"/>
                <a:gd name="T2" fmla="*/ 37 w 73"/>
                <a:gd name="T3" fmla="*/ 0 h 82"/>
                <a:gd name="T4" fmla="*/ 46 w 73"/>
                <a:gd name="T5" fmla="*/ 0 h 82"/>
                <a:gd name="T6" fmla="*/ 55 w 73"/>
                <a:gd name="T7" fmla="*/ 0 h 82"/>
                <a:gd name="T8" fmla="*/ 59 w 73"/>
                <a:gd name="T9" fmla="*/ 2 h 82"/>
                <a:gd name="T10" fmla="*/ 59 w 73"/>
                <a:gd name="T11" fmla="*/ 2 h 82"/>
                <a:gd name="T12" fmla="*/ 59 w 73"/>
                <a:gd name="T13" fmla="*/ 2 h 82"/>
                <a:gd name="T14" fmla="*/ 58 w 73"/>
                <a:gd name="T15" fmla="*/ 14 h 82"/>
                <a:gd name="T16" fmla="*/ 59 w 73"/>
                <a:gd name="T17" fmla="*/ 14 h 82"/>
                <a:gd name="T18" fmla="*/ 62 w 73"/>
                <a:gd name="T19" fmla="*/ 9 h 82"/>
                <a:gd name="T20" fmla="*/ 64 w 73"/>
                <a:gd name="T21" fmla="*/ 8 h 82"/>
                <a:gd name="T22" fmla="*/ 64 w 73"/>
                <a:gd name="T23" fmla="*/ 9 h 82"/>
                <a:gd name="T24" fmla="*/ 65 w 73"/>
                <a:gd name="T25" fmla="*/ 9 h 82"/>
                <a:gd name="T26" fmla="*/ 68 w 73"/>
                <a:gd name="T27" fmla="*/ 9 h 82"/>
                <a:gd name="T28" fmla="*/ 70 w 73"/>
                <a:gd name="T29" fmla="*/ 9 h 82"/>
                <a:gd name="T30" fmla="*/ 70 w 73"/>
                <a:gd name="T31" fmla="*/ 9 h 82"/>
                <a:gd name="T32" fmla="*/ 73 w 73"/>
                <a:gd name="T33" fmla="*/ 14 h 82"/>
                <a:gd name="T34" fmla="*/ 73 w 73"/>
                <a:gd name="T35" fmla="*/ 20 h 82"/>
                <a:gd name="T36" fmla="*/ 70 w 73"/>
                <a:gd name="T37" fmla="*/ 27 h 82"/>
                <a:gd name="T38" fmla="*/ 71 w 73"/>
                <a:gd name="T39" fmla="*/ 40 h 82"/>
                <a:gd name="T40" fmla="*/ 70 w 73"/>
                <a:gd name="T41" fmla="*/ 60 h 82"/>
                <a:gd name="T42" fmla="*/ 70 w 73"/>
                <a:gd name="T43" fmla="*/ 60 h 82"/>
                <a:gd name="T44" fmla="*/ 65 w 73"/>
                <a:gd name="T45" fmla="*/ 63 h 82"/>
                <a:gd name="T46" fmla="*/ 65 w 73"/>
                <a:gd name="T47" fmla="*/ 63 h 82"/>
                <a:gd name="T48" fmla="*/ 64 w 73"/>
                <a:gd name="T49" fmla="*/ 63 h 82"/>
                <a:gd name="T50" fmla="*/ 50 w 73"/>
                <a:gd name="T51" fmla="*/ 54 h 82"/>
                <a:gd name="T52" fmla="*/ 38 w 73"/>
                <a:gd name="T53" fmla="*/ 63 h 82"/>
                <a:gd name="T54" fmla="*/ 38 w 73"/>
                <a:gd name="T55" fmla="*/ 75 h 82"/>
                <a:gd name="T56" fmla="*/ 38 w 73"/>
                <a:gd name="T57" fmla="*/ 76 h 82"/>
                <a:gd name="T58" fmla="*/ 33 w 73"/>
                <a:gd name="T59" fmla="*/ 76 h 82"/>
                <a:gd name="T60" fmla="*/ 31 w 73"/>
                <a:gd name="T61" fmla="*/ 82 h 82"/>
                <a:gd name="T62" fmla="*/ 31 w 73"/>
                <a:gd name="T63" fmla="*/ 82 h 82"/>
                <a:gd name="T64" fmla="*/ 31 w 73"/>
                <a:gd name="T65" fmla="*/ 82 h 82"/>
                <a:gd name="T66" fmla="*/ 30 w 73"/>
                <a:gd name="T67" fmla="*/ 82 h 82"/>
                <a:gd name="T68" fmla="*/ 6 w 73"/>
                <a:gd name="T69" fmla="*/ 55 h 82"/>
                <a:gd name="T70" fmla="*/ 0 w 73"/>
                <a:gd name="T71" fmla="*/ 40 h 82"/>
                <a:gd name="T72" fmla="*/ 0 w 73"/>
                <a:gd name="T73" fmla="*/ 39 h 82"/>
                <a:gd name="T74" fmla="*/ 6 w 73"/>
                <a:gd name="T75" fmla="*/ 36 h 82"/>
                <a:gd name="T76" fmla="*/ 6 w 73"/>
                <a:gd name="T77" fmla="*/ 27 h 82"/>
                <a:gd name="T78" fmla="*/ 6 w 73"/>
                <a:gd name="T79" fmla="*/ 26 h 82"/>
                <a:gd name="T80" fmla="*/ 7 w 73"/>
                <a:gd name="T81" fmla="*/ 26 h 82"/>
                <a:gd name="T82" fmla="*/ 7 w 73"/>
                <a:gd name="T83" fmla="*/ 26 h 82"/>
                <a:gd name="T84" fmla="*/ 10 w 73"/>
                <a:gd name="T85" fmla="*/ 27 h 82"/>
                <a:gd name="T86" fmla="*/ 7 w 73"/>
                <a:gd name="T87" fmla="*/ 24 h 82"/>
                <a:gd name="T88" fmla="*/ 7 w 73"/>
                <a:gd name="T89" fmla="*/ 23 h 82"/>
                <a:gd name="T90" fmla="*/ 7 w 73"/>
                <a:gd name="T91" fmla="*/ 23 h 82"/>
                <a:gd name="T92" fmla="*/ 9 w 73"/>
                <a:gd name="T93" fmla="*/ 20 h 82"/>
                <a:gd name="T94" fmla="*/ 9 w 73"/>
                <a:gd name="T95" fmla="*/ 17 h 82"/>
                <a:gd name="T96" fmla="*/ 10 w 73"/>
                <a:gd name="T97" fmla="*/ 17 h 82"/>
                <a:gd name="T98" fmla="*/ 33 w 73"/>
                <a:gd name="T99" fmla="*/ 15 h 82"/>
                <a:gd name="T100" fmla="*/ 33 w 73"/>
                <a:gd name="T101" fmla="*/ 0 h 82"/>
                <a:gd name="T102" fmla="*/ 33 w 73"/>
                <a:gd name="T103" fmla="*/ 0 h 82"/>
                <a:gd name="T104" fmla="*/ 33 w 73"/>
                <a:gd name="T105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3" h="82">
                  <a:moveTo>
                    <a:pt x="33" y="0"/>
                  </a:moveTo>
                  <a:lnTo>
                    <a:pt x="37" y="0"/>
                  </a:lnTo>
                  <a:lnTo>
                    <a:pt x="46" y="0"/>
                  </a:lnTo>
                  <a:lnTo>
                    <a:pt x="55" y="0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58" y="14"/>
                  </a:lnTo>
                  <a:lnTo>
                    <a:pt x="59" y="14"/>
                  </a:lnTo>
                  <a:lnTo>
                    <a:pt x="62" y="9"/>
                  </a:lnTo>
                  <a:lnTo>
                    <a:pt x="64" y="8"/>
                  </a:lnTo>
                  <a:lnTo>
                    <a:pt x="64" y="9"/>
                  </a:lnTo>
                  <a:lnTo>
                    <a:pt x="65" y="9"/>
                  </a:lnTo>
                  <a:lnTo>
                    <a:pt x="68" y="9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73" y="14"/>
                  </a:lnTo>
                  <a:lnTo>
                    <a:pt x="73" y="20"/>
                  </a:lnTo>
                  <a:lnTo>
                    <a:pt x="70" y="27"/>
                  </a:lnTo>
                  <a:lnTo>
                    <a:pt x="71" y="40"/>
                  </a:lnTo>
                  <a:lnTo>
                    <a:pt x="70" y="60"/>
                  </a:lnTo>
                  <a:lnTo>
                    <a:pt x="70" y="60"/>
                  </a:lnTo>
                  <a:lnTo>
                    <a:pt x="65" y="63"/>
                  </a:lnTo>
                  <a:lnTo>
                    <a:pt x="65" y="63"/>
                  </a:lnTo>
                  <a:lnTo>
                    <a:pt x="64" y="63"/>
                  </a:lnTo>
                  <a:lnTo>
                    <a:pt x="50" y="54"/>
                  </a:lnTo>
                  <a:lnTo>
                    <a:pt x="38" y="63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3" y="76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30" y="82"/>
                  </a:lnTo>
                  <a:lnTo>
                    <a:pt x="6" y="55"/>
                  </a:lnTo>
                  <a:lnTo>
                    <a:pt x="0" y="40"/>
                  </a:lnTo>
                  <a:lnTo>
                    <a:pt x="0" y="39"/>
                  </a:lnTo>
                  <a:lnTo>
                    <a:pt x="6" y="36"/>
                  </a:lnTo>
                  <a:lnTo>
                    <a:pt x="6" y="27"/>
                  </a:lnTo>
                  <a:lnTo>
                    <a:pt x="6" y="26"/>
                  </a:lnTo>
                  <a:lnTo>
                    <a:pt x="7" y="26"/>
                  </a:lnTo>
                  <a:lnTo>
                    <a:pt x="7" y="26"/>
                  </a:lnTo>
                  <a:lnTo>
                    <a:pt x="10" y="27"/>
                  </a:lnTo>
                  <a:lnTo>
                    <a:pt x="7" y="24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9" y="20"/>
                  </a:lnTo>
                  <a:lnTo>
                    <a:pt x="9" y="17"/>
                  </a:lnTo>
                  <a:lnTo>
                    <a:pt x="10" y="17"/>
                  </a:lnTo>
                  <a:lnTo>
                    <a:pt x="33" y="15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10" name="Freeform 747">
              <a:extLst>
                <a:ext uri="{FF2B5EF4-FFF2-40B4-BE49-F238E27FC236}">
                  <a16:creationId xmlns:a16="http://schemas.microsoft.com/office/drawing/2014/main" id="{FD2DF3C4-42F7-B289-9F66-6DE3DED29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1199" y="6754307"/>
              <a:ext cx="138185" cy="48365"/>
            </a:xfrm>
            <a:custGeom>
              <a:avLst/>
              <a:gdLst>
                <a:gd name="T0" fmla="*/ 24 w 40"/>
                <a:gd name="T1" fmla="*/ 0 h 14"/>
                <a:gd name="T2" fmla="*/ 24 w 40"/>
                <a:gd name="T3" fmla="*/ 2 h 14"/>
                <a:gd name="T4" fmla="*/ 33 w 40"/>
                <a:gd name="T5" fmla="*/ 6 h 14"/>
                <a:gd name="T6" fmla="*/ 40 w 40"/>
                <a:gd name="T7" fmla="*/ 5 h 14"/>
                <a:gd name="T8" fmla="*/ 40 w 40"/>
                <a:gd name="T9" fmla="*/ 5 h 14"/>
                <a:gd name="T10" fmla="*/ 40 w 40"/>
                <a:gd name="T11" fmla="*/ 5 h 14"/>
                <a:gd name="T12" fmla="*/ 40 w 40"/>
                <a:gd name="T13" fmla="*/ 6 h 14"/>
                <a:gd name="T14" fmla="*/ 40 w 40"/>
                <a:gd name="T15" fmla="*/ 8 h 14"/>
                <a:gd name="T16" fmla="*/ 40 w 40"/>
                <a:gd name="T17" fmla="*/ 8 h 14"/>
                <a:gd name="T18" fmla="*/ 36 w 40"/>
                <a:gd name="T19" fmla="*/ 11 h 14"/>
                <a:gd name="T20" fmla="*/ 36 w 40"/>
                <a:gd name="T21" fmla="*/ 11 h 14"/>
                <a:gd name="T22" fmla="*/ 36 w 40"/>
                <a:gd name="T23" fmla="*/ 11 h 14"/>
                <a:gd name="T24" fmla="*/ 23 w 40"/>
                <a:gd name="T25" fmla="*/ 6 h 14"/>
                <a:gd name="T26" fmla="*/ 14 w 40"/>
                <a:gd name="T27" fmla="*/ 11 h 14"/>
                <a:gd name="T28" fmla="*/ 12 w 40"/>
                <a:gd name="T29" fmla="*/ 11 h 14"/>
                <a:gd name="T30" fmla="*/ 11 w 40"/>
                <a:gd name="T31" fmla="*/ 12 h 14"/>
                <a:gd name="T32" fmla="*/ 8 w 40"/>
                <a:gd name="T33" fmla="*/ 12 h 14"/>
                <a:gd name="T34" fmla="*/ 5 w 40"/>
                <a:gd name="T35" fmla="*/ 12 h 14"/>
                <a:gd name="T36" fmla="*/ 2 w 40"/>
                <a:gd name="T37" fmla="*/ 14 h 14"/>
                <a:gd name="T38" fmla="*/ 2 w 40"/>
                <a:gd name="T39" fmla="*/ 14 h 14"/>
                <a:gd name="T40" fmla="*/ 0 w 40"/>
                <a:gd name="T41" fmla="*/ 14 h 14"/>
                <a:gd name="T42" fmla="*/ 0 w 40"/>
                <a:gd name="T43" fmla="*/ 12 h 14"/>
                <a:gd name="T44" fmla="*/ 0 w 40"/>
                <a:gd name="T45" fmla="*/ 9 h 14"/>
                <a:gd name="T46" fmla="*/ 0 w 40"/>
                <a:gd name="T47" fmla="*/ 8 h 14"/>
                <a:gd name="T48" fmla="*/ 3 w 40"/>
                <a:gd name="T49" fmla="*/ 5 h 14"/>
                <a:gd name="T50" fmla="*/ 3 w 40"/>
                <a:gd name="T51" fmla="*/ 5 h 14"/>
                <a:gd name="T52" fmla="*/ 17 w 40"/>
                <a:gd name="T53" fmla="*/ 5 h 14"/>
                <a:gd name="T54" fmla="*/ 23 w 40"/>
                <a:gd name="T55" fmla="*/ 2 h 14"/>
                <a:gd name="T56" fmla="*/ 24 w 40"/>
                <a:gd name="T5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0" h="14">
                  <a:moveTo>
                    <a:pt x="24" y="0"/>
                  </a:moveTo>
                  <a:lnTo>
                    <a:pt x="24" y="2"/>
                  </a:lnTo>
                  <a:lnTo>
                    <a:pt x="33" y="6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40" y="6"/>
                  </a:lnTo>
                  <a:lnTo>
                    <a:pt x="40" y="8"/>
                  </a:lnTo>
                  <a:lnTo>
                    <a:pt x="40" y="8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23" y="6"/>
                  </a:lnTo>
                  <a:lnTo>
                    <a:pt x="14" y="11"/>
                  </a:lnTo>
                  <a:lnTo>
                    <a:pt x="12" y="11"/>
                  </a:lnTo>
                  <a:lnTo>
                    <a:pt x="11" y="12"/>
                  </a:lnTo>
                  <a:lnTo>
                    <a:pt x="8" y="12"/>
                  </a:lnTo>
                  <a:lnTo>
                    <a:pt x="5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9"/>
                  </a:lnTo>
                  <a:lnTo>
                    <a:pt x="0" y="8"/>
                  </a:lnTo>
                  <a:lnTo>
                    <a:pt x="3" y="5"/>
                  </a:lnTo>
                  <a:lnTo>
                    <a:pt x="3" y="5"/>
                  </a:lnTo>
                  <a:lnTo>
                    <a:pt x="17" y="5"/>
                  </a:lnTo>
                  <a:lnTo>
                    <a:pt x="23" y="2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11" name="GHANA">
              <a:extLst>
                <a:ext uri="{FF2B5EF4-FFF2-40B4-BE49-F238E27FC236}">
                  <a16:creationId xmlns:a16="http://schemas.microsoft.com/office/drawing/2014/main" id="{0D596074-C329-5862-A017-990F5C7FE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123" y="6882129"/>
              <a:ext cx="207279" cy="304006"/>
            </a:xfrm>
            <a:custGeom>
              <a:avLst/>
              <a:gdLst>
                <a:gd name="T0" fmla="*/ 40 w 60"/>
                <a:gd name="T1" fmla="*/ 0 h 88"/>
                <a:gd name="T2" fmla="*/ 40 w 60"/>
                <a:gd name="T3" fmla="*/ 0 h 88"/>
                <a:gd name="T4" fmla="*/ 42 w 60"/>
                <a:gd name="T5" fmla="*/ 3 h 88"/>
                <a:gd name="T6" fmla="*/ 42 w 60"/>
                <a:gd name="T7" fmla="*/ 3 h 88"/>
                <a:gd name="T8" fmla="*/ 42 w 60"/>
                <a:gd name="T9" fmla="*/ 8 h 88"/>
                <a:gd name="T10" fmla="*/ 46 w 60"/>
                <a:gd name="T11" fmla="*/ 14 h 88"/>
                <a:gd name="T12" fmla="*/ 49 w 60"/>
                <a:gd name="T13" fmla="*/ 25 h 88"/>
                <a:gd name="T14" fmla="*/ 52 w 60"/>
                <a:gd name="T15" fmla="*/ 58 h 88"/>
                <a:gd name="T16" fmla="*/ 60 w 60"/>
                <a:gd name="T17" fmla="*/ 67 h 88"/>
                <a:gd name="T18" fmla="*/ 60 w 60"/>
                <a:gd name="T19" fmla="*/ 68 h 88"/>
                <a:gd name="T20" fmla="*/ 55 w 60"/>
                <a:gd name="T21" fmla="*/ 73 h 88"/>
                <a:gd name="T22" fmla="*/ 55 w 60"/>
                <a:gd name="T23" fmla="*/ 73 h 88"/>
                <a:gd name="T24" fmla="*/ 45 w 60"/>
                <a:gd name="T25" fmla="*/ 74 h 88"/>
                <a:gd name="T26" fmla="*/ 17 w 60"/>
                <a:gd name="T27" fmla="*/ 88 h 88"/>
                <a:gd name="T28" fmla="*/ 17 w 60"/>
                <a:gd name="T29" fmla="*/ 88 h 88"/>
                <a:gd name="T30" fmla="*/ 17 w 60"/>
                <a:gd name="T31" fmla="*/ 88 h 88"/>
                <a:gd name="T32" fmla="*/ 0 w 60"/>
                <a:gd name="T33" fmla="*/ 82 h 88"/>
                <a:gd name="T34" fmla="*/ 0 w 60"/>
                <a:gd name="T35" fmla="*/ 80 h 88"/>
                <a:gd name="T36" fmla="*/ 2 w 60"/>
                <a:gd name="T37" fmla="*/ 80 h 88"/>
                <a:gd name="T38" fmla="*/ 6 w 60"/>
                <a:gd name="T39" fmla="*/ 79 h 88"/>
                <a:gd name="T40" fmla="*/ 6 w 60"/>
                <a:gd name="T41" fmla="*/ 74 h 88"/>
                <a:gd name="T42" fmla="*/ 3 w 60"/>
                <a:gd name="T43" fmla="*/ 71 h 88"/>
                <a:gd name="T44" fmla="*/ 3 w 60"/>
                <a:gd name="T45" fmla="*/ 71 h 88"/>
                <a:gd name="T46" fmla="*/ 0 w 60"/>
                <a:gd name="T47" fmla="*/ 61 h 88"/>
                <a:gd name="T48" fmla="*/ 6 w 60"/>
                <a:gd name="T49" fmla="*/ 43 h 88"/>
                <a:gd name="T50" fmla="*/ 9 w 60"/>
                <a:gd name="T51" fmla="*/ 39 h 88"/>
                <a:gd name="T52" fmla="*/ 6 w 60"/>
                <a:gd name="T53" fmla="*/ 28 h 88"/>
                <a:gd name="T54" fmla="*/ 6 w 60"/>
                <a:gd name="T55" fmla="*/ 23 h 88"/>
                <a:gd name="T56" fmla="*/ 3 w 60"/>
                <a:gd name="T57" fmla="*/ 8 h 88"/>
                <a:gd name="T58" fmla="*/ 3 w 60"/>
                <a:gd name="T59" fmla="*/ 3 h 88"/>
                <a:gd name="T60" fmla="*/ 5 w 60"/>
                <a:gd name="T61" fmla="*/ 2 h 88"/>
                <a:gd name="T62" fmla="*/ 9 w 60"/>
                <a:gd name="T63" fmla="*/ 2 h 88"/>
                <a:gd name="T64" fmla="*/ 27 w 60"/>
                <a:gd name="T65" fmla="*/ 3 h 88"/>
                <a:gd name="T66" fmla="*/ 31 w 60"/>
                <a:gd name="T67" fmla="*/ 3 h 88"/>
                <a:gd name="T68" fmla="*/ 39 w 60"/>
                <a:gd name="T69" fmla="*/ 0 h 88"/>
                <a:gd name="T70" fmla="*/ 40 w 60"/>
                <a:gd name="T7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0" h="88">
                  <a:moveTo>
                    <a:pt x="40" y="0"/>
                  </a:moveTo>
                  <a:lnTo>
                    <a:pt x="40" y="0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8"/>
                  </a:lnTo>
                  <a:lnTo>
                    <a:pt x="46" y="14"/>
                  </a:lnTo>
                  <a:lnTo>
                    <a:pt x="49" y="25"/>
                  </a:lnTo>
                  <a:lnTo>
                    <a:pt x="52" y="58"/>
                  </a:lnTo>
                  <a:lnTo>
                    <a:pt x="60" y="67"/>
                  </a:lnTo>
                  <a:lnTo>
                    <a:pt x="60" y="68"/>
                  </a:lnTo>
                  <a:lnTo>
                    <a:pt x="55" y="73"/>
                  </a:lnTo>
                  <a:lnTo>
                    <a:pt x="55" y="73"/>
                  </a:lnTo>
                  <a:lnTo>
                    <a:pt x="45" y="74"/>
                  </a:lnTo>
                  <a:lnTo>
                    <a:pt x="17" y="88"/>
                  </a:lnTo>
                  <a:lnTo>
                    <a:pt x="17" y="88"/>
                  </a:lnTo>
                  <a:lnTo>
                    <a:pt x="17" y="88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2" y="80"/>
                  </a:lnTo>
                  <a:lnTo>
                    <a:pt x="6" y="79"/>
                  </a:lnTo>
                  <a:lnTo>
                    <a:pt x="6" y="74"/>
                  </a:lnTo>
                  <a:lnTo>
                    <a:pt x="3" y="71"/>
                  </a:lnTo>
                  <a:lnTo>
                    <a:pt x="3" y="71"/>
                  </a:lnTo>
                  <a:lnTo>
                    <a:pt x="0" y="61"/>
                  </a:lnTo>
                  <a:lnTo>
                    <a:pt x="6" y="43"/>
                  </a:lnTo>
                  <a:lnTo>
                    <a:pt x="9" y="39"/>
                  </a:lnTo>
                  <a:lnTo>
                    <a:pt x="6" y="28"/>
                  </a:lnTo>
                  <a:lnTo>
                    <a:pt x="6" y="23"/>
                  </a:lnTo>
                  <a:lnTo>
                    <a:pt x="3" y="8"/>
                  </a:lnTo>
                  <a:lnTo>
                    <a:pt x="3" y="3"/>
                  </a:lnTo>
                  <a:lnTo>
                    <a:pt x="5" y="2"/>
                  </a:lnTo>
                  <a:lnTo>
                    <a:pt x="9" y="2"/>
                  </a:lnTo>
                  <a:lnTo>
                    <a:pt x="27" y="3"/>
                  </a:lnTo>
                  <a:lnTo>
                    <a:pt x="31" y="3"/>
                  </a:lnTo>
                  <a:lnTo>
                    <a:pt x="39" y="0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12" name="GUINEA">
              <a:extLst>
                <a:ext uri="{FF2B5EF4-FFF2-40B4-BE49-F238E27FC236}">
                  <a16:creationId xmlns:a16="http://schemas.microsoft.com/office/drawing/2014/main" id="{93FFDC9D-6CF3-92C6-7CE9-516F1BDC2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0657" y="6813034"/>
              <a:ext cx="335099" cy="255642"/>
            </a:xfrm>
            <a:custGeom>
              <a:avLst/>
              <a:gdLst>
                <a:gd name="T0" fmla="*/ 17 w 97"/>
                <a:gd name="T1" fmla="*/ 0 h 74"/>
                <a:gd name="T2" fmla="*/ 38 w 97"/>
                <a:gd name="T3" fmla="*/ 4 h 74"/>
                <a:gd name="T4" fmla="*/ 43 w 97"/>
                <a:gd name="T5" fmla="*/ 4 h 74"/>
                <a:gd name="T6" fmla="*/ 49 w 97"/>
                <a:gd name="T7" fmla="*/ 2 h 74"/>
                <a:gd name="T8" fmla="*/ 50 w 97"/>
                <a:gd name="T9" fmla="*/ 4 h 74"/>
                <a:gd name="T10" fmla="*/ 50 w 97"/>
                <a:gd name="T11" fmla="*/ 7 h 74"/>
                <a:gd name="T12" fmla="*/ 55 w 97"/>
                <a:gd name="T13" fmla="*/ 5 h 74"/>
                <a:gd name="T14" fmla="*/ 59 w 97"/>
                <a:gd name="T15" fmla="*/ 10 h 74"/>
                <a:gd name="T16" fmla="*/ 63 w 97"/>
                <a:gd name="T17" fmla="*/ 5 h 74"/>
                <a:gd name="T18" fmla="*/ 69 w 97"/>
                <a:gd name="T19" fmla="*/ 7 h 74"/>
                <a:gd name="T20" fmla="*/ 75 w 97"/>
                <a:gd name="T21" fmla="*/ 2 h 74"/>
                <a:gd name="T22" fmla="*/ 80 w 97"/>
                <a:gd name="T23" fmla="*/ 2 h 74"/>
                <a:gd name="T24" fmla="*/ 89 w 97"/>
                <a:gd name="T25" fmla="*/ 17 h 74"/>
                <a:gd name="T26" fmla="*/ 89 w 97"/>
                <a:gd name="T27" fmla="*/ 19 h 74"/>
                <a:gd name="T28" fmla="*/ 89 w 97"/>
                <a:gd name="T29" fmla="*/ 22 h 74"/>
                <a:gd name="T30" fmla="*/ 89 w 97"/>
                <a:gd name="T31" fmla="*/ 22 h 74"/>
                <a:gd name="T32" fmla="*/ 90 w 97"/>
                <a:gd name="T33" fmla="*/ 28 h 74"/>
                <a:gd name="T34" fmla="*/ 93 w 97"/>
                <a:gd name="T35" fmla="*/ 34 h 74"/>
                <a:gd name="T36" fmla="*/ 92 w 97"/>
                <a:gd name="T37" fmla="*/ 43 h 74"/>
                <a:gd name="T38" fmla="*/ 96 w 97"/>
                <a:gd name="T39" fmla="*/ 44 h 74"/>
                <a:gd name="T40" fmla="*/ 96 w 97"/>
                <a:gd name="T41" fmla="*/ 50 h 74"/>
                <a:gd name="T42" fmla="*/ 96 w 97"/>
                <a:gd name="T43" fmla="*/ 51 h 74"/>
                <a:gd name="T44" fmla="*/ 97 w 97"/>
                <a:gd name="T45" fmla="*/ 57 h 74"/>
                <a:gd name="T46" fmla="*/ 96 w 97"/>
                <a:gd name="T47" fmla="*/ 59 h 74"/>
                <a:gd name="T48" fmla="*/ 93 w 97"/>
                <a:gd name="T49" fmla="*/ 59 h 74"/>
                <a:gd name="T50" fmla="*/ 90 w 97"/>
                <a:gd name="T51" fmla="*/ 57 h 74"/>
                <a:gd name="T52" fmla="*/ 93 w 97"/>
                <a:gd name="T53" fmla="*/ 60 h 74"/>
                <a:gd name="T54" fmla="*/ 90 w 97"/>
                <a:gd name="T55" fmla="*/ 68 h 74"/>
                <a:gd name="T56" fmla="*/ 86 w 97"/>
                <a:gd name="T57" fmla="*/ 69 h 74"/>
                <a:gd name="T58" fmla="*/ 80 w 97"/>
                <a:gd name="T59" fmla="*/ 74 h 74"/>
                <a:gd name="T60" fmla="*/ 80 w 97"/>
                <a:gd name="T61" fmla="*/ 74 h 74"/>
                <a:gd name="T62" fmla="*/ 72 w 97"/>
                <a:gd name="T63" fmla="*/ 71 h 74"/>
                <a:gd name="T64" fmla="*/ 74 w 97"/>
                <a:gd name="T65" fmla="*/ 65 h 74"/>
                <a:gd name="T66" fmla="*/ 69 w 97"/>
                <a:gd name="T67" fmla="*/ 56 h 74"/>
                <a:gd name="T68" fmla="*/ 62 w 97"/>
                <a:gd name="T69" fmla="*/ 59 h 74"/>
                <a:gd name="T70" fmla="*/ 62 w 97"/>
                <a:gd name="T71" fmla="*/ 57 h 74"/>
                <a:gd name="T72" fmla="*/ 57 w 97"/>
                <a:gd name="T73" fmla="*/ 59 h 74"/>
                <a:gd name="T74" fmla="*/ 56 w 97"/>
                <a:gd name="T75" fmla="*/ 59 h 74"/>
                <a:gd name="T76" fmla="*/ 59 w 97"/>
                <a:gd name="T77" fmla="*/ 50 h 74"/>
                <a:gd name="T78" fmla="*/ 35 w 97"/>
                <a:gd name="T79" fmla="*/ 38 h 74"/>
                <a:gd name="T80" fmla="*/ 28 w 97"/>
                <a:gd name="T81" fmla="*/ 48 h 74"/>
                <a:gd name="T82" fmla="*/ 23 w 97"/>
                <a:gd name="T83" fmla="*/ 48 h 74"/>
                <a:gd name="T84" fmla="*/ 10 w 97"/>
                <a:gd name="T85" fmla="*/ 35 h 74"/>
                <a:gd name="T86" fmla="*/ 3 w 97"/>
                <a:gd name="T87" fmla="*/ 26 h 74"/>
                <a:gd name="T88" fmla="*/ 3 w 97"/>
                <a:gd name="T89" fmla="*/ 28 h 74"/>
                <a:gd name="T90" fmla="*/ 0 w 97"/>
                <a:gd name="T91" fmla="*/ 25 h 74"/>
                <a:gd name="T92" fmla="*/ 6 w 97"/>
                <a:gd name="T93" fmla="*/ 16 h 74"/>
                <a:gd name="T94" fmla="*/ 14 w 97"/>
                <a:gd name="T95" fmla="*/ 7 h 74"/>
                <a:gd name="T96" fmla="*/ 19 w 97"/>
                <a:gd name="T97" fmla="*/ 4 h 74"/>
                <a:gd name="T98" fmla="*/ 17 w 97"/>
                <a:gd name="T99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74">
                  <a:moveTo>
                    <a:pt x="17" y="0"/>
                  </a:moveTo>
                  <a:lnTo>
                    <a:pt x="17" y="0"/>
                  </a:lnTo>
                  <a:lnTo>
                    <a:pt x="37" y="4"/>
                  </a:lnTo>
                  <a:lnTo>
                    <a:pt x="38" y="4"/>
                  </a:lnTo>
                  <a:lnTo>
                    <a:pt x="40" y="4"/>
                  </a:lnTo>
                  <a:lnTo>
                    <a:pt x="43" y="4"/>
                  </a:lnTo>
                  <a:lnTo>
                    <a:pt x="46" y="4"/>
                  </a:lnTo>
                  <a:lnTo>
                    <a:pt x="49" y="2"/>
                  </a:lnTo>
                  <a:lnTo>
                    <a:pt x="50" y="2"/>
                  </a:lnTo>
                  <a:lnTo>
                    <a:pt x="50" y="4"/>
                  </a:lnTo>
                  <a:lnTo>
                    <a:pt x="50" y="4"/>
                  </a:lnTo>
                  <a:lnTo>
                    <a:pt x="50" y="7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6" y="5"/>
                  </a:lnTo>
                  <a:lnTo>
                    <a:pt x="59" y="10"/>
                  </a:lnTo>
                  <a:lnTo>
                    <a:pt x="62" y="5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9" y="7"/>
                  </a:lnTo>
                  <a:lnTo>
                    <a:pt x="75" y="2"/>
                  </a:lnTo>
                  <a:lnTo>
                    <a:pt x="75" y="2"/>
                  </a:lnTo>
                  <a:lnTo>
                    <a:pt x="78" y="2"/>
                  </a:lnTo>
                  <a:lnTo>
                    <a:pt x="80" y="2"/>
                  </a:lnTo>
                  <a:lnTo>
                    <a:pt x="83" y="13"/>
                  </a:lnTo>
                  <a:lnTo>
                    <a:pt x="89" y="17"/>
                  </a:lnTo>
                  <a:lnTo>
                    <a:pt x="89" y="17"/>
                  </a:lnTo>
                  <a:lnTo>
                    <a:pt x="89" y="19"/>
                  </a:lnTo>
                  <a:lnTo>
                    <a:pt x="86" y="22"/>
                  </a:lnTo>
                  <a:lnTo>
                    <a:pt x="89" y="22"/>
                  </a:lnTo>
                  <a:lnTo>
                    <a:pt x="89" y="20"/>
                  </a:lnTo>
                  <a:lnTo>
                    <a:pt x="89" y="22"/>
                  </a:lnTo>
                  <a:lnTo>
                    <a:pt x="90" y="22"/>
                  </a:lnTo>
                  <a:lnTo>
                    <a:pt x="90" y="28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92" y="37"/>
                  </a:lnTo>
                  <a:lnTo>
                    <a:pt x="92" y="43"/>
                  </a:lnTo>
                  <a:lnTo>
                    <a:pt x="95" y="44"/>
                  </a:lnTo>
                  <a:lnTo>
                    <a:pt x="96" y="44"/>
                  </a:lnTo>
                  <a:lnTo>
                    <a:pt x="97" y="50"/>
                  </a:lnTo>
                  <a:lnTo>
                    <a:pt x="96" y="50"/>
                  </a:lnTo>
                  <a:lnTo>
                    <a:pt x="95" y="51"/>
                  </a:lnTo>
                  <a:lnTo>
                    <a:pt x="96" y="51"/>
                  </a:lnTo>
                  <a:lnTo>
                    <a:pt x="96" y="53"/>
                  </a:lnTo>
                  <a:lnTo>
                    <a:pt x="97" y="57"/>
                  </a:lnTo>
                  <a:lnTo>
                    <a:pt x="97" y="59"/>
                  </a:lnTo>
                  <a:lnTo>
                    <a:pt x="96" y="59"/>
                  </a:lnTo>
                  <a:lnTo>
                    <a:pt x="96" y="59"/>
                  </a:lnTo>
                  <a:lnTo>
                    <a:pt x="93" y="59"/>
                  </a:lnTo>
                  <a:lnTo>
                    <a:pt x="92" y="57"/>
                  </a:lnTo>
                  <a:lnTo>
                    <a:pt x="90" y="57"/>
                  </a:lnTo>
                  <a:lnTo>
                    <a:pt x="90" y="59"/>
                  </a:lnTo>
                  <a:lnTo>
                    <a:pt x="93" y="60"/>
                  </a:lnTo>
                  <a:lnTo>
                    <a:pt x="93" y="62"/>
                  </a:lnTo>
                  <a:lnTo>
                    <a:pt x="90" y="68"/>
                  </a:lnTo>
                  <a:lnTo>
                    <a:pt x="90" y="69"/>
                  </a:lnTo>
                  <a:lnTo>
                    <a:pt x="86" y="69"/>
                  </a:lnTo>
                  <a:lnTo>
                    <a:pt x="84" y="68"/>
                  </a:lnTo>
                  <a:lnTo>
                    <a:pt x="80" y="74"/>
                  </a:lnTo>
                  <a:lnTo>
                    <a:pt x="80" y="74"/>
                  </a:lnTo>
                  <a:lnTo>
                    <a:pt x="80" y="74"/>
                  </a:lnTo>
                  <a:lnTo>
                    <a:pt x="72" y="72"/>
                  </a:lnTo>
                  <a:lnTo>
                    <a:pt x="72" y="71"/>
                  </a:lnTo>
                  <a:lnTo>
                    <a:pt x="72" y="71"/>
                  </a:lnTo>
                  <a:lnTo>
                    <a:pt x="74" y="65"/>
                  </a:lnTo>
                  <a:lnTo>
                    <a:pt x="72" y="59"/>
                  </a:lnTo>
                  <a:lnTo>
                    <a:pt x="69" y="56"/>
                  </a:lnTo>
                  <a:lnTo>
                    <a:pt x="62" y="59"/>
                  </a:lnTo>
                  <a:lnTo>
                    <a:pt x="62" y="59"/>
                  </a:lnTo>
                  <a:lnTo>
                    <a:pt x="62" y="57"/>
                  </a:lnTo>
                  <a:lnTo>
                    <a:pt x="62" y="57"/>
                  </a:lnTo>
                  <a:lnTo>
                    <a:pt x="62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9" y="50"/>
                  </a:lnTo>
                  <a:lnTo>
                    <a:pt x="50" y="38"/>
                  </a:lnTo>
                  <a:lnTo>
                    <a:pt x="35" y="38"/>
                  </a:lnTo>
                  <a:lnTo>
                    <a:pt x="28" y="48"/>
                  </a:lnTo>
                  <a:lnTo>
                    <a:pt x="28" y="48"/>
                  </a:lnTo>
                  <a:lnTo>
                    <a:pt x="23" y="48"/>
                  </a:lnTo>
                  <a:lnTo>
                    <a:pt x="23" y="48"/>
                  </a:lnTo>
                  <a:lnTo>
                    <a:pt x="16" y="38"/>
                  </a:lnTo>
                  <a:lnTo>
                    <a:pt x="10" y="35"/>
                  </a:lnTo>
                  <a:lnTo>
                    <a:pt x="4" y="25"/>
                  </a:lnTo>
                  <a:lnTo>
                    <a:pt x="3" y="26"/>
                  </a:lnTo>
                  <a:lnTo>
                    <a:pt x="3" y="28"/>
                  </a:lnTo>
                  <a:lnTo>
                    <a:pt x="3" y="28"/>
                  </a:lnTo>
                  <a:lnTo>
                    <a:pt x="1" y="26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6" y="16"/>
                  </a:lnTo>
                  <a:lnTo>
                    <a:pt x="17" y="13"/>
                  </a:lnTo>
                  <a:lnTo>
                    <a:pt x="14" y="7"/>
                  </a:lnTo>
                  <a:lnTo>
                    <a:pt x="16" y="7"/>
                  </a:lnTo>
                  <a:lnTo>
                    <a:pt x="19" y="4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13" name="COTE D'IVOIRE">
              <a:extLst>
                <a:ext uri="{FF2B5EF4-FFF2-40B4-BE49-F238E27FC236}">
                  <a16:creationId xmlns:a16="http://schemas.microsoft.com/office/drawing/2014/main" id="{28AF91C9-1FFD-7A4A-3CA6-DC6166572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0845" y="6902852"/>
              <a:ext cx="283279" cy="293643"/>
            </a:xfrm>
            <a:custGeom>
              <a:avLst/>
              <a:gdLst>
                <a:gd name="T0" fmla="*/ 31 w 82"/>
                <a:gd name="T1" fmla="*/ 0 h 85"/>
                <a:gd name="T2" fmla="*/ 33 w 82"/>
                <a:gd name="T3" fmla="*/ 6 h 85"/>
                <a:gd name="T4" fmla="*/ 45 w 82"/>
                <a:gd name="T5" fmla="*/ 5 h 85"/>
                <a:gd name="T6" fmla="*/ 52 w 82"/>
                <a:gd name="T7" fmla="*/ 14 h 85"/>
                <a:gd name="T8" fmla="*/ 65 w 82"/>
                <a:gd name="T9" fmla="*/ 9 h 85"/>
                <a:gd name="T10" fmla="*/ 73 w 82"/>
                <a:gd name="T11" fmla="*/ 11 h 85"/>
                <a:gd name="T12" fmla="*/ 79 w 82"/>
                <a:gd name="T13" fmla="*/ 17 h 85"/>
                <a:gd name="T14" fmla="*/ 79 w 82"/>
                <a:gd name="T15" fmla="*/ 17 h 85"/>
                <a:gd name="T16" fmla="*/ 82 w 82"/>
                <a:gd name="T17" fmla="*/ 33 h 85"/>
                <a:gd name="T18" fmla="*/ 79 w 82"/>
                <a:gd name="T19" fmla="*/ 37 h 85"/>
                <a:gd name="T20" fmla="*/ 74 w 82"/>
                <a:gd name="T21" fmla="*/ 65 h 85"/>
                <a:gd name="T22" fmla="*/ 79 w 82"/>
                <a:gd name="T23" fmla="*/ 67 h 85"/>
                <a:gd name="T24" fmla="*/ 79 w 82"/>
                <a:gd name="T25" fmla="*/ 74 h 85"/>
                <a:gd name="T26" fmla="*/ 51 w 82"/>
                <a:gd name="T27" fmla="*/ 74 h 85"/>
                <a:gd name="T28" fmla="*/ 19 w 82"/>
                <a:gd name="T29" fmla="*/ 85 h 85"/>
                <a:gd name="T30" fmla="*/ 15 w 82"/>
                <a:gd name="T31" fmla="*/ 85 h 85"/>
                <a:gd name="T32" fmla="*/ 15 w 82"/>
                <a:gd name="T33" fmla="*/ 65 h 85"/>
                <a:gd name="T34" fmla="*/ 12 w 82"/>
                <a:gd name="T35" fmla="*/ 64 h 85"/>
                <a:gd name="T36" fmla="*/ 2 w 82"/>
                <a:gd name="T37" fmla="*/ 58 h 85"/>
                <a:gd name="T38" fmla="*/ 0 w 82"/>
                <a:gd name="T39" fmla="*/ 57 h 85"/>
                <a:gd name="T40" fmla="*/ 2 w 82"/>
                <a:gd name="T41" fmla="*/ 42 h 85"/>
                <a:gd name="T42" fmla="*/ 2 w 82"/>
                <a:gd name="T43" fmla="*/ 42 h 85"/>
                <a:gd name="T44" fmla="*/ 8 w 82"/>
                <a:gd name="T45" fmla="*/ 36 h 85"/>
                <a:gd name="T46" fmla="*/ 5 w 82"/>
                <a:gd name="T47" fmla="*/ 33 h 85"/>
                <a:gd name="T48" fmla="*/ 5 w 82"/>
                <a:gd name="T49" fmla="*/ 30 h 85"/>
                <a:gd name="T50" fmla="*/ 6 w 82"/>
                <a:gd name="T51" fmla="*/ 30 h 85"/>
                <a:gd name="T52" fmla="*/ 11 w 82"/>
                <a:gd name="T53" fmla="*/ 31 h 85"/>
                <a:gd name="T54" fmla="*/ 11 w 82"/>
                <a:gd name="T55" fmla="*/ 27 h 85"/>
                <a:gd name="T56" fmla="*/ 9 w 82"/>
                <a:gd name="T57" fmla="*/ 27 h 85"/>
                <a:gd name="T58" fmla="*/ 11 w 82"/>
                <a:gd name="T59" fmla="*/ 24 h 85"/>
                <a:gd name="T60" fmla="*/ 6 w 82"/>
                <a:gd name="T61" fmla="*/ 18 h 85"/>
                <a:gd name="T62" fmla="*/ 6 w 82"/>
                <a:gd name="T63" fmla="*/ 11 h 85"/>
                <a:gd name="T64" fmla="*/ 8 w 82"/>
                <a:gd name="T65" fmla="*/ 8 h 85"/>
                <a:gd name="T66" fmla="*/ 15 w 82"/>
                <a:gd name="T67" fmla="*/ 3 h 85"/>
                <a:gd name="T68" fmla="*/ 21 w 82"/>
                <a:gd name="T69" fmla="*/ 6 h 85"/>
                <a:gd name="T70" fmla="*/ 25 w 82"/>
                <a:gd name="T71" fmla="*/ 2 h 85"/>
                <a:gd name="T72" fmla="*/ 31 w 82"/>
                <a:gd name="T7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2" h="85">
                  <a:moveTo>
                    <a:pt x="31" y="0"/>
                  </a:moveTo>
                  <a:lnTo>
                    <a:pt x="31" y="0"/>
                  </a:lnTo>
                  <a:lnTo>
                    <a:pt x="31" y="0"/>
                  </a:lnTo>
                  <a:lnTo>
                    <a:pt x="33" y="6"/>
                  </a:lnTo>
                  <a:lnTo>
                    <a:pt x="37" y="3"/>
                  </a:lnTo>
                  <a:lnTo>
                    <a:pt x="45" y="5"/>
                  </a:lnTo>
                  <a:lnTo>
                    <a:pt x="46" y="5"/>
                  </a:lnTo>
                  <a:lnTo>
                    <a:pt x="52" y="14"/>
                  </a:lnTo>
                  <a:lnTo>
                    <a:pt x="56" y="14"/>
                  </a:lnTo>
                  <a:lnTo>
                    <a:pt x="65" y="9"/>
                  </a:lnTo>
                  <a:lnTo>
                    <a:pt x="71" y="11"/>
                  </a:lnTo>
                  <a:lnTo>
                    <a:pt x="73" y="11"/>
                  </a:lnTo>
                  <a:lnTo>
                    <a:pt x="76" y="17"/>
                  </a:lnTo>
                  <a:lnTo>
                    <a:pt x="79" y="17"/>
                  </a:lnTo>
                  <a:lnTo>
                    <a:pt x="79" y="17"/>
                  </a:lnTo>
                  <a:lnTo>
                    <a:pt x="79" y="17"/>
                  </a:lnTo>
                  <a:lnTo>
                    <a:pt x="79" y="21"/>
                  </a:lnTo>
                  <a:lnTo>
                    <a:pt x="82" y="33"/>
                  </a:lnTo>
                  <a:lnTo>
                    <a:pt x="82" y="34"/>
                  </a:lnTo>
                  <a:lnTo>
                    <a:pt x="79" y="37"/>
                  </a:lnTo>
                  <a:lnTo>
                    <a:pt x="73" y="55"/>
                  </a:lnTo>
                  <a:lnTo>
                    <a:pt x="74" y="65"/>
                  </a:lnTo>
                  <a:lnTo>
                    <a:pt x="79" y="67"/>
                  </a:lnTo>
                  <a:lnTo>
                    <a:pt x="79" y="67"/>
                  </a:lnTo>
                  <a:lnTo>
                    <a:pt x="79" y="74"/>
                  </a:lnTo>
                  <a:lnTo>
                    <a:pt x="79" y="74"/>
                  </a:lnTo>
                  <a:lnTo>
                    <a:pt x="73" y="76"/>
                  </a:lnTo>
                  <a:lnTo>
                    <a:pt x="51" y="74"/>
                  </a:lnTo>
                  <a:lnTo>
                    <a:pt x="33" y="79"/>
                  </a:lnTo>
                  <a:lnTo>
                    <a:pt x="19" y="85"/>
                  </a:lnTo>
                  <a:lnTo>
                    <a:pt x="18" y="85"/>
                  </a:lnTo>
                  <a:lnTo>
                    <a:pt x="15" y="85"/>
                  </a:lnTo>
                  <a:lnTo>
                    <a:pt x="13" y="83"/>
                  </a:lnTo>
                  <a:lnTo>
                    <a:pt x="15" y="65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9" y="60"/>
                  </a:lnTo>
                  <a:lnTo>
                    <a:pt x="2" y="58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5" y="48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6" y="42"/>
                  </a:lnTo>
                  <a:lnTo>
                    <a:pt x="8" y="36"/>
                  </a:lnTo>
                  <a:lnTo>
                    <a:pt x="5" y="34"/>
                  </a:lnTo>
                  <a:lnTo>
                    <a:pt x="5" y="33"/>
                  </a:lnTo>
                  <a:lnTo>
                    <a:pt x="5" y="31"/>
                  </a:lnTo>
                  <a:lnTo>
                    <a:pt x="5" y="30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9" y="31"/>
                  </a:lnTo>
                  <a:lnTo>
                    <a:pt x="11" y="31"/>
                  </a:lnTo>
                  <a:lnTo>
                    <a:pt x="12" y="31"/>
                  </a:lnTo>
                  <a:lnTo>
                    <a:pt x="11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1" y="24"/>
                  </a:lnTo>
                  <a:lnTo>
                    <a:pt x="11" y="19"/>
                  </a:lnTo>
                  <a:lnTo>
                    <a:pt x="6" y="18"/>
                  </a:lnTo>
                  <a:lnTo>
                    <a:pt x="6" y="17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8" y="8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21" y="6"/>
                  </a:lnTo>
                  <a:lnTo>
                    <a:pt x="25" y="5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14" name="LIBERIA">
              <a:extLst>
                <a:ext uri="{FF2B5EF4-FFF2-40B4-BE49-F238E27FC236}">
                  <a16:creationId xmlns:a16="http://schemas.microsoft.com/office/drawing/2014/main" id="{12423497-EAB2-33C3-9478-74E3FD1A5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9569" y="6999586"/>
              <a:ext cx="186547" cy="196914"/>
            </a:xfrm>
            <a:custGeom>
              <a:avLst/>
              <a:gdLst>
                <a:gd name="T0" fmla="*/ 25 w 54"/>
                <a:gd name="T1" fmla="*/ 0 h 57"/>
                <a:gd name="T2" fmla="*/ 25 w 54"/>
                <a:gd name="T3" fmla="*/ 0 h 57"/>
                <a:gd name="T4" fmla="*/ 28 w 54"/>
                <a:gd name="T5" fmla="*/ 3 h 57"/>
                <a:gd name="T6" fmla="*/ 29 w 54"/>
                <a:gd name="T7" fmla="*/ 11 h 57"/>
                <a:gd name="T8" fmla="*/ 28 w 54"/>
                <a:gd name="T9" fmla="*/ 17 h 57"/>
                <a:gd name="T10" fmla="*/ 34 w 54"/>
                <a:gd name="T11" fmla="*/ 18 h 57"/>
                <a:gd name="T12" fmla="*/ 37 w 54"/>
                <a:gd name="T13" fmla="*/ 12 h 57"/>
                <a:gd name="T14" fmla="*/ 38 w 54"/>
                <a:gd name="T15" fmla="*/ 12 h 57"/>
                <a:gd name="T16" fmla="*/ 38 w 54"/>
                <a:gd name="T17" fmla="*/ 12 h 57"/>
                <a:gd name="T18" fmla="*/ 41 w 54"/>
                <a:gd name="T19" fmla="*/ 14 h 57"/>
                <a:gd name="T20" fmla="*/ 44 w 54"/>
                <a:gd name="T21" fmla="*/ 20 h 57"/>
                <a:gd name="T22" fmla="*/ 44 w 54"/>
                <a:gd name="T23" fmla="*/ 20 h 57"/>
                <a:gd name="T24" fmla="*/ 41 w 54"/>
                <a:gd name="T25" fmla="*/ 29 h 57"/>
                <a:gd name="T26" fmla="*/ 47 w 54"/>
                <a:gd name="T27" fmla="*/ 30 h 57"/>
                <a:gd name="T28" fmla="*/ 49 w 54"/>
                <a:gd name="T29" fmla="*/ 30 h 57"/>
                <a:gd name="T30" fmla="*/ 50 w 54"/>
                <a:gd name="T31" fmla="*/ 36 h 57"/>
                <a:gd name="T32" fmla="*/ 54 w 54"/>
                <a:gd name="T33" fmla="*/ 36 h 57"/>
                <a:gd name="T34" fmla="*/ 54 w 54"/>
                <a:gd name="T35" fmla="*/ 36 h 57"/>
                <a:gd name="T36" fmla="*/ 53 w 54"/>
                <a:gd name="T37" fmla="*/ 55 h 57"/>
                <a:gd name="T38" fmla="*/ 53 w 54"/>
                <a:gd name="T39" fmla="*/ 57 h 57"/>
                <a:gd name="T40" fmla="*/ 53 w 54"/>
                <a:gd name="T41" fmla="*/ 57 h 57"/>
                <a:gd name="T42" fmla="*/ 53 w 54"/>
                <a:gd name="T43" fmla="*/ 57 h 57"/>
                <a:gd name="T44" fmla="*/ 29 w 54"/>
                <a:gd name="T45" fmla="*/ 46 h 57"/>
                <a:gd name="T46" fmla="*/ 1 w 54"/>
                <a:gd name="T47" fmla="*/ 23 h 57"/>
                <a:gd name="T48" fmla="*/ 0 w 54"/>
                <a:gd name="T49" fmla="*/ 23 h 57"/>
                <a:gd name="T50" fmla="*/ 1 w 54"/>
                <a:gd name="T51" fmla="*/ 21 h 57"/>
                <a:gd name="T52" fmla="*/ 13 w 54"/>
                <a:gd name="T53" fmla="*/ 12 h 57"/>
                <a:gd name="T54" fmla="*/ 13 w 54"/>
                <a:gd name="T55" fmla="*/ 8 h 57"/>
                <a:gd name="T56" fmla="*/ 13 w 54"/>
                <a:gd name="T57" fmla="*/ 6 h 57"/>
                <a:gd name="T58" fmla="*/ 16 w 54"/>
                <a:gd name="T59" fmla="*/ 6 h 57"/>
                <a:gd name="T60" fmla="*/ 16 w 54"/>
                <a:gd name="T61" fmla="*/ 3 h 57"/>
                <a:gd name="T62" fmla="*/ 16 w 54"/>
                <a:gd name="T63" fmla="*/ 3 h 57"/>
                <a:gd name="T64" fmla="*/ 23 w 54"/>
                <a:gd name="T65" fmla="*/ 0 h 57"/>
                <a:gd name="T66" fmla="*/ 25 w 54"/>
                <a:gd name="T6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4" h="57">
                  <a:moveTo>
                    <a:pt x="25" y="0"/>
                  </a:moveTo>
                  <a:lnTo>
                    <a:pt x="25" y="0"/>
                  </a:lnTo>
                  <a:lnTo>
                    <a:pt x="28" y="3"/>
                  </a:lnTo>
                  <a:lnTo>
                    <a:pt x="29" y="11"/>
                  </a:lnTo>
                  <a:lnTo>
                    <a:pt x="28" y="17"/>
                  </a:lnTo>
                  <a:lnTo>
                    <a:pt x="34" y="18"/>
                  </a:lnTo>
                  <a:lnTo>
                    <a:pt x="37" y="12"/>
                  </a:lnTo>
                  <a:lnTo>
                    <a:pt x="38" y="12"/>
                  </a:lnTo>
                  <a:lnTo>
                    <a:pt x="38" y="12"/>
                  </a:lnTo>
                  <a:lnTo>
                    <a:pt x="41" y="14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29"/>
                  </a:lnTo>
                  <a:lnTo>
                    <a:pt x="47" y="30"/>
                  </a:lnTo>
                  <a:lnTo>
                    <a:pt x="49" y="30"/>
                  </a:lnTo>
                  <a:lnTo>
                    <a:pt x="50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3" y="55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29" y="46"/>
                  </a:lnTo>
                  <a:lnTo>
                    <a:pt x="1" y="23"/>
                  </a:lnTo>
                  <a:lnTo>
                    <a:pt x="0" y="23"/>
                  </a:lnTo>
                  <a:lnTo>
                    <a:pt x="1" y="21"/>
                  </a:lnTo>
                  <a:lnTo>
                    <a:pt x="13" y="12"/>
                  </a:lnTo>
                  <a:lnTo>
                    <a:pt x="13" y="8"/>
                  </a:lnTo>
                  <a:lnTo>
                    <a:pt x="13" y="6"/>
                  </a:lnTo>
                  <a:lnTo>
                    <a:pt x="16" y="6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23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15" name="LIBYA">
              <a:extLst>
                <a:ext uri="{FF2B5EF4-FFF2-40B4-BE49-F238E27FC236}">
                  <a16:creationId xmlns:a16="http://schemas.microsoft.com/office/drawing/2014/main" id="{EAED11B4-4BCE-D80D-54C4-A989DFA04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68862" y="5807738"/>
              <a:ext cx="722016" cy="690923"/>
            </a:xfrm>
            <a:custGeom>
              <a:avLst/>
              <a:gdLst>
                <a:gd name="T0" fmla="*/ 30 w 209"/>
                <a:gd name="T1" fmla="*/ 0 h 200"/>
                <a:gd name="T2" fmla="*/ 30 w 209"/>
                <a:gd name="T3" fmla="*/ 0 h 200"/>
                <a:gd name="T4" fmla="*/ 42 w 209"/>
                <a:gd name="T5" fmla="*/ 6 h 200"/>
                <a:gd name="T6" fmla="*/ 61 w 209"/>
                <a:gd name="T7" fmla="*/ 6 h 200"/>
                <a:gd name="T8" fmla="*/ 79 w 209"/>
                <a:gd name="T9" fmla="*/ 13 h 200"/>
                <a:gd name="T10" fmla="*/ 86 w 209"/>
                <a:gd name="T11" fmla="*/ 28 h 200"/>
                <a:gd name="T12" fmla="*/ 112 w 209"/>
                <a:gd name="T13" fmla="*/ 34 h 200"/>
                <a:gd name="T14" fmla="*/ 126 w 209"/>
                <a:gd name="T15" fmla="*/ 44 h 200"/>
                <a:gd name="T16" fmla="*/ 138 w 209"/>
                <a:gd name="T17" fmla="*/ 38 h 200"/>
                <a:gd name="T18" fmla="*/ 141 w 209"/>
                <a:gd name="T19" fmla="*/ 33 h 200"/>
                <a:gd name="T20" fmla="*/ 140 w 209"/>
                <a:gd name="T21" fmla="*/ 25 h 200"/>
                <a:gd name="T22" fmla="*/ 141 w 209"/>
                <a:gd name="T23" fmla="*/ 18 h 200"/>
                <a:gd name="T24" fmla="*/ 155 w 209"/>
                <a:gd name="T25" fmla="*/ 6 h 200"/>
                <a:gd name="T26" fmla="*/ 168 w 209"/>
                <a:gd name="T27" fmla="*/ 4 h 200"/>
                <a:gd name="T28" fmla="*/ 180 w 209"/>
                <a:gd name="T29" fmla="*/ 7 h 200"/>
                <a:gd name="T30" fmla="*/ 184 w 209"/>
                <a:gd name="T31" fmla="*/ 15 h 200"/>
                <a:gd name="T32" fmla="*/ 205 w 209"/>
                <a:gd name="T33" fmla="*/ 19 h 200"/>
                <a:gd name="T34" fmla="*/ 206 w 209"/>
                <a:gd name="T35" fmla="*/ 19 h 200"/>
                <a:gd name="T36" fmla="*/ 209 w 209"/>
                <a:gd name="T37" fmla="*/ 24 h 200"/>
                <a:gd name="T38" fmla="*/ 209 w 209"/>
                <a:gd name="T39" fmla="*/ 25 h 200"/>
                <a:gd name="T40" fmla="*/ 205 w 209"/>
                <a:gd name="T41" fmla="*/ 30 h 200"/>
                <a:gd name="T42" fmla="*/ 206 w 209"/>
                <a:gd name="T43" fmla="*/ 44 h 200"/>
                <a:gd name="T44" fmla="*/ 206 w 209"/>
                <a:gd name="T45" fmla="*/ 44 h 200"/>
                <a:gd name="T46" fmla="*/ 203 w 209"/>
                <a:gd name="T47" fmla="*/ 47 h 200"/>
                <a:gd name="T48" fmla="*/ 205 w 209"/>
                <a:gd name="T49" fmla="*/ 59 h 200"/>
                <a:gd name="T50" fmla="*/ 208 w 209"/>
                <a:gd name="T51" fmla="*/ 62 h 200"/>
                <a:gd name="T52" fmla="*/ 209 w 209"/>
                <a:gd name="T53" fmla="*/ 64 h 200"/>
                <a:gd name="T54" fmla="*/ 209 w 209"/>
                <a:gd name="T55" fmla="*/ 164 h 200"/>
                <a:gd name="T56" fmla="*/ 209 w 209"/>
                <a:gd name="T57" fmla="*/ 191 h 200"/>
                <a:gd name="T58" fmla="*/ 209 w 209"/>
                <a:gd name="T59" fmla="*/ 193 h 200"/>
                <a:gd name="T60" fmla="*/ 196 w 209"/>
                <a:gd name="T61" fmla="*/ 193 h 200"/>
                <a:gd name="T62" fmla="*/ 196 w 209"/>
                <a:gd name="T63" fmla="*/ 200 h 200"/>
                <a:gd name="T64" fmla="*/ 196 w 209"/>
                <a:gd name="T65" fmla="*/ 200 h 200"/>
                <a:gd name="T66" fmla="*/ 196 w 209"/>
                <a:gd name="T67" fmla="*/ 200 h 200"/>
                <a:gd name="T68" fmla="*/ 195 w 209"/>
                <a:gd name="T69" fmla="*/ 200 h 200"/>
                <a:gd name="T70" fmla="*/ 91 w 209"/>
                <a:gd name="T71" fmla="*/ 147 h 200"/>
                <a:gd name="T72" fmla="*/ 79 w 209"/>
                <a:gd name="T73" fmla="*/ 151 h 200"/>
                <a:gd name="T74" fmla="*/ 74 w 209"/>
                <a:gd name="T75" fmla="*/ 153 h 200"/>
                <a:gd name="T76" fmla="*/ 73 w 209"/>
                <a:gd name="T77" fmla="*/ 153 h 200"/>
                <a:gd name="T78" fmla="*/ 73 w 209"/>
                <a:gd name="T79" fmla="*/ 153 h 200"/>
                <a:gd name="T80" fmla="*/ 63 w 209"/>
                <a:gd name="T81" fmla="*/ 144 h 200"/>
                <a:gd name="T82" fmla="*/ 36 w 209"/>
                <a:gd name="T83" fmla="*/ 145 h 200"/>
                <a:gd name="T84" fmla="*/ 34 w 209"/>
                <a:gd name="T85" fmla="*/ 144 h 200"/>
                <a:gd name="T86" fmla="*/ 29 w 209"/>
                <a:gd name="T87" fmla="*/ 132 h 200"/>
                <a:gd name="T88" fmla="*/ 15 w 209"/>
                <a:gd name="T89" fmla="*/ 129 h 200"/>
                <a:gd name="T90" fmla="*/ 12 w 209"/>
                <a:gd name="T91" fmla="*/ 126 h 200"/>
                <a:gd name="T92" fmla="*/ 9 w 209"/>
                <a:gd name="T93" fmla="*/ 117 h 200"/>
                <a:gd name="T94" fmla="*/ 2 w 209"/>
                <a:gd name="T95" fmla="*/ 105 h 200"/>
                <a:gd name="T96" fmla="*/ 2 w 209"/>
                <a:gd name="T97" fmla="*/ 105 h 200"/>
                <a:gd name="T98" fmla="*/ 6 w 209"/>
                <a:gd name="T99" fmla="*/ 101 h 200"/>
                <a:gd name="T100" fmla="*/ 8 w 209"/>
                <a:gd name="T101" fmla="*/ 81 h 200"/>
                <a:gd name="T102" fmla="*/ 6 w 209"/>
                <a:gd name="T103" fmla="*/ 59 h 200"/>
                <a:gd name="T104" fmla="*/ 0 w 209"/>
                <a:gd name="T105" fmla="*/ 50 h 200"/>
                <a:gd name="T106" fmla="*/ 0 w 209"/>
                <a:gd name="T107" fmla="*/ 50 h 200"/>
                <a:gd name="T108" fmla="*/ 5 w 209"/>
                <a:gd name="T109" fmla="*/ 44 h 200"/>
                <a:gd name="T110" fmla="*/ 12 w 209"/>
                <a:gd name="T111" fmla="*/ 37 h 200"/>
                <a:gd name="T112" fmla="*/ 12 w 209"/>
                <a:gd name="T113" fmla="*/ 25 h 200"/>
                <a:gd name="T114" fmla="*/ 14 w 209"/>
                <a:gd name="T115" fmla="*/ 24 h 200"/>
                <a:gd name="T116" fmla="*/ 29 w 209"/>
                <a:gd name="T117" fmla="*/ 13 h 200"/>
                <a:gd name="T118" fmla="*/ 29 w 209"/>
                <a:gd name="T119" fmla="*/ 1 h 200"/>
                <a:gd name="T120" fmla="*/ 29 w 209"/>
                <a:gd name="T121" fmla="*/ 0 h 200"/>
                <a:gd name="T122" fmla="*/ 30 w 209"/>
                <a:gd name="T123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9" h="200">
                  <a:moveTo>
                    <a:pt x="30" y="0"/>
                  </a:moveTo>
                  <a:lnTo>
                    <a:pt x="30" y="0"/>
                  </a:lnTo>
                  <a:lnTo>
                    <a:pt x="42" y="6"/>
                  </a:lnTo>
                  <a:lnTo>
                    <a:pt x="61" y="6"/>
                  </a:lnTo>
                  <a:lnTo>
                    <a:pt x="79" y="13"/>
                  </a:lnTo>
                  <a:lnTo>
                    <a:pt x="86" y="28"/>
                  </a:lnTo>
                  <a:lnTo>
                    <a:pt x="112" y="34"/>
                  </a:lnTo>
                  <a:lnTo>
                    <a:pt x="126" y="44"/>
                  </a:lnTo>
                  <a:lnTo>
                    <a:pt x="138" y="38"/>
                  </a:lnTo>
                  <a:lnTo>
                    <a:pt x="141" y="33"/>
                  </a:lnTo>
                  <a:lnTo>
                    <a:pt x="140" y="25"/>
                  </a:lnTo>
                  <a:lnTo>
                    <a:pt x="141" y="18"/>
                  </a:lnTo>
                  <a:lnTo>
                    <a:pt x="155" y="6"/>
                  </a:lnTo>
                  <a:lnTo>
                    <a:pt x="168" y="4"/>
                  </a:lnTo>
                  <a:lnTo>
                    <a:pt x="180" y="7"/>
                  </a:lnTo>
                  <a:lnTo>
                    <a:pt x="184" y="15"/>
                  </a:lnTo>
                  <a:lnTo>
                    <a:pt x="205" y="19"/>
                  </a:lnTo>
                  <a:lnTo>
                    <a:pt x="206" y="19"/>
                  </a:lnTo>
                  <a:lnTo>
                    <a:pt x="209" y="24"/>
                  </a:lnTo>
                  <a:lnTo>
                    <a:pt x="209" y="25"/>
                  </a:lnTo>
                  <a:lnTo>
                    <a:pt x="205" y="30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3" y="47"/>
                  </a:lnTo>
                  <a:lnTo>
                    <a:pt x="205" y="59"/>
                  </a:lnTo>
                  <a:lnTo>
                    <a:pt x="208" y="62"/>
                  </a:lnTo>
                  <a:lnTo>
                    <a:pt x="209" y="64"/>
                  </a:lnTo>
                  <a:lnTo>
                    <a:pt x="209" y="164"/>
                  </a:lnTo>
                  <a:lnTo>
                    <a:pt x="209" y="191"/>
                  </a:lnTo>
                  <a:lnTo>
                    <a:pt x="209" y="193"/>
                  </a:lnTo>
                  <a:lnTo>
                    <a:pt x="196" y="193"/>
                  </a:lnTo>
                  <a:lnTo>
                    <a:pt x="196" y="200"/>
                  </a:lnTo>
                  <a:lnTo>
                    <a:pt x="196" y="200"/>
                  </a:lnTo>
                  <a:lnTo>
                    <a:pt x="196" y="200"/>
                  </a:lnTo>
                  <a:lnTo>
                    <a:pt x="195" y="200"/>
                  </a:lnTo>
                  <a:lnTo>
                    <a:pt x="91" y="147"/>
                  </a:lnTo>
                  <a:lnTo>
                    <a:pt x="79" y="151"/>
                  </a:lnTo>
                  <a:lnTo>
                    <a:pt x="74" y="153"/>
                  </a:lnTo>
                  <a:lnTo>
                    <a:pt x="73" y="153"/>
                  </a:lnTo>
                  <a:lnTo>
                    <a:pt x="73" y="153"/>
                  </a:lnTo>
                  <a:lnTo>
                    <a:pt x="63" y="144"/>
                  </a:lnTo>
                  <a:lnTo>
                    <a:pt x="36" y="145"/>
                  </a:lnTo>
                  <a:lnTo>
                    <a:pt x="34" y="144"/>
                  </a:lnTo>
                  <a:lnTo>
                    <a:pt x="29" y="132"/>
                  </a:lnTo>
                  <a:lnTo>
                    <a:pt x="15" y="129"/>
                  </a:lnTo>
                  <a:lnTo>
                    <a:pt x="12" y="126"/>
                  </a:lnTo>
                  <a:lnTo>
                    <a:pt x="9" y="117"/>
                  </a:lnTo>
                  <a:lnTo>
                    <a:pt x="2" y="105"/>
                  </a:lnTo>
                  <a:lnTo>
                    <a:pt x="2" y="105"/>
                  </a:lnTo>
                  <a:lnTo>
                    <a:pt x="6" y="101"/>
                  </a:lnTo>
                  <a:lnTo>
                    <a:pt x="8" y="81"/>
                  </a:lnTo>
                  <a:lnTo>
                    <a:pt x="6" y="59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5" y="44"/>
                  </a:lnTo>
                  <a:lnTo>
                    <a:pt x="12" y="37"/>
                  </a:lnTo>
                  <a:lnTo>
                    <a:pt x="12" y="25"/>
                  </a:lnTo>
                  <a:lnTo>
                    <a:pt x="14" y="24"/>
                  </a:lnTo>
                  <a:lnTo>
                    <a:pt x="29" y="13"/>
                  </a:lnTo>
                  <a:lnTo>
                    <a:pt x="29" y="1"/>
                  </a:lnTo>
                  <a:lnTo>
                    <a:pt x="29" y="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16" name="MADAGASCAR">
              <a:extLst>
                <a:ext uri="{FF2B5EF4-FFF2-40B4-BE49-F238E27FC236}">
                  <a16:creationId xmlns:a16="http://schemas.microsoft.com/office/drawing/2014/main" id="{A4418180-808E-164A-A639-12DAFAF9A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2716" y="7932334"/>
              <a:ext cx="324734" cy="649470"/>
            </a:xfrm>
            <a:custGeom>
              <a:avLst/>
              <a:gdLst>
                <a:gd name="T0" fmla="*/ 78 w 94"/>
                <a:gd name="T1" fmla="*/ 2 h 188"/>
                <a:gd name="T2" fmla="*/ 87 w 94"/>
                <a:gd name="T3" fmla="*/ 14 h 188"/>
                <a:gd name="T4" fmla="*/ 93 w 94"/>
                <a:gd name="T5" fmla="*/ 52 h 188"/>
                <a:gd name="T6" fmla="*/ 91 w 94"/>
                <a:gd name="T7" fmla="*/ 52 h 188"/>
                <a:gd name="T8" fmla="*/ 89 w 94"/>
                <a:gd name="T9" fmla="*/ 46 h 188"/>
                <a:gd name="T10" fmla="*/ 87 w 94"/>
                <a:gd name="T11" fmla="*/ 61 h 188"/>
                <a:gd name="T12" fmla="*/ 80 w 94"/>
                <a:gd name="T13" fmla="*/ 89 h 188"/>
                <a:gd name="T14" fmla="*/ 47 w 94"/>
                <a:gd name="T15" fmla="*/ 181 h 188"/>
                <a:gd name="T16" fmla="*/ 38 w 94"/>
                <a:gd name="T17" fmla="*/ 183 h 188"/>
                <a:gd name="T18" fmla="*/ 26 w 94"/>
                <a:gd name="T19" fmla="*/ 188 h 188"/>
                <a:gd name="T20" fmla="*/ 11 w 94"/>
                <a:gd name="T21" fmla="*/ 178 h 188"/>
                <a:gd name="T22" fmla="*/ 7 w 94"/>
                <a:gd name="T23" fmla="*/ 157 h 188"/>
                <a:gd name="T24" fmla="*/ 0 w 94"/>
                <a:gd name="T25" fmla="*/ 134 h 188"/>
                <a:gd name="T26" fmla="*/ 8 w 94"/>
                <a:gd name="T27" fmla="*/ 74 h 188"/>
                <a:gd name="T28" fmla="*/ 16 w 94"/>
                <a:gd name="T29" fmla="*/ 61 h 188"/>
                <a:gd name="T30" fmla="*/ 16 w 94"/>
                <a:gd name="T31" fmla="*/ 57 h 188"/>
                <a:gd name="T32" fmla="*/ 26 w 94"/>
                <a:gd name="T33" fmla="*/ 52 h 188"/>
                <a:gd name="T34" fmla="*/ 28 w 94"/>
                <a:gd name="T35" fmla="*/ 54 h 188"/>
                <a:gd name="T36" fmla="*/ 38 w 94"/>
                <a:gd name="T37" fmla="*/ 49 h 188"/>
                <a:gd name="T38" fmla="*/ 41 w 94"/>
                <a:gd name="T39" fmla="*/ 54 h 188"/>
                <a:gd name="T40" fmla="*/ 41 w 94"/>
                <a:gd name="T41" fmla="*/ 48 h 188"/>
                <a:gd name="T42" fmla="*/ 47 w 94"/>
                <a:gd name="T43" fmla="*/ 43 h 188"/>
                <a:gd name="T44" fmla="*/ 48 w 94"/>
                <a:gd name="T45" fmla="*/ 43 h 188"/>
                <a:gd name="T46" fmla="*/ 50 w 94"/>
                <a:gd name="T47" fmla="*/ 46 h 188"/>
                <a:gd name="T48" fmla="*/ 50 w 94"/>
                <a:gd name="T49" fmla="*/ 42 h 188"/>
                <a:gd name="T50" fmla="*/ 53 w 94"/>
                <a:gd name="T51" fmla="*/ 37 h 188"/>
                <a:gd name="T52" fmla="*/ 56 w 94"/>
                <a:gd name="T53" fmla="*/ 34 h 188"/>
                <a:gd name="T54" fmla="*/ 56 w 94"/>
                <a:gd name="T55" fmla="*/ 36 h 188"/>
                <a:gd name="T56" fmla="*/ 59 w 94"/>
                <a:gd name="T57" fmla="*/ 34 h 188"/>
                <a:gd name="T58" fmla="*/ 59 w 94"/>
                <a:gd name="T59" fmla="*/ 31 h 188"/>
                <a:gd name="T60" fmla="*/ 60 w 94"/>
                <a:gd name="T61" fmla="*/ 27 h 188"/>
                <a:gd name="T62" fmla="*/ 62 w 94"/>
                <a:gd name="T63" fmla="*/ 27 h 188"/>
                <a:gd name="T64" fmla="*/ 60 w 94"/>
                <a:gd name="T65" fmla="*/ 21 h 188"/>
                <a:gd name="T66" fmla="*/ 65 w 94"/>
                <a:gd name="T67" fmla="*/ 21 h 188"/>
                <a:gd name="T68" fmla="*/ 65 w 94"/>
                <a:gd name="T69" fmla="*/ 22 h 188"/>
                <a:gd name="T70" fmla="*/ 69 w 94"/>
                <a:gd name="T71" fmla="*/ 17 h 188"/>
                <a:gd name="T72" fmla="*/ 72 w 94"/>
                <a:gd name="T73" fmla="*/ 6 h 188"/>
                <a:gd name="T74" fmla="*/ 78 w 94"/>
                <a:gd name="T75" fmla="*/ 2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4" h="188">
                  <a:moveTo>
                    <a:pt x="78" y="0"/>
                  </a:moveTo>
                  <a:lnTo>
                    <a:pt x="78" y="2"/>
                  </a:lnTo>
                  <a:lnTo>
                    <a:pt x="78" y="2"/>
                  </a:lnTo>
                  <a:lnTo>
                    <a:pt x="87" y="14"/>
                  </a:lnTo>
                  <a:lnTo>
                    <a:pt x="94" y="45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1" y="52"/>
                  </a:lnTo>
                  <a:lnTo>
                    <a:pt x="90" y="52"/>
                  </a:lnTo>
                  <a:lnTo>
                    <a:pt x="89" y="46"/>
                  </a:lnTo>
                  <a:lnTo>
                    <a:pt x="87" y="46"/>
                  </a:lnTo>
                  <a:lnTo>
                    <a:pt x="87" y="61"/>
                  </a:lnTo>
                  <a:lnTo>
                    <a:pt x="83" y="68"/>
                  </a:lnTo>
                  <a:lnTo>
                    <a:pt x="80" y="89"/>
                  </a:lnTo>
                  <a:lnTo>
                    <a:pt x="54" y="172"/>
                  </a:lnTo>
                  <a:lnTo>
                    <a:pt x="47" y="181"/>
                  </a:lnTo>
                  <a:lnTo>
                    <a:pt x="47" y="181"/>
                  </a:lnTo>
                  <a:lnTo>
                    <a:pt x="38" y="183"/>
                  </a:lnTo>
                  <a:lnTo>
                    <a:pt x="26" y="188"/>
                  </a:lnTo>
                  <a:lnTo>
                    <a:pt x="26" y="188"/>
                  </a:lnTo>
                  <a:lnTo>
                    <a:pt x="26" y="187"/>
                  </a:lnTo>
                  <a:lnTo>
                    <a:pt x="11" y="178"/>
                  </a:lnTo>
                  <a:lnTo>
                    <a:pt x="8" y="174"/>
                  </a:lnTo>
                  <a:lnTo>
                    <a:pt x="7" y="157"/>
                  </a:lnTo>
                  <a:lnTo>
                    <a:pt x="1" y="145"/>
                  </a:lnTo>
                  <a:lnTo>
                    <a:pt x="0" y="134"/>
                  </a:lnTo>
                  <a:lnTo>
                    <a:pt x="17" y="105"/>
                  </a:lnTo>
                  <a:lnTo>
                    <a:pt x="8" y="74"/>
                  </a:lnTo>
                  <a:lnTo>
                    <a:pt x="8" y="73"/>
                  </a:lnTo>
                  <a:lnTo>
                    <a:pt x="16" y="61"/>
                  </a:lnTo>
                  <a:lnTo>
                    <a:pt x="16" y="58"/>
                  </a:lnTo>
                  <a:lnTo>
                    <a:pt x="16" y="57"/>
                  </a:lnTo>
                  <a:lnTo>
                    <a:pt x="26" y="52"/>
                  </a:lnTo>
                  <a:lnTo>
                    <a:pt x="26" y="52"/>
                  </a:lnTo>
                  <a:lnTo>
                    <a:pt x="26" y="52"/>
                  </a:lnTo>
                  <a:lnTo>
                    <a:pt x="28" y="54"/>
                  </a:lnTo>
                  <a:lnTo>
                    <a:pt x="37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41" y="54"/>
                  </a:lnTo>
                  <a:lnTo>
                    <a:pt x="44" y="54"/>
                  </a:lnTo>
                  <a:lnTo>
                    <a:pt x="41" y="48"/>
                  </a:lnTo>
                  <a:lnTo>
                    <a:pt x="41" y="46"/>
                  </a:lnTo>
                  <a:lnTo>
                    <a:pt x="47" y="43"/>
                  </a:lnTo>
                  <a:lnTo>
                    <a:pt x="48" y="43"/>
                  </a:lnTo>
                  <a:lnTo>
                    <a:pt x="48" y="43"/>
                  </a:lnTo>
                  <a:lnTo>
                    <a:pt x="48" y="43"/>
                  </a:lnTo>
                  <a:lnTo>
                    <a:pt x="50" y="46"/>
                  </a:lnTo>
                  <a:lnTo>
                    <a:pt x="51" y="46"/>
                  </a:lnTo>
                  <a:lnTo>
                    <a:pt x="50" y="42"/>
                  </a:lnTo>
                  <a:lnTo>
                    <a:pt x="50" y="42"/>
                  </a:lnTo>
                  <a:lnTo>
                    <a:pt x="53" y="37"/>
                  </a:lnTo>
                  <a:lnTo>
                    <a:pt x="54" y="34"/>
                  </a:lnTo>
                  <a:lnTo>
                    <a:pt x="56" y="34"/>
                  </a:lnTo>
                  <a:lnTo>
                    <a:pt x="56" y="34"/>
                  </a:lnTo>
                  <a:lnTo>
                    <a:pt x="56" y="36"/>
                  </a:lnTo>
                  <a:lnTo>
                    <a:pt x="56" y="39"/>
                  </a:lnTo>
                  <a:lnTo>
                    <a:pt x="59" y="34"/>
                  </a:lnTo>
                  <a:lnTo>
                    <a:pt x="62" y="34"/>
                  </a:lnTo>
                  <a:lnTo>
                    <a:pt x="59" y="31"/>
                  </a:lnTo>
                  <a:lnTo>
                    <a:pt x="57" y="31"/>
                  </a:lnTo>
                  <a:lnTo>
                    <a:pt x="60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0" y="21"/>
                  </a:lnTo>
                  <a:lnTo>
                    <a:pt x="60" y="21"/>
                  </a:lnTo>
                  <a:lnTo>
                    <a:pt x="62" y="21"/>
                  </a:lnTo>
                  <a:lnTo>
                    <a:pt x="65" y="21"/>
                  </a:lnTo>
                  <a:lnTo>
                    <a:pt x="65" y="21"/>
                  </a:lnTo>
                  <a:lnTo>
                    <a:pt x="65" y="22"/>
                  </a:lnTo>
                  <a:lnTo>
                    <a:pt x="68" y="17"/>
                  </a:lnTo>
                  <a:lnTo>
                    <a:pt x="69" y="17"/>
                  </a:lnTo>
                  <a:lnTo>
                    <a:pt x="72" y="17"/>
                  </a:lnTo>
                  <a:lnTo>
                    <a:pt x="72" y="6"/>
                  </a:lnTo>
                  <a:lnTo>
                    <a:pt x="72" y="5"/>
                  </a:lnTo>
                  <a:lnTo>
                    <a:pt x="78" y="2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17" name="MALI">
              <a:extLst>
                <a:ext uri="{FF2B5EF4-FFF2-40B4-BE49-F238E27FC236}">
                  <a16:creationId xmlns:a16="http://schemas.microsoft.com/office/drawing/2014/main" id="{F5BCAD5A-FAAD-9478-21A1-1CC590A18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1932" y="6225747"/>
              <a:ext cx="739288" cy="708200"/>
            </a:xfrm>
            <a:custGeom>
              <a:avLst/>
              <a:gdLst>
                <a:gd name="T0" fmla="*/ 95 w 214"/>
                <a:gd name="T1" fmla="*/ 0 h 205"/>
                <a:gd name="T2" fmla="*/ 174 w 214"/>
                <a:gd name="T3" fmla="*/ 54 h 205"/>
                <a:gd name="T4" fmla="*/ 180 w 214"/>
                <a:gd name="T5" fmla="*/ 61 h 205"/>
                <a:gd name="T6" fmla="*/ 200 w 214"/>
                <a:gd name="T7" fmla="*/ 73 h 205"/>
                <a:gd name="T8" fmla="*/ 200 w 214"/>
                <a:gd name="T9" fmla="*/ 84 h 205"/>
                <a:gd name="T10" fmla="*/ 212 w 214"/>
                <a:gd name="T11" fmla="*/ 82 h 205"/>
                <a:gd name="T12" fmla="*/ 214 w 214"/>
                <a:gd name="T13" fmla="*/ 82 h 205"/>
                <a:gd name="T14" fmla="*/ 214 w 214"/>
                <a:gd name="T15" fmla="*/ 125 h 205"/>
                <a:gd name="T16" fmla="*/ 211 w 214"/>
                <a:gd name="T17" fmla="*/ 128 h 205"/>
                <a:gd name="T18" fmla="*/ 203 w 214"/>
                <a:gd name="T19" fmla="*/ 135 h 205"/>
                <a:gd name="T20" fmla="*/ 171 w 214"/>
                <a:gd name="T21" fmla="*/ 141 h 205"/>
                <a:gd name="T22" fmla="*/ 160 w 214"/>
                <a:gd name="T23" fmla="*/ 141 h 205"/>
                <a:gd name="T24" fmla="*/ 128 w 214"/>
                <a:gd name="T25" fmla="*/ 159 h 205"/>
                <a:gd name="T26" fmla="*/ 104 w 214"/>
                <a:gd name="T27" fmla="*/ 177 h 205"/>
                <a:gd name="T28" fmla="*/ 92 w 214"/>
                <a:gd name="T29" fmla="*/ 202 h 205"/>
                <a:gd name="T30" fmla="*/ 91 w 214"/>
                <a:gd name="T31" fmla="*/ 202 h 205"/>
                <a:gd name="T32" fmla="*/ 89 w 214"/>
                <a:gd name="T33" fmla="*/ 202 h 205"/>
                <a:gd name="T34" fmla="*/ 85 w 214"/>
                <a:gd name="T35" fmla="*/ 201 h 205"/>
                <a:gd name="T36" fmla="*/ 79 w 214"/>
                <a:gd name="T37" fmla="*/ 204 h 205"/>
                <a:gd name="T38" fmla="*/ 77 w 214"/>
                <a:gd name="T39" fmla="*/ 204 h 205"/>
                <a:gd name="T40" fmla="*/ 77 w 214"/>
                <a:gd name="T41" fmla="*/ 198 h 205"/>
                <a:gd name="T42" fmla="*/ 71 w 214"/>
                <a:gd name="T43" fmla="*/ 201 h 205"/>
                <a:gd name="T44" fmla="*/ 68 w 214"/>
                <a:gd name="T45" fmla="*/ 204 h 205"/>
                <a:gd name="T46" fmla="*/ 67 w 214"/>
                <a:gd name="T47" fmla="*/ 204 h 205"/>
                <a:gd name="T48" fmla="*/ 55 w 214"/>
                <a:gd name="T49" fmla="*/ 204 h 205"/>
                <a:gd name="T50" fmla="*/ 54 w 214"/>
                <a:gd name="T51" fmla="*/ 204 h 205"/>
                <a:gd name="T52" fmla="*/ 51 w 214"/>
                <a:gd name="T53" fmla="*/ 193 h 205"/>
                <a:gd name="T54" fmla="*/ 46 w 214"/>
                <a:gd name="T55" fmla="*/ 195 h 205"/>
                <a:gd name="T56" fmla="*/ 45 w 214"/>
                <a:gd name="T57" fmla="*/ 193 h 205"/>
                <a:gd name="T58" fmla="*/ 43 w 214"/>
                <a:gd name="T59" fmla="*/ 184 h 205"/>
                <a:gd name="T60" fmla="*/ 37 w 214"/>
                <a:gd name="T61" fmla="*/ 174 h 205"/>
                <a:gd name="T62" fmla="*/ 33 w 214"/>
                <a:gd name="T63" fmla="*/ 180 h 205"/>
                <a:gd name="T64" fmla="*/ 25 w 214"/>
                <a:gd name="T65" fmla="*/ 177 h 205"/>
                <a:gd name="T66" fmla="*/ 21 w 214"/>
                <a:gd name="T67" fmla="*/ 181 h 205"/>
                <a:gd name="T68" fmla="*/ 17 w 214"/>
                <a:gd name="T69" fmla="*/ 177 h 205"/>
                <a:gd name="T70" fmla="*/ 11 w 214"/>
                <a:gd name="T71" fmla="*/ 180 h 205"/>
                <a:gd name="T72" fmla="*/ 11 w 214"/>
                <a:gd name="T73" fmla="*/ 178 h 205"/>
                <a:gd name="T74" fmla="*/ 11 w 214"/>
                <a:gd name="T75" fmla="*/ 167 h 205"/>
                <a:gd name="T76" fmla="*/ 2 w 214"/>
                <a:gd name="T77" fmla="*/ 158 h 205"/>
                <a:gd name="T78" fmla="*/ 0 w 214"/>
                <a:gd name="T79" fmla="*/ 143 h 205"/>
                <a:gd name="T80" fmla="*/ 5 w 214"/>
                <a:gd name="T81" fmla="*/ 137 h 205"/>
                <a:gd name="T82" fmla="*/ 11 w 214"/>
                <a:gd name="T83" fmla="*/ 127 h 205"/>
                <a:gd name="T84" fmla="*/ 11 w 214"/>
                <a:gd name="T85" fmla="*/ 127 h 205"/>
                <a:gd name="T86" fmla="*/ 18 w 214"/>
                <a:gd name="T87" fmla="*/ 135 h 205"/>
                <a:gd name="T88" fmla="*/ 27 w 214"/>
                <a:gd name="T89" fmla="*/ 131 h 205"/>
                <a:gd name="T90" fmla="*/ 89 w 214"/>
                <a:gd name="T91" fmla="*/ 122 h 205"/>
                <a:gd name="T92" fmla="*/ 83 w 214"/>
                <a:gd name="T93" fmla="*/ 121 h 205"/>
                <a:gd name="T94" fmla="*/ 71 w 214"/>
                <a:gd name="T95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14" h="205">
                  <a:moveTo>
                    <a:pt x="71" y="0"/>
                  </a:moveTo>
                  <a:lnTo>
                    <a:pt x="95" y="0"/>
                  </a:lnTo>
                  <a:lnTo>
                    <a:pt x="174" y="54"/>
                  </a:lnTo>
                  <a:lnTo>
                    <a:pt x="174" y="54"/>
                  </a:lnTo>
                  <a:lnTo>
                    <a:pt x="175" y="58"/>
                  </a:lnTo>
                  <a:lnTo>
                    <a:pt x="180" y="61"/>
                  </a:lnTo>
                  <a:lnTo>
                    <a:pt x="184" y="66"/>
                  </a:lnTo>
                  <a:lnTo>
                    <a:pt x="200" y="73"/>
                  </a:lnTo>
                  <a:lnTo>
                    <a:pt x="202" y="73"/>
                  </a:lnTo>
                  <a:lnTo>
                    <a:pt x="200" y="84"/>
                  </a:lnTo>
                  <a:lnTo>
                    <a:pt x="202" y="85"/>
                  </a:lnTo>
                  <a:lnTo>
                    <a:pt x="212" y="82"/>
                  </a:lnTo>
                  <a:lnTo>
                    <a:pt x="214" y="82"/>
                  </a:lnTo>
                  <a:lnTo>
                    <a:pt x="214" y="82"/>
                  </a:lnTo>
                  <a:lnTo>
                    <a:pt x="214" y="82"/>
                  </a:lnTo>
                  <a:lnTo>
                    <a:pt x="214" y="125"/>
                  </a:lnTo>
                  <a:lnTo>
                    <a:pt x="214" y="127"/>
                  </a:lnTo>
                  <a:lnTo>
                    <a:pt x="211" y="128"/>
                  </a:lnTo>
                  <a:lnTo>
                    <a:pt x="205" y="135"/>
                  </a:lnTo>
                  <a:lnTo>
                    <a:pt x="203" y="135"/>
                  </a:lnTo>
                  <a:lnTo>
                    <a:pt x="177" y="135"/>
                  </a:lnTo>
                  <a:lnTo>
                    <a:pt x="171" y="141"/>
                  </a:lnTo>
                  <a:lnTo>
                    <a:pt x="171" y="141"/>
                  </a:lnTo>
                  <a:lnTo>
                    <a:pt x="160" y="141"/>
                  </a:lnTo>
                  <a:lnTo>
                    <a:pt x="148" y="143"/>
                  </a:lnTo>
                  <a:lnTo>
                    <a:pt x="128" y="159"/>
                  </a:lnTo>
                  <a:lnTo>
                    <a:pt x="108" y="165"/>
                  </a:lnTo>
                  <a:lnTo>
                    <a:pt x="104" y="177"/>
                  </a:lnTo>
                  <a:lnTo>
                    <a:pt x="94" y="187"/>
                  </a:lnTo>
                  <a:lnTo>
                    <a:pt x="92" y="202"/>
                  </a:lnTo>
                  <a:lnTo>
                    <a:pt x="92" y="202"/>
                  </a:lnTo>
                  <a:lnTo>
                    <a:pt x="91" y="202"/>
                  </a:lnTo>
                  <a:lnTo>
                    <a:pt x="91" y="202"/>
                  </a:lnTo>
                  <a:lnTo>
                    <a:pt x="89" y="202"/>
                  </a:lnTo>
                  <a:lnTo>
                    <a:pt x="86" y="202"/>
                  </a:lnTo>
                  <a:lnTo>
                    <a:pt x="85" y="201"/>
                  </a:lnTo>
                  <a:lnTo>
                    <a:pt x="83" y="201"/>
                  </a:lnTo>
                  <a:lnTo>
                    <a:pt x="79" y="204"/>
                  </a:lnTo>
                  <a:lnTo>
                    <a:pt x="77" y="204"/>
                  </a:lnTo>
                  <a:lnTo>
                    <a:pt x="77" y="204"/>
                  </a:lnTo>
                  <a:lnTo>
                    <a:pt x="77" y="204"/>
                  </a:lnTo>
                  <a:lnTo>
                    <a:pt x="77" y="198"/>
                  </a:lnTo>
                  <a:lnTo>
                    <a:pt x="73" y="198"/>
                  </a:lnTo>
                  <a:lnTo>
                    <a:pt x="71" y="201"/>
                  </a:lnTo>
                  <a:lnTo>
                    <a:pt x="71" y="202"/>
                  </a:lnTo>
                  <a:lnTo>
                    <a:pt x="68" y="204"/>
                  </a:lnTo>
                  <a:lnTo>
                    <a:pt x="67" y="205"/>
                  </a:lnTo>
                  <a:lnTo>
                    <a:pt x="67" y="204"/>
                  </a:lnTo>
                  <a:lnTo>
                    <a:pt x="61" y="201"/>
                  </a:lnTo>
                  <a:lnTo>
                    <a:pt x="55" y="204"/>
                  </a:lnTo>
                  <a:lnTo>
                    <a:pt x="55" y="205"/>
                  </a:lnTo>
                  <a:lnTo>
                    <a:pt x="54" y="204"/>
                  </a:lnTo>
                  <a:lnTo>
                    <a:pt x="51" y="199"/>
                  </a:lnTo>
                  <a:lnTo>
                    <a:pt x="51" y="193"/>
                  </a:lnTo>
                  <a:lnTo>
                    <a:pt x="46" y="195"/>
                  </a:lnTo>
                  <a:lnTo>
                    <a:pt x="46" y="195"/>
                  </a:lnTo>
                  <a:lnTo>
                    <a:pt x="45" y="195"/>
                  </a:lnTo>
                  <a:lnTo>
                    <a:pt x="45" y="193"/>
                  </a:lnTo>
                  <a:lnTo>
                    <a:pt x="49" y="187"/>
                  </a:lnTo>
                  <a:lnTo>
                    <a:pt x="43" y="184"/>
                  </a:lnTo>
                  <a:lnTo>
                    <a:pt x="40" y="174"/>
                  </a:lnTo>
                  <a:lnTo>
                    <a:pt x="37" y="174"/>
                  </a:lnTo>
                  <a:lnTo>
                    <a:pt x="33" y="178"/>
                  </a:lnTo>
                  <a:lnTo>
                    <a:pt x="33" y="180"/>
                  </a:lnTo>
                  <a:lnTo>
                    <a:pt x="31" y="180"/>
                  </a:lnTo>
                  <a:lnTo>
                    <a:pt x="25" y="177"/>
                  </a:lnTo>
                  <a:lnTo>
                    <a:pt x="21" y="181"/>
                  </a:lnTo>
                  <a:lnTo>
                    <a:pt x="21" y="181"/>
                  </a:lnTo>
                  <a:lnTo>
                    <a:pt x="21" y="181"/>
                  </a:lnTo>
                  <a:lnTo>
                    <a:pt x="17" y="177"/>
                  </a:lnTo>
                  <a:lnTo>
                    <a:pt x="11" y="180"/>
                  </a:lnTo>
                  <a:lnTo>
                    <a:pt x="11" y="180"/>
                  </a:lnTo>
                  <a:lnTo>
                    <a:pt x="11" y="178"/>
                  </a:lnTo>
                  <a:lnTo>
                    <a:pt x="11" y="178"/>
                  </a:lnTo>
                  <a:lnTo>
                    <a:pt x="11" y="174"/>
                  </a:lnTo>
                  <a:lnTo>
                    <a:pt x="11" y="167"/>
                  </a:lnTo>
                  <a:lnTo>
                    <a:pt x="2" y="158"/>
                  </a:lnTo>
                  <a:lnTo>
                    <a:pt x="2" y="158"/>
                  </a:lnTo>
                  <a:lnTo>
                    <a:pt x="3" y="153"/>
                  </a:lnTo>
                  <a:lnTo>
                    <a:pt x="0" y="143"/>
                  </a:lnTo>
                  <a:lnTo>
                    <a:pt x="0" y="141"/>
                  </a:lnTo>
                  <a:lnTo>
                    <a:pt x="5" y="137"/>
                  </a:lnTo>
                  <a:lnTo>
                    <a:pt x="9" y="127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4" y="128"/>
                  </a:lnTo>
                  <a:lnTo>
                    <a:pt x="18" y="135"/>
                  </a:lnTo>
                  <a:lnTo>
                    <a:pt x="21" y="137"/>
                  </a:lnTo>
                  <a:lnTo>
                    <a:pt x="27" y="131"/>
                  </a:lnTo>
                  <a:lnTo>
                    <a:pt x="86" y="132"/>
                  </a:lnTo>
                  <a:lnTo>
                    <a:pt x="89" y="122"/>
                  </a:lnTo>
                  <a:lnTo>
                    <a:pt x="85" y="122"/>
                  </a:lnTo>
                  <a:lnTo>
                    <a:pt x="83" y="121"/>
                  </a:lnTo>
                  <a:lnTo>
                    <a:pt x="71" y="2"/>
                  </a:lnTo>
                  <a:lnTo>
                    <a:pt x="71" y="0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18" name="MAURITANIA">
              <a:extLst>
                <a:ext uri="{FF2B5EF4-FFF2-40B4-BE49-F238E27FC236}">
                  <a16:creationId xmlns:a16="http://schemas.microsoft.com/office/drawing/2014/main" id="{0E99EBAD-D101-92AE-B660-01AA8191B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7744" y="6115202"/>
              <a:ext cx="549287" cy="604559"/>
            </a:xfrm>
            <a:custGeom>
              <a:avLst/>
              <a:gdLst>
                <a:gd name="T0" fmla="*/ 110 w 159"/>
                <a:gd name="T1" fmla="*/ 0 h 175"/>
                <a:gd name="T2" fmla="*/ 110 w 159"/>
                <a:gd name="T3" fmla="*/ 0 h 175"/>
                <a:gd name="T4" fmla="*/ 157 w 159"/>
                <a:gd name="T5" fmla="*/ 32 h 175"/>
                <a:gd name="T6" fmla="*/ 159 w 159"/>
                <a:gd name="T7" fmla="*/ 34 h 175"/>
                <a:gd name="T8" fmla="*/ 157 w 159"/>
                <a:gd name="T9" fmla="*/ 34 h 175"/>
                <a:gd name="T10" fmla="*/ 135 w 159"/>
                <a:gd name="T11" fmla="*/ 34 h 175"/>
                <a:gd name="T12" fmla="*/ 147 w 159"/>
                <a:gd name="T13" fmla="*/ 153 h 175"/>
                <a:gd name="T14" fmla="*/ 153 w 159"/>
                <a:gd name="T15" fmla="*/ 154 h 175"/>
                <a:gd name="T16" fmla="*/ 153 w 159"/>
                <a:gd name="T17" fmla="*/ 154 h 175"/>
                <a:gd name="T18" fmla="*/ 150 w 159"/>
                <a:gd name="T19" fmla="*/ 166 h 175"/>
                <a:gd name="T20" fmla="*/ 150 w 159"/>
                <a:gd name="T21" fmla="*/ 166 h 175"/>
                <a:gd name="T22" fmla="*/ 89 w 159"/>
                <a:gd name="T23" fmla="*/ 164 h 175"/>
                <a:gd name="T24" fmla="*/ 83 w 159"/>
                <a:gd name="T25" fmla="*/ 170 h 175"/>
                <a:gd name="T26" fmla="*/ 83 w 159"/>
                <a:gd name="T27" fmla="*/ 170 h 175"/>
                <a:gd name="T28" fmla="*/ 83 w 159"/>
                <a:gd name="T29" fmla="*/ 170 h 175"/>
                <a:gd name="T30" fmla="*/ 81 w 159"/>
                <a:gd name="T31" fmla="*/ 170 h 175"/>
                <a:gd name="T32" fmla="*/ 80 w 159"/>
                <a:gd name="T33" fmla="*/ 169 h 175"/>
                <a:gd name="T34" fmla="*/ 79 w 159"/>
                <a:gd name="T35" fmla="*/ 169 h 175"/>
                <a:gd name="T36" fmla="*/ 79 w 159"/>
                <a:gd name="T37" fmla="*/ 169 h 175"/>
                <a:gd name="T38" fmla="*/ 74 w 159"/>
                <a:gd name="T39" fmla="*/ 161 h 175"/>
                <a:gd name="T40" fmla="*/ 73 w 159"/>
                <a:gd name="T41" fmla="*/ 160 h 175"/>
                <a:gd name="T42" fmla="*/ 68 w 159"/>
                <a:gd name="T43" fmla="*/ 170 h 175"/>
                <a:gd name="T44" fmla="*/ 64 w 159"/>
                <a:gd name="T45" fmla="*/ 175 h 175"/>
                <a:gd name="T46" fmla="*/ 64 w 159"/>
                <a:gd name="T47" fmla="*/ 175 h 175"/>
                <a:gd name="T48" fmla="*/ 62 w 159"/>
                <a:gd name="T49" fmla="*/ 175 h 175"/>
                <a:gd name="T50" fmla="*/ 53 w 159"/>
                <a:gd name="T51" fmla="*/ 167 h 175"/>
                <a:gd name="T52" fmla="*/ 46 w 159"/>
                <a:gd name="T53" fmla="*/ 157 h 175"/>
                <a:gd name="T54" fmla="*/ 40 w 159"/>
                <a:gd name="T55" fmla="*/ 157 h 175"/>
                <a:gd name="T56" fmla="*/ 40 w 159"/>
                <a:gd name="T57" fmla="*/ 157 h 175"/>
                <a:gd name="T58" fmla="*/ 33 w 159"/>
                <a:gd name="T59" fmla="*/ 150 h 175"/>
                <a:gd name="T60" fmla="*/ 9 w 159"/>
                <a:gd name="T61" fmla="*/ 151 h 175"/>
                <a:gd name="T62" fmla="*/ 6 w 159"/>
                <a:gd name="T63" fmla="*/ 157 h 175"/>
                <a:gd name="T64" fmla="*/ 4 w 159"/>
                <a:gd name="T65" fmla="*/ 157 h 175"/>
                <a:gd name="T66" fmla="*/ 4 w 159"/>
                <a:gd name="T67" fmla="*/ 157 h 175"/>
                <a:gd name="T68" fmla="*/ 4 w 159"/>
                <a:gd name="T69" fmla="*/ 156 h 175"/>
                <a:gd name="T70" fmla="*/ 10 w 159"/>
                <a:gd name="T71" fmla="*/ 135 h 175"/>
                <a:gd name="T72" fmla="*/ 10 w 159"/>
                <a:gd name="T73" fmla="*/ 124 h 175"/>
                <a:gd name="T74" fmla="*/ 6 w 159"/>
                <a:gd name="T75" fmla="*/ 111 h 175"/>
                <a:gd name="T76" fmla="*/ 6 w 159"/>
                <a:gd name="T77" fmla="*/ 111 h 175"/>
                <a:gd name="T78" fmla="*/ 9 w 159"/>
                <a:gd name="T79" fmla="*/ 105 h 175"/>
                <a:gd name="T80" fmla="*/ 7 w 159"/>
                <a:gd name="T81" fmla="*/ 99 h 175"/>
                <a:gd name="T82" fmla="*/ 1 w 159"/>
                <a:gd name="T83" fmla="*/ 89 h 175"/>
                <a:gd name="T84" fmla="*/ 0 w 159"/>
                <a:gd name="T85" fmla="*/ 90 h 175"/>
                <a:gd name="T86" fmla="*/ 0 w 159"/>
                <a:gd name="T87" fmla="*/ 90 h 175"/>
                <a:gd name="T88" fmla="*/ 0 w 159"/>
                <a:gd name="T89" fmla="*/ 90 h 175"/>
                <a:gd name="T90" fmla="*/ 0 w 159"/>
                <a:gd name="T91" fmla="*/ 89 h 175"/>
                <a:gd name="T92" fmla="*/ 3 w 159"/>
                <a:gd name="T93" fmla="*/ 83 h 175"/>
                <a:gd name="T94" fmla="*/ 3 w 159"/>
                <a:gd name="T95" fmla="*/ 83 h 175"/>
                <a:gd name="T96" fmla="*/ 52 w 159"/>
                <a:gd name="T97" fmla="*/ 83 h 175"/>
                <a:gd name="T98" fmla="*/ 50 w 159"/>
                <a:gd name="T99" fmla="*/ 62 h 175"/>
                <a:gd name="T100" fmla="*/ 50 w 159"/>
                <a:gd name="T101" fmla="*/ 62 h 175"/>
                <a:gd name="T102" fmla="*/ 53 w 159"/>
                <a:gd name="T103" fmla="*/ 58 h 175"/>
                <a:gd name="T104" fmla="*/ 65 w 159"/>
                <a:gd name="T105" fmla="*/ 53 h 175"/>
                <a:gd name="T106" fmla="*/ 67 w 159"/>
                <a:gd name="T107" fmla="*/ 18 h 175"/>
                <a:gd name="T108" fmla="*/ 67 w 159"/>
                <a:gd name="T109" fmla="*/ 18 h 175"/>
                <a:gd name="T110" fmla="*/ 108 w 159"/>
                <a:gd name="T111" fmla="*/ 18 h 175"/>
                <a:gd name="T112" fmla="*/ 108 w 159"/>
                <a:gd name="T113" fmla="*/ 0 h 175"/>
                <a:gd name="T114" fmla="*/ 110 w 159"/>
                <a:gd name="T115" fmla="*/ 0 h 175"/>
                <a:gd name="T116" fmla="*/ 110 w 159"/>
                <a:gd name="T1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" h="175">
                  <a:moveTo>
                    <a:pt x="110" y="0"/>
                  </a:moveTo>
                  <a:lnTo>
                    <a:pt x="110" y="0"/>
                  </a:lnTo>
                  <a:lnTo>
                    <a:pt x="157" y="32"/>
                  </a:lnTo>
                  <a:lnTo>
                    <a:pt x="159" y="34"/>
                  </a:lnTo>
                  <a:lnTo>
                    <a:pt x="157" y="34"/>
                  </a:lnTo>
                  <a:lnTo>
                    <a:pt x="135" y="34"/>
                  </a:lnTo>
                  <a:lnTo>
                    <a:pt x="147" y="153"/>
                  </a:lnTo>
                  <a:lnTo>
                    <a:pt x="153" y="154"/>
                  </a:lnTo>
                  <a:lnTo>
                    <a:pt x="153" y="154"/>
                  </a:lnTo>
                  <a:lnTo>
                    <a:pt x="150" y="166"/>
                  </a:lnTo>
                  <a:lnTo>
                    <a:pt x="150" y="166"/>
                  </a:lnTo>
                  <a:lnTo>
                    <a:pt x="89" y="164"/>
                  </a:lnTo>
                  <a:lnTo>
                    <a:pt x="83" y="170"/>
                  </a:lnTo>
                  <a:lnTo>
                    <a:pt x="83" y="170"/>
                  </a:lnTo>
                  <a:lnTo>
                    <a:pt x="83" y="170"/>
                  </a:lnTo>
                  <a:lnTo>
                    <a:pt x="81" y="170"/>
                  </a:lnTo>
                  <a:lnTo>
                    <a:pt x="80" y="169"/>
                  </a:lnTo>
                  <a:lnTo>
                    <a:pt x="79" y="169"/>
                  </a:lnTo>
                  <a:lnTo>
                    <a:pt x="79" y="169"/>
                  </a:lnTo>
                  <a:lnTo>
                    <a:pt x="74" y="161"/>
                  </a:lnTo>
                  <a:lnTo>
                    <a:pt x="73" y="160"/>
                  </a:lnTo>
                  <a:lnTo>
                    <a:pt x="68" y="170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62" y="175"/>
                  </a:lnTo>
                  <a:lnTo>
                    <a:pt x="53" y="167"/>
                  </a:lnTo>
                  <a:lnTo>
                    <a:pt x="46" y="157"/>
                  </a:lnTo>
                  <a:lnTo>
                    <a:pt x="40" y="157"/>
                  </a:lnTo>
                  <a:lnTo>
                    <a:pt x="40" y="157"/>
                  </a:lnTo>
                  <a:lnTo>
                    <a:pt x="33" y="150"/>
                  </a:lnTo>
                  <a:lnTo>
                    <a:pt x="9" y="151"/>
                  </a:lnTo>
                  <a:lnTo>
                    <a:pt x="6" y="157"/>
                  </a:lnTo>
                  <a:lnTo>
                    <a:pt x="4" y="157"/>
                  </a:lnTo>
                  <a:lnTo>
                    <a:pt x="4" y="157"/>
                  </a:lnTo>
                  <a:lnTo>
                    <a:pt x="4" y="156"/>
                  </a:lnTo>
                  <a:lnTo>
                    <a:pt x="10" y="135"/>
                  </a:lnTo>
                  <a:lnTo>
                    <a:pt x="10" y="124"/>
                  </a:lnTo>
                  <a:lnTo>
                    <a:pt x="6" y="111"/>
                  </a:lnTo>
                  <a:lnTo>
                    <a:pt x="6" y="111"/>
                  </a:lnTo>
                  <a:lnTo>
                    <a:pt x="9" y="105"/>
                  </a:lnTo>
                  <a:lnTo>
                    <a:pt x="7" y="99"/>
                  </a:lnTo>
                  <a:lnTo>
                    <a:pt x="1" y="89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9"/>
                  </a:lnTo>
                  <a:lnTo>
                    <a:pt x="3" y="83"/>
                  </a:lnTo>
                  <a:lnTo>
                    <a:pt x="3" y="83"/>
                  </a:lnTo>
                  <a:lnTo>
                    <a:pt x="52" y="83"/>
                  </a:lnTo>
                  <a:lnTo>
                    <a:pt x="50" y="62"/>
                  </a:lnTo>
                  <a:lnTo>
                    <a:pt x="50" y="62"/>
                  </a:lnTo>
                  <a:lnTo>
                    <a:pt x="53" y="58"/>
                  </a:lnTo>
                  <a:lnTo>
                    <a:pt x="65" y="53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108" y="18"/>
                  </a:lnTo>
                  <a:lnTo>
                    <a:pt x="108" y="0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19" name="MOROCCO">
              <a:extLst>
                <a:ext uri="{FF2B5EF4-FFF2-40B4-BE49-F238E27FC236}">
                  <a16:creationId xmlns:a16="http://schemas.microsoft.com/office/drawing/2014/main" id="{397408A6-1033-3A0B-2D77-9B9171882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7386" y="5659190"/>
              <a:ext cx="535467" cy="435284"/>
            </a:xfrm>
            <a:custGeom>
              <a:avLst/>
              <a:gdLst>
                <a:gd name="T0" fmla="*/ 99 w 155"/>
                <a:gd name="T1" fmla="*/ 0 h 126"/>
                <a:gd name="T2" fmla="*/ 101 w 155"/>
                <a:gd name="T3" fmla="*/ 0 h 126"/>
                <a:gd name="T4" fmla="*/ 105 w 155"/>
                <a:gd name="T5" fmla="*/ 7 h 126"/>
                <a:gd name="T6" fmla="*/ 114 w 155"/>
                <a:gd name="T7" fmla="*/ 12 h 126"/>
                <a:gd name="T8" fmla="*/ 130 w 155"/>
                <a:gd name="T9" fmla="*/ 9 h 126"/>
                <a:gd name="T10" fmla="*/ 144 w 155"/>
                <a:gd name="T11" fmla="*/ 13 h 126"/>
                <a:gd name="T12" fmla="*/ 144 w 155"/>
                <a:gd name="T13" fmla="*/ 13 h 126"/>
                <a:gd name="T14" fmla="*/ 144 w 155"/>
                <a:gd name="T15" fmla="*/ 15 h 126"/>
                <a:gd name="T16" fmla="*/ 142 w 155"/>
                <a:gd name="T17" fmla="*/ 15 h 126"/>
                <a:gd name="T18" fmla="*/ 147 w 155"/>
                <a:gd name="T19" fmla="*/ 18 h 126"/>
                <a:gd name="T20" fmla="*/ 148 w 155"/>
                <a:gd name="T21" fmla="*/ 18 h 126"/>
                <a:gd name="T22" fmla="*/ 150 w 155"/>
                <a:gd name="T23" fmla="*/ 44 h 126"/>
                <a:gd name="T24" fmla="*/ 155 w 155"/>
                <a:gd name="T25" fmla="*/ 53 h 126"/>
                <a:gd name="T26" fmla="*/ 155 w 155"/>
                <a:gd name="T27" fmla="*/ 53 h 126"/>
                <a:gd name="T28" fmla="*/ 154 w 155"/>
                <a:gd name="T29" fmla="*/ 56 h 126"/>
                <a:gd name="T30" fmla="*/ 155 w 155"/>
                <a:gd name="T31" fmla="*/ 58 h 126"/>
                <a:gd name="T32" fmla="*/ 154 w 155"/>
                <a:gd name="T33" fmla="*/ 59 h 126"/>
                <a:gd name="T34" fmla="*/ 154 w 155"/>
                <a:gd name="T35" fmla="*/ 59 h 126"/>
                <a:gd name="T36" fmla="*/ 132 w 155"/>
                <a:gd name="T37" fmla="*/ 61 h 126"/>
                <a:gd name="T38" fmla="*/ 130 w 155"/>
                <a:gd name="T39" fmla="*/ 64 h 126"/>
                <a:gd name="T40" fmla="*/ 130 w 155"/>
                <a:gd name="T41" fmla="*/ 64 h 126"/>
                <a:gd name="T42" fmla="*/ 120 w 155"/>
                <a:gd name="T43" fmla="*/ 67 h 126"/>
                <a:gd name="T44" fmla="*/ 120 w 155"/>
                <a:gd name="T45" fmla="*/ 74 h 126"/>
                <a:gd name="T46" fmla="*/ 123 w 155"/>
                <a:gd name="T47" fmla="*/ 77 h 126"/>
                <a:gd name="T48" fmla="*/ 123 w 155"/>
                <a:gd name="T49" fmla="*/ 77 h 126"/>
                <a:gd name="T50" fmla="*/ 121 w 155"/>
                <a:gd name="T51" fmla="*/ 77 h 126"/>
                <a:gd name="T52" fmla="*/ 107 w 155"/>
                <a:gd name="T53" fmla="*/ 84 h 126"/>
                <a:gd name="T54" fmla="*/ 96 w 155"/>
                <a:gd name="T55" fmla="*/ 93 h 126"/>
                <a:gd name="T56" fmla="*/ 84 w 155"/>
                <a:gd name="T57" fmla="*/ 95 h 126"/>
                <a:gd name="T58" fmla="*/ 83 w 155"/>
                <a:gd name="T59" fmla="*/ 98 h 126"/>
                <a:gd name="T60" fmla="*/ 83 w 155"/>
                <a:gd name="T61" fmla="*/ 98 h 126"/>
                <a:gd name="T62" fmla="*/ 81 w 155"/>
                <a:gd name="T63" fmla="*/ 98 h 126"/>
                <a:gd name="T64" fmla="*/ 80 w 155"/>
                <a:gd name="T65" fmla="*/ 98 h 126"/>
                <a:gd name="T66" fmla="*/ 78 w 155"/>
                <a:gd name="T67" fmla="*/ 98 h 126"/>
                <a:gd name="T68" fmla="*/ 77 w 155"/>
                <a:gd name="T69" fmla="*/ 98 h 126"/>
                <a:gd name="T70" fmla="*/ 64 w 155"/>
                <a:gd name="T71" fmla="*/ 105 h 126"/>
                <a:gd name="T72" fmla="*/ 58 w 155"/>
                <a:gd name="T73" fmla="*/ 110 h 126"/>
                <a:gd name="T74" fmla="*/ 58 w 155"/>
                <a:gd name="T75" fmla="*/ 126 h 126"/>
                <a:gd name="T76" fmla="*/ 58 w 155"/>
                <a:gd name="T77" fmla="*/ 126 h 126"/>
                <a:gd name="T78" fmla="*/ 0 w 155"/>
                <a:gd name="T79" fmla="*/ 126 h 126"/>
                <a:gd name="T80" fmla="*/ 0 w 155"/>
                <a:gd name="T81" fmla="*/ 126 h 126"/>
                <a:gd name="T82" fmla="*/ 0 w 155"/>
                <a:gd name="T83" fmla="*/ 126 h 126"/>
                <a:gd name="T84" fmla="*/ 0 w 155"/>
                <a:gd name="T85" fmla="*/ 123 h 126"/>
                <a:gd name="T86" fmla="*/ 1 w 155"/>
                <a:gd name="T87" fmla="*/ 123 h 126"/>
                <a:gd name="T88" fmla="*/ 18 w 155"/>
                <a:gd name="T89" fmla="*/ 117 h 126"/>
                <a:gd name="T90" fmla="*/ 34 w 155"/>
                <a:gd name="T91" fmla="*/ 104 h 126"/>
                <a:gd name="T92" fmla="*/ 38 w 155"/>
                <a:gd name="T93" fmla="*/ 98 h 126"/>
                <a:gd name="T94" fmla="*/ 43 w 155"/>
                <a:gd name="T95" fmla="*/ 90 h 126"/>
                <a:gd name="T96" fmla="*/ 40 w 155"/>
                <a:gd name="T97" fmla="*/ 83 h 126"/>
                <a:gd name="T98" fmla="*/ 41 w 155"/>
                <a:gd name="T99" fmla="*/ 71 h 126"/>
                <a:gd name="T100" fmla="*/ 49 w 155"/>
                <a:gd name="T101" fmla="*/ 61 h 126"/>
                <a:gd name="T102" fmla="*/ 50 w 155"/>
                <a:gd name="T103" fmla="*/ 53 h 126"/>
                <a:gd name="T104" fmla="*/ 61 w 155"/>
                <a:gd name="T105" fmla="*/ 41 h 126"/>
                <a:gd name="T106" fmla="*/ 83 w 155"/>
                <a:gd name="T107" fmla="*/ 28 h 126"/>
                <a:gd name="T108" fmla="*/ 93 w 155"/>
                <a:gd name="T109" fmla="*/ 3 h 126"/>
                <a:gd name="T110" fmla="*/ 93 w 155"/>
                <a:gd name="T111" fmla="*/ 3 h 126"/>
                <a:gd name="T112" fmla="*/ 99 w 155"/>
                <a:gd name="T113" fmla="*/ 0 h 126"/>
                <a:gd name="T114" fmla="*/ 99 w 155"/>
                <a:gd name="T115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5" h="126">
                  <a:moveTo>
                    <a:pt x="99" y="0"/>
                  </a:moveTo>
                  <a:lnTo>
                    <a:pt x="101" y="0"/>
                  </a:lnTo>
                  <a:lnTo>
                    <a:pt x="105" y="7"/>
                  </a:lnTo>
                  <a:lnTo>
                    <a:pt x="114" y="12"/>
                  </a:lnTo>
                  <a:lnTo>
                    <a:pt x="130" y="9"/>
                  </a:lnTo>
                  <a:lnTo>
                    <a:pt x="144" y="13"/>
                  </a:lnTo>
                  <a:lnTo>
                    <a:pt x="144" y="13"/>
                  </a:lnTo>
                  <a:lnTo>
                    <a:pt x="144" y="15"/>
                  </a:lnTo>
                  <a:lnTo>
                    <a:pt x="142" y="15"/>
                  </a:lnTo>
                  <a:lnTo>
                    <a:pt x="147" y="18"/>
                  </a:lnTo>
                  <a:lnTo>
                    <a:pt x="148" y="18"/>
                  </a:lnTo>
                  <a:lnTo>
                    <a:pt x="150" y="44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4" y="56"/>
                  </a:lnTo>
                  <a:lnTo>
                    <a:pt x="155" y="58"/>
                  </a:lnTo>
                  <a:lnTo>
                    <a:pt x="154" y="59"/>
                  </a:lnTo>
                  <a:lnTo>
                    <a:pt x="154" y="59"/>
                  </a:lnTo>
                  <a:lnTo>
                    <a:pt x="132" y="61"/>
                  </a:lnTo>
                  <a:lnTo>
                    <a:pt x="130" y="64"/>
                  </a:lnTo>
                  <a:lnTo>
                    <a:pt x="130" y="64"/>
                  </a:lnTo>
                  <a:lnTo>
                    <a:pt x="120" y="67"/>
                  </a:lnTo>
                  <a:lnTo>
                    <a:pt x="120" y="74"/>
                  </a:lnTo>
                  <a:lnTo>
                    <a:pt x="123" y="77"/>
                  </a:lnTo>
                  <a:lnTo>
                    <a:pt x="123" y="77"/>
                  </a:lnTo>
                  <a:lnTo>
                    <a:pt x="121" y="77"/>
                  </a:lnTo>
                  <a:lnTo>
                    <a:pt x="107" y="84"/>
                  </a:lnTo>
                  <a:lnTo>
                    <a:pt x="96" y="93"/>
                  </a:lnTo>
                  <a:lnTo>
                    <a:pt x="84" y="95"/>
                  </a:lnTo>
                  <a:lnTo>
                    <a:pt x="83" y="98"/>
                  </a:lnTo>
                  <a:lnTo>
                    <a:pt x="83" y="98"/>
                  </a:lnTo>
                  <a:lnTo>
                    <a:pt x="81" y="98"/>
                  </a:lnTo>
                  <a:lnTo>
                    <a:pt x="80" y="98"/>
                  </a:lnTo>
                  <a:lnTo>
                    <a:pt x="78" y="98"/>
                  </a:lnTo>
                  <a:lnTo>
                    <a:pt x="77" y="98"/>
                  </a:lnTo>
                  <a:lnTo>
                    <a:pt x="64" y="105"/>
                  </a:lnTo>
                  <a:lnTo>
                    <a:pt x="58" y="110"/>
                  </a:lnTo>
                  <a:lnTo>
                    <a:pt x="58" y="126"/>
                  </a:lnTo>
                  <a:lnTo>
                    <a:pt x="58" y="126"/>
                  </a:lnTo>
                  <a:lnTo>
                    <a:pt x="0" y="126"/>
                  </a:lnTo>
                  <a:lnTo>
                    <a:pt x="0" y="126"/>
                  </a:lnTo>
                  <a:lnTo>
                    <a:pt x="0" y="126"/>
                  </a:lnTo>
                  <a:lnTo>
                    <a:pt x="0" y="123"/>
                  </a:lnTo>
                  <a:lnTo>
                    <a:pt x="1" y="123"/>
                  </a:lnTo>
                  <a:lnTo>
                    <a:pt x="18" y="117"/>
                  </a:lnTo>
                  <a:lnTo>
                    <a:pt x="34" y="104"/>
                  </a:lnTo>
                  <a:lnTo>
                    <a:pt x="38" y="98"/>
                  </a:lnTo>
                  <a:lnTo>
                    <a:pt x="43" y="90"/>
                  </a:lnTo>
                  <a:lnTo>
                    <a:pt x="40" y="83"/>
                  </a:lnTo>
                  <a:lnTo>
                    <a:pt x="41" y="71"/>
                  </a:lnTo>
                  <a:lnTo>
                    <a:pt x="49" y="61"/>
                  </a:lnTo>
                  <a:lnTo>
                    <a:pt x="50" y="53"/>
                  </a:lnTo>
                  <a:lnTo>
                    <a:pt x="61" y="41"/>
                  </a:lnTo>
                  <a:lnTo>
                    <a:pt x="83" y="28"/>
                  </a:lnTo>
                  <a:lnTo>
                    <a:pt x="93" y="3"/>
                  </a:lnTo>
                  <a:lnTo>
                    <a:pt x="93" y="3"/>
                  </a:lnTo>
                  <a:lnTo>
                    <a:pt x="99" y="0"/>
                  </a:lnTo>
                  <a:lnTo>
                    <a:pt x="9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20" name="NIGER">
              <a:extLst>
                <a:ext uri="{FF2B5EF4-FFF2-40B4-BE49-F238E27FC236}">
                  <a16:creationId xmlns:a16="http://schemas.microsoft.com/office/drawing/2014/main" id="{2D2C8104-32C5-AE64-37CE-1B23F9E0A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1217" y="6305204"/>
              <a:ext cx="722016" cy="556196"/>
            </a:xfrm>
            <a:custGeom>
              <a:avLst/>
              <a:gdLst>
                <a:gd name="T0" fmla="*/ 192 w 209"/>
                <a:gd name="T1" fmla="*/ 7 h 161"/>
                <a:gd name="T2" fmla="*/ 197 w 209"/>
                <a:gd name="T3" fmla="*/ 6 h 161"/>
                <a:gd name="T4" fmla="*/ 197 w 209"/>
                <a:gd name="T5" fmla="*/ 6 h 161"/>
                <a:gd name="T6" fmla="*/ 201 w 209"/>
                <a:gd name="T7" fmla="*/ 35 h 161"/>
                <a:gd name="T8" fmla="*/ 209 w 209"/>
                <a:gd name="T9" fmla="*/ 43 h 161"/>
                <a:gd name="T10" fmla="*/ 203 w 209"/>
                <a:gd name="T11" fmla="*/ 68 h 161"/>
                <a:gd name="T12" fmla="*/ 178 w 209"/>
                <a:gd name="T13" fmla="*/ 115 h 161"/>
                <a:gd name="T14" fmla="*/ 178 w 209"/>
                <a:gd name="T15" fmla="*/ 124 h 161"/>
                <a:gd name="T16" fmla="*/ 178 w 209"/>
                <a:gd name="T17" fmla="*/ 126 h 161"/>
                <a:gd name="T18" fmla="*/ 170 w 209"/>
                <a:gd name="T19" fmla="*/ 129 h 161"/>
                <a:gd name="T20" fmla="*/ 170 w 209"/>
                <a:gd name="T21" fmla="*/ 136 h 161"/>
                <a:gd name="T22" fmla="*/ 160 w 209"/>
                <a:gd name="T23" fmla="*/ 142 h 161"/>
                <a:gd name="T24" fmla="*/ 151 w 209"/>
                <a:gd name="T25" fmla="*/ 139 h 161"/>
                <a:gd name="T26" fmla="*/ 121 w 209"/>
                <a:gd name="T27" fmla="*/ 148 h 161"/>
                <a:gd name="T28" fmla="*/ 121 w 209"/>
                <a:gd name="T29" fmla="*/ 148 h 161"/>
                <a:gd name="T30" fmla="*/ 104 w 209"/>
                <a:gd name="T31" fmla="*/ 139 h 161"/>
                <a:gd name="T32" fmla="*/ 90 w 209"/>
                <a:gd name="T33" fmla="*/ 145 h 161"/>
                <a:gd name="T34" fmla="*/ 74 w 209"/>
                <a:gd name="T35" fmla="*/ 133 h 161"/>
                <a:gd name="T36" fmla="*/ 55 w 209"/>
                <a:gd name="T37" fmla="*/ 138 h 161"/>
                <a:gd name="T38" fmla="*/ 47 w 209"/>
                <a:gd name="T39" fmla="*/ 151 h 161"/>
                <a:gd name="T40" fmla="*/ 46 w 209"/>
                <a:gd name="T41" fmla="*/ 161 h 161"/>
                <a:gd name="T42" fmla="*/ 46 w 209"/>
                <a:gd name="T43" fmla="*/ 161 h 161"/>
                <a:gd name="T44" fmla="*/ 32 w 209"/>
                <a:gd name="T45" fmla="*/ 154 h 161"/>
                <a:gd name="T46" fmla="*/ 32 w 209"/>
                <a:gd name="T47" fmla="*/ 157 h 161"/>
                <a:gd name="T48" fmla="*/ 31 w 209"/>
                <a:gd name="T49" fmla="*/ 158 h 161"/>
                <a:gd name="T50" fmla="*/ 26 w 209"/>
                <a:gd name="T51" fmla="*/ 154 h 161"/>
                <a:gd name="T52" fmla="*/ 28 w 209"/>
                <a:gd name="T53" fmla="*/ 151 h 161"/>
                <a:gd name="T54" fmla="*/ 18 w 209"/>
                <a:gd name="T55" fmla="*/ 148 h 161"/>
                <a:gd name="T56" fmla="*/ 4 w 209"/>
                <a:gd name="T57" fmla="*/ 130 h 161"/>
                <a:gd name="T58" fmla="*/ 1 w 209"/>
                <a:gd name="T59" fmla="*/ 117 h 161"/>
                <a:gd name="T60" fmla="*/ 10 w 209"/>
                <a:gd name="T61" fmla="*/ 117 h 161"/>
                <a:gd name="T62" fmla="*/ 18 w 209"/>
                <a:gd name="T63" fmla="*/ 111 h 161"/>
                <a:gd name="T64" fmla="*/ 50 w 209"/>
                <a:gd name="T65" fmla="*/ 104 h 161"/>
                <a:gd name="T66" fmla="*/ 53 w 209"/>
                <a:gd name="T67" fmla="*/ 59 h 161"/>
                <a:gd name="T68" fmla="*/ 74 w 209"/>
                <a:gd name="T69" fmla="*/ 55 h 161"/>
                <a:gd name="T70" fmla="*/ 152 w 209"/>
                <a:gd name="T71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1">
                  <a:moveTo>
                    <a:pt x="181" y="0"/>
                  </a:moveTo>
                  <a:lnTo>
                    <a:pt x="192" y="7"/>
                  </a:lnTo>
                  <a:lnTo>
                    <a:pt x="195" y="6"/>
                  </a:lnTo>
                  <a:lnTo>
                    <a:pt x="197" y="6"/>
                  </a:lnTo>
                  <a:lnTo>
                    <a:pt x="197" y="6"/>
                  </a:lnTo>
                  <a:lnTo>
                    <a:pt x="197" y="6"/>
                  </a:lnTo>
                  <a:lnTo>
                    <a:pt x="197" y="28"/>
                  </a:lnTo>
                  <a:lnTo>
                    <a:pt x="201" y="35"/>
                  </a:lnTo>
                  <a:lnTo>
                    <a:pt x="209" y="41"/>
                  </a:lnTo>
                  <a:lnTo>
                    <a:pt x="209" y="43"/>
                  </a:lnTo>
                  <a:lnTo>
                    <a:pt x="206" y="49"/>
                  </a:lnTo>
                  <a:lnTo>
                    <a:pt x="203" y="68"/>
                  </a:lnTo>
                  <a:lnTo>
                    <a:pt x="201" y="90"/>
                  </a:lnTo>
                  <a:lnTo>
                    <a:pt x="178" y="115"/>
                  </a:lnTo>
                  <a:lnTo>
                    <a:pt x="175" y="124"/>
                  </a:lnTo>
                  <a:lnTo>
                    <a:pt x="178" y="124"/>
                  </a:lnTo>
                  <a:lnTo>
                    <a:pt x="178" y="126"/>
                  </a:lnTo>
                  <a:lnTo>
                    <a:pt x="178" y="126"/>
                  </a:lnTo>
                  <a:lnTo>
                    <a:pt x="172" y="126"/>
                  </a:lnTo>
                  <a:lnTo>
                    <a:pt x="170" y="129"/>
                  </a:lnTo>
                  <a:lnTo>
                    <a:pt x="172" y="132"/>
                  </a:lnTo>
                  <a:lnTo>
                    <a:pt x="170" y="136"/>
                  </a:lnTo>
                  <a:lnTo>
                    <a:pt x="161" y="142"/>
                  </a:lnTo>
                  <a:lnTo>
                    <a:pt x="160" y="142"/>
                  </a:lnTo>
                  <a:lnTo>
                    <a:pt x="160" y="142"/>
                  </a:lnTo>
                  <a:lnTo>
                    <a:pt x="151" y="139"/>
                  </a:lnTo>
                  <a:lnTo>
                    <a:pt x="135" y="139"/>
                  </a:lnTo>
                  <a:lnTo>
                    <a:pt x="121" y="148"/>
                  </a:lnTo>
                  <a:lnTo>
                    <a:pt x="121" y="148"/>
                  </a:lnTo>
                  <a:lnTo>
                    <a:pt x="121" y="148"/>
                  </a:lnTo>
                  <a:lnTo>
                    <a:pt x="112" y="145"/>
                  </a:lnTo>
                  <a:lnTo>
                    <a:pt x="104" y="139"/>
                  </a:lnTo>
                  <a:lnTo>
                    <a:pt x="90" y="145"/>
                  </a:lnTo>
                  <a:lnTo>
                    <a:pt x="90" y="145"/>
                  </a:lnTo>
                  <a:lnTo>
                    <a:pt x="90" y="145"/>
                  </a:lnTo>
                  <a:lnTo>
                    <a:pt x="74" y="133"/>
                  </a:lnTo>
                  <a:lnTo>
                    <a:pt x="64" y="135"/>
                  </a:lnTo>
                  <a:lnTo>
                    <a:pt x="55" y="138"/>
                  </a:lnTo>
                  <a:lnTo>
                    <a:pt x="52" y="145"/>
                  </a:lnTo>
                  <a:lnTo>
                    <a:pt x="47" y="151"/>
                  </a:lnTo>
                  <a:lnTo>
                    <a:pt x="47" y="161"/>
                  </a:lnTo>
                  <a:lnTo>
                    <a:pt x="46" y="161"/>
                  </a:lnTo>
                  <a:lnTo>
                    <a:pt x="46" y="161"/>
                  </a:lnTo>
                  <a:lnTo>
                    <a:pt x="46" y="161"/>
                  </a:lnTo>
                  <a:lnTo>
                    <a:pt x="37" y="152"/>
                  </a:lnTo>
                  <a:lnTo>
                    <a:pt x="32" y="154"/>
                  </a:lnTo>
                  <a:lnTo>
                    <a:pt x="32" y="157"/>
                  </a:lnTo>
                  <a:lnTo>
                    <a:pt x="32" y="157"/>
                  </a:lnTo>
                  <a:lnTo>
                    <a:pt x="31" y="158"/>
                  </a:lnTo>
                  <a:lnTo>
                    <a:pt x="31" y="158"/>
                  </a:lnTo>
                  <a:lnTo>
                    <a:pt x="31" y="158"/>
                  </a:lnTo>
                  <a:lnTo>
                    <a:pt x="26" y="154"/>
                  </a:lnTo>
                  <a:lnTo>
                    <a:pt x="26" y="152"/>
                  </a:lnTo>
                  <a:lnTo>
                    <a:pt x="28" y="151"/>
                  </a:lnTo>
                  <a:lnTo>
                    <a:pt x="26" y="148"/>
                  </a:lnTo>
                  <a:lnTo>
                    <a:pt x="18" y="148"/>
                  </a:lnTo>
                  <a:lnTo>
                    <a:pt x="18" y="148"/>
                  </a:lnTo>
                  <a:lnTo>
                    <a:pt x="4" y="130"/>
                  </a:lnTo>
                  <a:lnTo>
                    <a:pt x="0" y="123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10" y="117"/>
                  </a:lnTo>
                  <a:lnTo>
                    <a:pt x="16" y="111"/>
                  </a:lnTo>
                  <a:lnTo>
                    <a:pt x="18" y="111"/>
                  </a:lnTo>
                  <a:lnTo>
                    <a:pt x="44" y="111"/>
                  </a:lnTo>
                  <a:lnTo>
                    <a:pt x="50" y="104"/>
                  </a:lnTo>
                  <a:lnTo>
                    <a:pt x="53" y="102"/>
                  </a:lnTo>
                  <a:lnTo>
                    <a:pt x="53" y="59"/>
                  </a:lnTo>
                  <a:lnTo>
                    <a:pt x="53" y="59"/>
                  </a:lnTo>
                  <a:lnTo>
                    <a:pt x="74" y="55"/>
                  </a:lnTo>
                  <a:lnTo>
                    <a:pt x="102" y="32"/>
                  </a:lnTo>
                  <a:lnTo>
                    <a:pt x="152" y="0"/>
                  </a:lnTo>
                  <a:lnTo>
                    <a:pt x="18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21" name="NIGERIA">
              <a:extLst>
                <a:ext uri="{FF2B5EF4-FFF2-40B4-BE49-F238E27FC236}">
                  <a16:creationId xmlns:a16="http://schemas.microsoft.com/office/drawing/2014/main" id="{B8B8E087-8D28-0A8A-A512-8EC784CB3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2130" y="6761214"/>
              <a:ext cx="528555" cy="445647"/>
            </a:xfrm>
            <a:custGeom>
              <a:avLst/>
              <a:gdLst>
                <a:gd name="T0" fmla="*/ 39 w 153"/>
                <a:gd name="T1" fmla="*/ 0 h 129"/>
                <a:gd name="T2" fmla="*/ 69 w 153"/>
                <a:gd name="T3" fmla="*/ 6 h 129"/>
                <a:gd name="T4" fmla="*/ 69 w 153"/>
                <a:gd name="T5" fmla="*/ 6 h 129"/>
                <a:gd name="T6" fmla="*/ 86 w 153"/>
                <a:gd name="T7" fmla="*/ 15 h 129"/>
                <a:gd name="T8" fmla="*/ 116 w 153"/>
                <a:gd name="T9" fmla="*/ 6 h 129"/>
                <a:gd name="T10" fmla="*/ 134 w 153"/>
                <a:gd name="T11" fmla="*/ 3 h 129"/>
                <a:gd name="T12" fmla="*/ 135 w 153"/>
                <a:gd name="T13" fmla="*/ 0 h 129"/>
                <a:gd name="T14" fmla="*/ 137 w 153"/>
                <a:gd name="T15" fmla="*/ 0 h 129"/>
                <a:gd name="T16" fmla="*/ 153 w 153"/>
                <a:gd name="T17" fmla="*/ 22 h 129"/>
                <a:gd name="T18" fmla="*/ 153 w 153"/>
                <a:gd name="T19" fmla="*/ 29 h 129"/>
                <a:gd name="T20" fmla="*/ 141 w 153"/>
                <a:gd name="T21" fmla="*/ 40 h 129"/>
                <a:gd name="T22" fmla="*/ 125 w 153"/>
                <a:gd name="T23" fmla="*/ 72 h 129"/>
                <a:gd name="T24" fmla="*/ 115 w 153"/>
                <a:gd name="T25" fmla="*/ 98 h 129"/>
                <a:gd name="T26" fmla="*/ 109 w 153"/>
                <a:gd name="T27" fmla="*/ 99 h 129"/>
                <a:gd name="T28" fmla="*/ 103 w 153"/>
                <a:gd name="T29" fmla="*/ 93 h 129"/>
                <a:gd name="T30" fmla="*/ 80 w 153"/>
                <a:gd name="T31" fmla="*/ 106 h 129"/>
                <a:gd name="T32" fmla="*/ 74 w 153"/>
                <a:gd name="T33" fmla="*/ 121 h 129"/>
                <a:gd name="T34" fmla="*/ 74 w 153"/>
                <a:gd name="T35" fmla="*/ 121 h 129"/>
                <a:gd name="T36" fmla="*/ 72 w 153"/>
                <a:gd name="T37" fmla="*/ 124 h 129"/>
                <a:gd name="T38" fmla="*/ 70 w 153"/>
                <a:gd name="T39" fmla="*/ 124 h 129"/>
                <a:gd name="T40" fmla="*/ 64 w 153"/>
                <a:gd name="T41" fmla="*/ 124 h 129"/>
                <a:gd name="T42" fmla="*/ 58 w 153"/>
                <a:gd name="T43" fmla="*/ 123 h 129"/>
                <a:gd name="T44" fmla="*/ 55 w 153"/>
                <a:gd name="T45" fmla="*/ 126 h 129"/>
                <a:gd name="T46" fmla="*/ 46 w 153"/>
                <a:gd name="T47" fmla="*/ 129 h 129"/>
                <a:gd name="T48" fmla="*/ 36 w 153"/>
                <a:gd name="T49" fmla="*/ 120 h 129"/>
                <a:gd name="T50" fmla="*/ 36 w 153"/>
                <a:gd name="T51" fmla="*/ 112 h 129"/>
                <a:gd name="T52" fmla="*/ 27 w 153"/>
                <a:gd name="T53" fmla="*/ 103 h 129"/>
                <a:gd name="T54" fmla="*/ 20 w 153"/>
                <a:gd name="T55" fmla="*/ 99 h 129"/>
                <a:gd name="T56" fmla="*/ 12 w 153"/>
                <a:gd name="T57" fmla="*/ 101 h 129"/>
                <a:gd name="T58" fmla="*/ 5 w 153"/>
                <a:gd name="T59" fmla="*/ 101 h 129"/>
                <a:gd name="T60" fmla="*/ 2 w 153"/>
                <a:gd name="T61" fmla="*/ 101 h 129"/>
                <a:gd name="T62" fmla="*/ 0 w 153"/>
                <a:gd name="T63" fmla="*/ 99 h 129"/>
                <a:gd name="T64" fmla="*/ 6 w 153"/>
                <a:gd name="T65" fmla="*/ 56 h 129"/>
                <a:gd name="T66" fmla="*/ 11 w 153"/>
                <a:gd name="T67" fmla="*/ 47 h 129"/>
                <a:gd name="T68" fmla="*/ 12 w 153"/>
                <a:gd name="T69" fmla="*/ 44 h 129"/>
                <a:gd name="T70" fmla="*/ 9 w 153"/>
                <a:gd name="T71" fmla="*/ 34 h 129"/>
                <a:gd name="T72" fmla="*/ 11 w 153"/>
                <a:gd name="T73" fmla="*/ 29 h 129"/>
                <a:gd name="T74" fmla="*/ 11 w 153"/>
                <a:gd name="T75" fmla="*/ 19 h 129"/>
                <a:gd name="T76" fmla="*/ 18 w 153"/>
                <a:gd name="T77" fmla="*/ 6 h 129"/>
                <a:gd name="T78" fmla="*/ 29 w 153"/>
                <a:gd name="T79" fmla="*/ 1 h 129"/>
                <a:gd name="T80" fmla="*/ 32 w 153"/>
                <a:gd name="T81" fmla="*/ 1 h 129"/>
                <a:gd name="T82" fmla="*/ 37 w 153"/>
                <a:gd name="T83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3" h="129">
                  <a:moveTo>
                    <a:pt x="39" y="0"/>
                  </a:moveTo>
                  <a:lnTo>
                    <a:pt x="39" y="0"/>
                  </a:lnTo>
                  <a:lnTo>
                    <a:pt x="55" y="12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77" y="12"/>
                  </a:lnTo>
                  <a:lnTo>
                    <a:pt x="86" y="15"/>
                  </a:lnTo>
                  <a:lnTo>
                    <a:pt x="98" y="6"/>
                  </a:lnTo>
                  <a:lnTo>
                    <a:pt x="116" y="6"/>
                  </a:lnTo>
                  <a:lnTo>
                    <a:pt x="125" y="9"/>
                  </a:lnTo>
                  <a:lnTo>
                    <a:pt x="134" y="3"/>
                  </a:lnTo>
                  <a:lnTo>
                    <a:pt x="135" y="0"/>
                  </a:lnTo>
                  <a:lnTo>
                    <a:pt x="135" y="0"/>
                  </a:lnTo>
                  <a:lnTo>
                    <a:pt x="135" y="0"/>
                  </a:lnTo>
                  <a:lnTo>
                    <a:pt x="137" y="0"/>
                  </a:lnTo>
                  <a:lnTo>
                    <a:pt x="150" y="17"/>
                  </a:lnTo>
                  <a:lnTo>
                    <a:pt x="153" y="22"/>
                  </a:lnTo>
                  <a:lnTo>
                    <a:pt x="153" y="22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41" y="40"/>
                  </a:lnTo>
                  <a:lnTo>
                    <a:pt x="132" y="66"/>
                  </a:lnTo>
                  <a:lnTo>
                    <a:pt x="125" y="72"/>
                  </a:lnTo>
                  <a:lnTo>
                    <a:pt x="115" y="96"/>
                  </a:lnTo>
                  <a:lnTo>
                    <a:pt x="115" y="98"/>
                  </a:lnTo>
                  <a:lnTo>
                    <a:pt x="109" y="99"/>
                  </a:lnTo>
                  <a:lnTo>
                    <a:pt x="109" y="99"/>
                  </a:lnTo>
                  <a:lnTo>
                    <a:pt x="109" y="98"/>
                  </a:lnTo>
                  <a:lnTo>
                    <a:pt x="103" y="93"/>
                  </a:lnTo>
                  <a:lnTo>
                    <a:pt x="89" y="93"/>
                  </a:lnTo>
                  <a:lnTo>
                    <a:pt x="80" y="106"/>
                  </a:lnTo>
                  <a:lnTo>
                    <a:pt x="76" y="121"/>
                  </a:lnTo>
                  <a:lnTo>
                    <a:pt x="74" y="121"/>
                  </a:lnTo>
                  <a:lnTo>
                    <a:pt x="74" y="121"/>
                  </a:lnTo>
                  <a:lnTo>
                    <a:pt x="74" y="121"/>
                  </a:lnTo>
                  <a:lnTo>
                    <a:pt x="73" y="120"/>
                  </a:lnTo>
                  <a:lnTo>
                    <a:pt x="72" y="124"/>
                  </a:lnTo>
                  <a:lnTo>
                    <a:pt x="70" y="124"/>
                  </a:lnTo>
                  <a:lnTo>
                    <a:pt x="70" y="124"/>
                  </a:lnTo>
                  <a:lnTo>
                    <a:pt x="67" y="124"/>
                  </a:lnTo>
                  <a:lnTo>
                    <a:pt x="64" y="124"/>
                  </a:lnTo>
                  <a:lnTo>
                    <a:pt x="61" y="123"/>
                  </a:lnTo>
                  <a:lnTo>
                    <a:pt x="58" y="123"/>
                  </a:lnTo>
                  <a:lnTo>
                    <a:pt x="58" y="123"/>
                  </a:lnTo>
                  <a:lnTo>
                    <a:pt x="55" y="126"/>
                  </a:lnTo>
                  <a:lnTo>
                    <a:pt x="46" y="129"/>
                  </a:lnTo>
                  <a:lnTo>
                    <a:pt x="46" y="129"/>
                  </a:lnTo>
                  <a:lnTo>
                    <a:pt x="46" y="129"/>
                  </a:lnTo>
                  <a:lnTo>
                    <a:pt x="36" y="120"/>
                  </a:lnTo>
                  <a:lnTo>
                    <a:pt x="36" y="120"/>
                  </a:lnTo>
                  <a:lnTo>
                    <a:pt x="36" y="112"/>
                  </a:lnTo>
                  <a:lnTo>
                    <a:pt x="30" y="106"/>
                  </a:lnTo>
                  <a:lnTo>
                    <a:pt x="27" y="103"/>
                  </a:lnTo>
                  <a:lnTo>
                    <a:pt x="20" y="99"/>
                  </a:lnTo>
                  <a:lnTo>
                    <a:pt x="20" y="99"/>
                  </a:lnTo>
                  <a:lnTo>
                    <a:pt x="17" y="101"/>
                  </a:lnTo>
                  <a:lnTo>
                    <a:pt x="12" y="101"/>
                  </a:lnTo>
                  <a:lnTo>
                    <a:pt x="9" y="101"/>
                  </a:lnTo>
                  <a:lnTo>
                    <a:pt x="5" y="101"/>
                  </a:lnTo>
                  <a:lnTo>
                    <a:pt x="3" y="101"/>
                  </a:lnTo>
                  <a:lnTo>
                    <a:pt x="2" y="101"/>
                  </a:lnTo>
                  <a:lnTo>
                    <a:pt x="2" y="101"/>
                  </a:lnTo>
                  <a:lnTo>
                    <a:pt x="0" y="99"/>
                  </a:lnTo>
                  <a:lnTo>
                    <a:pt x="0" y="71"/>
                  </a:lnTo>
                  <a:lnTo>
                    <a:pt x="6" y="56"/>
                  </a:lnTo>
                  <a:lnTo>
                    <a:pt x="11" y="52"/>
                  </a:lnTo>
                  <a:lnTo>
                    <a:pt x="11" y="47"/>
                  </a:lnTo>
                  <a:lnTo>
                    <a:pt x="11" y="46"/>
                  </a:lnTo>
                  <a:lnTo>
                    <a:pt x="12" y="44"/>
                  </a:lnTo>
                  <a:lnTo>
                    <a:pt x="12" y="37"/>
                  </a:lnTo>
                  <a:lnTo>
                    <a:pt x="9" y="34"/>
                  </a:lnTo>
                  <a:lnTo>
                    <a:pt x="9" y="32"/>
                  </a:lnTo>
                  <a:lnTo>
                    <a:pt x="11" y="29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3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32" y="1"/>
                  </a:lnTo>
                  <a:lnTo>
                    <a:pt x="34" y="0"/>
                  </a:lnTo>
                  <a:lnTo>
                    <a:pt x="37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22" name="GUINEABISSAU">
              <a:extLst>
                <a:ext uri="{FF2B5EF4-FFF2-40B4-BE49-F238E27FC236}">
                  <a16:creationId xmlns:a16="http://schemas.microsoft.com/office/drawing/2014/main" id="{BEBBE2AF-9C72-0FDC-F7A1-D40EBBC39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1199" y="6813034"/>
              <a:ext cx="148550" cy="86366"/>
            </a:xfrm>
            <a:custGeom>
              <a:avLst/>
              <a:gdLst>
                <a:gd name="T0" fmla="*/ 40 w 43"/>
                <a:gd name="T1" fmla="*/ 0 h 25"/>
                <a:gd name="T2" fmla="*/ 42 w 43"/>
                <a:gd name="T3" fmla="*/ 0 h 25"/>
                <a:gd name="T4" fmla="*/ 43 w 43"/>
                <a:gd name="T5" fmla="*/ 4 h 25"/>
                <a:gd name="T6" fmla="*/ 43 w 43"/>
                <a:gd name="T7" fmla="*/ 5 h 25"/>
                <a:gd name="T8" fmla="*/ 40 w 43"/>
                <a:gd name="T9" fmla="*/ 7 h 25"/>
                <a:gd name="T10" fmla="*/ 42 w 43"/>
                <a:gd name="T11" fmla="*/ 13 h 25"/>
                <a:gd name="T12" fmla="*/ 42 w 43"/>
                <a:gd name="T13" fmla="*/ 14 h 25"/>
                <a:gd name="T14" fmla="*/ 40 w 43"/>
                <a:gd name="T15" fmla="*/ 14 h 25"/>
                <a:gd name="T16" fmla="*/ 30 w 43"/>
                <a:gd name="T17" fmla="*/ 17 h 25"/>
                <a:gd name="T18" fmla="*/ 24 w 43"/>
                <a:gd name="T19" fmla="*/ 25 h 25"/>
                <a:gd name="T20" fmla="*/ 23 w 43"/>
                <a:gd name="T21" fmla="*/ 25 h 25"/>
                <a:gd name="T22" fmla="*/ 23 w 43"/>
                <a:gd name="T23" fmla="*/ 25 h 25"/>
                <a:gd name="T24" fmla="*/ 23 w 43"/>
                <a:gd name="T25" fmla="*/ 25 h 25"/>
                <a:gd name="T26" fmla="*/ 20 w 43"/>
                <a:gd name="T27" fmla="*/ 20 h 25"/>
                <a:gd name="T28" fmla="*/ 18 w 43"/>
                <a:gd name="T29" fmla="*/ 14 h 25"/>
                <a:gd name="T30" fmla="*/ 18 w 43"/>
                <a:gd name="T31" fmla="*/ 13 h 25"/>
                <a:gd name="T32" fmla="*/ 14 w 43"/>
                <a:gd name="T33" fmla="*/ 14 h 25"/>
                <a:gd name="T34" fmla="*/ 14 w 43"/>
                <a:gd name="T35" fmla="*/ 14 h 25"/>
                <a:gd name="T36" fmla="*/ 12 w 43"/>
                <a:gd name="T37" fmla="*/ 14 h 25"/>
                <a:gd name="T38" fmla="*/ 0 w 43"/>
                <a:gd name="T39" fmla="*/ 4 h 25"/>
                <a:gd name="T40" fmla="*/ 0 w 43"/>
                <a:gd name="T41" fmla="*/ 4 h 25"/>
                <a:gd name="T42" fmla="*/ 2 w 43"/>
                <a:gd name="T43" fmla="*/ 2 h 25"/>
                <a:gd name="T44" fmla="*/ 14 w 43"/>
                <a:gd name="T45" fmla="*/ 2 h 25"/>
                <a:gd name="T46" fmla="*/ 23 w 43"/>
                <a:gd name="T47" fmla="*/ 0 h 25"/>
                <a:gd name="T48" fmla="*/ 24 w 43"/>
                <a:gd name="T49" fmla="*/ 0 h 25"/>
                <a:gd name="T50" fmla="*/ 26 w 43"/>
                <a:gd name="T51" fmla="*/ 0 h 25"/>
                <a:gd name="T52" fmla="*/ 30 w 43"/>
                <a:gd name="T53" fmla="*/ 0 h 25"/>
                <a:gd name="T54" fmla="*/ 33 w 43"/>
                <a:gd name="T55" fmla="*/ 0 h 25"/>
                <a:gd name="T56" fmla="*/ 37 w 43"/>
                <a:gd name="T57" fmla="*/ 0 h 25"/>
                <a:gd name="T58" fmla="*/ 40 w 43"/>
                <a:gd name="T59" fmla="*/ 0 h 25"/>
                <a:gd name="T60" fmla="*/ 40 w 43"/>
                <a:gd name="T6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3" h="25">
                  <a:moveTo>
                    <a:pt x="40" y="0"/>
                  </a:moveTo>
                  <a:lnTo>
                    <a:pt x="42" y="0"/>
                  </a:lnTo>
                  <a:lnTo>
                    <a:pt x="43" y="4"/>
                  </a:lnTo>
                  <a:lnTo>
                    <a:pt x="43" y="5"/>
                  </a:lnTo>
                  <a:lnTo>
                    <a:pt x="40" y="7"/>
                  </a:lnTo>
                  <a:lnTo>
                    <a:pt x="42" y="13"/>
                  </a:lnTo>
                  <a:lnTo>
                    <a:pt x="42" y="14"/>
                  </a:lnTo>
                  <a:lnTo>
                    <a:pt x="40" y="14"/>
                  </a:lnTo>
                  <a:lnTo>
                    <a:pt x="30" y="17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3" y="25"/>
                  </a:lnTo>
                  <a:lnTo>
                    <a:pt x="23" y="25"/>
                  </a:lnTo>
                  <a:lnTo>
                    <a:pt x="20" y="20"/>
                  </a:lnTo>
                  <a:lnTo>
                    <a:pt x="18" y="14"/>
                  </a:lnTo>
                  <a:lnTo>
                    <a:pt x="18" y="13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14" y="2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30" y="0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40" y="0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23" name="RWANDA">
              <a:extLst>
                <a:ext uri="{FF2B5EF4-FFF2-40B4-BE49-F238E27FC236}">
                  <a16:creationId xmlns:a16="http://schemas.microsoft.com/office/drawing/2014/main" id="{402AC584-30F3-C66E-DE01-BA5302CCB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7067" y="7431412"/>
              <a:ext cx="89820" cy="82909"/>
            </a:xfrm>
            <a:custGeom>
              <a:avLst/>
              <a:gdLst>
                <a:gd name="T0" fmla="*/ 21 w 26"/>
                <a:gd name="T1" fmla="*/ 0 h 24"/>
                <a:gd name="T2" fmla="*/ 21 w 26"/>
                <a:gd name="T3" fmla="*/ 0 h 24"/>
                <a:gd name="T4" fmla="*/ 21 w 26"/>
                <a:gd name="T5" fmla="*/ 1 h 24"/>
                <a:gd name="T6" fmla="*/ 26 w 26"/>
                <a:gd name="T7" fmla="*/ 13 h 24"/>
                <a:gd name="T8" fmla="*/ 26 w 26"/>
                <a:gd name="T9" fmla="*/ 13 h 24"/>
                <a:gd name="T10" fmla="*/ 23 w 26"/>
                <a:gd name="T11" fmla="*/ 19 h 24"/>
                <a:gd name="T12" fmla="*/ 23 w 26"/>
                <a:gd name="T13" fmla="*/ 19 h 24"/>
                <a:gd name="T14" fmla="*/ 15 w 26"/>
                <a:gd name="T15" fmla="*/ 19 h 24"/>
                <a:gd name="T16" fmla="*/ 13 w 26"/>
                <a:gd name="T17" fmla="*/ 24 h 24"/>
                <a:gd name="T18" fmla="*/ 13 w 26"/>
                <a:gd name="T19" fmla="*/ 24 h 24"/>
                <a:gd name="T20" fmla="*/ 12 w 26"/>
                <a:gd name="T21" fmla="*/ 24 h 24"/>
                <a:gd name="T22" fmla="*/ 10 w 26"/>
                <a:gd name="T23" fmla="*/ 24 h 24"/>
                <a:gd name="T24" fmla="*/ 9 w 26"/>
                <a:gd name="T25" fmla="*/ 24 h 24"/>
                <a:gd name="T26" fmla="*/ 7 w 26"/>
                <a:gd name="T27" fmla="*/ 24 h 24"/>
                <a:gd name="T28" fmla="*/ 7 w 26"/>
                <a:gd name="T29" fmla="*/ 24 h 24"/>
                <a:gd name="T30" fmla="*/ 4 w 26"/>
                <a:gd name="T31" fmla="*/ 21 h 24"/>
                <a:gd name="T32" fmla="*/ 4 w 26"/>
                <a:gd name="T33" fmla="*/ 24 h 24"/>
                <a:gd name="T34" fmla="*/ 3 w 26"/>
                <a:gd name="T35" fmla="*/ 24 h 24"/>
                <a:gd name="T36" fmla="*/ 3 w 26"/>
                <a:gd name="T37" fmla="*/ 24 h 24"/>
                <a:gd name="T38" fmla="*/ 3 w 26"/>
                <a:gd name="T39" fmla="*/ 24 h 24"/>
                <a:gd name="T40" fmla="*/ 0 w 26"/>
                <a:gd name="T41" fmla="*/ 19 h 24"/>
                <a:gd name="T42" fmla="*/ 0 w 26"/>
                <a:gd name="T43" fmla="*/ 18 h 24"/>
                <a:gd name="T44" fmla="*/ 10 w 26"/>
                <a:gd name="T45" fmla="*/ 4 h 24"/>
                <a:gd name="T46" fmla="*/ 10 w 26"/>
                <a:gd name="T47" fmla="*/ 3 h 24"/>
                <a:gd name="T48" fmla="*/ 12 w 26"/>
                <a:gd name="T49" fmla="*/ 4 h 24"/>
                <a:gd name="T50" fmla="*/ 13 w 26"/>
                <a:gd name="T51" fmla="*/ 4 h 24"/>
                <a:gd name="T52" fmla="*/ 15 w 26"/>
                <a:gd name="T53" fmla="*/ 4 h 24"/>
                <a:gd name="T54" fmla="*/ 15 w 26"/>
                <a:gd name="T55" fmla="*/ 4 h 24"/>
                <a:gd name="T56" fmla="*/ 21 w 26"/>
                <a:gd name="T57" fmla="*/ 0 h 24"/>
                <a:gd name="T58" fmla="*/ 21 w 26"/>
                <a:gd name="T5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6" h="24">
                  <a:moveTo>
                    <a:pt x="21" y="0"/>
                  </a:moveTo>
                  <a:lnTo>
                    <a:pt x="21" y="0"/>
                  </a:lnTo>
                  <a:lnTo>
                    <a:pt x="21" y="1"/>
                  </a:lnTo>
                  <a:lnTo>
                    <a:pt x="26" y="13"/>
                  </a:lnTo>
                  <a:lnTo>
                    <a:pt x="26" y="13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15" y="19"/>
                  </a:lnTo>
                  <a:lnTo>
                    <a:pt x="13" y="24"/>
                  </a:lnTo>
                  <a:lnTo>
                    <a:pt x="13" y="24"/>
                  </a:lnTo>
                  <a:lnTo>
                    <a:pt x="12" y="24"/>
                  </a:lnTo>
                  <a:lnTo>
                    <a:pt x="10" y="24"/>
                  </a:lnTo>
                  <a:lnTo>
                    <a:pt x="9" y="24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4" y="21"/>
                  </a:lnTo>
                  <a:lnTo>
                    <a:pt x="4" y="24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0" y="19"/>
                  </a:lnTo>
                  <a:lnTo>
                    <a:pt x="0" y="18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3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24" name="SOMALIA">
              <a:extLst>
                <a:ext uri="{FF2B5EF4-FFF2-40B4-BE49-F238E27FC236}">
                  <a16:creationId xmlns:a16="http://schemas.microsoft.com/office/drawing/2014/main" id="{D60CB125-C3A1-98A3-84AC-DA41E2C11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9440" y="6847580"/>
              <a:ext cx="466374" cy="618377"/>
            </a:xfrm>
            <a:custGeom>
              <a:avLst/>
              <a:gdLst>
                <a:gd name="T0" fmla="*/ 126 w 135"/>
                <a:gd name="T1" fmla="*/ 0 h 179"/>
                <a:gd name="T2" fmla="*/ 126 w 135"/>
                <a:gd name="T3" fmla="*/ 0 h 179"/>
                <a:gd name="T4" fmla="*/ 133 w 135"/>
                <a:gd name="T5" fmla="*/ 3 h 179"/>
                <a:gd name="T6" fmla="*/ 133 w 135"/>
                <a:gd name="T7" fmla="*/ 4 h 179"/>
                <a:gd name="T8" fmla="*/ 132 w 135"/>
                <a:gd name="T9" fmla="*/ 10 h 179"/>
                <a:gd name="T10" fmla="*/ 133 w 135"/>
                <a:gd name="T11" fmla="*/ 19 h 179"/>
                <a:gd name="T12" fmla="*/ 132 w 135"/>
                <a:gd name="T13" fmla="*/ 21 h 179"/>
                <a:gd name="T14" fmla="*/ 135 w 135"/>
                <a:gd name="T15" fmla="*/ 22 h 179"/>
                <a:gd name="T16" fmla="*/ 135 w 135"/>
                <a:gd name="T17" fmla="*/ 24 h 179"/>
                <a:gd name="T18" fmla="*/ 135 w 135"/>
                <a:gd name="T19" fmla="*/ 24 h 179"/>
                <a:gd name="T20" fmla="*/ 129 w 135"/>
                <a:gd name="T21" fmla="*/ 24 h 179"/>
                <a:gd name="T22" fmla="*/ 127 w 135"/>
                <a:gd name="T23" fmla="*/ 38 h 179"/>
                <a:gd name="T24" fmla="*/ 120 w 135"/>
                <a:gd name="T25" fmla="*/ 50 h 179"/>
                <a:gd name="T26" fmla="*/ 116 w 135"/>
                <a:gd name="T27" fmla="*/ 53 h 179"/>
                <a:gd name="T28" fmla="*/ 104 w 135"/>
                <a:gd name="T29" fmla="*/ 83 h 179"/>
                <a:gd name="T30" fmla="*/ 96 w 135"/>
                <a:gd name="T31" fmla="*/ 92 h 179"/>
                <a:gd name="T32" fmla="*/ 87 w 135"/>
                <a:gd name="T33" fmla="*/ 105 h 179"/>
                <a:gd name="T34" fmla="*/ 64 w 135"/>
                <a:gd name="T35" fmla="*/ 127 h 179"/>
                <a:gd name="T36" fmla="*/ 52 w 135"/>
                <a:gd name="T37" fmla="*/ 135 h 179"/>
                <a:gd name="T38" fmla="*/ 27 w 135"/>
                <a:gd name="T39" fmla="*/ 159 h 179"/>
                <a:gd name="T40" fmla="*/ 22 w 135"/>
                <a:gd name="T41" fmla="*/ 160 h 179"/>
                <a:gd name="T42" fmla="*/ 21 w 135"/>
                <a:gd name="T43" fmla="*/ 164 h 179"/>
                <a:gd name="T44" fmla="*/ 9 w 135"/>
                <a:gd name="T45" fmla="*/ 179 h 179"/>
                <a:gd name="T46" fmla="*/ 7 w 135"/>
                <a:gd name="T47" fmla="*/ 179 h 179"/>
                <a:gd name="T48" fmla="*/ 7 w 135"/>
                <a:gd name="T49" fmla="*/ 179 h 179"/>
                <a:gd name="T50" fmla="*/ 7 w 135"/>
                <a:gd name="T51" fmla="*/ 179 h 179"/>
                <a:gd name="T52" fmla="*/ 0 w 135"/>
                <a:gd name="T53" fmla="*/ 169 h 179"/>
                <a:gd name="T54" fmla="*/ 0 w 135"/>
                <a:gd name="T55" fmla="*/ 120 h 179"/>
                <a:gd name="T56" fmla="*/ 12 w 135"/>
                <a:gd name="T57" fmla="*/ 105 h 179"/>
                <a:gd name="T58" fmla="*/ 38 w 135"/>
                <a:gd name="T59" fmla="*/ 92 h 179"/>
                <a:gd name="T60" fmla="*/ 53 w 135"/>
                <a:gd name="T61" fmla="*/ 90 h 179"/>
                <a:gd name="T62" fmla="*/ 89 w 135"/>
                <a:gd name="T63" fmla="*/ 56 h 179"/>
                <a:gd name="T64" fmla="*/ 90 w 135"/>
                <a:gd name="T65" fmla="*/ 52 h 179"/>
                <a:gd name="T66" fmla="*/ 80 w 135"/>
                <a:gd name="T67" fmla="*/ 53 h 179"/>
                <a:gd name="T68" fmla="*/ 40 w 135"/>
                <a:gd name="T69" fmla="*/ 38 h 179"/>
                <a:gd name="T70" fmla="*/ 25 w 135"/>
                <a:gd name="T71" fmla="*/ 24 h 179"/>
                <a:gd name="T72" fmla="*/ 25 w 135"/>
                <a:gd name="T73" fmla="*/ 24 h 179"/>
                <a:gd name="T74" fmla="*/ 25 w 135"/>
                <a:gd name="T75" fmla="*/ 15 h 179"/>
                <a:gd name="T76" fmla="*/ 28 w 135"/>
                <a:gd name="T77" fmla="*/ 7 h 179"/>
                <a:gd name="T78" fmla="*/ 30 w 135"/>
                <a:gd name="T79" fmla="*/ 6 h 179"/>
                <a:gd name="T80" fmla="*/ 30 w 135"/>
                <a:gd name="T81" fmla="*/ 6 h 179"/>
                <a:gd name="T82" fmla="*/ 30 w 135"/>
                <a:gd name="T83" fmla="*/ 6 h 179"/>
                <a:gd name="T84" fmla="*/ 46 w 135"/>
                <a:gd name="T85" fmla="*/ 21 h 179"/>
                <a:gd name="T86" fmla="*/ 52 w 135"/>
                <a:gd name="T87" fmla="*/ 21 h 179"/>
                <a:gd name="T88" fmla="*/ 62 w 135"/>
                <a:gd name="T89" fmla="*/ 15 h 179"/>
                <a:gd name="T90" fmla="*/ 62 w 135"/>
                <a:gd name="T91" fmla="*/ 15 h 179"/>
                <a:gd name="T92" fmla="*/ 62 w 135"/>
                <a:gd name="T93" fmla="*/ 15 h 179"/>
                <a:gd name="T94" fmla="*/ 73 w 135"/>
                <a:gd name="T95" fmla="*/ 16 h 179"/>
                <a:gd name="T96" fmla="*/ 81 w 135"/>
                <a:gd name="T97" fmla="*/ 12 h 179"/>
                <a:gd name="T98" fmla="*/ 107 w 135"/>
                <a:gd name="T99" fmla="*/ 7 h 179"/>
                <a:gd name="T100" fmla="*/ 118 w 135"/>
                <a:gd name="T101" fmla="*/ 6 h 179"/>
                <a:gd name="T102" fmla="*/ 126 w 135"/>
                <a:gd name="T103" fmla="*/ 0 h 179"/>
                <a:gd name="T104" fmla="*/ 126 w 135"/>
                <a:gd name="T105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5" h="179">
                  <a:moveTo>
                    <a:pt x="126" y="0"/>
                  </a:moveTo>
                  <a:lnTo>
                    <a:pt x="126" y="0"/>
                  </a:lnTo>
                  <a:lnTo>
                    <a:pt x="133" y="3"/>
                  </a:lnTo>
                  <a:lnTo>
                    <a:pt x="133" y="4"/>
                  </a:lnTo>
                  <a:lnTo>
                    <a:pt x="132" y="10"/>
                  </a:lnTo>
                  <a:lnTo>
                    <a:pt x="133" y="19"/>
                  </a:lnTo>
                  <a:lnTo>
                    <a:pt x="132" y="21"/>
                  </a:lnTo>
                  <a:lnTo>
                    <a:pt x="135" y="22"/>
                  </a:lnTo>
                  <a:lnTo>
                    <a:pt x="135" y="24"/>
                  </a:lnTo>
                  <a:lnTo>
                    <a:pt x="135" y="24"/>
                  </a:lnTo>
                  <a:lnTo>
                    <a:pt x="129" y="24"/>
                  </a:lnTo>
                  <a:lnTo>
                    <a:pt x="127" y="38"/>
                  </a:lnTo>
                  <a:lnTo>
                    <a:pt x="120" y="50"/>
                  </a:lnTo>
                  <a:lnTo>
                    <a:pt x="116" y="53"/>
                  </a:lnTo>
                  <a:lnTo>
                    <a:pt x="104" y="83"/>
                  </a:lnTo>
                  <a:lnTo>
                    <a:pt x="96" y="92"/>
                  </a:lnTo>
                  <a:lnTo>
                    <a:pt x="87" y="105"/>
                  </a:lnTo>
                  <a:lnTo>
                    <a:pt x="64" y="127"/>
                  </a:lnTo>
                  <a:lnTo>
                    <a:pt x="52" y="135"/>
                  </a:lnTo>
                  <a:lnTo>
                    <a:pt x="27" y="159"/>
                  </a:lnTo>
                  <a:lnTo>
                    <a:pt x="22" y="160"/>
                  </a:lnTo>
                  <a:lnTo>
                    <a:pt x="21" y="164"/>
                  </a:lnTo>
                  <a:lnTo>
                    <a:pt x="9" y="179"/>
                  </a:lnTo>
                  <a:lnTo>
                    <a:pt x="7" y="179"/>
                  </a:lnTo>
                  <a:lnTo>
                    <a:pt x="7" y="179"/>
                  </a:lnTo>
                  <a:lnTo>
                    <a:pt x="7" y="179"/>
                  </a:lnTo>
                  <a:lnTo>
                    <a:pt x="0" y="169"/>
                  </a:lnTo>
                  <a:lnTo>
                    <a:pt x="0" y="120"/>
                  </a:lnTo>
                  <a:lnTo>
                    <a:pt x="12" y="105"/>
                  </a:lnTo>
                  <a:lnTo>
                    <a:pt x="38" y="92"/>
                  </a:lnTo>
                  <a:lnTo>
                    <a:pt x="53" y="90"/>
                  </a:lnTo>
                  <a:lnTo>
                    <a:pt x="89" y="56"/>
                  </a:lnTo>
                  <a:lnTo>
                    <a:pt x="90" y="52"/>
                  </a:lnTo>
                  <a:lnTo>
                    <a:pt x="80" y="53"/>
                  </a:lnTo>
                  <a:lnTo>
                    <a:pt x="40" y="38"/>
                  </a:lnTo>
                  <a:lnTo>
                    <a:pt x="25" y="24"/>
                  </a:lnTo>
                  <a:lnTo>
                    <a:pt x="25" y="24"/>
                  </a:lnTo>
                  <a:lnTo>
                    <a:pt x="25" y="15"/>
                  </a:lnTo>
                  <a:lnTo>
                    <a:pt x="28" y="7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46" y="21"/>
                  </a:lnTo>
                  <a:lnTo>
                    <a:pt x="52" y="21"/>
                  </a:lnTo>
                  <a:lnTo>
                    <a:pt x="62" y="15"/>
                  </a:lnTo>
                  <a:lnTo>
                    <a:pt x="62" y="15"/>
                  </a:lnTo>
                  <a:lnTo>
                    <a:pt x="62" y="15"/>
                  </a:lnTo>
                  <a:lnTo>
                    <a:pt x="73" y="16"/>
                  </a:lnTo>
                  <a:lnTo>
                    <a:pt x="81" y="12"/>
                  </a:lnTo>
                  <a:lnTo>
                    <a:pt x="107" y="7"/>
                  </a:lnTo>
                  <a:lnTo>
                    <a:pt x="118" y="6"/>
                  </a:lnTo>
                  <a:lnTo>
                    <a:pt x="126" y="0"/>
                  </a:lnTo>
                  <a:lnTo>
                    <a:pt x="12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25" name="SOUTH AFRICA">
              <a:extLst>
                <a:ext uri="{FF2B5EF4-FFF2-40B4-BE49-F238E27FC236}">
                  <a16:creationId xmlns:a16="http://schemas.microsoft.com/office/drawing/2014/main" id="{38E139A5-19FC-1E93-8A8B-75F15F587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7052" y="8405618"/>
              <a:ext cx="749653" cy="649470"/>
            </a:xfrm>
            <a:custGeom>
              <a:avLst/>
              <a:gdLst>
                <a:gd name="T0" fmla="*/ 188 w 217"/>
                <a:gd name="T1" fmla="*/ 1 h 188"/>
                <a:gd name="T2" fmla="*/ 199 w 217"/>
                <a:gd name="T3" fmla="*/ 7 h 188"/>
                <a:gd name="T4" fmla="*/ 205 w 217"/>
                <a:gd name="T5" fmla="*/ 53 h 188"/>
                <a:gd name="T6" fmla="*/ 203 w 217"/>
                <a:gd name="T7" fmla="*/ 54 h 188"/>
                <a:gd name="T8" fmla="*/ 202 w 217"/>
                <a:gd name="T9" fmla="*/ 54 h 188"/>
                <a:gd name="T10" fmla="*/ 194 w 217"/>
                <a:gd name="T11" fmla="*/ 53 h 188"/>
                <a:gd name="T12" fmla="*/ 193 w 217"/>
                <a:gd name="T13" fmla="*/ 71 h 188"/>
                <a:gd name="T14" fmla="*/ 200 w 217"/>
                <a:gd name="T15" fmla="*/ 72 h 188"/>
                <a:gd name="T16" fmla="*/ 205 w 217"/>
                <a:gd name="T17" fmla="*/ 65 h 188"/>
                <a:gd name="T18" fmla="*/ 217 w 217"/>
                <a:gd name="T19" fmla="*/ 65 h 188"/>
                <a:gd name="T20" fmla="*/ 211 w 217"/>
                <a:gd name="T21" fmla="*/ 92 h 188"/>
                <a:gd name="T22" fmla="*/ 180 w 217"/>
                <a:gd name="T23" fmla="*/ 133 h 188"/>
                <a:gd name="T24" fmla="*/ 143 w 217"/>
                <a:gd name="T25" fmla="*/ 170 h 188"/>
                <a:gd name="T26" fmla="*/ 123 w 217"/>
                <a:gd name="T27" fmla="*/ 178 h 188"/>
                <a:gd name="T28" fmla="*/ 122 w 217"/>
                <a:gd name="T29" fmla="*/ 178 h 188"/>
                <a:gd name="T30" fmla="*/ 116 w 217"/>
                <a:gd name="T31" fmla="*/ 178 h 188"/>
                <a:gd name="T32" fmla="*/ 113 w 217"/>
                <a:gd name="T33" fmla="*/ 176 h 188"/>
                <a:gd name="T34" fmla="*/ 110 w 217"/>
                <a:gd name="T35" fmla="*/ 180 h 188"/>
                <a:gd name="T36" fmla="*/ 100 w 217"/>
                <a:gd name="T37" fmla="*/ 179 h 188"/>
                <a:gd name="T38" fmla="*/ 83 w 217"/>
                <a:gd name="T39" fmla="*/ 178 h 188"/>
                <a:gd name="T40" fmla="*/ 71 w 217"/>
                <a:gd name="T41" fmla="*/ 182 h 188"/>
                <a:gd name="T42" fmla="*/ 48 w 217"/>
                <a:gd name="T43" fmla="*/ 188 h 188"/>
                <a:gd name="T44" fmla="*/ 48 w 217"/>
                <a:gd name="T45" fmla="*/ 188 h 188"/>
                <a:gd name="T46" fmla="*/ 31 w 217"/>
                <a:gd name="T47" fmla="*/ 182 h 188"/>
                <a:gd name="T48" fmla="*/ 28 w 217"/>
                <a:gd name="T49" fmla="*/ 178 h 188"/>
                <a:gd name="T50" fmla="*/ 27 w 217"/>
                <a:gd name="T51" fmla="*/ 172 h 188"/>
                <a:gd name="T52" fmla="*/ 20 w 217"/>
                <a:gd name="T53" fmla="*/ 160 h 188"/>
                <a:gd name="T54" fmla="*/ 20 w 217"/>
                <a:gd name="T55" fmla="*/ 155 h 188"/>
                <a:gd name="T56" fmla="*/ 21 w 217"/>
                <a:gd name="T57" fmla="*/ 155 h 188"/>
                <a:gd name="T58" fmla="*/ 24 w 217"/>
                <a:gd name="T59" fmla="*/ 152 h 188"/>
                <a:gd name="T60" fmla="*/ 14 w 217"/>
                <a:gd name="T61" fmla="*/ 124 h 188"/>
                <a:gd name="T62" fmla="*/ 0 w 217"/>
                <a:gd name="T63" fmla="*/ 93 h 188"/>
                <a:gd name="T64" fmla="*/ 9 w 217"/>
                <a:gd name="T65" fmla="*/ 89 h 188"/>
                <a:gd name="T66" fmla="*/ 17 w 217"/>
                <a:gd name="T67" fmla="*/ 93 h 188"/>
                <a:gd name="T68" fmla="*/ 18 w 217"/>
                <a:gd name="T69" fmla="*/ 99 h 188"/>
                <a:gd name="T70" fmla="*/ 46 w 217"/>
                <a:gd name="T71" fmla="*/ 92 h 188"/>
                <a:gd name="T72" fmla="*/ 46 w 217"/>
                <a:gd name="T73" fmla="*/ 37 h 188"/>
                <a:gd name="T74" fmla="*/ 46 w 217"/>
                <a:gd name="T75" fmla="*/ 37 h 188"/>
                <a:gd name="T76" fmla="*/ 58 w 217"/>
                <a:gd name="T77" fmla="*/ 50 h 188"/>
                <a:gd name="T78" fmla="*/ 67 w 217"/>
                <a:gd name="T79" fmla="*/ 66 h 188"/>
                <a:gd name="T80" fmla="*/ 91 w 217"/>
                <a:gd name="T81" fmla="*/ 47 h 188"/>
                <a:gd name="T82" fmla="*/ 97 w 217"/>
                <a:gd name="T83" fmla="*/ 46 h 188"/>
                <a:gd name="T84" fmla="*/ 119 w 217"/>
                <a:gd name="T85" fmla="*/ 49 h 188"/>
                <a:gd name="T86" fmla="*/ 146 w 217"/>
                <a:gd name="T87" fmla="*/ 14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7" h="188">
                  <a:moveTo>
                    <a:pt x="169" y="0"/>
                  </a:moveTo>
                  <a:lnTo>
                    <a:pt x="188" y="1"/>
                  </a:lnTo>
                  <a:lnTo>
                    <a:pt x="199" y="7"/>
                  </a:lnTo>
                  <a:lnTo>
                    <a:pt x="199" y="7"/>
                  </a:lnTo>
                  <a:lnTo>
                    <a:pt x="203" y="31"/>
                  </a:lnTo>
                  <a:lnTo>
                    <a:pt x="205" y="53"/>
                  </a:lnTo>
                  <a:lnTo>
                    <a:pt x="205" y="53"/>
                  </a:lnTo>
                  <a:lnTo>
                    <a:pt x="203" y="54"/>
                  </a:lnTo>
                  <a:lnTo>
                    <a:pt x="202" y="54"/>
                  </a:lnTo>
                  <a:lnTo>
                    <a:pt x="202" y="54"/>
                  </a:lnTo>
                  <a:lnTo>
                    <a:pt x="197" y="51"/>
                  </a:lnTo>
                  <a:lnTo>
                    <a:pt x="194" y="53"/>
                  </a:lnTo>
                  <a:lnTo>
                    <a:pt x="190" y="63"/>
                  </a:lnTo>
                  <a:lnTo>
                    <a:pt x="193" y="71"/>
                  </a:lnTo>
                  <a:lnTo>
                    <a:pt x="197" y="72"/>
                  </a:lnTo>
                  <a:lnTo>
                    <a:pt x="200" y="72"/>
                  </a:lnTo>
                  <a:lnTo>
                    <a:pt x="205" y="66"/>
                  </a:lnTo>
                  <a:lnTo>
                    <a:pt x="205" y="65"/>
                  </a:lnTo>
                  <a:lnTo>
                    <a:pt x="215" y="65"/>
                  </a:lnTo>
                  <a:lnTo>
                    <a:pt x="217" y="65"/>
                  </a:lnTo>
                  <a:lnTo>
                    <a:pt x="217" y="66"/>
                  </a:lnTo>
                  <a:lnTo>
                    <a:pt x="211" y="92"/>
                  </a:lnTo>
                  <a:lnTo>
                    <a:pt x="197" y="103"/>
                  </a:lnTo>
                  <a:lnTo>
                    <a:pt x="180" y="133"/>
                  </a:lnTo>
                  <a:lnTo>
                    <a:pt x="160" y="155"/>
                  </a:lnTo>
                  <a:lnTo>
                    <a:pt x="143" y="170"/>
                  </a:lnTo>
                  <a:lnTo>
                    <a:pt x="123" y="173"/>
                  </a:lnTo>
                  <a:lnTo>
                    <a:pt x="123" y="178"/>
                  </a:lnTo>
                  <a:lnTo>
                    <a:pt x="122" y="178"/>
                  </a:lnTo>
                  <a:lnTo>
                    <a:pt x="122" y="178"/>
                  </a:lnTo>
                  <a:lnTo>
                    <a:pt x="119" y="178"/>
                  </a:lnTo>
                  <a:lnTo>
                    <a:pt x="116" y="178"/>
                  </a:lnTo>
                  <a:lnTo>
                    <a:pt x="114" y="178"/>
                  </a:lnTo>
                  <a:lnTo>
                    <a:pt x="113" y="176"/>
                  </a:lnTo>
                  <a:lnTo>
                    <a:pt x="111" y="179"/>
                  </a:lnTo>
                  <a:lnTo>
                    <a:pt x="110" y="180"/>
                  </a:lnTo>
                  <a:lnTo>
                    <a:pt x="107" y="179"/>
                  </a:lnTo>
                  <a:lnTo>
                    <a:pt x="100" y="179"/>
                  </a:lnTo>
                  <a:lnTo>
                    <a:pt x="91" y="179"/>
                  </a:lnTo>
                  <a:lnTo>
                    <a:pt x="83" y="178"/>
                  </a:lnTo>
                  <a:lnTo>
                    <a:pt x="80" y="178"/>
                  </a:lnTo>
                  <a:lnTo>
                    <a:pt x="71" y="182"/>
                  </a:lnTo>
                  <a:lnTo>
                    <a:pt x="54" y="183"/>
                  </a:lnTo>
                  <a:lnTo>
                    <a:pt x="48" y="188"/>
                  </a:lnTo>
                  <a:lnTo>
                    <a:pt x="48" y="188"/>
                  </a:lnTo>
                  <a:lnTo>
                    <a:pt x="48" y="188"/>
                  </a:lnTo>
                  <a:lnTo>
                    <a:pt x="31" y="182"/>
                  </a:lnTo>
                  <a:lnTo>
                    <a:pt x="31" y="182"/>
                  </a:lnTo>
                  <a:lnTo>
                    <a:pt x="31" y="178"/>
                  </a:lnTo>
                  <a:lnTo>
                    <a:pt x="28" y="178"/>
                  </a:lnTo>
                  <a:lnTo>
                    <a:pt x="27" y="178"/>
                  </a:lnTo>
                  <a:lnTo>
                    <a:pt x="27" y="172"/>
                  </a:lnTo>
                  <a:lnTo>
                    <a:pt x="20" y="160"/>
                  </a:lnTo>
                  <a:lnTo>
                    <a:pt x="20" y="160"/>
                  </a:lnTo>
                  <a:lnTo>
                    <a:pt x="20" y="155"/>
                  </a:lnTo>
                  <a:lnTo>
                    <a:pt x="20" y="155"/>
                  </a:lnTo>
                  <a:lnTo>
                    <a:pt x="21" y="155"/>
                  </a:lnTo>
                  <a:lnTo>
                    <a:pt x="21" y="155"/>
                  </a:lnTo>
                  <a:lnTo>
                    <a:pt x="22" y="155"/>
                  </a:lnTo>
                  <a:lnTo>
                    <a:pt x="24" y="152"/>
                  </a:lnTo>
                  <a:lnTo>
                    <a:pt x="24" y="143"/>
                  </a:lnTo>
                  <a:lnTo>
                    <a:pt x="14" y="124"/>
                  </a:lnTo>
                  <a:lnTo>
                    <a:pt x="0" y="94"/>
                  </a:lnTo>
                  <a:lnTo>
                    <a:pt x="0" y="93"/>
                  </a:lnTo>
                  <a:lnTo>
                    <a:pt x="9" y="89"/>
                  </a:lnTo>
                  <a:lnTo>
                    <a:pt x="9" y="89"/>
                  </a:lnTo>
                  <a:lnTo>
                    <a:pt x="9" y="89"/>
                  </a:lnTo>
                  <a:lnTo>
                    <a:pt x="17" y="93"/>
                  </a:lnTo>
                  <a:lnTo>
                    <a:pt x="17" y="93"/>
                  </a:lnTo>
                  <a:lnTo>
                    <a:pt x="18" y="99"/>
                  </a:lnTo>
                  <a:lnTo>
                    <a:pt x="36" y="99"/>
                  </a:lnTo>
                  <a:lnTo>
                    <a:pt x="46" y="92"/>
                  </a:lnTo>
                  <a:lnTo>
                    <a:pt x="46" y="37"/>
                  </a:lnTo>
                  <a:lnTo>
                    <a:pt x="46" y="37"/>
                  </a:lnTo>
                  <a:lnTo>
                    <a:pt x="46" y="37"/>
                  </a:lnTo>
                  <a:lnTo>
                    <a:pt x="46" y="37"/>
                  </a:lnTo>
                  <a:lnTo>
                    <a:pt x="58" y="50"/>
                  </a:lnTo>
                  <a:lnTo>
                    <a:pt x="58" y="50"/>
                  </a:lnTo>
                  <a:lnTo>
                    <a:pt x="58" y="65"/>
                  </a:lnTo>
                  <a:lnTo>
                    <a:pt x="67" y="66"/>
                  </a:lnTo>
                  <a:lnTo>
                    <a:pt x="76" y="63"/>
                  </a:lnTo>
                  <a:lnTo>
                    <a:pt x="91" y="47"/>
                  </a:lnTo>
                  <a:lnTo>
                    <a:pt x="91" y="46"/>
                  </a:lnTo>
                  <a:lnTo>
                    <a:pt x="97" y="46"/>
                  </a:lnTo>
                  <a:lnTo>
                    <a:pt x="110" y="50"/>
                  </a:lnTo>
                  <a:lnTo>
                    <a:pt x="119" y="49"/>
                  </a:lnTo>
                  <a:lnTo>
                    <a:pt x="123" y="38"/>
                  </a:lnTo>
                  <a:lnTo>
                    <a:pt x="146" y="14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26" name="LESOTHO">
              <a:extLst>
                <a:ext uri="{FF2B5EF4-FFF2-40B4-BE49-F238E27FC236}">
                  <a16:creationId xmlns:a16="http://schemas.microsoft.com/office/drawing/2014/main" id="{FD4B700E-C6A3-8F26-3E37-04913F1D3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80700" y="8723443"/>
              <a:ext cx="107094" cy="107094"/>
            </a:xfrm>
            <a:custGeom>
              <a:avLst/>
              <a:gdLst>
                <a:gd name="T0" fmla="*/ 16 w 31"/>
                <a:gd name="T1" fmla="*/ 0 h 31"/>
                <a:gd name="T2" fmla="*/ 23 w 31"/>
                <a:gd name="T3" fmla="*/ 1 h 31"/>
                <a:gd name="T4" fmla="*/ 23 w 31"/>
                <a:gd name="T5" fmla="*/ 1 h 31"/>
                <a:gd name="T6" fmla="*/ 31 w 31"/>
                <a:gd name="T7" fmla="*/ 11 h 31"/>
                <a:gd name="T8" fmla="*/ 31 w 31"/>
                <a:gd name="T9" fmla="*/ 11 h 31"/>
                <a:gd name="T10" fmla="*/ 26 w 31"/>
                <a:gd name="T11" fmla="*/ 23 h 31"/>
                <a:gd name="T12" fmla="*/ 14 w 31"/>
                <a:gd name="T13" fmla="*/ 31 h 31"/>
                <a:gd name="T14" fmla="*/ 13 w 31"/>
                <a:gd name="T15" fmla="*/ 31 h 31"/>
                <a:gd name="T16" fmla="*/ 13 w 31"/>
                <a:gd name="T17" fmla="*/ 31 h 31"/>
                <a:gd name="T18" fmla="*/ 6 w 31"/>
                <a:gd name="T19" fmla="*/ 28 h 31"/>
                <a:gd name="T20" fmla="*/ 0 w 31"/>
                <a:gd name="T21" fmla="*/ 17 h 31"/>
                <a:gd name="T22" fmla="*/ 0 w 31"/>
                <a:gd name="T23" fmla="*/ 17 h 31"/>
                <a:gd name="T24" fmla="*/ 6 w 31"/>
                <a:gd name="T25" fmla="*/ 5 h 31"/>
                <a:gd name="T26" fmla="*/ 16 w 31"/>
                <a:gd name="T2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" h="31">
                  <a:moveTo>
                    <a:pt x="16" y="0"/>
                  </a:moveTo>
                  <a:lnTo>
                    <a:pt x="23" y="1"/>
                  </a:lnTo>
                  <a:lnTo>
                    <a:pt x="23" y="1"/>
                  </a:lnTo>
                  <a:lnTo>
                    <a:pt x="31" y="11"/>
                  </a:lnTo>
                  <a:lnTo>
                    <a:pt x="31" y="11"/>
                  </a:lnTo>
                  <a:lnTo>
                    <a:pt x="26" y="23"/>
                  </a:lnTo>
                  <a:lnTo>
                    <a:pt x="14" y="31"/>
                  </a:lnTo>
                  <a:lnTo>
                    <a:pt x="13" y="31"/>
                  </a:lnTo>
                  <a:lnTo>
                    <a:pt x="13" y="31"/>
                  </a:lnTo>
                  <a:lnTo>
                    <a:pt x="6" y="2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6" y="5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27" name="ZIMBABWE">
              <a:extLst>
                <a:ext uri="{FF2B5EF4-FFF2-40B4-BE49-F238E27FC236}">
                  <a16:creationId xmlns:a16="http://schemas.microsoft.com/office/drawing/2014/main" id="{0680D2CD-9CE7-FDE3-E23F-B7508FA9C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0880" y="8091247"/>
              <a:ext cx="359280" cy="342008"/>
            </a:xfrm>
            <a:custGeom>
              <a:avLst/>
              <a:gdLst>
                <a:gd name="T0" fmla="*/ 61 w 104"/>
                <a:gd name="T1" fmla="*/ 0 h 99"/>
                <a:gd name="T2" fmla="*/ 69 w 104"/>
                <a:gd name="T3" fmla="*/ 2 h 99"/>
                <a:gd name="T4" fmla="*/ 69 w 104"/>
                <a:gd name="T5" fmla="*/ 2 h 99"/>
                <a:gd name="T6" fmla="*/ 69 w 104"/>
                <a:gd name="T7" fmla="*/ 5 h 99"/>
                <a:gd name="T8" fmla="*/ 82 w 104"/>
                <a:gd name="T9" fmla="*/ 6 h 99"/>
                <a:gd name="T10" fmla="*/ 100 w 104"/>
                <a:gd name="T11" fmla="*/ 14 h 99"/>
                <a:gd name="T12" fmla="*/ 100 w 104"/>
                <a:gd name="T13" fmla="*/ 14 h 99"/>
                <a:gd name="T14" fmla="*/ 104 w 104"/>
                <a:gd name="T15" fmla="*/ 27 h 99"/>
                <a:gd name="T16" fmla="*/ 104 w 104"/>
                <a:gd name="T17" fmla="*/ 37 h 99"/>
                <a:gd name="T18" fmla="*/ 100 w 104"/>
                <a:gd name="T19" fmla="*/ 48 h 99"/>
                <a:gd name="T20" fmla="*/ 103 w 104"/>
                <a:gd name="T21" fmla="*/ 61 h 99"/>
                <a:gd name="T22" fmla="*/ 92 w 104"/>
                <a:gd name="T23" fmla="*/ 86 h 99"/>
                <a:gd name="T24" fmla="*/ 86 w 104"/>
                <a:gd name="T25" fmla="*/ 92 h 99"/>
                <a:gd name="T26" fmla="*/ 85 w 104"/>
                <a:gd name="T27" fmla="*/ 98 h 99"/>
                <a:gd name="T28" fmla="*/ 85 w 104"/>
                <a:gd name="T29" fmla="*/ 98 h 99"/>
                <a:gd name="T30" fmla="*/ 85 w 104"/>
                <a:gd name="T31" fmla="*/ 99 h 99"/>
                <a:gd name="T32" fmla="*/ 83 w 104"/>
                <a:gd name="T33" fmla="*/ 98 h 99"/>
                <a:gd name="T34" fmla="*/ 74 w 104"/>
                <a:gd name="T35" fmla="*/ 92 h 99"/>
                <a:gd name="T36" fmla="*/ 55 w 104"/>
                <a:gd name="T37" fmla="*/ 92 h 99"/>
                <a:gd name="T38" fmla="*/ 36 w 104"/>
                <a:gd name="T39" fmla="*/ 83 h 99"/>
                <a:gd name="T40" fmla="*/ 36 w 104"/>
                <a:gd name="T41" fmla="*/ 82 h 99"/>
                <a:gd name="T42" fmla="*/ 34 w 104"/>
                <a:gd name="T43" fmla="*/ 71 h 99"/>
                <a:gd name="T44" fmla="*/ 12 w 104"/>
                <a:gd name="T45" fmla="*/ 54 h 99"/>
                <a:gd name="T46" fmla="*/ 0 w 104"/>
                <a:gd name="T47" fmla="*/ 31 h 99"/>
                <a:gd name="T48" fmla="*/ 0 w 104"/>
                <a:gd name="T49" fmla="*/ 31 h 99"/>
                <a:gd name="T50" fmla="*/ 0 w 104"/>
                <a:gd name="T51" fmla="*/ 30 h 99"/>
                <a:gd name="T52" fmla="*/ 2 w 104"/>
                <a:gd name="T53" fmla="*/ 31 h 99"/>
                <a:gd name="T54" fmla="*/ 5 w 104"/>
                <a:gd name="T55" fmla="*/ 31 h 99"/>
                <a:gd name="T56" fmla="*/ 9 w 104"/>
                <a:gd name="T57" fmla="*/ 31 h 99"/>
                <a:gd name="T58" fmla="*/ 14 w 104"/>
                <a:gd name="T59" fmla="*/ 31 h 99"/>
                <a:gd name="T60" fmla="*/ 18 w 104"/>
                <a:gd name="T61" fmla="*/ 33 h 99"/>
                <a:gd name="T62" fmla="*/ 21 w 104"/>
                <a:gd name="T63" fmla="*/ 33 h 99"/>
                <a:gd name="T64" fmla="*/ 23 w 104"/>
                <a:gd name="T65" fmla="*/ 33 h 99"/>
                <a:gd name="T66" fmla="*/ 34 w 104"/>
                <a:gd name="T67" fmla="*/ 19 h 99"/>
                <a:gd name="T68" fmla="*/ 45 w 104"/>
                <a:gd name="T69" fmla="*/ 15 h 99"/>
                <a:gd name="T70" fmla="*/ 46 w 104"/>
                <a:gd name="T71" fmla="*/ 6 h 99"/>
                <a:gd name="T72" fmla="*/ 48 w 104"/>
                <a:gd name="T73" fmla="*/ 5 h 99"/>
                <a:gd name="T74" fmla="*/ 61 w 104"/>
                <a:gd name="T7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4" h="99">
                  <a:moveTo>
                    <a:pt x="61" y="0"/>
                  </a:moveTo>
                  <a:lnTo>
                    <a:pt x="69" y="2"/>
                  </a:lnTo>
                  <a:lnTo>
                    <a:pt x="69" y="2"/>
                  </a:lnTo>
                  <a:lnTo>
                    <a:pt x="69" y="5"/>
                  </a:lnTo>
                  <a:lnTo>
                    <a:pt x="82" y="6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104" y="27"/>
                  </a:lnTo>
                  <a:lnTo>
                    <a:pt x="104" y="37"/>
                  </a:lnTo>
                  <a:lnTo>
                    <a:pt x="100" y="48"/>
                  </a:lnTo>
                  <a:lnTo>
                    <a:pt x="103" y="61"/>
                  </a:lnTo>
                  <a:lnTo>
                    <a:pt x="92" y="86"/>
                  </a:lnTo>
                  <a:lnTo>
                    <a:pt x="86" y="92"/>
                  </a:lnTo>
                  <a:lnTo>
                    <a:pt x="85" y="98"/>
                  </a:lnTo>
                  <a:lnTo>
                    <a:pt x="85" y="98"/>
                  </a:lnTo>
                  <a:lnTo>
                    <a:pt x="85" y="99"/>
                  </a:lnTo>
                  <a:lnTo>
                    <a:pt x="83" y="98"/>
                  </a:lnTo>
                  <a:lnTo>
                    <a:pt x="74" y="92"/>
                  </a:lnTo>
                  <a:lnTo>
                    <a:pt x="55" y="92"/>
                  </a:lnTo>
                  <a:lnTo>
                    <a:pt x="36" y="83"/>
                  </a:lnTo>
                  <a:lnTo>
                    <a:pt x="36" y="82"/>
                  </a:lnTo>
                  <a:lnTo>
                    <a:pt x="34" y="71"/>
                  </a:lnTo>
                  <a:lnTo>
                    <a:pt x="12" y="54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0"/>
                  </a:lnTo>
                  <a:lnTo>
                    <a:pt x="2" y="31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4" y="31"/>
                  </a:lnTo>
                  <a:lnTo>
                    <a:pt x="18" y="33"/>
                  </a:lnTo>
                  <a:lnTo>
                    <a:pt x="21" y="33"/>
                  </a:lnTo>
                  <a:lnTo>
                    <a:pt x="23" y="33"/>
                  </a:lnTo>
                  <a:lnTo>
                    <a:pt x="34" y="19"/>
                  </a:lnTo>
                  <a:lnTo>
                    <a:pt x="45" y="15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28" name="NAMIBIA">
              <a:extLst>
                <a:ext uri="{FF2B5EF4-FFF2-40B4-BE49-F238E27FC236}">
                  <a16:creationId xmlns:a16="http://schemas.microsoft.com/office/drawing/2014/main" id="{CA7569D3-A1E9-1399-2EC5-ABA79393D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2866" y="8153430"/>
              <a:ext cx="614924" cy="597652"/>
            </a:xfrm>
            <a:custGeom>
              <a:avLst/>
              <a:gdLst>
                <a:gd name="T0" fmla="*/ 19 w 178"/>
                <a:gd name="T1" fmla="*/ 0 h 173"/>
                <a:gd name="T2" fmla="*/ 30 w 178"/>
                <a:gd name="T3" fmla="*/ 6 h 173"/>
                <a:gd name="T4" fmla="*/ 87 w 178"/>
                <a:gd name="T5" fmla="*/ 6 h 173"/>
                <a:gd name="T6" fmla="*/ 98 w 178"/>
                <a:gd name="T7" fmla="*/ 12 h 173"/>
                <a:gd name="T8" fmla="*/ 111 w 178"/>
                <a:gd name="T9" fmla="*/ 12 h 173"/>
                <a:gd name="T10" fmla="*/ 129 w 178"/>
                <a:gd name="T11" fmla="*/ 16 h 173"/>
                <a:gd name="T12" fmla="*/ 151 w 178"/>
                <a:gd name="T13" fmla="*/ 10 h 173"/>
                <a:gd name="T14" fmla="*/ 163 w 178"/>
                <a:gd name="T15" fmla="*/ 7 h 173"/>
                <a:gd name="T16" fmla="*/ 172 w 178"/>
                <a:gd name="T17" fmla="*/ 9 h 173"/>
                <a:gd name="T18" fmla="*/ 178 w 178"/>
                <a:gd name="T19" fmla="*/ 13 h 173"/>
                <a:gd name="T20" fmla="*/ 178 w 178"/>
                <a:gd name="T21" fmla="*/ 13 h 173"/>
                <a:gd name="T22" fmla="*/ 176 w 178"/>
                <a:gd name="T23" fmla="*/ 13 h 173"/>
                <a:gd name="T24" fmla="*/ 172 w 178"/>
                <a:gd name="T25" fmla="*/ 13 h 173"/>
                <a:gd name="T26" fmla="*/ 165 w 178"/>
                <a:gd name="T27" fmla="*/ 18 h 173"/>
                <a:gd name="T28" fmla="*/ 157 w 178"/>
                <a:gd name="T29" fmla="*/ 25 h 173"/>
                <a:gd name="T30" fmla="*/ 156 w 178"/>
                <a:gd name="T31" fmla="*/ 25 h 173"/>
                <a:gd name="T32" fmla="*/ 156 w 178"/>
                <a:gd name="T33" fmla="*/ 25 h 173"/>
                <a:gd name="T34" fmla="*/ 156 w 178"/>
                <a:gd name="T35" fmla="*/ 25 h 173"/>
                <a:gd name="T36" fmla="*/ 153 w 178"/>
                <a:gd name="T37" fmla="*/ 19 h 173"/>
                <a:gd name="T38" fmla="*/ 147 w 178"/>
                <a:gd name="T39" fmla="*/ 18 h 173"/>
                <a:gd name="T40" fmla="*/ 122 w 178"/>
                <a:gd name="T41" fmla="*/ 24 h 173"/>
                <a:gd name="T42" fmla="*/ 122 w 178"/>
                <a:gd name="T43" fmla="*/ 71 h 173"/>
                <a:gd name="T44" fmla="*/ 122 w 178"/>
                <a:gd name="T45" fmla="*/ 71 h 173"/>
                <a:gd name="T46" fmla="*/ 110 w 178"/>
                <a:gd name="T47" fmla="*/ 71 h 173"/>
                <a:gd name="T48" fmla="*/ 110 w 178"/>
                <a:gd name="T49" fmla="*/ 166 h 173"/>
                <a:gd name="T50" fmla="*/ 108 w 178"/>
                <a:gd name="T51" fmla="*/ 166 h 173"/>
                <a:gd name="T52" fmla="*/ 98 w 178"/>
                <a:gd name="T53" fmla="*/ 173 h 173"/>
                <a:gd name="T54" fmla="*/ 98 w 178"/>
                <a:gd name="T55" fmla="*/ 173 h 173"/>
                <a:gd name="T56" fmla="*/ 80 w 178"/>
                <a:gd name="T57" fmla="*/ 173 h 173"/>
                <a:gd name="T58" fmla="*/ 79 w 178"/>
                <a:gd name="T59" fmla="*/ 172 h 173"/>
                <a:gd name="T60" fmla="*/ 77 w 178"/>
                <a:gd name="T61" fmla="*/ 166 h 173"/>
                <a:gd name="T62" fmla="*/ 71 w 178"/>
                <a:gd name="T63" fmla="*/ 163 h 173"/>
                <a:gd name="T64" fmla="*/ 64 w 178"/>
                <a:gd name="T65" fmla="*/ 167 h 173"/>
                <a:gd name="T66" fmla="*/ 64 w 178"/>
                <a:gd name="T67" fmla="*/ 167 h 173"/>
                <a:gd name="T68" fmla="*/ 62 w 178"/>
                <a:gd name="T69" fmla="*/ 167 h 173"/>
                <a:gd name="T70" fmla="*/ 53 w 178"/>
                <a:gd name="T71" fmla="*/ 160 h 173"/>
                <a:gd name="T72" fmla="*/ 46 w 178"/>
                <a:gd name="T73" fmla="*/ 150 h 173"/>
                <a:gd name="T74" fmla="*/ 41 w 178"/>
                <a:gd name="T75" fmla="*/ 124 h 173"/>
                <a:gd name="T76" fmla="*/ 40 w 178"/>
                <a:gd name="T77" fmla="*/ 114 h 173"/>
                <a:gd name="T78" fmla="*/ 36 w 178"/>
                <a:gd name="T79" fmla="*/ 102 h 173"/>
                <a:gd name="T80" fmla="*/ 36 w 178"/>
                <a:gd name="T81" fmla="*/ 80 h 173"/>
                <a:gd name="T82" fmla="*/ 13 w 178"/>
                <a:gd name="T83" fmla="*/ 37 h 173"/>
                <a:gd name="T84" fmla="*/ 0 w 178"/>
                <a:gd name="T85" fmla="*/ 18 h 173"/>
                <a:gd name="T86" fmla="*/ 0 w 178"/>
                <a:gd name="T87" fmla="*/ 7 h 173"/>
                <a:gd name="T88" fmla="*/ 0 w 178"/>
                <a:gd name="T89" fmla="*/ 6 h 173"/>
                <a:gd name="T90" fmla="*/ 6 w 178"/>
                <a:gd name="T91" fmla="*/ 3 h 173"/>
                <a:gd name="T92" fmla="*/ 6 w 178"/>
                <a:gd name="T93" fmla="*/ 3 h 173"/>
                <a:gd name="T94" fmla="*/ 7 w 178"/>
                <a:gd name="T95" fmla="*/ 3 h 173"/>
                <a:gd name="T96" fmla="*/ 7 w 178"/>
                <a:gd name="T97" fmla="*/ 3 h 173"/>
                <a:gd name="T98" fmla="*/ 13 w 178"/>
                <a:gd name="T99" fmla="*/ 0 h 173"/>
                <a:gd name="T100" fmla="*/ 19 w 178"/>
                <a:gd name="T10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8" h="173">
                  <a:moveTo>
                    <a:pt x="19" y="0"/>
                  </a:moveTo>
                  <a:lnTo>
                    <a:pt x="30" y="6"/>
                  </a:lnTo>
                  <a:lnTo>
                    <a:pt x="87" y="6"/>
                  </a:lnTo>
                  <a:lnTo>
                    <a:pt x="98" y="12"/>
                  </a:lnTo>
                  <a:lnTo>
                    <a:pt x="111" y="12"/>
                  </a:lnTo>
                  <a:lnTo>
                    <a:pt x="129" y="16"/>
                  </a:lnTo>
                  <a:lnTo>
                    <a:pt x="151" y="10"/>
                  </a:lnTo>
                  <a:lnTo>
                    <a:pt x="163" y="7"/>
                  </a:lnTo>
                  <a:lnTo>
                    <a:pt x="172" y="9"/>
                  </a:lnTo>
                  <a:lnTo>
                    <a:pt x="178" y="13"/>
                  </a:lnTo>
                  <a:lnTo>
                    <a:pt x="178" y="13"/>
                  </a:lnTo>
                  <a:lnTo>
                    <a:pt x="176" y="13"/>
                  </a:lnTo>
                  <a:lnTo>
                    <a:pt x="172" y="13"/>
                  </a:lnTo>
                  <a:lnTo>
                    <a:pt x="165" y="18"/>
                  </a:lnTo>
                  <a:lnTo>
                    <a:pt x="157" y="25"/>
                  </a:lnTo>
                  <a:lnTo>
                    <a:pt x="156" y="25"/>
                  </a:lnTo>
                  <a:lnTo>
                    <a:pt x="156" y="25"/>
                  </a:lnTo>
                  <a:lnTo>
                    <a:pt x="156" y="25"/>
                  </a:lnTo>
                  <a:lnTo>
                    <a:pt x="153" y="19"/>
                  </a:lnTo>
                  <a:lnTo>
                    <a:pt x="147" y="18"/>
                  </a:lnTo>
                  <a:lnTo>
                    <a:pt x="122" y="24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0" y="71"/>
                  </a:lnTo>
                  <a:lnTo>
                    <a:pt x="110" y="166"/>
                  </a:lnTo>
                  <a:lnTo>
                    <a:pt x="108" y="166"/>
                  </a:lnTo>
                  <a:lnTo>
                    <a:pt x="98" y="173"/>
                  </a:lnTo>
                  <a:lnTo>
                    <a:pt x="98" y="173"/>
                  </a:lnTo>
                  <a:lnTo>
                    <a:pt x="80" y="173"/>
                  </a:lnTo>
                  <a:lnTo>
                    <a:pt x="79" y="172"/>
                  </a:lnTo>
                  <a:lnTo>
                    <a:pt x="77" y="166"/>
                  </a:lnTo>
                  <a:lnTo>
                    <a:pt x="71" y="163"/>
                  </a:lnTo>
                  <a:lnTo>
                    <a:pt x="64" y="167"/>
                  </a:lnTo>
                  <a:lnTo>
                    <a:pt x="64" y="167"/>
                  </a:lnTo>
                  <a:lnTo>
                    <a:pt x="62" y="167"/>
                  </a:lnTo>
                  <a:lnTo>
                    <a:pt x="53" y="160"/>
                  </a:lnTo>
                  <a:lnTo>
                    <a:pt x="46" y="150"/>
                  </a:lnTo>
                  <a:lnTo>
                    <a:pt x="41" y="124"/>
                  </a:lnTo>
                  <a:lnTo>
                    <a:pt x="40" y="114"/>
                  </a:lnTo>
                  <a:lnTo>
                    <a:pt x="36" y="102"/>
                  </a:lnTo>
                  <a:lnTo>
                    <a:pt x="36" y="80"/>
                  </a:lnTo>
                  <a:lnTo>
                    <a:pt x="13" y="37"/>
                  </a:lnTo>
                  <a:lnTo>
                    <a:pt x="0" y="18"/>
                  </a:lnTo>
                  <a:lnTo>
                    <a:pt x="0" y="7"/>
                  </a:lnTo>
                  <a:lnTo>
                    <a:pt x="0" y="6"/>
                  </a:lnTo>
                  <a:lnTo>
                    <a:pt x="6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13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29" name="WESTERN SAHARA">
              <a:extLst>
                <a:ext uri="{FF2B5EF4-FFF2-40B4-BE49-F238E27FC236}">
                  <a16:creationId xmlns:a16="http://schemas.microsoft.com/office/drawing/2014/main" id="{67CE0BFB-2D4B-8561-A836-CD0773729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7744" y="6087563"/>
              <a:ext cx="380010" cy="338555"/>
            </a:xfrm>
            <a:custGeom>
              <a:avLst/>
              <a:gdLst>
                <a:gd name="T0" fmla="*/ 52 w 110"/>
                <a:gd name="T1" fmla="*/ 0 h 98"/>
                <a:gd name="T2" fmla="*/ 110 w 110"/>
                <a:gd name="T3" fmla="*/ 0 h 98"/>
                <a:gd name="T4" fmla="*/ 110 w 110"/>
                <a:gd name="T5" fmla="*/ 2 h 98"/>
                <a:gd name="T6" fmla="*/ 110 w 110"/>
                <a:gd name="T7" fmla="*/ 8 h 98"/>
                <a:gd name="T8" fmla="*/ 108 w 110"/>
                <a:gd name="T9" fmla="*/ 27 h 98"/>
                <a:gd name="T10" fmla="*/ 108 w 110"/>
                <a:gd name="T11" fmla="*/ 27 h 98"/>
                <a:gd name="T12" fmla="*/ 104 w 110"/>
                <a:gd name="T13" fmla="*/ 27 h 98"/>
                <a:gd name="T14" fmla="*/ 93 w 110"/>
                <a:gd name="T15" fmla="*/ 27 h 98"/>
                <a:gd name="T16" fmla="*/ 81 w 110"/>
                <a:gd name="T17" fmla="*/ 27 h 98"/>
                <a:gd name="T18" fmla="*/ 73 w 110"/>
                <a:gd name="T19" fmla="*/ 27 h 98"/>
                <a:gd name="T20" fmla="*/ 68 w 110"/>
                <a:gd name="T21" fmla="*/ 27 h 98"/>
                <a:gd name="T22" fmla="*/ 67 w 110"/>
                <a:gd name="T23" fmla="*/ 63 h 98"/>
                <a:gd name="T24" fmla="*/ 67 w 110"/>
                <a:gd name="T25" fmla="*/ 63 h 98"/>
                <a:gd name="T26" fmla="*/ 55 w 110"/>
                <a:gd name="T27" fmla="*/ 66 h 98"/>
                <a:gd name="T28" fmla="*/ 52 w 110"/>
                <a:gd name="T29" fmla="*/ 72 h 98"/>
                <a:gd name="T30" fmla="*/ 53 w 110"/>
                <a:gd name="T31" fmla="*/ 91 h 98"/>
                <a:gd name="T32" fmla="*/ 53 w 110"/>
                <a:gd name="T33" fmla="*/ 92 h 98"/>
                <a:gd name="T34" fmla="*/ 53 w 110"/>
                <a:gd name="T35" fmla="*/ 92 h 98"/>
                <a:gd name="T36" fmla="*/ 4 w 110"/>
                <a:gd name="T37" fmla="*/ 92 h 98"/>
                <a:gd name="T38" fmla="*/ 1 w 110"/>
                <a:gd name="T39" fmla="*/ 98 h 98"/>
                <a:gd name="T40" fmla="*/ 0 w 110"/>
                <a:gd name="T41" fmla="*/ 98 h 98"/>
                <a:gd name="T42" fmla="*/ 0 w 110"/>
                <a:gd name="T43" fmla="*/ 98 h 98"/>
                <a:gd name="T44" fmla="*/ 0 w 110"/>
                <a:gd name="T45" fmla="*/ 97 h 98"/>
                <a:gd name="T46" fmla="*/ 3 w 110"/>
                <a:gd name="T47" fmla="*/ 81 h 98"/>
                <a:gd name="T48" fmla="*/ 3 w 110"/>
                <a:gd name="T49" fmla="*/ 79 h 98"/>
                <a:gd name="T50" fmla="*/ 6 w 110"/>
                <a:gd name="T51" fmla="*/ 78 h 98"/>
                <a:gd name="T52" fmla="*/ 16 w 110"/>
                <a:gd name="T53" fmla="*/ 55 h 98"/>
                <a:gd name="T54" fmla="*/ 28 w 110"/>
                <a:gd name="T55" fmla="*/ 40 h 98"/>
                <a:gd name="T56" fmla="*/ 33 w 110"/>
                <a:gd name="T57" fmla="*/ 26 h 98"/>
                <a:gd name="T58" fmla="*/ 46 w 110"/>
                <a:gd name="T59" fmla="*/ 15 h 98"/>
                <a:gd name="T60" fmla="*/ 52 w 110"/>
                <a:gd name="T61" fmla="*/ 2 h 98"/>
                <a:gd name="T62" fmla="*/ 52 w 110"/>
                <a:gd name="T63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0" h="98">
                  <a:moveTo>
                    <a:pt x="52" y="0"/>
                  </a:moveTo>
                  <a:lnTo>
                    <a:pt x="110" y="0"/>
                  </a:lnTo>
                  <a:lnTo>
                    <a:pt x="110" y="2"/>
                  </a:lnTo>
                  <a:lnTo>
                    <a:pt x="110" y="8"/>
                  </a:lnTo>
                  <a:lnTo>
                    <a:pt x="108" y="27"/>
                  </a:lnTo>
                  <a:lnTo>
                    <a:pt x="108" y="27"/>
                  </a:lnTo>
                  <a:lnTo>
                    <a:pt x="104" y="27"/>
                  </a:lnTo>
                  <a:lnTo>
                    <a:pt x="93" y="27"/>
                  </a:lnTo>
                  <a:lnTo>
                    <a:pt x="81" y="27"/>
                  </a:lnTo>
                  <a:lnTo>
                    <a:pt x="73" y="27"/>
                  </a:lnTo>
                  <a:lnTo>
                    <a:pt x="68" y="27"/>
                  </a:lnTo>
                  <a:lnTo>
                    <a:pt x="67" y="63"/>
                  </a:lnTo>
                  <a:lnTo>
                    <a:pt x="67" y="63"/>
                  </a:lnTo>
                  <a:lnTo>
                    <a:pt x="55" y="66"/>
                  </a:lnTo>
                  <a:lnTo>
                    <a:pt x="52" y="72"/>
                  </a:lnTo>
                  <a:lnTo>
                    <a:pt x="53" y="91"/>
                  </a:lnTo>
                  <a:lnTo>
                    <a:pt x="53" y="92"/>
                  </a:lnTo>
                  <a:lnTo>
                    <a:pt x="53" y="92"/>
                  </a:lnTo>
                  <a:lnTo>
                    <a:pt x="4" y="92"/>
                  </a:lnTo>
                  <a:lnTo>
                    <a:pt x="1" y="9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97"/>
                  </a:lnTo>
                  <a:lnTo>
                    <a:pt x="3" y="81"/>
                  </a:lnTo>
                  <a:lnTo>
                    <a:pt x="3" y="79"/>
                  </a:lnTo>
                  <a:lnTo>
                    <a:pt x="6" y="78"/>
                  </a:lnTo>
                  <a:lnTo>
                    <a:pt x="16" y="55"/>
                  </a:lnTo>
                  <a:lnTo>
                    <a:pt x="28" y="40"/>
                  </a:lnTo>
                  <a:lnTo>
                    <a:pt x="33" y="26"/>
                  </a:lnTo>
                  <a:lnTo>
                    <a:pt x="46" y="15"/>
                  </a:lnTo>
                  <a:lnTo>
                    <a:pt x="52" y="2"/>
                  </a:lnTo>
                  <a:lnTo>
                    <a:pt x="5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30" name="SWAZILAND">
              <a:extLst>
                <a:ext uri="{FF2B5EF4-FFF2-40B4-BE49-F238E27FC236}">
                  <a16:creationId xmlns:a16="http://schemas.microsoft.com/office/drawing/2014/main" id="{787BDB18-E033-C9DB-63E0-8C047F248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6524" y="8578349"/>
              <a:ext cx="62183" cy="82909"/>
            </a:xfrm>
            <a:custGeom>
              <a:avLst/>
              <a:gdLst>
                <a:gd name="T0" fmla="*/ 9 w 18"/>
                <a:gd name="T1" fmla="*/ 0 h 24"/>
                <a:gd name="T2" fmla="*/ 9 w 18"/>
                <a:gd name="T3" fmla="*/ 0 h 24"/>
                <a:gd name="T4" fmla="*/ 14 w 18"/>
                <a:gd name="T5" fmla="*/ 3 h 24"/>
                <a:gd name="T6" fmla="*/ 15 w 18"/>
                <a:gd name="T7" fmla="*/ 3 h 24"/>
                <a:gd name="T8" fmla="*/ 15 w 18"/>
                <a:gd name="T9" fmla="*/ 1 h 24"/>
                <a:gd name="T10" fmla="*/ 15 w 18"/>
                <a:gd name="T11" fmla="*/ 1 h 24"/>
                <a:gd name="T12" fmla="*/ 17 w 18"/>
                <a:gd name="T13" fmla="*/ 3 h 24"/>
                <a:gd name="T14" fmla="*/ 18 w 18"/>
                <a:gd name="T15" fmla="*/ 16 h 24"/>
                <a:gd name="T16" fmla="*/ 14 w 18"/>
                <a:gd name="T17" fmla="*/ 24 h 24"/>
                <a:gd name="T18" fmla="*/ 14 w 18"/>
                <a:gd name="T19" fmla="*/ 24 h 24"/>
                <a:gd name="T20" fmla="*/ 9 w 18"/>
                <a:gd name="T21" fmla="*/ 24 h 24"/>
                <a:gd name="T22" fmla="*/ 3 w 18"/>
                <a:gd name="T23" fmla="*/ 22 h 24"/>
                <a:gd name="T24" fmla="*/ 3 w 18"/>
                <a:gd name="T25" fmla="*/ 22 h 24"/>
                <a:gd name="T26" fmla="*/ 0 w 18"/>
                <a:gd name="T27" fmla="*/ 15 h 24"/>
                <a:gd name="T28" fmla="*/ 0 w 18"/>
                <a:gd name="T29" fmla="*/ 13 h 24"/>
                <a:gd name="T30" fmla="*/ 6 w 18"/>
                <a:gd name="T31" fmla="*/ 3 h 24"/>
                <a:gd name="T32" fmla="*/ 9 w 18"/>
                <a:gd name="T33" fmla="*/ 0 h 24"/>
                <a:gd name="T34" fmla="*/ 9 w 18"/>
                <a:gd name="T3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" h="24">
                  <a:moveTo>
                    <a:pt x="9" y="0"/>
                  </a:moveTo>
                  <a:lnTo>
                    <a:pt x="9" y="0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5" y="1"/>
                  </a:lnTo>
                  <a:lnTo>
                    <a:pt x="15" y="1"/>
                  </a:lnTo>
                  <a:lnTo>
                    <a:pt x="17" y="3"/>
                  </a:lnTo>
                  <a:lnTo>
                    <a:pt x="18" y="16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9" y="24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6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31" name="TOGO">
              <a:extLst>
                <a:ext uri="{FF2B5EF4-FFF2-40B4-BE49-F238E27FC236}">
                  <a16:creationId xmlns:a16="http://schemas.microsoft.com/office/drawing/2014/main" id="{8DC365A7-4C1F-A8A6-3CC8-829D48030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0855" y="6882127"/>
              <a:ext cx="100185" cy="234914"/>
            </a:xfrm>
            <a:custGeom>
              <a:avLst/>
              <a:gdLst>
                <a:gd name="T0" fmla="*/ 1 w 29"/>
                <a:gd name="T1" fmla="*/ 0 h 68"/>
                <a:gd name="T2" fmla="*/ 1 w 29"/>
                <a:gd name="T3" fmla="*/ 0 h 68"/>
                <a:gd name="T4" fmla="*/ 10 w 29"/>
                <a:gd name="T5" fmla="*/ 3 h 68"/>
                <a:gd name="T6" fmla="*/ 10 w 29"/>
                <a:gd name="T7" fmla="*/ 3 h 68"/>
                <a:gd name="T8" fmla="*/ 12 w 29"/>
                <a:gd name="T9" fmla="*/ 3 h 68"/>
                <a:gd name="T10" fmla="*/ 13 w 29"/>
                <a:gd name="T11" fmla="*/ 2 h 68"/>
                <a:gd name="T12" fmla="*/ 15 w 29"/>
                <a:gd name="T13" fmla="*/ 2 h 68"/>
                <a:gd name="T14" fmla="*/ 15 w 29"/>
                <a:gd name="T15" fmla="*/ 3 h 68"/>
                <a:gd name="T16" fmla="*/ 15 w 29"/>
                <a:gd name="T17" fmla="*/ 3 h 68"/>
                <a:gd name="T18" fmla="*/ 15 w 29"/>
                <a:gd name="T19" fmla="*/ 11 h 68"/>
                <a:gd name="T20" fmla="*/ 21 w 29"/>
                <a:gd name="T21" fmla="*/ 17 h 68"/>
                <a:gd name="T22" fmla="*/ 27 w 29"/>
                <a:gd name="T23" fmla="*/ 33 h 68"/>
                <a:gd name="T24" fmla="*/ 27 w 29"/>
                <a:gd name="T25" fmla="*/ 60 h 68"/>
                <a:gd name="T26" fmla="*/ 29 w 29"/>
                <a:gd name="T27" fmla="*/ 66 h 68"/>
                <a:gd name="T28" fmla="*/ 29 w 29"/>
                <a:gd name="T29" fmla="*/ 67 h 68"/>
                <a:gd name="T30" fmla="*/ 28 w 29"/>
                <a:gd name="T31" fmla="*/ 67 h 68"/>
                <a:gd name="T32" fmla="*/ 21 w 29"/>
                <a:gd name="T33" fmla="*/ 68 h 68"/>
                <a:gd name="T34" fmla="*/ 21 w 29"/>
                <a:gd name="T35" fmla="*/ 68 h 68"/>
                <a:gd name="T36" fmla="*/ 19 w 29"/>
                <a:gd name="T37" fmla="*/ 68 h 68"/>
                <a:gd name="T38" fmla="*/ 12 w 29"/>
                <a:gd name="T39" fmla="*/ 58 h 68"/>
                <a:gd name="T40" fmla="*/ 9 w 29"/>
                <a:gd name="T41" fmla="*/ 25 h 68"/>
                <a:gd name="T42" fmla="*/ 7 w 29"/>
                <a:gd name="T43" fmla="*/ 14 h 68"/>
                <a:gd name="T44" fmla="*/ 1 w 29"/>
                <a:gd name="T45" fmla="*/ 8 h 68"/>
                <a:gd name="T46" fmla="*/ 1 w 29"/>
                <a:gd name="T47" fmla="*/ 8 h 68"/>
                <a:gd name="T48" fmla="*/ 1 w 29"/>
                <a:gd name="T49" fmla="*/ 3 h 68"/>
                <a:gd name="T50" fmla="*/ 0 w 29"/>
                <a:gd name="T51" fmla="*/ 2 h 68"/>
                <a:gd name="T52" fmla="*/ 0 w 29"/>
                <a:gd name="T53" fmla="*/ 0 h 68"/>
                <a:gd name="T54" fmla="*/ 1 w 29"/>
                <a:gd name="T5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9" h="68">
                  <a:moveTo>
                    <a:pt x="1" y="0"/>
                  </a:moveTo>
                  <a:lnTo>
                    <a:pt x="1" y="0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2" y="3"/>
                  </a:lnTo>
                  <a:lnTo>
                    <a:pt x="13" y="2"/>
                  </a:lnTo>
                  <a:lnTo>
                    <a:pt x="15" y="2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5" y="11"/>
                  </a:lnTo>
                  <a:lnTo>
                    <a:pt x="21" y="17"/>
                  </a:lnTo>
                  <a:lnTo>
                    <a:pt x="27" y="33"/>
                  </a:lnTo>
                  <a:lnTo>
                    <a:pt x="27" y="60"/>
                  </a:lnTo>
                  <a:lnTo>
                    <a:pt x="29" y="66"/>
                  </a:lnTo>
                  <a:lnTo>
                    <a:pt x="29" y="67"/>
                  </a:lnTo>
                  <a:lnTo>
                    <a:pt x="28" y="6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9" y="68"/>
                  </a:lnTo>
                  <a:lnTo>
                    <a:pt x="12" y="58"/>
                  </a:lnTo>
                  <a:lnTo>
                    <a:pt x="9" y="25"/>
                  </a:lnTo>
                  <a:lnTo>
                    <a:pt x="7" y="14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32" name="TUNISIA">
              <a:extLst>
                <a:ext uri="{FF2B5EF4-FFF2-40B4-BE49-F238E27FC236}">
                  <a16:creationId xmlns:a16="http://schemas.microsoft.com/office/drawing/2014/main" id="{8AAA0A6B-4483-8C78-C5D4-90717F035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2863" y="5576277"/>
              <a:ext cx="179640" cy="390373"/>
            </a:xfrm>
            <a:custGeom>
              <a:avLst/>
              <a:gdLst>
                <a:gd name="T0" fmla="*/ 30 w 52"/>
                <a:gd name="T1" fmla="*/ 0 h 113"/>
                <a:gd name="T2" fmla="*/ 37 w 52"/>
                <a:gd name="T3" fmla="*/ 2 h 113"/>
                <a:gd name="T4" fmla="*/ 39 w 52"/>
                <a:gd name="T5" fmla="*/ 3 h 113"/>
                <a:gd name="T6" fmla="*/ 39 w 52"/>
                <a:gd name="T7" fmla="*/ 9 h 113"/>
                <a:gd name="T8" fmla="*/ 40 w 52"/>
                <a:gd name="T9" fmla="*/ 11 h 113"/>
                <a:gd name="T10" fmla="*/ 48 w 52"/>
                <a:gd name="T11" fmla="*/ 5 h 113"/>
                <a:gd name="T12" fmla="*/ 48 w 52"/>
                <a:gd name="T13" fmla="*/ 5 h 113"/>
                <a:gd name="T14" fmla="*/ 48 w 52"/>
                <a:gd name="T15" fmla="*/ 5 h 113"/>
                <a:gd name="T16" fmla="*/ 49 w 52"/>
                <a:gd name="T17" fmla="*/ 6 h 113"/>
                <a:gd name="T18" fmla="*/ 49 w 52"/>
                <a:gd name="T19" fmla="*/ 9 h 113"/>
                <a:gd name="T20" fmla="*/ 49 w 52"/>
                <a:gd name="T21" fmla="*/ 9 h 113"/>
                <a:gd name="T22" fmla="*/ 42 w 52"/>
                <a:gd name="T23" fmla="*/ 21 h 113"/>
                <a:gd name="T24" fmla="*/ 43 w 52"/>
                <a:gd name="T25" fmla="*/ 25 h 113"/>
                <a:gd name="T26" fmla="*/ 49 w 52"/>
                <a:gd name="T27" fmla="*/ 28 h 113"/>
                <a:gd name="T28" fmla="*/ 49 w 52"/>
                <a:gd name="T29" fmla="*/ 28 h 113"/>
                <a:gd name="T30" fmla="*/ 49 w 52"/>
                <a:gd name="T31" fmla="*/ 34 h 113"/>
                <a:gd name="T32" fmla="*/ 46 w 52"/>
                <a:gd name="T33" fmla="*/ 42 h 113"/>
                <a:gd name="T34" fmla="*/ 37 w 52"/>
                <a:gd name="T35" fmla="*/ 49 h 113"/>
                <a:gd name="T36" fmla="*/ 36 w 52"/>
                <a:gd name="T37" fmla="*/ 54 h 113"/>
                <a:gd name="T38" fmla="*/ 36 w 52"/>
                <a:gd name="T39" fmla="*/ 55 h 113"/>
                <a:gd name="T40" fmla="*/ 36 w 52"/>
                <a:gd name="T41" fmla="*/ 55 h 113"/>
                <a:gd name="T42" fmla="*/ 34 w 52"/>
                <a:gd name="T43" fmla="*/ 55 h 113"/>
                <a:gd name="T44" fmla="*/ 34 w 52"/>
                <a:gd name="T45" fmla="*/ 54 h 113"/>
                <a:gd name="T46" fmla="*/ 33 w 52"/>
                <a:gd name="T47" fmla="*/ 54 h 113"/>
                <a:gd name="T48" fmla="*/ 33 w 52"/>
                <a:gd name="T49" fmla="*/ 55 h 113"/>
                <a:gd name="T50" fmla="*/ 37 w 52"/>
                <a:gd name="T51" fmla="*/ 60 h 113"/>
                <a:gd name="T52" fmla="*/ 42 w 52"/>
                <a:gd name="T53" fmla="*/ 61 h 113"/>
                <a:gd name="T54" fmla="*/ 45 w 52"/>
                <a:gd name="T55" fmla="*/ 61 h 113"/>
                <a:gd name="T56" fmla="*/ 46 w 52"/>
                <a:gd name="T57" fmla="*/ 61 h 113"/>
                <a:gd name="T58" fmla="*/ 46 w 52"/>
                <a:gd name="T59" fmla="*/ 61 h 113"/>
                <a:gd name="T60" fmla="*/ 49 w 52"/>
                <a:gd name="T61" fmla="*/ 67 h 113"/>
                <a:gd name="T62" fmla="*/ 52 w 52"/>
                <a:gd name="T63" fmla="*/ 67 h 113"/>
                <a:gd name="T64" fmla="*/ 52 w 52"/>
                <a:gd name="T65" fmla="*/ 68 h 113"/>
                <a:gd name="T66" fmla="*/ 52 w 52"/>
                <a:gd name="T67" fmla="*/ 80 h 113"/>
                <a:gd name="T68" fmla="*/ 51 w 52"/>
                <a:gd name="T69" fmla="*/ 80 h 113"/>
                <a:gd name="T70" fmla="*/ 36 w 52"/>
                <a:gd name="T71" fmla="*/ 92 h 113"/>
                <a:gd name="T72" fmla="*/ 36 w 52"/>
                <a:gd name="T73" fmla="*/ 105 h 113"/>
                <a:gd name="T74" fmla="*/ 36 w 52"/>
                <a:gd name="T75" fmla="*/ 105 h 113"/>
                <a:gd name="T76" fmla="*/ 27 w 52"/>
                <a:gd name="T77" fmla="*/ 111 h 113"/>
                <a:gd name="T78" fmla="*/ 27 w 52"/>
                <a:gd name="T79" fmla="*/ 113 h 113"/>
                <a:gd name="T80" fmla="*/ 27 w 52"/>
                <a:gd name="T81" fmla="*/ 113 h 113"/>
                <a:gd name="T82" fmla="*/ 27 w 52"/>
                <a:gd name="T83" fmla="*/ 111 h 113"/>
                <a:gd name="T84" fmla="*/ 21 w 52"/>
                <a:gd name="T85" fmla="*/ 85 h 113"/>
                <a:gd name="T86" fmla="*/ 11 w 52"/>
                <a:gd name="T87" fmla="*/ 79 h 113"/>
                <a:gd name="T88" fmla="*/ 11 w 52"/>
                <a:gd name="T89" fmla="*/ 79 h 113"/>
                <a:gd name="T90" fmla="*/ 9 w 52"/>
                <a:gd name="T91" fmla="*/ 70 h 113"/>
                <a:gd name="T92" fmla="*/ 3 w 52"/>
                <a:gd name="T93" fmla="*/ 67 h 113"/>
                <a:gd name="T94" fmla="*/ 2 w 52"/>
                <a:gd name="T95" fmla="*/ 67 h 113"/>
                <a:gd name="T96" fmla="*/ 0 w 52"/>
                <a:gd name="T97" fmla="*/ 55 h 113"/>
                <a:gd name="T98" fmla="*/ 0 w 52"/>
                <a:gd name="T99" fmla="*/ 55 h 113"/>
                <a:gd name="T100" fmla="*/ 11 w 52"/>
                <a:gd name="T101" fmla="*/ 45 h 113"/>
                <a:gd name="T102" fmla="*/ 13 w 52"/>
                <a:gd name="T103" fmla="*/ 36 h 113"/>
                <a:gd name="T104" fmla="*/ 12 w 52"/>
                <a:gd name="T105" fmla="*/ 25 h 113"/>
                <a:gd name="T106" fmla="*/ 13 w 52"/>
                <a:gd name="T107" fmla="*/ 17 h 113"/>
                <a:gd name="T108" fmla="*/ 12 w 52"/>
                <a:gd name="T109" fmla="*/ 15 h 113"/>
                <a:gd name="T110" fmla="*/ 11 w 52"/>
                <a:gd name="T111" fmla="*/ 15 h 113"/>
                <a:gd name="T112" fmla="*/ 11 w 52"/>
                <a:gd name="T113" fmla="*/ 14 h 113"/>
                <a:gd name="T114" fmla="*/ 16 w 52"/>
                <a:gd name="T115" fmla="*/ 8 h 113"/>
                <a:gd name="T116" fmla="*/ 30 w 52"/>
                <a:gd name="T117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113">
                  <a:moveTo>
                    <a:pt x="30" y="0"/>
                  </a:moveTo>
                  <a:lnTo>
                    <a:pt x="37" y="2"/>
                  </a:lnTo>
                  <a:lnTo>
                    <a:pt x="39" y="3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9" y="6"/>
                  </a:lnTo>
                  <a:lnTo>
                    <a:pt x="49" y="9"/>
                  </a:lnTo>
                  <a:lnTo>
                    <a:pt x="49" y="9"/>
                  </a:lnTo>
                  <a:lnTo>
                    <a:pt x="42" y="21"/>
                  </a:lnTo>
                  <a:lnTo>
                    <a:pt x="43" y="25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49" y="34"/>
                  </a:lnTo>
                  <a:lnTo>
                    <a:pt x="46" y="42"/>
                  </a:lnTo>
                  <a:lnTo>
                    <a:pt x="37" y="49"/>
                  </a:lnTo>
                  <a:lnTo>
                    <a:pt x="36" y="54"/>
                  </a:lnTo>
                  <a:lnTo>
                    <a:pt x="36" y="55"/>
                  </a:lnTo>
                  <a:lnTo>
                    <a:pt x="36" y="55"/>
                  </a:lnTo>
                  <a:lnTo>
                    <a:pt x="34" y="55"/>
                  </a:lnTo>
                  <a:lnTo>
                    <a:pt x="34" y="54"/>
                  </a:lnTo>
                  <a:lnTo>
                    <a:pt x="33" y="54"/>
                  </a:lnTo>
                  <a:lnTo>
                    <a:pt x="33" y="55"/>
                  </a:lnTo>
                  <a:lnTo>
                    <a:pt x="37" y="60"/>
                  </a:lnTo>
                  <a:lnTo>
                    <a:pt x="42" y="61"/>
                  </a:lnTo>
                  <a:lnTo>
                    <a:pt x="45" y="61"/>
                  </a:lnTo>
                  <a:lnTo>
                    <a:pt x="46" y="61"/>
                  </a:lnTo>
                  <a:lnTo>
                    <a:pt x="46" y="61"/>
                  </a:lnTo>
                  <a:lnTo>
                    <a:pt x="49" y="67"/>
                  </a:lnTo>
                  <a:lnTo>
                    <a:pt x="52" y="67"/>
                  </a:lnTo>
                  <a:lnTo>
                    <a:pt x="52" y="68"/>
                  </a:lnTo>
                  <a:lnTo>
                    <a:pt x="52" y="80"/>
                  </a:lnTo>
                  <a:lnTo>
                    <a:pt x="51" y="80"/>
                  </a:lnTo>
                  <a:lnTo>
                    <a:pt x="36" y="92"/>
                  </a:lnTo>
                  <a:lnTo>
                    <a:pt x="36" y="105"/>
                  </a:lnTo>
                  <a:lnTo>
                    <a:pt x="36" y="105"/>
                  </a:lnTo>
                  <a:lnTo>
                    <a:pt x="27" y="111"/>
                  </a:lnTo>
                  <a:lnTo>
                    <a:pt x="27" y="113"/>
                  </a:lnTo>
                  <a:lnTo>
                    <a:pt x="27" y="113"/>
                  </a:lnTo>
                  <a:lnTo>
                    <a:pt x="27" y="111"/>
                  </a:lnTo>
                  <a:lnTo>
                    <a:pt x="21" y="85"/>
                  </a:lnTo>
                  <a:lnTo>
                    <a:pt x="11" y="79"/>
                  </a:lnTo>
                  <a:lnTo>
                    <a:pt x="11" y="79"/>
                  </a:lnTo>
                  <a:lnTo>
                    <a:pt x="9" y="70"/>
                  </a:lnTo>
                  <a:lnTo>
                    <a:pt x="3" y="67"/>
                  </a:lnTo>
                  <a:lnTo>
                    <a:pt x="2" y="67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1" y="45"/>
                  </a:lnTo>
                  <a:lnTo>
                    <a:pt x="13" y="36"/>
                  </a:lnTo>
                  <a:lnTo>
                    <a:pt x="12" y="25"/>
                  </a:lnTo>
                  <a:lnTo>
                    <a:pt x="13" y="17"/>
                  </a:lnTo>
                  <a:lnTo>
                    <a:pt x="12" y="15"/>
                  </a:lnTo>
                  <a:lnTo>
                    <a:pt x="11" y="15"/>
                  </a:lnTo>
                  <a:lnTo>
                    <a:pt x="11" y="14"/>
                  </a:lnTo>
                  <a:lnTo>
                    <a:pt x="16" y="8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33" name="TUNISA">
              <a:extLst>
                <a:ext uri="{FF2B5EF4-FFF2-40B4-BE49-F238E27FC236}">
                  <a16:creationId xmlns:a16="http://schemas.microsoft.com/office/drawing/2014/main" id="{C0E80807-1ED5-3C0F-FB78-47CD7595D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7954" y="5773193"/>
              <a:ext cx="13818" cy="13818"/>
            </a:xfrm>
            <a:custGeom>
              <a:avLst/>
              <a:gdLst>
                <a:gd name="T0" fmla="*/ 3 w 4"/>
                <a:gd name="T1" fmla="*/ 0 h 4"/>
                <a:gd name="T2" fmla="*/ 3 w 4"/>
                <a:gd name="T3" fmla="*/ 0 h 4"/>
                <a:gd name="T4" fmla="*/ 4 w 4"/>
                <a:gd name="T5" fmla="*/ 0 h 4"/>
                <a:gd name="T6" fmla="*/ 4 w 4"/>
                <a:gd name="T7" fmla="*/ 3 h 4"/>
                <a:gd name="T8" fmla="*/ 4 w 4"/>
                <a:gd name="T9" fmla="*/ 4 h 4"/>
                <a:gd name="T10" fmla="*/ 4 w 4"/>
                <a:gd name="T11" fmla="*/ 4 h 4"/>
                <a:gd name="T12" fmla="*/ 0 w 4"/>
                <a:gd name="T13" fmla="*/ 4 h 4"/>
                <a:gd name="T14" fmla="*/ 0 w 4"/>
                <a:gd name="T15" fmla="*/ 3 h 4"/>
                <a:gd name="T16" fmla="*/ 0 w 4"/>
                <a:gd name="T17" fmla="*/ 3 h 4"/>
                <a:gd name="T18" fmla="*/ 3 w 4"/>
                <a:gd name="T19" fmla="*/ 0 h 4"/>
                <a:gd name="T20" fmla="*/ 3 w 4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3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4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34" name="BURKINA FASO">
              <a:extLst>
                <a:ext uri="{FF2B5EF4-FFF2-40B4-BE49-F238E27FC236}">
                  <a16:creationId xmlns:a16="http://schemas.microsoft.com/office/drawing/2014/main" id="{B61A0C3E-6CC5-8E59-FF18-96D1F60BE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26303" y="6709396"/>
              <a:ext cx="342008" cy="255642"/>
            </a:xfrm>
            <a:custGeom>
              <a:avLst/>
              <a:gdLst>
                <a:gd name="T0" fmla="*/ 69 w 99"/>
                <a:gd name="T1" fmla="*/ 0 h 74"/>
                <a:gd name="T2" fmla="*/ 71 w 99"/>
                <a:gd name="T3" fmla="*/ 0 h 74"/>
                <a:gd name="T4" fmla="*/ 71 w 99"/>
                <a:gd name="T5" fmla="*/ 0 h 74"/>
                <a:gd name="T6" fmla="*/ 69 w 99"/>
                <a:gd name="T7" fmla="*/ 6 h 74"/>
                <a:gd name="T8" fmla="*/ 74 w 99"/>
                <a:gd name="T9" fmla="*/ 13 h 74"/>
                <a:gd name="T10" fmla="*/ 86 w 99"/>
                <a:gd name="T11" fmla="*/ 30 h 74"/>
                <a:gd name="T12" fmla="*/ 96 w 99"/>
                <a:gd name="T13" fmla="*/ 30 h 74"/>
                <a:gd name="T14" fmla="*/ 96 w 99"/>
                <a:gd name="T15" fmla="*/ 30 h 74"/>
                <a:gd name="T16" fmla="*/ 97 w 99"/>
                <a:gd name="T17" fmla="*/ 34 h 74"/>
                <a:gd name="T18" fmla="*/ 97 w 99"/>
                <a:gd name="T19" fmla="*/ 34 h 74"/>
                <a:gd name="T20" fmla="*/ 96 w 99"/>
                <a:gd name="T21" fmla="*/ 37 h 74"/>
                <a:gd name="T22" fmla="*/ 99 w 99"/>
                <a:gd name="T23" fmla="*/ 40 h 74"/>
                <a:gd name="T24" fmla="*/ 99 w 99"/>
                <a:gd name="T25" fmla="*/ 41 h 74"/>
                <a:gd name="T26" fmla="*/ 94 w 99"/>
                <a:gd name="T27" fmla="*/ 47 h 74"/>
                <a:gd name="T28" fmla="*/ 94 w 99"/>
                <a:gd name="T29" fmla="*/ 47 h 74"/>
                <a:gd name="T30" fmla="*/ 93 w 99"/>
                <a:gd name="T31" fmla="*/ 47 h 74"/>
                <a:gd name="T32" fmla="*/ 92 w 99"/>
                <a:gd name="T33" fmla="*/ 47 h 74"/>
                <a:gd name="T34" fmla="*/ 89 w 99"/>
                <a:gd name="T35" fmla="*/ 47 h 74"/>
                <a:gd name="T36" fmla="*/ 87 w 99"/>
                <a:gd name="T37" fmla="*/ 47 h 74"/>
                <a:gd name="T38" fmla="*/ 87 w 99"/>
                <a:gd name="T39" fmla="*/ 47 h 74"/>
                <a:gd name="T40" fmla="*/ 80 w 99"/>
                <a:gd name="T41" fmla="*/ 53 h 74"/>
                <a:gd name="T42" fmla="*/ 74 w 99"/>
                <a:gd name="T43" fmla="*/ 55 h 74"/>
                <a:gd name="T44" fmla="*/ 65 w 99"/>
                <a:gd name="T45" fmla="*/ 52 h 74"/>
                <a:gd name="T46" fmla="*/ 57 w 99"/>
                <a:gd name="T47" fmla="*/ 55 h 74"/>
                <a:gd name="T48" fmla="*/ 31 w 99"/>
                <a:gd name="T49" fmla="*/ 53 h 74"/>
                <a:gd name="T50" fmla="*/ 31 w 99"/>
                <a:gd name="T51" fmla="*/ 58 h 74"/>
                <a:gd name="T52" fmla="*/ 34 w 99"/>
                <a:gd name="T53" fmla="*/ 73 h 74"/>
                <a:gd name="T54" fmla="*/ 34 w 99"/>
                <a:gd name="T55" fmla="*/ 74 h 74"/>
                <a:gd name="T56" fmla="*/ 34 w 99"/>
                <a:gd name="T57" fmla="*/ 74 h 74"/>
                <a:gd name="T58" fmla="*/ 31 w 99"/>
                <a:gd name="T59" fmla="*/ 74 h 74"/>
                <a:gd name="T60" fmla="*/ 29 w 99"/>
                <a:gd name="T61" fmla="*/ 74 h 74"/>
                <a:gd name="T62" fmla="*/ 26 w 99"/>
                <a:gd name="T63" fmla="*/ 68 h 74"/>
                <a:gd name="T64" fmla="*/ 20 w 99"/>
                <a:gd name="T65" fmla="*/ 67 h 74"/>
                <a:gd name="T66" fmla="*/ 11 w 99"/>
                <a:gd name="T67" fmla="*/ 71 h 74"/>
                <a:gd name="T68" fmla="*/ 7 w 99"/>
                <a:gd name="T69" fmla="*/ 71 h 74"/>
                <a:gd name="T70" fmla="*/ 6 w 99"/>
                <a:gd name="T71" fmla="*/ 71 h 74"/>
                <a:gd name="T72" fmla="*/ 0 w 99"/>
                <a:gd name="T73" fmla="*/ 62 h 74"/>
                <a:gd name="T74" fmla="*/ 0 w 99"/>
                <a:gd name="T75" fmla="*/ 62 h 74"/>
                <a:gd name="T76" fmla="*/ 3 w 99"/>
                <a:gd name="T77" fmla="*/ 46 h 74"/>
                <a:gd name="T78" fmla="*/ 11 w 99"/>
                <a:gd name="T79" fmla="*/ 35 h 74"/>
                <a:gd name="T80" fmla="*/ 17 w 99"/>
                <a:gd name="T81" fmla="*/ 24 h 74"/>
                <a:gd name="T82" fmla="*/ 17 w 99"/>
                <a:gd name="T83" fmla="*/ 24 h 74"/>
                <a:gd name="T84" fmla="*/ 35 w 99"/>
                <a:gd name="T85" fmla="*/ 18 h 74"/>
                <a:gd name="T86" fmla="*/ 56 w 99"/>
                <a:gd name="T87" fmla="*/ 1 h 74"/>
                <a:gd name="T88" fmla="*/ 57 w 99"/>
                <a:gd name="T89" fmla="*/ 1 h 74"/>
                <a:gd name="T90" fmla="*/ 60 w 99"/>
                <a:gd name="T91" fmla="*/ 0 h 74"/>
                <a:gd name="T92" fmla="*/ 63 w 99"/>
                <a:gd name="T93" fmla="*/ 0 h 74"/>
                <a:gd name="T94" fmla="*/ 66 w 99"/>
                <a:gd name="T95" fmla="*/ 0 h 74"/>
                <a:gd name="T96" fmla="*/ 69 w 99"/>
                <a:gd name="T97" fmla="*/ 0 h 74"/>
                <a:gd name="T98" fmla="*/ 69 w 99"/>
                <a:gd name="T99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74">
                  <a:moveTo>
                    <a:pt x="69" y="0"/>
                  </a:moveTo>
                  <a:lnTo>
                    <a:pt x="71" y="0"/>
                  </a:lnTo>
                  <a:lnTo>
                    <a:pt x="71" y="0"/>
                  </a:lnTo>
                  <a:lnTo>
                    <a:pt x="69" y="6"/>
                  </a:lnTo>
                  <a:lnTo>
                    <a:pt x="74" y="13"/>
                  </a:lnTo>
                  <a:lnTo>
                    <a:pt x="86" y="30"/>
                  </a:lnTo>
                  <a:lnTo>
                    <a:pt x="96" y="30"/>
                  </a:lnTo>
                  <a:lnTo>
                    <a:pt x="96" y="30"/>
                  </a:lnTo>
                  <a:lnTo>
                    <a:pt x="97" y="34"/>
                  </a:lnTo>
                  <a:lnTo>
                    <a:pt x="97" y="34"/>
                  </a:lnTo>
                  <a:lnTo>
                    <a:pt x="96" y="37"/>
                  </a:lnTo>
                  <a:lnTo>
                    <a:pt x="99" y="40"/>
                  </a:lnTo>
                  <a:lnTo>
                    <a:pt x="99" y="41"/>
                  </a:lnTo>
                  <a:lnTo>
                    <a:pt x="94" y="47"/>
                  </a:lnTo>
                  <a:lnTo>
                    <a:pt x="94" y="47"/>
                  </a:lnTo>
                  <a:lnTo>
                    <a:pt x="93" y="47"/>
                  </a:lnTo>
                  <a:lnTo>
                    <a:pt x="92" y="47"/>
                  </a:lnTo>
                  <a:lnTo>
                    <a:pt x="89" y="47"/>
                  </a:lnTo>
                  <a:lnTo>
                    <a:pt x="87" y="47"/>
                  </a:lnTo>
                  <a:lnTo>
                    <a:pt x="87" y="47"/>
                  </a:lnTo>
                  <a:lnTo>
                    <a:pt x="80" y="53"/>
                  </a:lnTo>
                  <a:lnTo>
                    <a:pt x="74" y="55"/>
                  </a:lnTo>
                  <a:lnTo>
                    <a:pt x="65" y="52"/>
                  </a:lnTo>
                  <a:lnTo>
                    <a:pt x="57" y="55"/>
                  </a:lnTo>
                  <a:lnTo>
                    <a:pt x="31" y="53"/>
                  </a:lnTo>
                  <a:lnTo>
                    <a:pt x="31" y="58"/>
                  </a:lnTo>
                  <a:lnTo>
                    <a:pt x="34" y="73"/>
                  </a:lnTo>
                  <a:lnTo>
                    <a:pt x="34" y="74"/>
                  </a:lnTo>
                  <a:lnTo>
                    <a:pt x="34" y="74"/>
                  </a:lnTo>
                  <a:lnTo>
                    <a:pt x="31" y="74"/>
                  </a:lnTo>
                  <a:lnTo>
                    <a:pt x="29" y="74"/>
                  </a:lnTo>
                  <a:lnTo>
                    <a:pt x="26" y="68"/>
                  </a:lnTo>
                  <a:lnTo>
                    <a:pt x="20" y="67"/>
                  </a:lnTo>
                  <a:lnTo>
                    <a:pt x="11" y="71"/>
                  </a:lnTo>
                  <a:lnTo>
                    <a:pt x="7" y="71"/>
                  </a:lnTo>
                  <a:lnTo>
                    <a:pt x="6" y="71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3" y="46"/>
                  </a:lnTo>
                  <a:lnTo>
                    <a:pt x="11" y="35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35" y="18"/>
                  </a:lnTo>
                  <a:lnTo>
                    <a:pt x="56" y="1"/>
                  </a:lnTo>
                  <a:lnTo>
                    <a:pt x="57" y="1"/>
                  </a:lnTo>
                  <a:lnTo>
                    <a:pt x="60" y="0"/>
                  </a:lnTo>
                  <a:lnTo>
                    <a:pt x="63" y="0"/>
                  </a:lnTo>
                  <a:lnTo>
                    <a:pt x="66" y="0"/>
                  </a:lnTo>
                  <a:lnTo>
                    <a:pt x="69" y="0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35" name="BURUNDI">
              <a:extLst>
                <a:ext uri="{FF2B5EF4-FFF2-40B4-BE49-F238E27FC236}">
                  <a16:creationId xmlns:a16="http://schemas.microsoft.com/office/drawing/2014/main" id="{6BEA308C-339F-52E4-A3CD-0C20BFAC6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7430" y="7493597"/>
              <a:ext cx="76002" cy="96731"/>
            </a:xfrm>
            <a:custGeom>
              <a:avLst/>
              <a:gdLst>
                <a:gd name="T0" fmla="*/ 12 w 22"/>
                <a:gd name="T1" fmla="*/ 0 h 28"/>
                <a:gd name="T2" fmla="*/ 20 w 22"/>
                <a:gd name="T3" fmla="*/ 0 h 28"/>
                <a:gd name="T4" fmla="*/ 20 w 22"/>
                <a:gd name="T5" fmla="*/ 0 h 28"/>
                <a:gd name="T6" fmla="*/ 20 w 22"/>
                <a:gd name="T7" fmla="*/ 1 h 28"/>
                <a:gd name="T8" fmla="*/ 19 w 22"/>
                <a:gd name="T9" fmla="*/ 4 h 28"/>
                <a:gd name="T10" fmla="*/ 22 w 22"/>
                <a:gd name="T11" fmla="*/ 12 h 28"/>
                <a:gd name="T12" fmla="*/ 22 w 22"/>
                <a:gd name="T13" fmla="*/ 12 h 28"/>
                <a:gd name="T14" fmla="*/ 15 w 22"/>
                <a:gd name="T15" fmla="*/ 25 h 28"/>
                <a:gd name="T16" fmla="*/ 13 w 22"/>
                <a:gd name="T17" fmla="*/ 25 h 28"/>
                <a:gd name="T18" fmla="*/ 7 w 22"/>
                <a:gd name="T19" fmla="*/ 28 h 28"/>
                <a:gd name="T20" fmla="*/ 7 w 22"/>
                <a:gd name="T21" fmla="*/ 28 h 28"/>
                <a:gd name="T22" fmla="*/ 6 w 22"/>
                <a:gd name="T23" fmla="*/ 26 h 28"/>
                <a:gd name="T24" fmla="*/ 1 w 22"/>
                <a:gd name="T25" fmla="*/ 13 h 28"/>
                <a:gd name="T26" fmla="*/ 0 w 22"/>
                <a:gd name="T27" fmla="*/ 6 h 28"/>
                <a:gd name="T28" fmla="*/ 1 w 22"/>
                <a:gd name="T29" fmla="*/ 1 h 28"/>
                <a:gd name="T30" fmla="*/ 1 w 22"/>
                <a:gd name="T31" fmla="*/ 1 h 28"/>
                <a:gd name="T32" fmla="*/ 1 w 22"/>
                <a:gd name="T33" fmla="*/ 1 h 28"/>
                <a:gd name="T34" fmla="*/ 1 w 22"/>
                <a:gd name="T35" fmla="*/ 1 h 28"/>
                <a:gd name="T36" fmla="*/ 6 w 22"/>
                <a:gd name="T37" fmla="*/ 4 h 28"/>
                <a:gd name="T38" fmla="*/ 9 w 22"/>
                <a:gd name="T39" fmla="*/ 4 h 28"/>
                <a:gd name="T40" fmla="*/ 10 w 22"/>
                <a:gd name="T41" fmla="*/ 0 h 28"/>
                <a:gd name="T42" fmla="*/ 12 w 22"/>
                <a:gd name="T4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" h="28">
                  <a:moveTo>
                    <a:pt x="12" y="0"/>
                  </a:moveTo>
                  <a:lnTo>
                    <a:pt x="20" y="0"/>
                  </a:lnTo>
                  <a:lnTo>
                    <a:pt x="20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22" y="12"/>
                  </a:lnTo>
                  <a:lnTo>
                    <a:pt x="22" y="12"/>
                  </a:lnTo>
                  <a:lnTo>
                    <a:pt x="15" y="25"/>
                  </a:lnTo>
                  <a:lnTo>
                    <a:pt x="13" y="25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6" y="26"/>
                  </a:lnTo>
                  <a:lnTo>
                    <a:pt x="1" y="13"/>
                  </a:lnTo>
                  <a:lnTo>
                    <a:pt x="0" y="6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6" y="4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36" name="KENYA">
              <a:extLst>
                <a:ext uri="{FF2B5EF4-FFF2-40B4-BE49-F238E27FC236}">
                  <a16:creationId xmlns:a16="http://schemas.microsoft.com/office/drawing/2014/main" id="{9BBD2BB3-122F-1FE0-C5E0-C4BA4FA38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1618" y="7179224"/>
              <a:ext cx="362734" cy="421463"/>
            </a:xfrm>
            <a:custGeom>
              <a:avLst/>
              <a:gdLst>
                <a:gd name="T0" fmla="*/ 7 w 105"/>
                <a:gd name="T1" fmla="*/ 0 h 122"/>
                <a:gd name="T2" fmla="*/ 25 w 105"/>
                <a:gd name="T3" fmla="*/ 0 h 122"/>
                <a:gd name="T4" fmla="*/ 36 w 105"/>
                <a:gd name="T5" fmla="*/ 2 h 122"/>
                <a:gd name="T6" fmla="*/ 52 w 105"/>
                <a:gd name="T7" fmla="*/ 11 h 122"/>
                <a:gd name="T8" fmla="*/ 65 w 105"/>
                <a:gd name="T9" fmla="*/ 14 h 122"/>
                <a:gd name="T10" fmla="*/ 71 w 105"/>
                <a:gd name="T11" fmla="*/ 14 h 122"/>
                <a:gd name="T12" fmla="*/ 80 w 105"/>
                <a:gd name="T13" fmla="*/ 8 h 122"/>
                <a:gd name="T14" fmla="*/ 90 w 105"/>
                <a:gd name="T15" fmla="*/ 6 h 122"/>
                <a:gd name="T16" fmla="*/ 90 w 105"/>
                <a:gd name="T17" fmla="*/ 6 h 122"/>
                <a:gd name="T18" fmla="*/ 90 w 105"/>
                <a:gd name="T19" fmla="*/ 6 h 122"/>
                <a:gd name="T20" fmla="*/ 98 w 105"/>
                <a:gd name="T21" fmla="*/ 9 h 122"/>
                <a:gd name="T22" fmla="*/ 99 w 105"/>
                <a:gd name="T23" fmla="*/ 9 h 122"/>
                <a:gd name="T24" fmla="*/ 101 w 105"/>
                <a:gd name="T25" fmla="*/ 9 h 122"/>
                <a:gd name="T26" fmla="*/ 104 w 105"/>
                <a:gd name="T27" fmla="*/ 9 h 122"/>
                <a:gd name="T28" fmla="*/ 104 w 105"/>
                <a:gd name="T29" fmla="*/ 9 h 122"/>
                <a:gd name="T30" fmla="*/ 105 w 105"/>
                <a:gd name="T31" fmla="*/ 9 h 122"/>
                <a:gd name="T32" fmla="*/ 105 w 105"/>
                <a:gd name="T33" fmla="*/ 11 h 122"/>
                <a:gd name="T34" fmla="*/ 93 w 105"/>
                <a:gd name="T35" fmla="*/ 25 h 122"/>
                <a:gd name="T36" fmla="*/ 93 w 105"/>
                <a:gd name="T37" fmla="*/ 73 h 122"/>
                <a:gd name="T38" fmla="*/ 101 w 105"/>
                <a:gd name="T39" fmla="*/ 82 h 122"/>
                <a:gd name="T40" fmla="*/ 101 w 105"/>
                <a:gd name="T41" fmla="*/ 83 h 122"/>
                <a:gd name="T42" fmla="*/ 84 w 105"/>
                <a:gd name="T43" fmla="*/ 97 h 122"/>
                <a:gd name="T44" fmla="*/ 76 w 105"/>
                <a:gd name="T45" fmla="*/ 117 h 122"/>
                <a:gd name="T46" fmla="*/ 71 w 105"/>
                <a:gd name="T47" fmla="*/ 122 h 122"/>
                <a:gd name="T48" fmla="*/ 71 w 105"/>
                <a:gd name="T49" fmla="*/ 122 h 122"/>
                <a:gd name="T50" fmla="*/ 71 w 105"/>
                <a:gd name="T51" fmla="*/ 122 h 122"/>
                <a:gd name="T52" fmla="*/ 52 w 105"/>
                <a:gd name="T53" fmla="*/ 110 h 122"/>
                <a:gd name="T54" fmla="*/ 52 w 105"/>
                <a:gd name="T55" fmla="*/ 110 h 122"/>
                <a:gd name="T56" fmla="*/ 49 w 105"/>
                <a:gd name="T57" fmla="*/ 100 h 122"/>
                <a:gd name="T58" fmla="*/ 4 w 105"/>
                <a:gd name="T59" fmla="*/ 74 h 122"/>
                <a:gd name="T60" fmla="*/ 1 w 105"/>
                <a:gd name="T61" fmla="*/ 71 h 122"/>
                <a:gd name="T62" fmla="*/ 1 w 105"/>
                <a:gd name="T63" fmla="*/ 70 h 122"/>
                <a:gd name="T64" fmla="*/ 3 w 105"/>
                <a:gd name="T65" fmla="*/ 67 h 122"/>
                <a:gd name="T66" fmla="*/ 7 w 105"/>
                <a:gd name="T67" fmla="*/ 65 h 122"/>
                <a:gd name="T68" fmla="*/ 7 w 105"/>
                <a:gd name="T69" fmla="*/ 65 h 122"/>
                <a:gd name="T70" fmla="*/ 6 w 105"/>
                <a:gd name="T71" fmla="*/ 65 h 122"/>
                <a:gd name="T72" fmla="*/ 3 w 105"/>
                <a:gd name="T73" fmla="*/ 65 h 122"/>
                <a:gd name="T74" fmla="*/ 3 w 105"/>
                <a:gd name="T75" fmla="*/ 65 h 122"/>
                <a:gd name="T76" fmla="*/ 1 w 105"/>
                <a:gd name="T77" fmla="*/ 65 h 122"/>
                <a:gd name="T78" fmla="*/ 1 w 105"/>
                <a:gd name="T79" fmla="*/ 58 h 122"/>
                <a:gd name="T80" fmla="*/ 1 w 105"/>
                <a:gd name="T81" fmla="*/ 57 h 122"/>
                <a:gd name="T82" fmla="*/ 12 w 105"/>
                <a:gd name="T83" fmla="*/ 40 h 122"/>
                <a:gd name="T84" fmla="*/ 15 w 105"/>
                <a:gd name="T85" fmla="*/ 33 h 122"/>
                <a:gd name="T86" fmla="*/ 12 w 105"/>
                <a:gd name="T87" fmla="*/ 24 h 122"/>
                <a:gd name="T88" fmla="*/ 7 w 105"/>
                <a:gd name="T89" fmla="*/ 21 h 122"/>
                <a:gd name="T90" fmla="*/ 4 w 105"/>
                <a:gd name="T91" fmla="*/ 11 h 122"/>
                <a:gd name="T92" fmla="*/ 0 w 105"/>
                <a:gd name="T93" fmla="*/ 9 h 122"/>
                <a:gd name="T94" fmla="*/ 0 w 105"/>
                <a:gd name="T95" fmla="*/ 8 h 122"/>
                <a:gd name="T96" fmla="*/ 0 w 105"/>
                <a:gd name="T97" fmla="*/ 8 h 122"/>
                <a:gd name="T98" fmla="*/ 6 w 105"/>
                <a:gd name="T99" fmla="*/ 0 h 122"/>
                <a:gd name="T100" fmla="*/ 7 w 105"/>
                <a:gd name="T10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" h="122">
                  <a:moveTo>
                    <a:pt x="7" y="0"/>
                  </a:moveTo>
                  <a:lnTo>
                    <a:pt x="25" y="0"/>
                  </a:lnTo>
                  <a:lnTo>
                    <a:pt x="36" y="2"/>
                  </a:lnTo>
                  <a:lnTo>
                    <a:pt x="52" y="11"/>
                  </a:lnTo>
                  <a:lnTo>
                    <a:pt x="65" y="14"/>
                  </a:lnTo>
                  <a:lnTo>
                    <a:pt x="71" y="14"/>
                  </a:lnTo>
                  <a:lnTo>
                    <a:pt x="80" y="8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8" y="9"/>
                  </a:lnTo>
                  <a:lnTo>
                    <a:pt x="99" y="9"/>
                  </a:lnTo>
                  <a:lnTo>
                    <a:pt x="101" y="9"/>
                  </a:lnTo>
                  <a:lnTo>
                    <a:pt x="104" y="9"/>
                  </a:lnTo>
                  <a:lnTo>
                    <a:pt x="104" y="9"/>
                  </a:lnTo>
                  <a:lnTo>
                    <a:pt x="105" y="9"/>
                  </a:lnTo>
                  <a:lnTo>
                    <a:pt x="105" y="11"/>
                  </a:lnTo>
                  <a:lnTo>
                    <a:pt x="93" y="25"/>
                  </a:lnTo>
                  <a:lnTo>
                    <a:pt x="93" y="73"/>
                  </a:lnTo>
                  <a:lnTo>
                    <a:pt x="101" y="82"/>
                  </a:lnTo>
                  <a:lnTo>
                    <a:pt x="101" y="83"/>
                  </a:lnTo>
                  <a:lnTo>
                    <a:pt x="84" y="97"/>
                  </a:lnTo>
                  <a:lnTo>
                    <a:pt x="76" y="117"/>
                  </a:lnTo>
                  <a:lnTo>
                    <a:pt x="71" y="122"/>
                  </a:lnTo>
                  <a:lnTo>
                    <a:pt x="71" y="122"/>
                  </a:lnTo>
                  <a:lnTo>
                    <a:pt x="71" y="122"/>
                  </a:lnTo>
                  <a:lnTo>
                    <a:pt x="52" y="110"/>
                  </a:lnTo>
                  <a:lnTo>
                    <a:pt x="52" y="110"/>
                  </a:lnTo>
                  <a:lnTo>
                    <a:pt x="49" y="100"/>
                  </a:lnTo>
                  <a:lnTo>
                    <a:pt x="4" y="74"/>
                  </a:lnTo>
                  <a:lnTo>
                    <a:pt x="1" y="71"/>
                  </a:lnTo>
                  <a:lnTo>
                    <a:pt x="1" y="70"/>
                  </a:lnTo>
                  <a:lnTo>
                    <a:pt x="3" y="67"/>
                  </a:lnTo>
                  <a:lnTo>
                    <a:pt x="7" y="65"/>
                  </a:lnTo>
                  <a:lnTo>
                    <a:pt x="7" y="65"/>
                  </a:lnTo>
                  <a:lnTo>
                    <a:pt x="6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1" y="65"/>
                  </a:lnTo>
                  <a:lnTo>
                    <a:pt x="1" y="58"/>
                  </a:lnTo>
                  <a:lnTo>
                    <a:pt x="1" y="57"/>
                  </a:lnTo>
                  <a:lnTo>
                    <a:pt x="12" y="40"/>
                  </a:lnTo>
                  <a:lnTo>
                    <a:pt x="15" y="33"/>
                  </a:lnTo>
                  <a:lnTo>
                    <a:pt x="12" y="24"/>
                  </a:lnTo>
                  <a:lnTo>
                    <a:pt x="7" y="21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6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37" name="DEMOCRATIC REPUBLIC OF THE CONGO">
              <a:extLst>
                <a:ext uri="{FF2B5EF4-FFF2-40B4-BE49-F238E27FC236}">
                  <a16:creationId xmlns:a16="http://schemas.microsoft.com/office/drawing/2014/main" id="{A0CAA74A-0606-0508-D7C7-3963277B5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3958" y="7148133"/>
              <a:ext cx="860203" cy="846384"/>
            </a:xfrm>
            <a:custGeom>
              <a:avLst/>
              <a:gdLst>
                <a:gd name="T0" fmla="*/ 187 w 249"/>
                <a:gd name="T1" fmla="*/ 3 h 245"/>
                <a:gd name="T2" fmla="*/ 190 w 249"/>
                <a:gd name="T3" fmla="*/ 2 h 245"/>
                <a:gd name="T4" fmla="*/ 193 w 249"/>
                <a:gd name="T5" fmla="*/ 2 h 245"/>
                <a:gd name="T6" fmla="*/ 199 w 249"/>
                <a:gd name="T7" fmla="*/ 2 h 245"/>
                <a:gd name="T8" fmla="*/ 207 w 249"/>
                <a:gd name="T9" fmla="*/ 11 h 245"/>
                <a:gd name="T10" fmla="*/ 216 w 249"/>
                <a:gd name="T11" fmla="*/ 11 h 245"/>
                <a:gd name="T12" fmla="*/ 221 w 249"/>
                <a:gd name="T13" fmla="*/ 11 h 245"/>
                <a:gd name="T14" fmla="*/ 227 w 249"/>
                <a:gd name="T15" fmla="*/ 9 h 245"/>
                <a:gd name="T16" fmla="*/ 244 w 249"/>
                <a:gd name="T17" fmla="*/ 23 h 245"/>
                <a:gd name="T18" fmla="*/ 249 w 249"/>
                <a:gd name="T19" fmla="*/ 40 h 245"/>
                <a:gd name="T20" fmla="*/ 240 w 249"/>
                <a:gd name="T21" fmla="*/ 51 h 245"/>
                <a:gd name="T22" fmla="*/ 231 w 249"/>
                <a:gd name="T23" fmla="*/ 64 h 245"/>
                <a:gd name="T24" fmla="*/ 222 w 249"/>
                <a:gd name="T25" fmla="*/ 104 h 245"/>
                <a:gd name="T26" fmla="*/ 224 w 249"/>
                <a:gd name="T27" fmla="*/ 143 h 245"/>
                <a:gd name="T28" fmla="*/ 237 w 249"/>
                <a:gd name="T29" fmla="*/ 168 h 245"/>
                <a:gd name="T30" fmla="*/ 239 w 249"/>
                <a:gd name="T31" fmla="*/ 177 h 245"/>
                <a:gd name="T32" fmla="*/ 218 w 249"/>
                <a:gd name="T33" fmla="*/ 205 h 245"/>
                <a:gd name="T34" fmla="*/ 228 w 249"/>
                <a:gd name="T35" fmla="*/ 229 h 245"/>
                <a:gd name="T36" fmla="*/ 228 w 249"/>
                <a:gd name="T37" fmla="*/ 245 h 245"/>
                <a:gd name="T38" fmla="*/ 216 w 249"/>
                <a:gd name="T39" fmla="*/ 242 h 245"/>
                <a:gd name="T40" fmla="*/ 193 w 249"/>
                <a:gd name="T41" fmla="*/ 224 h 245"/>
                <a:gd name="T42" fmla="*/ 169 w 249"/>
                <a:gd name="T43" fmla="*/ 215 h 245"/>
                <a:gd name="T44" fmla="*/ 160 w 249"/>
                <a:gd name="T45" fmla="*/ 218 h 245"/>
                <a:gd name="T46" fmla="*/ 135 w 249"/>
                <a:gd name="T47" fmla="*/ 214 h 245"/>
                <a:gd name="T48" fmla="*/ 130 w 249"/>
                <a:gd name="T49" fmla="*/ 218 h 245"/>
                <a:gd name="T50" fmla="*/ 129 w 249"/>
                <a:gd name="T51" fmla="*/ 208 h 245"/>
                <a:gd name="T52" fmla="*/ 121 w 249"/>
                <a:gd name="T53" fmla="*/ 165 h 245"/>
                <a:gd name="T54" fmla="*/ 110 w 249"/>
                <a:gd name="T55" fmla="*/ 165 h 245"/>
                <a:gd name="T56" fmla="*/ 92 w 249"/>
                <a:gd name="T57" fmla="*/ 174 h 245"/>
                <a:gd name="T58" fmla="*/ 87 w 249"/>
                <a:gd name="T59" fmla="*/ 174 h 245"/>
                <a:gd name="T60" fmla="*/ 75 w 249"/>
                <a:gd name="T61" fmla="*/ 175 h 245"/>
                <a:gd name="T62" fmla="*/ 71 w 249"/>
                <a:gd name="T63" fmla="*/ 177 h 245"/>
                <a:gd name="T64" fmla="*/ 52 w 249"/>
                <a:gd name="T65" fmla="*/ 146 h 245"/>
                <a:gd name="T66" fmla="*/ 0 w 249"/>
                <a:gd name="T67" fmla="*/ 152 h 245"/>
                <a:gd name="T68" fmla="*/ 0 w 249"/>
                <a:gd name="T69" fmla="*/ 146 h 245"/>
                <a:gd name="T70" fmla="*/ 3 w 249"/>
                <a:gd name="T71" fmla="*/ 135 h 245"/>
                <a:gd name="T72" fmla="*/ 9 w 249"/>
                <a:gd name="T73" fmla="*/ 129 h 245"/>
                <a:gd name="T74" fmla="*/ 19 w 249"/>
                <a:gd name="T75" fmla="*/ 128 h 245"/>
                <a:gd name="T76" fmla="*/ 27 w 249"/>
                <a:gd name="T77" fmla="*/ 125 h 245"/>
                <a:gd name="T78" fmla="*/ 30 w 249"/>
                <a:gd name="T79" fmla="*/ 132 h 245"/>
                <a:gd name="T80" fmla="*/ 53 w 249"/>
                <a:gd name="T81" fmla="*/ 97 h 245"/>
                <a:gd name="T82" fmla="*/ 74 w 249"/>
                <a:gd name="T83" fmla="*/ 43 h 245"/>
                <a:gd name="T84" fmla="*/ 83 w 249"/>
                <a:gd name="T85" fmla="*/ 21 h 245"/>
                <a:gd name="T86" fmla="*/ 93 w 249"/>
                <a:gd name="T87" fmla="*/ 2 h 245"/>
                <a:gd name="T88" fmla="*/ 96 w 249"/>
                <a:gd name="T89" fmla="*/ 2 h 245"/>
                <a:gd name="T90" fmla="*/ 102 w 249"/>
                <a:gd name="T91" fmla="*/ 2 h 245"/>
                <a:gd name="T92" fmla="*/ 113 w 249"/>
                <a:gd name="T93" fmla="*/ 9 h 245"/>
                <a:gd name="T94" fmla="*/ 138 w 249"/>
                <a:gd name="T95" fmla="*/ 6 h 245"/>
                <a:gd name="T96" fmla="*/ 145 w 249"/>
                <a:gd name="T97" fmla="*/ 8 h 245"/>
                <a:gd name="T98" fmla="*/ 161 w 249"/>
                <a:gd name="T99" fmla="*/ 3 h 245"/>
                <a:gd name="T100" fmla="*/ 169 w 249"/>
                <a:gd name="T101" fmla="*/ 2 h 245"/>
                <a:gd name="T102" fmla="*/ 173 w 249"/>
                <a:gd name="T103" fmla="*/ 2 h 245"/>
                <a:gd name="T104" fmla="*/ 182 w 249"/>
                <a:gd name="T105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49" h="245">
                  <a:moveTo>
                    <a:pt x="184" y="0"/>
                  </a:moveTo>
                  <a:lnTo>
                    <a:pt x="184" y="0"/>
                  </a:lnTo>
                  <a:lnTo>
                    <a:pt x="187" y="3"/>
                  </a:lnTo>
                  <a:lnTo>
                    <a:pt x="188" y="2"/>
                  </a:lnTo>
                  <a:lnTo>
                    <a:pt x="188" y="2"/>
                  </a:lnTo>
                  <a:lnTo>
                    <a:pt x="190" y="2"/>
                  </a:lnTo>
                  <a:lnTo>
                    <a:pt x="191" y="3"/>
                  </a:lnTo>
                  <a:lnTo>
                    <a:pt x="193" y="2"/>
                  </a:lnTo>
                  <a:lnTo>
                    <a:pt x="193" y="2"/>
                  </a:lnTo>
                  <a:lnTo>
                    <a:pt x="194" y="2"/>
                  </a:lnTo>
                  <a:lnTo>
                    <a:pt x="197" y="2"/>
                  </a:lnTo>
                  <a:lnTo>
                    <a:pt x="199" y="2"/>
                  </a:lnTo>
                  <a:lnTo>
                    <a:pt x="200" y="2"/>
                  </a:lnTo>
                  <a:lnTo>
                    <a:pt x="200" y="2"/>
                  </a:lnTo>
                  <a:lnTo>
                    <a:pt x="207" y="11"/>
                  </a:lnTo>
                  <a:lnTo>
                    <a:pt x="212" y="12"/>
                  </a:lnTo>
                  <a:lnTo>
                    <a:pt x="215" y="11"/>
                  </a:lnTo>
                  <a:lnTo>
                    <a:pt x="216" y="11"/>
                  </a:lnTo>
                  <a:lnTo>
                    <a:pt x="216" y="11"/>
                  </a:lnTo>
                  <a:lnTo>
                    <a:pt x="218" y="11"/>
                  </a:lnTo>
                  <a:lnTo>
                    <a:pt x="221" y="11"/>
                  </a:lnTo>
                  <a:lnTo>
                    <a:pt x="222" y="11"/>
                  </a:lnTo>
                  <a:lnTo>
                    <a:pt x="224" y="11"/>
                  </a:lnTo>
                  <a:lnTo>
                    <a:pt x="227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44" y="23"/>
                  </a:lnTo>
                  <a:lnTo>
                    <a:pt x="244" y="23"/>
                  </a:lnTo>
                  <a:lnTo>
                    <a:pt x="243" y="34"/>
                  </a:lnTo>
                  <a:lnTo>
                    <a:pt x="249" y="40"/>
                  </a:lnTo>
                  <a:lnTo>
                    <a:pt x="249" y="40"/>
                  </a:lnTo>
                  <a:lnTo>
                    <a:pt x="249" y="42"/>
                  </a:lnTo>
                  <a:lnTo>
                    <a:pt x="240" y="51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31" y="64"/>
                  </a:lnTo>
                  <a:lnTo>
                    <a:pt x="230" y="86"/>
                  </a:lnTo>
                  <a:lnTo>
                    <a:pt x="219" y="100"/>
                  </a:lnTo>
                  <a:lnTo>
                    <a:pt x="222" y="104"/>
                  </a:lnTo>
                  <a:lnTo>
                    <a:pt x="224" y="113"/>
                  </a:lnTo>
                  <a:lnTo>
                    <a:pt x="222" y="137"/>
                  </a:lnTo>
                  <a:lnTo>
                    <a:pt x="224" y="143"/>
                  </a:lnTo>
                  <a:lnTo>
                    <a:pt x="224" y="153"/>
                  </a:lnTo>
                  <a:lnTo>
                    <a:pt x="230" y="160"/>
                  </a:lnTo>
                  <a:lnTo>
                    <a:pt x="237" y="168"/>
                  </a:lnTo>
                  <a:lnTo>
                    <a:pt x="240" y="175"/>
                  </a:lnTo>
                  <a:lnTo>
                    <a:pt x="240" y="177"/>
                  </a:lnTo>
                  <a:lnTo>
                    <a:pt x="239" y="177"/>
                  </a:lnTo>
                  <a:lnTo>
                    <a:pt x="222" y="180"/>
                  </a:lnTo>
                  <a:lnTo>
                    <a:pt x="216" y="189"/>
                  </a:lnTo>
                  <a:lnTo>
                    <a:pt x="218" y="205"/>
                  </a:lnTo>
                  <a:lnTo>
                    <a:pt x="213" y="223"/>
                  </a:lnTo>
                  <a:lnTo>
                    <a:pt x="219" y="229"/>
                  </a:lnTo>
                  <a:lnTo>
                    <a:pt x="228" y="229"/>
                  </a:lnTo>
                  <a:lnTo>
                    <a:pt x="228" y="229"/>
                  </a:lnTo>
                  <a:lnTo>
                    <a:pt x="230" y="244"/>
                  </a:lnTo>
                  <a:lnTo>
                    <a:pt x="228" y="245"/>
                  </a:lnTo>
                  <a:lnTo>
                    <a:pt x="228" y="245"/>
                  </a:lnTo>
                  <a:lnTo>
                    <a:pt x="228" y="245"/>
                  </a:lnTo>
                  <a:lnTo>
                    <a:pt x="216" y="242"/>
                  </a:lnTo>
                  <a:lnTo>
                    <a:pt x="206" y="230"/>
                  </a:lnTo>
                  <a:lnTo>
                    <a:pt x="199" y="229"/>
                  </a:lnTo>
                  <a:lnTo>
                    <a:pt x="193" y="224"/>
                  </a:lnTo>
                  <a:lnTo>
                    <a:pt x="182" y="226"/>
                  </a:lnTo>
                  <a:lnTo>
                    <a:pt x="172" y="220"/>
                  </a:lnTo>
                  <a:lnTo>
                    <a:pt x="169" y="215"/>
                  </a:lnTo>
                  <a:lnTo>
                    <a:pt x="160" y="218"/>
                  </a:lnTo>
                  <a:lnTo>
                    <a:pt x="160" y="218"/>
                  </a:lnTo>
                  <a:lnTo>
                    <a:pt x="160" y="218"/>
                  </a:lnTo>
                  <a:lnTo>
                    <a:pt x="157" y="211"/>
                  </a:lnTo>
                  <a:lnTo>
                    <a:pt x="154" y="212"/>
                  </a:lnTo>
                  <a:lnTo>
                    <a:pt x="135" y="214"/>
                  </a:lnTo>
                  <a:lnTo>
                    <a:pt x="130" y="218"/>
                  </a:lnTo>
                  <a:lnTo>
                    <a:pt x="130" y="218"/>
                  </a:lnTo>
                  <a:lnTo>
                    <a:pt x="130" y="218"/>
                  </a:lnTo>
                  <a:lnTo>
                    <a:pt x="126" y="215"/>
                  </a:lnTo>
                  <a:lnTo>
                    <a:pt x="126" y="214"/>
                  </a:lnTo>
                  <a:lnTo>
                    <a:pt x="129" y="208"/>
                  </a:lnTo>
                  <a:lnTo>
                    <a:pt x="124" y="193"/>
                  </a:lnTo>
                  <a:lnTo>
                    <a:pt x="123" y="168"/>
                  </a:lnTo>
                  <a:lnTo>
                    <a:pt x="121" y="165"/>
                  </a:lnTo>
                  <a:lnTo>
                    <a:pt x="111" y="165"/>
                  </a:lnTo>
                  <a:lnTo>
                    <a:pt x="110" y="165"/>
                  </a:lnTo>
                  <a:lnTo>
                    <a:pt x="110" y="165"/>
                  </a:lnTo>
                  <a:lnTo>
                    <a:pt x="110" y="160"/>
                  </a:lnTo>
                  <a:lnTo>
                    <a:pt x="96" y="162"/>
                  </a:lnTo>
                  <a:lnTo>
                    <a:pt x="92" y="174"/>
                  </a:lnTo>
                  <a:lnTo>
                    <a:pt x="92" y="174"/>
                  </a:lnTo>
                  <a:lnTo>
                    <a:pt x="90" y="174"/>
                  </a:lnTo>
                  <a:lnTo>
                    <a:pt x="87" y="174"/>
                  </a:lnTo>
                  <a:lnTo>
                    <a:pt x="83" y="175"/>
                  </a:lnTo>
                  <a:lnTo>
                    <a:pt x="80" y="175"/>
                  </a:lnTo>
                  <a:lnTo>
                    <a:pt x="75" y="175"/>
                  </a:lnTo>
                  <a:lnTo>
                    <a:pt x="73" y="177"/>
                  </a:lnTo>
                  <a:lnTo>
                    <a:pt x="71" y="177"/>
                  </a:lnTo>
                  <a:lnTo>
                    <a:pt x="71" y="177"/>
                  </a:lnTo>
                  <a:lnTo>
                    <a:pt x="61" y="165"/>
                  </a:lnTo>
                  <a:lnTo>
                    <a:pt x="56" y="150"/>
                  </a:lnTo>
                  <a:lnTo>
                    <a:pt x="52" y="146"/>
                  </a:lnTo>
                  <a:lnTo>
                    <a:pt x="13" y="147"/>
                  </a:lnTo>
                  <a:lnTo>
                    <a:pt x="1" y="152"/>
                  </a:lnTo>
                  <a:lnTo>
                    <a:pt x="0" y="152"/>
                  </a:lnTo>
                  <a:lnTo>
                    <a:pt x="0" y="152"/>
                  </a:lnTo>
                  <a:lnTo>
                    <a:pt x="0" y="152"/>
                  </a:lnTo>
                  <a:lnTo>
                    <a:pt x="0" y="146"/>
                  </a:lnTo>
                  <a:lnTo>
                    <a:pt x="0" y="146"/>
                  </a:lnTo>
                  <a:lnTo>
                    <a:pt x="1" y="144"/>
                  </a:lnTo>
                  <a:lnTo>
                    <a:pt x="3" y="135"/>
                  </a:lnTo>
                  <a:lnTo>
                    <a:pt x="3" y="134"/>
                  </a:lnTo>
                  <a:lnTo>
                    <a:pt x="9" y="129"/>
                  </a:lnTo>
                  <a:lnTo>
                    <a:pt x="9" y="129"/>
                  </a:lnTo>
                  <a:lnTo>
                    <a:pt x="9" y="129"/>
                  </a:lnTo>
                  <a:lnTo>
                    <a:pt x="16" y="131"/>
                  </a:lnTo>
                  <a:lnTo>
                    <a:pt x="19" y="128"/>
                  </a:lnTo>
                  <a:lnTo>
                    <a:pt x="27" y="125"/>
                  </a:lnTo>
                  <a:lnTo>
                    <a:pt x="27" y="125"/>
                  </a:lnTo>
                  <a:lnTo>
                    <a:pt x="27" y="125"/>
                  </a:lnTo>
                  <a:lnTo>
                    <a:pt x="27" y="126"/>
                  </a:lnTo>
                  <a:lnTo>
                    <a:pt x="28" y="131"/>
                  </a:lnTo>
                  <a:lnTo>
                    <a:pt x="30" y="132"/>
                  </a:lnTo>
                  <a:lnTo>
                    <a:pt x="46" y="119"/>
                  </a:lnTo>
                  <a:lnTo>
                    <a:pt x="50" y="112"/>
                  </a:lnTo>
                  <a:lnTo>
                    <a:pt x="53" y="97"/>
                  </a:lnTo>
                  <a:lnTo>
                    <a:pt x="58" y="88"/>
                  </a:lnTo>
                  <a:lnTo>
                    <a:pt x="70" y="79"/>
                  </a:lnTo>
                  <a:lnTo>
                    <a:pt x="74" y="43"/>
                  </a:lnTo>
                  <a:lnTo>
                    <a:pt x="81" y="30"/>
                  </a:lnTo>
                  <a:lnTo>
                    <a:pt x="83" y="23"/>
                  </a:lnTo>
                  <a:lnTo>
                    <a:pt x="83" y="21"/>
                  </a:lnTo>
                  <a:lnTo>
                    <a:pt x="86" y="20"/>
                  </a:lnTo>
                  <a:lnTo>
                    <a:pt x="86" y="11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5" y="2"/>
                  </a:lnTo>
                  <a:lnTo>
                    <a:pt x="96" y="2"/>
                  </a:lnTo>
                  <a:lnTo>
                    <a:pt x="99" y="2"/>
                  </a:lnTo>
                  <a:lnTo>
                    <a:pt x="101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10" y="9"/>
                  </a:lnTo>
                  <a:lnTo>
                    <a:pt x="113" y="9"/>
                  </a:lnTo>
                  <a:lnTo>
                    <a:pt x="121" y="12"/>
                  </a:lnTo>
                  <a:lnTo>
                    <a:pt x="133" y="12"/>
                  </a:lnTo>
                  <a:lnTo>
                    <a:pt x="138" y="6"/>
                  </a:lnTo>
                  <a:lnTo>
                    <a:pt x="139" y="6"/>
                  </a:lnTo>
                  <a:lnTo>
                    <a:pt x="139" y="6"/>
                  </a:lnTo>
                  <a:lnTo>
                    <a:pt x="145" y="8"/>
                  </a:lnTo>
                  <a:lnTo>
                    <a:pt x="161" y="3"/>
                  </a:lnTo>
                  <a:lnTo>
                    <a:pt x="161" y="3"/>
                  </a:lnTo>
                  <a:lnTo>
                    <a:pt x="161" y="3"/>
                  </a:lnTo>
                  <a:lnTo>
                    <a:pt x="164" y="5"/>
                  </a:lnTo>
                  <a:lnTo>
                    <a:pt x="169" y="3"/>
                  </a:lnTo>
                  <a:lnTo>
                    <a:pt x="169" y="2"/>
                  </a:lnTo>
                  <a:lnTo>
                    <a:pt x="169" y="2"/>
                  </a:lnTo>
                  <a:lnTo>
                    <a:pt x="170" y="2"/>
                  </a:lnTo>
                  <a:lnTo>
                    <a:pt x="173" y="2"/>
                  </a:lnTo>
                  <a:lnTo>
                    <a:pt x="176" y="0"/>
                  </a:lnTo>
                  <a:lnTo>
                    <a:pt x="179" y="0"/>
                  </a:lnTo>
                  <a:lnTo>
                    <a:pt x="182" y="0"/>
                  </a:lnTo>
                  <a:lnTo>
                    <a:pt x="184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38" name="UGANDA">
              <a:extLst>
                <a:ext uri="{FF2B5EF4-FFF2-40B4-BE49-F238E27FC236}">
                  <a16:creationId xmlns:a16="http://schemas.microsoft.com/office/drawing/2014/main" id="{988FDFB3-8959-066B-7DF6-3EE5AC255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01613" y="7206860"/>
              <a:ext cx="245277" cy="245277"/>
            </a:xfrm>
            <a:custGeom>
              <a:avLst/>
              <a:gdLst>
                <a:gd name="T0" fmla="*/ 55 w 71"/>
                <a:gd name="T1" fmla="*/ 0 h 71"/>
                <a:gd name="T2" fmla="*/ 55 w 71"/>
                <a:gd name="T3" fmla="*/ 0 h 71"/>
                <a:gd name="T4" fmla="*/ 61 w 71"/>
                <a:gd name="T5" fmla="*/ 1 h 71"/>
                <a:gd name="T6" fmla="*/ 61 w 71"/>
                <a:gd name="T7" fmla="*/ 1 h 71"/>
                <a:gd name="T8" fmla="*/ 64 w 71"/>
                <a:gd name="T9" fmla="*/ 12 h 71"/>
                <a:gd name="T10" fmla="*/ 68 w 71"/>
                <a:gd name="T11" fmla="*/ 16 h 71"/>
                <a:gd name="T12" fmla="*/ 71 w 71"/>
                <a:gd name="T13" fmla="*/ 25 h 71"/>
                <a:gd name="T14" fmla="*/ 68 w 71"/>
                <a:gd name="T15" fmla="*/ 34 h 71"/>
                <a:gd name="T16" fmla="*/ 56 w 71"/>
                <a:gd name="T17" fmla="*/ 50 h 71"/>
                <a:gd name="T18" fmla="*/ 56 w 71"/>
                <a:gd name="T19" fmla="*/ 50 h 71"/>
                <a:gd name="T20" fmla="*/ 55 w 71"/>
                <a:gd name="T21" fmla="*/ 50 h 71"/>
                <a:gd name="T22" fmla="*/ 54 w 71"/>
                <a:gd name="T23" fmla="*/ 50 h 71"/>
                <a:gd name="T24" fmla="*/ 51 w 71"/>
                <a:gd name="T25" fmla="*/ 50 h 71"/>
                <a:gd name="T26" fmla="*/ 48 w 71"/>
                <a:gd name="T27" fmla="*/ 49 h 71"/>
                <a:gd name="T28" fmla="*/ 48 w 71"/>
                <a:gd name="T29" fmla="*/ 49 h 71"/>
                <a:gd name="T30" fmla="*/ 45 w 71"/>
                <a:gd name="T31" fmla="*/ 53 h 71"/>
                <a:gd name="T32" fmla="*/ 45 w 71"/>
                <a:gd name="T33" fmla="*/ 53 h 71"/>
                <a:gd name="T34" fmla="*/ 43 w 71"/>
                <a:gd name="T35" fmla="*/ 53 h 71"/>
                <a:gd name="T36" fmla="*/ 39 w 71"/>
                <a:gd name="T37" fmla="*/ 52 h 71"/>
                <a:gd name="T38" fmla="*/ 30 w 71"/>
                <a:gd name="T39" fmla="*/ 55 h 71"/>
                <a:gd name="T40" fmla="*/ 28 w 71"/>
                <a:gd name="T41" fmla="*/ 65 h 71"/>
                <a:gd name="T42" fmla="*/ 27 w 71"/>
                <a:gd name="T43" fmla="*/ 66 h 71"/>
                <a:gd name="T44" fmla="*/ 11 w 71"/>
                <a:gd name="T45" fmla="*/ 66 h 71"/>
                <a:gd name="T46" fmla="*/ 6 w 71"/>
                <a:gd name="T47" fmla="*/ 71 h 71"/>
                <a:gd name="T48" fmla="*/ 5 w 71"/>
                <a:gd name="T49" fmla="*/ 71 h 71"/>
                <a:gd name="T50" fmla="*/ 0 w 71"/>
                <a:gd name="T51" fmla="*/ 69 h 71"/>
                <a:gd name="T52" fmla="*/ 0 w 71"/>
                <a:gd name="T53" fmla="*/ 69 h 71"/>
                <a:gd name="T54" fmla="*/ 2 w 71"/>
                <a:gd name="T55" fmla="*/ 47 h 71"/>
                <a:gd name="T56" fmla="*/ 11 w 71"/>
                <a:gd name="T57" fmla="*/ 37 h 71"/>
                <a:gd name="T58" fmla="*/ 11 w 71"/>
                <a:gd name="T59" fmla="*/ 37 h 71"/>
                <a:gd name="T60" fmla="*/ 11 w 71"/>
                <a:gd name="T61" fmla="*/ 37 h 71"/>
                <a:gd name="T62" fmla="*/ 12 w 71"/>
                <a:gd name="T63" fmla="*/ 37 h 71"/>
                <a:gd name="T64" fmla="*/ 13 w 71"/>
                <a:gd name="T65" fmla="*/ 38 h 71"/>
                <a:gd name="T66" fmla="*/ 19 w 71"/>
                <a:gd name="T67" fmla="*/ 31 h 71"/>
                <a:gd name="T68" fmla="*/ 19 w 71"/>
                <a:gd name="T69" fmla="*/ 23 h 71"/>
                <a:gd name="T70" fmla="*/ 15 w 71"/>
                <a:gd name="T71" fmla="*/ 19 h 71"/>
                <a:gd name="T72" fmla="*/ 13 w 71"/>
                <a:gd name="T73" fmla="*/ 19 h 71"/>
                <a:gd name="T74" fmla="*/ 15 w 71"/>
                <a:gd name="T75" fmla="*/ 6 h 71"/>
                <a:gd name="T76" fmla="*/ 15 w 71"/>
                <a:gd name="T77" fmla="*/ 6 h 71"/>
                <a:gd name="T78" fmla="*/ 49 w 71"/>
                <a:gd name="T79" fmla="*/ 3 h 71"/>
                <a:gd name="T80" fmla="*/ 55 w 71"/>
                <a:gd name="T81" fmla="*/ 0 h 71"/>
                <a:gd name="T82" fmla="*/ 55 w 71"/>
                <a:gd name="T8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1" h="71">
                  <a:moveTo>
                    <a:pt x="55" y="0"/>
                  </a:moveTo>
                  <a:lnTo>
                    <a:pt x="55" y="0"/>
                  </a:lnTo>
                  <a:lnTo>
                    <a:pt x="61" y="1"/>
                  </a:lnTo>
                  <a:lnTo>
                    <a:pt x="61" y="1"/>
                  </a:lnTo>
                  <a:lnTo>
                    <a:pt x="64" y="12"/>
                  </a:lnTo>
                  <a:lnTo>
                    <a:pt x="68" y="16"/>
                  </a:lnTo>
                  <a:lnTo>
                    <a:pt x="71" y="25"/>
                  </a:lnTo>
                  <a:lnTo>
                    <a:pt x="68" y="34"/>
                  </a:lnTo>
                  <a:lnTo>
                    <a:pt x="56" y="50"/>
                  </a:lnTo>
                  <a:lnTo>
                    <a:pt x="56" y="50"/>
                  </a:lnTo>
                  <a:lnTo>
                    <a:pt x="55" y="50"/>
                  </a:lnTo>
                  <a:lnTo>
                    <a:pt x="54" y="50"/>
                  </a:lnTo>
                  <a:lnTo>
                    <a:pt x="51" y="50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5" y="53"/>
                  </a:lnTo>
                  <a:lnTo>
                    <a:pt x="45" y="53"/>
                  </a:lnTo>
                  <a:lnTo>
                    <a:pt x="43" y="53"/>
                  </a:lnTo>
                  <a:lnTo>
                    <a:pt x="39" y="52"/>
                  </a:lnTo>
                  <a:lnTo>
                    <a:pt x="30" y="55"/>
                  </a:lnTo>
                  <a:lnTo>
                    <a:pt x="28" y="65"/>
                  </a:lnTo>
                  <a:lnTo>
                    <a:pt x="27" y="66"/>
                  </a:lnTo>
                  <a:lnTo>
                    <a:pt x="11" y="66"/>
                  </a:lnTo>
                  <a:lnTo>
                    <a:pt x="6" y="71"/>
                  </a:lnTo>
                  <a:lnTo>
                    <a:pt x="5" y="71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2" y="47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12" y="37"/>
                  </a:lnTo>
                  <a:lnTo>
                    <a:pt x="13" y="38"/>
                  </a:lnTo>
                  <a:lnTo>
                    <a:pt x="19" y="31"/>
                  </a:lnTo>
                  <a:lnTo>
                    <a:pt x="19" y="23"/>
                  </a:lnTo>
                  <a:lnTo>
                    <a:pt x="15" y="19"/>
                  </a:lnTo>
                  <a:lnTo>
                    <a:pt x="13" y="19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49" y="3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39" name="MALAWI">
              <a:extLst>
                <a:ext uri="{FF2B5EF4-FFF2-40B4-BE49-F238E27FC236}">
                  <a16:creationId xmlns:a16="http://schemas.microsoft.com/office/drawing/2014/main" id="{7958F6DB-C108-0B8F-76D2-F9F27C2FA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6344" y="7811422"/>
              <a:ext cx="148550" cy="355827"/>
            </a:xfrm>
            <a:custGeom>
              <a:avLst/>
              <a:gdLst>
                <a:gd name="T0" fmla="*/ 4 w 43"/>
                <a:gd name="T1" fmla="*/ 0 h 103"/>
                <a:gd name="T2" fmla="*/ 4 w 43"/>
                <a:gd name="T3" fmla="*/ 0 h 103"/>
                <a:gd name="T4" fmla="*/ 12 w 43"/>
                <a:gd name="T5" fmla="*/ 3 h 103"/>
                <a:gd name="T6" fmla="*/ 12 w 43"/>
                <a:gd name="T7" fmla="*/ 3 h 103"/>
                <a:gd name="T8" fmla="*/ 15 w 43"/>
                <a:gd name="T9" fmla="*/ 3 h 103"/>
                <a:gd name="T10" fmla="*/ 16 w 43"/>
                <a:gd name="T11" fmla="*/ 3 h 103"/>
                <a:gd name="T12" fmla="*/ 16 w 43"/>
                <a:gd name="T13" fmla="*/ 3 h 103"/>
                <a:gd name="T14" fmla="*/ 17 w 43"/>
                <a:gd name="T15" fmla="*/ 3 h 103"/>
                <a:gd name="T16" fmla="*/ 17 w 43"/>
                <a:gd name="T17" fmla="*/ 3 h 103"/>
                <a:gd name="T18" fmla="*/ 16 w 43"/>
                <a:gd name="T19" fmla="*/ 7 h 103"/>
                <a:gd name="T20" fmla="*/ 20 w 43"/>
                <a:gd name="T21" fmla="*/ 13 h 103"/>
                <a:gd name="T22" fmla="*/ 20 w 43"/>
                <a:gd name="T23" fmla="*/ 31 h 103"/>
                <a:gd name="T24" fmla="*/ 17 w 43"/>
                <a:gd name="T25" fmla="*/ 40 h 103"/>
                <a:gd name="T26" fmla="*/ 25 w 43"/>
                <a:gd name="T27" fmla="*/ 59 h 103"/>
                <a:gd name="T28" fmla="*/ 25 w 43"/>
                <a:gd name="T29" fmla="*/ 63 h 103"/>
                <a:gd name="T30" fmla="*/ 28 w 43"/>
                <a:gd name="T31" fmla="*/ 62 h 103"/>
                <a:gd name="T32" fmla="*/ 28 w 43"/>
                <a:gd name="T33" fmla="*/ 62 h 103"/>
                <a:gd name="T34" fmla="*/ 29 w 43"/>
                <a:gd name="T35" fmla="*/ 62 h 103"/>
                <a:gd name="T36" fmla="*/ 32 w 43"/>
                <a:gd name="T37" fmla="*/ 65 h 103"/>
                <a:gd name="T38" fmla="*/ 28 w 43"/>
                <a:gd name="T39" fmla="*/ 56 h 103"/>
                <a:gd name="T40" fmla="*/ 28 w 43"/>
                <a:gd name="T41" fmla="*/ 54 h 103"/>
                <a:gd name="T42" fmla="*/ 28 w 43"/>
                <a:gd name="T43" fmla="*/ 54 h 103"/>
                <a:gd name="T44" fmla="*/ 29 w 43"/>
                <a:gd name="T45" fmla="*/ 54 h 103"/>
                <a:gd name="T46" fmla="*/ 43 w 43"/>
                <a:gd name="T47" fmla="*/ 72 h 103"/>
                <a:gd name="T48" fmla="*/ 43 w 43"/>
                <a:gd name="T49" fmla="*/ 74 h 103"/>
                <a:gd name="T50" fmla="*/ 41 w 43"/>
                <a:gd name="T51" fmla="*/ 87 h 103"/>
                <a:gd name="T52" fmla="*/ 41 w 43"/>
                <a:gd name="T53" fmla="*/ 87 h 103"/>
                <a:gd name="T54" fmla="*/ 35 w 43"/>
                <a:gd name="T55" fmla="*/ 92 h 103"/>
                <a:gd name="T56" fmla="*/ 34 w 43"/>
                <a:gd name="T57" fmla="*/ 96 h 103"/>
                <a:gd name="T58" fmla="*/ 35 w 43"/>
                <a:gd name="T59" fmla="*/ 103 h 103"/>
                <a:gd name="T60" fmla="*/ 35 w 43"/>
                <a:gd name="T61" fmla="*/ 103 h 103"/>
                <a:gd name="T62" fmla="*/ 34 w 43"/>
                <a:gd name="T63" fmla="*/ 103 h 103"/>
                <a:gd name="T64" fmla="*/ 31 w 43"/>
                <a:gd name="T65" fmla="*/ 103 h 103"/>
                <a:gd name="T66" fmla="*/ 31 w 43"/>
                <a:gd name="T67" fmla="*/ 103 h 103"/>
                <a:gd name="T68" fmla="*/ 31 w 43"/>
                <a:gd name="T69" fmla="*/ 103 h 103"/>
                <a:gd name="T70" fmla="*/ 31 w 43"/>
                <a:gd name="T71" fmla="*/ 100 h 103"/>
                <a:gd name="T72" fmla="*/ 22 w 43"/>
                <a:gd name="T73" fmla="*/ 92 h 103"/>
                <a:gd name="T74" fmla="*/ 20 w 43"/>
                <a:gd name="T75" fmla="*/ 87 h 103"/>
                <a:gd name="T76" fmla="*/ 20 w 43"/>
                <a:gd name="T77" fmla="*/ 87 h 103"/>
                <a:gd name="T78" fmla="*/ 25 w 43"/>
                <a:gd name="T79" fmla="*/ 78 h 103"/>
                <a:gd name="T80" fmla="*/ 22 w 43"/>
                <a:gd name="T81" fmla="*/ 69 h 103"/>
                <a:gd name="T82" fmla="*/ 22 w 43"/>
                <a:gd name="T83" fmla="*/ 68 h 103"/>
                <a:gd name="T84" fmla="*/ 20 w 43"/>
                <a:gd name="T85" fmla="*/ 68 h 103"/>
                <a:gd name="T86" fmla="*/ 17 w 43"/>
                <a:gd name="T87" fmla="*/ 69 h 103"/>
                <a:gd name="T88" fmla="*/ 15 w 43"/>
                <a:gd name="T89" fmla="*/ 69 h 103"/>
                <a:gd name="T90" fmla="*/ 13 w 43"/>
                <a:gd name="T91" fmla="*/ 69 h 103"/>
                <a:gd name="T92" fmla="*/ 12 w 43"/>
                <a:gd name="T93" fmla="*/ 69 h 103"/>
                <a:gd name="T94" fmla="*/ 12 w 43"/>
                <a:gd name="T95" fmla="*/ 69 h 103"/>
                <a:gd name="T96" fmla="*/ 6 w 43"/>
                <a:gd name="T97" fmla="*/ 62 h 103"/>
                <a:gd name="T98" fmla="*/ 1 w 43"/>
                <a:gd name="T99" fmla="*/ 57 h 103"/>
                <a:gd name="T100" fmla="*/ 0 w 43"/>
                <a:gd name="T101" fmla="*/ 56 h 103"/>
                <a:gd name="T102" fmla="*/ 4 w 43"/>
                <a:gd name="T103" fmla="*/ 44 h 103"/>
                <a:gd name="T104" fmla="*/ 9 w 43"/>
                <a:gd name="T105" fmla="*/ 41 h 103"/>
                <a:gd name="T106" fmla="*/ 7 w 43"/>
                <a:gd name="T107" fmla="*/ 38 h 103"/>
                <a:gd name="T108" fmla="*/ 7 w 43"/>
                <a:gd name="T109" fmla="*/ 29 h 103"/>
                <a:gd name="T110" fmla="*/ 9 w 43"/>
                <a:gd name="T111" fmla="*/ 20 h 103"/>
                <a:gd name="T112" fmla="*/ 12 w 43"/>
                <a:gd name="T113" fmla="*/ 17 h 103"/>
                <a:gd name="T114" fmla="*/ 4 w 43"/>
                <a:gd name="T115" fmla="*/ 1 h 103"/>
                <a:gd name="T116" fmla="*/ 4 w 43"/>
                <a:gd name="T117" fmla="*/ 0 h 103"/>
                <a:gd name="T118" fmla="*/ 4 w 43"/>
                <a:gd name="T119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3" h="103">
                  <a:moveTo>
                    <a:pt x="4" y="0"/>
                  </a:moveTo>
                  <a:lnTo>
                    <a:pt x="4" y="0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5" y="3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17" y="3"/>
                  </a:lnTo>
                  <a:lnTo>
                    <a:pt x="17" y="3"/>
                  </a:lnTo>
                  <a:lnTo>
                    <a:pt x="16" y="7"/>
                  </a:lnTo>
                  <a:lnTo>
                    <a:pt x="20" y="13"/>
                  </a:lnTo>
                  <a:lnTo>
                    <a:pt x="20" y="31"/>
                  </a:lnTo>
                  <a:lnTo>
                    <a:pt x="17" y="40"/>
                  </a:lnTo>
                  <a:lnTo>
                    <a:pt x="25" y="59"/>
                  </a:lnTo>
                  <a:lnTo>
                    <a:pt x="25" y="63"/>
                  </a:lnTo>
                  <a:lnTo>
                    <a:pt x="28" y="62"/>
                  </a:lnTo>
                  <a:lnTo>
                    <a:pt x="28" y="62"/>
                  </a:lnTo>
                  <a:lnTo>
                    <a:pt x="29" y="62"/>
                  </a:lnTo>
                  <a:lnTo>
                    <a:pt x="32" y="65"/>
                  </a:lnTo>
                  <a:lnTo>
                    <a:pt x="28" y="56"/>
                  </a:lnTo>
                  <a:lnTo>
                    <a:pt x="28" y="54"/>
                  </a:lnTo>
                  <a:lnTo>
                    <a:pt x="28" y="54"/>
                  </a:lnTo>
                  <a:lnTo>
                    <a:pt x="29" y="54"/>
                  </a:lnTo>
                  <a:lnTo>
                    <a:pt x="43" y="72"/>
                  </a:lnTo>
                  <a:lnTo>
                    <a:pt x="43" y="74"/>
                  </a:lnTo>
                  <a:lnTo>
                    <a:pt x="41" y="87"/>
                  </a:lnTo>
                  <a:lnTo>
                    <a:pt x="41" y="87"/>
                  </a:lnTo>
                  <a:lnTo>
                    <a:pt x="35" y="92"/>
                  </a:lnTo>
                  <a:lnTo>
                    <a:pt x="34" y="96"/>
                  </a:lnTo>
                  <a:lnTo>
                    <a:pt x="35" y="103"/>
                  </a:lnTo>
                  <a:lnTo>
                    <a:pt x="35" y="103"/>
                  </a:lnTo>
                  <a:lnTo>
                    <a:pt x="34" y="103"/>
                  </a:lnTo>
                  <a:lnTo>
                    <a:pt x="31" y="103"/>
                  </a:lnTo>
                  <a:lnTo>
                    <a:pt x="31" y="103"/>
                  </a:lnTo>
                  <a:lnTo>
                    <a:pt x="31" y="103"/>
                  </a:lnTo>
                  <a:lnTo>
                    <a:pt x="31" y="100"/>
                  </a:lnTo>
                  <a:lnTo>
                    <a:pt x="22" y="92"/>
                  </a:lnTo>
                  <a:lnTo>
                    <a:pt x="20" y="87"/>
                  </a:lnTo>
                  <a:lnTo>
                    <a:pt x="20" y="87"/>
                  </a:lnTo>
                  <a:lnTo>
                    <a:pt x="25" y="78"/>
                  </a:lnTo>
                  <a:lnTo>
                    <a:pt x="22" y="69"/>
                  </a:lnTo>
                  <a:lnTo>
                    <a:pt x="22" y="68"/>
                  </a:lnTo>
                  <a:lnTo>
                    <a:pt x="20" y="68"/>
                  </a:lnTo>
                  <a:lnTo>
                    <a:pt x="17" y="69"/>
                  </a:lnTo>
                  <a:lnTo>
                    <a:pt x="15" y="69"/>
                  </a:lnTo>
                  <a:lnTo>
                    <a:pt x="13" y="69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6" y="62"/>
                  </a:lnTo>
                  <a:lnTo>
                    <a:pt x="1" y="57"/>
                  </a:lnTo>
                  <a:lnTo>
                    <a:pt x="0" y="56"/>
                  </a:lnTo>
                  <a:lnTo>
                    <a:pt x="4" y="44"/>
                  </a:lnTo>
                  <a:lnTo>
                    <a:pt x="9" y="41"/>
                  </a:lnTo>
                  <a:lnTo>
                    <a:pt x="7" y="38"/>
                  </a:lnTo>
                  <a:lnTo>
                    <a:pt x="7" y="29"/>
                  </a:lnTo>
                  <a:lnTo>
                    <a:pt x="9" y="20"/>
                  </a:lnTo>
                  <a:lnTo>
                    <a:pt x="12" y="17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40" name="MOZAMBIQUE">
              <a:extLst>
                <a:ext uri="{FF2B5EF4-FFF2-40B4-BE49-F238E27FC236}">
                  <a16:creationId xmlns:a16="http://schemas.microsoft.com/office/drawing/2014/main" id="{DB2D8647-9A64-5929-F244-25FC0C7B2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11978" y="7856331"/>
              <a:ext cx="487102" cy="777292"/>
            </a:xfrm>
            <a:custGeom>
              <a:avLst/>
              <a:gdLst>
                <a:gd name="T0" fmla="*/ 138 w 141"/>
                <a:gd name="T1" fmla="*/ 0 h 225"/>
                <a:gd name="T2" fmla="*/ 141 w 141"/>
                <a:gd name="T3" fmla="*/ 7 h 225"/>
                <a:gd name="T4" fmla="*/ 136 w 141"/>
                <a:gd name="T5" fmla="*/ 34 h 225"/>
                <a:gd name="T6" fmla="*/ 138 w 141"/>
                <a:gd name="T7" fmla="*/ 50 h 225"/>
                <a:gd name="T8" fmla="*/ 141 w 141"/>
                <a:gd name="T9" fmla="*/ 58 h 225"/>
                <a:gd name="T10" fmla="*/ 136 w 141"/>
                <a:gd name="T11" fmla="*/ 64 h 225"/>
                <a:gd name="T12" fmla="*/ 138 w 141"/>
                <a:gd name="T13" fmla="*/ 65 h 225"/>
                <a:gd name="T14" fmla="*/ 128 w 141"/>
                <a:gd name="T15" fmla="*/ 80 h 225"/>
                <a:gd name="T16" fmla="*/ 128 w 141"/>
                <a:gd name="T17" fmla="*/ 83 h 225"/>
                <a:gd name="T18" fmla="*/ 96 w 141"/>
                <a:gd name="T19" fmla="*/ 98 h 225"/>
                <a:gd name="T20" fmla="*/ 88 w 141"/>
                <a:gd name="T21" fmla="*/ 107 h 225"/>
                <a:gd name="T22" fmla="*/ 82 w 141"/>
                <a:gd name="T23" fmla="*/ 116 h 225"/>
                <a:gd name="T24" fmla="*/ 82 w 141"/>
                <a:gd name="T25" fmla="*/ 116 h 225"/>
                <a:gd name="T26" fmla="*/ 79 w 141"/>
                <a:gd name="T27" fmla="*/ 113 h 225"/>
                <a:gd name="T28" fmla="*/ 61 w 141"/>
                <a:gd name="T29" fmla="*/ 129 h 225"/>
                <a:gd name="T30" fmla="*/ 65 w 141"/>
                <a:gd name="T31" fmla="*/ 142 h 225"/>
                <a:gd name="T32" fmla="*/ 71 w 141"/>
                <a:gd name="T33" fmla="*/ 160 h 225"/>
                <a:gd name="T34" fmla="*/ 71 w 141"/>
                <a:gd name="T35" fmla="*/ 160 h 225"/>
                <a:gd name="T36" fmla="*/ 68 w 141"/>
                <a:gd name="T37" fmla="*/ 185 h 225"/>
                <a:gd name="T38" fmla="*/ 71 w 141"/>
                <a:gd name="T39" fmla="*/ 184 h 225"/>
                <a:gd name="T40" fmla="*/ 71 w 141"/>
                <a:gd name="T41" fmla="*/ 184 h 225"/>
                <a:gd name="T42" fmla="*/ 62 w 141"/>
                <a:gd name="T43" fmla="*/ 197 h 225"/>
                <a:gd name="T44" fmla="*/ 33 w 141"/>
                <a:gd name="T45" fmla="*/ 215 h 225"/>
                <a:gd name="T46" fmla="*/ 37 w 141"/>
                <a:gd name="T47" fmla="*/ 215 h 225"/>
                <a:gd name="T48" fmla="*/ 37 w 141"/>
                <a:gd name="T49" fmla="*/ 215 h 225"/>
                <a:gd name="T50" fmla="*/ 39 w 141"/>
                <a:gd name="T51" fmla="*/ 225 h 225"/>
                <a:gd name="T52" fmla="*/ 27 w 141"/>
                <a:gd name="T53" fmla="*/ 225 h 225"/>
                <a:gd name="T54" fmla="*/ 25 w 141"/>
                <a:gd name="T55" fmla="*/ 212 h 225"/>
                <a:gd name="T56" fmla="*/ 19 w 141"/>
                <a:gd name="T57" fmla="*/ 166 h 225"/>
                <a:gd name="T58" fmla="*/ 27 w 141"/>
                <a:gd name="T59" fmla="*/ 153 h 225"/>
                <a:gd name="T60" fmla="*/ 34 w 141"/>
                <a:gd name="T61" fmla="*/ 116 h 225"/>
                <a:gd name="T62" fmla="*/ 39 w 141"/>
                <a:gd name="T63" fmla="*/ 95 h 225"/>
                <a:gd name="T64" fmla="*/ 18 w 141"/>
                <a:gd name="T65" fmla="*/ 76 h 225"/>
                <a:gd name="T66" fmla="*/ 3 w 141"/>
                <a:gd name="T67" fmla="*/ 74 h 225"/>
                <a:gd name="T68" fmla="*/ 0 w 141"/>
                <a:gd name="T69" fmla="*/ 64 h 225"/>
                <a:gd name="T70" fmla="*/ 0 w 141"/>
                <a:gd name="T71" fmla="*/ 62 h 225"/>
                <a:gd name="T72" fmla="*/ 42 w 141"/>
                <a:gd name="T73" fmla="*/ 47 h 225"/>
                <a:gd name="T74" fmla="*/ 48 w 141"/>
                <a:gd name="T75" fmla="*/ 55 h 225"/>
                <a:gd name="T76" fmla="*/ 52 w 141"/>
                <a:gd name="T77" fmla="*/ 55 h 225"/>
                <a:gd name="T78" fmla="*/ 56 w 141"/>
                <a:gd name="T79" fmla="*/ 53 h 225"/>
                <a:gd name="T80" fmla="*/ 58 w 141"/>
                <a:gd name="T81" fmla="*/ 53 h 225"/>
                <a:gd name="T82" fmla="*/ 61 w 141"/>
                <a:gd name="T83" fmla="*/ 65 h 225"/>
                <a:gd name="T84" fmla="*/ 59 w 141"/>
                <a:gd name="T85" fmla="*/ 79 h 225"/>
                <a:gd name="T86" fmla="*/ 68 w 141"/>
                <a:gd name="T87" fmla="*/ 87 h 225"/>
                <a:gd name="T88" fmla="*/ 70 w 141"/>
                <a:gd name="T89" fmla="*/ 89 h 225"/>
                <a:gd name="T90" fmla="*/ 70 w 141"/>
                <a:gd name="T91" fmla="*/ 79 h 225"/>
                <a:gd name="T92" fmla="*/ 76 w 141"/>
                <a:gd name="T93" fmla="*/ 74 h 225"/>
                <a:gd name="T94" fmla="*/ 64 w 141"/>
                <a:gd name="T95" fmla="*/ 43 h 225"/>
                <a:gd name="T96" fmla="*/ 65 w 141"/>
                <a:gd name="T97" fmla="*/ 15 h 225"/>
                <a:gd name="T98" fmla="*/ 79 w 141"/>
                <a:gd name="T99" fmla="*/ 13 h 225"/>
                <a:gd name="T100" fmla="*/ 101 w 141"/>
                <a:gd name="T101" fmla="*/ 15 h 225"/>
                <a:gd name="T102" fmla="*/ 110 w 141"/>
                <a:gd name="T103" fmla="*/ 10 h 225"/>
                <a:gd name="T104" fmla="*/ 117 w 141"/>
                <a:gd name="T105" fmla="*/ 12 h 225"/>
                <a:gd name="T106" fmla="*/ 136 w 141"/>
                <a:gd name="T107" fmla="*/ 1 h 225"/>
                <a:gd name="T108" fmla="*/ 138 w 141"/>
                <a:gd name="T109" fmla="*/ 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1" h="225">
                  <a:moveTo>
                    <a:pt x="138" y="0"/>
                  </a:moveTo>
                  <a:lnTo>
                    <a:pt x="138" y="0"/>
                  </a:lnTo>
                  <a:lnTo>
                    <a:pt x="141" y="7"/>
                  </a:lnTo>
                  <a:lnTo>
                    <a:pt x="141" y="7"/>
                  </a:lnTo>
                  <a:lnTo>
                    <a:pt x="136" y="19"/>
                  </a:lnTo>
                  <a:lnTo>
                    <a:pt x="136" y="34"/>
                  </a:lnTo>
                  <a:lnTo>
                    <a:pt x="136" y="50"/>
                  </a:lnTo>
                  <a:lnTo>
                    <a:pt x="138" y="50"/>
                  </a:lnTo>
                  <a:lnTo>
                    <a:pt x="138" y="50"/>
                  </a:lnTo>
                  <a:lnTo>
                    <a:pt x="141" y="58"/>
                  </a:lnTo>
                  <a:lnTo>
                    <a:pt x="141" y="58"/>
                  </a:lnTo>
                  <a:lnTo>
                    <a:pt x="136" y="64"/>
                  </a:lnTo>
                  <a:lnTo>
                    <a:pt x="138" y="65"/>
                  </a:lnTo>
                  <a:lnTo>
                    <a:pt x="138" y="65"/>
                  </a:lnTo>
                  <a:lnTo>
                    <a:pt x="138" y="70"/>
                  </a:lnTo>
                  <a:lnTo>
                    <a:pt x="128" y="80"/>
                  </a:lnTo>
                  <a:lnTo>
                    <a:pt x="128" y="82"/>
                  </a:lnTo>
                  <a:lnTo>
                    <a:pt x="128" y="83"/>
                  </a:lnTo>
                  <a:lnTo>
                    <a:pt x="117" y="90"/>
                  </a:lnTo>
                  <a:lnTo>
                    <a:pt x="96" y="98"/>
                  </a:lnTo>
                  <a:lnTo>
                    <a:pt x="86" y="105"/>
                  </a:lnTo>
                  <a:lnTo>
                    <a:pt x="88" y="107"/>
                  </a:lnTo>
                  <a:lnTo>
                    <a:pt x="88" y="108"/>
                  </a:lnTo>
                  <a:lnTo>
                    <a:pt x="82" y="116"/>
                  </a:lnTo>
                  <a:lnTo>
                    <a:pt x="82" y="116"/>
                  </a:lnTo>
                  <a:lnTo>
                    <a:pt x="82" y="116"/>
                  </a:lnTo>
                  <a:lnTo>
                    <a:pt x="80" y="116"/>
                  </a:lnTo>
                  <a:lnTo>
                    <a:pt x="79" y="113"/>
                  </a:lnTo>
                  <a:lnTo>
                    <a:pt x="79" y="116"/>
                  </a:lnTo>
                  <a:lnTo>
                    <a:pt x="61" y="129"/>
                  </a:lnTo>
                  <a:lnTo>
                    <a:pt x="61" y="138"/>
                  </a:lnTo>
                  <a:lnTo>
                    <a:pt x="65" y="142"/>
                  </a:lnTo>
                  <a:lnTo>
                    <a:pt x="70" y="160"/>
                  </a:lnTo>
                  <a:lnTo>
                    <a:pt x="71" y="160"/>
                  </a:lnTo>
                  <a:lnTo>
                    <a:pt x="71" y="160"/>
                  </a:lnTo>
                  <a:lnTo>
                    <a:pt x="71" y="160"/>
                  </a:lnTo>
                  <a:lnTo>
                    <a:pt x="73" y="160"/>
                  </a:lnTo>
                  <a:lnTo>
                    <a:pt x="68" y="185"/>
                  </a:lnTo>
                  <a:lnTo>
                    <a:pt x="70" y="184"/>
                  </a:lnTo>
                  <a:lnTo>
                    <a:pt x="71" y="184"/>
                  </a:lnTo>
                  <a:lnTo>
                    <a:pt x="71" y="184"/>
                  </a:lnTo>
                  <a:lnTo>
                    <a:pt x="71" y="184"/>
                  </a:lnTo>
                  <a:lnTo>
                    <a:pt x="71" y="188"/>
                  </a:lnTo>
                  <a:lnTo>
                    <a:pt x="62" y="197"/>
                  </a:lnTo>
                  <a:lnTo>
                    <a:pt x="37" y="209"/>
                  </a:lnTo>
                  <a:lnTo>
                    <a:pt x="33" y="215"/>
                  </a:lnTo>
                  <a:lnTo>
                    <a:pt x="36" y="218"/>
                  </a:lnTo>
                  <a:lnTo>
                    <a:pt x="37" y="215"/>
                  </a:lnTo>
                  <a:lnTo>
                    <a:pt x="37" y="215"/>
                  </a:lnTo>
                  <a:lnTo>
                    <a:pt x="37" y="215"/>
                  </a:lnTo>
                  <a:lnTo>
                    <a:pt x="39" y="216"/>
                  </a:lnTo>
                  <a:lnTo>
                    <a:pt x="39" y="225"/>
                  </a:lnTo>
                  <a:lnTo>
                    <a:pt x="37" y="225"/>
                  </a:lnTo>
                  <a:lnTo>
                    <a:pt x="27" y="225"/>
                  </a:lnTo>
                  <a:lnTo>
                    <a:pt x="27" y="225"/>
                  </a:lnTo>
                  <a:lnTo>
                    <a:pt x="25" y="212"/>
                  </a:lnTo>
                  <a:lnTo>
                    <a:pt x="24" y="190"/>
                  </a:lnTo>
                  <a:lnTo>
                    <a:pt x="19" y="166"/>
                  </a:lnTo>
                  <a:lnTo>
                    <a:pt x="21" y="159"/>
                  </a:lnTo>
                  <a:lnTo>
                    <a:pt x="27" y="153"/>
                  </a:lnTo>
                  <a:lnTo>
                    <a:pt x="37" y="129"/>
                  </a:lnTo>
                  <a:lnTo>
                    <a:pt x="34" y="116"/>
                  </a:lnTo>
                  <a:lnTo>
                    <a:pt x="39" y="105"/>
                  </a:lnTo>
                  <a:lnTo>
                    <a:pt x="39" y="95"/>
                  </a:lnTo>
                  <a:lnTo>
                    <a:pt x="34" y="83"/>
                  </a:lnTo>
                  <a:lnTo>
                    <a:pt x="18" y="76"/>
                  </a:lnTo>
                  <a:lnTo>
                    <a:pt x="5" y="74"/>
                  </a:lnTo>
                  <a:lnTo>
                    <a:pt x="3" y="74"/>
                  </a:lnTo>
                  <a:lnTo>
                    <a:pt x="3" y="70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42" y="49"/>
                  </a:lnTo>
                  <a:lnTo>
                    <a:pt x="42" y="47"/>
                  </a:lnTo>
                  <a:lnTo>
                    <a:pt x="42" y="49"/>
                  </a:lnTo>
                  <a:lnTo>
                    <a:pt x="48" y="55"/>
                  </a:lnTo>
                  <a:lnTo>
                    <a:pt x="49" y="55"/>
                  </a:lnTo>
                  <a:lnTo>
                    <a:pt x="52" y="55"/>
                  </a:lnTo>
                  <a:lnTo>
                    <a:pt x="53" y="55"/>
                  </a:lnTo>
                  <a:lnTo>
                    <a:pt x="56" y="53"/>
                  </a:lnTo>
                  <a:lnTo>
                    <a:pt x="58" y="53"/>
                  </a:lnTo>
                  <a:lnTo>
                    <a:pt x="58" y="53"/>
                  </a:lnTo>
                  <a:lnTo>
                    <a:pt x="59" y="56"/>
                  </a:lnTo>
                  <a:lnTo>
                    <a:pt x="61" y="65"/>
                  </a:lnTo>
                  <a:lnTo>
                    <a:pt x="58" y="74"/>
                  </a:lnTo>
                  <a:lnTo>
                    <a:pt x="59" y="79"/>
                  </a:lnTo>
                  <a:lnTo>
                    <a:pt x="68" y="86"/>
                  </a:lnTo>
                  <a:lnTo>
                    <a:pt x="68" y="87"/>
                  </a:lnTo>
                  <a:lnTo>
                    <a:pt x="68" y="89"/>
                  </a:lnTo>
                  <a:lnTo>
                    <a:pt x="70" y="89"/>
                  </a:lnTo>
                  <a:lnTo>
                    <a:pt x="68" y="83"/>
                  </a:lnTo>
                  <a:lnTo>
                    <a:pt x="70" y="79"/>
                  </a:lnTo>
                  <a:lnTo>
                    <a:pt x="70" y="79"/>
                  </a:lnTo>
                  <a:lnTo>
                    <a:pt x="76" y="74"/>
                  </a:lnTo>
                  <a:lnTo>
                    <a:pt x="77" y="61"/>
                  </a:lnTo>
                  <a:lnTo>
                    <a:pt x="64" y="43"/>
                  </a:lnTo>
                  <a:lnTo>
                    <a:pt x="61" y="27"/>
                  </a:lnTo>
                  <a:lnTo>
                    <a:pt x="65" y="15"/>
                  </a:lnTo>
                  <a:lnTo>
                    <a:pt x="65" y="15"/>
                  </a:lnTo>
                  <a:lnTo>
                    <a:pt x="79" y="13"/>
                  </a:lnTo>
                  <a:lnTo>
                    <a:pt x="85" y="18"/>
                  </a:lnTo>
                  <a:lnTo>
                    <a:pt x="101" y="15"/>
                  </a:lnTo>
                  <a:lnTo>
                    <a:pt x="110" y="10"/>
                  </a:lnTo>
                  <a:lnTo>
                    <a:pt x="110" y="10"/>
                  </a:lnTo>
                  <a:lnTo>
                    <a:pt x="110" y="10"/>
                  </a:lnTo>
                  <a:lnTo>
                    <a:pt x="117" y="12"/>
                  </a:lnTo>
                  <a:lnTo>
                    <a:pt x="131" y="7"/>
                  </a:lnTo>
                  <a:lnTo>
                    <a:pt x="136" y="1"/>
                  </a:lnTo>
                  <a:lnTo>
                    <a:pt x="136" y="0"/>
                  </a:lnTo>
                  <a:lnTo>
                    <a:pt x="138" y="0"/>
                  </a:lnTo>
                  <a:lnTo>
                    <a:pt x="13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41" name="TANZANIA">
              <a:extLst>
                <a:ext uri="{FF2B5EF4-FFF2-40B4-BE49-F238E27FC236}">
                  <a16:creationId xmlns:a16="http://schemas.microsoft.com/office/drawing/2014/main" id="{F3BBCEEB-0988-133D-5716-8047D00BD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8159" y="7431412"/>
              <a:ext cx="490558" cy="487102"/>
            </a:xfrm>
            <a:custGeom>
              <a:avLst/>
              <a:gdLst>
                <a:gd name="T0" fmla="*/ 29 w 142"/>
                <a:gd name="T1" fmla="*/ 0 h 141"/>
                <a:gd name="T2" fmla="*/ 28 w 142"/>
                <a:gd name="T3" fmla="*/ 15 h 141"/>
                <a:gd name="T4" fmla="*/ 34 w 142"/>
                <a:gd name="T5" fmla="*/ 21 h 141"/>
                <a:gd name="T6" fmla="*/ 34 w 142"/>
                <a:gd name="T7" fmla="*/ 16 h 141"/>
                <a:gd name="T8" fmla="*/ 35 w 142"/>
                <a:gd name="T9" fmla="*/ 16 h 141"/>
                <a:gd name="T10" fmla="*/ 41 w 142"/>
                <a:gd name="T11" fmla="*/ 21 h 141"/>
                <a:gd name="T12" fmla="*/ 43 w 142"/>
                <a:gd name="T13" fmla="*/ 21 h 141"/>
                <a:gd name="T14" fmla="*/ 43 w 142"/>
                <a:gd name="T15" fmla="*/ 22 h 141"/>
                <a:gd name="T16" fmla="*/ 44 w 142"/>
                <a:gd name="T17" fmla="*/ 19 h 141"/>
                <a:gd name="T18" fmla="*/ 49 w 142"/>
                <a:gd name="T19" fmla="*/ 15 h 141"/>
                <a:gd name="T20" fmla="*/ 47 w 142"/>
                <a:gd name="T21" fmla="*/ 13 h 141"/>
                <a:gd name="T22" fmla="*/ 60 w 142"/>
                <a:gd name="T23" fmla="*/ 0 h 141"/>
                <a:gd name="T24" fmla="*/ 105 w 142"/>
                <a:gd name="T25" fmla="*/ 27 h 141"/>
                <a:gd name="T26" fmla="*/ 109 w 142"/>
                <a:gd name="T27" fmla="*/ 37 h 141"/>
                <a:gd name="T28" fmla="*/ 127 w 142"/>
                <a:gd name="T29" fmla="*/ 49 h 141"/>
                <a:gd name="T30" fmla="*/ 132 w 142"/>
                <a:gd name="T31" fmla="*/ 80 h 141"/>
                <a:gd name="T32" fmla="*/ 127 w 142"/>
                <a:gd name="T33" fmla="*/ 96 h 141"/>
                <a:gd name="T34" fmla="*/ 135 w 142"/>
                <a:gd name="T35" fmla="*/ 119 h 141"/>
                <a:gd name="T36" fmla="*/ 142 w 142"/>
                <a:gd name="T37" fmla="*/ 123 h 141"/>
                <a:gd name="T38" fmla="*/ 142 w 142"/>
                <a:gd name="T39" fmla="*/ 126 h 141"/>
                <a:gd name="T40" fmla="*/ 121 w 142"/>
                <a:gd name="T41" fmla="*/ 136 h 141"/>
                <a:gd name="T42" fmla="*/ 105 w 142"/>
                <a:gd name="T43" fmla="*/ 139 h 141"/>
                <a:gd name="T44" fmla="*/ 102 w 142"/>
                <a:gd name="T45" fmla="*/ 139 h 141"/>
                <a:gd name="T46" fmla="*/ 95 w 142"/>
                <a:gd name="T47" fmla="*/ 141 h 141"/>
                <a:gd name="T48" fmla="*/ 90 w 142"/>
                <a:gd name="T49" fmla="*/ 141 h 141"/>
                <a:gd name="T50" fmla="*/ 89 w 142"/>
                <a:gd name="T51" fmla="*/ 141 h 141"/>
                <a:gd name="T52" fmla="*/ 81 w 142"/>
                <a:gd name="T53" fmla="*/ 138 h 141"/>
                <a:gd name="T54" fmla="*/ 75 w 142"/>
                <a:gd name="T55" fmla="*/ 139 h 141"/>
                <a:gd name="T56" fmla="*/ 71 w 142"/>
                <a:gd name="T57" fmla="*/ 139 h 141"/>
                <a:gd name="T58" fmla="*/ 69 w 142"/>
                <a:gd name="T59" fmla="*/ 139 h 141"/>
                <a:gd name="T60" fmla="*/ 62 w 142"/>
                <a:gd name="T61" fmla="*/ 119 h 141"/>
                <a:gd name="T62" fmla="*/ 52 w 142"/>
                <a:gd name="T63" fmla="*/ 114 h 141"/>
                <a:gd name="T64" fmla="*/ 19 w 142"/>
                <a:gd name="T65" fmla="*/ 101 h 141"/>
                <a:gd name="T66" fmla="*/ 12 w 142"/>
                <a:gd name="T67" fmla="*/ 84 h 141"/>
                <a:gd name="T68" fmla="*/ 3 w 142"/>
                <a:gd name="T69" fmla="*/ 71 h 141"/>
                <a:gd name="T70" fmla="*/ 4 w 142"/>
                <a:gd name="T71" fmla="*/ 64 h 141"/>
                <a:gd name="T72" fmla="*/ 1 w 142"/>
                <a:gd name="T73" fmla="*/ 44 h 141"/>
                <a:gd name="T74" fmla="*/ 14 w 142"/>
                <a:gd name="T75" fmla="*/ 30 h 141"/>
                <a:gd name="T76" fmla="*/ 12 w 142"/>
                <a:gd name="T77" fmla="*/ 22 h 141"/>
                <a:gd name="T78" fmla="*/ 16 w 142"/>
                <a:gd name="T79" fmla="*/ 13 h 141"/>
                <a:gd name="T80" fmla="*/ 10 w 142"/>
                <a:gd name="T81" fmla="*/ 0 h 141"/>
                <a:gd name="T82" fmla="*/ 12 w 142"/>
                <a:gd name="T83" fmla="*/ 0 h 141"/>
                <a:gd name="T84" fmla="*/ 17 w 142"/>
                <a:gd name="T85" fmla="*/ 0 h 141"/>
                <a:gd name="T86" fmla="*/ 25 w 142"/>
                <a:gd name="T87" fmla="*/ 0 h 141"/>
                <a:gd name="T88" fmla="*/ 28 w 142"/>
                <a:gd name="T89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2" h="141">
                  <a:moveTo>
                    <a:pt x="28" y="0"/>
                  </a:moveTo>
                  <a:lnTo>
                    <a:pt x="29" y="0"/>
                  </a:lnTo>
                  <a:lnTo>
                    <a:pt x="29" y="0"/>
                  </a:lnTo>
                  <a:lnTo>
                    <a:pt x="28" y="15"/>
                  </a:lnTo>
                  <a:lnTo>
                    <a:pt x="29" y="22"/>
                  </a:lnTo>
                  <a:lnTo>
                    <a:pt x="34" y="21"/>
                  </a:lnTo>
                  <a:lnTo>
                    <a:pt x="34" y="16"/>
                  </a:lnTo>
                  <a:lnTo>
                    <a:pt x="34" y="16"/>
                  </a:lnTo>
                  <a:lnTo>
                    <a:pt x="34" y="16"/>
                  </a:lnTo>
                  <a:lnTo>
                    <a:pt x="35" y="16"/>
                  </a:lnTo>
                  <a:lnTo>
                    <a:pt x="40" y="21"/>
                  </a:lnTo>
                  <a:lnTo>
                    <a:pt x="41" y="21"/>
                  </a:lnTo>
                  <a:lnTo>
                    <a:pt x="41" y="21"/>
                  </a:lnTo>
                  <a:lnTo>
                    <a:pt x="43" y="21"/>
                  </a:lnTo>
                  <a:lnTo>
                    <a:pt x="43" y="21"/>
                  </a:lnTo>
                  <a:lnTo>
                    <a:pt x="43" y="22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53" y="16"/>
                  </a:lnTo>
                  <a:lnTo>
                    <a:pt x="49" y="15"/>
                  </a:lnTo>
                  <a:lnTo>
                    <a:pt x="47" y="15"/>
                  </a:lnTo>
                  <a:lnTo>
                    <a:pt x="47" y="13"/>
                  </a:lnTo>
                  <a:lnTo>
                    <a:pt x="59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105" y="27"/>
                  </a:lnTo>
                  <a:lnTo>
                    <a:pt x="106" y="27"/>
                  </a:lnTo>
                  <a:lnTo>
                    <a:pt x="109" y="37"/>
                  </a:lnTo>
                  <a:lnTo>
                    <a:pt x="127" y="47"/>
                  </a:lnTo>
                  <a:lnTo>
                    <a:pt x="127" y="49"/>
                  </a:lnTo>
                  <a:lnTo>
                    <a:pt x="123" y="70"/>
                  </a:lnTo>
                  <a:lnTo>
                    <a:pt x="132" y="80"/>
                  </a:lnTo>
                  <a:lnTo>
                    <a:pt x="132" y="80"/>
                  </a:lnTo>
                  <a:lnTo>
                    <a:pt x="127" y="96"/>
                  </a:lnTo>
                  <a:lnTo>
                    <a:pt x="129" y="104"/>
                  </a:lnTo>
                  <a:lnTo>
                    <a:pt x="135" y="119"/>
                  </a:lnTo>
                  <a:lnTo>
                    <a:pt x="142" y="123"/>
                  </a:lnTo>
                  <a:lnTo>
                    <a:pt x="142" y="123"/>
                  </a:lnTo>
                  <a:lnTo>
                    <a:pt x="142" y="126"/>
                  </a:lnTo>
                  <a:lnTo>
                    <a:pt x="142" y="126"/>
                  </a:lnTo>
                  <a:lnTo>
                    <a:pt x="136" y="132"/>
                  </a:lnTo>
                  <a:lnTo>
                    <a:pt x="121" y="136"/>
                  </a:lnTo>
                  <a:lnTo>
                    <a:pt x="114" y="135"/>
                  </a:lnTo>
                  <a:lnTo>
                    <a:pt x="105" y="139"/>
                  </a:lnTo>
                  <a:lnTo>
                    <a:pt x="103" y="139"/>
                  </a:lnTo>
                  <a:lnTo>
                    <a:pt x="102" y="139"/>
                  </a:lnTo>
                  <a:lnTo>
                    <a:pt x="99" y="141"/>
                  </a:lnTo>
                  <a:lnTo>
                    <a:pt x="95" y="141"/>
                  </a:lnTo>
                  <a:lnTo>
                    <a:pt x="92" y="141"/>
                  </a:lnTo>
                  <a:lnTo>
                    <a:pt x="90" y="141"/>
                  </a:lnTo>
                  <a:lnTo>
                    <a:pt x="89" y="141"/>
                  </a:lnTo>
                  <a:lnTo>
                    <a:pt x="89" y="141"/>
                  </a:lnTo>
                  <a:lnTo>
                    <a:pt x="83" y="138"/>
                  </a:lnTo>
                  <a:lnTo>
                    <a:pt x="81" y="138"/>
                  </a:lnTo>
                  <a:lnTo>
                    <a:pt x="80" y="138"/>
                  </a:lnTo>
                  <a:lnTo>
                    <a:pt x="75" y="139"/>
                  </a:lnTo>
                  <a:lnTo>
                    <a:pt x="72" y="139"/>
                  </a:lnTo>
                  <a:lnTo>
                    <a:pt x="71" y="139"/>
                  </a:lnTo>
                  <a:lnTo>
                    <a:pt x="69" y="139"/>
                  </a:lnTo>
                  <a:lnTo>
                    <a:pt x="69" y="139"/>
                  </a:lnTo>
                  <a:lnTo>
                    <a:pt x="65" y="133"/>
                  </a:lnTo>
                  <a:lnTo>
                    <a:pt x="62" y="119"/>
                  </a:lnTo>
                  <a:lnTo>
                    <a:pt x="56" y="114"/>
                  </a:lnTo>
                  <a:lnTo>
                    <a:pt x="52" y="114"/>
                  </a:lnTo>
                  <a:lnTo>
                    <a:pt x="44" y="111"/>
                  </a:lnTo>
                  <a:lnTo>
                    <a:pt x="19" y="101"/>
                  </a:lnTo>
                  <a:lnTo>
                    <a:pt x="19" y="99"/>
                  </a:lnTo>
                  <a:lnTo>
                    <a:pt x="12" y="84"/>
                  </a:lnTo>
                  <a:lnTo>
                    <a:pt x="12" y="78"/>
                  </a:lnTo>
                  <a:lnTo>
                    <a:pt x="3" y="71"/>
                  </a:lnTo>
                  <a:lnTo>
                    <a:pt x="3" y="70"/>
                  </a:lnTo>
                  <a:lnTo>
                    <a:pt x="4" y="64"/>
                  </a:lnTo>
                  <a:lnTo>
                    <a:pt x="0" y="44"/>
                  </a:lnTo>
                  <a:lnTo>
                    <a:pt x="1" y="44"/>
                  </a:lnTo>
                  <a:lnTo>
                    <a:pt x="7" y="41"/>
                  </a:lnTo>
                  <a:lnTo>
                    <a:pt x="14" y="30"/>
                  </a:lnTo>
                  <a:lnTo>
                    <a:pt x="12" y="24"/>
                  </a:lnTo>
                  <a:lnTo>
                    <a:pt x="12" y="22"/>
                  </a:lnTo>
                  <a:lnTo>
                    <a:pt x="13" y="18"/>
                  </a:lnTo>
                  <a:lnTo>
                    <a:pt x="16" y="13"/>
                  </a:lnTo>
                  <a:lnTo>
                    <a:pt x="10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22" y="0"/>
                  </a:lnTo>
                  <a:lnTo>
                    <a:pt x="25" y="0"/>
                  </a:lnTo>
                  <a:lnTo>
                    <a:pt x="28" y="0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42" name="Freeform 831">
              <a:extLst>
                <a:ext uri="{FF2B5EF4-FFF2-40B4-BE49-F238E27FC236}">
                  <a16:creationId xmlns:a16="http://schemas.microsoft.com/office/drawing/2014/main" id="{E430CDFF-6EDE-72F9-4C4D-FB17ECB63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9240" y="7752692"/>
              <a:ext cx="532013" cy="456009"/>
            </a:xfrm>
            <a:custGeom>
              <a:avLst/>
              <a:gdLst>
                <a:gd name="T0" fmla="*/ 114 w 154"/>
                <a:gd name="T1" fmla="*/ 0 h 132"/>
                <a:gd name="T2" fmla="*/ 114 w 154"/>
                <a:gd name="T3" fmla="*/ 6 h 132"/>
                <a:gd name="T4" fmla="*/ 120 w 154"/>
                <a:gd name="T5" fmla="*/ 6 h 132"/>
                <a:gd name="T6" fmla="*/ 120 w 154"/>
                <a:gd name="T7" fmla="*/ 6 h 132"/>
                <a:gd name="T8" fmla="*/ 147 w 154"/>
                <a:gd name="T9" fmla="*/ 17 h 132"/>
                <a:gd name="T10" fmla="*/ 154 w 154"/>
                <a:gd name="T11" fmla="*/ 34 h 132"/>
                <a:gd name="T12" fmla="*/ 150 w 154"/>
                <a:gd name="T13" fmla="*/ 46 h 132"/>
                <a:gd name="T14" fmla="*/ 151 w 154"/>
                <a:gd name="T15" fmla="*/ 57 h 132"/>
                <a:gd name="T16" fmla="*/ 147 w 154"/>
                <a:gd name="T17" fmla="*/ 61 h 132"/>
                <a:gd name="T18" fmla="*/ 147 w 154"/>
                <a:gd name="T19" fmla="*/ 79 h 132"/>
                <a:gd name="T20" fmla="*/ 147 w 154"/>
                <a:gd name="T21" fmla="*/ 79 h 132"/>
                <a:gd name="T22" fmla="*/ 110 w 154"/>
                <a:gd name="T23" fmla="*/ 100 h 132"/>
                <a:gd name="T24" fmla="*/ 110 w 154"/>
                <a:gd name="T25" fmla="*/ 101 h 132"/>
                <a:gd name="T26" fmla="*/ 107 w 154"/>
                <a:gd name="T27" fmla="*/ 101 h 132"/>
                <a:gd name="T28" fmla="*/ 102 w 154"/>
                <a:gd name="T29" fmla="*/ 100 h 132"/>
                <a:gd name="T30" fmla="*/ 89 w 154"/>
                <a:gd name="T31" fmla="*/ 104 h 132"/>
                <a:gd name="T32" fmla="*/ 87 w 154"/>
                <a:gd name="T33" fmla="*/ 114 h 132"/>
                <a:gd name="T34" fmla="*/ 65 w 154"/>
                <a:gd name="T35" fmla="*/ 132 h 132"/>
                <a:gd name="T36" fmla="*/ 41 w 154"/>
                <a:gd name="T37" fmla="*/ 129 h 132"/>
                <a:gd name="T38" fmla="*/ 28 w 154"/>
                <a:gd name="T39" fmla="*/ 125 h 132"/>
                <a:gd name="T40" fmla="*/ 25 w 154"/>
                <a:gd name="T41" fmla="*/ 125 h 132"/>
                <a:gd name="T42" fmla="*/ 21 w 154"/>
                <a:gd name="T43" fmla="*/ 126 h 132"/>
                <a:gd name="T44" fmla="*/ 16 w 154"/>
                <a:gd name="T45" fmla="*/ 128 h 132"/>
                <a:gd name="T46" fmla="*/ 0 w 154"/>
                <a:gd name="T47" fmla="*/ 113 h 132"/>
                <a:gd name="T48" fmla="*/ 0 w 154"/>
                <a:gd name="T49" fmla="*/ 64 h 132"/>
                <a:gd name="T50" fmla="*/ 27 w 154"/>
                <a:gd name="T51" fmla="*/ 64 h 132"/>
                <a:gd name="T52" fmla="*/ 25 w 154"/>
                <a:gd name="T53" fmla="*/ 63 h 132"/>
                <a:gd name="T54" fmla="*/ 28 w 154"/>
                <a:gd name="T55" fmla="*/ 36 h 132"/>
                <a:gd name="T56" fmla="*/ 30 w 154"/>
                <a:gd name="T57" fmla="*/ 36 h 132"/>
                <a:gd name="T58" fmla="*/ 31 w 154"/>
                <a:gd name="T59" fmla="*/ 36 h 132"/>
                <a:gd name="T60" fmla="*/ 43 w 154"/>
                <a:gd name="T61" fmla="*/ 39 h 132"/>
                <a:gd name="T62" fmla="*/ 43 w 154"/>
                <a:gd name="T63" fmla="*/ 39 h 132"/>
                <a:gd name="T64" fmla="*/ 58 w 154"/>
                <a:gd name="T65" fmla="*/ 49 h 132"/>
                <a:gd name="T66" fmla="*/ 61 w 154"/>
                <a:gd name="T67" fmla="*/ 48 h 132"/>
                <a:gd name="T68" fmla="*/ 67 w 154"/>
                <a:gd name="T69" fmla="*/ 48 h 132"/>
                <a:gd name="T70" fmla="*/ 68 w 154"/>
                <a:gd name="T71" fmla="*/ 48 h 132"/>
                <a:gd name="T72" fmla="*/ 80 w 154"/>
                <a:gd name="T73" fmla="*/ 54 h 132"/>
                <a:gd name="T74" fmla="*/ 102 w 154"/>
                <a:gd name="T75" fmla="*/ 69 h 132"/>
                <a:gd name="T76" fmla="*/ 92 w 154"/>
                <a:gd name="T77" fmla="*/ 55 h 132"/>
                <a:gd name="T78" fmla="*/ 86 w 154"/>
                <a:gd name="T79" fmla="*/ 48 h 132"/>
                <a:gd name="T80" fmla="*/ 90 w 154"/>
                <a:gd name="T81" fmla="*/ 30 h 132"/>
                <a:gd name="T82" fmla="*/ 95 w 154"/>
                <a:gd name="T83" fmla="*/ 5 h 132"/>
                <a:gd name="T84" fmla="*/ 96 w 154"/>
                <a:gd name="T85" fmla="*/ 3 h 132"/>
                <a:gd name="T86" fmla="*/ 102 w 154"/>
                <a:gd name="T87" fmla="*/ 2 h 132"/>
                <a:gd name="T88" fmla="*/ 110 w 154"/>
                <a:gd name="T89" fmla="*/ 0 h 132"/>
                <a:gd name="T90" fmla="*/ 113 w 154"/>
                <a:gd name="T91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4" h="132">
                  <a:moveTo>
                    <a:pt x="113" y="0"/>
                  </a:moveTo>
                  <a:lnTo>
                    <a:pt x="114" y="0"/>
                  </a:lnTo>
                  <a:lnTo>
                    <a:pt x="114" y="0"/>
                  </a:lnTo>
                  <a:lnTo>
                    <a:pt x="114" y="6"/>
                  </a:lnTo>
                  <a:lnTo>
                    <a:pt x="118" y="8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45" y="17"/>
                  </a:lnTo>
                  <a:lnTo>
                    <a:pt x="147" y="17"/>
                  </a:lnTo>
                  <a:lnTo>
                    <a:pt x="154" y="33"/>
                  </a:lnTo>
                  <a:lnTo>
                    <a:pt x="154" y="34"/>
                  </a:lnTo>
                  <a:lnTo>
                    <a:pt x="151" y="37"/>
                  </a:lnTo>
                  <a:lnTo>
                    <a:pt x="150" y="46"/>
                  </a:lnTo>
                  <a:lnTo>
                    <a:pt x="150" y="54"/>
                  </a:lnTo>
                  <a:lnTo>
                    <a:pt x="151" y="57"/>
                  </a:lnTo>
                  <a:lnTo>
                    <a:pt x="151" y="58"/>
                  </a:lnTo>
                  <a:lnTo>
                    <a:pt x="147" y="61"/>
                  </a:lnTo>
                  <a:lnTo>
                    <a:pt x="142" y="73"/>
                  </a:lnTo>
                  <a:lnTo>
                    <a:pt x="147" y="79"/>
                  </a:lnTo>
                  <a:lnTo>
                    <a:pt x="148" y="79"/>
                  </a:lnTo>
                  <a:lnTo>
                    <a:pt x="147" y="79"/>
                  </a:lnTo>
                  <a:lnTo>
                    <a:pt x="107" y="94"/>
                  </a:lnTo>
                  <a:lnTo>
                    <a:pt x="110" y="100"/>
                  </a:lnTo>
                  <a:lnTo>
                    <a:pt x="110" y="101"/>
                  </a:lnTo>
                  <a:lnTo>
                    <a:pt x="110" y="101"/>
                  </a:lnTo>
                  <a:lnTo>
                    <a:pt x="108" y="101"/>
                  </a:lnTo>
                  <a:lnTo>
                    <a:pt x="107" y="101"/>
                  </a:lnTo>
                  <a:lnTo>
                    <a:pt x="104" y="100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89" y="104"/>
                  </a:lnTo>
                  <a:lnTo>
                    <a:pt x="87" y="114"/>
                  </a:lnTo>
                  <a:lnTo>
                    <a:pt x="87" y="114"/>
                  </a:lnTo>
                  <a:lnTo>
                    <a:pt x="77" y="119"/>
                  </a:lnTo>
                  <a:lnTo>
                    <a:pt x="65" y="132"/>
                  </a:lnTo>
                  <a:lnTo>
                    <a:pt x="64" y="132"/>
                  </a:lnTo>
                  <a:lnTo>
                    <a:pt x="41" y="129"/>
                  </a:lnTo>
                  <a:lnTo>
                    <a:pt x="37" y="126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5" y="125"/>
                  </a:lnTo>
                  <a:lnTo>
                    <a:pt x="22" y="126"/>
                  </a:lnTo>
                  <a:lnTo>
                    <a:pt x="21" y="126"/>
                  </a:lnTo>
                  <a:lnTo>
                    <a:pt x="18" y="126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64"/>
                  </a:lnTo>
                  <a:lnTo>
                    <a:pt x="1" y="64"/>
                  </a:lnTo>
                  <a:lnTo>
                    <a:pt x="27" y="64"/>
                  </a:lnTo>
                  <a:lnTo>
                    <a:pt x="25" y="63"/>
                  </a:lnTo>
                  <a:lnTo>
                    <a:pt x="25" y="63"/>
                  </a:lnTo>
                  <a:lnTo>
                    <a:pt x="27" y="36"/>
                  </a:lnTo>
                  <a:lnTo>
                    <a:pt x="28" y="36"/>
                  </a:lnTo>
                  <a:lnTo>
                    <a:pt x="28" y="36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1" y="36"/>
                  </a:lnTo>
                  <a:lnTo>
                    <a:pt x="34" y="42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7" y="43"/>
                  </a:lnTo>
                  <a:lnTo>
                    <a:pt x="58" y="49"/>
                  </a:lnTo>
                  <a:lnTo>
                    <a:pt x="58" y="49"/>
                  </a:lnTo>
                  <a:lnTo>
                    <a:pt x="61" y="48"/>
                  </a:lnTo>
                  <a:lnTo>
                    <a:pt x="64" y="48"/>
                  </a:lnTo>
                  <a:lnTo>
                    <a:pt x="67" y="48"/>
                  </a:lnTo>
                  <a:lnTo>
                    <a:pt x="67" y="46"/>
                  </a:lnTo>
                  <a:lnTo>
                    <a:pt x="68" y="48"/>
                  </a:lnTo>
                  <a:lnTo>
                    <a:pt x="73" y="52"/>
                  </a:lnTo>
                  <a:lnTo>
                    <a:pt x="80" y="54"/>
                  </a:lnTo>
                  <a:lnTo>
                    <a:pt x="92" y="66"/>
                  </a:lnTo>
                  <a:lnTo>
                    <a:pt x="102" y="69"/>
                  </a:lnTo>
                  <a:lnTo>
                    <a:pt x="101" y="55"/>
                  </a:lnTo>
                  <a:lnTo>
                    <a:pt x="92" y="55"/>
                  </a:lnTo>
                  <a:lnTo>
                    <a:pt x="92" y="55"/>
                  </a:lnTo>
                  <a:lnTo>
                    <a:pt x="86" y="48"/>
                  </a:lnTo>
                  <a:lnTo>
                    <a:pt x="86" y="48"/>
                  </a:lnTo>
                  <a:lnTo>
                    <a:pt x="90" y="30"/>
                  </a:lnTo>
                  <a:lnTo>
                    <a:pt x="89" y="14"/>
                  </a:lnTo>
                  <a:lnTo>
                    <a:pt x="95" y="5"/>
                  </a:lnTo>
                  <a:lnTo>
                    <a:pt x="95" y="3"/>
                  </a:lnTo>
                  <a:lnTo>
                    <a:pt x="96" y="3"/>
                  </a:lnTo>
                  <a:lnTo>
                    <a:pt x="98" y="3"/>
                  </a:lnTo>
                  <a:lnTo>
                    <a:pt x="102" y="2"/>
                  </a:lnTo>
                  <a:lnTo>
                    <a:pt x="105" y="2"/>
                  </a:lnTo>
                  <a:lnTo>
                    <a:pt x="110" y="0"/>
                  </a:lnTo>
                  <a:lnTo>
                    <a:pt x="113" y="0"/>
                  </a:lnTo>
                  <a:lnTo>
                    <a:pt x="11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43" name="DJIBOUTI">
              <a:extLst>
                <a:ext uri="{FF2B5EF4-FFF2-40B4-BE49-F238E27FC236}">
                  <a16:creationId xmlns:a16="http://schemas.microsoft.com/office/drawing/2014/main" id="{0CE8A0B7-4504-7E5F-694F-213731A0F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3989" y="6813032"/>
              <a:ext cx="79455" cy="86366"/>
            </a:xfrm>
            <a:custGeom>
              <a:avLst/>
              <a:gdLst>
                <a:gd name="T0" fmla="*/ 17 w 23"/>
                <a:gd name="T1" fmla="*/ 0 h 25"/>
                <a:gd name="T2" fmla="*/ 18 w 23"/>
                <a:gd name="T3" fmla="*/ 0 h 25"/>
                <a:gd name="T4" fmla="*/ 21 w 23"/>
                <a:gd name="T5" fmla="*/ 4 h 25"/>
                <a:gd name="T6" fmla="*/ 23 w 23"/>
                <a:gd name="T7" fmla="*/ 10 h 25"/>
                <a:gd name="T8" fmla="*/ 23 w 23"/>
                <a:gd name="T9" fmla="*/ 11 h 25"/>
                <a:gd name="T10" fmla="*/ 12 w 23"/>
                <a:gd name="T11" fmla="*/ 16 h 25"/>
                <a:gd name="T12" fmla="*/ 20 w 23"/>
                <a:gd name="T13" fmla="*/ 16 h 25"/>
                <a:gd name="T14" fmla="*/ 20 w 23"/>
                <a:gd name="T15" fmla="*/ 17 h 25"/>
                <a:gd name="T16" fmla="*/ 20 w 23"/>
                <a:gd name="T17" fmla="*/ 17 h 25"/>
                <a:gd name="T18" fmla="*/ 17 w 23"/>
                <a:gd name="T19" fmla="*/ 25 h 25"/>
                <a:gd name="T20" fmla="*/ 15 w 23"/>
                <a:gd name="T21" fmla="*/ 25 h 25"/>
                <a:gd name="T22" fmla="*/ 15 w 23"/>
                <a:gd name="T23" fmla="*/ 25 h 25"/>
                <a:gd name="T24" fmla="*/ 15 w 23"/>
                <a:gd name="T25" fmla="*/ 25 h 25"/>
                <a:gd name="T26" fmla="*/ 12 w 23"/>
                <a:gd name="T27" fmla="*/ 23 h 25"/>
                <a:gd name="T28" fmla="*/ 3 w 23"/>
                <a:gd name="T29" fmla="*/ 25 h 25"/>
                <a:gd name="T30" fmla="*/ 3 w 23"/>
                <a:gd name="T31" fmla="*/ 25 h 25"/>
                <a:gd name="T32" fmla="*/ 2 w 23"/>
                <a:gd name="T33" fmla="*/ 25 h 25"/>
                <a:gd name="T34" fmla="*/ 0 w 23"/>
                <a:gd name="T35" fmla="*/ 20 h 25"/>
                <a:gd name="T36" fmla="*/ 6 w 23"/>
                <a:gd name="T37" fmla="*/ 7 h 25"/>
                <a:gd name="T38" fmla="*/ 17 w 23"/>
                <a:gd name="T39" fmla="*/ 0 h 25"/>
                <a:gd name="T40" fmla="*/ 17 w 23"/>
                <a:gd name="T4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" h="25">
                  <a:moveTo>
                    <a:pt x="17" y="0"/>
                  </a:moveTo>
                  <a:lnTo>
                    <a:pt x="18" y="0"/>
                  </a:lnTo>
                  <a:lnTo>
                    <a:pt x="21" y="4"/>
                  </a:lnTo>
                  <a:lnTo>
                    <a:pt x="23" y="10"/>
                  </a:lnTo>
                  <a:lnTo>
                    <a:pt x="23" y="11"/>
                  </a:lnTo>
                  <a:lnTo>
                    <a:pt x="12" y="16"/>
                  </a:lnTo>
                  <a:lnTo>
                    <a:pt x="20" y="16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17" y="25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12" y="23"/>
                  </a:lnTo>
                  <a:lnTo>
                    <a:pt x="3" y="25"/>
                  </a:lnTo>
                  <a:lnTo>
                    <a:pt x="3" y="25"/>
                  </a:lnTo>
                  <a:lnTo>
                    <a:pt x="2" y="25"/>
                  </a:lnTo>
                  <a:lnTo>
                    <a:pt x="0" y="20"/>
                  </a:lnTo>
                  <a:lnTo>
                    <a:pt x="6" y="7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44" name="SUDAN">
              <a:extLst>
                <a:ext uri="{FF2B5EF4-FFF2-40B4-BE49-F238E27FC236}">
                  <a16:creationId xmlns:a16="http://schemas.microsoft.com/office/drawing/2014/main" id="{B07295C7-D738-B2AC-A38A-CB5A4B827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2331" y="6325928"/>
              <a:ext cx="753109" cy="905112"/>
            </a:xfrm>
            <a:custGeom>
              <a:avLst/>
              <a:gdLst>
                <a:gd name="T0" fmla="*/ 181 w 218"/>
                <a:gd name="T1" fmla="*/ 0 h 262"/>
                <a:gd name="T2" fmla="*/ 198 w 218"/>
                <a:gd name="T3" fmla="*/ 14 h 262"/>
                <a:gd name="T4" fmla="*/ 202 w 218"/>
                <a:gd name="T5" fmla="*/ 26 h 262"/>
                <a:gd name="T6" fmla="*/ 218 w 218"/>
                <a:gd name="T7" fmla="*/ 69 h 262"/>
                <a:gd name="T8" fmla="*/ 217 w 218"/>
                <a:gd name="T9" fmla="*/ 75 h 262"/>
                <a:gd name="T10" fmla="*/ 199 w 218"/>
                <a:gd name="T11" fmla="*/ 83 h 262"/>
                <a:gd name="T12" fmla="*/ 193 w 218"/>
                <a:gd name="T13" fmla="*/ 124 h 262"/>
                <a:gd name="T14" fmla="*/ 174 w 218"/>
                <a:gd name="T15" fmla="*/ 155 h 262"/>
                <a:gd name="T16" fmla="*/ 172 w 218"/>
                <a:gd name="T17" fmla="*/ 166 h 262"/>
                <a:gd name="T18" fmla="*/ 162 w 218"/>
                <a:gd name="T19" fmla="*/ 195 h 262"/>
                <a:gd name="T20" fmla="*/ 158 w 218"/>
                <a:gd name="T21" fmla="*/ 198 h 262"/>
                <a:gd name="T22" fmla="*/ 149 w 218"/>
                <a:gd name="T23" fmla="*/ 204 h 262"/>
                <a:gd name="T24" fmla="*/ 162 w 218"/>
                <a:gd name="T25" fmla="*/ 215 h 262"/>
                <a:gd name="T26" fmla="*/ 175 w 218"/>
                <a:gd name="T27" fmla="*/ 234 h 262"/>
                <a:gd name="T28" fmla="*/ 186 w 218"/>
                <a:gd name="T29" fmla="*/ 238 h 262"/>
                <a:gd name="T30" fmla="*/ 184 w 218"/>
                <a:gd name="T31" fmla="*/ 249 h 262"/>
                <a:gd name="T32" fmla="*/ 160 w 218"/>
                <a:gd name="T33" fmla="*/ 255 h 262"/>
                <a:gd name="T34" fmla="*/ 150 w 218"/>
                <a:gd name="T35" fmla="*/ 259 h 262"/>
                <a:gd name="T36" fmla="*/ 131 w 218"/>
                <a:gd name="T37" fmla="*/ 261 h 262"/>
                <a:gd name="T38" fmla="*/ 119 w 218"/>
                <a:gd name="T39" fmla="*/ 262 h 262"/>
                <a:gd name="T40" fmla="*/ 104 w 218"/>
                <a:gd name="T41" fmla="*/ 249 h 262"/>
                <a:gd name="T42" fmla="*/ 100 w 218"/>
                <a:gd name="T43" fmla="*/ 250 h 262"/>
                <a:gd name="T44" fmla="*/ 97 w 218"/>
                <a:gd name="T45" fmla="*/ 250 h 262"/>
                <a:gd name="T46" fmla="*/ 92 w 218"/>
                <a:gd name="T47" fmla="*/ 250 h 262"/>
                <a:gd name="T48" fmla="*/ 89 w 218"/>
                <a:gd name="T49" fmla="*/ 252 h 262"/>
                <a:gd name="T50" fmla="*/ 88 w 218"/>
                <a:gd name="T51" fmla="*/ 252 h 262"/>
                <a:gd name="T52" fmla="*/ 76 w 218"/>
                <a:gd name="T53" fmla="*/ 241 h 262"/>
                <a:gd name="T54" fmla="*/ 64 w 218"/>
                <a:gd name="T55" fmla="*/ 229 h 262"/>
                <a:gd name="T56" fmla="*/ 46 w 218"/>
                <a:gd name="T57" fmla="*/ 210 h 262"/>
                <a:gd name="T58" fmla="*/ 43 w 218"/>
                <a:gd name="T59" fmla="*/ 203 h 262"/>
                <a:gd name="T60" fmla="*/ 32 w 218"/>
                <a:gd name="T61" fmla="*/ 198 h 262"/>
                <a:gd name="T62" fmla="*/ 23 w 218"/>
                <a:gd name="T63" fmla="*/ 192 h 262"/>
                <a:gd name="T64" fmla="*/ 23 w 218"/>
                <a:gd name="T65" fmla="*/ 176 h 262"/>
                <a:gd name="T66" fmla="*/ 12 w 218"/>
                <a:gd name="T67" fmla="*/ 164 h 262"/>
                <a:gd name="T68" fmla="*/ 8 w 218"/>
                <a:gd name="T69" fmla="*/ 148 h 262"/>
                <a:gd name="T70" fmla="*/ 6 w 218"/>
                <a:gd name="T71" fmla="*/ 142 h 262"/>
                <a:gd name="T72" fmla="*/ 2 w 218"/>
                <a:gd name="T73" fmla="*/ 142 h 262"/>
                <a:gd name="T74" fmla="*/ 2 w 218"/>
                <a:gd name="T75" fmla="*/ 142 h 262"/>
                <a:gd name="T76" fmla="*/ 0 w 218"/>
                <a:gd name="T77" fmla="*/ 138 h 262"/>
                <a:gd name="T78" fmla="*/ 6 w 218"/>
                <a:gd name="T79" fmla="*/ 123 h 262"/>
                <a:gd name="T80" fmla="*/ 14 w 218"/>
                <a:gd name="T81" fmla="*/ 108 h 262"/>
                <a:gd name="T82" fmla="*/ 15 w 218"/>
                <a:gd name="T83" fmla="*/ 100 h 262"/>
                <a:gd name="T84" fmla="*/ 29 w 218"/>
                <a:gd name="T85" fmla="*/ 43 h 262"/>
                <a:gd name="T86" fmla="*/ 42 w 218"/>
                <a:gd name="T87" fmla="*/ 41 h 262"/>
                <a:gd name="T88" fmla="*/ 43 w 218"/>
                <a:gd name="T89" fmla="*/ 14 h 262"/>
                <a:gd name="T90" fmla="*/ 125 w 218"/>
                <a:gd name="T91" fmla="*/ 12 h 262"/>
                <a:gd name="T92" fmla="*/ 128 w 218"/>
                <a:gd name="T93" fmla="*/ 12 h 262"/>
                <a:gd name="T94" fmla="*/ 128 w 218"/>
                <a:gd name="T95" fmla="*/ 13 h 262"/>
                <a:gd name="T96" fmla="*/ 149 w 218"/>
                <a:gd name="T97" fmla="*/ 14 h 262"/>
                <a:gd name="T98" fmla="*/ 159 w 218"/>
                <a:gd name="T99" fmla="*/ 17 h 262"/>
                <a:gd name="T100" fmla="*/ 162 w 218"/>
                <a:gd name="T101" fmla="*/ 12 h 262"/>
                <a:gd name="T102" fmla="*/ 171 w 218"/>
                <a:gd name="T103" fmla="*/ 3 h 262"/>
                <a:gd name="T104" fmla="*/ 172 w 218"/>
                <a:gd name="T105" fmla="*/ 3 h 262"/>
                <a:gd name="T106" fmla="*/ 175 w 218"/>
                <a:gd name="T107" fmla="*/ 3 h 262"/>
                <a:gd name="T108" fmla="*/ 180 w 218"/>
                <a:gd name="T10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8" h="262">
                  <a:moveTo>
                    <a:pt x="180" y="0"/>
                  </a:moveTo>
                  <a:lnTo>
                    <a:pt x="181" y="0"/>
                  </a:lnTo>
                  <a:lnTo>
                    <a:pt x="198" y="14"/>
                  </a:lnTo>
                  <a:lnTo>
                    <a:pt x="198" y="14"/>
                  </a:lnTo>
                  <a:lnTo>
                    <a:pt x="199" y="22"/>
                  </a:lnTo>
                  <a:lnTo>
                    <a:pt x="202" y="26"/>
                  </a:lnTo>
                  <a:lnTo>
                    <a:pt x="205" y="57"/>
                  </a:lnTo>
                  <a:lnTo>
                    <a:pt x="218" y="69"/>
                  </a:lnTo>
                  <a:lnTo>
                    <a:pt x="218" y="69"/>
                  </a:lnTo>
                  <a:lnTo>
                    <a:pt x="217" y="75"/>
                  </a:lnTo>
                  <a:lnTo>
                    <a:pt x="217" y="75"/>
                  </a:lnTo>
                  <a:lnTo>
                    <a:pt x="199" y="83"/>
                  </a:lnTo>
                  <a:lnTo>
                    <a:pt x="193" y="112"/>
                  </a:lnTo>
                  <a:lnTo>
                    <a:pt x="193" y="124"/>
                  </a:lnTo>
                  <a:lnTo>
                    <a:pt x="189" y="139"/>
                  </a:lnTo>
                  <a:lnTo>
                    <a:pt x="174" y="155"/>
                  </a:lnTo>
                  <a:lnTo>
                    <a:pt x="172" y="164"/>
                  </a:lnTo>
                  <a:lnTo>
                    <a:pt x="172" y="166"/>
                  </a:lnTo>
                  <a:lnTo>
                    <a:pt x="163" y="172"/>
                  </a:lnTo>
                  <a:lnTo>
                    <a:pt x="162" y="195"/>
                  </a:lnTo>
                  <a:lnTo>
                    <a:pt x="162" y="195"/>
                  </a:lnTo>
                  <a:lnTo>
                    <a:pt x="158" y="198"/>
                  </a:lnTo>
                  <a:lnTo>
                    <a:pt x="150" y="200"/>
                  </a:lnTo>
                  <a:lnTo>
                    <a:pt x="149" y="204"/>
                  </a:lnTo>
                  <a:lnTo>
                    <a:pt x="158" y="209"/>
                  </a:lnTo>
                  <a:lnTo>
                    <a:pt x="162" y="215"/>
                  </a:lnTo>
                  <a:lnTo>
                    <a:pt x="171" y="221"/>
                  </a:lnTo>
                  <a:lnTo>
                    <a:pt x="175" y="234"/>
                  </a:lnTo>
                  <a:lnTo>
                    <a:pt x="184" y="237"/>
                  </a:lnTo>
                  <a:lnTo>
                    <a:pt x="186" y="238"/>
                  </a:lnTo>
                  <a:lnTo>
                    <a:pt x="186" y="249"/>
                  </a:lnTo>
                  <a:lnTo>
                    <a:pt x="184" y="249"/>
                  </a:lnTo>
                  <a:lnTo>
                    <a:pt x="166" y="249"/>
                  </a:lnTo>
                  <a:lnTo>
                    <a:pt x="160" y="255"/>
                  </a:lnTo>
                  <a:lnTo>
                    <a:pt x="153" y="259"/>
                  </a:lnTo>
                  <a:lnTo>
                    <a:pt x="150" y="259"/>
                  </a:lnTo>
                  <a:lnTo>
                    <a:pt x="141" y="261"/>
                  </a:lnTo>
                  <a:lnTo>
                    <a:pt x="131" y="261"/>
                  </a:lnTo>
                  <a:lnTo>
                    <a:pt x="123" y="261"/>
                  </a:lnTo>
                  <a:lnTo>
                    <a:pt x="119" y="262"/>
                  </a:lnTo>
                  <a:lnTo>
                    <a:pt x="119" y="261"/>
                  </a:lnTo>
                  <a:lnTo>
                    <a:pt x="104" y="249"/>
                  </a:lnTo>
                  <a:lnTo>
                    <a:pt x="100" y="250"/>
                  </a:lnTo>
                  <a:lnTo>
                    <a:pt x="100" y="250"/>
                  </a:lnTo>
                  <a:lnTo>
                    <a:pt x="98" y="250"/>
                  </a:lnTo>
                  <a:lnTo>
                    <a:pt x="97" y="250"/>
                  </a:lnTo>
                  <a:lnTo>
                    <a:pt x="95" y="250"/>
                  </a:lnTo>
                  <a:lnTo>
                    <a:pt x="92" y="250"/>
                  </a:lnTo>
                  <a:lnTo>
                    <a:pt x="92" y="250"/>
                  </a:lnTo>
                  <a:lnTo>
                    <a:pt x="89" y="252"/>
                  </a:lnTo>
                  <a:lnTo>
                    <a:pt x="88" y="252"/>
                  </a:lnTo>
                  <a:lnTo>
                    <a:pt x="88" y="252"/>
                  </a:lnTo>
                  <a:lnTo>
                    <a:pt x="82" y="249"/>
                  </a:lnTo>
                  <a:lnTo>
                    <a:pt x="76" y="241"/>
                  </a:lnTo>
                  <a:lnTo>
                    <a:pt x="72" y="234"/>
                  </a:lnTo>
                  <a:lnTo>
                    <a:pt x="64" y="229"/>
                  </a:lnTo>
                  <a:lnTo>
                    <a:pt x="58" y="219"/>
                  </a:lnTo>
                  <a:lnTo>
                    <a:pt x="46" y="210"/>
                  </a:lnTo>
                  <a:lnTo>
                    <a:pt x="45" y="209"/>
                  </a:lnTo>
                  <a:lnTo>
                    <a:pt x="43" y="203"/>
                  </a:lnTo>
                  <a:lnTo>
                    <a:pt x="32" y="200"/>
                  </a:lnTo>
                  <a:lnTo>
                    <a:pt x="32" y="198"/>
                  </a:lnTo>
                  <a:lnTo>
                    <a:pt x="30" y="195"/>
                  </a:lnTo>
                  <a:lnTo>
                    <a:pt x="23" y="192"/>
                  </a:lnTo>
                  <a:lnTo>
                    <a:pt x="23" y="192"/>
                  </a:lnTo>
                  <a:lnTo>
                    <a:pt x="23" y="176"/>
                  </a:lnTo>
                  <a:lnTo>
                    <a:pt x="12" y="164"/>
                  </a:lnTo>
                  <a:lnTo>
                    <a:pt x="12" y="164"/>
                  </a:lnTo>
                  <a:lnTo>
                    <a:pt x="14" y="161"/>
                  </a:lnTo>
                  <a:lnTo>
                    <a:pt x="8" y="148"/>
                  </a:lnTo>
                  <a:lnTo>
                    <a:pt x="6" y="142"/>
                  </a:lnTo>
                  <a:lnTo>
                    <a:pt x="6" y="142"/>
                  </a:lnTo>
                  <a:lnTo>
                    <a:pt x="3" y="142"/>
                  </a:lnTo>
                  <a:lnTo>
                    <a:pt x="2" y="142"/>
                  </a:lnTo>
                  <a:lnTo>
                    <a:pt x="2" y="142"/>
                  </a:lnTo>
                  <a:lnTo>
                    <a:pt x="2" y="142"/>
                  </a:lnTo>
                  <a:lnTo>
                    <a:pt x="0" y="142"/>
                  </a:lnTo>
                  <a:lnTo>
                    <a:pt x="0" y="138"/>
                  </a:lnTo>
                  <a:lnTo>
                    <a:pt x="5" y="126"/>
                  </a:lnTo>
                  <a:lnTo>
                    <a:pt x="6" y="123"/>
                  </a:lnTo>
                  <a:lnTo>
                    <a:pt x="6" y="118"/>
                  </a:lnTo>
                  <a:lnTo>
                    <a:pt x="14" y="108"/>
                  </a:lnTo>
                  <a:lnTo>
                    <a:pt x="15" y="102"/>
                  </a:lnTo>
                  <a:lnTo>
                    <a:pt x="15" y="100"/>
                  </a:lnTo>
                  <a:lnTo>
                    <a:pt x="29" y="99"/>
                  </a:lnTo>
                  <a:lnTo>
                    <a:pt x="29" y="43"/>
                  </a:lnTo>
                  <a:lnTo>
                    <a:pt x="30" y="41"/>
                  </a:lnTo>
                  <a:lnTo>
                    <a:pt x="42" y="41"/>
                  </a:lnTo>
                  <a:lnTo>
                    <a:pt x="42" y="14"/>
                  </a:lnTo>
                  <a:lnTo>
                    <a:pt x="43" y="14"/>
                  </a:lnTo>
                  <a:lnTo>
                    <a:pt x="123" y="14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8" y="12"/>
                  </a:lnTo>
                  <a:lnTo>
                    <a:pt x="128" y="12"/>
                  </a:lnTo>
                  <a:lnTo>
                    <a:pt x="128" y="13"/>
                  </a:lnTo>
                  <a:lnTo>
                    <a:pt x="128" y="14"/>
                  </a:lnTo>
                  <a:lnTo>
                    <a:pt x="149" y="14"/>
                  </a:lnTo>
                  <a:lnTo>
                    <a:pt x="155" y="17"/>
                  </a:lnTo>
                  <a:lnTo>
                    <a:pt x="159" y="17"/>
                  </a:lnTo>
                  <a:lnTo>
                    <a:pt x="162" y="12"/>
                  </a:lnTo>
                  <a:lnTo>
                    <a:pt x="162" y="12"/>
                  </a:lnTo>
                  <a:lnTo>
                    <a:pt x="168" y="10"/>
                  </a:lnTo>
                  <a:lnTo>
                    <a:pt x="171" y="3"/>
                  </a:lnTo>
                  <a:lnTo>
                    <a:pt x="172" y="3"/>
                  </a:lnTo>
                  <a:lnTo>
                    <a:pt x="172" y="3"/>
                  </a:lnTo>
                  <a:lnTo>
                    <a:pt x="174" y="3"/>
                  </a:lnTo>
                  <a:lnTo>
                    <a:pt x="175" y="3"/>
                  </a:lnTo>
                  <a:lnTo>
                    <a:pt x="180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45" name="EGYPT">
              <a:extLst>
                <a:ext uri="{FF2B5EF4-FFF2-40B4-BE49-F238E27FC236}">
                  <a16:creationId xmlns:a16="http://schemas.microsoft.com/office/drawing/2014/main" id="{271AB8B8-98B4-B62D-6408-70AC45E84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6697" y="5890646"/>
              <a:ext cx="511283" cy="500920"/>
            </a:xfrm>
            <a:custGeom>
              <a:avLst/>
              <a:gdLst>
                <a:gd name="T0" fmla="*/ 7 w 148"/>
                <a:gd name="T1" fmla="*/ 0 h 145"/>
                <a:gd name="T2" fmla="*/ 15 w 148"/>
                <a:gd name="T3" fmla="*/ 1 h 145"/>
                <a:gd name="T4" fmla="*/ 22 w 148"/>
                <a:gd name="T5" fmla="*/ 1 h 145"/>
                <a:gd name="T6" fmla="*/ 30 w 148"/>
                <a:gd name="T7" fmla="*/ 3 h 145"/>
                <a:gd name="T8" fmla="*/ 58 w 148"/>
                <a:gd name="T9" fmla="*/ 12 h 145"/>
                <a:gd name="T10" fmla="*/ 81 w 148"/>
                <a:gd name="T11" fmla="*/ 3 h 145"/>
                <a:gd name="T12" fmla="*/ 81 w 148"/>
                <a:gd name="T13" fmla="*/ 3 h 145"/>
                <a:gd name="T14" fmla="*/ 86 w 148"/>
                <a:gd name="T15" fmla="*/ 1 h 145"/>
                <a:gd name="T16" fmla="*/ 92 w 148"/>
                <a:gd name="T17" fmla="*/ 1 h 145"/>
                <a:gd name="T18" fmla="*/ 95 w 148"/>
                <a:gd name="T19" fmla="*/ 1 h 145"/>
                <a:gd name="T20" fmla="*/ 99 w 148"/>
                <a:gd name="T21" fmla="*/ 6 h 145"/>
                <a:gd name="T22" fmla="*/ 99 w 148"/>
                <a:gd name="T23" fmla="*/ 6 h 145"/>
                <a:gd name="T24" fmla="*/ 113 w 148"/>
                <a:gd name="T25" fmla="*/ 9 h 145"/>
                <a:gd name="T26" fmla="*/ 124 w 148"/>
                <a:gd name="T27" fmla="*/ 6 h 145"/>
                <a:gd name="T28" fmla="*/ 135 w 148"/>
                <a:gd name="T29" fmla="*/ 35 h 145"/>
                <a:gd name="T30" fmla="*/ 129 w 148"/>
                <a:gd name="T31" fmla="*/ 57 h 145"/>
                <a:gd name="T32" fmla="*/ 124 w 148"/>
                <a:gd name="T33" fmla="*/ 59 h 145"/>
                <a:gd name="T34" fmla="*/ 114 w 148"/>
                <a:gd name="T35" fmla="*/ 47 h 145"/>
                <a:gd name="T36" fmla="*/ 102 w 148"/>
                <a:gd name="T37" fmla="*/ 31 h 145"/>
                <a:gd name="T38" fmla="*/ 117 w 148"/>
                <a:gd name="T39" fmla="*/ 55 h 145"/>
                <a:gd name="T40" fmla="*/ 139 w 148"/>
                <a:gd name="T41" fmla="*/ 105 h 145"/>
                <a:gd name="T42" fmla="*/ 148 w 148"/>
                <a:gd name="T43" fmla="*/ 114 h 145"/>
                <a:gd name="T44" fmla="*/ 144 w 148"/>
                <a:gd name="T45" fmla="*/ 115 h 145"/>
                <a:gd name="T46" fmla="*/ 145 w 148"/>
                <a:gd name="T47" fmla="*/ 126 h 145"/>
                <a:gd name="T48" fmla="*/ 139 w 148"/>
                <a:gd name="T49" fmla="*/ 130 h 145"/>
                <a:gd name="T50" fmla="*/ 136 w 148"/>
                <a:gd name="T51" fmla="*/ 130 h 145"/>
                <a:gd name="T52" fmla="*/ 133 w 148"/>
                <a:gd name="T53" fmla="*/ 136 h 145"/>
                <a:gd name="T54" fmla="*/ 126 w 148"/>
                <a:gd name="T55" fmla="*/ 139 h 145"/>
                <a:gd name="T56" fmla="*/ 123 w 148"/>
                <a:gd name="T57" fmla="*/ 145 h 145"/>
                <a:gd name="T58" fmla="*/ 113 w 148"/>
                <a:gd name="T59" fmla="*/ 142 h 145"/>
                <a:gd name="T60" fmla="*/ 89 w 148"/>
                <a:gd name="T61" fmla="*/ 142 h 145"/>
                <a:gd name="T62" fmla="*/ 90 w 148"/>
                <a:gd name="T63" fmla="*/ 139 h 145"/>
                <a:gd name="T64" fmla="*/ 89 w 148"/>
                <a:gd name="T65" fmla="*/ 142 h 145"/>
                <a:gd name="T66" fmla="*/ 7 w 148"/>
                <a:gd name="T67" fmla="*/ 142 h 145"/>
                <a:gd name="T68" fmla="*/ 6 w 148"/>
                <a:gd name="T69" fmla="*/ 40 h 145"/>
                <a:gd name="T70" fmla="*/ 0 w 148"/>
                <a:gd name="T71" fmla="*/ 23 h 145"/>
                <a:gd name="T72" fmla="*/ 3 w 148"/>
                <a:gd name="T73" fmla="*/ 20 h 145"/>
                <a:gd name="T74" fmla="*/ 3 w 148"/>
                <a:gd name="T75" fmla="*/ 4 h 145"/>
                <a:gd name="T76" fmla="*/ 7 w 148"/>
                <a:gd name="T77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8" h="145">
                  <a:moveTo>
                    <a:pt x="7" y="0"/>
                  </a:moveTo>
                  <a:lnTo>
                    <a:pt x="7" y="0"/>
                  </a:lnTo>
                  <a:lnTo>
                    <a:pt x="10" y="0"/>
                  </a:lnTo>
                  <a:lnTo>
                    <a:pt x="15" y="1"/>
                  </a:lnTo>
                  <a:lnTo>
                    <a:pt x="18" y="1"/>
                  </a:lnTo>
                  <a:lnTo>
                    <a:pt x="22" y="1"/>
                  </a:lnTo>
                  <a:lnTo>
                    <a:pt x="27" y="3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58" y="12"/>
                  </a:lnTo>
                  <a:lnTo>
                    <a:pt x="80" y="3"/>
                  </a:lnTo>
                  <a:lnTo>
                    <a:pt x="81" y="3"/>
                  </a:lnTo>
                  <a:lnTo>
                    <a:pt x="81" y="3"/>
                  </a:lnTo>
                  <a:lnTo>
                    <a:pt x="81" y="3"/>
                  </a:lnTo>
                  <a:lnTo>
                    <a:pt x="84" y="3"/>
                  </a:lnTo>
                  <a:lnTo>
                    <a:pt x="86" y="1"/>
                  </a:lnTo>
                  <a:lnTo>
                    <a:pt x="89" y="1"/>
                  </a:lnTo>
                  <a:lnTo>
                    <a:pt x="92" y="1"/>
                  </a:lnTo>
                  <a:lnTo>
                    <a:pt x="95" y="1"/>
                  </a:lnTo>
                  <a:lnTo>
                    <a:pt x="95" y="1"/>
                  </a:lnTo>
                  <a:lnTo>
                    <a:pt x="96" y="1"/>
                  </a:lnTo>
                  <a:lnTo>
                    <a:pt x="99" y="6"/>
                  </a:lnTo>
                  <a:lnTo>
                    <a:pt x="99" y="6"/>
                  </a:lnTo>
                  <a:lnTo>
                    <a:pt x="99" y="6"/>
                  </a:lnTo>
                  <a:lnTo>
                    <a:pt x="105" y="10"/>
                  </a:lnTo>
                  <a:lnTo>
                    <a:pt x="113" y="9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26" y="6"/>
                  </a:lnTo>
                  <a:lnTo>
                    <a:pt x="135" y="35"/>
                  </a:lnTo>
                  <a:lnTo>
                    <a:pt x="129" y="56"/>
                  </a:lnTo>
                  <a:lnTo>
                    <a:pt x="129" y="57"/>
                  </a:lnTo>
                  <a:lnTo>
                    <a:pt x="124" y="59"/>
                  </a:lnTo>
                  <a:lnTo>
                    <a:pt x="124" y="59"/>
                  </a:lnTo>
                  <a:lnTo>
                    <a:pt x="124" y="57"/>
                  </a:lnTo>
                  <a:lnTo>
                    <a:pt x="114" y="47"/>
                  </a:lnTo>
                  <a:lnTo>
                    <a:pt x="105" y="26"/>
                  </a:lnTo>
                  <a:lnTo>
                    <a:pt x="102" y="31"/>
                  </a:lnTo>
                  <a:lnTo>
                    <a:pt x="107" y="43"/>
                  </a:lnTo>
                  <a:lnTo>
                    <a:pt x="117" y="55"/>
                  </a:lnTo>
                  <a:lnTo>
                    <a:pt x="124" y="77"/>
                  </a:lnTo>
                  <a:lnTo>
                    <a:pt x="139" y="105"/>
                  </a:lnTo>
                  <a:lnTo>
                    <a:pt x="148" y="112"/>
                  </a:lnTo>
                  <a:lnTo>
                    <a:pt x="148" y="114"/>
                  </a:lnTo>
                  <a:lnTo>
                    <a:pt x="147" y="114"/>
                  </a:lnTo>
                  <a:lnTo>
                    <a:pt x="144" y="115"/>
                  </a:lnTo>
                  <a:lnTo>
                    <a:pt x="145" y="126"/>
                  </a:lnTo>
                  <a:lnTo>
                    <a:pt x="145" y="126"/>
                  </a:lnTo>
                  <a:lnTo>
                    <a:pt x="139" y="130"/>
                  </a:lnTo>
                  <a:lnTo>
                    <a:pt x="139" y="130"/>
                  </a:lnTo>
                  <a:lnTo>
                    <a:pt x="138" y="130"/>
                  </a:lnTo>
                  <a:lnTo>
                    <a:pt x="136" y="130"/>
                  </a:lnTo>
                  <a:lnTo>
                    <a:pt x="136" y="130"/>
                  </a:lnTo>
                  <a:lnTo>
                    <a:pt x="133" y="136"/>
                  </a:lnTo>
                  <a:lnTo>
                    <a:pt x="133" y="138"/>
                  </a:lnTo>
                  <a:lnTo>
                    <a:pt x="126" y="139"/>
                  </a:lnTo>
                  <a:lnTo>
                    <a:pt x="124" y="143"/>
                  </a:lnTo>
                  <a:lnTo>
                    <a:pt x="123" y="145"/>
                  </a:lnTo>
                  <a:lnTo>
                    <a:pt x="119" y="145"/>
                  </a:lnTo>
                  <a:lnTo>
                    <a:pt x="113" y="142"/>
                  </a:lnTo>
                  <a:lnTo>
                    <a:pt x="90" y="142"/>
                  </a:lnTo>
                  <a:lnTo>
                    <a:pt x="89" y="142"/>
                  </a:lnTo>
                  <a:lnTo>
                    <a:pt x="89" y="140"/>
                  </a:lnTo>
                  <a:lnTo>
                    <a:pt x="90" y="139"/>
                  </a:lnTo>
                  <a:lnTo>
                    <a:pt x="90" y="139"/>
                  </a:lnTo>
                  <a:lnTo>
                    <a:pt x="89" y="142"/>
                  </a:lnTo>
                  <a:lnTo>
                    <a:pt x="89" y="142"/>
                  </a:lnTo>
                  <a:lnTo>
                    <a:pt x="7" y="142"/>
                  </a:lnTo>
                  <a:lnTo>
                    <a:pt x="6" y="140"/>
                  </a:lnTo>
                  <a:lnTo>
                    <a:pt x="6" y="40"/>
                  </a:lnTo>
                  <a:lnTo>
                    <a:pt x="3" y="37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3" y="20"/>
                  </a:lnTo>
                  <a:lnTo>
                    <a:pt x="1" y="4"/>
                  </a:lnTo>
                  <a:lnTo>
                    <a:pt x="3" y="4"/>
                  </a:lnTo>
                  <a:lnTo>
                    <a:pt x="6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46" name="ERITREA">
              <a:extLst>
                <a:ext uri="{FF2B5EF4-FFF2-40B4-BE49-F238E27FC236}">
                  <a16:creationId xmlns:a16="http://schemas.microsoft.com/office/drawing/2014/main" id="{16C25BF8-3376-BC54-107E-23B3F4543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5619" y="6564298"/>
              <a:ext cx="297097" cy="272916"/>
            </a:xfrm>
            <a:custGeom>
              <a:avLst/>
              <a:gdLst>
                <a:gd name="T0" fmla="*/ 25 w 86"/>
                <a:gd name="T1" fmla="*/ 0 h 79"/>
                <a:gd name="T2" fmla="*/ 31 w 86"/>
                <a:gd name="T3" fmla="*/ 8 h 79"/>
                <a:gd name="T4" fmla="*/ 35 w 86"/>
                <a:gd name="T5" fmla="*/ 29 h 79"/>
                <a:gd name="T6" fmla="*/ 43 w 86"/>
                <a:gd name="T7" fmla="*/ 39 h 79"/>
                <a:gd name="T8" fmla="*/ 44 w 86"/>
                <a:gd name="T9" fmla="*/ 40 h 79"/>
                <a:gd name="T10" fmla="*/ 44 w 86"/>
                <a:gd name="T11" fmla="*/ 36 h 79"/>
                <a:gd name="T12" fmla="*/ 49 w 86"/>
                <a:gd name="T13" fmla="*/ 43 h 79"/>
                <a:gd name="T14" fmla="*/ 53 w 86"/>
                <a:gd name="T15" fmla="*/ 43 h 79"/>
                <a:gd name="T16" fmla="*/ 63 w 86"/>
                <a:gd name="T17" fmla="*/ 48 h 79"/>
                <a:gd name="T18" fmla="*/ 78 w 86"/>
                <a:gd name="T19" fmla="*/ 66 h 79"/>
                <a:gd name="T20" fmla="*/ 86 w 86"/>
                <a:gd name="T21" fmla="*/ 72 h 79"/>
                <a:gd name="T22" fmla="*/ 75 w 86"/>
                <a:gd name="T23" fmla="*/ 79 h 79"/>
                <a:gd name="T24" fmla="*/ 59 w 86"/>
                <a:gd name="T25" fmla="*/ 57 h 79"/>
                <a:gd name="T26" fmla="*/ 47 w 86"/>
                <a:gd name="T27" fmla="*/ 51 h 79"/>
                <a:gd name="T28" fmla="*/ 34 w 86"/>
                <a:gd name="T29" fmla="*/ 51 h 79"/>
                <a:gd name="T30" fmla="*/ 23 w 86"/>
                <a:gd name="T31" fmla="*/ 49 h 79"/>
                <a:gd name="T32" fmla="*/ 17 w 86"/>
                <a:gd name="T33" fmla="*/ 58 h 79"/>
                <a:gd name="T34" fmla="*/ 14 w 86"/>
                <a:gd name="T35" fmla="*/ 54 h 79"/>
                <a:gd name="T36" fmla="*/ 1 w 86"/>
                <a:gd name="T37" fmla="*/ 55 h 79"/>
                <a:gd name="T38" fmla="*/ 0 w 86"/>
                <a:gd name="T39" fmla="*/ 43 h 79"/>
                <a:gd name="T40" fmla="*/ 7 w 86"/>
                <a:gd name="T41" fmla="*/ 14 h 79"/>
                <a:gd name="T42" fmla="*/ 25 w 86"/>
                <a:gd name="T43" fmla="*/ 6 h 79"/>
                <a:gd name="T44" fmla="*/ 25 w 86"/>
                <a:gd name="T4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6" h="79">
                  <a:moveTo>
                    <a:pt x="25" y="0"/>
                  </a:moveTo>
                  <a:lnTo>
                    <a:pt x="31" y="8"/>
                  </a:lnTo>
                  <a:lnTo>
                    <a:pt x="35" y="29"/>
                  </a:lnTo>
                  <a:lnTo>
                    <a:pt x="43" y="39"/>
                  </a:lnTo>
                  <a:lnTo>
                    <a:pt x="44" y="40"/>
                  </a:lnTo>
                  <a:lnTo>
                    <a:pt x="44" y="36"/>
                  </a:lnTo>
                  <a:lnTo>
                    <a:pt x="49" y="43"/>
                  </a:lnTo>
                  <a:lnTo>
                    <a:pt x="53" y="43"/>
                  </a:lnTo>
                  <a:lnTo>
                    <a:pt x="63" y="48"/>
                  </a:lnTo>
                  <a:lnTo>
                    <a:pt x="78" y="66"/>
                  </a:lnTo>
                  <a:lnTo>
                    <a:pt x="86" y="72"/>
                  </a:lnTo>
                  <a:lnTo>
                    <a:pt x="75" y="79"/>
                  </a:lnTo>
                  <a:lnTo>
                    <a:pt x="59" y="57"/>
                  </a:lnTo>
                  <a:lnTo>
                    <a:pt x="47" y="51"/>
                  </a:lnTo>
                  <a:lnTo>
                    <a:pt x="34" y="51"/>
                  </a:lnTo>
                  <a:lnTo>
                    <a:pt x="23" y="49"/>
                  </a:lnTo>
                  <a:lnTo>
                    <a:pt x="17" y="58"/>
                  </a:lnTo>
                  <a:lnTo>
                    <a:pt x="14" y="54"/>
                  </a:lnTo>
                  <a:lnTo>
                    <a:pt x="1" y="55"/>
                  </a:lnTo>
                  <a:lnTo>
                    <a:pt x="0" y="43"/>
                  </a:lnTo>
                  <a:lnTo>
                    <a:pt x="7" y="14"/>
                  </a:lnTo>
                  <a:lnTo>
                    <a:pt x="25" y="6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1047" name="ETHIOPIA">
              <a:extLst>
                <a:ext uri="{FF2B5EF4-FFF2-40B4-BE49-F238E27FC236}">
                  <a16:creationId xmlns:a16="http://schemas.microsoft.com/office/drawing/2014/main" id="{0B742E8C-1041-8C28-4484-7CFFC3F57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50160" y="6733575"/>
              <a:ext cx="677105" cy="497465"/>
            </a:xfrm>
            <a:custGeom>
              <a:avLst/>
              <a:gdLst>
                <a:gd name="T0" fmla="*/ 68 w 196"/>
                <a:gd name="T1" fmla="*/ 0 h 144"/>
                <a:gd name="T2" fmla="*/ 79 w 196"/>
                <a:gd name="T3" fmla="*/ 2 h 144"/>
                <a:gd name="T4" fmla="*/ 92 w 196"/>
                <a:gd name="T5" fmla="*/ 2 h 144"/>
                <a:gd name="T6" fmla="*/ 104 w 196"/>
                <a:gd name="T7" fmla="*/ 8 h 144"/>
                <a:gd name="T8" fmla="*/ 120 w 196"/>
                <a:gd name="T9" fmla="*/ 30 h 144"/>
                <a:gd name="T10" fmla="*/ 116 w 196"/>
                <a:gd name="T11" fmla="*/ 43 h 144"/>
                <a:gd name="T12" fmla="*/ 117 w 196"/>
                <a:gd name="T13" fmla="*/ 48 h 144"/>
                <a:gd name="T14" fmla="*/ 126 w 196"/>
                <a:gd name="T15" fmla="*/ 45 h 144"/>
                <a:gd name="T16" fmla="*/ 129 w 196"/>
                <a:gd name="T17" fmla="*/ 48 h 144"/>
                <a:gd name="T18" fmla="*/ 129 w 196"/>
                <a:gd name="T19" fmla="*/ 57 h 144"/>
                <a:gd name="T20" fmla="*/ 144 w 196"/>
                <a:gd name="T21" fmla="*/ 71 h 144"/>
                <a:gd name="T22" fmla="*/ 184 w 196"/>
                <a:gd name="T23" fmla="*/ 86 h 144"/>
                <a:gd name="T24" fmla="*/ 196 w 196"/>
                <a:gd name="T25" fmla="*/ 85 h 144"/>
                <a:gd name="T26" fmla="*/ 194 w 196"/>
                <a:gd name="T27" fmla="*/ 89 h 144"/>
                <a:gd name="T28" fmla="*/ 157 w 196"/>
                <a:gd name="T29" fmla="*/ 125 h 144"/>
                <a:gd name="T30" fmla="*/ 142 w 196"/>
                <a:gd name="T31" fmla="*/ 125 h 144"/>
                <a:gd name="T32" fmla="*/ 116 w 196"/>
                <a:gd name="T33" fmla="*/ 138 h 144"/>
                <a:gd name="T34" fmla="*/ 110 w 196"/>
                <a:gd name="T35" fmla="*/ 140 h 144"/>
                <a:gd name="T36" fmla="*/ 102 w 196"/>
                <a:gd name="T37" fmla="*/ 135 h 144"/>
                <a:gd name="T38" fmla="*/ 94 w 196"/>
                <a:gd name="T39" fmla="*/ 138 h 144"/>
                <a:gd name="T40" fmla="*/ 83 w 196"/>
                <a:gd name="T41" fmla="*/ 144 h 144"/>
                <a:gd name="T42" fmla="*/ 77 w 196"/>
                <a:gd name="T43" fmla="*/ 144 h 144"/>
                <a:gd name="T44" fmla="*/ 64 w 196"/>
                <a:gd name="T45" fmla="*/ 141 h 144"/>
                <a:gd name="T46" fmla="*/ 48 w 196"/>
                <a:gd name="T47" fmla="*/ 131 h 144"/>
                <a:gd name="T48" fmla="*/ 37 w 196"/>
                <a:gd name="T49" fmla="*/ 131 h 144"/>
                <a:gd name="T50" fmla="*/ 37 w 196"/>
                <a:gd name="T51" fmla="*/ 120 h 144"/>
                <a:gd name="T52" fmla="*/ 28 w 196"/>
                <a:gd name="T53" fmla="*/ 117 h 144"/>
                <a:gd name="T54" fmla="*/ 22 w 196"/>
                <a:gd name="T55" fmla="*/ 103 h 144"/>
                <a:gd name="T56" fmla="*/ 15 w 196"/>
                <a:gd name="T57" fmla="*/ 98 h 144"/>
                <a:gd name="T58" fmla="*/ 11 w 196"/>
                <a:gd name="T59" fmla="*/ 91 h 144"/>
                <a:gd name="T60" fmla="*/ 0 w 196"/>
                <a:gd name="T61" fmla="*/ 88 h 144"/>
                <a:gd name="T62" fmla="*/ 3 w 196"/>
                <a:gd name="T63" fmla="*/ 80 h 144"/>
                <a:gd name="T64" fmla="*/ 11 w 196"/>
                <a:gd name="T65" fmla="*/ 80 h 144"/>
                <a:gd name="T66" fmla="*/ 15 w 196"/>
                <a:gd name="T67" fmla="*/ 77 h 144"/>
                <a:gd name="T68" fmla="*/ 16 w 196"/>
                <a:gd name="T69" fmla="*/ 52 h 144"/>
                <a:gd name="T70" fmla="*/ 25 w 196"/>
                <a:gd name="T71" fmla="*/ 46 h 144"/>
                <a:gd name="T72" fmla="*/ 27 w 196"/>
                <a:gd name="T73" fmla="*/ 37 h 144"/>
                <a:gd name="T74" fmla="*/ 42 w 196"/>
                <a:gd name="T75" fmla="*/ 20 h 144"/>
                <a:gd name="T76" fmla="*/ 46 w 196"/>
                <a:gd name="T77" fmla="*/ 6 h 144"/>
                <a:gd name="T78" fmla="*/ 59 w 196"/>
                <a:gd name="T79" fmla="*/ 5 h 144"/>
                <a:gd name="T80" fmla="*/ 62 w 196"/>
                <a:gd name="T81" fmla="*/ 9 h 144"/>
                <a:gd name="T82" fmla="*/ 68 w 196"/>
                <a:gd name="T83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6" h="144">
                  <a:moveTo>
                    <a:pt x="68" y="0"/>
                  </a:moveTo>
                  <a:lnTo>
                    <a:pt x="79" y="2"/>
                  </a:lnTo>
                  <a:lnTo>
                    <a:pt x="92" y="2"/>
                  </a:lnTo>
                  <a:lnTo>
                    <a:pt x="104" y="8"/>
                  </a:lnTo>
                  <a:lnTo>
                    <a:pt x="120" y="30"/>
                  </a:lnTo>
                  <a:lnTo>
                    <a:pt x="116" y="43"/>
                  </a:lnTo>
                  <a:lnTo>
                    <a:pt x="117" y="48"/>
                  </a:lnTo>
                  <a:lnTo>
                    <a:pt x="126" y="45"/>
                  </a:lnTo>
                  <a:lnTo>
                    <a:pt x="129" y="48"/>
                  </a:lnTo>
                  <a:lnTo>
                    <a:pt x="129" y="57"/>
                  </a:lnTo>
                  <a:lnTo>
                    <a:pt x="144" y="71"/>
                  </a:lnTo>
                  <a:lnTo>
                    <a:pt x="184" y="86"/>
                  </a:lnTo>
                  <a:lnTo>
                    <a:pt x="196" y="85"/>
                  </a:lnTo>
                  <a:lnTo>
                    <a:pt x="194" y="89"/>
                  </a:lnTo>
                  <a:lnTo>
                    <a:pt x="157" y="125"/>
                  </a:lnTo>
                  <a:lnTo>
                    <a:pt x="142" y="125"/>
                  </a:lnTo>
                  <a:lnTo>
                    <a:pt x="116" y="138"/>
                  </a:lnTo>
                  <a:lnTo>
                    <a:pt x="110" y="140"/>
                  </a:lnTo>
                  <a:lnTo>
                    <a:pt x="102" y="135"/>
                  </a:lnTo>
                  <a:lnTo>
                    <a:pt x="94" y="138"/>
                  </a:lnTo>
                  <a:lnTo>
                    <a:pt x="83" y="144"/>
                  </a:lnTo>
                  <a:lnTo>
                    <a:pt x="77" y="144"/>
                  </a:lnTo>
                  <a:lnTo>
                    <a:pt x="64" y="141"/>
                  </a:lnTo>
                  <a:lnTo>
                    <a:pt x="48" y="131"/>
                  </a:lnTo>
                  <a:lnTo>
                    <a:pt x="37" y="131"/>
                  </a:lnTo>
                  <a:lnTo>
                    <a:pt x="37" y="120"/>
                  </a:lnTo>
                  <a:lnTo>
                    <a:pt x="28" y="117"/>
                  </a:lnTo>
                  <a:lnTo>
                    <a:pt x="22" y="103"/>
                  </a:lnTo>
                  <a:lnTo>
                    <a:pt x="15" y="98"/>
                  </a:lnTo>
                  <a:lnTo>
                    <a:pt x="11" y="91"/>
                  </a:lnTo>
                  <a:lnTo>
                    <a:pt x="0" y="88"/>
                  </a:lnTo>
                  <a:lnTo>
                    <a:pt x="3" y="80"/>
                  </a:lnTo>
                  <a:lnTo>
                    <a:pt x="11" y="80"/>
                  </a:lnTo>
                  <a:lnTo>
                    <a:pt x="15" y="77"/>
                  </a:lnTo>
                  <a:lnTo>
                    <a:pt x="16" y="52"/>
                  </a:lnTo>
                  <a:lnTo>
                    <a:pt x="25" y="46"/>
                  </a:lnTo>
                  <a:lnTo>
                    <a:pt x="27" y="37"/>
                  </a:lnTo>
                  <a:lnTo>
                    <a:pt x="42" y="20"/>
                  </a:lnTo>
                  <a:lnTo>
                    <a:pt x="46" y="6"/>
                  </a:lnTo>
                  <a:lnTo>
                    <a:pt x="59" y="5"/>
                  </a:lnTo>
                  <a:lnTo>
                    <a:pt x="62" y="9"/>
                  </a:lnTo>
                  <a:lnTo>
                    <a:pt x="6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</p:grpSp>
      <p:sp>
        <p:nvSpPr>
          <p:cNvPr id="756" name="SIKKIM INDIA">
            <a:extLst>
              <a:ext uri="{FF2B5EF4-FFF2-40B4-BE49-F238E27FC236}">
                <a16:creationId xmlns:a16="http://schemas.microsoft.com/office/drawing/2014/main" id="{FD6336F7-2492-E886-A0D3-9F6067484372}"/>
              </a:ext>
            </a:extLst>
          </p:cNvPr>
          <p:cNvSpPr>
            <a:spLocks/>
          </p:cNvSpPr>
          <p:nvPr/>
        </p:nvSpPr>
        <p:spPr bwMode="auto">
          <a:xfrm>
            <a:off x="8302895" y="3749534"/>
            <a:ext cx="100660" cy="52518"/>
          </a:xfrm>
          <a:custGeom>
            <a:avLst/>
            <a:gdLst>
              <a:gd name="T0" fmla="*/ 17 w 46"/>
              <a:gd name="T1" fmla="*/ 0 h 24"/>
              <a:gd name="T2" fmla="*/ 17 w 46"/>
              <a:gd name="T3" fmla="*/ 0 h 24"/>
              <a:gd name="T4" fmla="*/ 36 w 46"/>
              <a:gd name="T5" fmla="*/ 5 h 24"/>
              <a:gd name="T6" fmla="*/ 40 w 46"/>
              <a:gd name="T7" fmla="*/ 7 h 24"/>
              <a:gd name="T8" fmla="*/ 40 w 46"/>
              <a:gd name="T9" fmla="*/ 7 h 24"/>
              <a:gd name="T10" fmla="*/ 40 w 46"/>
              <a:gd name="T11" fmla="*/ 10 h 24"/>
              <a:gd name="T12" fmla="*/ 46 w 46"/>
              <a:gd name="T13" fmla="*/ 13 h 24"/>
              <a:gd name="T14" fmla="*/ 46 w 46"/>
              <a:gd name="T15" fmla="*/ 15 h 24"/>
              <a:gd name="T16" fmla="*/ 43 w 46"/>
              <a:gd name="T17" fmla="*/ 21 h 24"/>
              <a:gd name="T18" fmla="*/ 43 w 46"/>
              <a:gd name="T19" fmla="*/ 21 h 24"/>
              <a:gd name="T20" fmla="*/ 40 w 46"/>
              <a:gd name="T21" fmla="*/ 21 h 24"/>
              <a:gd name="T22" fmla="*/ 33 w 46"/>
              <a:gd name="T23" fmla="*/ 22 h 24"/>
              <a:gd name="T24" fmla="*/ 23 w 46"/>
              <a:gd name="T25" fmla="*/ 24 h 24"/>
              <a:gd name="T26" fmla="*/ 15 w 46"/>
              <a:gd name="T27" fmla="*/ 24 h 24"/>
              <a:gd name="T28" fmla="*/ 12 w 46"/>
              <a:gd name="T29" fmla="*/ 24 h 24"/>
              <a:gd name="T30" fmla="*/ 12 w 46"/>
              <a:gd name="T31" fmla="*/ 24 h 24"/>
              <a:gd name="T32" fmla="*/ 2 w 46"/>
              <a:gd name="T33" fmla="*/ 21 h 24"/>
              <a:gd name="T34" fmla="*/ 2 w 46"/>
              <a:gd name="T35" fmla="*/ 21 h 24"/>
              <a:gd name="T36" fmla="*/ 0 w 46"/>
              <a:gd name="T37" fmla="*/ 18 h 24"/>
              <a:gd name="T38" fmla="*/ 0 w 46"/>
              <a:gd name="T39" fmla="*/ 16 h 24"/>
              <a:gd name="T40" fmla="*/ 3 w 46"/>
              <a:gd name="T41" fmla="*/ 13 h 24"/>
              <a:gd name="T42" fmla="*/ 17 w 46"/>
              <a:gd name="T43" fmla="*/ 0 h 24"/>
              <a:gd name="T44" fmla="*/ 17 w 46"/>
              <a:gd name="T45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6" h="24">
                <a:moveTo>
                  <a:pt x="17" y="0"/>
                </a:moveTo>
                <a:lnTo>
                  <a:pt x="17" y="0"/>
                </a:lnTo>
                <a:lnTo>
                  <a:pt x="36" y="5"/>
                </a:lnTo>
                <a:lnTo>
                  <a:pt x="40" y="7"/>
                </a:lnTo>
                <a:lnTo>
                  <a:pt x="40" y="7"/>
                </a:lnTo>
                <a:lnTo>
                  <a:pt x="40" y="10"/>
                </a:lnTo>
                <a:lnTo>
                  <a:pt x="46" y="13"/>
                </a:lnTo>
                <a:lnTo>
                  <a:pt x="46" y="15"/>
                </a:lnTo>
                <a:lnTo>
                  <a:pt x="43" y="21"/>
                </a:lnTo>
                <a:lnTo>
                  <a:pt x="43" y="21"/>
                </a:lnTo>
                <a:lnTo>
                  <a:pt x="40" y="21"/>
                </a:lnTo>
                <a:lnTo>
                  <a:pt x="33" y="22"/>
                </a:lnTo>
                <a:lnTo>
                  <a:pt x="23" y="24"/>
                </a:lnTo>
                <a:lnTo>
                  <a:pt x="15" y="24"/>
                </a:lnTo>
                <a:lnTo>
                  <a:pt x="12" y="24"/>
                </a:lnTo>
                <a:lnTo>
                  <a:pt x="12" y="24"/>
                </a:lnTo>
                <a:lnTo>
                  <a:pt x="2" y="21"/>
                </a:lnTo>
                <a:lnTo>
                  <a:pt x="2" y="21"/>
                </a:lnTo>
                <a:lnTo>
                  <a:pt x="0" y="18"/>
                </a:lnTo>
                <a:lnTo>
                  <a:pt x="0" y="16"/>
                </a:lnTo>
                <a:lnTo>
                  <a:pt x="3" y="13"/>
                </a:lnTo>
                <a:lnTo>
                  <a:pt x="17" y="0"/>
                </a:lnTo>
                <a:lnTo>
                  <a:pt x="17" y="0"/>
                </a:lnTo>
                <a:close/>
              </a:path>
            </a:pathLst>
          </a:custGeom>
          <a:solidFill>
            <a:srgbClr val="7D22C3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57" name="SRI LANKA">
            <a:extLst>
              <a:ext uri="{FF2B5EF4-FFF2-40B4-BE49-F238E27FC236}">
                <a16:creationId xmlns:a16="http://schemas.microsoft.com/office/drawing/2014/main" id="{0212ADAD-5B3D-E7B4-AE01-7E54E34DB6A2}"/>
              </a:ext>
            </a:extLst>
          </p:cNvPr>
          <p:cNvSpPr>
            <a:spLocks/>
          </p:cNvSpPr>
          <p:nvPr/>
        </p:nvSpPr>
        <p:spPr bwMode="auto">
          <a:xfrm>
            <a:off x="8044675" y="4307549"/>
            <a:ext cx="65649" cy="113791"/>
          </a:xfrm>
          <a:custGeom>
            <a:avLst/>
            <a:gdLst>
              <a:gd name="T0" fmla="*/ 6 w 30"/>
              <a:gd name="T1" fmla="*/ 0 h 52"/>
              <a:gd name="T2" fmla="*/ 6 w 30"/>
              <a:gd name="T3" fmla="*/ 0 h 52"/>
              <a:gd name="T4" fmla="*/ 9 w 30"/>
              <a:gd name="T5" fmla="*/ 2 h 52"/>
              <a:gd name="T6" fmla="*/ 16 w 30"/>
              <a:gd name="T7" fmla="*/ 9 h 52"/>
              <a:gd name="T8" fmla="*/ 30 w 30"/>
              <a:gd name="T9" fmla="*/ 30 h 52"/>
              <a:gd name="T10" fmla="*/ 28 w 30"/>
              <a:gd name="T11" fmla="*/ 42 h 52"/>
              <a:gd name="T12" fmla="*/ 28 w 30"/>
              <a:gd name="T13" fmla="*/ 42 h 52"/>
              <a:gd name="T14" fmla="*/ 15 w 30"/>
              <a:gd name="T15" fmla="*/ 52 h 52"/>
              <a:gd name="T16" fmla="*/ 15 w 30"/>
              <a:gd name="T17" fmla="*/ 52 h 52"/>
              <a:gd name="T18" fmla="*/ 7 w 30"/>
              <a:gd name="T19" fmla="*/ 50 h 52"/>
              <a:gd name="T20" fmla="*/ 6 w 30"/>
              <a:gd name="T21" fmla="*/ 50 h 52"/>
              <a:gd name="T22" fmla="*/ 1 w 30"/>
              <a:gd name="T23" fmla="*/ 40 h 52"/>
              <a:gd name="T24" fmla="*/ 0 w 30"/>
              <a:gd name="T25" fmla="*/ 22 h 52"/>
              <a:gd name="T26" fmla="*/ 0 w 30"/>
              <a:gd name="T27" fmla="*/ 22 h 52"/>
              <a:gd name="T28" fmla="*/ 0 w 30"/>
              <a:gd name="T29" fmla="*/ 22 h 52"/>
              <a:gd name="T30" fmla="*/ 1 w 30"/>
              <a:gd name="T31" fmla="*/ 22 h 52"/>
              <a:gd name="T32" fmla="*/ 4 w 30"/>
              <a:gd name="T33" fmla="*/ 6 h 52"/>
              <a:gd name="T34" fmla="*/ 6 w 30"/>
              <a:gd name="T35" fmla="*/ 6 h 52"/>
              <a:gd name="T36" fmla="*/ 7 w 30"/>
              <a:gd name="T37" fmla="*/ 5 h 52"/>
              <a:gd name="T38" fmla="*/ 4 w 30"/>
              <a:gd name="T39" fmla="*/ 2 h 52"/>
              <a:gd name="T40" fmla="*/ 3 w 30"/>
              <a:gd name="T41" fmla="*/ 2 h 52"/>
              <a:gd name="T42" fmla="*/ 4 w 30"/>
              <a:gd name="T43" fmla="*/ 2 h 52"/>
              <a:gd name="T44" fmla="*/ 4 w 30"/>
              <a:gd name="T45" fmla="*/ 0 h 52"/>
              <a:gd name="T46" fmla="*/ 6 w 30"/>
              <a:gd name="T47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0" h="52">
                <a:moveTo>
                  <a:pt x="6" y="0"/>
                </a:moveTo>
                <a:lnTo>
                  <a:pt x="6" y="0"/>
                </a:lnTo>
                <a:lnTo>
                  <a:pt x="9" y="2"/>
                </a:lnTo>
                <a:lnTo>
                  <a:pt x="16" y="9"/>
                </a:lnTo>
                <a:lnTo>
                  <a:pt x="30" y="30"/>
                </a:lnTo>
                <a:lnTo>
                  <a:pt x="28" y="42"/>
                </a:lnTo>
                <a:lnTo>
                  <a:pt x="28" y="42"/>
                </a:lnTo>
                <a:lnTo>
                  <a:pt x="15" y="52"/>
                </a:lnTo>
                <a:lnTo>
                  <a:pt x="15" y="52"/>
                </a:lnTo>
                <a:lnTo>
                  <a:pt x="7" y="50"/>
                </a:lnTo>
                <a:lnTo>
                  <a:pt x="6" y="50"/>
                </a:lnTo>
                <a:lnTo>
                  <a:pt x="1" y="40"/>
                </a:lnTo>
                <a:lnTo>
                  <a:pt x="0" y="22"/>
                </a:lnTo>
                <a:lnTo>
                  <a:pt x="0" y="22"/>
                </a:lnTo>
                <a:lnTo>
                  <a:pt x="0" y="22"/>
                </a:lnTo>
                <a:lnTo>
                  <a:pt x="1" y="22"/>
                </a:lnTo>
                <a:lnTo>
                  <a:pt x="4" y="6"/>
                </a:lnTo>
                <a:lnTo>
                  <a:pt x="6" y="6"/>
                </a:lnTo>
                <a:lnTo>
                  <a:pt x="7" y="5"/>
                </a:lnTo>
                <a:lnTo>
                  <a:pt x="4" y="2"/>
                </a:lnTo>
                <a:lnTo>
                  <a:pt x="3" y="2"/>
                </a:lnTo>
                <a:lnTo>
                  <a:pt x="4" y="2"/>
                </a:lnTo>
                <a:lnTo>
                  <a:pt x="4" y="0"/>
                </a:lnTo>
                <a:lnTo>
                  <a:pt x="6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58" name="AFGHANISTAN">
            <a:extLst>
              <a:ext uri="{FF2B5EF4-FFF2-40B4-BE49-F238E27FC236}">
                <a16:creationId xmlns:a16="http://schemas.microsoft.com/office/drawing/2014/main" id="{2834F08A-5DF5-A91A-E63D-B759A8EE7A1F}"/>
              </a:ext>
            </a:extLst>
          </p:cNvPr>
          <p:cNvSpPr>
            <a:spLocks noEditPoints="1"/>
          </p:cNvSpPr>
          <p:nvPr/>
        </p:nvSpPr>
        <p:spPr bwMode="auto">
          <a:xfrm>
            <a:off x="7495414" y="3401594"/>
            <a:ext cx="413587" cy="312925"/>
          </a:xfrm>
          <a:custGeom>
            <a:avLst/>
            <a:gdLst>
              <a:gd name="T0" fmla="*/ 11 w 189"/>
              <a:gd name="T1" fmla="*/ 46 h 143"/>
              <a:gd name="T2" fmla="*/ 12 w 189"/>
              <a:gd name="T3" fmla="*/ 43 h 143"/>
              <a:gd name="T4" fmla="*/ 143 w 189"/>
              <a:gd name="T5" fmla="*/ 3 h 143"/>
              <a:gd name="T6" fmla="*/ 146 w 189"/>
              <a:gd name="T7" fmla="*/ 9 h 143"/>
              <a:gd name="T8" fmla="*/ 147 w 189"/>
              <a:gd name="T9" fmla="*/ 30 h 143"/>
              <a:gd name="T10" fmla="*/ 174 w 189"/>
              <a:gd name="T11" fmla="*/ 17 h 143"/>
              <a:gd name="T12" fmla="*/ 184 w 189"/>
              <a:gd name="T13" fmla="*/ 18 h 143"/>
              <a:gd name="T14" fmla="*/ 187 w 189"/>
              <a:gd name="T15" fmla="*/ 20 h 143"/>
              <a:gd name="T16" fmla="*/ 186 w 189"/>
              <a:gd name="T17" fmla="*/ 24 h 143"/>
              <a:gd name="T18" fmla="*/ 160 w 189"/>
              <a:gd name="T19" fmla="*/ 27 h 143"/>
              <a:gd name="T20" fmla="*/ 141 w 189"/>
              <a:gd name="T21" fmla="*/ 39 h 143"/>
              <a:gd name="T22" fmla="*/ 147 w 189"/>
              <a:gd name="T23" fmla="*/ 54 h 143"/>
              <a:gd name="T24" fmla="*/ 141 w 189"/>
              <a:gd name="T25" fmla="*/ 67 h 143"/>
              <a:gd name="T26" fmla="*/ 125 w 189"/>
              <a:gd name="T27" fmla="*/ 72 h 143"/>
              <a:gd name="T28" fmla="*/ 119 w 189"/>
              <a:gd name="T29" fmla="*/ 86 h 143"/>
              <a:gd name="T30" fmla="*/ 116 w 189"/>
              <a:gd name="T31" fmla="*/ 106 h 143"/>
              <a:gd name="T32" fmla="*/ 107 w 189"/>
              <a:gd name="T33" fmla="*/ 106 h 143"/>
              <a:gd name="T34" fmla="*/ 94 w 189"/>
              <a:gd name="T35" fmla="*/ 112 h 143"/>
              <a:gd name="T36" fmla="*/ 83 w 189"/>
              <a:gd name="T37" fmla="*/ 115 h 143"/>
              <a:gd name="T38" fmla="*/ 77 w 189"/>
              <a:gd name="T39" fmla="*/ 135 h 143"/>
              <a:gd name="T40" fmla="*/ 61 w 189"/>
              <a:gd name="T41" fmla="*/ 140 h 143"/>
              <a:gd name="T42" fmla="*/ 48 w 189"/>
              <a:gd name="T43" fmla="*/ 143 h 143"/>
              <a:gd name="T44" fmla="*/ 26 w 189"/>
              <a:gd name="T45" fmla="*/ 143 h 143"/>
              <a:gd name="T46" fmla="*/ 15 w 189"/>
              <a:gd name="T47" fmla="*/ 123 h 143"/>
              <a:gd name="T48" fmla="*/ 12 w 189"/>
              <a:gd name="T49" fmla="*/ 110 h 143"/>
              <a:gd name="T50" fmla="*/ 2 w 189"/>
              <a:gd name="T51" fmla="*/ 88 h 143"/>
              <a:gd name="T52" fmla="*/ 0 w 189"/>
              <a:gd name="T53" fmla="*/ 76 h 143"/>
              <a:gd name="T54" fmla="*/ 6 w 189"/>
              <a:gd name="T55" fmla="*/ 67 h 143"/>
              <a:gd name="T56" fmla="*/ 11 w 189"/>
              <a:gd name="T57" fmla="*/ 46 h 143"/>
              <a:gd name="T58" fmla="*/ 30 w 189"/>
              <a:gd name="T59" fmla="*/ 52 h 143"/>
              <a:gd name="T60" fmla="*/ 37 w 189"/>
              <a:gd name="T61" fmla="*/ 45 h 143"/>
              <a:gd name="T62" fmla="*/ 54 w 189"/>
              <a:gd name="T63" fmla="*/ 35 h 143"/>
              <a:gd name="T64" fmla="*/ 66 w 189"/>
              <a:gd name="T65" fmla="*/ 20 h 143"/>
              <a:gd name="T66" fmla="*/ 80 w 189"/>
              <a:gd name="T67" fmla="*/ 17 h 143"/>
              <a:gd name="T68" fmla="*/ 100 w 189"/>
              <a:gd name="T69" fmla="*/ 24 h 143"/>
              <a:gd name="T70" fmla="*/ 117 w 189"/>
              <a:gd name="T71" fmla="*/ 23 h 143"/>
              <a:gd name="T72" fmla="*/ 128 w 189"/>
              <a:gd name="T73" fmla="*/ 15 h 143"/>
              <a:gd name="T74" fmla="*/ 128 w 189"/>
              <a:gd name="T75" fmla="*/ 9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89" h="143">
                <a:moveTo>
                  <a:pt x="12" y="43"/>
                </a:moveTo>
                <a:lnTo>
                  <a:pt x="11" y="46"/>
                </a:lnTo>
                <a:lnTo>
                  <a:pt x="11" y="46"/>
                </a:lnTo>
                <a:lnTo>
                  <a:pt x="12" y="43"/>
                </a:lnTo>
                <a:close/>
                <a:moveTo>
                  <a:pt x="137" y="0"/>
                </a:moveTo>
                <a:lnTo>
                  <a:pt x="143" y="3"/>
                </a:lnTo>
                <a:lnTo>
                  <a:pt x="141" y="8"/>
                </a:lnTo>
                <a:lnTo>
                  <a:pt x="146" y="9"/>
                </a:lnTo>
                <a:lnTo>
                  <a:pt x="144" y="23"/>
                </a:lnTo>
                <a:lnTo>
                  <a:pt x="147" y="30"/>
                </a:lnTo>
                <a:lnTo>
                  <a:pt x="171" y="17"/>
                </a:lnTo>
                <a:lnTo>
                  <a:pt x="174" y="17"/>
                </a:lnTo>
                <a:lnTo>
                  <a:pt x="175" y="20"/>
                </a:lnTo>
                <a:lnTo>
                  <a:pt x="184" y="18"/>
                </a:lnTo>
                <a:lnTo>
                  <a:pt x="189" y="18"/>
                </a:lnTo>
                <a:lnTo>
                  <a:pt x="187" y="20"/>
                </a:lnTo>
                <a:lnTo>
                  <a:pt x="184" y="23"/>
                </a:lnTo>
                <a:lnTo>
                  <a:pt x="186" y="24"/>
                </a:lnTo>
                <a:lnTo>
                  <a:pt x="174" y="26"/>
                </a:lnTo>
                <a:lnTo>
                  <a:pt x="160" y="27"/>
                </a:lnTo>
                <a:lnTo>
                  <a:pt x="143" y="37"/>
                </a:lnTo>
                <a:lnTo>
                  <a:pt x="141" y="39"/>
                </a:lnTo>
                <a:lnTo>
                  <a:pt x="147" y="49"/>
                </a:lnTo>
                <a:lnTo>
                  <a:pt x="147" y="54"/>
                </a:lnTo>
                <a:lnTo>
                  <a:pt x="138" y="64"/>
                </a:lnTo>
                <a:lnTo>
                  <a:pt x="141" y="67"/>
                </a:lnTo>
                <a:lnTo>
                  <a:pt x="138" y="72"/>
                </a:lnTo>
                <a:lnTo>
                  <a:pt x="125" y="72"/>
                </a:lnTo>
                <a:lnTo>
                  <a:pt x="129" y="82"/>
                </a:lnTo>
                <a:lnTo>
                  <a:pt x="119" y="86"/>
                </a:lnTo>
                <a:lnTo>
                  <a:pt x="114" y="98"/>
                </a:lnTo>
                <a:lnTo>
                  <a:pt x="116" y="106"/>
                </a:lnTo>
                <a:lnTo>
                  <a:pt x="112" y="110"/>
                </a:lnTo>
                <a:lnTo>
                  <a:pt x="107" y="106"/>
                </a:lnTo>
                <a:lnTo>
                  <a:pt x="101" y="106"/>
                </a:lnTo>
                <a:lnTo>
                  <a:pt x="94" y="112"/>
                </a:lnTo>
                <a:lnTo>
                  <a:pt x="97" y="113"/>
                </a:lnTo>
                <a:lnTo>
                  <a:pt x="83" y="115"/>
                </a:lnTo>
                <a:lnTo>
                  <a:pt x="79" y="121"/>
                </a:lnTo>
                <a:lnTo>
                  <a:pt x="77" y="135"/>
                </a:lnTo>
                <a:lnTo>
                  <a:pt x="76" y="137"/>
                </a:lnTo>
                <a:lnTo>
                  <a:pt x="61" y="140"/>
                </a:lnTo>
                <a:lnTo>
                  <a:pt x="52" y="140"/>
                </a:lnTo>
                <a:lnTo>
                  <a:pt x="48" y="143"/>
                </a:lnTo>
                <a:lnTo>
                  <a:pt x="39" y="140"/>
                </a:lnTo>
                <a:lnTo>
                  <a:pt x="26" y="143"/>
                </a:lnTo>
                <a:lnTo>
                  <a:pt x="6" y="137"/>
                </a:lnTo>
                <a:lnTo>
                  <a:pt x="15" y="123"/>
                </a:lnTo>
                <a:lnTo>
                  <a:pt x="17" y="116"/>
                </a:lnTo>
                <a:lnTo>
                  <a:pt x="12" y="110"/>
                </a:lnTo>
                <a:lnTo>
                  <a:pt x="5" y="106"/>
                </a:lnTo>
                <a:lnTo>
                  <a:pt x="2" y="88"/>
                </a:lnTo>
                <a:lnTo>
                  <a:pt x="5" y="79"/>
                </a:lnTo>
                <a:lnTo>
                  <a:pt x="0" y="76"/>
                </a:lnTo>
                <a:lnTo>
                  <a:pt x="0" y="69"/>
                </a:lnTo>
                <a:lnTo>
                  <a:pt x="6" y="67"/>
                </a:lnTo>
                <a:lnTo>
                  <a:pt x="9" y="58"/>
                </a:lnTo>
                <a:lnTo>
                  <a:pt x="11" y="46"/>
                </a:lnTo>
                <a:lnTo>
                  <a:pt x="15" y="49"/>
                </a:lnTo>
                <a:lnTo>
                  <a:pt x="30" y="52"/>
                </a:lnTo>
                <a:lnTo>
                  <a:pt x="34" y="49"/>
                </a:lnTo>
                <a:lnTo>
                  <a:pt x="37" y="45"/>
                </a:lnTo>
                <a:lnTo>
                  <a:pt x="36" y="43"/>
                </a:lnTo>
                <a:lnTo>
                  <a:pt x="54" y="35"/>
                </a:lnTo>
                <a:lnTo>
                  <a:pt x="60" y="20"/>
                </a:lnTo>
                <a:lnTo>
                  <a:pt x="66" y="20"/>
                </a:lnTo>
                <a:lnTo>
                  <a:pt x="70" y="15"/>
                </a:lnTo>
                <a:lnTo>
                  <a:pt x="80" y="17"/>
                </a:lnTo>
                <a:lnTo>
                  <a:pt x="95" y="20"/>
                </a:lnTo>
                <a:lnTo>
                  <a:pt x="100" y="24"/>
                </a:lnTo>
                <a:lnTo>
                  <a:pt x="112" y="18"/>
                </a:lnTo>
                <a:lnTo>
                  <a:pt x="117" y="23"/>
                </a:lnTo>
                <a:lnTo>
                  <a:pt x="119" y="14"/>
                </a:lnTo>
                <a:lnTo>
                  <a:pt x="128" y="15"/>
                </a:lnTo>
                <a:lnTo>
                  <a:pt x="129" y="12"/>
                </a:lnTo>
                <a:lnTo>
                  <a:pt x="128" y="9"/>
                </a:lnTo>
                <a:lnTo>
                  <a:pt x="137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59" name="PAKISTAN">
            <a:extLst>
              <a:ext uri="{FF2B5EF4-FFF2-40B4-BE49-F238E27FC236}">
                <a16:creationId xmlns:a16="http://schemas.microsoft.com/office/drawing/2014/main" id="{1F614E12-D33C-B231-6E68-BF7251299792}"/>
              </a:ext>
            </a:extLst>
          </p:cNvPr>
          <p:cNvSpPr>
            <a:spLocks/>
          </p:cNvSpPr>
          <p:nvPr/>
        </p:nvSpPr>
        <p:spPr bwMode="auto">
          <a:xfrm>
            <a:off x="7506355" y="3451927"/>
            <a:ext cx="483614" cy="439846"/>
          </a:xfrm>
          <a:custGeom>
            <a:avLst/>
            <a:gdLst>
              <a:gd name="T0" fmla="*/ 191 w 221"/>
              <a:gd name="T1" fmla="*/ 3 h 201"/>
              <a:gd name="T2" fmla="*/ 197 w 221"/>
              <a:gd name="T3" fmla="*/ 6 h 201"/>
              <a:gd name="T4" fmla="*/ 198 w 221"/>
              <a:gd name="T5" fmla="*/ 16 h 201"/>
              <a:gd name="T6" fmla="*/ 203 w 221"/>
              <a:gd name="T7" fmla="*/ 19 h 201"/>
              <a:gd name="T8" fmla="*/ 206 w 221"/>
              <a:gd name="T9" fmla="*/ 19 h 201"/>
              <a:gd name="T10" fmla="*/ 221 w 221"/>
              <a:gd name="T11" fmla="*/ 26 h 201"/>
              <a:gd name="T12" fmla="*/ 210 w 221"/>
              <a:gd name="T13" fmla="*/ 38 h 201"/>
              <a:gd name="T14" fmla="*/ 206 w 221"/>
              <a:gd name="T15" fmla="*/ 38 h 201"/>
              <a:gd name="T16" fmla="*/ 193 w 221"/>
              <a:gd name="T17" fmla="*/ 41 h 201"/>
              <a:gd name="T18" fmla="*/ 170 w 221"/>
              <a:gd name="T19" fmla="*/ 43 h 201"/>
              <a:gd name="T20" fmla="*/ 173 w 221"/>
              <a:gd name="T21" fmla="*/ 44 h 201"/>
              <a:gd name="T22" fmla="*/ 176 w 221"/>
              <a:gd name="T23" fmla="*/ 50 h 201"/>
              <a:gd name="T24" fmla="*/ 176 w 221"/>
              <a:gd name="T25" fmla="*/ 56 h 201"/>
              <a:gd name="T26" fmla="*/ 176 w 221"/>
              <a:gd name="T27" fmla="*/ 66 h 201"/>
              <a:gd name="T28" fmla="*/ 182 w 221"/>
              <a:gd name="T29" fmla="*/ 72 h 201"/>
              <a:gd name="T30" fmla="*/ 191 w 221"/>
              <a:gd name="T31" fmla="*/ 77 h 201"/>
              <a:gd name="T32" fmla="*/ 181 w 221"/>
              <a:gd name="T33" fmla="*/ 86 h 201"/>
              <a:gd name="T34" fmla="*/ 181 w 221"/>
              <a:gd name="T35" fmla="*/ 93 h 201"/>
              <a:gd name="T36" fmla="*/ 184 w 221"/>
              <a:gd name="T37" fmla="*/ 96 h 201"/>
              <a:gd name="T38" fmla="*/ 170 w 221"/>
              <a:gd name="T39" fmla="*/ 111 h 201"/>
              <a:gd name="T40" fmla="*/ 158 w 221"/>
              <a:gd name="T41" fmla="*/ 126 h 201"/>
              <a:gd name="T42" fmla="*/ 145 w 221"/>
              <a:gd name="T43" fmla="*/ 142 h 201"/>
              <a:gd name="T44" fmla="*/ 132 w 221"/>
              <a:gd name="T45" fmla="*/ 145 h 201"/>
              <a:gd name="T46" fmla="*/ 114 w 221"/>
              <a:gd name="T47" fmla="*/ 160 h 201"/>
              <a:gd name="T48" fmla="*/ 123 w 221"/>
              <a:gd name="T49" fmla="*/ 172 h 201"/>
              <a:gd name="T50" fmla="*/ 136 w 221"/>
              <a:gd name="T51" fmla="*/ 192 h 201"/>
              <a:gd name="T52" fmla="*/ 130 w 221"/>
              <a:gd name="T53" fmla="*/ 195 h 201"/>
              <a:gd name="T54" fmla="*/ 121 w 221"/>
              <a:gd name="T55" fmla="*/ 197 h 201"/>
              <a:gd name="T56" fmla="*/ 105 w 221"/>
              <a:gd name="T57" fmla="*/ 194 h 201"/>
              <a:gd name="T58" fmla="*/ 98 w 221"/>
              <a:gd name="T59" fmla="*/ 200 h 201"/>
              <a:gd name="T60" fmla="*/ 93 w 221"/>
              <a:gd name="T61" fmla="*/ 201 h 201"/>
              <a:gd name="T62" fmla="*/ 81 w 221"/>
              <a:gd name="T63" fmla="*/ 188 h 201"/>
              <a:gd name="T64" fmla="*/ 55 w 221"/>
              <a:gd name="T65" fmla="*/ 181 h 201"/>
              <a:gd name="T66" fmla="*/ 50 w 221"/>
              <a:gd name="T67" fmla="*/ 182 h 201"/>
              <a:gd name="T68" fmla="*/ 18 w 221"/>
              <a:gd name="T69" fmla="*/ 182 h 201"/>
              <a:gd name="T70" fmla="*/ 12 w 221"/>
              <a:gd name="T71" fmla="*/ 183 h 201"/>
              <a:gd name="T72" fmla="*/ 13 w 221"/>
              <a:gd name="T73" fmla="*/ 167 h 201"/>
              <a:gd name="T74" fmla="*/ 31 w 221"/>
              <a:gd name="T75" fmla="*/ 154 h 201"/>
              <a:gd name="T76" fmla="*/ 25 w 221"/>
              <a:gd name="T77" fmla="*/ 139 h 201"/>
              <a:gd name="T78" fmla="*/ 1 w 221"/>
              <a:gd name="T79" fmla="*/ 112 h 201"/>
              <a:gd name="T80" fmla="*/ 21 w 221"/>
              <a:gd name="T81" fmla="*/ 120 h 201"/>
              <a:gd name="T82" fmla="*/ 46 w 221"/>
              <a:gd name="T83" fmla="*/ 115 h 201"/>
              <a:gd name="T84" fmla="*/ 50 w 221"/>
              <a:gd name="T85" fmla="*/ 115 h 201"/>
              <a:gd name="T86" fmla="*/ 56 w 221"/>
              <a:gd name="T87" fmla="*/ 117 h 201"/>
              <a:gd name="T88" fmla="*/ 72 w 221"/>
              <a:gd name="T89" fmla="*/ 98 h 201"/>
              <a:gd name="T90" fmla="*/ 90 w 221"/>
              <a:gd name="T91" fmla="*/ 90 h 201"/>
              <a:gd name="T92" fmla="*/ 89 w 221"/>
              <a:gd name="T93" fmla="*/ 89 h 201"/>
              <a:gd name="T94" fmla="*/ 105 w 221"/>
              <a:gd name="T95" fmla="*/ 86 h 201"/>
              <a:gd name="T96" fmla="*/ 112 w 221"/>
              <a:gd name="T97" fmla="*/ 63 h 201"/>
              <a:gd name="T98" fmla="*/ 118 w 221"/>
              <a:gd name="T99" fmla="*/ 49 h 201"/>
              <a:gd name="T100" fmla="*/ 133 w 221"/>
              <a:gd name="T101" fmla="*/ 49 h 201"/>
              <a:gd name="T102" fmla="*/ 133 w 221"/>
              <a:gd name="T103" fmla="*/ 41 h 201"/>
              <a:gd name="T104" fmla="*/ 136 w 221"/>
              <a:gd name="T105" fmla="*/ 17 h 201"/>
              <a:gd name="T106" fmla="*/ 154 w 221"/>
              <a:gd name="T107" fmla="*/ 3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21" h="201">
                <a:moveTo>
                  <a:pt x="181" y="0"/>
                </a:moveTo>
                <a:lnTo>
                  <a:pt x="191" y="1"/>
                </a:lnTo>
                <a:lnTo>
                  <a:pt x="191" y="3"/>
                </a:lnTo>
                <a:lnTo>
                  <a:pt x="193" y="6"/>
                </a:lnTo>
                <a:lnTo>
                  <a:pt x="195" y="6"/>
                </a:lnTo>
                <a:lnTo>
                  <a:pt x="197" y="6"/>
                </a:lnTo>
                <a:lnTo>
                  <a:pt x="198" y="10"/>
                </a:lnTo>
                <a:lnTo>
                  <a:pt x="200" y="10"/>
                </a:lnTo>
                <a:lnTo>
                  <a:pt x="198" y="16"/>
                </a:lnTo>
                <a:lnTo>
                  <a:pt x="201" y="19"/>
                </a:lnTo>
                <a:lnTo>
                  <a:pt x="201" y="19"/>
                </a:lnTo>
                <a:lnTo>
                  <a:pt x="203" y="19"/>
                </a:lnTo>
                <a:lnTo>
                  <a:pt x="204" y="19"/>
                </a:lnTo>
                <a:lnTo>
                  <a:pt x="206" y="19"/>
                </a:lnTo>
                <a:lnTo>
                  <a:pt x="206" y="19"/>
                </a:lnTo>
                <a:lnTo>
                  <a:pt x="209" y="22"/>
                </a:lnTo>
                <a:lnTo>
                  <a:pt x="219" y="26"/>
                </a:lnTo>
                <a:lnTo>
                  <a:pt x="221" y="26"/>
                </a:lnTo>
                <a:lnTo>
                  <a:pt x="221" y="26"/>
                </a:lnTo>
                <a:lnTo>
                  <a:pt x="212" y="32"/>
                </a:lnTo>
                <a:lnTo>
                  <a:pt x="210" y="38"/>
                </a:lnTo>
                <a:lnTo>
                  <a:pt x="209" y="38"/>
                </a:lnTo>
                <a:lnTo>
                  <a:pt x="209" y="38"/>
                </a:lnTo>
                <a:lnTo>
                  <a:pt x="206" y="38"/>
                </a:lnTo>
                <a:lnTo>
                  <a:pt x="204" y="38"/>
                </a:lnTo>
                <a:lnTo>
                  <a:pt x="204" y="38"/>
                </a:lnTo>
                <a:lnTo>
                  <a:pt x="193" y="41"/>
                </a:lnTo>
                <a:lnTo>
                  <a:pt x="176" y="37"/>
                </a:lnTo>
                <a:lnTo>
                  <a:pt x="172" y="38"/>
                </a:lnTo>
                <a:lnTo>
                  <a:pt x="170" y="43"/>
                </a:lnTo>
                <a:lnTo>
                  <a:pt x="172" y="44"/>
                </a:lnTo>
                <a:lnTo>
                  <a:pt x="173" y="44"/>
                </a:lnTo>
                <a:lnTo>
                  <a:pt x="173" y="44"/>
                </a:lnTo>
                <a:lnTo>
                  <a:pt x="172" y="47"/>
                </a:lnTo>
                <a:lnTo>
                  <a:pt x="176" y="49"/>
                </a:lnTo>
                <a:lnTo>
                  <a:pt x="176" y="50"/>
                </a:lnTo>
                <a:lnTo>
                  <a:pt x="176" y="50"/>
                </a:lnTo>
                <a:lnTo>
                  <a:pt x="173" y="53"/>
                </a:lnTo>
                <a:lnTo>
                  <a:pt x="176" y="56"/>
                </a:lnTo>
                <a:lnTo>
                  <a:pt x="176" y="57"/>
                </a:lnTo>
                <a:lnTo>
                  <a:pt x="172" y="62"/>
                </a:lnTo>
                <a:lnTo>
                  <a:pt x="176" y="66"/>
                </a:lnTo>
                <a:lnTo>
                  <a:pt x="182" y="68"/>
                </a:lnTo>
                <a:lnTo>
                  <a:pt x="182" y="68"/>
                </a:lnTo>
                <a:lnTo>
                  <a:pt x="182" y="72"/>
                </a:lnTo>
                <a:lnTo>
                  <a:pt x="188" y="72"/>
                </a:lnTo>
                <a:lnTo>
                  <a:pt x="190" y="74"/>
                </a:lnTo>
                <a:lnTo>
                  <a:pt x="191" y="77"/>
                </a:lnTo>
                <a:lnTo>
                  <a:pt x="191" y="78"/>
                </a:lnTo>
                <a:lnTo>
                  <a:pt x="182" y="83"/>
                </a:lnTo>
                <a:lnTo>
                  <a:pt x="181" y="86"/>
                </a:lnTo>
                <a:lnTo>
                  <a:pt x="182" y="89"/>
                </a:lnTo>
                <a:lnTo>
                  <a:pt x="182" y="90"/>
                </a:lnTo>
                <a:lnTo>
                  <a:pt x="181" y="93"/>
                </a:lnTo>
                <a:lnTo>
                  <a:pt x="184" y="95"/>
                </a:lnTo>
                <a:lnTo>
                  <a:pt x="185" y="96"/>
                </a:lnTo>
                <a:lnTo>
                  <a:pt x="184" y="96"/>
                </a:lnTo>
                <a:lnTo>
                  <a:pt x="176" y="99"/>
                </a:lnTo>
                <a:lnTo>
                  <a:pt x="172" y="106"/>
                </a:lnTo>
                <a:lnTo>
                  <a:pt x="170" y="111"/>
                </a:lnTo>
                <a:lnTo>
                  <a:pt x="170" y="111"/>
                </a:lnTo>
                <a:lnTo>
                  <a:pt x="164" y="114"/>
                </a:lnTo>
                <a:lnTo>
                  <a:pt x="158" y="126"/>
                </a:lnTo>
                <a:lnTo>
                  <a:pt x="151" y="132"/>
                </a:lnTo>
                <a:lnTo>
                  <a:pt x="145" y="142"/>
                </a:lnTo>
                <a:lnTo>
                  <a:pt x="145" y="142"/>
                </a:lnTo>
                <a:lnTo>
                  <a:pt x="132" y="145"/>
                </a:lnTo>
                <a:lnTo>
                  <a:pt x="132" y="145"/>
                </a:lnTo>
                <a:lnTo>
                  <a:pt x="132" y="145"/>
                </a:lnTo>
                <a:lnTo>
                  <a:pt x="126" y="141"/>
                </a:lnTo>
                <a:lnTo>
                  <a:pt x="115" y="155"/>
                </a:lnTo>
                <a:lnTo>
                  <a:pt x="114" y="160"/>
                </a:lnTo>
                <a:lnTo>
                  <a:pt x="123" y="163"/>
                </a:lnTo>
                <a:lnTo>
                  <a:pt x="124" y="163"/>
                </a:lnTo>
                <a:lnTo>
                  <a:pt x="123" y="172"/>
                </a:lnTo>
                <a:lnTo>
                  <a:pt x="129" y="175"/>
                </a:lnTo>
                <a:lnTo>
                  <a:pt x="129" y="175"/>
                </a:lnTo>
                <a:lnTo>
                  <a:pt x="136" y="192"/>
                </a:lnTo>
                <a:lnTo>
                  <a:pt x="135" y="194"/>
                </a:lnTo>
                <a:lnTo>
                  <a:pt x="130" y="195"/>
                </a:lnTo>
                <a:lnTo>
                  <a:pt x="130" y="195"/>
                </a:lnTo>
                <a:lnTo>
                  <a:pt x="129" y="195"/>
                </a:lnTo>
                <a:lnTo>
                  <a:pt x="126" y="192"/>
                </a:lnTo>
                <a:lnTo>
                  <a:pt x="121" y="197"/>
                </a:lnTo>
                <a:lnTo>
                  <a:pt x="120" y="197"/>
                </a:lnTo>
                <a:lnTo>
                  <a:pt x="120" y="197"/>
                </a:lnTo>
                <a:lnTo>
                  <a:pt x="105" y="194"/>
                </a:lnTo>
                <a:lnTo>
                  <a:pt x="105" y="198"/>
                </a:lnTo>
                <a:lnTo>
                  <a:pt x="105" y="200"/>
                </a:lnTo>
                <a:lnTo>
                  <a:pt x="98" y="200"/>
                </a:lnTo>
                <a:lnTo>
                  <a:pt x="95" y="201"/>
                </a:lnTo>
                <a:lnTo>
                  <a:pt x="93" y="201"/>
                </a:lnTo>
                <a:lnTo>
                  <a:pt x="93" y="201"/>
                </a:lnTo>
                <a:lnTo>
                  <a:pt x="87" y="200"/>
                </a:lnTo>
                <a:lnTo>
                  <a:pt x="87" y="200"/>
                </a:lnTo>
                <a:lnTo>
                  <a:pt x="81" y="188"/>
                </a:lnTo>
                <a:lnTo>
                  <a:pt x="78" y="186"/>
                </a:lnTo>
                <a:lnTo>
                  <a:pt x="74" y="179"/>
                </a:lnTo>
                <a:lnTo>
                  <a:pt x="55" y="181"/>
                </a:lnTo>
                <a:lnTo>
                  <a:pt x="52" y="179"/>
                </a:lnTo>
                <a:lnTo>
                  <a:pt x="50" y="182"/>
                </a:lnTo>
                <a:lnTo>
                  <a:pt x="50" y="182"/>
                </a:lnTo>
                <a:lnTo>
                  <a:pt x="49" y="182"/>
                </a:lnTo>
                <a:lnTo>
                  <a:pt x="43" y="179"/>
                </a:lnTo>
                <a:lnTo>
                  <a:pt x="18" y="182"/>
                </a:lnTo>
                <a:lnTo>
                  <a:pt x="13" y="183"/>
                </a:lnTo>
                <a:lnTo>
                  <a:pt x="13" y="183"/>
                </a:lnTo>
                <a:lnTo>
                  <a:pt x="12" y="183"/>
                </a:lnTo>
                <a:lnTo>
                  <a:pt x="10" y="182"/>
                </a:lnTo>
                <a:lnTo>
                  <a:pt x="10" y="182"/>
                </a:lnTo>
                <a:lnTo>
                  <a:pt x="13" y="167"/>
                </a:lnTo>
                <a:lnTo>
                  <a:pt x="19" y="163"/>
                </a:lnTo>
                <a:lnTo>
                  <a:pt x="28" y="158"/>
                </a:lnTo>
                <a:lnTo>
                  <a:pt x="31" y="154"/>
                </a:lnTo>
                <a:lnTo>
                  <a:pt x="26" y="151"/>
                </a:lnTo>
                <a:lnTo>
                  <a:pt x="25" y="151"/>
                </a:lnTo>
                <a:lnTo>
                  <a:pt x="25" y="139"/>
                </a:lnTo>
                <a:lnTo>
                  <a:pt x="10" y="130"/>
                </a:lnTo>
                <a:lnTo>
                  <a:pt x="0" y="114"/>
                </a:lnTo>
                <a:lnTo>
                  <a:pt x="1" y="112"/>
                </a:lnTo>
                <a:lnTo>
                  <a:pt x="1" y="112"/>
                </a:lnTo>
                <a:lnTo>
                  <a:pt x="1" y="112"/>
                </a:lnTo>
                <a:lnTo>
                  <a:pt x="21" y="120"/>
                </a:lnTo>
                <a:lnTo>
                  <a:pt x="34" y="117"/>
                </a:lnTo>
                <a:lnTo>
                  <a:pt x="43" y="118"/>
                </a:lnTo>
                <a:lnTo>
                  <a:pt x="46" y="115"/>
                </a:lnTo>
                <a:lnTo>
                  <a:pt x="47" y="115"/>
                </a:lnTo>
                <a:lnTo>
                  <a:pt x="47" y="115"/>
                </a:lnTo>
                <a:lnTo>
                  <a:pt x="50" y="115"/>
                </a:lnTo>
                <a:lnTo>
                  <a:pt x="53" y="117"/>
                </a:lnTo>
                <a:lnTo>
                  <a:pt x="55" y="117"/>
                </a:lnTo>
                <a:lnTo>
                  <a:pt x="56" y="117"/>
                </a:lnTo>
                <a:lnTo>
                  <a:pt x="71" y="112"/>
                </a:lnTo>
                <a:lnTo>
                  <a:pt x="72" y="111"/>
                </a:lnTo>
                <a:lnTo>
                  <a:pt x="72" y="98"/>
                </a:lnTo>
                <a:lnTo>
                  <a:pt x="72" y="96"/>
                </a:lnTo>
                <a:lnTo>
                  <a:pt x="78" y="92"/>
                </a:lnTo>
                <a:lnTo>
                  <a:pt x="90" y="90"/>
                </a:lnTo>
                <a:lnTo>
                  <a:pt x="89" y="89"/>
                </a:lnTo>
                <a:lnTo>
                  <a:pt x="89" y="89"/>
                </a:lnTo>
                <a:lnTo>
                  <a:pt x="89" y="89"/>
                </a:lnTo>
                <a:lnTo>
                  <a:pt x="95" y="83"/>
                </a:lnTo>
                <a:lnTo>
                  <a:pt x="102" y="83"/>
                </a:lnTo>
                <a:lnTo>
                  <a:pt x="105" y="86"/>
                </a:lnTo>
                <a:lnTo>
                  <a:pt x="111" y="81"/>
                </a:lnTo>
                <a:lnTo>
                  <a:pt x="109" y="75"/>
                </a:lnTo>
                <a:lnTo>
                  <a:pt x="112" y="63"/>
                </a:lnTo>
                <a:lnTo>
                  <a:pt x="114" y="63"/>
                </a:lnTo>
                <a:lnTo>
                  <a:pt x="124" y="59"/>
                </a:lnTo>
                <a:lnTo>
                  <a:pt x="118" y="49"/>
                </a:lnTo>
                <a:lnTo>
                  <a:pt x="118" y="49"/>
                </a:lnTo>
                <a:lnTo>
                  <a:pt x="120" y="49"/>
                </a:lnTo>
                <a:lnTo>
                  <a:pt x="133" y="49"/>
                </a:lnTo>
                <a:lnTo>
                  <a:pt x="135" y="44"/>
                </a:lnTo>
                <a:lnTo>
                  <a:pt x="133" y="43"/>
                </a:lnTo>
                <a:lnTo>
                  <a:pt x="133" y="41"/>
                </a:lnTo>
                <a:lnTo>
                  <a:pt x="141" y="31"/>
                </a:lnTo>
                <a:lnTo>
                  <a:pt x="142" y="26"/>
                </a:lnTo>
                <a:lnTo>
                  <a:pt x="136" y="17"/>
                </a:lnTo>
                <a:lnTo>
                  <a:pt x="136" y="16"/>
                </a:lnTo>
                <a:lnTo>
                  <a:pt x="138" y="14"/>
                </a:lnTo>
                <a:lnTo>
                  <a:pt x="154" y="3"/>
                </a:lnTo>
                <a:lnTo>
                  <a:pt x="169" y="3"/>
                </a:lnTo>
                <a:lnTo>
                  <a:pt x="181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grpSp>
        <p:nvGrpSpPr>
          <p:cNvPr id="760" name="PHILIPPINES">
            <a:extLst>
              <a:ext uri="{FF2B5EF4-FFF2-40B4-BE49-F238E27FC236}">
                <a16:creationId xmlns:a16="http://schemas.microsoft.com/office/drawing/2014/main" id="{FFAD947D-174F-7C4A-70BF-EF889D85D96F}"/>
              </a:ext>
            </a:extLst>
          </p:cNvPr>
          <p:cNvGrpSpPr/>
          <p:nvPr/>
        </p:nvGrpSpPr>
        <p:grpSpPr>
          <a:xfrm>
            <a:off x="9116937" y="4051517"/>
            <a:ext cx="271349" cy="378574"/>
            <a:chOff x="8193880" y="3446654"/>
            <a:chExt cx="283490" cy="395514"/>
          </a:xfrm>
          <a:solidFill>
            <a:srgbClr val="7D22C3"/>
          </a:solidFill>
        </p:grpSpPr>
        <p:sp>
          <p:nvSpPr>
            <p:cNvPr id="982" name="Freeform 1560">
              <a:extLst>
                <a:ext uri="{FF2B5EF4-FFF2-40B4-BE49-F238E27FC236}">
                  <a16:creationId xmlns:a16="http://schemas.microsoft.com/office/drawing/2014/main" id="{CDF062B7-FBC4-3450-8114-C60CECC21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3880" y="3666130"/>
              <a:ext cx="75445" cy="91448"/>
            </a:xfrm>
            <a:custGeom>
              <a:avLst/>
              <a:gdLst>
                <a:gd name="T0" fmla="*/ 30 w 33"/>
                <a:gd name="T1" fmla="*/ 0 h 40"/>
                <a:gd name="T2" fmla="*/ 30 w 33"/>
                <a:gd name="T3" fmla="*/ 0 h 40"/>
                <a:gd name="T4" fmla="*/ 30 w 33"/>
                <a:gd name="T5" fmla="*/ 2 h 40"/>
                <a:gd name="T6" fmla="*/ 33 w 33"/>
                <a:gd name="T7" fmla="*/ 14 h 40"/>
                <a:gd name="T8" fmla="*/ 32 w 33"/>
                <a:gd name="T9" fmla="*/ 15 h 40"/>
                <a:gd name="T10" fmla="*/ 23 w 33"/>
                <a:gd name="T11" fmla="*/ 21 h 40"/>
                <a:gd name="T12" fmla="*/ 23 w 33"/>
                <a:gd name="T13" fmla="*/ 24 h 40"/>
                <a:gd name="T14" fmla="*/ 11 w 33"/>
                <a:gd name="T15" fmla="*/ 34 h 40"/>
                <a:gd name="T16" fmla="*/ 2 w 33"/>
                <a:gd name="T17" fmla="*/ 40 h 40"/>
                <a:gd name="T18" fmla="*/ 2 w 33"/>
                <a:gd name="T19" fmla="*/ 40 h 40"/>
                <a:gd name="T20" fmla="*/ 0 w 33"/>
                <a:gd name="T21" fmla="*/ 40 h 40"/>
                <a:gd name="T22" fmla="*/ 0 w 33"/>
                <a:gd name="T23" fmla="*/ 39 h 40"/>
                <a:gd name="T24" fmla="*/ 3 w 33"/>
                <a:gd name="T25" fmla="*/ 33 h 40"/>
                <a:gd name="T26" fmla="*/ 26 w 33"/>
                <a:gd name="T27" fmla="*/ 14 h 40"/>
                <a:gd name="T28" fmla="*/ 29 w 33"/>
                <a:gd name="T29" fmla="*/ 2 h 40"/>
                <a:gd name="T30" fmla="*/ 30 w 33"/>
                <a:gd name="T3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40">
                  <a:moveTo>
                    <a:pt x="30" y="0"/>
                  </a:moveTo>
                  <a:lnTo>
                    <a:pt x="30" y="0"/>
                  </a:lnTo>
                  <a:lnTo>
                    <a:pt x="30" y="2"/>
                  </a:lnTo>
                  <a:lnTo>
                    <a:pt x="33" y="14"/>
                  </a:lnTo>
                  <a:lnTo>
                    <a:pt x="32" y="15"/>
                  </a:lnTo>
                  <a:lnTo>
                    <a:pt x="23" y="21"/>
                  </a:lnTo>
                  <a:lnTo>
                    <a:pt x="23" y="24"/>
                  </a:lnTo>
                  <a:lnTo>
                    <a:pt x="11" y="34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39"/>
                  </a:lnTo>
                  <a:lnTo>
                    <a:pt x="3" y="33"/>
                  </a:lnTo>
                  <a:lnTo>
                    <a:pt x="26" y="14"/>
                  </a:lnTo>
                  <a:lnTo>
                    <a:pt x="29" y="2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83" name="Freeform 1564">
              <a:extLst>
                <a:ext uri="{FF2B5EF4-FFF2-40B4-BE49-F238E27FC236}">
                  <a16:creationId xmlns:a16="http://schemas.microsoft.com/office/drawing/2014/main" id="{7B6FE0FF-504E-7552-6211-098C14C0A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5905" y="3826165"/>
              <a:ext cx="18290" cy="9145"/>
            </a:xfrm>
            <a:custGeom>
              <a:avLst/>
              <a:gdLst>
                <a:gd name="T0" fmla="*/ 3 w 8"/>
                <a:gd name="T1" fmla="*/ 0 h 4"/>
                <a:gd name="T2" fmla="*/ 3 w 8"/>
                <a:gd name="T3" fmla="*/ 0 h 4"/>
                <a:gd name="T4" fmla="*/ 6 w 8"/>
                <a:gd name="T5" fmla="*/ 3 h 4"/>
                <a:gd name="T6" fmla="*/ 8 w 8"/>
                <a:gd name="T7" fmla="*/ 3 h 4"/>
                <a:gd name="T8" fmla="*/ 8 w 8"/>
                <a:gd name="T9" fmla="*/ 3 h 4"/>
                <a:gd name="T10" fmla="*/ 6 w 8"/>
                <a:gd name="T11" fmla="*/ 4 h 4"/>
                <a:gd name="T12" fmla="*/ 6 w 8"/>
                <a:gd name="T13" fmla="*/ 4 h 4"/>
                <a:gd name="T14" fmla="*/ 0 w 8"/>
                <a:gd name="T15" fmla="*/ 4 h 4"/>
                <a:gd name="T16" fmla="*/ 0 w 8"/>
                <a:gd name="T17" fmla="*/ 4 h 4"/>
                <a:gd name="T18" fmla="*/ 0 w 8"/>
                <a:gd name="T19" fmla="*/ 3 h 4"/>
                <a:gd name="T20" fmla="*/ 2 w 8"/>
                <a:gd name="T21" fmla="*/ 0 h 4"/>
                <a:gd name="T22" fmla="*/ 3 w 8"/>
                <a:gd name="T2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" h="4">
                  <a:moveTo>
                    <a:pt x="3" y="0"/>
                  </a:moveTo>
                  <a:lnTo>
                    <a:pt x="3" y="0"/>
                  </a:lnTo>
                  <a:lnTo>
                    <a:pt x="6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84" name="Freeform 1566">
              <a:extLst>
                <a:ext uri="{FF2B5EF4-FFF2-40B4-BE49-F238E27FC236}">
                  <a16:creationId xmlns:a16="http://schemas.microsoft.com/office/drawing/2014/main" id="{BCF1DDF3-D423-9235-D072-64AA469BC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1053" y="3810161"/>
              <a:ext cx="20576" cy="9145"/>
            </a:xfrm>
            <a:custGeom>
              <a:avLst/>
              <a:gdLst>
                <a:gd name="T0" fmla="*/ 1 w 9"/>
                <a:gd name="T1" fmla="*/ 0 h 4"/>
                <a:gd name="T2" fmla="*/ 7 w 9"/>
                <a:gd name="T3" fmla="*/ 0 h 4"/>
                <a:gd name="T4" fmla="*/ 9 w 9"/>
                <a:gd name="T5" fmla="*/ 1 h 4"/>
                <a:gd name="T6" fmla="*/ 9 w 9"/>
                <a:gd name="T7" fmla="*/ 1 h 4"/>
                <a:gd name="T8" fmla="*/ 3 w 9"/>
                <a:gd name="T9" fmla="*/ 4 h 4"/>
                <a:gd name="T10" fmla="*/ 3 w 9"/>
                <a:gd name="T11" fmla="*/ 4 h 4"/>
                <a:gd name="T12" fmla="*/ 3 w 9"/>
                <a:gd name="T13" fmla="*/ 4 h 4"/>
                <a:gd name="T14" fmla="*/ 0 w 9"/>
                <a:gd name="T15" fmla="*/ 1 h 4"/>
                <a:gd name="T16" fmla="*/ 0 w 9"/>
                <a:gd name="T17" fmla="*/ 1 h 4"/>
                <a:gd name="T18" fmla="*/ 1 w 9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4">
                  <a:moveTo>
                    <a:pt x="1" y="0"/>
                  </a:moveTo>
                  <a:lnTo>
                    <a:pt x="7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85" name="Freeform 1568">
              <a:extLst>
                <a:ext uri="{FF2B5EF4-FFF2-40B4-BE49-F238E27FC236}">
                  <a16:creationId xmlns:a16="http://schemas.microsoft.com/office/drawing/2014/main" id="{771FFFDD-D06D-67B2-3EED-5295528EB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3339" y="3718713"/>
              <a:ext cx="144031" cy="123455"/>
            </a:xfrm>
            <a:custGeom>
              <a:avLst/>
              <a:gdLst>
                <a:gd name="T0" fmla="*/ 49 w 63"/>
                <a:gd name="T1" fmla="*/ 0 h 54"/>
                <a:gd name="T2" fmla="*/ 58 w 63"/>
                <a:gd name="T3" fmla="*/ 7 h 54"/>
                <a:gd name="T4" fmla="*/ 60 w 63"/>
                <a:gd name="T5" fmla="*/ 13 h 54"/>
                <a:gd name="T6" fmla="*/ 60 w 63"/>
                <a:gd name="T7" fmla="*/ 16 h 54"/>
                <a:gd name="T8" fmla="*/ 58 w 63"/>
                <a:gd name="T9" fmla="*/ 44 h 54"/>
                <a:gd name="T10" fmla="*/ 58 w 63"/>
                <a:gd name="T11" fmla="*/ 44 h 54"/>
                <a:gd name="T12" fmla="*/ 54 w 63"/>
                <a:gd name="T13" fmla="*/ 32 h 54"/>
                <a:gd name="T14" fmla="*/ 48 w 63"/>
                <a:gd name="T15" fmla="*/ 41 h 54"/>
                <a:gd name="T16" fmla="*/ 52 w 63"/>
                <a:gd name="T17" fmla="*/ 47 h 54"/>
                <a:gd name="T18" fmla="*/ 48 w 63"/>
                <a:gd name="T19" fmla="*/ 54 h 54"/>
                <a:gd name="T20" fmla="*/ 48 w 63"/>
                <a:gd name="T21" fmla="*/ 54 h 54"/>
                <a:gd name="T22" fmla="*/ 40 w 63"/>
                <a:gd name="T23" fmla="*/ 51 h 54"/>
                <a:gd name="T24" fmla="*/ 40 w 63"/>
                <a:gd name="T25" fmla="*/ 51 h 54"/>
                <a:gd name="T26" fmla="*/ 30 w 63"/>
                <a:gd name="T27" fmla="*/ 46 h 54"/>
                <a:gd name="T28" fmla="*/ 28 w 63"/>
                <a:gd name="T29" fmla="*/ 35 h 54"/>
                <a:gd name="T30" fmla="*/ 24 w 63"/>
                <a:gd name="T31" fmla="*/ 25 h 54"/>
                <a:gd name="T32" fmla="*/ 21 w 63"/>
                <a:gd name="T33" fmla="*/ 31 h 54"/>
                <a:gd name="T34" fmla="*/ 20 w 63"/>
                <a:gd name="T35" fmla="*/ 31 h 54"/>
                <a:gd name="T36" fmla="*/ 15 w 63"/>
                <a:gd name="T37" fmla="*/ 32 h 54"/>
                <a:gd name="T38" fmla="*/ 14 w 63"/>
                <a:gd name="T39" fmla="*/ 32 h 54"/>
                <a:gd name="T40" fmla="*/ 12 w 63"/>
                <a:gd name="T41" fmla="*/ 28 h 54"/>
                <a:gd name="T42" fmla="*/ 6 w 63"/>
                <a:gd name="T43" fmla="*/ 37 h 54"/>
                <a:gd name="T44" fmla="*/ 2 w 63"/>
                <a:gd name="T45" fmla="*/ 38 h 54"/>
                <a:gd name="T46" fmla="*/ 0 w 63"/>
                <a:gd name="T47" fmla="*/ 34 h 54"/>
                <a:gd name="T48" fmla="*/ 6 w 63"/>
                <a:gd name="T49" fmla="*/ 22 h 54"/>
                <a:gd name="T50" fmla="*/ 20 w 63"/>
                <a:gd name="T51" fmla="*/ 13 h 54"/>
                <a:gd name="T52" fmla="*/ 21 w 63"/>
                <a:gd name="T53" fmla="*/ 13 h 54"/>
                <a:gd name="T54" fmla="*/ 25 w 63"/>
                <a:gd name="T55" fmla="*/ 14 h 54"/>
                <a:gd name="T56" fmla="*/ 30 w 63"/>
                <a:gd name="T57" fmla="*/ 20 h 54"/>
                <a:gd name="T58" fmla="*/ 31 w 63"/>
                <a:gd name="T59" fmla="*/ 16 h 54"/>
                <a:gd name="T60" fmla="*/ 37 w 63"/>
                <a:gd name="T61" fmla="*/ 10 h 54"/>
                <a:gd name="T62" fmla="*/ 46 w 63"/>
                <a:gd name="T63" fmla="*/ 8 h 54"/>
                <a:gd name="T64" fmla="*/ 46 w 63"/>
                <a:gd name="T6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3" h="54">
                  <a:moveTo>
                    <a:pt x="48" y="0"/>
                  </a:moveTo>
                  <a:lnTo>
                    <a:pt x="49" y="0"/>
                  </a:lnTo>
                  <a:lnTo>
                    <a:pt x="51" y="0"/>
                  </a:lnTo>
                  <a:lnTo>
                    <a:pt x="58" y="7"/>
                  </a:lnTo>
                  <a:lnTo>
                    <a:pt x="60" y="13"/>
                  </a:lnTo>
                  <a:lnTo>
                    <a:pt x="60" y="13"/>
                  </a:lnTo>
                  <a:lnTo>
                    <a:pt x="58" y="14"/>
                  </a:lnTo>
                  <a:lnTo>
                    <a:pt x="60" y="16"/>
                  </a:lnTo>
                  <a:lnTo>
                    <a:pt x="63" y="29"/>
                  </a:lnTo>
                  <a:lnTo>
                    <a:pt x="58" y="44"/>
                  </a:lnTo>
                  <a:lnTo>
                    <a:pt x="58" y="44"/>
                  </a:lnTo>
                  <a:lnTo>
                    <a:pt x="58" y="44"/>
                  </a:lnTo>
                  <a:lnTo>
                    <a:pt x="57" y="44"/>
                  </a:lnTo>
                  <a:lnTo>
                    <a:pt x="54" y="32"/>
                  </a:lnTo>
                  <a:lnTo>
                    <a:pt x="48" y="38"/>
                  </a:lnTo>
                  <a:lnTo>
                    <a:pt x="48" y="41"/>
                  </a:lnTo>
                  <a:lnTo>
                    <a:pt x="52" y="47"/>
                  </a:lnTo>
                  <a:lnTo>
                    <a:pt x="52" y="47"/>
                  </a:lnTo>
                  <a:lnTo>
                    <a:pt x="48" y="54"/>
                  </a:lnTo>
                  <a:lnTo>
                    <a:pt x="48" y="54"/>
                  </a:lnTo>
                  <a:lnTo>
                    <a:pt x="48" y="54"/>
                  </a:lnTo>
                  <a:lnTo>
                    <a:pt x="48" y="54"/>
                  </a:lnTo>
                  <a:lnTo>
                    <a:pt x="45" y="48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31" y="46"/>
                  </a:lnTo>
                  <a:lnTo>
                    <a:pt x="30" y="46"/>
                  </a:lnTo>
                  <a:lnTo>
                    <a:pt x="28" y="37"/>
                  </a:lnTo>
                  <a:lnTo>
                    <a:pt x="28" y="35"/>
                  </a:lnTo>
                  <a:lnTo>
                    <a:pt x="30" y="31"/>
                  </a:lnTo>
                  <a:lnTo>
                    <a:pt x="24" y="25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0" y="31"/>
                  </a:lnTo>
                  <a:lnTo>
                    <a:pt x="18" y="28"/>
                  </a:lnTo>
                  <a:lnTo>
                    <a:pt x="15" y="32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2" y="28"/>
                  </a:lnTo>
                  <a:lnTo>
                    <a:pt x="11" y="28"/>
                  </a:lnTo>
                  <a:lnTo>
                    <a:pt x="6" y="37"/>
                  </a:lnTo>
                  <a:lnTo>
                    <a:pt x="5" y="38"/>
                  </a:lnTo>
                  <a:lnTo>
                    <a:pt x="2" y="38"/>
                  </a:lnTo>
                  <a:lnTo>
                    <a:pt x="2" y="37"/>
                  </a:lnTo>
                  <a:lnTo>
                    <a:pt x="0" y="34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14" y="19"/>
                  </a:lnTo>
                  <a:lnTo>
                    <a:pt x="20" y="13"/>
                  </a:lnTo>
                  <a:lnTo>
                    <a:pt x="21" y="13"/>
                  </a:lnTo>
                  <a:lnTo>
                    <a:pt x="21" y="13"/>
                  </a:lnTo>
                  <a:lnTo>
                    <a:pt x="25" y="14"/>
                  </a:lnTo>
                  <a:lnTo>
                    <a:pt x="25" y="14"/>
                  </a:lnTo>
                  <a:lnTo>
                    <a:pt x="25" y="22"/>
                  </a:lnTo>
                  <a:lnTo>
                    <a:pt x="30" y="20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6" y="16"/>
                  </a:lnTo>
                  <a:lnTo>
                    <a:pt x="37" y="10"/>
                  </a:lnTo>
                  <a:lnTo>
                    <a:pt x="39" y="10"/>
                  </a:lnTo>
                  <a:lnTo>
                    <a:pt x="46" y="8"/>
                  </a:lnTo>
                  <a:lnTo>
                    <a:pt x="46" y="1"/>
                  </a:lnTo>
                  <a:lnTo>
                    <a:pt x="46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86" name="Freeform 1592">
              <a:extLst>
                <a:ext uri="{FF2B5EF4-FFF2-40B4-BE49-F238E27FC236}">
                  <a16:creationId xmlns:a16="http://schemas.microsoft.com/office/drawing/2014/main" id="{F3676454-B8FA-F8F3-D25C-2C744C20F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9325" y="3446654"/>
              <a:ext cx="132600" cy="189756"/>
            </a:xfrm>
            <a:custGeom>
              <a:avLst/>
              <a:gdLst>
                <a:gd name="T0" fmla="*/ 13 w 58"/>
                <a:gd name="T1" fmla="*/ 0 h 83"/>
                <a:gd name="T2" fmla="*/ 30 w 58"/>
                <a:gd name="T3" fmla="*/ 3 h 83"/>
                <a:gd name="T4" fmla="*/ 31 w 58"/>
                <a:gd name="T5" fmla="*/ 0 h 83"/>
                <a:gd name="T6" fmla="*/ 31 w 58"/>
                <a:gd name="T7" fmla="*/ 0 h 83"/>
                <a:gd name="T8" fmla="*/ 34 w 58"/>
                <a:gd name="T9" fmla="*/ 1 h 83"/>
                <a:gd name="T10" fmla="*/ 37 w 58"/>
                <a:gd name="T11" fmla="*/ 22 h 83"/>
                <a:gd name="T12" fmla="*/ 33 w 58"/>
                <a:gd name="T13" fmla="*/ 34 h 83"/>
                <a:gd name="T14" fmla="*/ 24 w 58"/>
                <a:gd name="T15" fmla="*/ 44 h 83"/>
                <a:gd name="T16" fmla="*/ 30 w 58"/>
                <a:gd name="T17" fmla="*/ 62 h 83"/>
                <a:gd name="T18" fmla="*/ 33 w 58"/>
                <a:gd name="T19" fmla="*/ 59 h 83"/>
                <a:gd name="T20" fmla="*/ 39 w 58"/>
                <a:gd name="T21" fmla="*/ 56 h 83"/>
                <a:gd name="T22" fmla="*/ 40 w 58"/>
                <a:gd name="T23" fmla="*/ 58 h 83"/>
                <a:gd name="T24" fmla="*/ 46 w 58"/>
                <a:gd name="T25" fmla="*/ 62 h 83"/>
                <a:gd name="T26" fmla="*/ 46 w 58"/>
                <a:gd name="T27" fmla="*/ 62 h 83"/>
                <a:gd name="T28" fmla="*/ 55 w 58"/>
                <a:gd name="T29" fmla="*/ 65 h 83"/>
                <a:gd name="T30" fmla="*/ 55 w 58"/>
                <a:gd name="T31" fmla="*/ 67 h 83"/>
                <a:gd name="T32" fmla="*/ 55 w 58"/>
                <a:gd name="T33" fmla="*/ 71 h 83"/>
                <a:gd name="T34" fmla="*/ 58 w 58"/>
                <a:gd name="T35" fmla="*/ 76 h 83"/>
                <a:gd name="T36" fmla="*/ 58 w 58"/>
                <a:gd name="T37" fmla="*/ 83 h 83"/>
                <a:gd name="T38" fmla="*/ 56 w 58"/>
                <a:gd name="T39" fmla="*/ 83 h 83"/>
                <a:gd name="T40" fmla="*/ 53 w 58"/>
                <a:gd name="T41" fmla="*/ 79 h 83"/>
                <a:gd name="T42" fmla="*/ 55 w 58"/>
                <a:gd name="T43" fmla="*/ 79 h 83"/>
                <a:gd name="T44" fmla="*/ 39 w 58"/>
                <a:gd name="T45" fmla="*/ 65 h 83"/>
                <a:gd name="T46" fmla="*/ 40 w 58"/>
                <a:gd name="T47" fmla="*/ 73 h 83"/>
                <a:gd name="T48" fmla="*/ 39 w 58"/>
                <a:gd name="T49" fmla="*/ 74 h 83"/>
                <a:gd name="T50" fmla="*/ 30 w 58"/>
                <a:gd name="T51" fmla="*/ 64 h 83"/>
                <a:gd name="T52" fmla="*/ 22 w 58"/>
                <a:gd name="T53" fmla="*/ 68 h 83"/>
                <a:gd name="T54" fmla="*/ 21 w 58"/>
                <a:gd name="T55" fmla="*/ 68 h 83"/>
                <a:gd name="T56" fmla="*/ 16 w 58"/>
                <a:gd name="T57" fmla="*/ 67 h 83"/>
                <a:gd name="T58" fmla="*/ 13 w 58"/>
                <a:gd name="T59" fmla="*/ 67 h 83"/>
                <a:gd name="T60" fmla="*/ 12 w 58"/>
                <a:gd name="T61" fmla="*/ 61 h 83"/>
                <a:gd name="T62" fmla="*/ 13 w 58"/>
                <a:gd name="T63" fmla="*/ 53 h 83"/>
                <a:gd name="T64" fmla="*/ 12 w 58"/>
                <a:gd name="T65" fmla="*/ 58 h 83"/>
                <a:gd name="T66" fmla="*/ 10 w 58"/>
                <a:gd name="T67" fmla="*/ 58 h 83"/>
                <a:gd name="T68" fmla="*/ 0 w 58"/>
                <a:gd name="T69" fmla="*/ 34 h 83"/>
                <a:gd name="T70" fmla="*/ 2 w 58"/>
                <a:gd name="T71" fmla="*/ 33 h 83"/>
                <a:gd name="T72" fmla="*/ 5 w 58"/>
                <a:gd name="T73" fmla="*/ 33 h 83"/>
                <a:gd name="T74" fmla="*/ 8 w 58"/>
                <a:gd name="T75" fmla="*/ 33 h 83"/>
                <a:gd name="T76" fmla="*/ 13 w 58"/>
                <a:gd name="T7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8" h="83">
                  <a:moveTo>
                    <a:pt x="13" y="0"/>
                  </a:moveTo>
                  <a:lnTo>
                    <a:pt x="13" y="0"/>
                  </a:lnTo>
                  <a:lnTo>
                    <a:pt x="27" y="3"/>
                  </a:lnTo>
                  <a:lnTo>
                    <a:pt x="30" y="3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4" y="1"/>
                  </a:lnTo>
                  <a:lnTo>
                    <a:pt x="34" y="1"/>
                  </a:lnTo>
                  <a:lnTo>
                    <a:pt x="33" y="15"/>
                  </a:lnTo>
                  <a:lnTo>
                    <a:pt x="37" y="22"/>
                  </a:lnTo>
                  <a:lnTo>
                    <a:pt x="37" y="24"/>
                  </a:lnTo>
                  <a:lnTo>
                    <a:pt x="33" y="34"/>
                  </a:lnTo>
                  <a:lnTo>
                    <a:pt x="27" y="38"/>
                  </a:lnTo>
                  <a:lnTo>
                    <a:pt x="24" y="44"/>
                  </a:lnTo>
                  <a:lnTo>
                    <a:pt x="27" y="56"/>
                  </a:lnTo>
                  <a:lnTo>
                    <a:pt x="30" y="62"/>
                  </a:lnTo>
                  <a:lnTo>
                    <a:pt x="33" y="62"/>
                  </a:lnTo>
                  <a:lnTo>
                    <a:pt x="33" y="59"/>
                  </a:lnTo>
                  <a:lnTo>
                    <a:pt x="33" y="59"/>
                  </a:lnTo>
                  <a:lnTo>
                    <a:pt x="39" y="56"/>
                  </a:lnTo>
                  <a:lnTo>
                    <a:pt x="39" y="56"/>
                  </a:lnTo>
                  <a:lnTo>
                    <a:pt x="40" y="58"/>
                  </a:lnTo>
                  <a:lnTo>
                    <a:pt x="45" y="65"/>
                  </a:lnTo>
                  <a:lnTo>
                    <a:pt x="46" y="62"/>
                  </a:lnTo>
                  <a:lnTo>
                    <a:pt x="46" y="62"/>
                  </a:lnTo>
                  <a:lnTo>
                    <a:pt x="46" y="62"/>
                  </a:lnTo>
                  <a:lnTo>
                    <a:pt x="48" y="62"/>
                  </a:lnTo>
                  <a:lnTo>
                    <a:pt x="55" y="65"/>
                  </a:lnTo>
                  <a:lnTo>
                    <a:pt x="55" y="65"/>
                  </a:lnTo>
                  <a:lnTo>
                    <a:pt x="55" y="67"/>
                  </a:lnTo>
                  <a:lnTo>
                    <a:pt x="52" y="68"/>
                  </a:lnTo>
                  <a:lnTo>
                    <a:pt x="55" y="71"/>
                  </a:lnTo>
                  <a:lnTo>
                    <a:pt x="55" y="74"/>
                  </a:lnTo>
                  <a:lnTo>
                    <a:pt x="58" y="76"/>
                  </a:lnTo>
                  <a:lnTo>
                    <a:pt x="58" y="77"/>
                  </a:lnTo>
                  <a:lnTo>
                    <a:pt x="58" y="83"/>
                  </a:lnTo>
                  <a:lnTo>
                    <a:pt x="56" y="83"/>
                  </a:lnTo>
                  <a:lnTo>
                    <a:pt x="56" y="83"/>
                  </a:lnTo>
                  <a:lnTo>
                    <a:pt x="56" y="83"/>
                  </a:lnTo>
                  <a:lnTo>
                    <a:pt x="53" y="79"/>
                  </a:lnTo>
                  <a:lnTo>
                    <a:pt x="53" y="79"/>
                  </a:lnTo>
                  <a:lnTo>
                    <a:pt x="55" y="79"/>
                  </a:lnTo>
                  <a:lnTo>
                    <a:pt x="48" y="76"/>
                  </a:lnTo>
                  <a:lnTo>
                    <a:pt x="39" y="65"/>
                  </a:lnTo>
                  <a:lnTo>
                    <a:pt x="37" y="65"/>
                  </a:lnTo>
                  <a:lnTo>
                    <a:pt x="40" y="73"/>
                  </a:lnTo>
                  <a:lnTo>
                    <a:pt x="40" y="74"/>
                  </a:lnTo>
                  <a:lnTo>
                    <a:pt x="39" y="74"/>
                  </a:lnTo>
                  <a:lnTo>
                    <a:pt x="39" y="74"/>
                  </a:lnTo>
                  <a:lnTo>
                    <a:pt x="30" y="64"/>
                  </a:lnTo>
                  <a:lnTo>
                    <a:pt x="25" y="64"/>
                  </a:lnTo>
                  <a:lnTo>
                    <a:pt x="22" y="68"/>
                  </a:lnTo>
                  <a:lnTo>
                    <a:pt x="22" y="68"/>
                  </a:lnTo>
                  <a:lnTo>
                    <a:pt x="21" y="68"/>
                  </a:lnTo>
                  <a:lnTo>
                    <a:pt x="19" y="67"/>
                  </a:lnTo>
                  <a:lnTo>
                    <a:pt x="16" y="67"/>
                  </a:lnTo>
                  <a:lnTo>
                    <a:pt x="15" y="67"/>
                  </a:lnTo>
                  <a:lnTo>
                    <a:pt x="13" y="67"/>
                  </a:lnTo>
                  <a:lnTo>
                    <a:pt x="13" y="65"/>
                  </a:lnTo>
                  <a:lnTo>
                    <a:pt x="12" y="61"/>
                  </a:lnTo>
                  <a:lnTo>
                    <a:pt x="15" y="55"/>
                  </a:lnTo>
                  <a:lnTo>
                    <a:pt x="13" y="53"/>
                  </a:lnTo>
                  <a:lnTo>
                    <a:pt x="12" y="58"/>
                  </a:lnTo>
                  <a:lnTo>
                    <a:pt x="12" y="58"/>
                  </a:lnTo>
                  <a:lnTo>
                    <a:pt x="12" y="58"/>
                  </a:lnTo>
                  <a:lnTo>
                    <a:pt x="10" y="58"/>
                  </a:lnTo>
                  <a:lnTo>
                    <a:pt x="5" y="49"/>
                  </a:lnTo>
                  <a:lnTo>
                    <a:pt x="0" y="34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12" y="1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87" name="Freeform 1570">
              <a:extLst>
                <a:ext uri="{FF2B5EF4-FFF2-40B4-BE49-F238E27FC236}">
                  <a16:creationId xmlns:a16="http://schemas.microsoft.com/office/drawing/2014/main" id="{F31D2AE4-2EC5-9EB4-FF33-E4AF42459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0494" y="3704995"/>
              <a:ext cx="27435" cy="20576"/>
            </a:xfrm>
            <a:custGeom>
              <a:avLst/>
              <a:gdLst>
                <a:gd name="T0" fmla="*/ 6 w 12"/>
                <a:gd name="T1" fmla="*/ 0 h 9"/>
                <a:gd name="T2" fmla="*/ 6 w 12"/>
                <a:gd name="T3" fmla="*/ 0 h 9"/>
                <a:gd name="T4" fmla="*/ 9 w 12"/>
                <a:gd name="T5" fmla="*/ 0 h 9"/>
                <a:gd name="T6" fmla="*/ 11 w 12"/>
                <a:gd name="T7" fmla="*/ 0 h 9"/>
                <a:gd name="T8" fmla="*/ 11 w 12"/>
                <a:gd name="T9" fmla="*/ 0 h 9"/>
                <a:gd name="T10" fmla="*/ 12 w 12"/>
                <a:gd name="T11" fmla="*/ 1 h 9"/>
                <a:gd name="T12" fmla="*/ 12 w 12"/>
                <a:gd name="T13" fmla="*/ 1 h 9"/>
                <a:gd name="T14" fmla="*/ 11 w 12"/>
                <a:gd name="T15" fmla="*/ 7 h 9"/>
                <a:gd name="T16" fmla="*/ 11 w 12"/>
                <a:gd name="T17" fmla="*/ 7 h 9"/>
                <a:gd name="T18" fmla="*/ 9 w 12"/>
                <a:gd name="T19" fmla="*/ 7 h 9"/>
                <a:gd name="T20" fmla="*/ 8 w 12"/>
                <a:gd name="T21" fmla="*/ 9 h 9"/>
                <a:gd name="T22" fmla="*/ 5 w 12"/>
                <a:gd name="T23" fmla="*/ 9 h 9"/>
                <a:gd name="T24" fmla="*/ 3 w 12"/>
                <a:gd name="T25" fmla="*/ 9 h 9"/>
                <a:gd name="T26" fmla="*/ 3 w 12"/>
                <a:gd name="T27" fmla="*/ 9 h 9"/>
                <a:gd name="T28" fmla="*/ 2 w 12"/>
                <a:gd name="T29" fmla="*/ 9 h 9"/>
                <a:gd name="T30" fmla="*/ 0 w 12"/>
                <a:gd name="T31" fmla="*/ 4 h 9"/>
                <a:gd name="T32" fmla="*/ 0 w 12"/>
                <a:gd name="T33" fmla="*/ 4 h 9"/>
                <a:gd name="T34" fmla="*/ 5 w 12"/>
                <a:gd name="T35" fmla="*/ 0 h 9"/>
                <a:gd name="T36" fmla="*/ 6 w 12"/>
                <a:gd name="T3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9">
                  <a:moveTo>
                    <a:pt x="6" y="0"/>
                  </a:moveTo>
                  <a:lnTo>
                    <a:pt x="6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9" y="7"/>
                  </a:lnTo>
                  <a:lnTo>
                    <a:pt x="8" y="9"/>
                  </a:lnTo>
                  <a:lnTo>
                    <a:pt x="5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2" y="9"/>
                  </a:lnTo>
                  <a:lnTo>
                    <a:pt x="0" y="4"/>
                  </a:lnTo>
                  <a:lnTo>
                    <a:pt x="0" y="4"/>
                  </a:lnTo>
                  <a:lnTo>
                    <a:pt x="5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88" name="Freeform 1572">
              <a:extLst>
                <a:ext uri="{FF2B5EF4-FFF2-40B4-BE49-F238E27FC236}">
                  <a16:creationId xmlns:a16="http://schemas.microsoft.com/office/drawing/2014/main" id="{3F2B707E-4049-5AA8-FDA1-6997431F8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9063" y="3672989"/>
              <a:ext cx="22862" cy="54869"/>
            </a:xfrm>
            <a:custGeom>
              <a:avLst/>
              <a:gdLst>
                <a:gd name="T0" fmla="*/ 8 w 10"/>
                <a:gd name="T1" fmla="*/ 0 h 24"/>
                <a:gd name="T2" fmla="*/ 8 w 10"/>
                <a:gd name="T3" fmla="*/ 0 h 24"/>
                <a:gd name="T4" fmla="*/ 10 w 10"/>
                <a:gd name="T5" fmla="*/ 0 h 24"/>
                <a:gd name="T6" fmla="*/ 10 w 10"/>
                <a:gd name="T7" fmla="*/ 11 h 24"/>
                <a:gd name="T8" fmla="*/ 1 w 10"/>
                <a:gd name="T9" fmla="*/ 24 h 24"/>
                <a:gd name="T10" fmla="*/ 1 w 10"/>
                <a:gd name="T11" fmla="*/ 24 h 24"/>
                <a:gd name="T12" fmla="*/ 1 w 10"/>
                <a:gd name="T13" fmla="*/ 24 h 24"/>
                <a:gd name="T14" fmla="*/ 0 w 10"/>
                <a:gd name="T15" fmla="*/ 24 h 24"/>
                <a:gd name="T16" fmla="*/ 0 w 10"/>
                <a:gd name="T17" fmla="*/ 18 h 24"/>
                <a:gd name="T18" fmla="*/ 8 w 10"/>
                <a:gd name="T19" fmla="*/ 0 h 24"/>
                <a:gd name="T20" fmla="*/ 8 w 10"/>
                <a:gd name="T2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24">
                  <a:moveTo>
                    <a:pt x="8" y="0"/>
                  </a:moveTo>
                  <a:lnTo>
                    <a:pt x="8" y="0"/>
                  </a:lnTo>
                  <a:lnTo>
                    <a:pt x="10" y="0"/>
                  </a:lnTo>
                  <a:lnTo>
                    <a:pt x="10" y="11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89" name="Freeform 1574">
              <a:extLst>
                <a:ext uri="{FF2B5EF4-FFF2-40B4-BE49-F238E27FC236}">
                  <a16:creationId xmlns:a16="http://schemas.microsoft.com/office/drawing/2014/main" id="{9A6AE923-B736-22A3-7589-64D815C46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3077" y="3698137"/>
              <a:ext cx="6859" cy="20576"/>
            </a:xfrm>
            <a:custGeom>
              <a:avLst/>
              <a:gdLst>
                <a:gd name="T0" fmla="*/ 3 w 3"/>
                <a:gd name="T1" fmla="*/ 0 h 9"/>
                <a:gd name="T2" fmla="*/ 3 w 3"/>
                <a:gd name="T3" fmla="*/ 0 h 9"/>
                <a:gd name="T4" fmla="*/ 3 w 3"/>
                <a:gd name="T5" fmla="*/ 0 h 9"/>
                <a:gd name="T6" fmla="*/ 3 w 3"/>
                <a:gd name="T7" fmla="*/ 7 h 9"/>
                <a:gd name="T8" fmla="*/ 3 w 3"/>
                <a:gd name="T9" fmla="*/ 9 h 9"/>
                <a:gd name="T10" fmla="*/ 3 w 3"/>
                <a:gd name="T11" fmla="*/ 9 h 9"/>
                <a:gd name="T12" fmla="*/ 1 w 3"/>
                <a:gd name="T13" fmla="*/ 7 h 9"/>
                <a:gd name="T14" fmla="*/ 0 w 3"/>
                <a:gd name="T15" fmla="*/ 4 h 9"/>
                <a:gd name="T16" fmla="*/ 0 w 3"/>
                <a:gd name="T17" fmla="*/ 3 h 9"/>
                <a:gd name="T18" fmla="*/ 1 w 3"/>
                <a:gd name="T19" fmla="*/ 0 h 9"/>
                <a:gd name="T20" fmla="*/ 3 w 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" h="9">
                  <a:moveTo>
                    <a:pt x="3" y="0"/>
                  </a:moveTo>
                  <a:lnTo>
                    <a:pt x="3" y="0"/>
                  </a:lnTo>
                  <a:lnTo>
                    <a:pt x="3" y="0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90" name="Freeform 1576">
              <a:extLst>
                <a:ext uri="{FF2B5EF4-FFF2-40B4-BE49-F238E27FC236}">
                  <a16:creationId xmlns:a16="http://schemas.microsoft.com/office/drawing/2014/main" id="{8282C410-3842-D87F-60A0-EA5C86B25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8784" y="3663844"/>
              <a:ext cx="27435" cy="48010"/>
            </a:xfrm>
            <a:custGeom>
              <a:avLst/>
              <a:gdLst>
                <a:gd name="T0" fmla="*/ 0 w 12"/>
                <a:gd name="T1" fmla="*/ 0 h 21"/>
                <a:gd name="T2" fmla="*/ 0 w 12"/>
                <a:gd name="T3" fmla="*/ 0 h 21"/>
                <a:gd name="T4" fmla="*/ 9 w 12"/>
                <a:gd name="T5" fmla="*/ 4 h 21"/>
                <a:gd name="T6" fmla="*/ 9 w 12"/>
                <a:gd name="T7" fmla="*/ 4 h 21"/>
                <a:gd name="T8" fmla="*/ 12 w 12"/>
                <a:gd name="T9" fmla="*/ 18 h 21"/>
                <a:gd name="T10" fmla="*/ 12 w 12"/>
                <a:gd name="T11" fmla="*/ 18 h 21"/>
                <a:gd name="T12" fmla="*/ 12 w 12"/>
                <a:gd name="T13" fmla="*/ 19 h 21"/>
                <a:gd name="T14" fmla="*/ 9 w 12"/>
                <a:gd name="T15" fmla="*/ 19 h 21"/>
                <a:gd name="T16" fmla="*/ 9 w 12"/>
                <a:gd name="T17" fmla="*/ 21 h 21"/>
                <a:gd name="T18" fmla="*/ 9 w 12"/>
                <a:gd name="T19" fmla="*/ 21 h 21"/>
                <a:gd name="T20" fmla="*/ 9 w 12"/>
                <a:gd name="T21" fmla="*/ 21 h 21"/>
                <a:gd name="T22" fmla="*/ 7 w 12"/>
                <a:gd name="T23" fmla="*/ 21 h 21"/>
                <a:gd name="T24" fmla="*/ 4 w 12"/>
                <a:gd name="T25" fmla="*/ 18 h 21"/>
                <a:gd name="T26" fmla="*/ 3 w 12"/>
                <a:gd name="T27" fmla="*/ 9 h 21"/>
                <a:gd name="T28" fmla="*/ 1 w 12"/>
                <a:gd name="T29" fmla="*/ 10 h 21"/>
                <a:gd name="T30" fmla="*/ 1 w 12"/>
                <a:gd name="T31" fmla="*/ 10 h 21"/>
                <a:gd name="T32" fmla="*/ 1 w 12"/>
                <a:gd name="T33" fmla="*/ 10 h 21"/>
                <a:gd name="T34" fmla="*/ 1 w 12"/>
                <a:gd name="T35" fmla="*/ 9 h 21"/>
                <a:gd name="T36" fmla="*/ 0 w 12"/>
                <a:gd name="T37" fmla="*/ 1 h 21"/>
                <a:gd name="T38" fmla="*/ 0 w 12"/>
                <a:gd name="T39" fmla="*/ 0 h 21"/>
                <a:gd name="T40" fmla="*/ 0 w 12"/>
                <a:gd name="T4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" h="21">
                  <a:moveTo>
                    <a:pt x="0" y="0"/>
                  </a:moveTo>
                  <a:lnTo>
                    <a:pt x="0" y="0"/>
                  </a:lnTo>
                  <a:lnTo>
                    <a:pt x="9" y="4"/>
                  </a:lnTo>
                  <a:lnTo>
                    <a:pt x="9" y="4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9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1"/>
                  </a:lnTo>
                  <a:lnTo>
                    <a:pt x="9" y="21"/>
                  </a:lnTo>
                  <a:lnTo>
                    <a:pt x="7" y="21"/>
                  </a:lnTo>
                  <a:lnTo>
                    <a:pt x="4" y="18"/>
                  </a:lnTo>
                  <a:lnTo>
                    <a:pt x="3" y="9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9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91" name="Freeform 1578">
              <a:extLst>
                <a:ext uri="{FF2B5EF4-FFF2-40B4-BE49-F238E27FC236}">
                  <a16:creationId xmlns:a16="http://schemas.microsoft.com/office/drawing/2014/main" id="{306D69B5-48AD-E212-FBA9-977D0C9E0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1629" y="3679847"/>
              <a:ext cx="34293" cy="61728"/>
            </a:xfrm>
            <a:custGeom>
              <a:avLst/>
              <a:gdLst>
                <a:gd name="T0" fmla="*/ 9 w 15"/>
                <a:gd name="T1" fmla="*/ 0 h 27"/>
                <a:gd name="T2" fmla="*/ 10 w 15"/>
                <a:gd name="T3" fmla="*/ 0 h 27"/>
                <a:gd name="T4" fmla="*/ 15 w 15"/>
                <a:gd name="T5" fmla="*/ 2 h 27"/>
                <a:gd name="T6" fmla="*/ 15 w 15"/>
                <a:gd name="T7" fmla="*/ 2 h 27"/>
                <a:gd name="T8" fmla="*/ 15 w 15"/>
                <a:gd name="T9" fmla="*/ 5 h 27"/>
                <a:gd name="T10" fmla="*/ 10 w 15"/>
                <a:gd name="T11" fmla="*/ 15 h 27"/>
                <a:gd name="T12" fmla="*/ 10 w 15"/>
                <a:gd name="T13" fmla="*/ 24 h 27"/>
                <a:gd name="T14" fmla="*/ 9 w 15"/>
                <a:gd name="T15" fmla="*/ 27 h 27"/>
                <a:gd name="T16" fmla="*/ 9 w 15"/>
                <a:gd name="T17" fmla="*/ 27 h 27"/>
                <a:gd name="T18" fmla="*/ 9 w 15"/>
                <a:gd name="T19" fmla="*/ 27 h 27"/>
                <a:gd name="T20" fmla="*/ 9 w 15"/>
                <a:gd name="T21" fmla="*/ 27 h 27"/>
                <a:gd name="T22" fmla="*/ 0 w 15"/>
                <a:gd name="T23" fmla="*/ 18 h 27"/>
                <a:gd name="T24" fmla="*/ 0 w 15"/>
                <a:gd name="T25" fmla="*/ 17 h 27"/>
                <a:gd name="T26" fmla="*/ 0 w 15"/>
                <a:gd name="T27" fmla="*/ 14 h 27"/>
                <a:gd name="T28" fmla="*/ 1 w 15"/>
                <a:gd name="T29" fmla="*/ 14 h 27"/>
                <a:gd name="T30" fmla="*/ 3 w 15"/>
                <a:gd name="T31" fmla="*/ 12 h 27"/>
                <a:gd name="T32" fmla="*/ 6 w 15"/>
                <a:gd name="T33" fmla="*/ 2 h 27"/>
                <a:gd name="T34" fmla="*/ 6 w 15"/>
                <a:gd name="T35" fmla="*/ 2 h 27"/>
                <a:gd name="T36" fmla="*/ 9 w 15"/>
                <a:gd name="T37" fmla="*/ 0 h 27"/>
                <a:gd name="T38" fmla="*/ 9 w 15"/>
                <a:gd name="T3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" h="27">
                  <a:moveTo>
                    <a:pt x="9" y="0"/>
                  </a:moveTo>
                  <a:lnTo>
                    <a:pt x="10" y="0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5" y="5"/>
                  </a:lnTo>
                  <a:lnTo>
                    <a:pt x="10" y="15"/>
                  </a:lnTo>
                  <a:lnTo>
                    <a:pt x="10" y="24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3" y="12"/>
                  </a:lnTo>
                  <a:lnTo>
                    <a:pt x="6" y="2"/>
                  </a:lnTo>
                  <a:lnTo>
                    <a:pt x="6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92" name="Freeform 1580">
              <a:extLst>
                <a:ext uri="{FF2B5EF4-FFF2-40B4-BE49-F238E27FC236}">
                  <a16:creationId xmlns:a16="http://schemas.microsoft.com/office/drawing/2014/main" id="{3AC5D9AA-B98D-83F2-8CDD-9CDE8ADCF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3339" y="3652413"/>
              <a:ext cx="38866" cy="48010"/>
            </a:xfrm>
            <a:custGeom>
              <a:avLst/>
              <a:gdLst>
                <a:gd name="T0" fmla="*/ 2 w 17"/>
                <a:gd name="T1" fmla="*/ 0 h 21"/>
                <a:gd name="T2" fmla="*/ 2 w 17"/>
                <a:gd name="T3" fmla="*/ 0 h 21"/>
                <a:gd name="T4" fmla="*/ 8 w 17"/>
                <a:gd name="T5" fmla="*/ 3 h 21"/>
                <a:gd name="T6" fmla="*/ 17 w 17"/>
                <a:gd name="T7" fmla="*/ 5 h 21"/>
                <a:gd name="T8" fmla="*/ 17 w 17"/>
                <a:gd name="T9" fmla="*/ 5 h 21"/>
                <a:gd name="T10" fmla="*/ 17 w 17"/>
                <a:gd name="T11" fmla="*/ 6 h 21"/>
                <a:gd name="T12" fmla="*/ 17 w 17"/>
                <a:gd name="T13" fmla="*/ 11 h 21"/>
                <a:gd name="T14" fmla="*/ 15 w 17"/>
                <a:gd name="T15" fmla="*/ 11 h 21"/>
                <a:gd name="T16" fmla="*/ 2 w 17"/>
                <a:gd name="T17" fmla="*/ 21 h 21"/>
                <a:gd name="T18" fmla="*/ 2 w 17"/>
                <a:gd name="T19" fmla="*/ 21 h 21"/>
                <a:gd name="T20" fmla="*/ 2 w 17"/>
                <a:gd name="T21" fmla="*/ 21 h 21"/>
                <a:gd name="T22" fmla="*/ 2 w 17"/>
                <a:gd name="T23" fmla="*/ 20 h 21"/>
                <a:gd name="T24" fmla="*/ 0 w 17"/>
                <a:gd name="T25" fmla="*/ 0 h 21"/>
                <a:gd name="T26" fmla="*/ 0 w 17"/>
                <a:gd name="T27" fmla="*/ 0 h 21"/>
                <a:gd name="T28" fmla="*/ 2 w 17"/>
                <a:gd name="T2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1">
                  <a:moveTo>
                    <a:pt x="2" y="0"/>
                  </a:moveTo>
                  <a:lnTo>
                    <a:pt x="2" y="0"/>
                  </a:lnTo>
                  <a:lnTo>
                    <a:pt x="8" y="3"/>
                  </a:lnTo>
                  <a:lnTo>
                    <a:pt x="17" y="5"/>
                  </a:lnTo>
                  <a:lnTo>
                    <a:pt x="17" y="5"/>
                  </a:lnTo>
                  <a:lnTo>
                    <a:pt x="17" y="6"/>
                  </a:lnTo>
                  <a:lnTo>
                    <a:pt x="17" y="11"/>
                  </a:lnTo>
                  <a:lnTo>
                    <a:pt x="15" y="11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93" name="Freeform 1582">
              <a:extLst>
                <a:ext uri="{FF2B5EF4-FFF2-40B4-BE49-F238E27FC236}">
                  <a16:creationId xmlns:a16="http://schemas.microsoft.com/office/drawing/2014/main" id="{62FDBCD3-82D8-0FA0-B8F0-A1F3B6AE6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8784" y="3631837"/>
              <a:ext cx="43438" cy="48010"/>
            </a:xfrm>
            <a:custGeom>
              <a:avLst/>
              <a:gdLst>
                <a:gd name="T0" fmla="*/ 0 w 19"/>
                <a:gd name="T1" fmla="*/ 0 h 21"/>
                <a:gd name="T2" fmla="*/ 1 w 19"/>
                <a:gd name="T3" fmla="*/ 0 h 21"/>
                <a:gd name="T4" fmla="*/ 4 w 19"/>
                <a:gd name="T5" fmla="*/ 0 h 21"/>
                <a:gd name="T6" fmla="*/ 7 w 19"/>
                <a:gd name="T7" fmla="*/ 0 h 21"/>
                <a:gd name="T8" fmla="*/ 10 w 19"/>
                <a:gd name="T9" fmla="*/ 0 h 21"/>
                <a:gd name="T10" fmla="*/ 12 w 19"/>
                <a:gd name="T11" fmla="*/ 0 h 21"/>
                <a:gd name="T12" fmla="*/ 12 w 19"/>
                <a:gd name="T13" fmla="*/ 2 h 21"/>
                <a:gd name="T14" fmla="*/ 15 w 19"/>
                <a:gd name="T15" fmla="*/ 5 h 21"/>
                <a:gd name="T16" fmla="*/ 15 w 19"/>
                <a:gd name="T17" fmla="*/ 5 h 21"/>
                <a:gd name="T18" fmla="*/ 15 w 19"/>
                <a:gd name="T19" fmla="*/ 14 h 21"/>
                <a:gd name="T20" fmla="*/ 19 w 19"/>
                <a:gd name="T21" fmla="*/ 21 h 21"/>
                <a:gd name="T22" fmla="*/ 19 w 19"/>
                <a:gd name="T23" fmla="*/ 21 h 21"/>
                <a:gd name="T24" fmla="*/ 18 w 19"/>
                <a:gd name="T25" fmla="*/ 21 h 21"/>
                <a:gd name="T26" fmla="*/ 12 w 19"/>
                <a:gd name="T27" fmla="*/ 20 h 21"/>
                <a:gd name="T28" fmla="*/ 10 w 19"/>
                <a:gd name="T29" fmla="*/ 20 h 21"/>
                <a:gd name="T30" fmla="*/ 0 w 19"/>
                <a:gd name="T31" fmla="*/ 2 h 21"/>
                <a:gd name="T32" fmla="*/ 0 w 19"/>
                <a:gd name="T33" fmla="*/ 0 h 21"/>
                <a:gd name="T34" fmla="*/ 0 w 19"/>
                <a:gd name="T3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" h="21">
                  <a:moveTo>
                    <a:pt x="0" y="0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14"/>
                  </a:lnTo>
                  <a:lnTo>
                    <a:pt x="19" y="21"/>
                  </a:lnTo>
                  <a:lnTo>
                    <a:pt x="19" y="21"/>
                  </a:lnTo>
                  <a:lnTo>
                    <a:pt x="18" y="21"/>
                  </a:lnTo>
                  <a:lnTo>
                    <a:pt x="12" y="20"/>
                  </a:lnTo>
                  <a:lnTo>
                    <a:pt x="10" y="20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94" name="Freeform 1584">
              <a:extLst>
                <a:ext uri="{FF2B5EF4-FFF2-40B4-BE49-F238E27FC236}">
                  <a16:creationId xmlns:a16="http://schemas.microsoft.com/office/drawing/2014/main" id="{8BD3A397-B8FD-C055-7848-CAD086DDE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2205" y="3629550"/>
              <a:ext cx="29721" cy="29721"/>
            </a:xfrm>
            <a:custGeom>
              <a:avLst/>
              <a:gdLst>
                <a:gd name="T0" fmla="*/ 1 w 13"/>
                <a:gd name="T1" fmla="*/ 0 h 13"/>
                <a:gd name="T2" fmla="*/ 3 w 13"/>
                <a:gd name="T3" fmla="*/ 0 h 13"/>
                <a:gd name="T4" fmla="*/ 11 w 13"/>
                <a:gd name="T5" fmla="*/ 9 h 13"/>
                <a:gd name="T6" fmla="*/ 13 w 13"/>
                <a:gd name="T7" fmla="*/ 12 h 13"/>
                <a:gd name="T8" fmla="*/ 11 w 13"/>
                <a:gd name="T9" fmla="*/ 13 h 13"/>
                <a:gd name="T10" fmla="*/ 11 w 13"/>
                <a:gd name="T11" fmla="*/ 13 h 13"/>
                <a:gd name="T12" fmla="*/ 11 w 13"/>
                <a:gd name="T13" fmla="*/ 13 h 13"/>
                <a:gd name="T14" fmla="*/ 6 w 13"/>
                <a:gd name="T15" fmla="*/ 7 h 13"/>
                <a:gd name="T16" fmla="*/ 1 w 13"/>
                <a:gd name="T17" fmla="*/ 9 h 13"/>
                <a:gd name="T18" fmla="*/ 1 w 13"/>
                <a:gd name="T19" fmla="*/ 9 h 13"/>
                <a:gd name="T20" fmla="*/ 1 w 13"/>
                <a:gd name="T21" fmla="*/ 9 h 13"/>
                <a:gd name="T22" fmla="*/ 0 w 13"/>
                <a:gd name="T23" fmla="*/ 9 h 13"/>
                <a:gd name="T24" fmla="*/ 1 w 13"/>
                <a:gd name="T25" fmla="*/ 1 h 13"/>
                <a:gd name="T26" fmla="*/ 1 w 13"/>
                <a:gd name="T27" fmla="*/ 0 h 13"/>
                <a:gd name="T28" fmla="*/ 1 w 13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3">
                  <a:moveTo>
                    <a:pt x="1" y="0"/>
                  </a:moveTo>
                  <a:lnTo>
                    <a:pt x="3" y="0"/>
                  </a:lnTo>
                  <a:lnTo>
                    <a:pt x="11" y="9"/>
                  </a:lnTo>
                  <a:lnTo>
                    <a:pt x="13" y="12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6" y="7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9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95" name="Freeform 1588">
              <a:extLst>
                <a:ext uri="{FF2B5EF4-FFF2-40B4-BE49-F238E27FC236}">
                  <a16:creationId xmlns:a16="http://schemas.microsoft.com/office/drawing/2014/main" id="{DB55D7AE-4682-F3BF-3739-12B127ACE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1053" y="3602116"/>
              <a:ext cx="13717" cy="13717"/>
            </a:xfrm>
            <a:custGeom>
              <a:avLst/>
              <a:gdLst>
                <a:gd name="T0" fmla="*/ 1 w 6"/>
                <a:gd name="T1" fmla="*/ 0 h 6"/>
                <a:gd name="T2" fmla="*/ 1 w 6"/>
                <a:gd name="T3" fmla="*/ 0 h 6"/>
                <a:gd name="T4" fmla="*/ 4 w 6"/>
                <a:gd name="T5" fmla="*/ 0 h 6"/>
                <a:gd name="T6" fmla="*/ 4 w 6"/>
                <a:gd name="T7" fmla="*/ 0 h 6"/>
                <a:gd name="T8" fmla="*/ 6 w 6"/>
                <a:gd name="T9" fmla="*/ 2 h 6"/>
                <a:gd name="T10" fmla="*/ 6 w 6"/>
                <a:gd name="T11" fmla="*/ 5 h 6"/>
                <a:gd name="T12" fmla="*/ 4 w 6"/>
                <a:gd name="T13" fmla="*/ 6 h 6"/>
                <a:gd name="T14" fmla="*/ 4 w 6"/>
                <a:gd name="T15" fmla="*/ 6 h 6"/>
                <a:gd name="T16" fmla="*/ 4 w 6"/>
                <a:gd name="T17" fmla="*/ 6 h 6"/>
                <a:gd name="T18" fmla="*/ 1 w 6"/>
                <a:gd name="T19" fmla="*/ 3 h 6"/>
                <a:gd name="T20" fmla="*/ 0 w 6"/>
                <a:gd name="T21" fmla="*/ 2 h 6"/>
                <a:gd name="T22" fmla="*/ 0 w 6"/>
                <a:gd name="T23" fmla="*/ 0 h 6"/>
                <a:gd name="T24" fmla="*/ 1 w 6"/>
                <a:gd name="T2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6" y="2"/>
                  </a:lnTo>
                  <a:lnTo>
                    <a:pt x="6" y="5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96" name="Freeform 1590">
              <a:extLst>
                <a:ext uri="{FF2B5EF4-FFF2-40B4-BE49-F238E27FC236}">
                  <a16:creationId xmlns:a16="http://schemas.microsoft.com/office/drawing/2014/main" id="{856EFB00-0EAC-E4F2-7125-1F1B05E84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3339" y="3554106"/>
              <a:ext cx="6859" cy="13717"/>
            </a:xfrm>
            <a:custGeom>
              <a:avLst/>
              <a:gdLst>
                <a:gd name="T0" fmla="*/ 2 w 3"/>
                <a:gd name="T1" fmla="*/ 0 h 6"/>
                <a:gd name="T2" fmla="*/ 2 w 3"/>
                <a:gd name="T3" fmla="*/ 0 h 6"/>
                <a:gd name="T4" fmla="*/ 3 w 3"/>
                <a:gd name="T5" fmla="*/ 0 h 6"/>
                <a:gd name="T6" fmla="*/ 3 w 3"/>
                <a:gd name="T7" fmla="*/ 6 h 6"/>
                <a:gd name="T8" fmla="*/ 2 w 3"/>
                <a:gd name="T9" fmla="*/ 6 h 6"/>
                <a:gd name="T10" fmla="*/ 2 w 3"/>
                <a:gd name="T11" fmla="*/ 6 h 6"/>
                <a:gd name="T12" fmla="*/ 2 w 3"/>
                <a:gd name="T13" fmla="*/ 6 h 6"/>
                <a:gd name="T14" fmla="*/ 0 w 3"/>
                <a:gd name="T15" fmla="*/ 2 h 6"/>
                <a:gd name="T16" fmla="*/ 0 w 3"/>
                <a:gd name="T17" fmla="*/ 2 h 6"/>
                <a:gd name="T18" fmla="*/ 2 w 3"/>
                <a:gd name="T19" fmla="*/ 0 h 6"/>
                <a:gd name="T20" fmla="*/ 2 w 3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97" name="Freeform 1594">
              <a:extLst>
                <a:ext uri="{FF2B5EF4-FFF2-40B4-BE49-F238E27FC236}">
                  <a16:creationId xmlns:a16="http://schemas.microsoft.com/office/drawing/2014/main" id="{D4352BD9-8822-D1CE-6039-EA14A6DC2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7615" y="3602116"/>
              <a:ext cx="36579" cy="43438"/>
            </a:xfrm>
            <a:custGeom>
              <a:avLst/>
              <a:gdLst>
                <a:gd name="T0" fmla="*/ 10 w 16"/>
                <a:gd name="T1" fmla="*/ 0 h 19"/>
                <a:gd name="T2" fmla="*/ 10 w 16"/>
                <a:gd name="T3" fmla="*/ 2 h 19"/>
                <a:gd name="T4" fmla="*/ 16 w 16"/>
                <a:gd name="T5" fmla="*/ 5 h 19"/>
                <a:gd name="T6" fmla="*/ 16 w 16"/>
                <a:gd name="T7" fmla="*/ 6 h 19"/>
                <a:gd name="T8" fmla="*/ 16 w 16"/>
                <a:gd name="T9" fmla="*/ 16 h 19"/>
                <a:gd name="T10" fmla="*/ 16 w 16"/>
                <a:gd name="T11" fmla="*/ 16 h 19"/>
                <a:gd name="T12" fmla="*/ 13 w 16"/>
                <a:gd name="T13" fmla="*/ 19 h 19"/>
                <a:gd name="T14" fmla="*/ 11 w 16"/>
                <a:gd name="T15" fmla="*/ 19 h 19"/>
                <a:gd name="T16" fmla="*/ 11 w 16"/>
                <a:gd name="T17" fmla="*/ 19 h 19"/>
                <a:gd name="T18" fmla="*/ 11 w 16"/>
                <a:gd name="T19" fmla="*/ 18 h 19"/>
                <a:gd name="T20" fmla="*/ 4 w 16"/>
                <a:gd name="T21" fmla="*/ 5 h 19"/>
                <a:gd name="T22" fmla="*/ 1 w 16"/>
                <a:gd name="T23" fmla="*/ 3 h 19"/>
                <a:gd name="T24" fmla="*/ 0 w 16"/>
                <a:gd name="T25" fmla="*/ 2 h 19"/>
                <a:gd name="T26" fmla="*/ 1 w 16"/>
                <a:gd name="T27" fmla="*/ 2 h 19"/>
                <a:gd name="T28" fmla="*/ 1 w 16"/>
                <a:gd name="T29" fmla="*/ 2 h 19"/>
                <a:gd name="T30" fmla="*/ 4 w 16"/>
                <a:gd name="T31" fmla="*/ 2 h 19"/>
                <a:gd name="T32" fmla="*/ 7 w 16"/>
                <a:gd name="T33" fmla="*/ 2 h 19"/>
                <a:gd name="T34" fmla="*/ 8 w 16"/>
                <a:gd name="T35" fmla="*/ 2 h 19"/>
                <a:gd name="T36" fmla="*/ 10 w 16"/>
                <a:gd name="T3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" h="19">
                  <a:moveTo>
                    <a:pt x="10" y="0"/>
                  </a:moveTo>
                  <a:lnTo>
                    <a:pt x="10" y="2"/>
                  </a:lnTo>
                  <a:lnTo>
                    <a:pt x="16" y="5"/>
                  </a:lnTo>
                  <a:lnTo>
                    <a:pt x="16" y="6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3" y="19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1" y="18"/>
                  </a:lnTo>
                  <a:lnTo>
                    <a:pt x="4" y="5"/>
                  </a:lnTo>
                  <a:lnTo>
                    <a:pt x="1" y="3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4" y="2"/>
                  </a:lnTo>
                  <a:lnTo>
                    <a:pt x="7" y="2"/>
                  </a:lnTo>
                  <a:lnTo>
                    <a:pt x="8" y="2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</p:grpSp>
      <p:grpSp>
        <p:nvGrpSpPr>
          <p:cNvPr id="761" name="BANGADESH">
            <a:extLst>
              <a:ext uri="{FF2B5EF4-FFF2-40B4-BE49-F238E27FC236}">
                <a16:creationId xmlns:a16="http://schemas.microsoft.com/office/drawing/2014/main" id="{4F5789DE-A28C-14C3-27FC-C9684C33B846}"/>
              </a:ext>
            </a:extLst>
          </p:cNvPr>
          <p:cNvGrpSpPr/>
          <p:nvPr userDrawn="1"/>
        </p:nvGrpSpPr>
        <p:grpSpPr>
          <a:xfrm>
            <a:off x="8278822" y="3804241"/>
            <a:ext cx="137863" cy="179440"/>
            <a:chOff x="8149243" y="3942634"/>
            <a:chExt cx="129679" cy="168788"/>
          </a:xfrm>
          <a:solidFill>
            <a:srgbClr val="7D22C3"/>
          </a:solidFill>
        </p:grpSpPr>
        <p:sp>
          <p:nvSpPr>
            <p:cNvPr id="980" name="BANGLADESH">
              <a:extLst>
                <a:ext uri="{FF2B5EF4-FFF2-40B4-BE49-F238E27FC236}">
                  <a16:creationId xmlns:a16="http://schemas.microsoft.com/office/drawing/2014/main" id="{5847A9B7-F5B4-B445-D12D-0B8A2E371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9243" y="3942634"/>
              <a:ext cx="129679" cy="168788"/>
            </a:xfrm>
            <a:custGeom>
              <a:avLst/>
              <a:gdLst>
                <a:gd name="T0" fmla="*/ 7 w 63"/>
                <a:gd name="T1" fmla="*/ 0 h 82"/>
                <a:gd name="T2" fmla="*/ 11 w 63"/>
                <a:gd name="T3" fmla="*/ 6 h 82"/>
                <a:gd name="T4" fmla="*/ 14 w 63"/>
                <a:gd name="T5" fmla="*/ 2 h 82"/>
                <a:gd name="T6" fmla="*/ 14 w 63"/>
                <a:gd name="T7" fmla="*/ 2 h 82"/>
                <a:gd name="T8" fmla="*/ 20 w 63"/>
                <a:gd name="T9" fmla="*/ 8 h 82"/>
                <a:gd name="T10" fmla="*/ 22 w 63"/>
                <a:gd name="T11" fmla="*/ 5 h 82"/>
                <a:gd name="T12" fmla="*/ 22 w 63"/>
                <a:gd name="T13" fmla="*/ 5 h 82"/>
                <a:gd name="T14" fmla="*/ 29 w 63"/>
                <a:gd name="T15" fmla="*/ 18 h 82"/>
                <a:gd name="T16" fmla="*/ 57 w 63"/>
                <a:gd name="T17" fmla="*/ 21 h 82"/>
                <a:gd name="T18" fmla="*/ 43 w 63"/>
                <a:gd name="T19" fmla="*/ 39 h 82"/>
                <a:gd name="T20" fmla="*/ 49 w 63"/>
                <a:gd name="T21" fmla="*/ 49 h 82"/>
                <a:gd name="T22" fmla="*/ 56 w 63"/>
                <a:gd name="T23" fmla="*/ 40 h 82"/>
                <a:gd name="T24" fmla="*/ 57 w 63"/>
                <a:gd name="T25" fmla="*/ 40 h 82"/>
                <a:gd name="T26" fmla="*/ 63 w 63"/>
                <a:gd name="T27" fmla="*/ 74 h 82"/>
                <a:gd name="T28" fmla="*/ 59 w 63"/>
                <a:gd name="T29" fmla="*/ 76 h 82"/>
                <a:gd name="T30" fmla="*/ 57 w 63"/>
                <a:gd name="T31" fmla="*/ 82 h 82"/>
                <a:gd name="T32" fmla="*/ 57 w 63"/>
                <a:gd name="T33" fmla="*/ 80 h 82"/>
                <a:gd name="T34" fmla="*/ 49 w 63"/>
                <a:gd name="T35" fmla="*/ 57 h 82"/>
                <a:gd name="T36" fmla="*/ 38 w 63"/>
                <a:gd name="T37" fmla="*/ 54 h 82"/>
                <a:gd name="T38" fmla="*/ 35 w 63"/>
                <a:gd name="T39" fmla="*/ 63 h 82"/>
                <a:gd name="T40" fmla="*/ 31 w 63"/>
                <a:gd name="T41" fmla="*/ 68 h 82"/>
                <a:gd name="T42" fmla="*/ 31 w 63"/>
                <a:gd name="T43" fmla="*/ 68 h 82"/>
                <a:gd name="T44" fmla="*/ 25 w 63"/>
                <a:gd name="T45" fmla="*/ 70 h 82"/>
                <a:gd name="T46" fmla="*/ 23 w 63"/>
                <a:gd name="T47" fmla="*/ 70 h 82"/>
                <a:gd name="T48" fmla="*/ 22 w 63"/>
                <a:gd name="T49" fmla="*/ 68 h 82"/>
                <a:gd name="T50" fmla="*/ 13 w 63"/>
                <a:gd name="T51" fmla="*/ 71 h 82"/>
                <a:gd name="T52" fmla="*/ 13 w 63"/>
                <a:gd name="T53" fmla="*/ 71 h 82"/>
                <a:gd name="T54" fmla="*/ 7 w 63"/>
                <a:gd name="T55" fmla="*/ 33 h 82"/>
                <a:gd name="T56" fmla="*/ 0 w 63"/>
                <a:gd name="T57" fmla="*/ 25 h 82"/>
                <a:gd name="T58" fmla="*/ 6 w 63"/>
                <a:gd name="T59" fmla="*/ 20 h 82"/>
                <a:gd name="T60" fmla="*/ 8 w 63"/>
                <a:gd name="T61" fmla="*/ 15 h 82"/>
                <a:gd name="T62" fmla="*/ 4 w 63"/>
                <a:gd name="T63" fmla="*/ 15 h 82"/>
                <a:gd name="T64" fmla="*/ 3 w 63"/>
                <a:gd name="T65" fmla="*/ 11 h 82"/>
                <a:gd name="T66" fmla="*/ 7 w 63"/>
                <a:gd name="T6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" h="82">
                  <a:moveTo>
                    <a:pt x="7" y="0"/>
                  </a:moveTo>
                  <a:lnTo>
                    <a:pt x="7" y="0"/>
                  </a:lnTo>
                  <a:lnTo>
                    <a:pt x="8" y="0"/>
                  </a:lnTo>
                  <a:lnTo>
                    <a:pt x="11" y="6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8"/>
                  </a:lnTo>
                  <a:lnTo>
                    <a:pt x="20" y="8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25" y="15"/>
                  </a:lnTo>
                  <a:lnTo>
                    <a:pt x="29" y="18"/>
                  </a:lnTo>
                  <a:lnTo>
                    <a:pt x="57" y="21"/>
                  </a:lnTo>
                  <a:lnTo>
                    <a:pt x="57" y="21"/>
                  </a:lnTo>
                  <a:lnTo>
                    <a:pt x="57" y="22"/>
                  </a:lnTo>
                  <a:lnTo>
                    <a:pt x="43" y="39"/>
                  </a:lnTo>
                  <a:lnTo>
                    <a:pt x="46" y="46"/>
                  </a:lnTo>
                  <a:lnTo>
                    <a:pt x="49" y="49"/>
                  </a:lnTo>
                  <a:lnTo>
                    <a:pt x="56" y="40"/>
                  </a:lnTo>
                  <a:lnTo>
                    <a:pt x="56" y="40"/>
                  </a:lnTo>
                  <a:lnTo>
                    <a:pt x="56" y="40"/>
                  </a:lnTo>
                  <a:lnTo>
                    <a:pt x="57" y="40"/>
                  </a:lnTo>
                  <a:lnTo>
                    <a:pt x="63" y="67"/>
                  </a:lnTo>
                  <a:lnTo>
                    <a:pt x="63" y="74"/>
                  </a:lnTo>
                  <a:lnTo>
                    <a:pt x="63" y="76"/>
                  </a:lnTo>
                  <a:lnTo>
                    <a:pt x="59" y="76"/>
                  </a:lnTo>
                  <a:lnTo>
                    <a:pt x="59" y="80"/>
                  </a:lnTo>
                  <a:lnTo>
                    <a:pt x="57" y="82"/>
                  </a:lnTo>
                  <a:lnTo>
                    <a:pt x="57" y="82"/>
                  </a:lnTo>
                  <a:lnTo>
                    <a:pt x="57" y="80"/>
                  </a:lnTo>
                  <a:lnTo>
                    <a:pt x="51" y="63"/>
                  </a:lnTo>
                  <a:lnTo>
                    <a:pt x="49" y="57"/>
                  </a:lnTo>
                  <a:lnTo>
                    <a:pt x="41" y="57"/>
                  </a:lnTo>
                  <a:lnTo>
                    <a:pt x="38" y="54"/>
                  </a:lnTo>
                  <a:lnTo>
                    <a:pt x="35" y="57"/>
                  </a:lnTo>
                  <a:lnTo>
                    <a:pt x="35" y="63"/>
                  </a:lnTo>
                  <a:lnTo>
                    <a:pt x="32" y="68"/>
                  </a:lnTo>
                  <a:lnTo>
                    <a:pt x="31" y="68"/>
                  </a:lnTo>
                  <a:lnTo>
                    <a:pt x="31" y="68"/>
                  </a:lnTo>
                  <a:lnTo>
                    <a:pt x="31" y="68"/>
                  </a:lnTo>
                  <a:lnTo>
                    <a:pt x="28" y="65"/>
                  </a:lnTo>
                  <a:lnTo>
                    <a:pt x="25" y="70"/>
                  </a:lnTo>
                  <a:lnTo>
                    <a:pt x="23" y="70"/>
                  </a:lnTo>
                  <a:lnTo>
                    <a:pt x="23" y="70"/>
                  </a:lnTo>
                  <a:lnTo>
                    <a:pt x="23" y="68"/>
                  </a:lnTo>
                  <a:lnTo>
                    <a:pt x="22" y="68"/>
                  </a:lnTo>
                  <a:lnTo>
                    <a:pt x="14" y="71"/>
                  </a:lnTo>
                  <a:lnTo>
                    <a:pt x="13" y="71"/>
                  </a:lnTo>
                  <a:lnTo>
                    <a:pt x="13" y="71"/>
                  </a:lnTo>
                  <a:lnTo>
                    <a:pt x="13" y="71"/>
                  </a:lnTo>
                  <a:lnTo>
                    <a:pt x="7" y="42"/>
                  </a:lnTo>
                  <a:lnTo>
                    <a:pt x="7" y="33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4" y="20"/>
                  </a:lnTo>
                  <a:lnTo>
                    <a:pt x="6" y="20"/>
                  </a:lnTo>
                  <a:lnTo>
                    <a:pt x="10" y="20"/>
                  </a:lnTo>
                  <a:lnTo>
                    <a:pt x="8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81" name="Freeform 1612">
              <a:extLst>
                <a:ext uri="{FF2B5EF4-FFF2-40B4-BE49-F238E27FC236}">
                  <a16:creationId xmlns:a16="http://schemas.microsoft.com/office/drawing/2014/main" id="{F267A7AC-1731-7E5E-078E-6EE651C93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5403" y="4055845"/>
              <a:ext cx="6176" cy="16467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0 h 8"/>
                <a:gd name="T4" fmla="*/ 3 w 3"/>
                <a:gd name="T5" fmla="*/ 2 h 8"/>
                <a:gd name="T6" fmla="*/ 3 w 3"/>
                <a:gd name="T7" fmla="*/ 3 h 8"/>
                <a:gd name="T8" fmla="*/ 3 w 3"/>
                <a:gd name="T9" fmla="*/ 6 h 8"/>
                <a:gd name="T10" fmla="*/ 1 w 3"/>
                <a:gd name="T11" fmla="*/ 8 h 8"/>
                <a:gd name="T12" fmla="*/ 1 w 3"/>
                <a:gd name="T13" fmla="*/ 8 h 8"/>
                <a:gd name="T14" fmla="*/ 1 w 3"/>
                <a:gd name="T15" fmla="*/ 8 h 8"/>
                <a:gd name="T16" fmla="*/ 0 w 3"/>
                <a:gd name="T17" fmla="*/ 6 h 8"/>
                <a:gd name="T18" fmla="*/ 0 w 3"/>
                <a:gd name="T19" fmla="*/ 6 h 8"/>
                <a:gd name="T20" fmla="*/ 0 w 3"/>
                <a:gd name="T21" fmla="*/ 0 h 8"/>
                <a:gd name="T22" fmla="*/ 0 w 3"/>
                <a:gd name="T23" fmla="*/ 0 h 8"/>
                <a:gd name="T24" fmla="*/ 0 w 3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6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</p:grpSp>
      <p:sp>
        <p:nvSpPr>
          <p:cNvPr id="762" name="MYANMAR">
            <a:extLst>
              <a:ext uri="{FF2B5EF4-FFF2-40B4-BE49-F238E27FC236}">
                <a16:creationId xmlns:a16="http://schemas.microsoft.com/office/drawing/2014/main" id="{8B3106E8-B67D-2268-93A7-CDE4C227CEF6}"/>
              </a:ext>
            </a:extLst>
          </p:cNvPr>
          <p:cNvSpPr>
            <a:spLocks/>
          </p:cNvSpPr>
          <p:nvPr/>
        </p:nvSpPr>
        <p:spPr bwMode="auto">
          <a:xfrm>
            <a:off x="8403555" y="3749534"/>
            <a:ext cx="256030" cy="551452"/>
          </a:xfrm>
          <a:custGeom>
            <a:avLst/>
            <a:gdLst>
              <a:gd name="T0" fmla="*/ 72 w 117"/>
              <a:gd name="T1" fmla="*/ 0 h 252"/>
              <a:gd name="T2" fmla="*/ 80 w 117"/>
              <a:gd name="T3" fmla="*/ 10 h 252"/>
              <a:gd name="T4" fmla="*/ 83 w 117"/>
              <a:gd name="T5" fmla="*/ 12 h 252"/>
              <a:gd name="T6" fmla="*/ 86 w 117"/>
              <a:gd name="T7" fmla="*/ 33 h 252"/>
              <a:gd name="T8" fmla="*/ 72 w 117"/>
              <a:gd name="T9" fmla="*/ 64 h 252"/>
              <a:gd name="T10" fmla="*/ 86 w 117"/>
              <a:gd name="T11" fmla="*/ 59 h 252"/>
              <a:gd name="T12" fmla="*/ 89 w 117"/>
              <a:gd name="T13" fmla="*/ 71 h 252"/>
              <a:gd name="T14" fmla="*/ 97 w 117"/>
              <a:gd name="T15" fmla="*/ 77 h 252"/>
              <a:gd name="T16" fmla="*/ 101 w 117"/>
              <a:gd name="T17" fmla="*/ 89 h 252"/>
              <a:gd name="T18" fmla="*/ 115 w 117"/>
              <a:gd name="T19" fmla="*/ 92 h 252"/>
              <a:gd name="T20" fmla="*/ 115 w 117"/>
              <a:gd name="T21" fmla="*/ 92 h 252"/>
              <a:gd name="T22" fmla="*/ 117 w 117"/>
              <a:gd name="T23" fmla="*/ 95 h 252"/>
              <a:gd name="T24" fmla="*/ 106 w 117"/>
              <a:gd name="T25" fmla="*/ 108 h 252"/>
              <a:gd name="T26" fmla="*/ 88 w 117"/>
              <a:gd name="T27" fmla="*/ 123 h 252"/>
              <a:gd name="T28" fmla="*/ 73 w 117"/>
              <a:gd name="T29" fmla="*/ 141 h 252"/>
              <a:gd name="T30" fmla="*/ 83 w 117"/>
              <a:gd name="T31" fmla="*/ 157 h 252"/>
              <a:gd name="T32" fmla="*/ 83 w 117"/>
              <a:gd name="T33" fmla="*/ 168 h 252"/>
              <a:gd name="T34" fmla="*/ 88 w 117"/>
              <a:gd name="T35" fmla="*/ 172 h 252"/>
              <a:gd name="T36" fmla="*/ 80 w 117"/>
              <a:gd name="T37" fmla="*/ 193 h 252"/>
              <a:gd name="T38" fmla="*/ 91 w 117"/>
              <a:gd name="T39" fmla="*/ 200 h 252"/>
              <a:gd name="T40" fmla="*/ 98 w 117"/>
              <a:gd name="T41" fmla="*/ 228 h 252"/>
              <a:gd name="T42" fmla="*/ 88 w 117"/>
              <a:gd name="T43" fmla="*/ 242 h 252"/>
              <a:gd name="T44" fmla="*/ 86 w 117"/>
              <a:gd name="T45" fmla="*/ 251 h 252"/>
              <a:gd name="T46" fmla="*/ 85 w 117"/>
              <a:gd name="T47" fmla="*/ 251 h 252"/>
              <a:gd name="T48" fmla="*/ 82 w 117"/>
              <a:gd name="T49" fmla="*/ 249 h 252"/>
              <a:gd name="T50" fmla="*/ 83 w 117"/>
              <a:gd name="T51" fmla="*/ 228 h 252"/>
              <a:gd name="T52" fmla="*/ 82 w 117"/>
              <a:gd name="T53" fmla="*/ 227 h 252"/>
              <a:gd name="T54" fmla="*/ 83 w 117"/>
              <a:gd name="T55" fmla="*/ 215 h 252"/>
              <a:gd name="T56" fmla="*/ 79 w 117"/>
              <a:gd name="T57" fmla="*/ 206 h 252"/>
              <a:gd name="T58" fmla="*/ 79 w 117"/>
              <a:gd name="T59" fmla="*/ 206 h 252"/>
              <a:gd name="T60" fmla="*/ 73 w 117"/>
              <a:gd name="T61" fmla="*/ 187 h 252"/>
              <a:gd name="T62" fmla="*/ 61 w 117"/>
              <a:gd name="T63" fmla="*/ 162 h 252"/>
              <a:gd name="T64" fmla="*/ 60 w 117"/>
              <a:gd name="T65" fmla="*/ 159 h 252"/>
              <a:gd name="T66" fmla="*/ 60 w 117"/>
              <a:gd name="T67" fmla="*/ 165 h 252"/>
              <a:gd name="T68" fmla="*/ 40 w 117"/>
              <a:gd name="T69" fmla="*/ 176 h 252"/>
              <a:gd name="T70" fmla="*/ 37 w 117"/>
              <a:gd name="T71" fmla="*/ 176 h 252"/>
              <a:gd name="T72" fmla="*/ 32 w 117"/>
              <a:gd name="T73" fmla="*/ 175 h 252"/>
              <a:gd name="T74" fmla="*/ 30 w 117"/>
              <a:gd name="T75" fmla="*/ 175 h 252"/>
              <a:gd name="T76" fmla="*/ 27 w 117"/>
              <a:gd name="T77" fmla="*/ 174 h 252"/>
              <a:gd name="T78" fmla="*/ 26 w 117"/>
              <a:gd name="T79" fmla="*/ 174 h 252"/>
              <a:gd name="T80" fmla="*/ 30 w 117"/>
              <a:gd name="T81" fmla="*/ 157 h 252"/>
              <a:gd name="T82" fmla="*/ 23 w 117"/>
              <a:gd name="T83" fmla="*/ 132 h 252"/>
              <a:gd name="T84" fmla="*/ 21 w 117"/>
              <a:gd name="T85" fmla="*/ 133 h 252"/>
              <a:gd name="T86" fmla="*/ 21 w 117"/>
              <a:gd name="T87" fmla="*/ 133 h 252"/>
              <a:gd name="T88" fmla="*/ 17 w 117"/>
              <a:gd name="T89" fmla="*/ 129 h 252"/>
              <a:gd name="T90" fmla="*/ 18 w 117"/>
              <a:gd name="T91" fmla="*/ 126 h 252"/>
              <a:gd name="T92" fmla="*/ 20 w 117"/>
              <a:gd name="T93" fmla="*/ 126 h 252"/>
              <a:gd name="T94" fmla="*/ 18 w 117"/>
              <a:gd name="T95" fmla="*/ 123 h 252"/>
              <a:gd name="T96" fmla="*/ 0 w 117"/>
              <a:gd name="T97" fmla="*/ 105 h 252"/>
              <a:gd name="T98" fmla="*/ 0 w 117"/>
              <a:gd name="T99" fmla="*/ 99 h 252"/>
              <a:gd name="T100" fmla="*/ 5 w 117"/>
              <a:gd name="T101" fmla="*/ 92 h 252"/>
              <a:gd name="T102" fmla="*/ 11 w 117"/>
              <a:gd name="T103" fmla="*/ 88 h 252"/>
              <a:gd name="T104" fmla="*/ 11 w 117"/>
              <a:gd name="T105" fmla="*/ 79 h 252"/>
              <a:gd name="T106" fmla="*/ 14 w 117"/>
              <a:gd name="T107" fmla="*/ 77 h 252"/>
              <a:gd name="T108" fmla="*/ 15 w 117"/>
              <a:gd name="T109" fmla="*/ 65 h 252"/>
              <a:gd name="T110" fmla="*/ 32 w 117"/>
              <a:gd name="T111" fmla="*/ 45 h 252"/>
              <a:gd name="T112" fmla="*/ 39 w 117"/>
              <a:gd name="T113" fmla="*/ 27 h 252"/>
              <a:gd name="T114" fmla="*/ 51 w 117"/>
              <a:gd name="T115" fmla="*/ 16 h 252"/>
              <a:gd name="T116" fmla="*/ 63 w 117"/>
              <a:gd name="T117" fmla="*/ 7 h 252"/>
              <a:gd name="T118" fmla="*/ 67 w 117"/>
              <a:gd name="T119" fmla="*/ 5 h 252"/>
              <a:gd name="T120" fmla="*/ 67 w 117"/>
              <a:gd name="T121" fmla="*/ 2 h 252"/>
              <a:gd name="T122" fmla="*/ 70 w 117"/>
              <a:gd name="T123" fmla="*/ 0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17" h="252">
                <a:moveTo>
                  <a:pt x="70" y="0"/>
                </a:moveTo>
                <a:lnTo>
                  <a:pt x="72" y="0"/>
                </a:lnTo>
                <a:lnTo>
                  <a:pt x="75" y="2"/>
                </a:lnTo>
                <a:lnTo>
                  <a:pt x="80" y="10"/>
                </a:lnTo>
                <a:lnTo>
                  <a:pt x="83" y="10"/>
                </a:lnTo>
                <a:lnTo>
                  <a:pt x="83" y="12"/>
                </a:lnTo>
                <a:lnTo>
                  <a:pt x="86" y="24"/>
                </a:lnTo>
                <a:lnTo>
                  <a:pt x="86" y="33"/>
                </a:lnTo>
                <a:lnTo>
                  <a:pt x="75" y="47"/>
                </a:lnTo>
                <a:lnTo>
                  <a:pt x="72" y="64"/>
                </a:lnTo>
                <a:lnTo>
                  <a:pt x="80" y="59"/>
                </a:lnTo>
                <a:lnTo>
                  <a:pt x="86" y="59"/>
                </a:lnTo>
                <a:lnTo>
                  <a:pt x="88" y="61"/>
                </a:lnTo>
                <a:lnTo>
                  <a:pt x="89" y="71"/>
                </a:lnTo>
                <a:lnTo>
                  <a:pt x="97" y="76"/>
                </a:lnTo>
                <a:lnTo>
                  <a:pt x="97" y="77"/>
                </a:lnTo>
                <a:lnTo>
                  <a:pt x="94" y="86"/>
                </a:lnTo>
                <a:lnTo>
                  <a:pt x="101" y="89"/>
                </a:lnTo>
                <a:lnTo>
                  <a:pt x="106" y="95"/>
                </a:lnTo>
                <a:lnTo>
                  <a:pt x="115" y="92"/>
                </a:lnTo>
                <a:lnTo>
                  <a:pt x="115" y="92"/>
                </a:lnTo>
                <a:lnTo>
                  <a:pt x="115" y="92"/>
                </a:lnTo>
                <a:lnTo>
                  <a:pt x="117" y="95"/>
                </a:lnTo>
                <a:lnTo>
                  <a:pt x="117" y="95"/>
                </a:lnTo>
                <a:lnTo>
                  <a:pt x="117" y="95"/>
                </a:lnTo>
                <a:lnTo>
                  <a:pt x="106" y="108"/>
                </a:lnTo>
                <a:lnTo>
                  <a:pt x="101" y="114"/>
                </a:lnTo>
                <a:lnTo>
                  <a:pt x="88" y="123"/>
                </a:lnTo>
                <a:lnTo>
                  <a:pt x="77" y="125"/>
                </a:lnTo>
                <a:lnTo>
                  <a:pt x="73" y="141"/>
                </a:lnTo>
                <a:lnTo>
                  <a:pt x="76" y="151"/>
                </a:lnTo>
                <a:lnTo>
                  <a:pt x="83" y="157"/>
                </a:lnTo>
                <a:lnTo>
                  <a:pt x="83" y="157"/>
                </a:lnTo>
                <a:lnTo>
                  <a:pt x="83" y="168"/>
                </a:lnTo>
                <a:lnTo>
                  <a:pt x="86" y="171"/>
                </a:lnTo>
                <a:lnTo>
                  <a:pt x="88" y="172"/>
                </a:lnTo>
                <a:lnTo>
                  <a:pt x="80" y="188"/>
                </a:lnTo>
                <a:lnTo>
                  <a:pt x="80" y="193"/>
                </a:lnTo>
                <a:lnTo>
                  <a:pt x="91" y="200"/>
                </a:lnTo>
                <a:lnTo>
                  <a:pt x="91" y="200"/>
                </a:lnTo>
                <a:lnTo>
                  <a:pt x="91" y="212"/>
                </a:lnTo>
                <a:lnTo>
                  <a:pt x="98" y="228"/>
                </a:lnTo>
                <a:lnTo>
                  <a:pt x="98" y="228"/>
                </a:lnTo>
                <a:lnTo>
                  <a:pt x="88" y="242"/>
                </a:lnTo>
                <a:lnTo>
                  <a:pt x="86" y="251"/>
                </a:lnTo>
                <a:lnTo>
                  <a:pt x="86" y="251"/>
                </a:lnTo>
                <a:lnTo>
                  <a:pt x="86" y="252"/>
                </a:lnTo>
                <a:lnTo>
                  <a:pt x="85" y="251"/>
                </a:lnTo>
                <a:lnTo>
                  <a:pt x="83" y="249"/>
                </a:lnTo>
                <a:lnTo>
                  <a:pt x="82" y="249"/>
                </a:lnTo>
                <a:lnTo>
                  <a:pt x="86" y="230"/>
                </a:lnTo>
                <a:lnTo>
                  <a:pt x="83" y="228"/>
                </a:lnTo>
                <a:lnTo>
                  <a:pt x="82" y="227"/>
                </a:lnTo>
                <a:lnTo>
                  <a:pt x="82" y="227"/>
                </a:lnTo>
                <a:lnTo>
                  <a:pt x="85" y="225"/>
                </a:lnTo>
                <a:lnTo>
                  <a:pt x="83" y="215"/>
                </a:lnTo>
                <a:lnTo>
                  <a:pt x="80" y="205"/>
                </a:lnTo>
                <a:lnTo>
                  <a:pt x="79" y="206"/>
                </a:lnTo>
                <a:lnTo>
                  <a:pt x="79" y="206"/>
                </a:lnTo>
                <a:lnTo>
                  <a:pt x="79" y="206"/>
                </a:lnTo>
                <a:lnTo>
                  <a:pt x="79" y="205"/>
                </a:lnTo>
                <a:lnTo>
                  <a:pt x="73" y="187"/>
                </a:lnTo>
                <a:lnTo>
                  <a:pt x="72" y="166"/>
                </a:lnTo>
                <a:lnTo>
                  <a:pt x="61" y="162"/>
                </a:lnTo>
                <a:lnTo>
                  <a:pt x="61" y="162"/>
                </a:lnTo>
                <a:lnTo>
                  <a:pt x="60" y="159"/>
                </a:lnTo>
                <a:lnTo>
                  <a:pt x="60" y="165"/>
                </a:lnTo>
                <a:lnTo>
                  <a:pt x="60" y="165"/>
                </a:lnTo>
                <a:lnTo>
                  <a:pt x="40" y="176"/>
                </a:lnTo>
                <a:lnTo>
                  <a:pt x="40" y="176"/>
                </a:lnTo>
                <a:lnTo>
                  <a:pt x="40" y="176"/>
                </a:lnTo>
                <a:lnTo>
                  <a:pt x="37" y="176"/>
                </a:lnTo>
                <a:lnTo>
                  <a:pt x="34" y="175"/>
                </a:lnTo>
                <a:lnTo>
                  <a:pt x="32" y="175"/>
                </a:lnTo>
                <a:lnTo>
                  <a:pt x="30" y="175"/>
                </a:lnTo>
                <a:lnTo>
                  <a:pt x="30" y="175"/>
                </a:lnTo>
                <a:lnTo>
                  <a:pt x="30" y="172"/>
                </a:lnTo>
                <a:lnTo>
                  <a:pt x="27" y="174"/>
                </a:lnTo>
                <a:lnTo>
                  <a:pt x="27" y="174"/>
                </a:lnTo>
                <a:lnTo>
                  <a:pt x="26" y="174"/>
                </a:lnTo>
                <a:lnTo>
                  <a:pt x="26" y="172"/>
                </a:lnTo>
                <a:lnTo>
                  <a:pt x="30" y="157"/>
                </a:lnTo>
                <a:lnTo>
                  <a:pt x="27" y="141"/>
                </a:lnTo>
                <a:lnTo>
                  <a:pt x="23" y="132"/>
                </a:lnTo>
                <a:lnTo>
                  <a:pt x="23" y="133"/>
                </a:lnTo>
                <a:lnTo>
                  <a:pt x="21" y="133"/>
                </a:lnTo>
                <a:lnTo>
                  <a:pt x="21" y="133"/>
                </a:lnTo>
                <a:lnTo>
                  <a:pt x="21" y="133"/>
                </a:lnTo>
                <a:lnTo>
                  <a:pt x="17" y="129"/>
                </a:lnTo>
                <a:lnTo>
                  <a:pt x="17" y="129"/>
                </a:lnTo>
                <a:lnTo>
                  <a:pt x="18" y="126"/>
                </a:lnTo>
                <a:lnTo>
                  <a:pt x="18" y="126"/>
                </a:lnTo>
                <a:lnTo>
                  <a:pt x="18" y="126"/>
                </a:lnTo>
                <a:lnTo>
                  <a:pt x="20" y="126"/>
                </a:lnTo>
                <a:lnTo>
                  <a:pt x="20" y="126"/>
                </a:lnTo>
                <a:lnTo>
                  <a:pt x="18" y="123"/>
                </a:lnTo>
                <a:lnTo>
                  <a:pt x="9" y="119"/>
                </a:lnTo>
                <a:lnTo>
                  <a:pt x="0" y="105"/>
                </a:lnTo>
                <a:lnTo>
                  <a:pt x="0" y="99"/>
                </a:lnTo>
                <a:lnTo>
                  <a:pt x="0" y="99"/>
                </a:lnTo>
                <a:lnTo>
                  <a:pt x="5" y="99"/>
                </a:lnTo>
                <a:lnTo>
                  <a:pt x="5" y="92"/>
                </a:lnTo>
                <a:lnTo>
                  <a:pt x="5" y="90"/>
                </a:lnTo>
                <a:lnTo>
                  <a:pt x="11" y="88"/>
                </a:lnTo>
                <a:lnTo>
                  <a:pt x="9" y="80"/>
                </a:lnTo>
                <a:lnTo>
                  <a:pt x="11" y="79"/>
                </a:lnTo>
                <a:lnTo>
                  <a:pt x="11" y="77"/>
                </a:lnTo>
                <a:lnTo>
                  <a:pt x="14" y="77"/>
                </a:lnTo>
                <a:lnTo>
                  <a:pt x="14" y="65"/>
                </a:lnTo>
                <a:lnTo>
                  <a:pt x="15" y="65"/>
                </a:lnTo>
                <a:lnTo>
                  <a:pt x="26" y="62"/>
                </a:lnTo>
                <a:lnTo>
                  <a:pt x="32" y="45"/>
                </a:lnTo>
                <a:lnTo>
                  <a:pt x="39" y="36"/>
                </a:lnTo>
                <a:lnTo>
                  <a:pt x="39" y="27"/>
                </a:lnTo>
                <a:lnTo>
                  <a:pt x="39" y="27"/>
                </a:lnTo>
                <a:lnTo>
                  <a:pt x="51" y="16"/>
                </a:lnTo>
                <a:lnTo>
                  <a:pt x="63" y="15"/>
                </a:lnTo>
                <a:lnTo>
                  <a:pt x="63" y="7"/>
                </a:lnTo>
                <a:lnTo>
                  <a:pt x="64" y="7"/>
                </a:lnTo>
                <a:lnTo>
                  <a:pt x="67" y="5"/>
                </a:lnTo>
                <a:lnTo>
                  <a:pt x="67" y="3"/>
                </a:lnTo>
                <a:lnTo>
                  <a:pt x="67" y="2"/>
                </a:lnTo>
                <a:lnTo>
                  <a:pt x="70" y="0"/>
                </a:lnTo>
                <a:lnTo>
                  <a:pt x="70" y="0"/>
                </a:lnTo>
                <a:close/>
              </a:path>
            </a:pathLst>
          </a:custGeom>
          <a:solidFill>
            <a:srgbClr val="7D22C3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63" name="CAMBODIA">
            <a:extLst>
              <a:ext uri="{FF2B5EF4-FFF2-40B4-BE49-F238E27FC236}">
                <a16:creationId xmlns:a16="http://schemas.microsoft.com/office/drawing/2014/main" id="{A38233A6-F3A2-9B58-819D-9666E0DD0B5E}"/>
              </a:ext>
            </a:extLst>
          </p:cNvPr>
          <p:cNvSpPr>
            <a:spLocks/>
          </p:cNvSpPr>
          <p:nvPr/>
        </p:nvSpPr>
        <p:spPr bwMode="auto">
          <a:xfrm>
            <a:off x="8690221" y="4165308"/>
            <a:ext cx="153180" cy="126923"/>
          </a:xfrm>
          <a:custGeom>
            <a:avLst/>
            <a:gdLst>
              <a:gd name="T0" fmla="*/ 68 w 70"/>
              <a:gd name="T1" fmla="*/ 0 h 58"/>
              <a:gd name="T2" fmla="*/ 68 w 70"/>
              <a:gd name="T3" fmla="*/ 0 h 58"/>
              <a:gd name="T4" fmla="*/ 68 w 70"/>
              <a:gd name="T5" fmla="*/ 0 h 58"/>
              <a:gd name="T6" fmla="*/ 70 w 70"/>
              <a:gd name="T7" fmla="*/ 31 h 58"/>
              <a:gd name="T8" fmla="*/ 70 w 70"/>
              <a:gd name="T9" fmla="*/ 31 h 58"/>
              <a:gd name="T10" fmla="*/ 56 w 70"/>
              <a:gd name="T11" fmla="*/ 38 h 58"/>
              <a:gd name="T12" fmla="*/ 56 w 70"/>
              <a:gd name="T13" fmla="*/ 40 h 58"/>
              <a:gd name="T14" fmla="*/ 55 w 70"/>
              <a:gd name="T15" fmla="*/ 41 h 58"/>
              <a:gd name="T16" fmla="*/ 49 w 70"/>
              <a:gd name="T17" fmla="*/ 41 h 58"/>
              <a:gd name="T18" fmla="*/ 49 w 70"/>
              <a:gd name="T19" fmla="*/ 49 h 58"/>
              <a:gd name="T20" fmla="*/ 49 w 70"/>
              <a:gd name="T21" fmla="*/ 49 h 58"/>
              <a:gd name="T22" fmla="*/ 37 w 70"/>
              <a:gd name="T23" fmla="*/ 52 h 58"/>
              <a:gd name="T24" fmla="*/ 35 w 70"/>
              <a:gd name="T25" fmla="*/ 55 h 58"/>
              <a:gd name="T26" fmla="*/ 35 w 70"/>
              <a:gd name="T27" fmla="*/ 55 h 58"/>
              <a:gd name="T28" fmla="*/ 29 w 70"/>
              <a:gd name="T29" fmla="*/ 58 h 58"/>
              <a:gd name="T30" fmla="*/ 29 w 70"/>
              <a:gd name="T31" fmla="*/ 58 h 58"/>
              <a:gd name="T32" fmla="*/ 18 w 70"/>
              <a:gd name="T33" fmla="*/ 56 h 58"/>
              <a:gd name="T34" fmla="*/ 18 w 70"/>
              <a:gd name="T35" fmla="*/ 55 h 58"/>
              <a:gd name="T36" fmla="*/ 18 w 70"/>
              <a:gd name="T37" fmla="*/ 50 h 58"/>
              <a:gd name="T38" fmla="*/ 13 w 70"/>
              <a:gd name="T39" fmla="*/ 52 h 58"/>
              <a:gd name="T40" fmla="*/ 12 w 70"/>
              <a:gd name="T41" fmla="*/ 52 h 58"/>
              <a:gd name="T42" fmla="*/ 12 w 70"/>
              <a:gd name="T43" fmla="*/ 52 h 58"/>
              <a:gd name="T44" fmla="*/ 12 w 70"/>
              <a:gd name="T45" fmla="*/ 52 h 58"/>
              <a:gd name="T46" fmla="*/ 9 w 70"/>
              <a:gd name="T47" fmla="*/ 41 h 58"/>
              <a:gd name="T48" fmla="*/ 7 w 70"/>
              <a:gd name="T49" fmla="*/ 34 h 58"/>
              <a:gd name="T50" fmla="*/ 3 w 70"/>
              <a:gd name="T51" fmla="*/ 28 h 58"/>
              <a:gd name="T52" fmla="*/ 0 w 70"/>
              <a:gd name="T53" fmla="*/ 21 h 58"/>
              <a:gd name="T54" fmla="*/ 4 w 70"/>
              <a:gd name="T55" fmla="*/ 12 h 58"/>
              <a:gd name="T56" fmla="*/ 13 w 70"/>
              <a:gd name="T57" fmla="*/ 4 h 58"/>
              <a:gd name="T58" fmla="*/ 13 w 70"/>
              <a:gd name="T59" fmla="*/ 4 h 58"/>
              <a:gd name="T60" fmla="*/ 18 w 70"/>
              <a:gd name="T61" fmla="*/ 4 h 58"/>
              <a:gd name="T62" fmla="*/ 27 w 70"/>
              <a:gd name="T63" fmla="*/ 4 h 58"/>
              <a:gd name="T64" fmla="*/ 35 w 70"/>
              <a:gd name="T65" fmla="*/ 4 h 58"/>
              <a:gd name="T66" fmla="*/ 38 w 70"/>
              <a:gd name="T67" fmla="*/ 4 h 58"/>
              <a:gd name="T68" fmla="*/ 47 w 70"/>
              <a:gd name="T69" fmla="*/ 9 h 58"/>
              <a:gd name="T70" fmla="*/ 53 w 70"/>
              <a:gd name="T71" fmla="*/ 3 h 58"/>
              <a:gd name="T72" fmla="*/ 55 w 70"/>
              <a:gd name="T73" fmla="*/ 3 h 58"/>
              <a:gd name="T74" fmla="*/ 55 w 70"/>
              <a:gd name="T75" fmla="*/ 3 h 58"/>
              <a:gd name="T76" fmla="*/ 56 w 70"/>
              <a:gd name="T77" fmla="*/ 3 h 58"/>
              <a:gd name="T78" fmla="*/ 59 w 70"/>
              <a:gd name="T79" fmla="*/ 4 h 58"/>
              <a:gd name="T80" fmla="*/ 61 w 70"/>
              <a:gd name="T81" fmla="*/ 4 h 58"/>
              <a:gd name="T82" fmla="*/ 62 w 70"/>
              <a:gd name="T83" fmla="*/ 4 h 58"/>
              <a:gd name="T84" fmla="*/ 68 w 70"/>
              <a:gd name="T85" fmla="*/ 0 h 58"/>
              <a:gd name="T86" fmla="*/ 68 w 70"/>
              <a:gd name="T87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70" h="58">
                <a:moveTo>
                  <a:pt x="68" y="0"/>
                </a:moveTo>
                <a:lnTo>
                  <a:pt x="68" y="0"/>
                </a:lnTo>
                <a:lnTo>
                  <a:pt x="68" y="0"/>
                </a:lnTo>
                <a:lnTo>
                  <a:pt x="70" y="31"/>
                </a:lnTo>
                <a:lnTo>
                  <a:pt x="70" y="31"/>
                </a:lnTo>
                <a:lnTo>
                  <a:pt x="56" y="38"/>
                </a:lnTo>
                <a:lnTo>
                  <a:pt x="56" y="40"/>
                </a:lnTo>
                <a:lnTo>
                  <a:pt x="55" y="41"/>
                </a:lnTo>
                <a:lnTo>
                  <a:pt x="49" y="41"/>
                </a:lnTo>
                <a:lnTo>
                  <a:pt x="49" y="49"/>
                </a:lnTo>
                <a:lnTo>
                  <a:pt x="49" y="49"/>
                </a:lnTo>
                <a:lnTo>
                  <a:pt x="37" y="52"/>
                </a:lnTo>
                <a:lnTo>
                  <a:pt x="35" y="55"/>
                </a:lnTo>
                <a:lnTo>
                  <a:pt x="35" y="55"/>
                </a:lnTo>
                <a:lnTo>
                  <a:pt x="29" y="58"/>
                </a:lnTo>
                <a:lnTo>
                  <a:pt x="29" y="58"/>
                </a:lnTo>
                <a:lnTo>
                  <a:pt x="18" y="56"/>
                </a:lnTo>
                <a:lnTo>
                  <a:pt x="18" y="55"/>
                </a:lnTo>
                <a:lnTo>
                  <a:pt x="18" y="50"/>
                </a:lnTo>
                <a:lnTo>
                  <a:pt x="13" y="52"/>
                </a:lnTo>
                <a:lnTo>
                  <a:pt x="12" y="52"/>
                </a:lnTo>
                <a:lnTo>
                  <a:pt x="12" y="52"/>
                </a:lnTo>
                <a:lnTo>
                  <a:pt x="12" y="52"/>
                </a:lnTo>
                <a:lnTo>
                  <a:pt x="9" y="41"/>
                </a:lnTo>
                <a:lnTo>
                  <a:pt x="7" y="34"/>
                </a:lnTo>
                <a:lnTo>
                  <a:pt x="3" y="28"/>
                </a:lnTo>
                <a:lnTo>
                  <a:pt x="0" y="21"/>
                </a:lnTo>
                <a:lnTo>
                  <a:pt x="4" y="12"/>
                </a:lnTo>
                <a:lnTo>
                  <a:pt x="13" y="4"/>
                </a:lnTo>
                <a:lnTo>
                  <a:pt x="13" y="4"/>
                </a:lnTo>
                <a:lnTo>
                  <a:pt x="18" y="4"/>
                </a:lnTo>
                <a:lnTo>
                  <a:pt x="27" y="4"/>
                </a:lnTo>
                <a:lnTo>
                  <a:pt x="35" y="4"/>
                </a:lnTo>
                <a:lnTo>
                  <a:pt x="38" y="4"/>
                </a:lnTo>
                <a:lnTo>
                  <a:pt x="47" y="9"/>
                </a:lnTo>
                <a:lnTo>
                  <a:pt x="53" y="3"/>
                </a:lnTo>
                <a:lnTo>
                  <a:pt x="55" y="3"/>
                </a:lnTo>
                <a:lnTo>
                  <a:pt x="55" y="3"/>
                </a:lnTo>
                <a:lnTo>
                  <a:pt x="56" y="3"/>
                </a:lnTo>
                <a:lnTo>
                  <a:pt x="59" y="4"/>
                </a:lnTo>
                <a:lnTo>
                  <a:pt x="61" y="4"/>
                </a:lnTo>
                <a:lnTo>
                  <a:pt x="62" y="4"/>
                </a:lnTo>
                <a:lnTo>
                  <a:pt x="68" y="0"/>
                </a:lnTo>
                <a:lnTo>
                  <a:pt x="68" y="0"/>
                </a:lnTo>
                <a:close/>
              </a:path>
            </a:pathLst>
          </a:custGeom>
          <a:solidFill>
            <a:srgbClr val="7D22C3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grpSp>
        <p:nvGrpSpPr>
          <p:cNvPr id="764" name="CHINA">
            <a:extLst>
              <a:ext uri="{FF2B5EF4-FFF2-40B4-BE49-F238E27FC236}">
                <a16:creationId xmlns:a16="http://schemas.microsoft.com/office/drawing/2014/main" id="{C7F4A748-9F2E-1670-B4E0-FFC535D957C5}"/>
              </a:ext>
            </a:extLst>
          </p:cNvPr>
          <p:cNvGrpSpPr/>
          <p:nvPr userDrawn="1"/>
        </p:nvGrpSpPr>
        <p:grpSpPr>
          <a:xfrm>
            <a:off x="7871800" y="2782308"/>
            <a:ext cx="1752822" cy="1282341"/>
            <a:chOff x="7766383" y="2981366"/>
            <a:chExt cx="1648770" cy="1206217"/>
          </a:xfrm>
          <a:solidFill>
            <a:srgbClr val="7D22C3"/>
          </a:solidFill>
        </p:grpSpPr>
        <p:sp>
          <p:nvSpPr>
            <p:cNvPr id="978" name="HAINAN CHINA">
              <a:extLst>
                <a:ext uri="{FF2B5EF4-FFF2-40B4-BE49-F238E27FC236}">
                  <a16:creationId xmlns:a16="http://schemas.microsoft.com/office/drawing/2014/main" id="{3BF5CDD8-EF7F-94F2-D1A5-241D9D953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7069" y="4132006"/>
              <a:ext cx="65868" cy="55577"/>
            </a:xfrm>
            <a:custGeom>
              <a:avLst/>
              <a:gdLst>
                <a:gd name="T0" fmla="*/ 25 w 32"/>
                <a:gd name="T1" fmla="*/ 0 h 27"/>
                <a:gd name="T2" fmla="*/ 29 w 32"/>
                <a:gd name="T3" fmla="*/ 0 h 27"/>
                <a:gd name="T4" fmla="*/ 31 w 32"/>
                <a:gd name="T5" fmla="*/ 2 h 27"/>
                <a:gd name="T6" fmla="*/ 32 w 32"/>
                <a:gd name="T7" fmla="*/ 6 h 27"/>
                <a:gd name="T8" fmla="*/ 32 w 32"/>
                <a:gd name="T9" fmla="*/ 6 h 27"/>
                <a:gd name="T10" fmla="*/ 25 w 32"/>
                <a:gd name="T11" fmla="*/ 18 h 27"/>
                <a:gd name="T12" fmla="*/ 15 w 32"/>
                <a:gd name="T13" fmla="*/ 27 h 27"/>
                <a:gd name="T14" fmla="*/ 15 w 32"/>
                <a:gd name="T15" fmla="*/ 27 h 27"/>
                <a:gd name="T16" fmla="*/ 15 w 32"/>
                <a:gd name="T17" fmla="*/ 27 h 27"/>
                <a:gd name="T18" fmla="*/ 3 w 32"/>
                <a:gd name="T19" fmla="*/ 22 h 27"/>
                <a:gd name="T20" fmla="*/ 3 w 32"/>
                <a:gd name="T21" fmla="*/ 22 h 27"/>
                <a:gd name="T22" fmla="*/ 0 w 32"/>
                <a:gd name="T23" fmla="*/ 11 h 27"/>
                <a:gd name="T24" fmla="*/ 0 w 32"/>
                <a:gd name="T25" fmla="*/ 11 h 27"/>
                <a:gd name="T26" fmla="*/ 12 w 32"/>
                <a:gd name="T27" fmla="*/ 2 h 27"/>
                <a:gd name="T28" fmla="*/ 25 w 32"/>
                <a:gd name="T2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27">
                  <a:moveTo>
                    <a:pt x="25" y="0"/>
                  </a:moveTo>
                  <a:lnTo>
                    <a:pt x="29" y="0"/>
                  </a:lnTo>
                  <a:lnTo>
                    <a:pt x="31" y="2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25" y="18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12" y="2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79" name="CHINA">
              <a:extLst>
                <a:ext uri="{FF2B5EF4-FFF2-40B4-BE49-F238E27FC236}">
                  <a16:creationId xmlns:a16="http://schemas.microsoft.com/office/drawing/2014/main" id="{F06ED452-2AEE-7777-091C-170499DC5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6383" y="2981366"/>
              <a:ext cx="1648770" cy="1148581"/>
            </a:xfrm>
            <a:custGeom>
              <a:avLst/>
              <a:gdLst>
                <a:gd name="T0" fmla="*/ 700 w 801"/>
                <a:gd name="T1" fmla="*/ 55 h 558"/>
                <a:gd name="T2" fmla="*/ 764 w 801"/>
                <a:gd name="T3" fmla="*/ 117 h 558"/>
                <a:gd name="T4" fmla="*/ 793 w 801"/>
                <a:gd name="T5" fmla="*/ 126 h 558"/>
                <a:gd name="T6" fmla="*/ 753 w 801"/>
                <a:gd name="T7" fmla="*/ 184 h 558"/>
                <a:gd name="T8" fmla="*/ 738 w 801"/>
                <a:gd name="T9" fmla="*/ 208 h 558"/>
                <a:gd name="T10" fmla="*/ 684 w 801"/>
                <a:gd name="T11" fmla="*/ 245 h 558"/>
                <a:gd name="T12" fmla="*/ 621 w 801"/>
                <a:gd name="T13" fmla="*/ 279 h 558"/>
                <a:gd name="T14" fmla="*/ 635 w 801"/>
                <a:gd name="T15" fmla="*/ 251 h 558"/>
                <a:gd name="T16" fmla="*/ 577 w 801"/>
                <a:gd name="T17" fmla="*/ 280 h 558"/>
                <a:gd name="T18" fmla="*/ 618 w 801"/>
                <a:gd name="T19" fmla="*/ 295 h 558"/>
                <a:gd name="T20" fmla="*/ 636 w 801"/>
                <a:gd name="T21" fmla="*/ 312 h 558"/>
                <a:gd name="T22" fmla="*/ 615 w 801"/>
                <a:gd name="T23" fmla="*/ 323 h 558"/>
                <a:gd name="T24" fmla="*/ 618 w 801"/>
                <a:gd name="T25" fmla="*/ 375 h 558"/>
                <a:gd name="T26" fmla="*/ 621 w 801"/>
                <a:gd name="T27" fmla="*/ 392 h 558"/>
                <a:gd name="T28" fmla="*/ 632 w 801"/>
                <a:gd name="T29" fmla="*/ 418 h 558"/>
                <a:gd name="T30" fmla="*/ 630 w 801"/>
                <a:gd name="T31" fmla="*/ 429 h 558"/>
                <a:gd name="T32" fmla="*/ 620 w 801"/>
                <a:gd name="T33" fmla="*/ 444 h 558"/>
                <a:gd name="T34" fmla="*/ 604 w 801"/>
                <a:gd name="T35" fmla="*/ 472 h 558"/>
                <a:gd name="T36" fmla="*/ 581 w 801"/>
                <a:gd name="T37" fmla="*/ 498 h 558"/>
                <a:gd name="T38" fmla="*/ 567 w 801"/>
                <a:gd name="T39" fmla="*/ 512 h 558"/>
                <a:gd name="T40" fmla="*/ 538 w 801"/>
                <a:gd name="T41" fmla="*/ 525 h 558"/>
                <a:gd name="T42" fmla="*/ 532 w 801"/>
                <a:gd name="T43" fmla="*/ 525 h 558"/>
                <a:gd name="T44" fmla="*/ 527 w 801"/>
                <a:gd name="T45" fmla="*/ 528 h 558"/>
                <a:gd name="T46" fmla="*/ 513 w 801"/>
                <a:gd name="T47" fmla="*/ 534 h 558"/>
                <a:gd name="T48" fmla="*/ 476 w 801"/>
                <a:gd name="T49" fmla="*/ 558 h 558"/>
                <a:gd name="T50" fmla="*/ 452 w 801"/>
                <a:gd name="T51" fmla="*/ 541 h 558"/>
                <a:gd name="T52" fmla="*/ 433 w 801"/>
                <a:gd name="T53" fmla="*/ 534 h 558"/>
                <a:gd name="T54" fmla="*/ 386 w 801"/>
                <a:gd name="T55" fmla="*/ 525 h 558"/>
                <a:gd name="T56" fmla="*/ 368 w 801"/>
                <a:gd name="T57" fmla="*/ 541 h 558"/>
                <a:gd name="T58" fmla="*/ 349 w 801"/>
                <a:gd name="T59" fmla="*/ 538 h 558"/>
                <a:gd name="T60" fmla="*/ 331 w 801"/>
                <a:gd name="T61" fmla="*/ 515 h 558"/>
                <a:gd name="T62" fmla="*/ 328 w 801"/>
                <a:gd name="T63" fmla="*/ 475 h 558"/>
                <a:gd name="T64" fmla="*/ 310 w 801"/>
                <a:gd name="T65" fmla="*/ 445 h 558"/>
                <a:gd name="T66" fmla="*/ 292 w 801"/>
                <a:gd name="T67" fmla="*/ 426 h 558"/>
                <a:gd name="T68" fmla="*/ 214 w 801"/>
                <a:gd name="T69" fmla="*/ 444 h 558"/>
                <a:gd name="T70" fmla="*/ 180 w 801"/>
                <a:gd name="T71" fmla="*/ 451 h 558"/>
                <a:gd name="T72" fmla="*/ 157 w 801"/>
                <a:gd name="T73" fmla="*/ 445 h 558"/>
                <a:gd name="T74" fmla="*/ 131 w 801"/>
                <a:gd name="T75" fmla="*/ 432 h 558"/>
                <a:gd name="T76" fmla="*/ 101 w 801"/>
                <a:gd name="T77" fmla="*/ 417 h 558"/>
                <a:gd name="T78" fmla="*/ 67 w 801"/>
                <a:gd name="T79" fmla="*/ 396 h 558"/>
                <a:gd name="T80" fmla="*/ 71 w 801"/>
                <a:gd name="T81" fmla="*/ 380 h 558"/>
                <a:gd name="T82" fmla="*/ 77 w 801"/>
                <a:gd name="T83" fmla="*/ 349 h 558"/>
                <a:gd name="T84" fmla="*/ 83 w 801"/>
                <a:gd name="T85" fmla="*/ 331 h 558"/>
                <a:gd name="T86" fmla="*/ 36 w 801"/>
                <a:gd name="T87" fmla="*/ 326 h 558"/>
                <a:gd name="T88" fmla="*/ 24 w 801"/>
                <a:gd name="T89" fmla="*/ 313 h 558"/>
                <a:gd name="T90" fmla="*/ 18 w 801"/>
                <a:gd name="T91" fmla="*/ 303 h 558"/>
                <a:gd name="T92" fmla="*/ 5 w 801"/>
                <a:gd name="T93" fmla="*/ 283 h 558"/>
                <a:gd name="T94" fmla="*/ 18 w 801"/>
                <a:gd name="T95" fmla="*/ 248 h 558"/>
                <a:gd name="T96" fmla="*/ 43 w 801"/>
                <a:gd name="T97" fmla="*/ 242 h 558"/>
                <a:gd name="T98" fmla="*/ 82 w 801"/>
                <a:gd name="T99" fmla="*/ 171 h 558"/>
                <a:gd name="T100" fmla="*/ 131 w 801"/>
                <a:gd name="T101" fmla="*/ 128 h 558"/>
                <a:gd name="T102" fmla="*/ 159 w 801"/>
                <a:gd name="T103" fmla="*/ 104 h 558"/>
                <a:gd name="T104" fmla="*/ 186 w 801"/>
                <a:gd name="T105" fmla="*/ 92 h 558"/>
                <a:gd name="T106" fmla="*/ 224 w 801"/>
                <a:gd name="T107" fmla="*/ 140 h 558"/>
                <a:gd name="T108" fmla="*/ 355 w 801"/>
                <a:gd name="T109" fmla="*/ 208 h 558"/>
                <a:gd name="T110" fmla="*/ 494 w 801"/>
                <a:gd name="T111" fmla="*/ 181 h 558"/>
                <a:gd name="T112" fmla="*/ 549 w 801"/>
                <a:gd name="T113" fmla="*/ 156 h 558"/>
                <a:gd name="T114" fmla="*/ 549 w 801"/>
                <a:gd name="T115" fmla="*/ 119 h 558"/>
                <a:gd name="T116" fmla="*/ 595 w 801"/>
                <a:gd name="T117" fmla="*/ 70 h 558"/>
                <a:gd name="T118" fmla="*/ 607 w 801"/>
                <a:gd name="T119" fmla="*/ 1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01" h="558">
                  <a:moveTo>
                    <a:pt x="653" y="0"/>
                  </a:moveTo>
                  <a:lnTo>
                    <a:pt x="654" y="0"/>
                  </a:lnTo>
                  <a:lnTo>
                    <a:pt x="664" y="8"/>
                  </a:lnTo>
                  <a:lnTo>
                    <a:pt x="679" y="11"/>
                  </a:lnTo>
                  <a:lnTo>
                    <a:pt x="681" y="11"/>
                  </a:lnTo>
                  <a:lnTo>
                    <a:pt x="690" y="24"/>
                  </a:lnTo>
                  <a:lnTo>
                    <a:pt x="693" y="37"/>
                  </a:lnTo>
                  <a:lnTo>
                    <a:pt x="700" y="55"/>
                  </a:lnTo>
                  <a:lnTo>
                    <a:pt x="704" y="79"/>
                  </a:lnTo>
                  <a:lnTo>
                    <a:pt x="727" y="83"/>
                  </a:lnTo>
                  <a:lnTo>
                    <a:pt x="744" y="94"/>
                  </a:lnTo>
                  <a:lnTo>
                    <a:pt x="744" y="94"/>
                  </a:lnTo>
                  <a:lnTo>
                    <a:pt x="747" y="103"/>
                  </a:lnTo>
                  <a:lnTo>
                    <a:pt x="747" y="111"/>
                  </a:lnTo>
                  <a:lnTo>
                    <a:pt x="752" y="117"/>
                  </a:lnTo>
                  <a:lnTo>
                    <a:pt x="764" y="117"/>
                  </a:lnTo>
                  <a:lnTo>
                    <a:pt x="799" y="103"/>
                  </a:lnTo>
                  <a:lnTo>
                    <a:pt x="799" y="103"/>
                  </a:lnTo>
                  <a:lnTo>
                    <a:pt x="801" y="103"/>
                  </a:lnTo>
                  <a:lnTo>
                    <a:pt x="801" y="104"/>
                  </a:lnTo>
                  <a:lnTo>
                    <a:pt x="798" y="107"/>
                  </a:lnTo>
                  <a:lnTo>
                    <a:pt x="799" y="120"/>
                  </a:lnTo>
                  <a:lnTo>
                    <a:pt x="799" y="120"/>
                  </a:lnTo>
                  <a:lnTo>
                    <a:pt x="793" y="126"/>
                  </a:lnTo>
                  <a:lnTo>
                    <a:pt x="787" y="149"/>
                  </a:lnTo>
                  <a:lnTo>
                    <a:pt x="778" y="168"/>
                  </a:lnTo>
                  <a:lnTo>
                    <a:pt x="776" y="171"/>
                  </a:lnTo>
                  <a:lnTo>
                    <a:pt x="774" y="171"/>
                  </a:lnTo>
                  <a:lnTo>
                    <a:pt x="774" y="171"/>
                  </a:lnTo>
                  <a:lnTo>
                    <a:pt x="761" y="166"/>
                  </a:lnTo>
                  <a:lnTo>
                    <a:pt x="750" y="175"/>
                  </a:lnTo>
                  <a:lnTo>
                    <a:pt x="753" y="184"/>
                  </a:lnTo>
                  <a:lnTo>
                    <a:pt x="753" y="199"/>
                  </a:lnTo>
                  <a:lnTo>
                    <a:pt x="753" y="200"/>
                  </a:lnTo>
                  <a:lnTo>
                    <a:pt x="746" y="209"/>
                  </a:lnTo>
                  <a:lnTo>
                    <a:pt x="746" y="214"/>
                  </a:lnTo>
                  <a:lnTo>
                    <a:pt x="744" y="214"/>
                  </a:lnTo>
                  <a:lnTo>
                    <a:pt x="744" y="214"/>
                  </a:lnTo>
                  <a:lnTo>
                    <a:pt x="744" y="214"/>
                  </a:lnTo>
                  <a:lnTo>
                    <a:pt x="738" y="208"/>
                  </a:lnTo>
                  <a:lnTo>
                    <a:pt x="733" y="218"/>
                  </a:lnTo>
                  <a:lnTo>
                    <a:pt x="725" y="224"/>
                  </a:lnTo>
                  <a:lnTo>
                    <a:pt x="715" y="224"/>
                  </a:lnTo>
                  <a:lnTo>
                    <a:pt x="715" y="233"/>
                  </a:lnTo>
                  <a:lnTo>
                    <a:pt x="715" y="234"/>
                  </a:lnTo>
                  <a:lnTo>
                    <a:pt x="704" y="236"/>
                  </a:lnTo>
                  <a:lnTo>
                    <a:pt x="697" y="232"/>
                  </a:lnTo>
                  <a:lnTo>
                    <a:pt x="684" y="245"/>
                  </a:lnTo>
                  <a:lnTo>
                    <a:pt x="670" y="251"/>
                  </a:lnTo>
                  <a:lnTo>
                    <a:pt x="664" y="260"/>
                  </a:lnTo>
                  <a:lnTo>
                    <a:pt x="664" y="260"/>
                  </a:lnTo>
                  <a:lnTo>
                    <a:pt x="651" y="263"/>
                  </a:lnTo>
                  <a:lnTo>
                    <a:pt x="624" y="280"/>
                  </a:lnTo>
                  <a:lnTo>
                    <a:pt x="623" y="280"/>
                  </a:lnTo>
                  <a:lnTo>
                    <a:pt x="623" y="280"/>
                  </a:lnTo>
                  <a:lnTo>
                    <a:pt x="621" y="279"/>
                  </a:lnTo>
                  <a:lnTo>
                    <a:pt x="621" y="279"/>
                  </a:lnTo>
                  <a:lnTo>
                    <a:pt x="621" y="277"/>
                  </a:lnTo>
                  <a:lnTo>
                    <a:pt x="627" y="275"/>
                  </a:lnTo>
                  <a:lnTo>
                    <a:pt x="627" y="270"/>
                  </a:lnTo>
                  <a:lnTo>
                    <a:pt x="623" y="267"/>
                  </a:lnTo>
                  <a:lnTo>
                    <a:pt x="623" y="266"/>
                  </a:lnTo>
                  <a:lnTo>
                    <a:pt x="623" y="266"/>
                  </a:lnTo>
                  <a:lnTo>
                    <a:pt x="635" y="251"/>
                  </a:lnTo>
                  <a:lnTo>
                    <a:pt x="630" y="242"/>
                  </a:lnTo>
                  <a:lnTo>
                    <a:pt x="621" y="243"/>
                  </a:lnTo>
                  <a:lnTo>
                    <a:pt x="612" y="257"/>
                  </a:lnTo>
                  <a:lnTo>
                    <a:pt x="601" y="263"/>
                  </a:lnTo>
                  <a:lnTo>
                    <a:pt x="596" y="270"/>
                  </a:lnTo>
                  <a:lnTo>
                    <a:pt x="587" y="275"/>
                  </a:lnTo>
                  <a:lnTo>
                    <a:pt x="581" y="273"/>
                  </a:lnTo>
                  <a:lnTo>
                    <a:pt x="577" y="280"/>
                  </a:lnTo>
                  <a:lnTo>
                    <a:pt x="575" y="283"/>
                  </a:lnTo>
                  <a:lnTo>
                    <a:pt x="581" y="289"/>
                  </a:lnTo>
                  <a:lnTo>
                    <a:pt x="590" y="295"/>
                  </a:lnTo>
                  <a:lnTo>
                    <a:pt x="595" y="303"/>
                  </a:lnTo>
                  <a:lnTo>
                    <a:pt x="601" y="306"/>
                  </a:lnTo>
                  <a:lnTo>
                    <a:pt x="617" y="295"/>
                  </a:lnTo>
                  <a:lnTo>
                    <a:pt x="617" y="295"/>
                  </a:lnTo>
                  <a:lnTo>
                    <a:pt x="618" y="295"/>
                  </a:lnTo>
                  <a:lnTo>
                    <a:pt x="627" y="301"/>
                  </a:lnTo>
                  <a:lnTo>
                    <a:pt x="641" y="301"/>
                  </a:lnTo>
                  <a:lnTo>
                    <a:pt x="641" y="303"/>
                  </a:lnTo>
                  <a:lnTo>
                    <a:pt x="641" y="303"/>
                  </a:lnTo>
                  <a:lnTo>
                    <a:pt x="638" y="312"/>
                  </a:lnTo>
                  <a:lnTo>
                    <a:pt x="636" y="313"/>
                  </a:lnTo>
                  <a:lnTo>
                    <a:pt x="636" y="313"/>
                  </a:lnTo>
                  <a:lnTo>
                    <a:pt x="636" y="312"/>
                  </a:lnTo>
                  <a:lnTo>
                    <a:pt x="635" y="309"/>
                  </a:lnTo>
                  <a:lnTo>
                    <a:pt x="632" y="309"/>
                  </a:lnTo>
                  <a:lnTo>
                    <a:pt x="629" y="313"/>
                  </a:lnTo>
                  <a:lnTo>
                    <a:pt x="618" y="315"/>
                  </a:lnTo>
                  <a:lnTo>
                    <a:pt x="618" y="318"/>
                  </a:lnTo>
                  <a:lnTo>
                    <a:pt x="618" y="318"/>
                  </a:lnTo>
                  <a:lnTo>
                    <a:pt x="615" y="323"/>
                  </a:lnTo>
                  <a:lnTo>
                    <a:pt x="615" y="323"/>
                  </a:lnTo>
                  <a:lnTo>
                    <a:pt x="614" y="323"/>
                  </a:lnTo>
                  <a:lnTo>
                    <a:pt x="610" y="322"/>
                  </a:lnTo>
                  <a:lnTo>
                    <a:pt x="610" y="326"/>
                  </a:lnTo>
                  <a:lnTo>
                    <a:pt x="608" y="326"/>
                  </a:lnTo>
                  <a:lnTo>
                    <a:pt x="602" y="332"/>
                  </a:lnTo>
                  <a:lnTo>
                    <a:pt x="596" y="343"/>
                  </a:lnTo>
                  <a:lnTo>
                    <a:pt x="610" y="350"/>
                  </a:lnTo>
                  <a:lnTo>
                    <a:pt x="618" y="375"/>
                  </a:lnTo>
                  <a:lnTo>
                    <a:pt x="632" y="390"/>
                  </a:lnTo>
                  <a:lnTo>
                    <a:pt x="632" y="392"/>
                  </a:lnTo>
                  <a:lnTo>
                    <a:pt x="632" y="392"/>
                  </a:lnTo>
                  <a:lnTo>
                    <a:pt x="632" y="392"/>
                  </a:lnTo>
                  <a:lnTo>
                    <a:pt x="614" y="387"/>
                  </a:lnTo>
                  <a:lnTo>
                    <a:pt x="612" y="387"/>
                  </a:lnTo>
                  <a:lnTo>
                    <a:pt x="614" y="387"/>
                  </a:lnTo>
                  <a:lnTo>
                    <a:pt x="621" y="392"/>
                  </a:lnTo>
                  <a:lnTo>
                    <a:pt x="632" y="402"/>
                  </a:lnTo>
                  <a:lnTo>
                    <a:pt x="632" y="402"/>
                  </a:lnTo>
                  <a:lnTo>
                    <a:pt x="632" y="404"/>
                  </a:lnTo>
                  <a:lnTo>
                    <a:pt x="614" y="414"/>
                  </a:lnTo>
                  <a:lnTo>
                    <a:pt x="621" y="412"/>
                  </a:lnTo>
                  <a:lnTo>
                    <a:pt x="621" y="412"/>
                  </a:lnTo>
                  <a:lnTo>
                    <a:pt x="621" y="412"/>
                  </a:lnTo>
                  <a:lnTo>
                    <a:pt x="632" y="418"/>
                  </a:lnTo>
                  <a:lnTo>
                    <a:pt x="633" y="418"/>
                  </a:lnTo>
                  <a:lnTo>
                    <a:pt x="632" y="418"/>
                  </a:lnTo>
                  <a:lnTo>
                    <a:pt x="629" y="421"/>
                  </a:lnTo>
                  <a:lnTo>
                    <a:pt x="630" y="421"/>
                  </a:lnTo>
                  <a:lnTo>
                    <a:pt x="630" y="421"/>
                  </a:lnTo>
                  <a:lnTo>
                    <a:pt x="630" y="421"/>
                  </a:lnTo>
                  <a:lnTo>
                    <a:pt x="630" y="423"/>
                  </a:lnTo>
                  <a:lnTo>
                    <a:pt x="630" y="429"/>
                  </a:lnTo>
                  <a:lnTo>
                    <a:pt x="630" y="429"/>
                  </a:lnTo>
                  <a:lnTo>
                    <a:pt x="626" y="430"/>
                  </a:lnTo>
                  <a:lnTo>
                    <a:pt x="627" y="432"/>
                  </a:lnTo>
                  <a:lnTo>
                    <a:pt x="624" y="445"/>
                  </a:lnTo>
                  <a:lnTo>
                    <a:pt x="624" y="445"/>
                  </a:lnTo>
                  <a:lnTo>
                    <a:pt x="623" y="445"/>
                  </a:lnTo>
                  <a:lnTo>
                    <a:pt x="623" y="445"/>
                  </a:lnTo>
                  <a:lnTo>
                    <a:pt x="620" y="444"/>
                  </a:lnTo>
                  <a:lnTo>
                    <a:pt x="605" y="469"/>
                  </a:lnTo>
                  <a:lnTo>
                    <a:pt x="605" y="469"/>
                  </a:lnTo>
                  <a:lnTo>
                    <a:pt x="605" y="469"/>
                  </a:lnTo>
                  <a:lnTo>
                    <a:pt x="604" y="469"/>
                  </a:lnTo>
                  <a:lnTo>
                    <a:pt x="604" y="466"/>
                  </a:lnTo>
                  <a:lnTo>
                    <a:pt x="601" y="466"/>
                  </a:lnTo>
                  <a:lnTo>
                    <a:pt x="604" y="472"/>
                  </a:lnTo>
                  <a:lnTo>
                    <a:pt x="604" y="472"/>
                  </a:lnTo>
                  <a:lnTo>
                    <a:pt x="599" y="484"/>
                  </a:lnTo>
                  <a:lnTo>
                    <a:pt x="599" y="485"/>
                  </a:lnTo>
                  <a:lnTo>
                    <a:pt x="598" y="485"/>
                  </a:lnTo>
                  <a:lnTo>
                    <a:pt x="598" y="485"/>
                  </a:lnTo>
                  <a:lnTo>
                    <a:pt x="596" y="484"/>
                  </a:lnTo>
                  <a:lnTo>
                    <a:pt x="589" y="495"/>
                  </a:lnTo>
                  <a:lnTo>
                    <a:pt x="587" y="495"/>
                  </a:lnTo>
                  <a:lnTo>
                    <a:pt x="581" y="498"/>
                  </a:lnTo>
                  <a:lnTo>
                    <a:pt x="581" y="501"/>
                  </a:lnTo>
                  <a:lnTo>
                    <a:pt x="581" y="503"/>
                  </a:lnTo>
                  <a:lnTo>
                    <a:pt x="575" y="509"/>
                  </a:lnTo>
                  <a:lnTo>
                    <a:pt x="574" y="509"/>
                  </a:lnTo>
                  <a:lnTo>
                    <a:pt x="574" y="509"/>
                  </a:lnTo>
                  <a:lnTo>
                    <a:pt x="574" y="509"/>
                  </a:lnTo>
                  <a:lnTo>
                    <a:pt x="574" y="509"/>
                  </a:lnTo>
                  <a:lnTo>
                    <a:pt x="567" y="512"/>
                  </a:lnTo>
                  <a:lnTo>
                    <a:pt x="559" y="519"/>
                  </a:lnTo>
                  <a:lnTo>
                    <a:pt x="547" y="524"/>
                  </a:lnTo>
                  <a:lnTo>
                    <a:pt x="547" y="524"/>
                  </a:lnTo>
                  <a:lnTo>
                    <a:pt x="546" y="524"/>
                  </a:lnTo>
                  <a:lnTo>
                    <a:pt x="543" y="521"/>
                  </a:lnTo>
                  <a:lnTo>
                    <a:pt x="538" y="525"/>
                  </a:lnTo>
                  <a:lnTo>
                    <a:pt x="538" y="525"/>
                  </a:lnTo>
                  <a:lnTo>
                    <a:pt x="538" y="525"/>
                  </a:lnTo>
                  <a:lnTo>
                    <a:pt x="537" y="524"/>
                  </a:lnTo>
                  <a:lnTo>
                    <a:pt x="537" y="524"/>
                  </a:lnTo>
                  <a:lnTo>
                    <a:pt x="535" y="525"/>
                  </a:lnTo>
                  <a:lnTo>
                    <a:pt x="534" y="527"/>
                  </a:lnTo>
                  <a:lnTo>
                    <a:pt x="534" y="527"/>
                  </a:lnTo>
                  <a:lnTo>
                    <a:pt x="534" y="527"/>
                  </a:lnTo>
                  <a:lnTo>
                    <a:pt x="534" y="527"/>
                  </a:lnTo>
                  <a:lnTo>
                    <a:pt x="532" y="525"/>
                  </a:lnTo>
                  <a:lnTo>
                    <a:pt x="532" y="527"/>
                  </a:lnTo>
                  <a:lnTo>
                    <a:pt x="532" y="528"/>
                  </a:lnTo>
                  <a:lnTo>
                    <a:pt x="531" y="528"/>
                  </a:lnTo>
                  <a:lnTo>
                    <a:pt x="531" y="528"/>
                  </a:lnTo>
                  <a:lnTo>
                    <a:pt x="529" y="528"/>
                  </a:lnTo>
                  <a:lnTo>
                    <a:pt x="528" y="528"/>
                  </a:lnTo>
                  <a:lnTo>
                    <a:pt x="528" y="528"/>
                  </a:lnTo>
                  <a:lnTo>
                    <a:pt x="527" y="528"/>
                  </a:lnTo>
                  <a:lnTo>
                    <a:pt x="522" y="522"/>
                  </a:lnTo>
                  <a:lnTo>
                    <a:pt x="522" y="528"/>
                  </a:lnTo>
                  <a:lnTo>
                    <a:pt x="522" y="530"/>
                  </a:lnTo>
                  <a:lnTo>
                    <a:pt x="522" y="530"/>
                  </a:lnTo>
                  <a:lnTo>
                    <a:pt x="521" y="530"/>
                  </a:lnTo>
                  <a:lnTo>
                    <a:pt x="516" y="525"/>
                  </a:lnTo>
                  <a:lnTo>
                    <a:pt x="515" y="534"/>
                  </a:lnTo>
                  <a:lnTo>
                    <a:pt x="513" y="534"/>
                  </a:lnTo>
                  <a:lnTo>
                    <a:pt x="482" y="541"/>
                  </a:lnTo>
                  <a:lnTo>
                    <a:pt x="479" y="547"/>
                  </a:lnTo>
                  <a:lnTo>
                    <a:pt x="482" y="555"/>
                  </a:lnTo>
                  <a:lnTo>
                    <a:pt x="482" y="555"/>
                  </a:lnTo>
                  <a:lnTo>
                    <a:pt x="482" y="556"/>
                  </a:lnTo>
                  <a:lnTo>
                    <a:pt x="476" y="558"/>
                  </a:lnTo>
                  <a:lnTo>
                    <a:pt x="476" y="558"/>
                  </a:lnTo>
                  <a:lnTo>
                    <a:pt x="476" y="558"/>
                  </a:lnTo>
                  <a:lnTo>
                    <a:pt x="470" y="547"/>
                  </a:lnTo>
                  <a:lnTo>
                    <a:pt x="470" y="540"/>
                  </a:lnTo>
                  <a:lnTo>
                    <a:pt x="464" y="541"/>
                  </a:lnTo>
                  <a:lnTo>
                    <a:pt x="464" y="541"/>
                  </a:lnTo>
                  <a:lnTo>
                    <a:pt x="464" y="541"/>
                  </a:lnTo>
                  <a:lnTo>
                    <a:pt x="457" y="537"/>
                  </a:lnTo>
                  <a:lnTo>
                    <a:pt x="452" y="541"/>
                  </a:lnTo>
                  <a:lnTo>
                    <a:pt x="452" y="541"/>
                  </a:lnTo>
                  <a:lnTo>
                    <a:pt x="452" y="541"/>
                  </a:lnTo>
                  <a:lnTo>
                    <a:pt x="452" y="540"/>
                  </a:lnTo>
                  <a:lnTo>
                    <a:pt x="451" y="538"/>
                  </a:lnTo>
                  <a:lnTo>
                    <a:pt x="449" y="541"/>
                  </a:lnTo>
                  <a:lnTo>
                    <a:pt x="448" y="541"/>
                  </a:lnTo>
                  <a:lnTo>
                    <a:pt x="448" y="541"/>
                  </a:lnTo>
                  <a:lnTo>
                    <a:pt x="441" y="538"/>
                  </a:lnTo>
                  <a:lnTo>
                    <a:pt x="433" y="534"/>
                  </a:lnTo>
                  <a:lnTo>
                    <a:pt x="430" y="522"/>
                  </a:lnTo>
                  <a:lnTo>
                    <a:pt x="412" y="516"/>
                  </a:lnTo>
                  <a:lnTo>
                    <a:pt x="395" y="525"/>
                  </a:lnTo>
                  <a:lnTo>
                    <a:pt x="395" y="525"/>
                  </a:lnTo>
                  <a:lnTo>
                    <a:pt x="395" y="525"/>
                  </a:lnTo>
                  <a:lnTo>
                    <a:pt x="390" y="524"/>
                  </a:lnTo>
                  <a:lnTo>
                    <a:pt x="386" y="525"/>
                  </a:lnTo>
                  <a:lnTo>
                    <a:pt x="386" y="525"/>
                  </a:lnTo>
                  <a:lnTo>
                    <a:pt x="384" y="525"/>
                  </a:lnTo>
                  <a:lnTo>
                    <a:pt x="377" y="522"/>
                  </a:lnTo>
                  <a:lnTo>
                    <a:pt x="375" y="528"/>
                  </a:lnTo>
                  <a:lnTo>
                    <a:pt x="374" y="528"/>
                  </a:lnTo>
                  <a:lnTo>
                    <a:pt x="374" y="528"/>
                  </a:lnTo>
                  <a:lnTo>
                    <a:pt x="368" y="527"/>
                  </a:lnTo>
                  <a:lnTo>
                    <a:pt x="366" y="528"/>
                  </a:lnTo>
                  <a:lnTo>
                    <a:pt x="368" y="541"/>
                  </a:lnTo>
                  <a:lnTo>
                    <a:pt x="366" y="543"/>
                  </a:lnTo>
                  <a:lnTo>
                    <a:pt x="362" y="544"/>
                  </a:lnTo>
                  <a:lnTo>
                    <a:pt x="362" y="544"/>
                  </a:lnTo>
                  <a:lnTo>
                    <a:pt x="362" y="544"/>
                  </a:lnTo>
                  <a:lnTo>
                    <a:pt x="360" y="544"/>
                  </a:lnTo>
                  <a:lnTo>
                    <a:pt x="359" y="537"/>
                  </a:lnTo>
                  <a:lnTo>
                    <a:pt x="358" y="535"/>
                  </a:lnTo>
                  <a:lnTo>
                    <a:pt x="349" y="538"/>
                  </a:lnTo>
                  <a:lnTo>
                    <a:pt x="349" y="538"/>
                  </a:lnTo>
                  <a:lnTo>
                    <a:pt x="349" y="538"/>
                  </a:lnTo>
                  <a:lnTo>
                    <a:pt x="343" y="532"/>
                  </a:lnTo>
                  <a:lnTo>
                    <a:pt x="335" y="530"/>
                  </a:lnTo>
                  <a:lnTo>
                    <a:pt x="335" y="530"/>
                  </a:lnTo>
                  <a:lnTo>
                    <a:pt x="338" y="519"/>
                  </a:lnTo>
                  <a:lnTo>
                    <a:pt x="332" y="515"/>
                  </a:lnTo>
                  <a:lnTo>
                    <a:pt x="331" y="515"/>
                  </a:lnTo>
                  <a:lnTo>
                    <a:pt x="329" y="503"/>
                  </a:lnTo>
                  <a:lnTo>
                    <a:pt x="323" y="503"/>
                  </a:lnTo>
                  <a:lnTo>
                    <a:pt x="315" y="507"/>
                  </a:lnTo>
                  <a:lnTo>
                    <a:pt x="313" y="507"/>
                  </a:lnTo>
                  <a:lnTo>
                    <a:pt x="313" y="507"/>
                  </a:lnTo>
                  <a:lnTo>
                    <a:pt x="313" y="507"/>
                  </a:lnTo>
                  <a:lnTo>
                    <a:pt x="318" y="489"/>
                  </a:lnTo>
                  <a:lnTo>
                    <a:pt x="328" y="475"/>
                  </a:lnTo>
                  <a:lnTo>
                    <a:pt x="328" y="466"/>
                  </a:lnTo>
                  <a:lnTo>
                    <a:pt x="325" y="454"/>
                  </a:lnTo>
                  <a:lnTo>
                    <a:pt x="323" y="454"/>
                  </a:lnTo>
                  <a:lnTo>
                    <a:pt x="322" y="454"/>
                  </a:lnTo>
                  <a:lnTo>
                    <a:pt x="318" y="445"/>
                  </a:lnTo>
                  <a:lnTo>
                    <a:pt x="313" y="444"/>
                  </a:lnTo>
                  <a:lnTo>
                    <a:pt x="310" y="445"/>
                  </a:lnTo>
                  <a:lnTo>
                    <a:pt x="310" y="445"/>
                  </a:lnTo>
                  <a:lnTo>
                    <a:pt x="310" y="445"/>
                  </a:lnTo>
                  <a:lnTo>
                    <a:pt x="307" y="442"/>
                  </a:lnTo>
                  <a:lnTo>
                    <a:pt x="297" y="439"/>
                  </a:lnTo>
                  <a:lnTo>
                    <a:pt x="297" y="439"/>
                  </a:lnTo>
                  <a:lnTo>
                    <a:pt x="297" y="433"/>
                  </a:lnTo>
                  <a:lnTo>
                    <a:pt x="295" y="432"/>
                  </a:lnTo>
                  <a:lnTo>
                    <a:pt x="295" y="432"/>
                  </a:lnTo>
                  <a:lnTo>
                    <a:pt x="292" y="426"/>
                  </a:lnTo>
                  <a:lnTo>
                    <a:pt x="283" y="429"/>
                  </a:lnTo>
                  <a:lnTo>
                    <a:pt x="275" y="429"/>
                  </a:lnTo>
                  <a:lnTo>
                    <a:pt x="254" y="444"/>
                  </a:lnTo>
                  <a:lnTo>
                    <a:pt x="237" y="451"/>
                  </a:lnTo>
                  <a:lnTo>
                    <a:pt x="237" y="451"/>
                  </a:lnTo>
                  <a:lnTo>
                    <a:pt x="236" y="449"/>
                  </a:lnTo>
                  <a:lnTo>
                    <a:pt x="233" y="448"/>
                  </a:lnTo>
                  <a:lnTo>
                    <a:pt x="214" y="444"/>
                  </a:lnTo>
                  <a:lnTo>
                    <a:pt x="200" y="457"/>
                  </a:lnTo>
                  <a:lnTo>
                    <a:pt x="200" y="457"/>
                  </a:lnTo>
                  <a:lnTo>
                    <a:pt x="200" y="457"/>
                  </a:lnTo>
                  <a:lnTo>
                    <a:pt x="197" y="455"/>
                  </a:lnTo>
                  <a:lnTo>
                    <a:pt x="197" y="455"/>
                  </a:lnTo>
                  <a:lnTo>
                    <a:pt x="197" y="447"/>
                  </a:lnTo>
                  <a:lnTo>
                    <a:pt x="190" y="449"/>
                  </a:lnTo>
                  <a:lnTo>
                    <a:pt x="180" y="451"/>
                  </a:lnTo>
                  <a:lnTo>
                    <a:pt x="171" y="448"/>
                  </a:lnTo>
                  <a:lnTo>
                    <a:pt x="169" y="448"/>
                  </a:lnTo>
                  <a:lnTo>
                    <a:pt x="168" y="448"/>
                  </a:lnTo>
                  <a:lnTo>
                    <a:pt x="165" y="448"/>
                  </a:lnTo>
                  <a:lnTo>
                    <a:pt x="162" y="449"/>
                  </a:lnTo>
                  <a:lnTo>
                    <a:pt x="162" y="449"/>
                  </a:lnTo>
                  <a:lnTo>
                    <a:pt x="160" y="449"/>
                  </a:lnTo>
                  <a:lnTo>
                    <a:pt x="157" y="445"/>
                  </a:lnTo>
                  <a:lnTo>
                    <a:pt x="150" y="442"/>
                  </a:lnTo>
                  <a:lnTo>
                    <a:pt x="150" y="442"/>
                  </a:lnTo>
                  <a:lnTo>
                    <a:pt x="150" y="438"/>
                  </a:lnTo>
                  <a:lnTo>
                    <a:pt x="138" y="436"/>
                  </a:lnTo>
                  <a:lnTo>
                    <a:pt x="137" y="435"/>
                  </a:lnTo>
                  <a:lnTo>
                    <a:pt x="138" y="429"/>
                  </a:lnTo>
                  <a:lnTo>
                    <a:pt x="131" y="432"/>
                  </a:lnTo>
                  <a:lnTo>
                    <a:pt x="131" y="432"/>
                  </a:lnTo>
                  <a:lnTo>
                    <a:pt x="129" y="432"/>
                  </a:lnTo>
                  <a:lnTo>
                    <a:pt x="125" y="423"/>
                  </a:lnTo>
                  <a:lnTo>
                    <a:pt x="114" y="415"/>
                  </a:lnTo>
                  <a:lnTo>
                    <a:pt x="103" y="414"/>
                  </a:lnTo>
                  <a:lnTo>
                    <a:pt x="101" y="417"/>
                  </a:lnTo>
                  <a:lnTo>
                    <a:pt x="101" y="417"/>
                  </a:lnTo>
                  <a:lnTo>
                    <a:pt x="101" y="417"/>
                  </a:lnTo>
                  <a:lnTo>
                    <a:pt x="101" y="417"/>
                  </a:lnTo>
                  <a:lnTo>
                    <a:pt x="97" y="414"/>
                  </a:lnTo>
                  <a:lnTo>
                    <a:pt x="77" y="402"/>
                  </a:lnTo>
                  <a:lnTo>
                    <a:pt x="76" y="402"/>
                  </a:lnTo>
                  <a:lnTo>
                    <a:pt x="74" y="402"/>
                  </a:lnTo>
                  <a:lnTo>
                    <a:pt x="71" y="402"/>
                  </a:lnTo>
                  <a:lnTo>
                    <a:pt x="70" y="402"/>
                  </a:lnTo>
                  <a:lnTo>
                    <a:pt x="70" y="402"/>
                  </a:lnTo>
                  <a:lnTo>
                    <a:pt x="67" y="396"/>
                  </a:lnTo>
                  <a:lnTo>
                    <a:pt x="67" y="387"/>
                  </a:lnTo>
                  <a:lnTo>
                    <a:pt x="63" y="378"/>
                  </a:lnTo>
                  <a:lnTo>
                    <a:pt x="64" y="378"/>
                  </a:lnTo>
                  <a:lnTo>
                    <a:pt x="67" y="375"/>
                  </a:lnTo>
                  <a:lnTo>
                    <a:pt x="67" y="375"/>
                  </a:lnTo>
                  <a:lnTo>
                    <a:pt x="67" y="375"/>
                  </a:lnTo>
                  <a:lnTo>
                    <a:pt x="68" y="375"/>
                  </a:lnTo>
                  <a:lnTo>
                    <a:pt x="71" y="380"/>
                  </a:lnTo>
                  <a:lnTo>
                    <a:pt x="77" y="375"/>
                  </a:lnTo>
                  <a:lnTo>
                    <a:pt x="76" y="369"/>
                  </a:lnTo>
                  <a:lnTo>
                    <a:pt x="70" y="366"/>
                  </a:lnTo>
                  <a:lnTo>
                    <a:pt x="70" y="365"/>
                  </a:lnTo>
                  <a:lnTo>
                    <a:pt x="68" y="356"/>
                  </a:lnTo>
                  <a:lnTo>
                    <a:pt x="70" y="355"/>
                  </a:lnTo>
                  <a:lnTo>
                    <a:pt x="77" y="353"/>
                  </a:lnTo>
                  <a:lnTo>
                    <a:pt x="77" y="349"/>
                  </a:lnTo>
                  <a:lnTo>
                    <a:pt x="77" y="349"/>
                  </a:lnTo>
                  <a:lnTo>
                    <a:pt x="83" y="343"/>
                  </a:lnTo>
                  <a:lnTo>
                    <a:pt x="88" y="332"/>
                  </a:lnTo>
                  <a:lnTo>
                    <a:pt x="85" y="334"/>
                  </a:lnTo>
                  <a:lnTo>
                    <a:pt x="85" y="334"/>
                  </a:lnTo>
                  <a:lnTo>
                    <a:pt x="85" y="334"/>
                  </a:lnTo>
                  <a:lnTo>
                    <a:pt x="83" y="334"/>
                  </a:lnTo>
                  <a:lnTo>
                    <a:pt x="83" y="331"/>
                  </a:lnTo>
                  <a:lnTo>
                    <a:pt x="74" y="325"/>
                  </a:lnTo>
                  <a:lnTo>
                    <a:pt x="54" y="332"/>
                  </a:lnTo>
                  <a:lnTo>
                    <a:pt x="52" y="334"/>
                  </a:lnTo>
                  <a:lnTo>
                    <a:pt x="52" y="332"/>
                  </a:lnTo>
                  <a:lnTo>
                    <a:pt x="42" y="329"/>
                  </a:lnTo>
                  <a:lnTo>
                    <a:pt x="39" y="326"/>
                  </a:lnTo>
                  <a:lnTo>
                    <a:pt x="37" y="326"/>
                  </a:lnTo>
                  <a:lnTo>
                    <a:pt x="36" y="326"/>
                  </a:lnTo>
                  <a:lnTo>
                    <a:pt x="34" y="326"/>
                  </a:lnTo>
                  <a:lnTo>
                    <a:pt x="34" y="326"/>
                  </a:lnTo>
                  <a:lnTo>
                    <a:pt x="33" y="326"/>
                  </a:lnTo>
                  <a:lnTo>
                    <a:pt x="30" y="323"/>
                  </a:lnTo>
                  <a:lnTo>
                    <a:pt x="30" y="322"/>
                  </a:lnTo>
                  <a:lnTo>
                    <a:pt x="31" y="316"/>
                  </a:lnTo>
                  <a:lnTo>
                    <a:pt x="28" y="313"/>
                  </a:lnTo>
                  <a:lnTo>
                    <a:pt x="24" y="313"/>
                  </a:lnTo>
                  <a:lnTo>
                    <a:pt x="24" y="313"/>
                  </a:lnTo>
                  <a:lnTo>
                    <a:pt x="23" y="309"/>
                  </a:lnTo>
                  <a:lnTo>
                    <a:pt x="14" y="307"/>
                  </a:lnTo>
                  <a:lnTo>
                    <a:pt x="11" y="306"/>
                  </a:lnTo>
                  <a:lnTo>
                    <a:pt x="11" y="306"/>
                  </a:lnTo>
                  <a:lnTo>
                    <a:pt x="11" y="304"/>
                  </a:lnTo>
                  <a:lnTo>
                    <a:pt x="15" y="303"/>
                  </a:lnTo>
                  <a:lnTo>
                    <a:pt x="18" y="303"/>
                  </a:lnTo>
                  <a:lnTo>
                    <a:pt x="15" y="283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1" y="283"/>
                  </a:lnTo>
                  <a:lnTo>
                    <a:pt x="8" y="283"/>
                  </a:lnTo>
                  <a:lnTo>
                    <a:pt x="6" y="283"/>
                  </a:lnTo>
                  <a:lnTo>
                    <a:pt x="5" y="283"/>
                  </a:lnTo>
                  <a:lnTo>
                    <a:pt x="5" y="283"/>
                  </a:lnTo>
                  <a:lnTo>
                    <a:pt x="0" y="277"/>
                  </a:lnTo>
                  <a:lnTo>
                    <a:pt x="0" y="276"/>
                  </a:lnTo>
                  <a:lnTo>
                    <a:pt x="3" y="264"/>
                  </a:lnTo>
                  <a:lnTo>
                    <a:pt x="5" y="257"/>
                  </a:lnTo>
                  <a:lnTo>
                    <a:pt x="5" y="257"/>
                  </a:lnTo>
                  <a:lnTo>
                    <a:pt x="15" y="252"/>
                  </a:lnTo>
                  <a:lnTo>
                    <a:pt x="17" y="248"/>
                  </a:lnTo>
                  <a:lnTo>
                    <a:pt x="18" y="248"/>
                  </a:lnTo>
                  <a:lnTo>
                    <a:pt x="18" y="248"/>
                  </a:lnTo>
                  <a:lnTo>
                    <a:pt x="21" y="249"/>
                  </a:lnTo>
                  <a:lnTo>
                    <a:pt x="24" y="249"/>
                  </a:lnTo>
                  <a:lnTo>
                    <a:pt x="28" y="249"/>
                  </a:lnTo>
                  <a:lnTo>
                    <a:pt x="31" y="249"/>
                  </a:lnTo>
                  <a:lnTo>
                    <a:pt x="34" y="249"/>
                  </a:lnTo>
                  <a:lnTo>
                    <a:pt x="36" y="251"/>
                  </a:lnTo>
                  <a:lnTo>
                    <a:pt x="43" y="242"/>
                  </a:lnTo>
                  <a:lnTo>
                    <a:pt x="60" y="239"/>
                  </a:lnTo>
                  <a:lnTo>
                    <a:pt x="66" y="232"/>
                  </a:lnTo>
                  <a:lnTo>
                    <a:pt x="85" y="223"/>
                  </a:lnTo>
                  <a:lnTo>
                    <a:pt x="88" y="215"/>
                  </a:lnTo>
                  <a:lnTo>
                    <a:pt x="92" y="199"/>
                  </a:lnTo>
                  <a:lnTo>
                    <a:pt x="86" y="177"/>
                  </a:lnTo>
                  <a:lnTo>
                    <a:pt x="82" y="172"/>
                  </a:lnTo>
                  <a:lnTo>
                    <a:pt x="82" y="171"/>
                  </a:lnTo>
                  <a:lnTo>
                    <a:pt x="83" y="171"/>
                  </a:lnTo>
                  <a:lnTo>
                    <a:pt x="113" y="163"/>
                  </a:lnTo>
                  <a:lnTo>
                    <a:pt x="113" y="151"/>
                  </a:lnTo>
                  <a:lnTo>
                    <a:pt x="122" y="128"/>
                  </a:lnTo>
                  <a:lnTo>
                    <a:pt x="123" y="128"/>
                  </a:lnTo>
                  <a:lnTo>
                    <a:pt x="123" y="128"/>
                  </a:lnTo>
                  <a:lnTo>
                    <a:pt x="126" y="128"/>
                  </a:lnTo>
                  <a:lnTo>
                    <a:pt x="131" y="128"/>
                  </a:lnTo>
                  <a:lnTo>
                    <a:pt x="135" y="129"/>
                  </a:lnTo>
                  <a:lnTo>
                    <a:pt x="140" y="129"/>
                  </a:lnTo>
                  <a:lnTo>
                    <a:pt x="143" y="129"/>
                  </a:lnTo>
                  <a:lnTo>
                    <a:pt x="144" y="129"/>
                  </a:lnTo>
                  <a:lnTo>
                    <a:pt x="147" y="134"/>
                  </a:lnTo>
                  <a:lnTo>
                    <a:pt x="156" y="129"/>
                  </a:lnTo>
                  <a:lnTo>
                    <a:pt x="156" y="116"/>
                  </a:lnTo>
                  <a:lnTo>
                    <a:pt x="159" y="104"/>
                  </a:lnTo>
                  <a:lnTo>
                    <a:pt x="160" y="104"/>
                  </a:lnTo>
                  <a:lnTo>
                    <a:pt x="169" y="103"/>
                  </a:lnTo>
                  <a:lnTo>
                    <a:pt x="174" y="94"/>
                  </a:lnTo>
                  <a:lnTo>
                    <a:pt x="175" y="94"/>
                  </a:lnTo>
                  <a:lnTo>
                    <a:pt x="175" y="94"/>
                  </a:lnTo>
                  <a:lnTo>
                    <a:pt x="180" y="95"/>
                  </a:lnTo>
                  <a:lnTo>
                    <a:pt x="184" y="92"/>
                  </a:lnTo>
                  <a:lnTo>
                    <a:pt x="186" y="92"/>
                  </a:lnTo>
                  <a:lnTo>
                    <a:pt x="186" y="92"/>
                  </a:lnTo>
                  <a:lnTo>
                    <a:pt x="186" y="94"/>
                  </a:lnTo>
                  <a:lnTo>
                    <a:pt x="190" y="103"/>
                  </a:lnTo>
                  <a:lnTo>
                    <a:pt x="199" y="113"/>
                  </a:lnTo>
                  <a:lnTo>
                    <a:pt x="215" y="116"/>
                  </a:lnTo>
                  <a:lnTo>
                    <a:pt x="217" y="116"/>
                  </a:lnTo>
                  <a:lnTo>
                    <a:pt x="218" y="120"/>
                  </a:lnTo>
                  <a:lnTo>
                    <a:pt x="224" y="140"/>
                  </a:lnTo>
                  <a:lnTo>
                    <a:pt x="226" y="156"/>
                  </a:lnTo>
                  <a:lnTo>
                    <a:pt x="224" y="162"/>
                  </a:lnTo>
                  <a:lnTo>
                    <a:pt x="245" y="169"/>
                  </a:lnTo>
                  <a:lnTo>
                    <a:pt x="252" y="168"/>
                  </a:lnTo>
                  <a:lnTo>
                    <a:pt x="283" y="181"/>
                  </a:lnTo>
                  <a:lnTo>
                    <a:pt x="294" y="197"/>
                  </a:lnTo>
                  <a:lnTo>
                    <a:pt x="307" y="209"/>
                  </a:lnTo>
                  <a:lnTo>
                    <a:pt x="355" y="208"/>
                  </a:lnTo>
                  <a:lnTo>
                    <a:pt x="377" y="220"/>
                  </a:lnTo>
                  <a:lnTo>
                    <a:pt x="408" y="229"/>
                  </a:lnTo>
                  <a:lnTo>
                    <a:pt x="445" y="215"/>
                  </a:lnTo>
                  <a:lnTo>
                    <a:pt x="461" y="215"/>
                  </a:lnTo>
                  <a:lnTo>
                    <a:pt x="476" y="212"/>
                  </a:lnTo>
                  <a:lnTo>
                    <a:pt x="500" y="191"/>
                  </a:lnTo>
                  <a:lnTo>
                    <a:pt x="494" y="183"/>
                  </a:lnTo>
                  <a:lnTo>
                    <a:pt x="494" y="181"/>
                  </a:lnTo>
                  <a:lnTo>
                    <a:pt x="500" y="169"/>
                  </a:lnTo>
                  <a:lnTo>
                    <a:pt x="501" y="169"/>
                  </a:lnTo>
                  <a:lnTo>
                    <a:pt x="506" y="166"/>
                  </a:lnTo>
                  <a:lnTo>
                    <a:pt x="506" y="166"/>
                  </a:lnTo>
                  <a:lnTo>
                    <a:pt x="506" y="166"/>
                  </a:lnTo>
                  <a:lnTo>
                    <a:pt x="521" y="172"/>
                  </a:lnTo>
                  <a:lnTo>
                    <a:pt x="537" y="159"/>
                  </a:lnTo>
                  <a:lnTo>
                    <a:pt x="549" y="156"/>
                  </a:lnTo>
                  <a:lnTo>
                    <a:pt x="564" y="140"/>
                  </a:lnTo>
                  <a:lnTo>
                    <a:pt x="565" y="140"/>
                  </a:lnTo>
                  <a:lnTo>
                    <a:pt x="598" y="137"/>
                  </a:lnTo>
                  <a:lnTo>
                    <a:pt x="595" y="132"/>
                  </a:lnTo>
                  <a:lnTo>
                    <a:pt x="593" y="123"/>
                  </a:lnTo>
                  <a:lnTo>
                    <a:pt x="583" y="111"/>
                  </a:lnTo>
                  <a:lnTo>
                    <a:pt x="567" y="122"/>
                  </a:lnTo>
                  <a:lnTo>
                    <a:pt x="549" y="119"/>
                  </a:lnTo>
                  <a:lnTo>
                    <a:pt x="549" y="119"/>
                  </a:lnTo>
                  <a:lnTo>
                    <a:pt x="547" y="111"/>
                  </a:lnTo>
                  <a:lnTo>
                    <a:pt x="547" y="89"/>
                  </a:lnTo>
                  <a:lnTo>
                    <a:pt x="558" y="73"/>
                  </a:lnTo>
                  <a:lnTo>
                    <a:pt x="559" y="73"/>
                  </a:lnTo>
                  <a:lnTo>
                    <a:pt x="559" y="73"/>
                  </a:lnTo>
                  <a:lnTo>
                    <a:pt x="578" y="80"/>
                  </a:lnTo>
                  <a:lnTo>
                    <a:pt x="595" y="70"/>
                  </a:lnTo>
                  <a:lnTo>
                    <a:pt x="596" y="64"/>
                  </a:lnTo>
                  <a:lnTo>
                    <a:pt x="604" y="40"/>
                  </a:lnTo>
                  <a:lnTo>
                    <a:pt x="614" y="31"/>
                  </a:lnTo>
                  <a:lnTo>
                    <a:pt x="614" y="22"/>
                  </a:lnTo>
                  <a:lnTo>
                    <a:pt x="605" y="22"/>
                  </a:lnTo>
                  <a:lnTo>
                    <a:pt x="605" y="22"/>
                  </a:lnTo>
                  <a:lnTo>
                    <a:pt x="605" y="21"/>
                  </a:lnTo>
                  <a:lnTo>
                    <a:pt x="607" y="18"/>
                  </a:lnTo>
                  <a:lnTo>
                    <a:pt x="617" y="5"/>
                  </a:lnTo>
                  <a:lnTo>
                    <a:pt x="621" y="5"/>
                  </a:lnTo>
                  <a:lnTo>
                    <a:pt x="630" y="3"/>
                  </a:lnTo>
                  <a:lnTo>
                    <a:pt x="641" y="2"/>
                  </a:lnTo>
                  <a:lnTo>
                    <a:pt x="650" y="0"/>
                  </a:lnTo>
                  <a:lnTo>
                    <a:pt x="65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</p:grpSp>
      <p:sp>
        <p:nvSpPr>
          <p:cNvPr id="765" name="TAIWAN">
            <a:extLst>
              <a:ext uri="{FF2B5EF4-FFF2-40B4-BE49-F238E27FC236}">
                <a16:creationId xmlns:a16="http://schemas.microsoft.com/office/drawing/2014/main" id="{8C842F8C-7DB5-F1F5-642A-848D0D501DF5}"/>
              </a:ext>
            </a:extLst>
          </p:cNvPr>
          <p:cNvSpPr>
            <a:spLocks/>
          </p:cNvSpPr>
          <p:nvPr/>
        </p:nvSpPr>
        <p:spPr bwMode="auto">
          <a:xfrm>
            <a:off x="9200093" y="3848006"/>
            <a:ext cx="50330" cy="102851"/>
          </a:xfrm>
          <a:custGeom>
            <a:avLst/>
            <a:gdLst>
              <a:gd name="T0" fmla="*/ 17 w 23"/>
              <a:gd name="T1" fmla="*/ 0 h 47"/>
              <a:gd name="T2" fmla="*/ 17 w 23"/>
              <a:gd name="T3" fmla="*/ 0 h 47"/>
              <a:gd name="T4" fmla="*/ 23 w 23"/>
              <a:gd name="T5" fmla="*/ 1 h 47"/>
              <a:gd name="T6" fmla="*/ 23 w 23"/>
              <a:gd name="T7" fmla="*/ 2 h 47"/>
              <a:gd name="T8" fmla="*/ 23 w 23"/>
              <a:gd name="T9" fmla="*/ 8 h 47"/>
              <a:gd name="T10" fmla="*/ 10 w 23"/>
              <a:gd name="T11" fmla="*/ 47 h 47"/>
              <a:gd name="T12" fmla="*/ 10 w 23"/>
              <a:gd name="T13" fmla="*/ 47 h 47"/>
              <a:gd name="T14" fmla="*/ 10 w 23"/>
              <a:gd name="T15" fmla="*/ 47 h 47"/>
              <a:gd name="T16" fmla="*/ 8 w 23"/>
              <a:gd name="T17" fmla="*/ 47 h 47"/>
              <a:gd name="T18" fmla="*/ 1 w 23"/>
              <a:gd name="T19" fmla="*/ 35 h 47"/>
              <a:gd name="T20" fmla="*/ 0 w 23"/>
              <a:gd name="T21" fmla="*/ 23 h 47"/>
              <a:gd name="T22" fmla="*/ 10 w 23"/>
              <a:gd name="T23" fmla="*/ 2 h 47"/>
              <a:gd name="T24" fmla="*/ 11 w 23"/>
              <a:gd name="T25" fmla="*/ 1 h 47"/>
              <a:gd name="T26" fmla="*/ 17 w 23"/>
              <a:gd name="T27" fmla="*/ 0 h 47"/>
              <a:gd name="T28" fmla="*/ 17 w 23"/>
              <a:gd name="T29" fmla="*/ 0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3" h="47">
                <a:moveTo>
                  <a:pt x="17" y="0"/>
                </a:moveTo>
                <a:lnTo>
                  <a:pt x="17" y="0"/>
                </a:lnTo>
                <a:lnTo>
                  <a:pt x="23" y="1"/>
                </a:lnTo>
                <a:lnTo>
                  <a:pt x="23" y="2"/>
                </a:lnTo>
                <a:lnTo>
                  <a:pt x="23" y="8"/>
                </a:lnTo>
                <a:lnTo>
                  <a:pt x="10" y="47"/>
                </a:lnTo>
                <a:lnTo>
                  <a:pt x="10" y="47"/>
                </a:lnTo>
                <a:lnTo>
                  <a:pt x="10" y="47"/>
                </a:lnTo>
                <a:lnTo>
                  <a:pt x="8" y="47"/>
                </a:lnTo>
                <a:lnTo>
                  <a:pt x="1" y="35"/>
                </a:lnTo>
                <a:lnTo>
                  <a:pt x="0" y="23"/>
                </a:lnTo>
                <a:lnTo>
                  <a:pt x="10" y="2"/>
                </a:lnTo>
                <a:lnTo>
                  <a:pt x="11" y="1"/>
                </a:lnTo>
                <a:lnTo>
                  <a:pt x="17" y="0"/>
                </a:lnTo>
                <a:lnTo>
                  <a:pt x="17" y="0"/>
                </a:lnTo>
                <a:close/>
              </a:path>
            </a:pathLst>
          </a:custGeom>
          <a:solidFill>
            <a:srgbClr val="7D22C3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grpSp>
        <p:nvGrpSpPr>
          <p:cNvPr id="766" name="JAPAN">
            <a:extLst>
              <a:ext uri="{FF2B5EF4-FFF2-40B4-BE49-F238E27FC236}">
                <a16:creationId xmlns:a16="http://schemas.microsoft.com/office/drawing/2014/main" id="{4065A73E-DFDD-0619-14E8-B2046A995171}"/>
              </a:ext>
            </a:extLst>
          </p:cNvPr>
          <p:cNvGrpSpPr/>
          <p:nvPr userDrawn="1"/>
        </p:nvGrpSpPr>
        <p:grpSpPr>
          <a:xfrm>
            <a:off x="9475819" y="3130248"/>
            <a:ext cx="551450" cy="531755"/>
            <a:chOff x="9275183" y="3308651"/>
            <a:chExt cx="518714" cy="500188"/>
          </a:xfrm>
          <a:solidFill>
            <a:srgbClr val="7D22C3"/>
          </a:solidFill>
        </p:grpSpPr>
        <p:sp>
          <p:nvSpPr>
            <p:cNvPr id="969" name="Freeform 1181">
              <a:extLst>
                <a:ext uri="{FF2B5EF4-FFF2-40B4-BE49-F238E27FC236}">
                  <a16:creationId xmlns:a16="http://schemas.microsoft.com/office/drawing/2014/main" id="{61D46D5D-4145-9457-0465-481914EDB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9210" y="3351876"/>
              <a:ext cx="22643" cy="26760"/>
            </a:xfrm>
            <a:custGeom>
              <a:avLst/>
              <a:gdLst>
                <a:gd name="T0" fmla="*/ 10 w 11"/>
                <a:gd name="T1" fmla="*/ 0 h 13"/>
                <a:gd name="T2" fmla="*/ 11 w 11"/>
                <a:gd name="T3" fmla="*/ 3 h 13"/>
                <a:gd name="T4" fmla="*/ 1 w 11"/>
                <a:gd name="T5" fmla="*/ 13 h 13"/>
                <a:gd name="T6" fmla="*/ 0 w 11"/>
                <a:gd name="T7" fmla="*/ 10 h 13"/>
                <a:gd name="T8" fmla="*/ 10 w 11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3">
                  <a:moveTo>
                    <a:pt x="10" y="0"/>
                  </a:moveTo>
                  <a:lnTo>
                    <a:pt x="11" y="3"/>
                  </a:lnTo>
                  <a:lnTo>
                    <a:pt x="1" y="13"/>
                  </a:lnTo>
                  <a:lnTo>
                    <a:pt x="0" y="1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grpSp>
          <p:nvGrpSpPr>
            <p:cNvPr id="970" name="JAPAN">
              <a:extLst>
                <a:ext uri="{FF2B5EF4-FFF2-40B4-BE49-F238E27FC236}">
                  <a16:creationId xmlns:a16="http://schemas.microsoft.com/office/drawing/2014/main" id="{B509DD28-F37B-99AC-357D-C71302A5855B}"/>
                </a:ext>
              </a:extLst>
            </p:cNvPr>
            <p:cNvGrpSpPr/>
            <p:nvPr userDrawn="1"/>
          </p:nvGrpSpPr>
          <p:grpSpPr>
            <a:xfrm>
              <a:off x="9275183" y="3308651"/>
              <a:ext cx="518714" cy="500188"/>
              <a:chOff x="9275183" y="3308651"/>
              <a:chExt cx="518714" cy="500188"/>
            </a:xfrm>
            <a:grpFill/>
          </p:grpSpPr>
          <p:sp>
            <p:nvSpPr>
              <p:cNvPr id="971" name="Freeform 1175">
                <a:extLst>
                  <a:ext uri="{FF2B5EF4-FFF2-40B4-BE49-F238E27FC236}">
                    <a16:creationId xmlns:a16="http://schemas.microsoft.com/office/drawing/2014/main" id="{6C1CCD7B-AFE3-38F7-ACCF-D4E8402708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40379" y="3308651"/>
                <a:ext cx="53518" cy="43226"/>
              </a:xfrm>
              <a:custGeom>
                <a:avLst/>
                <a:gdLst>
                  <a:gd name="T0" fmla="*/ 24 w 26"/>
                  <a:gd name="T1" fmla="*/ 0 h 21"/>
                  <a:gd name="T2" fmla="*/ 26 w 26"/>
                  <a:gd name="T3" fmla="*/ 3 h 21"/>
                  <a:gd name="T4" fmla="*/ 0 w 26"/>
                  <a:gd name="T5" fmla="*/ 21 h 21"/>
                  <a:gd name="T6" fmla="*/ 12 w 26"/>
                  <a:gd name="T7" fmla="*/ 4 h 21"/>
                  <a:gd name="T8" fmla="*/ 17 w 26"/>
                  <a:gd name="T9" fmla="*/ 6 h 21"/>
                  <a:gd name="T10" fmla="*/ 24 w 26"/>
                  <a:gd name="T11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21">
                    <a:moveTo>
                      <a:pt x="24" y="0"/>
                    </a:moveTo>
                    <a:lnTo>
                      <a:pt x="26" y="3"/>
                    </a:lnTo>
                    <a:lnTo>
                      <a:pt x="0" y="21"/>
                    </a:lnTo>
                    <a:lnTo>
                      <a:pt x="12" y="4"/>
                    </a:lnTo>
                    <a:lnTo>
                      <a:pt x="17" y="6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72" name="Freeform 1642">
                <a:extLst>
                  <a:ext uri="{FF2B5EF4-FFF2-40B4-BE49-F238E27FC236}">
                    <a16:creationId xmlns:a16="http://schemas.microsoft.com/office/drawing/2014/main" id="{2F8A3E55-E4E9-4E9C-2448-A9CBB5E154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08979" y="3693570"/>
                <a:ext cx="12349" cy="14409"/>
              </a:xfrm>
              <a:custGeom>
                <a:avLst/>
                <a:gdLst>
                  <a:gd name="T0" fmla="*/ 4 w 6"/>
                  <a:gd name="T1" fmla="*/ 0 h 7"/>
                  <a:gd name="T2" fmla="*/ 6 w 6"/>
                  <a:gd name="T3" fmla="*/ 0 h 7"/>
                  <a:gd name="T4" fmla="*/ 6 w 6"/>
                  <a:gd name="T5" fmla="*/ 0 h 7"/>
                  <a:gd name="T6" fmla="*/ 4 w 6"/>
                  <a:gd name="T7" fmla="*/ 6 h 7"/>
                  <a:gd name="T8" fmla="*/ 4 w 6"/>
                  <a:gd name="T9" fmla="*/ 6 h 7"/>
                  <a:gd name="T10" fmla="*/ 3 w 6"/>
                  <a:gd name="T11" fmla="*/ 7 h 7"/>
                  <a:gd name="T12" fmla="*/ 1 w 6"/>
                  <a:gd name="T13" fmla="*/ 7 h 7"/>
                  <a:gd name="T14" fmla="*/ 1 w 6"/>
                  <a:gd name="T15" fmla="*/ 7 h 7"/>
                  <a:gd name="T16" fmla="*/ 0 w 6"/>
                  <a:gd name="T17" fmla="*/ 7 h 7"/>
                  <a:gd name="T18" fmla="*/ 0 w 6"/>
                  <a:gd name="T19" fmla="*/ 6 h 7"/>
                  <a:gd name="T20" fmla="*/ 4 w 6"/>
                  <a:gd name="T21" fmla="*/ 0 h 7"/>
                  <a:gd name="T22" fmla="*/ 4 w 6"/>
                  <a:gd name="T2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7">
                    <a:moveTo>
                      <a:pt x="4" y="0"/>
                    </a:moveTo>
                    <a:lnTo>
                      <a:pt x="6" y="0"/>
                    </a:lnTo>
                    <a:lnTo>
                      <a:pt x="6" y="0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73" name="Freeform 1628">
                <a:extLst>
                  <a:ext uri="{FF2B5EF4-FFF2-40B4-BE49-F238E27FC236}">
                    <a16:creationId xmlns:a16="http://schemas.microsoft.com/office/drawing/2014/main" id="{808A70E2-5A0C-EE8A-D950-C1AA406C99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44832" y="3310709"/>
                <a:ext cx="166730" cy="152321"/>
              </a:xfrm>
              <a:custGeom>
                <a:avLst/>
                <a:gdLst>
                  <a:gd name="T0" fmla="*/ 29 w 81"/>
                  <a:gd name="T1" fmla="*/ 0 h 74"/>
                  <a:gd name="T2" fmla="*/ 29 w 81"/>
                  <a:gd name="T3" fmla="*/ 0 h 74"/>
                  <a:gd name="T4" fmla="*/ 29 w 81"/>
                  <a:gd name="T5" fmla="*/ 0 h 74"/>
                  <a:gd name="T6" fmla="*/ 49 w 81"/>
                  <a:gd name="T7" fmla="*/ 23 h 74"/>
                  <a:gd name="T8" fmla="*/ 64 w 81"/>
                  <a:gd name="T9" fmla="*/ 29 h 74"/>
                  <a:gd name="T10" fmla="*/ 69 w 81"/>
                  <a:gd name="T11" fmla="*/ 26 h 74"/>
                  <a:gd name="T12" fmla="*/ 75 w 81"/>
                  <a:gd name="T13" fmla="*/ 23 h 74"/>
                  <a:gd name="T14" fmla="*/ 75 w 81"/>
                  <a:gd name="T15" fmla="*/ 23 h 74"/>
                  <a:gd name="T16" fmla="*/ 75 w 81"/>
                  <a:gd name="T17" fmla="*/ 23 h 74"/>
                  <a:gd name="T18" fmla="*/ 75 w 81"/>
                  <a:gd name="T19" fmla="*/ 24 h 74"/>
                  <a:gd name="T20" fmla="*/ 72 w 81"/>
                  <a:gd name="T21" fmla="*/ 31 h 74"/>
                  <a:gd name="T22" fmla="*/ 75 w 81"/>
                  <a:gd name="T23" fmla="*/ 39 h 74"/>
                  <a:gd name="T24" fmla="*/ 76 w 81"/>
                  <a:gd name="T25" fmla="*/ 39 h 74"/>
                  <a:gd name="T26" fmla="*/ 78 w 81"/>
                  <a:gd name="T27" fmla="*/ 37 h 74"/>
                  <a:gd name="T28" fmla="*/ 79 w 81"/>
                  <a:gd name="T29" fmla="*/ 37 h 74"/>
                  <a:gd name="T30" fmla="*/ 81 w 81"/>
                  <a:gd name="T31" fmla="*/ 37 h 74"/>
                  <a:gd name="T32" fmla="*/ 81 w 81"/>
                  <a:gd name="T33" fmla="*/ 37 h 74"/>
                  <a:gd name="T34" fmla="*/ 81 w 81"/>
                  <a:gd name="T35" fmla="*/ 39 h 74"/>
                  <a:gd name="T36" fmla="*/ 79 w 81"/>
                  <a:gd name="T37" fmla="*/ 40 h 74"/>
                  <a:gd name="T38" fmla="*/ 55 w 81"/>
                  <a:gd name="T39" fmla="*/ 49 h 74"/>
                  <a:gd name="T40" fmla="*/ 46 w 81"/>
                  <a:gd name="T41" fmla="*/ 64 h 74"/>
                  <a:gd name="T42" fmla="*/ 46 w 81"/>
                  <a:gd name="T43" fmla="*/ 66 h 74"/>
                  <a:gd name="T44" fmla="*/ 46 w 81"/>
                  <a:gd name="T45" fmla="*/ 66 h 74"/>
                  <a:gd name="T46" fmla="*/ 46 w 81"/>
                  <a:gd name="T47" fmla="*/ 66 h 74"/>
                  <a:gd name="T48" fmla="*/ 29 w 81"/>
                  <a:gd name="T49" fmla="*/ 55 h 74"/>
                  <a:gd name="T50" fmla="*/ 20 w 81"/>
                  <a:gd name="T51" fmla="*/ 57 h 74"/>
                  <a:gd name="T52" fmla="*/ 11 w 81"/>
                  <a:gd name="T53" fmla="*/ 55 h 74"/>
                  <a:gd name="T54" fmla="*/ 9 w 81"/>
                  <a:gd name="T55" fmla="*/ 57 h 74"/>
                  <a:gd name="T56" fmla="*/ 11 w 81"/>
                  <a:gd name="T57" fmla="*/ 60 h 74"/>
                  <a:gd name="T58" fmla="*/ 20 w 81"/>
                  <a:gd name="T59" fmla="*/ 66 h 74"/>
                  <a:gd name="T60" fmla="*/ 20 w 81"/>
                  <a:gd name="T61" fmla="*/ 67 h 74"/>
                  <a:gd name="T62" fmla="*/ 20 w 81"/>
                  <a:gd name="T63" fmla="*/ 67 h 74"/>
                  <a:gd name="T64" fmla="*/ 5 w 81"/>
                  <a:gd name="T65" fmla="*/ 73 h 74"/>
                  <a:gd name="T66" fmla="*/ 5 w 81"/>
                  <a:gd name="T67" fmla="*/ 74 h 74"/>
                  <a:gd name="T68" fmla="*/ 5 w 81"/>
                  <a:gd name="T69" fmla="*/ 73 h 74"/>
                  <a:gd name="T70" fmla="*/ 5 w 81"/>
                  <a:gd name="T71" fmla="*/ 73 h 74"/>
                  <a:gd name="T72" fmla="*/ 5 w 81"/>
                  <a:gd name="T73" fmla="*/ 64 h 74"/>
                  <a:gd name="T74" fmla="*/ 0 w 81"/>
                  <a:gd name="T75" fmla="*/ 60 h 74"/>
                  <a:gd name="T76" fmla="*/ 0 w 81"/>
                  <a:gd name="T77" fmla="*/ 60 h 74"/>
                  <a:gd name="T78" fmla="*/ 2 w 81"/>
                  <a:gd name="T79" fmla="*/ 54 h 74"/>
                  <a:gd name="T80" fmla="*/ 2 w 81"/>
                  <a:gd name="T81" fmla="*/ 54 h 74"/>
                  <a:gd name="T82" fmla="*/ 9 w 81"/>
                  <a:gd name="T83" fmla="*/ 46 h 74"/>
                  <a:gd name="T84" fmla="*/ 9 w 81"/>
                  <a:gd name="T85" fmla="*/ 40 h 74"/>
                  <a:gd name="T86" fmla="*/ 9 w 81"/>
                  <a:gd name="T87" fmla="*/ 40 h 74"/>
                  <a:gd name="T88" fmla="*/ 9 w 81"/>
                  <a:gd name="T89" fmla="*/ 40 h 74"/>
                  <a:gd name="T90" fmla="*/ 11 w 81"/>
                  <a:gd name="T91" fmla="*/ 40 h 74"/>
                  <a:gd name="T92" fmla="*/ 12 w 81"/>
                  <a:gd name="T93" fmla="*/ 40 h 74"/>
                  <a:gd name="T94" fmla="*/ 15 w 81"/>
                  <a:gd name="T95" fmla="*/ 40 h 74"/>
                  <a:gd name="T96" fmla="*/ 18 w 81"/>
                  <a:gd name="T97" fmla="*/ 42 h 74"/>
                  <a:gd name="T98" fmla="*/ 20 w 81"/>
                  <a:gd name="T99" fmla="*/ 42 h 74"/>
                  <a:gd name="T100" fmla="*/ 20 w 81"/>
                  <a:gd name="T101" fmla="*/ 42 h 74"/>
                  <a:gd name="T102" fmla="*/ 21 w 81"/>
                  <a:gd name="T103" fmla="*/ 37 h 74"/>
                  <a:gd name="T104" fmla="*/ 21 w 81"/>
                  <a:gd name="T105" fmla="*/ 33 h 74"/>
                  <a:gd name="T106" fmla="*/ 24 w 81"/>
                  <a:gd name="T107" fmla="*/ 27 h 74"/>
                  <a:gd name="T108" fmla="*/ 27 w 81"/>
                  <a:gd name="T109" fmla="*/ 14 h 74"/>
                  <a:gd name="T110" fmla="*/ 24 w 81"/>
                  <a:gd name="T111" fmla="*/ 5 h 74"/>
                  <a:gd name="T112" fmla="*/ 26 w 81"/>
                  <a:gd name="T113" fmla="*/ 3 h 74"/>
                  <a:gd name="T114" fmla="*/ 27 w 81"/>
                  <a:gd name="T115" fmla="*/ 0 h 74"/>
                  <a:gd name="T116" fmla="*/ 29 w 81"/>
                  <a:gd name="T11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1" h="74"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lnTo>
                      <a:pt x="49" y="23"/>
                    </a:lnTo>
                    <a:lnTo>
                      <a:pt x="64" y="29"/>
                    </a:lnTo>
                    <a:lnTo>
                      <a:pt x="69" y="26"/>
                    </a:lnTo>
                    <a:lnTo>
                      <a:pt x="75" y="23"/>
                    </a:lnTo>
                    <a:lnTo>
                      <a:pt x="75" y="23"/>
                    </a:lnTo>
                    <a:lnTo>
                      <a:pt x="75" y="23"/>
                    </a:lnTo>
                    <a:lnTo>
                      <a:pt x="75" y="24"/>
                    </a:lnTo>
                    <a:lnTo>
                      <a:pt x="72" y="31"/>
                    </a:lnTo>
                    <a:lnTo>
                      <a:pt x="75" y="39"/>
                    </a:lnTo>
                    <a:lnTo>
                      <a:pt x="76" y="39"/>
                    </a:lnTo>
                    <a:lnTo>
                      <a:pt x="78" y="37"/>
                    </a:lnTo>
                    <a:lnTo>
                      <a:pt x="79" y="37"/>
                    </a:lnTo>
                    <a:lnTo>
                      <a:pt x="81" y="37"/>
                    </a:lnTo>
                    <a:lnTo>
                      <a:pt x="81" y="37"/>
                    </a:lnTo>
                    <a:lnTo>
                      <a:pt x="81" y="39"/>
                    </a:lnTo>
                    <a:lnTo>
                      <a:pt x="79" y="40"/>
                    </a:lnTo>
                    <a:lnTo>
                      <a:pt x="55" y="49"/>
                    </a:lnTo>
                    <a:lnTo>
                      <a:pt x="46" y="64"/>
                    </a:lnTo>
                    <a:lnTo>
                      <a:pt x="46" y="66"/>
                    </a:lnTo>
                    <a:lnTo>
                      <a:pt x="46" y="66"/>
                    </a:lnTo>
                    <a:lnTo>
                      <a:pt x="46" y="66"/>
                    </a:lnTo>
                    <a:lnTo>
                      <a:pt x="29" y="55"/>
                    </a:lnTo>
                    <a:lnTo>
                      <a:pt x="20" y="57"/>
                    </a:lnTo>
                    <a:lnTo>
                      <a:pt x="11" y="55"/>
                    </a:lnTo>
                    <a:lnTo>
                      <a:pt x="9" y="57"/>
                    </a:lnTo>
                    <a:lnTo>
                      <a:pt x="11" y="60"/>
                    </a:lnTo>
                    <a:lnTo>
                      <a:pt x="20" y="66"/>
                    </a:lnTo>
                    <a:lnTo>
                      <a:pt x="20" y="67"/>
                    </a:lnTo>
                    <a:lnTo>
                      <a:pt x="20" y="67"/>
                    </a:lnTo>
                    <a:lnTo>
                      <a:pt x="5" y="73"/>
                    </a:lnTo>
                    <a:lnTo>
                      <a:pt x="5" y="74"/>
                    </a:lnTo>
                    <a:lnTo>
                      <a:pt x="5" y="73"/>
                    </a:lnTo>
                    <a:lnTo>
                      <a:pt x="5" y="73"/>
                    </a:lnTo>
                    <a:lnTo>
                      <a:pt x="5" y="64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2" y="54"/>
                    </a:lnTo>
                    <a:lnTo>
                      <a:pt x="2" y="54"/>
                    </a:lnTo>
                    <a:lnTo>
                      <a:pt x="9" y="46"/>
                    </a:lnTo>
                    <a:lnTo>
                      <a:pt x="9" y="40"/>
                    </a:lnTo>
                    <a:lnTo>
                      <a:pt x="9" y="40"/>
                    </a:lnTo>
                    <a:lnTo>
                      <a:pt x="9" y="40"/>
                    </a:lnTo>
                    <a:lnTo>
                      <a:pt x="11" y="40"/>
                    </a:lnTo>
                    <a:lnTo>
                      <a:pt x="12" y="40"/>
                    </a:lnTo>
                    <a:lnTo>
                      <a:pt x="15" y="40"/>
                    </a:lnTo>
                    <a:lnTo>
                      <a:pt x="18" y="42"/>
                    </a:lnTo>
                    <a:lnTo>
                      <a:pt x="20" y="42"/>
                    </a:lnTo>
                    <a:lnTo>
                      <a:pt x="20" y="42"/>
                    </a:lnTo>
                    <a:lnTo>
                      <a:pt x="21" y="37"/>
                    </a:lnTo>
                    <a:lnTo>
                      <a:pt x="21" y="33"/>
                    </a:lnTo>
                    <a:lnTo>
                      <a:pt x="24" y="27"/>
                    </a:lnTo>
                    <a:lnTo>
                      <a:pt x="27" y="14"/>
                    </a:lnTo>
                    <a:lnTo>
                      <a:pt x="24" y="5"/>
                    </a:lnTo>
                    <a:lnTo>
                      <a:pt x="26" y="3"/>
                    </a:lnTo>
                    <a:lnTo>
                      <a:pt x="27" y="0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74" name="Freeform 1640">
                <a:extLst>
                  <a:ext uri="{FF2B5EF4-FFF2-40B4-BE49-F238E27FC236}">
                    <a16:creationId xmlns:a16="http://schemas.microsoft.com/office/drawing/2014/main" id="{64F97E1F-C196-086B-6B7F-A74D6B6DA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75183" y="3714153"/>
                <a:ext cx="63810" cy="94686"/>
              </a:xfrm>
              <a:custGeom>
                <a:avLst/>
                <a:gdLst>
                  <a:gd name="T0" fmla="*/ 14 w 31"/>
                  <a:gd name="T1" fmla="*/ 0 h 46"/>
                  <a:gd name="T2" fmla="*/ 16 w 31"/>
                  <a:gd name="T3" fmla="*/ 0 h 46"/>
                  <a:gd name="T4" fmla="*/ 20 w 31"/>
                  <a:gd name="T5" fmla="*/ 6 h 46"/>
                  <a:gd name="T6" fmla="*/ 22 w 31"/>
                  <a:gd name="T7" fmla="*/ 6 h 46"/>
                  <a:gd name="T8" fmla="*/ 23 w 31"/>
                  <a:gd name="T9" fmla="*/ 5 h 46"/>
                  <a:gd name="T10" fmla="*/ 25 w 31"/>
                  <a:gd name="T11" fmla="*/ 5 h 46"/>
                  <a:gd name="T12" fmla="*/ 26 w 31"/>
                  <a:gd name="T13" fmla="*/ 5 h 46"/>
                  <a:gd name="T14" fmla="*/ 26 w 31"/>
                  <a:gd name="T15" fmla="*/ 5 h 46"/>
                  <a:gd name="T16" fmla="*/ 26 w 31"/>
                  <a:gd name="T17" fmla="*/ 6 h 46"/>
                  <a:gd name="T18" fmla="*/ 26 w 31"/>
                  <a:gd name="T19" fmla="*/ 10 h 46"/>
                  <a:gd name="T20" fmla="*/ 28 w 31"/>
                  <a:gd name="T21" fmla="*/ 12 h 46"/>
                  <a:gd name="T22" fmla="*/ 29 w 31"/>
                  <a:gd name="T23" fmla="*/ 12 h 46"/>
                  <a:gd name="T24" fmla="*/ 31 w 31"/>
                  <a:gd name="T25" fmla="*/ 18 h 46"/>
                  <a:gd name="T26" fmla="*/ 31 w 31"/>
                  <a:gd name="T27" fmla="*/ 18 h 46"/>
                  <a:gd name="T28" fmla="*/ 22 w 31"/>
                  <a:gd name="T29" fmla="*/ 40 h 46"/>
                  <a:gd name="T30" fmla="*/ 14 w 31"/>
                  <a:gd name="T31" fmla="*/ 46 h 46"/>
                  <a:gd name="T32" fmla="*/ 14 w 31"/>
                  <a:gd name="T33" fmla="*/ 46 h 46"/>
                  <a:gd name="T34" fmla="*/ 14 w 31"/>
                  <a:gd name="T35" fmla="*/ 46 h 46"/>
                  <a:gd name="T36" fmla="*/ 13 w 31"/>
                  <a:gd name="T37" fmla="*/ 45 h 46"/>
                  <a:gd name="T38" fmla="*/ 13 w 31"/>
                  <a:gd name="T39" fmla="*/ 37 h 46"/>
                  <a:gd name="T40" fmla="*/ 13 w 31"/>
                  <a:gd name="T41" fmla="*/ 37 h 46"/>
                  <a:gd name="T42" fmla="*/ 13 w 31"/>
                  <a:gd name="T43" fmla="*/ 43 h 46"/>
                  <a:gd name="T44" fmla="*/ 11 w 31"/>
                  <a:gd name="T45" fmla="*/ 45 h 46"/>
                  <a:gd name="T46" fmla="*/ 11 w 31"/>
                  <a:gd name="T47" fmla="*/ 45 h 46"/>
                  <a:gd name="T48" fmla="*/ 11 w 31"/>
                  <a:gd name="T49" fmla="*/ 45 h 46"/>
                  <a:gd name="T50" fmla="*/ 7 w 31"/>
                  <a:gd name="T51" fmla="*/ 42 h 46"/>
                  <a:gd name="T52" fmla="*/ 7 w 31"/>
                  <a:gd name="T53" fmla="*/ 40 h 46"/>
                  <a:gd name="T54" fmla="*/ 7 w 31"/>
                  <a:gd name="T55" fmla="*/ 31 h 46"/>
                  <a:gd name="T56" fmla="*/ 11 w 31"/>
                  <a:gd name="T57" fmla="*/ 24 h 46"/>
                  <a:gd name="T58" fmla="*/ 10 w 31"/>
                  <a:gd name="T59" fmla="*/ 19 h 46"/>
                  <a:gd name="T60" fmla="*/ 8 w 31"/>
                  <a:gd name="T61" fmla="*/ 15 h 46"/>
                  <a:gd name="T62" fmla="*/ 8 w 31"/>
                  <a:gd name="T63" fmla="*/ 21 h 46"/>
                  <a:gd name="T64" fmla="*/ 8 w 31"/>
                  <a:gd name="T65" fmla="*/ 21 h 46"/>
                  <a:gd name="T66" fmla="*/ 7 w 31"/>
                  <a:gd name="T67" fmla="*/ 22 h 46"/>
                  <a:gd name="T68" fmla="*/ 5 w 31"/>
                  <a:gd name="T69" fmla="*/ 22 h 46"/>
                  <a:gd name="T70" fmla="*/ 4 w 31"/>
                  <a:gd name="T71" fmla="*/ 22 h 46"/>
                  <a:gd name="T72" fmla="*/ 1 w 31"/>
                  <a:gd name="T73" fmla="*/ 22 h 46"/>
                  <a:gd name="T74" fmla="*/ 1 w 31"/>
                  <a:gd name="T75" fmla="*/ 22 h 46"/>
                  <a:gd name="T76" fmla="*/ 1 w 31"/>
                  <a:gd name="T77" fmla="*/ 22 h 46"/>
                  <a:gd name="T78" fmla="*/ 0 w 31"/>
                  <a:gd name="T79" fmla="*/ 22 h 46"/>
                  <a:gd name="T80" fmla="*/ 0 w 31"/>
                  <a:gd name="T81" fmla="*/ 15 h 46"/>
                  <a:gd name="T82" fmla="*/ 0 w 31"/>
                  <a:gd name="T83" fmla="*/ 15 h 46"/>
                  <a:gd name="T84" fmla="*/ 1 w 31"/>
                  <a:gd name="T85" fmla="*/ 15 h 46"/>
                  <a:gd name="T86" fmla="*/ 1 w 31"/>
                  <a:gd name="T87" fmla="*/ 15 h 46"/>
                  <a:gd name="T88" fmla="*/ 3 w 31"/>
                  <a:gd name="T89" fmla="*/ 16 h 46"/>
                  <a:gd name="T90" fmla="*/ 3 w 31"/>
                  <a:gd name="T91" fmla="*/ 16 h 46"/>
                  <a:gd name="T92" fmla="*/ 0 w 31"/>
                  <a:gd name="T93" fmla="*/ 12 h 46"/>
                  <a:gd name="T94" fmla="*/ 0 w 31"/>
                  <a:gd name="T95" fmla="*/ 12 h 46"/>
                  <a:gd name="T96" fmla="*/ 0 w 31"/>
                  <a:gd name="T97" fmla="*/ 12 h 46"/>
                  <a:gd name="T98" fmla="*/ 14 w 31"/>
                  <a:gd name="T99" fmla="*/ 0 h 46"/>
                  <a:gd name="T100" fmla="*/ 14 w 31"/>
                  <a:gd name="T101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1" h="46">
                    <a:moveTo>
                      <a:pt x="14" y="0"/>
                    </a:moveTo>
                    <a:lnTo>
                      <a:pt x="16" y="0"/>
                    </a:lnTo>
                    <a:lnTo>
                      <a:pt x="20" y="6"/>
                    </a:lnTo>
                    <a:lnTo>
                      <a:pt x="22" y="6"/>
                    </a:lnTo>
                    <a:lnTo>
                      <a:pt x="23" y="5"/>
                    </a:lnTo>
                    <a:lnTo>
                      <a:pt x="25" y="5"/>
                    </a:lnTo>
                    <a:lnTo>
                      <a:pt x="26" y="5"/>
                    </a:lnTo>
                    <a:lnTo>
                      <a:pt x="26" y="5"/>
                    </a:lnTo>
                    <a:lnTo>
                      <a:pt x="26" y="6"/>
                    </a:lnTo>
                    <a:lnTo>
                      <a:pt x="26" y="10"/>
                    </a:lnTo>
                    <a:lnTo>
                      <a:pt x="28" y="12"/>
                    </a:lnTo>
                    <a:lnTo>
                      <a:pt x="29" y="12"/>
                    </a:lnTo>
                    <a:lnTo>
                      <a:pt x="31" y="18"/>
                    </a:lnTo>
                    <a:lnTo>
                      <a:pt x="31" y="18"/>
                    </a:lnTo>
                    <a:lnTo>
                      <a:pt x="22" y="40"/>
                    </a:lnTo>
                    <a:lnTo>
                      <a:pt x="14" y="46"/>
                    </a:lnTo>
                    <a:lnTo>
                      <a:pt x="14" y="46"/>
                    </a:lnTo>
                    <a:lnTo>
                      <a:pt x="14" y="46"/>
                    </a:lnTo>
                    <a:lnTo>
                      <a:pt x="13" y="45"/>
                    </a:lnTo>
                    <a:lnTo>
                      <a:pt x="13" y="37"/>
                    </a:lnTo>
                    <a:lnTo>
                      <a:pt x="13" y="37"/>
                    </a:lnTo>
                    <a:lnTo>
                      <a:pt x="13" y="43"/>
                    </a:lnTo>
                    <a:lnTo>
                      <a:pt x="11" y="45"/>
                    </a:lnTo>
                    <a:lnTo>
                      <a:pt x="11" y="45"/>
                    </a:lnTo>
                    <a:lnTo>
                      <a:pt x="11" y="45"/>
                    </a:lnTo>
                    <a:lnTo>
                      <a:pt x="7" y="42"/>
                    </a:lnTo>
                    <a:lnTo>
                      <a:pt x="7" y="40"/>
                    </a:lnTo>
                    <a:lnTo>
                      <a:pt x="7" y="31"/>
                    </a:lnTo>
                    <a:lnTo>
                      <a:pt x="11" y="24"/>
                    </a:lnTo>
                    <a:lnTo>
                      <a:pt x="10" y="19"/>
                    </a:lnTo>
                    <a:lnTo>
                      <a:pt x="8" y="15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7" y="22"/>
                    </a:lnTo>
                    <a:lnTo>
                      <a:pt x="5" y="22"/>
                    </a:lnTo>
                    <a:lnTo>
                      <a:pt x="4" y="22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0" y="22"/>
                    </a:lnTo>
                    <a:lnTo>
                      <a:pt x="0" y="15"/>
                    </a:lnTo>
                    <a:lnTo>
                      <a:pt x="0" y="15"/>
                    </a:lnTo>
                    <a:lnTo>
                      <a:pt x="1" y="15"/>
                    </a:lnTo>
                    <a:lnTo>
                      <a:pt x="1" y="15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14" y="0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75" name="Freeform 1644">
                <a:extLst>
                  <a:ext uri="{FF2B5EF4-FFF2-40B4-BE49-F238E27FC236}">
                    <a16:creationId xmlns:a16="http://schemas.microsoft.com/office/drawing/2014/main" id="{9AD1C00B-0105-B40F-029E-1D8DE344D4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41051" y="3699744"/>
                <a:ext cx="69985" cy="57635"/>
              </a:xfrm>
              <a:custGeom>
                <a:avLst/>
                <a:gdLst>
                  <a:gd name="T0" fmla="*/ 24 w 34"/>
                  <a:gd name="T1" fmla="*/ 0 h 28"/>
                  <a:gd name="T2" fmla="*/ 25 w 34"/>
                  <a:gd name="T3" fmla="*/ 0 h 28"/>
                  <a:gd name="T4" fmla="*/ 33 w 34"/>
                  <a:gd name="T5" fmla="*/ 3 h 28"/>
                  <a:gd name="T6" fmla="*/ 33 w 34"/>
                  <a:gd name="T7" fmla="*/ 3 h 28"/>
                  <a:gd name="T8" fmla="*/ 34 w 34"/>
                  <a:gd name="T9" fmla="*/ 10 h 28"/>
                  <a:gd name="T10" fmla="*/ 34 w 34"/>
                  <a:gd name="T11" fmla="*/ 10 h 28"/>
                  <a:gd name="T12" fmla="*/ 28 w 34"/>
                  <a:gd name="T13" fmla="*/ 19 h 28"/>
                  <a:gd name="T14" fmla="*/ 27 w 34"/>
                  <a:gd name="T15" fmla="*/ 19 h 28"/>
                  <a:gd name="T16" fmla="*/ 27 w 34"/>
                  <a:gd name="T17" fmla="*/ 19 h 28"/>
                  <a:gd name="T18" fmla="*/ 18 w 34"/>
                  <a:gd name="T19" fmla="*/ 16 h 28"/>
                  <a:gd name="T20" fmla="*/ 12 w 34"/>
                  <a:gd name="T21" fmla="*/ 26 h 28"/>
                  <a:gd name="T22" fmla="*/ 12 w 34"/>
                  <a:gd name="T23" fmla="*/ 28 h 28"/>
                  <a:gd name="T24" fmla="*/ 9 w 34"/>
                  <a:gd name="T25" fmla="*/ 28 h 28"/>
                  <a:gd name="T26" fmla="*/ 9 w 34"/>
                  <a:gd name="T27" fmla="*/ 26 h 28"/>
                  <a:gd name="T28" fmla="*/ 5 w 34"/>
                  <a:gd name="T29" fmla="*/ 17 h 28"/>
                  <a:gd name="T30" fmla="*/ 0 w 34"/>
                  <a:gd name="T31" fmla="*/ 17 h 28"/>
                  <a:gd name="T32" fmla="*/ 0 w 34"/>
                  <a:gd name="T33" fmla="*/ 17 h 28"/>
                  <a:gd name="T34" fmla="*/ 0 w 34"/>
                  <a:gd name="T35" fmla="*/ 16 h 28"/>
                  <a:gd name="T36" fmla="*/ 9 w 34"/>
                  <a:gd name="T37" fmla="*/ 6 h 28"/>
                  <a:gd name="T38" fmla="*/ 9 w 34"/>
                  <a:gd name="T39" fmla="*/ 6 h 28"/>
                  <a:gd name="T40" fmla="*/ 11 w 34"/>
                  <a:gd name="T41" fmla="*/ 6 h 28"/>
                  <a:gd name="T42" fmla="*/ 12 w 34"/>
                  <a:gd name="T43" fmla="*/ 6 h 28"/>
                  <a:gd name="T44" fmla="*/ 15 w 34"/>
                  <a:gd name="T45" fmla="*/ 7 h 28"/>
                  <a:gd name="T46" fmla="*/ 16 w 34"/>
                  <a:gd name="T47" fmla="*/ 7 h 28"/>
                  <a:gd name="T48" fmla="*/ 24 w 34"/>
                  <a:gd name="T49" fmla="*/ 0 h 28"/>
                  <a:gd name="T50" fmla="*/ 24 w 34"/>
                  <a:gd name="T5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4" h="28">
                    <a:moveTo>
                      <a:pt x="24" y="0"/>
                    </a:moveTo>
                    <a:lnTo>
                      <a:pt x="25" y="0"/>
                    </a:lnTo>
                    <a:lnTo>
                      <a:pt x="33" y="3"/>
                    </a:lnTo>
                    <a:lnTo>
                      <a:pt x="33" y="3"/>
                    </a:lnTo>
                    <a:lnTo>
                      <a:pt x="34" y="10"/>
                    </a:lnTo>
                    <a:lnTo>
                      <a:pt x="34" y="10"/>
                    </a:lnTo>
                    <a:lnTo>
                      <a:pt x="28" y="19"/>
                    </a:lnTo>
                    <a:lnTo>
                      <a:pt x="27" y="19"/>
                    </a:lnTo>
                    <a:lnTo>
                      <a:pt x="27" y="19"/>
                    </a:lnTo>
                    <a:lnTo>
                      <a:pt x="18" y="16"/>
                    </a:lnTo>
                    <a:lnTo>
                      <a:pt x="12" y="26"/>
                    </a:lnTo>
                    <a:lnTo>
                      <a:pt x="12" y="28"/>
                    </a:lnTo>
                    <a:lnTo>
                      <a:pt x="9" y="28"/>
                    </a:lnTo>
                    <a:lnTo>
                      <a:pt x="9" y="26"/>
                    </a:lnTo>
                    <a:lnTo>
                      <a:pt x="5" y="17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0" y="16"/>
                    </a:lnTo>
                    <a:lnTo>
                      <a:pt x="9" y="6"/>
                    </a:lnTo>
                    <a:lnTo>
                      <a:pt x="9" y="6"/>
                    </a:lnTo>
                    <a:lnTo>
                      <a:pt x="11" y="6"/>
                    </a:lnTo>
                    <a:lnTo>
                      <a:pt x="12" y="6"/>
                    </a:lnTo>
                    <a:lnTo>
                      <a:pt x="15" y="7"/>
                    </a:lnTo>
                    <a:lnTo>
                      <a:pt x="16" y="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76" name="Freeform 1646">
                <a:extLst>
                  <a:ext uri="{FF2B5EF4-FFF2-40B4-BE49-F238E27FC236}">
                    <a16:creationId xmlns:a16="http://schemas.microsoft.com/office/drawing/2014/main" id="{9B3B184F-AC0D-DBA7-5614-E8AB24E5B0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10175" y="3458913"/>
                <a:ext cx="300525" cy="273766"/>
              </a:xfrm>
              <a:custGeom>
                <a:avLst/>
                <a:gdLst>
                  <a:gd name="T0" fmla="*/ 112 w 146"/>
                  <a:gd name="T1" fmla="*/ 103 h 133"/>
                  <a:gd name="T2" fmla="*/ 117 w 146"/>
                  <a:gd name="T3" fmla="*/ 97 h 133"/>
                  <a:gd name="T4" fmla="*/ 132 w 146"/>
                  <a:gd name="T5" fmla="*/ 0 h 133"/>
                  <a:gd name="T6" fmla="*/ 138 w 146"/>
                  <a:gd name="T7" fmla="*/ 4 h 133"/>
                  <a:gd name="T8" fmla="*/ 146 w 146"/>
                  <a:gd name="T9" fmla="*/ 31 h 133"/>
                  <a:gd name="T10" fmla="*/ 138 w 146"/>
                  <a:gd name="T11" fmla="*/ 47 h 133"/>
                  <a:gd name="T12" fmla="*/ 138 w 146"/>
                  <a:gd name="T13" fmla="*/ 56 h 133"/>
                  <a:gd name="T14" fmla="*/ 138 w 146"/>
                  <a:gd name="T15" fmla="*/ 56 h 133"/>
                  <a:gd name="T16" fmla="*/ 129 w 146"/>
                  <a:gd name="T17" fmla="*/ 59 h 133"/>
                  <a:gd name="T18" fmla="*/ 132 w 146"/>
                  <a:gd name="T19" fmla="*/ 77 h 133"/>
                  <a:gd name="T20" fmla="*/ 131 w 146"/>
                  <a:gd name="T21" fmla="*/ 97 h 133"/>
                  <a:gd name="T22" fmla="*/ 125 w 146"/>
                  <a:gd name="T23" fmla="*/ 100 h 133"/>
                  <a:gd name="T24" fmla="*/ 125 w 146"/>
                  <a:gd name="T25" fmla="*/ 105 h 133"/>
                  <a:gd name="T26" fmla="*/ 119 w 146"/>
                  <a:gd name="T27" fmla="*/ 109 h 133"/>
                  <a:gd name="T28" fmla="*/ 109 w 146"/>
                  <a:gd name="T29" fmla="*/ 109 h 133"/>
                  <a:gd name="T30" fmla="*/ 107 w 146"/>
                  <a:gd name="T31" fmla="*/ 109 h 133"/>
                  <a:gd name="T32" fmla="*/ 103 w 146"/>
                  <a:gd name="T33" fmla="*/ 114 h 133"/>
                  <a:gd name="T34" fmla="*/ 101 w 146"/>
                  <a:gd name="T35" fmla="*/ 114 h 133"/>
                  <a:gd name="T36" fmla="*/ 98 w 146"/>
                  <a:gd name="T37" fmla="*/ 108 h 133"/>
                  <a:gd name="T38" fmla="*/ 95 w 146"/>
                  <a:gd name="T39" fmla="*/ 117 h 133"/>
                  <a:gd name="T40" fmla="*/ 95 w 146"/>
                  <a:gd name="T41" fmla="*/ 117 h 133"/>
                  <a:gd name="T42" fmla="*/ 76 w 146"/>
                  <a:gd name="T43" fmla="*/ 112 h 133"/>
                  <a:gd name="T44" fmla="*/ 76 w 146"/>
                  <a:gd name="T45" fmla="*/ 109 h 133"/>
                  <a:gd name="T46" fmla="*/ 79 w 146"/>
                  <a:gd name="T47" fmla="*/ 118 h 133"/>
                  <a:gd name="T48" fmla="*/ 79 w 146"/>
                  <a:gd name="T49" fmla="*/ 120 h 133"/>
                  <a:gd name="T50" fmla="*/ 67 w 146"/>
                  <a:gd name="T51" fmla="*/ 131 h 133"/>
                  <a:gd name="T52" fmla="*/ 58 w 146"/>
                  <a:gd name="T53" fmla="*/ 131 h 133"/>
                  <a:gd name="T54" fmla="*/ 52 w 146"/>
                  <a:gd name="T55" fmla="*/ 123 h 133"/>
                  <a:gd name="T56" fmla="*/ 58 w 146"/>
                  <a:gd name="T57" fmla="*/ 112 h 133"/>
                  <a:gd name="T58" fmla="*/ 52 w 146"/>
                  <a:gd name="T59" fmla="*/ 115 h 133"/>
                  <a:gd name="T60" fmla="*/ 49 w 146"/>
                  <a:gd name="T61" fmla="*/ 112 h 133"/>
                  <a:gd name="T62" fmla="*/ 40 w 146"/>
                  <a:gd name="T63" fmla="*/ 118 h 133"/>
                  <a:gd name="T64" fmla="*/ 39 w 146"/>
                  <a:gd name="T65" fmla="*/ 118 h 133"/>
                  <a:gd name="T66" fmla="*/ 23 w 146"/>
                  <a:gd name="T67" fmla="*/ 123 h 133"/>
                  <a:gd name="T68" fmla="*/ 23 w 146"/>
                  <a:gd name="T69" fmla="*/ 121 h 133"/>
                  <a:gd name="T70" fmla="*/ 18 w 146"/>
                  <a:gd name="T71" fmla="*/ 127 h 133"/>
                  <a:gd name="T72" fmla="*/ 17 w 146"/>
                  <a:gd name="T73" fmla="*/ 127 h 133"/>
                  <a:gd name="T74" fmla="*/ 0 w 146"/>
                  <a:gd name="T75" fmla="*/ 121 h 133"/>
                  <a:gd name="T76" fmla="*/ 0 w 146"/>
                  <a:gd name="T77" fmla="*/ 117 h 133"/>
                  <a:gd name="T78" fmla="*/ 23 w 146"/>
                  <a:gd name="T79" fmla="*/ 102 h 133"/>
                  <a:gd name="T80" fmla="*/ 24 w 146"/>
                  <a:gd name="T81" fmla="*/ 97 h 133"/>
                  <a:gd name="T82" fmla="*/ 28 w 146"/>
                  <a:gd name="T83" fmla="*/ 94 h 133"/>
                  <a:gd name="T84" fmla="*/ 30 w 146"/>
                  <a:gd name="T85" fmla="*/ 96 h 133"/>
                  <a:gd name="T86" fmla="*/ 42 w 146"/>
                  <a:gd name="T87" fmla="*/ 96 h 133"/>
                  <a:gd name="T88" fmla="*/ 55 w 146"/>
                  <a:gd name="T89" fmla="*/ 96 h 133"/>
                  <a:gd name="T90" fmla="*/ 66 w 146"/>
                  <a:gd name="T91" fmla="*/ 97 h 133"/>
                  <a:gd name="T92" fmla="*/ 67 w 146"/>
                  <a:gd name="T93" fmla="*/ 84 h 133"/>
                  <a:gd name="T94" fmla="*/ 74 w 146"/>
                  <a:gd name="T95" fmla="*/ 71 h 133"/>
                  <a:gd name="T96" fmla="*/ 83 w 146"/>
                  <a:gd name="T97" fmla="*/ 66 h 133"/>
                  <a:gd name="T98" fmla="*/ 83 w 146"/>
                  <a:gd name="T99" fmla="*/ 66 h 133"/>
                  <a:gd name="T100" fmla="*/ 85 w 146"/>
                  <a:gd name="T101" fmla="*/ 69 h 133"/>
                  <a:gd name="T102" fmla="*/ 80 w 146"/>
                  <a:gd name="T103" fmla="*/ 72 h 133"/>
                  <a:gd name="T104" fmla="*/ 98 w 146"/>
                  <a:gd name="T105" fmla="*/ 71 h 133"/>
                  <a:gd name="T106" fmla="*/ 103 w 146"/>
                  <a:gd name="T107" fmla="*/ 60 h 133"/>
                  <a:gd name="T108" fmla="*/ 119 w 146"/>
                  <a:gd name="T109" fmla="*/ 32 h 133"/>
                  <a:gd name="T110" fmla="*/ 114 w 146"/>
                  <a:gd name="T111" fmla="*/ 29 h 133"/>
                  <a:gd name="T112" fmla="*/ 116 w 146"/>
                  <a:gd name="T113" fmla="*/ 25 h 133"/>
                  <a:gd name="T114" fmla="*/ 117 w 146"/>
                  <a:gd name="T115" fmla="*/ 14 h 133"/>
                  <a:gd name="T116" fmla="*/ 117 w 146"/>
                  <a:gd name="T117" fmla="*/ 13 h 133"/>
                  <a:gd name="T118" fmla="*/ 122 w 146"/>
                  <a:gd name="T119" fmla="*/ 4 h 133"/>
                  <a:gd name="T120" fmla="*/ 132 w 146"/>
                  <a:gd name="T121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6" h="133">
                    <a:moveTo>
                      <a:pt x="117" y="97"/>
                    </a:moveTo>
                    <a:lnTo>
                      <a:pt x="112" y="103"/>
                    </a:lnTo>
                    <a:lnTo>
                      <a:pt x="117" y="100"/>
                    </a:lnTo>
                    <a:lnTo>
                      <a:pt x="117" y="97"/>
                    </a:lnTo>
                    <a:close/>
                    <a:moveTo>
                      <a:pt x="132" y="0"/>
                    </a:moveTo>
                    <a:lnTo>
                      <a:pt x="132" y="0"/>
                    </a:lnTo>
                    <a:lnTo>
                      <a:pt x="137" y="2"/>
                    </a:lnTo>
                    <a:lnTo>
                      <a:pt x="138" y="4"/>
                    </a:lnTo>
                    <a:lnTo>
                      <a:pt x="138" y="14"/>
                    </a:lnTo>
                    <a:lnTo>
                      <a:pt x="146" y="31"/>
                    </a:lnTo>
                    <a:lnTo>
                      <a:pt x="144" y="41"/>
                    </a:lnTo>
                    <a:lnTo>
                      <a:pt x="138" y="47"/>
                    </a:lnTo>
                    <a:lnTo>
                      <a:pt x="138" y="54"/>
                    </a:lnTo>
                    <a:lnTo>
                      <a:pt x="138" y="56"/>
                    </a:lnTo>
                    <a:lnTo>
                      <a:pt x="138" y="56"/>
                    </a:lnTo>
                    <a:lnTo>
                      <a:pt x="138" y="56"/>
                    </a:lnTo>
                    <a:lnTo>
                      <a:pt x="135" y="53"/>
                    </a:lnTo>
                    <a:lnTo>
                      <a:pt x="129" y="59"/>
                    </a:lnTo>
                    <a:lnTo>
                      <a:pt x="132" y="65"/>
                    </a:lnTo>
                    <a:lnTo>
                      <a:pt x="132" y="77"/>
                    </a:lnTo>
                    <a:lnTo>
                      <a:pt x="126" y="86"/>
                    </a:lnTo>
                    <a:lnTo>
                      <a:pt x="131" y="97"/>
                    </a:lnTo>
                    <a:lnTo>
                      <a:pt x="131" y="97"/>
                    </a:lnTo>
                    <a:lnTo>
                      <a:pt x="125" y="100"/>
                    </a:lnTo>
                    <a:lnTo>
                      <a:pt x="125" y="105"/>
                    </a:lnTo>
                    <a:lnTo>
                      <a:pt x="125" y="105"/>
                    </a:lnTo>
                    <a:lnTo>
                      <a:pt x="119" y="109"/>
                    </a:lnTo>
                    <a:lnTo>
                      <a:pt x="119" y="109"/>
                    </a:lnTo>
                    <a:lnTo>
                      <a:pt x="110" y="109"/>
                    </a:lnTo>
                    <a:lnTo>
                      <a:pt x="109" y="109"/>
                    </a:lnTo>
                    <a:lnTo>
                      <a:pt x="109" y="106"/>
                    </a:lnTo>
                    <a:lnTo>
                      <a:pt x="107" y="109"/>
                    </a:lnTo>
                    <a:lnTo>
                      <a:pt x="103" y="114"/>
                    </a:lnTo>
                    <a:lnTo>
                      <a:pt x="103" y="114"/>
                    </a:lnTo>
                    <a:lnTo>
                      <a:pt x="103" y="114"/>
                    </a:lnTo>
                    <a:lnTo>
                      <a:pt x="101" y="114"/>
                    </a:lnTo>
                    <a:lnTo>
                      <a:pt x="103" y="108"/>
                    </a:lnTo>
                    <a:lnTo>
                      <a:pt x="98" y="108"/>
                    </a:lnTo>
                    <a:lnTo>
                      <a:pt x="95" y="115"/>
                    </a:lnTo>
                    <a:lnTo>
                      <a:pt x="95" y="117"/>
                    </a:lnTo>
                    <a:lnTo>
                      <a:pt x="95" y="117"/>
                    </a:lnTo>
                    <a:lnTo>
                      <a:pt x="95" y="117"/>
                    </a:lnTo>
                    <a:lnTo>
                      <a:pt x="83" y="112"/>
                    </a:lnTo>
                    <a:lnTo>
                      <a:pt x="76" y="112"/>
                    </a:lnTo>
                    <a:lnTo>
                      <a:pt x="76" y="111"/>
                    </a:lnTo>
                    <a:lnTo>
                      <a:pt x="76" y="109"/>
                    </a:lnTo>
                    <a:lnTo>
                      <a:pt x="74" y="112"/>
                    </a:lnTo>
                    <a:lnTo>
                      <a:pt x="79" y="118"/>
                    </a:lnTo>
                    <a:lnTo>
                      <a:pt x="79" y="118"/>
                    </a:lnTo>
                    <a:lnTo>
                      <a:pt x="79" y="120"/>
                    </a:lnTo>
                    <a:lnTo>
                      <a:pt x="70" y="121"/>
                    </a:lnTo>
                    <a:lnTo>
                      <a:pt x="67" y="131"/>
                    </a:lnTo>
                    <a:lnTo>
                      <a:pt x="67" y="133"/>
                    </a:lnTo>
                    <a:lnTo>
                      <a:pt x="58" y="131"/>
                    </a:lnTo>
                    <a:lnTo>
                      <a:pt x="52" y="124"/>
                    </a:lnTo>
                    <a:lnTo>
                      <a:pt x="52" y="123"/>
                    </a:lnTo>
                    <a:lnTo>
                      <a:pt x="58" y="115"/>
                    </a:lnTo>
                    <a:lnTo>
                      <a:pt x="58" y="112"/>
                    </a:lnTo>
                    <a:lnTo>
                      <a:pt x="54" y="115"/>
                    </a:lnTo>
                    <a:lnTo>
                      <a:pt x="52" y="115"/>
                    </a:lnTo>
                    <a:lnTo>
                      <a:pt x="52" y="115"/>
                    </a:lnTo>
                    <a:lnTo>
                      <a:pt x="49" y="112"/>
                    </a:lnTo>
                    <a:lnTo>
                      <a:pt x="46" y="112"/>
                    </a:lnTo>
                    <a:lnTo>
                      <a:pt x="40" y="118"/>
                    </a:lnTo>
                    <a:lnTo>
                      <a:pt x="40" y="118"/>
                    </a:lnTo>
                    <a:lnTo>
                      <a:pt x="39" y="118"/>
                    </a:lnTo>
                    <a:lnTo>
                      <a:pt x="36" y="117"/>
                    </a:lnTo>
                    <a:lnTo>
                      <a:pt x="23" y="123"/>
                    </a:lnTo>
                    <a:lnTo>
                      <a:pt x="23" y="123"/>
                    </a:lnTo>
                    <a:lnTo>
                      <a:pt x="23" y="121"/>
                    </a:lnTo>
                    <a:lnTo>
                      <a:pt x="20" y="120"/>
                    </a:lnTo>
                    <a:lnTo>
                      <a:pt x="18" y="127"/>
                    </a:lnTo>
                    <a:lnTo>
                      <a:pt x="17" y="127"/>
                    </a:lnTo>
                    <a:lnTo>
                      <a:pt x="17" y="127"/>
                    </a:lnTo>
                    <a:lnTo>
                      <a:pt x="0" y="123"/>
                    </a:lnTo>
                    <a:lnTo>
                      <a:pt x="0" y="121"/>
                    </a:lnTo>
                    <a:lnTo>
                      <a:pt x="0" y="118"/>
                    </a:lnTo>
                    <a:lnTo>
                      <a:pt x="0" y="117"/>
                    </a:lnTo>
                    <a:lnTo>
                      <a:pt x="8" y="117"/>
                    </a:lnTo>
                    <a:lnTo>
                      <a:pt x="23" y="102"/>
                    </a:lnTo>
                    <a:lnTo>
                      <a:pt x="23" y="97"/>
                    </a:lnTo>
                    <a:lnTo>
                      <a:pt x="24" y="97"/>
                    </a:lnTo>
                    <a:lnTo>
                      <a:pt x="28" y="94"/>
                    </a:lnTo>
                    <a:lnTo>
                      <a:pt x="28" y="94"/>
                    </a:lnTo>
                    <a:lnTo>
                      <a:pt x="30" y="94"/>
                    </a:lnTo>
                    <a:lnTo>
                      <a:pt x="30" y="96"/>
                    </a:lnTo>
                    <a:lnTo>
                      <a:pt x="30" y="99"/>
                    </a:lnTo>
                    <a:lnTo>
                      <a:pt x="42" y="96"/>
                    </a:lnTo>
                    <a:lnTo>
                      <a:pt x="55" y="96"/>
                    </a:lnTo>
                    <a:lnTo>
                      <a:pt x="55" y="96"/>
                    </a:lnTo>
                    <a:lnTo>
                      <a:pt x="61" y="102"/>
                    </a:lnTo>
                    <a:lnTo>
                      <a:pt x="66" y="97"/>
                    </a:lnTo>
                    <a:lnTo>
                      <a:pt x="66" y="86"/>
                    </a:lnTo>
                    <a:lnTo>
                      <a:pt x="67" y="84"/>
                    </a:lnTo>
                    <a:lnTo>
                      <a:pt x="74" y="83"/>
                    </a:lnTo>
                    <a:lnTo>
                      <a:pt x="74" y="71"/>
                    </a:lnTo>
                    <a:lnTo>
                      <a:pt x="76" y="71"/>
                    </a:lnTo>
                    <a:lnTo>
                      <a:pt x="83" y="66"/>
                    </a:lnTo>
                    <a:lnTo>
                      <a:pt x="83" y="66"/>
                    </a:lnTo>
                    <a:lnTo>
                      <a:pt x="83" y="66"/>
                    </a:lnTo>
                    <a:lnTo>
                      <a:pt x="85" y="66"/>
                    </a:lnTo>
                    <a:lnTo>
                      <a:pt x="85" y="69"/>
                    </a:lnTo>
                    <a:lnTo>
                      <a:pt x="83" y="71"/>
                    </a:lnTo>
                    <a:lnTo>
                      <a:pt x="80" y="72"/>
                    </a:lnTo>
                    <a:lnTo>
                      <a:pt x="80" y="78"/>
                    </a:lnTo>
                    <a:lnTo>
                      <a:pt x="98" y="71"/>
                    </a:lnTo>
                    <a:lnTo>
                      <a:pt x="103" y="62"/>
                    </a:lnTo>
                    <a:lnTo>
                      <a:pt x="103" y="60"/>
                    </a:lnTo>
                    <a:lnTo>
                      <a:pt x="110" y="57"/>
                    </a:lnTo>
                    <a:lnTo>
                      <a:pt x="119" y="32"/>
                    </a:lnTo>
                    <a:lnTo>
                      <a:pt x="116" y="29"/>
                    </a:lnTo>
                    <a:lnTo>
                      <a:pt x="114" y="29"/>
                    </a:lnTo>
                    <a:lnTo>
                      <a:pt x="114" y="25"/>
                    </a:lnTo>
                    <a:lnTo>
                      <a:pt x="116" y="25"/>
                    </a:lnTo>
                    <a:lnTo>
                      <a:pt x="117" y="25"/>
                    </a:lnTo>
                    <a:lnTo>
                      <a:pt x="117" y="14"/>
                    </a:lnTo>
                    <a:lnTo>
                      <a:pt x="117" y="13"/>
                    </a:lnTo>
                    <a:lnTo>
                      <a:pt x="117" y="13"/>
                    </a:lnTo>
                    <a:lnTo>
                      <a:pt x="120" y="13"/>
                    </a:lnTo>
                    <a:lnTo>
                      <a:pt x="122" y="4"/>
                    </a:lnTo>
                    <a:lnTo>
                      <a:pt x="122" y="4"/>
                    </a:lnTo>
                    <a:lnTo>
                      <a:pt x="132" y="0"/>
                    </a:lnTo>
                    <a:lnTo>
                      <a:pt x="13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77" name="Freeform 1648">
                <a:extLst>
                  <a:ext uri="{FF2B5EF4-FFF2-40B4-BE49-F238E27FC236}">
                    <a16:creationId xmlns:a16="http://schemas.microsoft.com/office/drawing/2014/main" id="{4C8B367D-5463-5DFD-E0D1-17EA20163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5723" y="3570065"/>
                <a:ext cx="10292" cy="18526"/>
              </a:xfrm>
              <a:custGeom>
                <a:avLst/>
                <a:gdLst>
                  <a:gd name="T0" fmla="*/ 5 w 5"/>
                  <a:gd name="T1" fmla="*/ 0 h 9"/>
                  <a:gd name="T2" fmla="*/ 5 w 5"/>
                  <a:gd name="T3" fmla="*/ 0 h 9"/>
                  <a:gd name="T4" fmla="*/ 5 w 5"/>
                  <a:gd name="T5" fmla="*/ 0 h 9"/>
                  <a:gd name="T6" fmla="*/ 3 w 5"/>
                  <a:gd name="T7" fmla="*/ 9 h 9"/>
                  <a:gd name="T8" fmla="*/ 2 w 5"/>
                  <a:gd name="T9" fmla="*/ 9 h 9"/>
                  <a:gd name="T10" fmla="*/ 0 w 5"/>
                  <a:gd name="T11" fmla="*/ 9 h 9"/>
                  <a:gd name="T12" fmla="*/ 0 w 5"/>
                  <a:gd name="T13" fmla="*/ 9 h 9"/>
                  <a:gd name="T14" fmla="*/ 0 w 5"/>
                  <a:gd name="T15" fmla="*/ 8 h 9"/>
                  <a:gd name="T16" fmla="*/ 3 w 5"/>
                  <a:gd name="T17" fmla="*/ 0 h 9"/>
                  <a:gd name="T18" fmla="*/ 5 w 5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9">
                    <a:moveTo>
                      <a:pt x="5" y="0"/>
                    </a:moveTo>
                    <a:lnTo>
                      <a:pt x="5" y="0"/>
                    </a:lnTo>
                    <a:lnTo>
                      <a:pt x="5" y="0"/>
                    </a:lnTo>
                    <a:lnTo>
                      <a:pt x="3" y="9"/>
                    </a:lnTo>
                    <a:lnTo>
                      <a:pt x="2" y="9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</p:grpSp>
      <p:sp>
        <p:nvSpPr>
          <p:cNvPr id="767" name="NORTH KOREA">
            <a:extLst>
              <a:ext uri="{FF2B5EF4-FFF2-40B4-BE49-F238E27FC236}">
                <a16:creationId xmlns:a16="http://schemas.microsoft.com/office/drawing/2014/main" id="{54895295-AE6F-88A8-06CB-C36A2DDED9BF}"/>
              </a:ext>
            </a:extLst>
          </p:cNvPr>
          <p:cNvSpPr>
            <a:spLocks/>
          </p:cNvSpPr>
          <p:nvPr/>
        </p:nvSpPr>
        <p:spPr bwMode="auto">
          <a:xfrm>
            <a:off x="9322637" y="3233097"/>
            <a:ext cx="181628" cy="199134"/>
          </a:xfrm>
          <a:custGeom>
            <a:avLst/>
            <a:gdLst>
              <a:gd name="T0" fmla="*/ 75 w 83"/>
              <a:gd name="T1" fmla="*/ 0 h 91"/>
              <a:gd name="T2" fmla="*/ 75 w 83"/>
              <a:gd name="T3" fmla="*/ 0 h 91"/>
              <a:gd name="T4" fmla="*/ 75 w 83"/>
              <a:gd name="T5" fmla="*/ 0 h 91"/>
              <a:gd name="T6" fmla="*/ 81 w 83"/>
              <a:gd name="T7" fmla="*/ 6 h 91"/>
              <a:gd name="T8" fmla="*/ 83 w 83"/>
              <a:gd name="T9" fmla="*/ 11 h 91"/>
              <a:gd name="T10" fmla="*/ 83 w 83"/>
              <a:gd name="T11" fmla="*/ 11 h 91"/>
              <a:gd name="T12" fmla="*/ 71 w 83"/>
              <a:gd name="T13" fmla="*/ 24 h 91"/>
              <a:gd name="T14" fmla="*/ 71 w 83"/>
              <a:gd name="T15" fmla="*/ 36 h 91"/>
              <a:gd name="T16" fmla="*/ 71 w 83"/>
              <a:gd name="T17" fmla="*/ 37 h 91"/>
              <a:gd name="T18" fmla="*/ 53 w 83"/>
              <a:gd name="T19" fmla="*/ 51 h 91"/>
              <a:gd name="T20" fmla="*/ 41 w 83"/>
              <a:gd name="T21" fmla="*/ 57 h 91"/>
              <a:gd name="T22" fmla="*/ 41 w 83"/>
              <a:gd name="T23" fmla="*/ 66 h 91"/>
              <a:gd name="T24" fmla="*/ 53 w 83"/>
              <a:gd name="T25" fmla="*/ 76 h 91"/>
              <a:gd name="T26" fmla="*/ 53 w 83"/>
              <a:gd name="T27" fmla="*/ 77 h 91"/>
              <a:gd name="T28" fmla="*/ 53 w 83"/>
              <a:gd name="T29" fmla="*/ 77 h 91"/>
              <a:gd name="T30" fmla="*/ 46 w 83"/>
              <a:gd name="T31" fmla="*/ 83 h 91"/>
              <a:gd name="T32" fmla="*/ 37 w 83"/>
              <a:gd name="T33" fmla="*/ 83 h 91"/>
              <a:gd name="T34" fmla="*/ 30 w 83"/>
              <a:gd name="T35" fmla="*/ 91 h 91"/>
              <a:gd name="T36" fmla="*/ 28 w 83"/>
              <a:gd name="T37" fmla="*/ 91 h 91"/>
              <a:gd name="T38" fmla="*/ 28 w 83"/>
              <a:gd name="T39" fmla="*/ 91 h 91"/>
              <a:gd name="T40" fmla="*/ 18 w 83"/>
              <a:gd name="T41" fmla="*/ 86 h 91"/>
              <a:gd name="T42" fmla="*/ 18 w 83"/>
              <a:gd name="T43" fmla="*/ 89 h 91"/>
              <a:gd name="T44" fmla="*/ 16 w 83"/>
              <a:gd name="T45" fmla="*/ 89 h 91"/>
              <a:gd name="T46" fmla="*/ 12 w 83"/>
              <a:gd name="T47" fmla="*/ 91 h 91"/>
              <a:gd name="T48" fmla="*/ 12 w 83"/>
              <a:gd name="T49" fmla="*/ 91 h 91"/>
              <a:gd name="T50" fmla="*/ 12 w 83"/>
              <a:gd name="T51" fmla="*/ 91 h 91"/>
              <a:gd name="T52" fmla="*/ 9 w 83"/>
              <a:gd name="T53" fmla="*/ 86 h 91"/>
              <a:gd name="T54" fmla="*/ 9 w 83"/>
              <a:gd name="T55" fmla="*/ 86 h 91"/>
              <a:gd name="T56" fmla="*/ 10 w 83"/>
              <a:gd name="T57" fmla="*/ 85 h 91"/>
              <a:gd name="T58" fmla="*/ 9 w 83"/>
              <a:gd name="T59" fmla="*/ 85 h 91"/>
              <a:gd name="T60" fmla="*/ 7 w 83"/>
              <a:gd name="T61" fmla="*/ 85 h 91"/>
              <a:gd name="T62" fmla="*/ 6 w 83"/>
              <a:gd name="T63" fmla="*/ 85 h 91"/>
              <a:gd name="T64" fmla="*/ 6 w 83"/>
              <a:gd name="T65" fmla="*/ 85 h 91"/>
              <a:gd name="T66" fmla="*/ 4 w 83"/>
              <a:gd name="T67" fmla="*/ 85 h 91"/>
              <a:gd name="T68" fmla="*/ 4 w 83"/>
              <a:gd name="T69" fmla="*/ 85 h 91"/>
              <a:gd name="T70" fmla="*/ 9 w 83"/>
              <a:gd name="T71" fmla="*/ 77 h 91"/>
              <a:gd name="T72" fmla="*/ 13 w 83"/>
              <a:gd name="T73" fmla="*/ 74 h 91"/>
              <a:gd name="T74" fmla="*/ 12 w 83"/>
              <a:gd name="T75" fmla="*/ 73 h 91"/>
              <a:gd name="T76" fmla="*/ 10 w 83"/>
              <a:gd name="T77" fmla="*/ 73 h 91"/>
              <a:gd name="T78" fmla="*/ 13 w 83"/>
              <a:gd name="T79" fmla="*/ 61 h 91"/>
              <a:gd name="T80" fmla="*/ 4 w 83"/>
              <a:gd name="T81" fmla="*/ 60 h 91"/>
              <a:gd name="T82" fmla="*/ 3 w 83"/>
              <a:gd name="T83" fmla="*/ 60 h 91"/>
              <a:gd name="T84" fmla="*/ 0 w 83"/>
              <a:gd name="T85" fmla="*/ 54 h 91"/>
              <a:gd name="T86" fmla="*/ 0 w 83"/>
              <a:gd name="T87" fmla="*/ 54 h 91"/>
              <a:gd name="T88" fmla="*/ 7 w 83"/>
              <a:gd name="T89" fmla="*/ 43 h 91"/>
              <a:gd name="T90" fmla="*/ 19 w 83"/>
              <a:gd name="T91" fmla="*/ 37 h 91"/>
              <a:gd name="T92" fmla="*/ 32 w 83"/>
              <a:gd name="T93" fmla="*/ 24 h 91"/>
              <a:gd name="T94" fmla="*/ 32 w 83"/>
              <a:gd name="T95" fmla="*/ 24 h 91"/>
              <a:gd name="T96" fmla="*/ 34 w 83"/>
              <a:gd name="T97" fmla="*/ 24 h 91"/>
              <a:gd name="T98" fmla="*/ 41 w 83"/>
              <a:gd name="T99" fmla="*/ 28 h 91"/>
              <a:gd name="T100" fmla="*/ 50 w 83"/>
              <a:gd name="T101" fmla="*/ 27 h 91"/>
              <a:gd name="T102" fmla="*/ 50 w 83"/>
              <a:gd name="T103" fmla="*/ 18 h 91"/>
              <a:gd name="T104" fmla="*/ 50 w 83"/>
              <a:gd name="T105" fmla="*/ 17 h 91"/>
              <a:gd name="T106" fmla="*/ 50 w 83"/>
              <a:gd name="T107" fmla="*/ 17 h 91"/>
              <a:gd name="T108" fmla="*/ 61 w 83"/>
              <a:gd name="T109" fmla="*/ 17 h 91"/>
              <a:gd name="T110" fmla="*/ 68 w 83"/>
              <a:gd name="T111" fmla="*/ 11 h 91"/>
              <a:gd name="T112" fmla="*/ 74 w 83"/>
              <a:gd name="T113" fmla="*/ 0 h 91"/>
              <a:gd name="T114" fmla="*/ 75 w 83"/>
              <a:gd name="T11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3" h="91">
                <a:moveTo>
                  <a:pt x="75" y="0"/>
                </a:moveTo>
                <a:lnTo>
                  <a:pt x="75" y="0"/>
                </a:lnTo>
                <a:lnTo>
                  <a:pt x="75" y="0"/>
                </a:lnTo>
                <a:lnTo>
                  <a:pt x="81" y="6"/>
                </a:lnTo>
                <a:lnTo>
                  <a:pt x="83" y="11"/>
                </a:lnTo>
                <a:lnTo>
                  <a:pt x="83" y="11"/>
                </a:lnTo>
                <a:lnTo>
                  <a:pt x="71" y="24"/>
                </a:lnTo>
                <a:lnTo>
                  <a:pt x="71" y="36"/>
                </a:lnTo>
                <a:lnTo>
                  <a:pt x="71" y="37"/>
                </a:lnTo>
                <a:lnTo>
                  <a:pt x="53" y="51"/>
                </a:lnTo>
                <a:lnTo>
                  <a:pt x="41" y="57"/>
                </a:lnTo>
                <a:lnTo>
                  <a:pt x="41" y="66"/>
                </a:lnTo>
                <a:lnTo>
                  <a:pt x="53" y="76"/>
                </a:lnTo>
                <a:lnTo>
                  <a:pt x="53" y="77"/>
                </a:lnTo>
                <a:lnTo>
                  <a:pt x="53" y="77"/>
                </a:lnTo>
                <a:lnTo>
                  <a:pt x="46" y="83"/>
                </a:lnTo>
                <a:lnTo>
                  <a:pt x="37" y="83"/>
                </a:lnTo>
                <a:lnTo>
                  <a:pt x="30" y="91"/>
                </a:lnTo>
                <a:lnTo>
                  <a:pt x="28" y="91"/>
                </a:lnTo>
                <a:lnTo>
                  <a:pt x="28" y="91"/>
                </a:lnTo>
                <a:lnTo>
                  <a:pt x="18" y="86"/>
                </a:lnTo>
                <a:lnTo>
                  <a:pt x="18" y="89"/>
                </a:lnTo>
                <a:lnTo>
                  <a:pt x="16" y="89"/>
                </a:lnTo>
                <a:lnTo>
                  <a:pt x="12" y="91"/>
                </a:lnTo>
                <a:lnTo>
                  <a:pt x="12" y="91"/>
                </a:lnTo>
                <a:lnTo>
                  <a:pt x="12" y="91"/>
                </a:lnTo>
                <a:lnTo>
                  <a:pt x="9" y="86"/>
                </a:lnTo>
                <a:lnTo>
                  <a:pt x="9" y="86"/>
                </a:lnTo>
                <a:lnTo>
                  <a:pt x="10" y="85"/>
                </a:lnTo>
                <a:lnTo>
                  <a:pt x="9" y="85"/>
                </a:lnTo>
                <a:lnTo>
                  <a:pt x="7" y="85"/>
                </a:lnTo>
                <a:lnTo>
                  <a:pt x="6" y="85"/>
                </a:lnTo>
                <a:lnTo>
                  <a:pt x="6" y="85"/>
                </a:lnTo>
                <a:lnTo>
                  <a:pt x="4" y="85"/>
                </a:lnTo>
                <a:lnTo>
                  <a:pt x="4" y="85"/>
                </a:lnTo>
                <a:lnTo>
                  <a:pt x="9" y="77"/>
                </a:lnTo>
                <a:lnTo>
                  <a:pt x="13" y="74"/>
                </a:lnTo>
                <a:lnTo>
                  <a:pt x="12" y="73"/>
                </a:lnTo>
                <a:lnTo>
                  <a:pt x="10" y="73"/>
                </a:lnTo>
                <a:lnTo>
                  <a:pt x="13" y="61"/>
                </a:lnTo>
                <a:lnTo>
                  <a:pt x="4" y="60"/>
                </a:lnTo>
                <a:lnTo>
                  <a:pt x="3" y="60"/>
                </a:lnTo>
                <a:lnTo>
                  <a:pt x="0" y="54"/>
                </a:lnTo>
                <a:lnTo>
                  <a:pt x="0" y="54"/>
                </a:lnTo>
                <a:lnTo>
                  <a:pt x="7" y="43"/>
                </a:lnTo>
                <a:lnTo>
                  <a:pt x="19" y="37"/>
                </a:lnTo>
                <a:lnTo>
                  <a:pt x="32" y="24"/>
                </a:lnTo>
                <a:lnTo>
                  <a:pt x="32" y="24"/>
                </a:lnTo>
                <a:lnTo>
                  <a:pt x="34" y="24"/>
                </a:lnTo>
                <a:lnTo>
                  <a:pt x="41" y="28"/>
                </a:lnTo>
                <a:lnTo>
                  <a:pt x="50" y="27"/>
                </a:lnTo>
                <a:lnTo>
                  <a:pt x="50" y="18"/>
                </a:lnTo>
                <a:lnTo>
                  <a:pt x="50" y="17"/>
                </a:lnTo>
                <a:lnTo>
                  <a:pt x="50" y="17"/>
                </a:lnTo>
                <a:lnTo>
                  <a:pt x="61" y="17"/>
                </a:lnTo>
                <a:lnTo>
                  <a:pt x="68" y="11"/>
                </a:lnTo>
                <a:lnTo>
                  <a:pt x="74" y="0"/>
                </a:lnTo>
                <a:lnTo>
                  <a:pt x="75" y="0"/>
                </a:lnTo>
                <a:close/>
              </a:path>
            </a:pathLst>
          </a:custGeom>
          <a:solidFill>
            <a:srgbClr val="7D22C3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grpSp>
        <p:nvGrpSpPr>
          <p:cNvPr id="768" name="SOUTH KOREA">
            <a:extLst>
              <a:ext uri="{FF2B5EF4-FFF2-40B4-BE49-F238E27FC236}">
                <a16:creationId xmlns:a16="http://schemas.microsoft.com/office/drawing/2014/main" id="{505E7425-9768-2D22-6826-C89BB0514A3E}"/>
              </a:ext>
            </a:extLst>
          </p:cNvPr>
          <p:cNvGrpSpPr/>
          <p:nvPr userDrawn="1"/>
        </p:nvGrpSpPr>
        <p:grpSpPr>
          <a:xfrm>
            <a:off x="9370780" y="3399408"/>
            <a:ext cx="105038" cy="190380"/>
            <a:chOff x="9176380" y="3561833"/>
            <a:chExt cx="98803" cy="179078"/>
          </a:xfrm>
          <a:solidFill>
            <a:srgbClr val="7D22C3"/>
          </a:solidFill>
        </p:grpSpPr>
        <p:sp>
          <p:nvSpPr>
            <p:cNvPr id="967" name="Freeform 1654">
              <a:extLst>
                <a:ext uri="{FF2B5EF4-FFF2-40B4-BE49-F238E27FC236}">
                  <a16:creationId xmlns:a16="http://schemas.microsoft.com/office/drawing/2014/main" id="{AA9392D4-18FC-F5A6-53CB-55C46C8E3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0497" y="3732678"/>
              <a:ext cx="20584" cy="8233"/>
            </a:xfrm>
            <a:custGeom>
              <a:avLst/>
              <a:gdLst>
                <a:gd name="T0" fmla="*/ 1 w 10"/>
                <a:gd name="T1" fmla="*/ 0 h 4"/>
                <a:gd name="T2" fmla="*/ 10 w 10"/>
                <a:gd name="T3" fmla="*/ 0 h 4"/>
                <a:gd name="T4" fmla="*/ 10 w 10"/>
                <a:gd name="T5" fmla="*/ 0 h 4"/>
                <a:gd name="T6" fmla="*/ 10 w 10"/>
                <a:gd name="T7" fmla="*/ 1 h 4"/>
                <a:gd name="T8" fmla="*/ 4 w 10"/>
                <a:gd name="T9" fmla="*/ 4 h 4"/>
                <a:gd name="T10" fmla="*/ 3 w 10"/>
                <a:gd name="T11" fmla="*/ 4 h 4"/>
                <a:gd name="T12" fmla="*/ 3 w 10"/>
                <a:gd name="T13" fmla="*/ 4 h 4"/>
                <a:gd name="T14" fmla="*/ 1 w 10"/>
                <a:gd name="T15" fmla="*/ 4 h 4"/>
                <a:gd name="T16" fmla="*/ 0 w 10"/>
                <a:gd name="T17" fmla="*/ 3 h 4"/>
                <a:gd name="T18" fmla="*/ 1 w 10"/>
                <a:gd name="T19" fmla="*/ 0 h 4"/>
                <a:gd name="T20" fmla="*/ 1 w 10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4">
                  <a:moveTo>
                    <a:pt x="1" y="0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68" name="Freeform 1656">
              <a:extLst>
                <a:ext uri="{FF2B5EF4-FFF2-40B4-BE49-F238E27FC236}">
                  <a16:creationId xmlns:a16="http://schemas.microsoft.com/office/drawing/2014/main" id="{697E3C0E-13F8-4D00-E04A-8ADB9BC04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6380" y="3561833"/>
              <a:ext cx="98803" cy="139970"/>
            </a:xfrm>
            <a:custGeom>
              <a:avLst/>
              <a:gdLst>
                <a:gd name="T0" fmla="*/ 31 w 48"/>
                <a:gd name="T1" fmla="*/ 0 h 68"/>
                <a:gd name="T2" fmla="*/ 31 w 48"/>
                <a:gd name="T3" fmla="*/ 0 h 68"/>
                <a:gd name="T4" fmla="*/ 31 w 48"/>
                <a:gd name="T5" fmla="*/ 0 h 68"/>
                <a:gd name="T6" fmla="*/ 43 w 48"/>
                <a:gd name="T7" fmla="*/ 18 h 68"/>
                <a:gd name="T8" fmla="*/ 48 w 48"/>
                <a:gd name="T9" fmla="*/ 41 h 68"/>
                <a:gd name="T10" fmla="*/ 43 w 48"/>
                <a:gd name="T11" fmla="*/ 53 h 68"/>
                <a:gd name="T12" fmla="*/ 39 w 48"/>
                <a:gd name="T13" fmla="*/ 56 h 68"/>
                <a:gd name="T14" fmla="*/ 37 w 48"/>
                <a:gd name="T15" fmla="*/ 58 h 68"/>
                <a:gd name="T16" fmla="*/ 37 w 48"/>
                <a:gd name="T17" fmla="*/ 58 h 68"/>
                <a:gd name="T18" fmla="*/ 33 w 48"/>
                <a:gd name="T19" fmla="*/ 56 h 68"/>
                <a:gd name="T20" fmla="*/ 30 w 48"/>
                <a:gd name="T21" fmla="*/ 61 h 68"/>
                <a:gd name="T22" fmla="*/ 30 w 48"/>
                <a:gd name="T23" fmla="*/ 61 h 68"/>
                <a:gd name="T24" fmla="*/ 30 w 48"/>
                <a:gd name="T25" fmla="*/ 61 h 68"/>
                <a:gd name="T26" fmla="*/ 25 w 48"/>
                <a:gd name="T27" fmla="*/ 59 h 68"/>
                <a:gd name="T28" fmla="*/ 21 w 48"/>
                <a:gd name="T29" fmla="*/ 64 h 68"/>
                <a:gd name="T30" fmla="*/ 19 w 48"/>
                <a:gd name="T31" fmla="*/ 64 h 68"/>
                <a:gd name="T32" fmla="*/ 19 w 48"/>
                <a:gd name="T33" fmla="*/ 64 h 68"/>
                <a:gd name="T34" fmla="*/ 19 w 48"/>
                <a:gd name="T35" fmla="*/ 64 h 68"/>
                <a:gd name="T36" fmla="*/ 18 w 48"/>
                <a:gd name="T37" fmla="*/ 62 h 68"/>
                <a:gd name="T38" fmla="*/ 18 w 48"/>
                <a:gd name="T39" fmla="*/ 65 h 68"/>
                <a:gd name="T40" fmla="*/ 16 w 48"/>
                <a:gd name="T41" fmla="*/ 67 h 68"/>
                <a:gd name="T42" fmla="*/ 16 w 48"/>
                <a:gd name="T43" fmla="*/ 67 h 68"/>
                <a:gd name="T44" fmla="*/ 16 w 48"/>
                <a:gd name="T45" fmla="*/ 67 h 68"/>
                <a:gd name="T46" fmla="*/ 15 w 48"/>
                <a:gd name="T47" fmla="*/ 65 h 68"/>
                <a:gd name="T48" fmla="*/ 15 w 48"/>
                <a:gd name="T49" fmla="*/ 64 h 68"/>
                <a:gd name="T50" fmla="*/ 12 w 48"/>
                <a:gd name="T51" fmla="*/ 67 h 68"/>
                <a:gd name="T52" fmla="*/ 10 w 48"/>
                <a:gd name="T53" fmla="*/ 67 h 68"/>
                <a:gd name="T54" fmla="*/ 9 w 48"/>
                <a:gd name="T55" fmla="*/ 67 h 68"/>
                <a:gd name="T56" fmla="*/ 6 w 48"/>
                <a:gd name="T57" fmla="*/ 68 h 68"/>
                <a:gd name="T58" fmla="*/ 3 w 48"/>
                <a:gd name="T59" fmla="*/ 68 h 68"/>
                <a:gd name="T60" fmla="*/ 3 w 48"/>
                <a:gd name="T61" fmla="*/ 68 h 68"/>
                <a:gd name="T62" fmla="*/ 2 w 48"/>
                <a:gd name="T63" fmla="*/ 68 h 68"/>
                <a:gd name="T64" fmla="*/ 2 w 48"/>
                <a:gd name="T65" fmla="*/ 68 h 68"/>
                <a:gd name="T66" fmla="*/ 3 w 48"/>
                <a:gd name="T67" fmla="*/ 62 h 68"/>
                <a:gd name="T68" fmla="*/ 3 w 48"/>
                <a:gd name="T69" fmla="*/ 62 h 68"/>
                <a:gd name="T70" fmla="*/ 3 w 48"/>
                <a:gd name="T71" fmla="*/ 62 h 68"/>
                <a:gd name="T72" fmla="*/ 3 w 48"/>
                <a:gd name="T73" fmla="*/ 62 h 68"/>
                <a:gd name="T74" fmla="*/ 6 w 48"/>
                <a:gd name="T75" fmla="*/ 64 h 68"/>
                <a:gd name="T76" fmla="*/ 6 w 48"/>
                <a:gd name="T77" fmla="*/ 61 h 68"/>
                <a:gd name="T78" fmla="*/ 3 w 48"/>
                <a:gd name="T79" fmla="*/ 61 h 68"/>
                <a:gd name="T80" fmla="*/ 3 w 48"/>
                <a:gd name="T81" fmla="*/ 59 h 68"/>
                <a:gd name="T82" fmla="*/ 9 w 48"/>
                <a:gd name="T83" fmla="*/ 44 h 68"/>
                <a:gd name="T84" fmla="*/ 6 w 48"/>
                <a:gd name="T85" fmla="*/ 33 h 68"/>
                <a:gd name="T86" fmla="*/ 5 w 48"/>
                <a:gd name="T87" fmla="*/ 36 h 68"/>
                <a:gd name="T88" fmla="*/ 3 w 48"/>
                <a:gd name="T89" fmla="*/ 36 h 68"/>
                <a:gd name="T90" fmla="*/ 3 w 48"/>
                <a:gd name="T91" fmla="*/ 36 h 68"/>
                <a:gd name="T92" fmla="*/ 3 w 48"/>
                <a:gd name="T93" fmla="*/ 34 h 68"/>
                <a:gd name="T94" fmla="*/ 0 w 48"/>
                <a:gd name="T95" fmla="*/ 30 h 68"/>
                <a:gd name="T96" fmla="*/ 2 w 48"/>
                <a:gd name="T97" fmla="*/ 30 h 68"/>
                <a:gd name="T98" fmla="*/ 9 w 48"/>
                <a:gd name="T99" fmla="*/ 25 h 68"/>
                <a:gd name="T100" fmla="*/ 9 w 48"/>
                <a:gd name="T101" fmla="*/ 25 h 68"/>
                <a:gd name="T102" fmla="*/ 9 w 48"/>
                <a:gd name="T103" fmla="*/ 27 h 68"/>
                <a:gd name="T104" fmla="*/ 10 w 48"/>
                <a:gd name="T105" fmla="*/ 27 h 68"/>
                <a:gd name="T106" fmla="*/ 6 w 48"/>
                <a:gd name="T107" fmla="*/ 15 h 68"/>
                <a:gd name="T108" fmla="*/ 6 w 48"/>
                <a:gd name="T109" fmla="*/ 13 h 68"/>
                <a:gd name="T110" fmla="*/ 15 w 48"/>
                <a:gd name="T111" fmla="*/ 6 h 68"/>
                <a:gd name="T112" fmla="*/ 15 w 48"/>
                <a:gd name="T113" fmla="*/ 6 h 68"/>
                <a:gd name="T114" fmla="*/ 24 w 48"/>
                <a:gd name="T115" fmla="*/ 6 h 68"/>
                <a:gd name="T116" fmla="*/ 31 w 48"/>
                <a:gd name="T117" fmla="*/ 0 h 68"/>
                <a:gd name="T118" fmla="*/ 31 w 48"/>
                <a:gd name="T11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8" h="68">
                  <a:moveTo>
                    <a:pt x="31" y="0"/>
                  </a:moveTo>
                  <a:lnTo>
                    <a:pt x="31" y="0"/>
                  </a:lnTo>
                  <a:lnTo>
                    <a:pt x="31" y="0"/>
                  </a:lnTo>
                  <a:lnTo>
                    <a:pt x="43" y="18"/>
                  </a:lnTo>
                  <a:lnTo>
                    <a:pt x="48" y="41"/>
                  </a:lnTo>
                  <a:lnTo>
                    <a:pt x="43" y="53"/>
                  </a:lnTo>
                  <a:lnTo>
                    <a:pt x="39" y="56"/>
                  </a:lnTo>
                  <a:lnTo>
                    <a:pt x="37" y="58"/>
                  </a:lnTo>
                  <a:lnTo>
                    <a:pt x="37" y="58"/>
                  </a:lnTo>
                  <a:lnTo>
                    <a:pt x="33" y="56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5" y="59"/>
                  </a:lnTo>
                  <a:lnTo>
                    <a:pt x="21" y="64"/>
                  </a:lnTo>
                  <a:lnTo>
                    <a:pt x="19" y="64"/>
                  </a:lnTo>
                  <a:lnTo>
                    <a:pt x="19" y="64"/>
                  </a:lnTo>
                  <a:lnTo>
                    <a:pt x="19" y="64"/>
                  </a:lnTo>
                  <a:lnTo>
                    <a:pt x="18" y="62"/>
                  </a:lnTo>
                  <a:lnTo>
                    <a:pt x="18" y="65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15" y="65"/>
                  </a:lnTo>
                  <a:lnTo>
                    <a:pt x="15" y="64"/>
                  </a:lnTo>
                  <a:lnTo>
                    <a:pt x="12" y="67"/>
                  </a:lnTo>
                  <a:lnTo>
                    <a:pt x="10" y="67"/>
                  </a:lnTo>
                  <a:lnTo>
                    <a:pt x="9" y="67"/>
                  </a:lnTo>
                  <a:lnTo>
                    <a:pt x="6" y="68"/>
                  </a:lnTo>
                  <a:lnTo>
                    <a:pt x="3" y="68"/>
                  </a:lnTo>
                  <a:lnTo>
                    <a:pt x="3" y="68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6" y="64"/>
                  </a:lnTo>
                  <a:lnTo>
                    <a:pt x="6" y="61"/>
                  </a:lnTo>
                  <a:lnTo>
                    <a:pt x="3" y="61"/>
                  </a:lnTo>
                  <a:lnTo>
                    <a:pt x="3" y="59"/>
                  </a:lnTo>
                  <a:lnTo>
                    <a:pt x="9" y="44"/>
                  </a:lnTo>
                  <a:lnTo>
                    <a:pt x="6" y="33"/>
                  </a:lnTo>
                  <a:lnTo>
                    <a:pt x="5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0" y="30"/>
                  </a:lnTo>
                  <a:lnTo>
                    <a:pt x="2" y="30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7"/>
                  </a:lnTo>
                  <a:lnTo>
                    <a:pt x="10" y="27"/>
                  </a:lnTo>
                  <a:lnTo>
                    <a:pt x="6" y="15"/>
                  </a:lnTo>
                  <a:lnTo>
                    <a:pt x="6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24" y="6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</p:grpSp>
      <p:sp>
        <p:nvSpPr>
          <p:cNvPr id="769" name="LAOS">
            <a:extLst>
              <a:ext uri="{FF2B5EF4-FFF2-40B4-BE49-F238E27FC236}">
                <a16:creationId xmlns:a16="http://schemas.microsoft.com/office/drawing/2014/main" id="{EFCE39FC-988B-C907-9EC7-9B49EC16400E}"/>
              </a:ext>
            </a:extLst>
          </p:cNvPr>
          <p:cNvSpPr>
            <a:spLocks/>
          </p:cNvSpPr>
          <p:nvPr/>
        </p:nvSpPr>
        <p:spPr bwMode="auto">
          <a:xfrm>
            <a:off x="8631136" y="3931163"/>
            <a:ext cx="212265" cy="260405"/>
          </a:xfrm>
          <a:custGeom>
            <a:avLst/>
            <a:gdLst>
              <a:gd name="T0" fmla="*/ 22 w 97"/>
              <a:gd name="T1" fmla="*/ 0 h 119"/>
              <a:gd name="T2" fmla="*/ 36 w 97"/>
              <a:gd name="T3" fmla="*/ 12 h 119"/>
              <a:gd name="T4" fmla="*/ 40 w 97"/>
              <a:gd name="T5" fmla="*/ 22 h 119"/>
              <a:gd name="T6" fmla="*/ 54 w 97"/>
              <a:gd name="T7" fmla="*/ 22 h 119"/>
              <a:gd name="T8" fmla="*/ 61 w 97"/>
              <a:gd name="T9" fmla="*/ 36 h 119"/>
              <a:gd name="T10" fmla="*/ 56 w 97"/>
              <a:gd name="T11" fmla="*/ 40 h 119"/>
              <a:gd name="T12" fmla="*/ 52 w 97"/>
              <a:gd name="T13" fmla="*/ 40 h 119"/>
              <a:gd name="T14" fmla="*/ 65 w 97"/>
              <a:gd name="T15" fmla="*/ 53 h 119"/>
              <a:gd name="T16" fmla="*/ 82 w 97"/>
              <a:gd name="T17" fmla="*/ 71 h 119"/>
              <a:gd name="T18" fmla="*/ 83 w 97"/>
              <a:gd name="T19" fmla="*/ 82 h 119"/>
              <a:gd name="T20" fmla="*/ 92 w 97"/>
              <a:gd name="T21" fmla="*/ 86 h 119"/>
              <a:gd name="T22" fmla="*/ 95 w 97"/>
              <a:gd name="T23" fmla="*/ 107 h 119"/>
              <a:gd name="T24" fmla="*/ 89 w 97"/>
              <a:gd name="T25" fmla="*/ 113 h 119"/>
              <a:gd name="T26" fmla="*/ 88 w 97"/>
              <a:gd name="T27" fmla="*/ 113 h 119"/>
              <a:gd name="T28" fmla="*/ 85 w 97"/>
              <a:gd name="T29" fmla="*/ 111 h 119"/>
              <a:gd name="T30" fmla="*/ 82 w 97"/>
              <a:gd name="T31" fmla="*/ 111 h 119"/>
              <a:gd name="T32" fmla="*/ 76 w 97"/>
              <a:gd name="T33" fmla="*/ 119 h 119"/>
              <a:gd name="T34" fmla="*/ 65 w 97"/>
              <a:gd name="T35" fmla="*/ 113 h 119"/>
              <a:gd name="T36" fmla="*/ 65 w 97"/>
              <a:gd name="T37" fmla="*/ 113 h 119"/>
              <a:gd name="T38" fmla="*/ 68 w 97"/>
              <a:gd name="T39" fmla="*/ 95 h 119"/>
              <a:gd name="T40" fmla="*/ 56 w 97"/>
              <a:gd name="T41" fmla="*/ 68 h 119"/>
              <a:gd name="T42" fmla="*/ 43 w 97"/>
              <a:gd name="T43" fmla="*/ 58 h 119"/>
              <a:gd name="T44" fmla="*/ 37 w 97"/>
              <a:gd name="T45" fmla="*/ 62 h 119"/>
              <a:gd name="T46" fmla="*/ 33 w 97"/>
              <a:gd name="T47" fmla="*/ 64 h 119"/>
              <a:gd name="T48" fmla="*/ 22 w 97"/>
              <a:gd name="T49" fmla="*/ 61 h 119"/>
              <a:gd name="T50" fmla="*/ 11 w 97"/>
              <a:gd name="T51" fmla="*/ 70 h 119"/>
              <a:gd name="T52" fmla="*/ 9 w 97"/>
              <a:gd name="T53" fmla="*/ 68 h 119"/>
              <a:gd name="T54" fmla="*/ 6 w 97"/>
              <a:gd name="T55" fmla="*/ 40 h 119"/>
              <a:gd name="T56" fmla="*/ 5 w 97"/>
              <a:gd name="T57" fmla="*/ 31 h 119"/>
              <a:gd name="T58" fmla="*/ 0 w 97"/>
              <a:gd name="T59" fmla="*/ 28 h 119"/>
              <a:gd name="T60" fmla="*/ 12 w 97"/>
              <a:gd name="T61" fmla="*/ 12 h 119"/>
              <a:gd name="T62" fmla="*/ 13 w 97"/>
              <a:gd name="T63" fmla="*/ 12 h 119"/>
              <a:gd name="T64" fmla="*/ 15 w 97"/>
              <a:gd name="T65" fmla="*/ 18 h 119"/>
              <a:gd name="T66" fmla="*/ 18 w 97"/>
              <a:gd name="T67" fmla="*/ 2 h 119"/>
              <a:gd name="T68" fmla="*/ 21 w 97"/>
              <a:gd name="T69" fmla="*/ 0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7" h="119">
                <a:moveTo>
                  <a:pt x="21" y="0"/>
                </a:moveTo>
                <a:lnTo>
                  <a:pt x="22" y="0"/>
                </a:lnTo>
                <a:lnTo>
                  <a:pt x="28" y="2"/>
                </a:lnTo>
                <a:lnTo>
                  <a:pt x="36" y="12"/>
                </a:lnTo>
                <a:lnTo>
                  <a:pt x="37" y="19"/>
                </a:lnTo>
                <a:lnTo>
                  <a:pt x="40" y="22"/>
                </a:lnTo>
                <a:lnTo>
                  <a:pt x="52" y="22"/>
                </a:lnTo>
                <a:lnTo>
                  <a:pt x="54" y="22"/>
                </a:lnTo>
                <a:lnTo>
                  <a:pt x="56" y="25"/>
                </a:lnTo>
                <a:lnTo>
                  <a:pt x="61" y="36"/>
                </a:lnTo>
                <a:lnTo>
                  <a:pt x="61" y="36"/>
                </a:lnTo>
                <a:lnTo>
                  <a:pt x="56" y="40"/>
                </a:lnTo>
                <a:lnTo>
                  <a:pt x="56" y="40"/>
                </a:lnTo>
                <a:lnTo>
                  <a:pt x="52" y="40"/>
                </a:lnTo>
                <a:lnTo>
                  <a:pt x="51" y="45"/>
                </a:lnTo>
                <a:lnTo>
                  <a:pt x="65" y="53"/>
                </a:lnTo>
                <a:lnTo>
                  <a:pt x="76" y="68"/>
                </a:lnTo>
                <a:lnTo>
                  <a:pt x="82" y="71"/>
                </a:lnTo>
                <a:lnTo>
                  <a:pt x="82" y="73"/>
                </a:lnTo>
                <a:lnTo>
                  <a:pt x="83" y="82"/>
                </a:lnTo>
                <a:lnTo>
                  <a:pt x="92" y="86"/>
                </a:lnTo>
                <a:lnTo>
                  <a:pt x="92" y="86"/>
                </a:lnTo>
                <a:lnTo>
                  <a:pt x="97" y="99"/>
                </a:lnTo>
                <a:lnTo>
                  <a:pt x="95" y="107"/>
                </a:lnTo>
                <a:lnTo>
                  <a:pt x="95" y="108"/>
                </a:lnTo>
                <a:lnTo>
                  <a:pt x="89" y="113"/>
                </a:lnTo>
                <a:lnTo>
                  <a:pt x="89" y="113"/>
                </a:lnTo>
                <a:lnTo>
                  <a:pt x="88" y="113"/>
                </a:lnTo>
                <a:lnTo>
                  <a:pt x="86" y="113"/>
                </a:lnTo>
                <a:lnTo>
                  <a:pt x="85" y="111"/>
                </a:lnTo>
                <a:lnTo>
                  <a:pt x="82" y="111"/>
                </a:lnTo>
                <a:lnTo>
                  <a:pt x="82" y="111"/>
                </a:lnTo>
                <a:lnTo>
                  <a:pt x="76" y="117"/>
                </a:lnTo>
                <a:lnTo>
                  <a:pt x="76" y="119"/>
                </a:lnTo>
                <a:lnTo>
                  <a:pt x="74" y="119"/>
                </a:lnTo>
                <a:lnTo>
                  <a:pt x="65" y="113"/>
                </a:lnTo>
                <a:lnTo>
                  <a:pt x="65" y="113"/>
                </a:lnTo>
                <a:lnTo>
                  <a:pt x="65" y="113"/>
                </a:lnTo>
                <a:lnTo>
                  <a:pt x="68" y="110"/>
                </a:lnTo>
                <a:lnTo>
                  <a:pt x="68" y="95"/>
                </a:lnTo>
                <a:lnTo>
                  <a:pt x="59" y="86"/>
                </a:lnTo>
                <a:lnTo>
                  <a:pt x="56" y="68"/>
                </a:lnTo>
                <a:lnTo>
                  <a:pt x="48" y="58"/>
                </a:lnTo>
                <a:lnTo>
                  <a:pt x="43" y="58"/>
                </a:lnTo>
                <a:lnTo>
                  <a:pt x="39" y="59"/>
                </a:lnTo>
                <a:lnTo>
                  <a:pt x="37" y="62"/>
                </a:lnTo>
                <a:lnTo>
                  <a:pt x="33" y="64"/>
                </a:lnTo>
                <a:lnTo>
                  <a:pt x="33" y="64"/>
                </a:lnTo>
                <a:lnTo>
                  <a:pt x="31" y="64"/>
                </a:lnTo>
                <a:lnTo>
                  <a:pt x="22" y="61"/>
                </a:lnTo>
                <a:lnTo>
                  <a:pt x="11" y="68"/>
                </a:lnTo>
                <a:lnTo>
                  <a:pt x="11" y="70"/>
                </a:lnTo>
                <a:lnTo>
                  <a:pt x="11" y="68"/>
                </a:lnTo>
                <a:lnTo>
                  <a:pt x="9" y="68"/>
                </a:lnTo>
                <a:lnTo>
                  <a:pt x="12" y="42"/>
                </a:lnTo>
                <a:lnTo>
                  <a:pt x="6" y="40"/>
                </a:lnTo>
                <a:lnTo>
                  <a:pt x="5" y="39"/>
                </a:lnTo>
                <a:lnTo>
                  <a:pt x="5" y="31"/>
                </a:lnTo>
                <a:lnTo>
                  <a:pt x="0" y="30"/>
                </a:lnTo>
                <a:lnTo>
                  <a:pt x="0" y="28"/>
                </a:lnTo>
                <a:lnTo>
                  <a:pt x="2" y="25"/>
                </a:lnTo>
                <a:lnTo>
                  <a:pt x="12" y="12"/>
                </a:lnTo>
                <a:lnTo>
                  <a:pt x="13" y="12"/>
                </a:lnTo>
                <a:lnTo>
                  <a:pt x="13" y="12"/>
                </a:lnTo>
                <a:lnTo>
                  <a:pt x="13" y="12"/>
                </a:lnTo>
                <a:lnTo>
                  <a:pt x="15" y="18"/>
                </a:lnTo>
                <a:lnTo>
                  <a:pt x="19" y="16"/>
                </a:lnTo>
                <a:lnTo>
                  <a:pt x="18" y="2"/>
                </a:lnTo>
                <a:lnTo>
                  <a:pt x="18" y="2"/>
                </a:lnTo>
                <a:lnTo>
                  <a:pt x="21" y="0"/>
                </a:lnTo>
                <a:lnTo>
                  <a:pt x="21" y="0"/>
                </a:lnTo>
                <a:close/>
              </a:path>
            </a:pathLst>
          </a:custGeom>
          <a:solidFill>
            <a:srgbClr val="7D22C3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70" name="BRUNEI">
            <a:extLst>
              <a:ext uri="{FF2B5EF4-FFF2-40B4-BE49-F238E27FC236}">
                <a16:creationId xmlns:a16="http://schemas.microsoft.com/office/drawing/2014/main" id="{CBCF96F8-70E4-B7D4-4309-B5BF81136106}"/>
              </a:ext>
            </a:extLst>
          </p:cNvPr>
          <p:cNvSpPr>
            <a:spLocks/>
          </p:cNvSpPr>
          <p:nvPr/>
        </p:nvSpPr>
        <p:spPr bwMode="auto">
          <a:xfrm>
            <a:off x="8900298" y="4392894"/>
            <a:ext cx="280101" cy="170686"/>
          </a:xfrm>
          <a:custGeom>
            <a:avLst/>
            <a:gdLst>
              <a:gd name="T0" fmla="*/ 94 w 128"/>
              <a:gd name="T1" fmla="*/ 0 h 78"/>
              <a:gd name="T2" fmla="*/ 95 w 128"/>
              <a:gd name="T3" fmla="*/ 3 h 78"/>
              <a:gd name="T4" fmla="*/ 99 w 128"/>
              <a:gd name="T5" fmla="*/ 0 h 78"/>
              <a:gd name="T6" fmla="*/ 99 w 128"/>
              <a:gd name="T7" fmla="*/ 0 h 78"/>
              <a:gd name="T8" fmla="*/ 105 w 128"/>
              <a:gd name="T9" fmla="*/ 6 h 78"/>
              <a:gd name="T10" fmla="*/ 107 w 128"/>
              <a:gd name="T11" fmla="*/ 11 h 78"/>
              <a:gd name="T12" fmla="*/ 108 w 128"/>
              <a:gd name="T13" fmla="*/ 11 h 78"/>
              <a:gd name="T14" fmla="*/ 111 w 128"/>
              <a:gd name="T15" fmla="*/ 11 h 78"/>
              <a:gd name="T16" fmla="*/ 111 w 128"/>
              <a:gd name="T17" fmla="*/ 13 h 78"/>
              <a:gd name="T18" fmla="*/ 114 w 128"/>
              <a:gd name="T19" fmla="*/ 14 h 78"/>
              <a:gd name="T20" fmla="*/ 128 w 128"/>
              <a:gd name="T21" fmla="*/ 22 h 78"/>
              <a:gd name="T22" fmla="*/ 120 w 128"/>
              <a:gd name="T23" fmla="*/ 26 h 78"/>
              <a:gd name="T24" fmla="*/ 119 w 128"/>
              <a:gd name="T25" fmla="*/ 32 h 78"/>
              <a:gd name="T26" fmla="*/ 117 w 128"/>
              <a:gd name="T27" fmla="*/ 34 h 78"/>
              <a:gd name="T28" fmla="*/ 111 w 128"/>
              <a:gd name="T29" fmla="*/ 37 h 78"/>
              <a:gd name="T30" fmla="*/ 107 w 128"/>
              <a:gd name="T31" fmla="*/ 34 h 78"/>
              <a:gd name="T32" fmla="*/ 105 w 128"/>
              <a:gd name="T33" fmla="*/ 37 h 78"/>
              <a:gd name="T34" fmla="*/ 98 w 128"/>
              <a:gd name="T35" fmla="*/ 34 h 78"/>
              <a:gd name="T36" fmla="*/ 68 w 128"/>
              <a:gd name="T37" fmla="*/ 65 h 78"/>
              <a:gd name="T38" fmla="*/ 61 w 128"/>
              <a:gd name="T39" fmla="*/ 72 h 78"/>
              <a:gd name="T40" fmla="*/ 43 w 128"/>
              <a:gd name="T41" fmla="*/ 71 h 78"/>
              <a:gd name="T42" fmla="*/ 28 w 128"/>
              <a:gd name="T43" fmla="*/ 78 h 78"/>
              <a:gd name="T44" fmla="*/ 14 w 128"/>
              <a:gd name="T45" fmla="*/ 78 h 78"/>
              <a:gd name="T46" fmla="*/ 0 w 128"/>
              <a:gd name="T47" fmla="*/ 63 h 78"/>
              <a:gd name="T48" fmla="*/ 2 w 128"/>
              <a:gd name="T49" fmla="*/ 62 h 78"/>
              <a:gd name="T50" fmla="*/ 2 w 128"/>
              <a:gd name="T51" fmla="*/ 62 h 78"/>
              <a:gd name="T52" fmla="*/ 19 w 128"/>
              <a:gd name="T53" fmla="*/ 68 h 78"/>
              <a:gd name="T54" fmla="*/ 21 w 128"/>
              <a:gd name="T55" fmla="*/ 59 h 78"/>
              <a:gd name="T56" fmla="*/ 27 w 128"/>
              <a:gd name="T57" fmla="*/ 53 h 78"/>
              <a:gd name="T58" fmla="*/ 43 w 128"/>
              <a:gd name="T59" fmla="*/ 50 h 78"/>
              <a:gd name="T60" fmla="*/ 58 w 128"/>
              <a:gd name="T61" fmla="*/ 29 h 78"/>
              <a:gd name="T62" fmla="*/ 58 w 128"/>
              <a:gd name="T63" fmla="*/ 29 h 78"/>
              <a:gd name="T64" fmla="*/ 65 w 128"/>
              <a:gd name="T65" fmla="*/ 37 h 78"/>
              <a:gd name="T66" fmla="*/ 70 w 128"/>
              <a:gd name="T67" fmla="*/ 26 h 78"/>
              <a:gd name="T68" fmla="*/ 71 w 128"/>
              <a:gd name="T69" fmla="*/ 26 h 78"/>
              <a:gd name="T70" fmla="*/ 73 w 128"/>
              <a:gd name="T71" fmla="*/ 26 h 78"/>
              <a:gd name="T72" fmla="*/ 77 w 128"/>
              <a:gd name="T73" fmla="*/ 22 h 78"/>
              <a:gd name="T74" fmla="*/ 77 w 128"/>
              <a:gd name="T75" fmla="*/ 19 h 78"/>
              <a:gd name="T76" fmla="*/ 94 w 128"/>
              <a:gd name="T77" fmla="*/ 0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78">
                <a:moveTo>
                  <a:pt x="94" y="0"/>
                </a:moveTo>
                <a:lnTo>
                  <a:pt x="94" y="0"/>
                </a:lnTo>
                <a:lnTo>
                  <a:pt x="95" y="0"/>
                </a:lnTo>
                <a:lnTo>
                  <a:pt x="95" y="3"/>
                </a:lnTo>
                <a:lnTo>
                  <a:pt x="98" y="0"/>
                </a:lnTo>
                <a:lnTo>
                  <a:pt x="99" y="0"/>
                </a:lnTo>
                <a:lnTo>
                  <a:pt x="99" y="0"/>
                </a:lnTo>
                <a:lnTo>
                  <a:pt x="99" y="0"/>
                </a:lnTo>
                <a:lnTo>
                  <a:pt x="102" y="4"/>
                </a:lnTo>
                <a:lnTo>
                  <a:pt x="105" y="6"/>
                </a:lnTo>
                <a:lnTo>
                  <a:pt x="107" y="7"/>
                </a:lnTo>
                <a:lnTo>
                  <a:pt x="107" y="11"/>
                </a:lnTo>
                <a:lnTo>
                  <a:pt x="107" y="11"/>
                </a:lnTo>
                <a:lnTo>
                  <a:pt x="108" y="11"/>
                </a:lnTo>
                <a:lnTo>
                  <a:pt x="110" y="11"/>
                </a:lnTo>
                <a:lnTo>
                  <a:pt x="111" y="11"/>
                </a:lnTo>
                <a:lnTo>
                  <a:pt x="111" y="11"/>
                </a:lnTo>
                <a:lnTo>
                  <a:pt x="111" y="13"/>
                </a:lnTo>
                <a:lnTo>
                  <a:pt x="111" y="16"/>
                </a:lnTo>
                <a:lnTo>
                  <a:pt x="114" y="14"/>
                </a:lnTo>
                <a:lnTo>
                  <a:pt x="128" y="22"/>
                </a:lnTo>
                <a:lnTo>
                  <a:pt x="128" y="22"/>
                </a:lnTo>
                <a:lnTo>
                  <a:pt x="128" y="23"/>
                </a:lnTo>
                <a:lnTo>
                  <a:pt x="120" y="26"/>
                </a:lnTo>
                <a:lnTo>
                  <a:pt x="114" y="26"/>
                </a:lnTo>
                <a:lnTo>
                  <a:pt x="119" y="32"/>
                </a:lnTo>
                <a:lnTo>
                  <a:pt x="119" y="34"/>
                </a:lnTo>
                <a:lnTo>
                  <a:pt x="117" y="34"/>
                </a:lnTo>
                <a:lnTo>
                  <a:pt x="111" y="37"/>
                </a:lnTo>
                <a:lnTo>
                  <a:pt x="111" y="37"/>
                </a:lnTo>
                <a:lnTo>
                  <a:pt x="111" y="37"/>
                </a:lnTo>
                <a:lnTo>
                  <a:pt x="107" y="34"/>
                </a:lnTo>
                <a:lnTo>
                  <a:pt x="105" y="37"/>
                </a:lnTo>
                <a:lnTo>
                  <a:pt x="105" y="37"/>
                </a:lnTo>
                <a:lnTo>
                  <a:pt x="105" y="37"/>
                </a:lnTo>
                <a:lnTo>
                  <a:pt x="98" y="34"/>
                </a:lnTo>
                <a:lnTo>
                  <a:pt x="82" y="34"/>
                </a:lnTo>
                <a:lnTo>
                  <a:pt x="68" y="65"/>
                </a:lnTo>
                <a:lnTo>
                  <a:pt x="65" y="69"/>
                </a:lnTo>
                <a:lnTo>
                  <a:pt x="61" y="72"/>
                </a:lnTo>
                <a:lnTo>
                  <a:pt x="51" y="75"/>
                </a:lnTo>
                <a:lnTo>
                  <a:pt x="43" y="71"/>
                </a:lnTo>
                <a:lnTo>
                  <a:pt x="37" y="71"/>
                </a:lnTo>
                <a:lnTo>
                  <a:pt x="28" y="78"/>
                </a:lnTo>
                <a:lnTo>
                  <a:pt x="27" y="78"/>
                </a:lnTo>
                <a:lnTo>
                  <a:pt x="14" y="78"/>
                </a:lnTo>
                <a:lnTo>
                  <a:pt x="6" y="75"/>
                </a:lnTo>
                <a:lnTo>
                  <a:pt x="0" y="63"/>
                </a:lnTo>
                <a:lnTo>
                  <a:pt x="0" y="63"/>
                </a:lnTo>
                <a:lnTo>
                  <a:pt x="2" y="62"/>
                </a:lnTo>
                <a:lnTo>
                  <a:pt x="2" y="62"/>
                </a:lnTo>
                <a:lnTo>
                  <a:pt x="2" y="62"/>
                </a:lnTo>
                <a:lnTo>
                  <a:pt x="8" y="66"/>
                </a:lnTo>
                <a:lnTo>
                  <a:pt x="19" y="68"/>
                </a:lnTo>
                <a:lnTo>
                  <a:pt x="21" y="60"/>
                </a:lnTo>
                <a:lnTo>
                  <a:pt x="21" y="59"/>
                </a:lnTo>
                <a:lnTo>
                  <a:pt x="24" y="59"/>
                </a:lnTo>
                <a:lnTo>
                  <a:pt x="27" y="53"/>
                </a:lnTo>
                <a:lnTo>
                  <a:pt x="27" y="51"/>
                </a:lnTo>
                <a:lnTo>
                  <a:pt x="43" y="50"/>
                </a:lnTo>
                <a:lnTo>
                  <a:pt x="55" y="35"/>
                </a:lnTo>
                <a:lnTo>
                  <a:pt x="58" y="29"/>
                </a:lnTo>
                <a:lnTo>
                  <a:pt x="58" y="29"/>
                </a:lnTo>
                <a:lnTo>
                  <a:pt x="58" y="29"/>
                </a:lnTo>
                <a:lnTo>
                  <a:pt x="58" y="29"/>
                </a:lnTo>
                <a:lnTo>
                  <a:pt x="65" y="37"/>
                </a:lnTo>
                <a:lnTo>
                  <a:pt x="70" y="28"/>
                </a:lnTo>
                <a:lnTo>
                  <a:pt x="70" y="26"/>
                </a:lnTo>
                <a:lnTo>
                  <a:pt x="71" y="26"/>
                </a:lnTo>
                <a:lnTo>
                  <a:pt x="71" y="26"/>
                </a:lnTo>
                <a:lnTo>
                  <a:pt x="74" y="31"/>
                </a:lnTo>
                <a:lnTo>
                  <a:pt x="73" y="26"/>
                </a:lnTo>
                <a:lnTo>
                  <a:pt x="73" y="26"/>
                </a:lnTo>
                <a:lnTo>
                  <a:pt x="77" y="22"/>
                </a:lnTo>
                <a:lnTo>
                  <a:pt x="77" y="19"/>
                </a:lnTo>
                <a:lnTo>
                  <a:pt x="77" y="19"/>
                </a:lnTo>
                <a:lnTo>
                  <a:pt x="82" y="17"/>
                </a:lnTo>
                <a:lnTo>
                  <a:pt x="94" y="0"/>
                </a:lnTo>
                <a:lnTo>
                  <a:pt x="94" y="0"/>
                </a:lnTo>
                <a:close/>
              </a:path>
            </a:pathLst>
          </a:custGeom>
          <a:solidFill>
            <a:srgbClr val="7D22C3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71" name="MALAYSIA">
            <a:extLst>
              <a:ext uri="{FF2B5EF4-FFF2-40B4-BE49-F238E27FC236}">
                <a16:creationId xmlns:a16="http://schemas.microsoft.com/office/drawing/2014/main" id="{B017CE8D-2C92-42B5-B994-0FF8DAE5860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631137" y="4395080"/>
            <a:ext cx="122545" cy="155368"/>
          </a:xfrm>
          <a:custGeom>
            <a:avLst/>
            <a:gdLst>
              <a:gd name="T0" fmla="*/ 2 w 56"/>
              <a:gd name="T1" fmla="*/ 2 h 71"/>
              <a:gd name="T2" fmla="*/ 2 w 56"/>
              <a:gd name="T3" fmla="*/ 5 h 71"/>
              <a:gd name="T4" fmla="*/ 6 w 56"/>
              <a:gd name="T5" fmla="*/ 31 h 71"/>
              <a:gd name="T6" fmla="*/ 16 w 56"/>
              <a:gd name="T7" fmla="*/ 50 h 71"/>
              <a:gd name="T8" fmla="*/ 43 w 56"/>
              <a:gd name="T9" fmla="*/ 70 h 71"/>
              <a:gd name="T10" fmla="*/ 48 w 56"/>
              <a:gd name="T11" fmla="*/ 68 h 71"/>
              <a:gd name="T12" fmla="*/ 52 w 56"/>
              <a:gd name="T13" fmla="*/ 70 h 71"/>
              <a:gd name="T14" fmla="*/ 55 w 56"/>
              <a:gd name="T15" fmla="*/ 64 h 71"/>
              <a:gd name="T16" fmla="*/ 43 w 56"/>
              <a:gd name="T17" fmla="*/ 46 h 71"/>
              <a:gd name="T18" fmla="*/ 43 w 56"/>
              <a:gd name="T19" fmla="*/ 24 h 71"/>
              <a:gd name="T20" fmla="*/ 39 w 56"/>
              <a:gd name="T21" fmla="*/ 15 h 71"/>
              <a:gd name="T22" fmla="*/ 30 w 56"/>
              <a:gd name="T23" fmla="*/ 8 h 71"/>
              <a:gd name="T24" fmla="*/ 27 w 56"/>
              <a:gd name="T25" fmla="*/ 8 h 71"/>
              <a:gd name="T26" fmla="*/ 25 w 56"/>
              <a:gd name="T27" fmla="*/ 12 h 71"/>
              <a:gd name="T28" fmla="*/ 19 w 56"/>
              <a:gd name="T29" fmla="*/ 12 h 71"/>
              <a:gd name="T30" fmla="*/ 15 w 56"/>
              <a:gd name="T31" fmla="*/ 15 h 71"/>
              <a:gd name="T32" fmla="*/ 12 w 56"/>
              <a:gd name="T33" fmla="*/ 5 h 71"/>
              <a:gd name="T34" fmla="*/ 2 w 56"/>
              <a:gd name="T35" fmla="*/ 2 h 71"/>
              <a:gd name="T36" fmla="*/ 2 w 56"/>
              <a:gd name="T37" fmla="*/ 0 h 71"/>
              <a:gd name="T38" fmla="*/ 2 w 56"/>
              <a:gd name="T39" fmla="*/ 0 h 71"/>
              <a:gd name="T40" fmla="*/ 12 w 56"/>
              <a:gd name="T41" fmla="*/ 3 h 71"/>
              <a:gd name="T42" fmla="*/ 13 w 56"/>
              <a:gd name="T43" fmla="*/ 5 h 71"/>
              <a:gd name="T44" fmla="*/ 15 w 56"/>
              <a:gd name="T45" fmla="*/ 12 h 71"/>
              <a:gd name="T46" fmla="*/ 18 w 56"/>
              <a:gd name="T47" fmla="*/ 10 h 71"/>
              <a:gd name="T48" fmla="*/ 19 w 56"/>
              <a:gd name="T49" fmla="*/ 10 h 71"/>
              <a:gd name="T50" fmla="*/ 24 w 56"/>
              <a:gd name="T51" fmla="*/ 10 h 71"/>
              <a:gd name="T52" fmla="*/ 27 w 56"/>
              <a:gd name="T53" fmla="*/ 8 h 71"/>
              <a:gd name="T54" fmla="*/ 27 w 56"/>
              <a:gd name="T55" fmla="*/ 6 h 71"/>
              <a:gd name="T56" fmla="*/ 30 w 56"/>
              <a:gd name="T57" fmla="*/ 6 h 71"/>
              <a:gd name="T58" fmla="*/ 30 w 56"/>
              <a:gd name="T59" fmla="*/ 8 h 71"/>
              <a:gd name="T60" fmla="*/ 39 w 56"/>
              <a:gd name="T61" fmla="*/ 13 h 71"/>
              <a:gd name="T62" fmla="*/ 39 w 56"/>
              <a:gd name="T63" fmla="*/ 15 h 71"/>
              <a:gd name="T64" fmla="*/ 45 w 56"/>
              <a:gd name="T65" fmla="*/ 22 h 71"/>
              <a:gd name="T66" fmla="*/ 45 w 56"/>
              <a:gd name="T67" fmla="*/ 24 h 71"/>
              <a:gd name="T68" fmla="*/ 45 w 56"/>
              <a:gd name="T69" fmla="*/ 46 h 71"/>
              <a:gd name="T70" fmla="*/ 56 w 56"/>
              <a:gd name="T71" fmla="*/ 64 h 71"/>
              <a:gd name="T72" fmla="*/ 56 w 56"/>
              <a:gd name="T73" fmla="*/ 65 h 71"/>
              <a:gd name="T74" fmla="*/ 54 w 56"/>
              <a:gd name="T75" fmla="*/ 70 h 71"/>
              <a:gd name="T76" fmla="*/ 54 w 56"/>
              <a:gd name="T77" fmla="*/ 71 h 71"/>
              <a:gd name="T78" fmla="*/ 52 w 56"/>
              <a:gd name="T79" fmla="*/ 71 h 71"/>
              <a:gd name="T80" fmla="*/ 52 w 56"/>
              <a:gd name="T81" fmla="*/ 71 h 71"/>
              <a:gd name="T82" fmla="*/ 48 w 56"/>
              <a:gd name="T83" fmla="*/ 70 h 71"/>
              <a:gd name="T84" fmla="*/ 45 w 56"/>
              <a:gd name="T85" fmla="*/ 71 h 71"/>
              <a:gd name="T86" fmla="*/ 43 w 56"/>
              <a:gd name="T87" fmla="*/ 71 h 71"/>
              <a:gd name="T88" fmla="*/ 43 w 56"/>
              <a:gd name="T89" fmla="*/ 71 h 71"/>
              <a:gd name="T90" fmla="*/ 15 w 56"/>
              <a:gd name="T91" fmla="*/ 52 h 71"/>
              <a:gd name="T92" fmla="*/ 15 w 56"/>
              <a:gd name="T93" fmla="*/ 52 h 71"/>
              <a:gd name="T94" fmla="*/ 5 w 56"/>
              <a:gd name="T95" fmla="*/ 33 h 71"/>
              <a:gd name="T96" fmla="*/ 5 w 56"/>
              <a:gd name="T97" fmla="*/ 33 h 71"/>
              <a:gd name="T98" fmla="*/ 0 w 56"/>
              <a:gd name="T99" fmla="*/ 5 h 71"/>
              <a:gd name="T100" fmla="*/ 0 w 56"/>
              <a:gd name="T101" fmla="*/ 2 h 71"/>
              <a:gd name="T102" fmla="*/ 0 w 56"/>
              <a:gd name="T103" fmla="*/ 0 h 71"/>
              <a:gd name="T104" fmla="*/ 2 w 56"/>
              <a:gd name="T105" fmla="*/ 0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6" h="71">
                <a:moveTo>
                  <a:pt x="2" y="2"/>
                </a:moveTo>
                <a:lnTo>
                  <a:pt x="2" y="5"/>
                </a:lnTo>
                <a:lnTo>
                  <a:pt x="6" y="31"/>
                </a:lnTo>
                <a:lnTo>
                  <a:pt x="16" y="50"/>
                </a:lnTo>
                <a:lnTo>
                  <a:pt x="43" y="70"/>
                </a:lnTo>
                <a:lnTo>
                  <a:pt x="48" y="68"/>
                </a:lnTo>
                <a:lnTo>
                  <a:pt x="52" y="70"/>
                </a:lnTo>
                <a:lnTo>
                  <a:pt x="55" y="64"/>
                </a:lnTo>
                <a:lnTo>
                  <a:pt x="43" y="46"/>
                </a:lnTo>
                <a:lnTo>
                  <a:pt x="43" y="24"/>
                </a:lnTo>
                <a:lnTo>
                  <a:pt x="39" y="15"/>
                </a:lnTo>
                <a:lnTo>
                  <a:pt x="30" y="8"/>
                </a:lnTo>
                <a:lnTo>
                  <a:pt x="27" y="8"/>
                </a:lnTo>
                <a:lnTo>
                  <a:pt x="25" y="12"/>
                </a:lnTo>
                <a:lnTo>
                  <a:pt x="19" y="12"/>
                </a:lnTo>
                <a:lnTo>
                  <a:pt x="15" y="15"/>
                </a:lnTo>
                <a:lnTo>
                  <a:pt x="12" y="5"/>
                </a:lnTo>
                <a:lnTo>
                  <a:pt x="2" y="2"/>
                </a:lnTo>
                <a:close/>
                <a:moveTo>
                  <a:pt x="2" y="0"/>
                </a:moveTo>
                <a:lnTo>
                  <a:pt x="2" y="0"/>
                </a:lnTo>
                <a:lnTo>
                  <a:pt x="12" y="3"/>
                </a:lnTo>
                <a:lnTo>
                  <a:pt x="13" y="5"/>
                </a:lnTo>
                <a:lnTo>
                  <a:pt x="15" y="12"/>
                </a:lnTo>
                <a:lnTo>
                  <a:pt x="18" y="10"/>
                </a:lnTo>
                <a:lnTo>
                  <a:pt x="19" y="10"/>
                </a:lnTo>
                <a:lnTo>
                  <a:pt x="24" y="10"/>
                </a:lnTo>
                <a:lnTo>
                  <a:pt x="27" y="8"/>
                </a:lnTo>
                <a:lnTo>
                  <a:pt x="27" y="6"/>
                </a:lnTo>
                <a:lnTo>
                  <a:pt x="30" y="6"/>
                </a:lnTo>
                <a:lnTo>
                  <a:pt x="30" y="8"/>
                </a:lnTo>
                <a:lnTo>
                  <a:pt x="39" y="13"/>
                </a:lnTo>
                <a:lnTo>
                  <a:pt x="39" y="15"/>
                </a:lnTo>
                <a:lnTo>
                  <a:pt x="45" y="22"/>
                </a:lnTo>
                <a:lnTo>
                  <a:pt x="45" y="24"/>
                </a:lnTo>
                <a:lnTo>
                  <a:pt x="45" y="46"/>
                </a:lnTo>
                <a:lnTo>
                  <a:pt x="56" y="64"/>
                </a:lnTo>
                <a:lnTo>
                  <a:pt x="56" y="65"/>
                </a:lnTo>
                <a:lnTo>
                  <a:pt x="54" y="70"/>
                </a:lnTo>
                <a:lnTo>
                  <a:pt x="54" y="71"/>
                </a:lnTo>
                <a:lnTo>
                  <a:pt x="52" y="71"/>
                </a:lnTo>
                <a:lnTo>
                  <a:pt x="52" y="71"/>
                </a:lnTo>
                <a:lnTo>
                  <a:pt x="48" y="70"/>
                </a:lnTo>
                <a:lnTo>
                  <a:pt x="45" y="71"/>
                </a:lnTo>
                <a:lnTo>
                  <a:pt x="43" y="71"/>
                </a:lnTo>
                <a:lnTo>
                  <a:pt x="43" y="71"/>
                </a:lnTo>
                <a:lnTo>
                  <a:pt x="15" y="52"/>
                </a:lnTo>
                <a:lnTo>
                  <a:pt x="15" y="52"/>
                </a:lnTo>
                <a:lnTo>
                  <a:pt x="5" y="33"/>
                </a:lnTo>
                <a:lnTo>
                  <a:pt x="5" y="33"/>
                </a:lnTo>
                <a:lnTo>
                  <a:pt x="0" y="5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5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72" name="NEPAL">
            <a:extLst>
              <a:ext uri="{FF2B5EF4-FFF2-40B4-BE49-F238E27FC236}">
                <a16:creationId xmlns:a16="http://schemas.microsoft.com/office/drawing/2014/main" id="{BE18ECAF-40C3-0031-CD6D-870628816A9A}"/>
              </a:ext>
            </a:extLst>
          </p:cNvPr>
          <p:cNvSpPr>
            <a:spLocks/>
          </p:cNvSpPr>
          <p:nvPr/>
        </p:nvSpPr>
        <p:spPr bwMode="auto">
          <a:xfrm>
            <a:off x="8053427" y="3683886"/>
            <a:ext cx="234148" cy="131298"/>
          </a:xfrm>
          <a:custGeom>
            <a:avLst/>
            <a:gdLst>
              <a:gd name="T0" fmla="*/ 18 w 107"/>
              <a:gd name="T1" fmla="*/ 0 h 60"/>
              <a:gd name="T2" fmla="*/ 20 w 107"/>
              <a:gd name="T3" fmla="*/ 0 h 60"/>
              <a:gd name="T4" fmla="*/ 23 w 107"/>
              <a:gd name="T5" fmla="*/ 0 h 60"/>
              <a:gd name="T6" fmla="*/ 26 w 107"/>
              <a:gd name="T7" fmla="*/ 0 h 60"/>
              <a:gd name="T8" fmla="*/ 28 w 107"/>
              <a:gd name="T9" fmla="*/ 2 h 60"/>
              <a:gd name="T10" fmla="*/ 31 w 107"/>
              <a:gd name="T11" fmla="*/ 2 h 60"/>
              <a:gd name="T12" fmla="*/ 31 w 107"/>
              <a:gd name="T13" fmla="*/ 2 h 60"/>
              <a:gd name="T14" fmla="*/ 43 w 107"/>
              <a:gd name="T15" fmla="*/ 11 h 60"/>
              <a:gd name="T16" fmla="*/ 48 w 107"/>
              <a:gd name="T17" fmla="*/ 18 h 60"/>
              <a:gd name="T18" fmla="*/ 55 w 107"/>
              <a:gd name="T19" fmla="*/ 15 h 60"/>
              <a:gd name="T20" fmla="*/ 55 w 107"/>
              <a:gd name="T21" fmla="*/ 15 h 60"/>
              <a:gd name="T22" fmla="*/ 57 w 107"/>
              <a:gd name="T23" fmla="*/ 15 h 60"/>
              <a:gd name="T24" fmla="*/ 57 w 107"/>
              <a:gd name="T25" fmla="*/ 15 h 60"/>
              <a:gd name="T26" fmla="*/ 55 w 107"/>
              <a:gd name="T27" fmla="*/ 23 h 60"/>
              <a:gd name="T28" fmla="*/ 68 w 107"/>
              <a:gd name="T29" fmla="*/ 26 h 60"/>
              <a:gd name="T30" fmla="*/ 68 w 107"/>
              <a:gd name="T31" fmla="*/ 26 h 60"/>
              <a:gd name="T32" fmla="*/ 68 w 107"/>
              <a:gd name="T33" fmla="*/ 29 h 60"/>
              <a:gd name="T34" fmla="*/ 76 w 107"/>
              <a:gd name="T35" fmla="*/ 32 h 60"/>
              <a:gd name="T36" fmla="*/ 79 w 107"/>
              <a:gd name="T37" fmla="*/ 36 h 60"/>
              <a:gd name="T38" fmla="*/ 88 w 107"/>
              <a:gd name="T39" fmla="*/ 35 h 60"/>
              <a:gd name="T40" fmla="*/ 97 w 107"/>
              <a:gd name="T41" fmla="*/ 37 h 60"/>
              <a:gd name="T42" fmla="*/ 98 w 107"/>
              <a:gd name="T43" fmla="*/ 37 h 60"/>
              <a:gd name="T44" fmla="*/ 101 w 107"/>
              <a:gd name="T45" fmla="*/ 36 h 60"/>
              <a:gd name="T46" fmla="*/ 103 w 107"/>
              <a:gd name="T47" fmla="*/ 36 h 60"/>
              <a:gd name="T48" fmla="*/ 106 w 107"/>
              <a:gd name="T49" fmla="*/ 36 h 60"/>
              <a:gd name="T50" fmla="*/ 107 w 107"/>
              <a:gd name="T51" fmla="*/ 36 h 60"/>
              <a:gd name="T52" fmla="*/ 107 w 107"/>
              <a:gd name="T53" fmla="*/ 36 h 60"/>
              <a:gd name="T54" fmla="*/ 107 w 107"/>
              <a:gd name="T55" fmla="*/ 36 h 60"/>
              <a:gd name="T56" fmla="*/ 106 w 107"/>
              <a:gd name="T57" fmla="*/ 46 h 60"/>
              <a:gd name="T58" fmla="*/ 104 w 107"/>
              <a:gd name="T59" fmla="*/ 49 h 60"/>
              <a:gd name="T60" fmla="*/ 107 w 107"/>
              <a:gd name="T61" fmla="*/ 52 h 60"/>
              <a:gd name="T62" fmla="*/ 107 w 107"/>
              <a:gd name="T63" fmla="*/ 54 h 60"/>
              <a:gd name="T64" fmla="*/ 106 w 107"/>
              <a:gd name="T65" fmla="*/ 58 h 60"/>
              <a:gd name="T66" fmla="*/ 106 w 107"/>
              <a:gd name="T67" fmla="*/ 58 h 60"/>
              <a:gd name="T68" fmla="*/ 104 w 107"/>
              <a:gd name="T69" fmla="*/ 58 h 60"/>
              <a:gd name="T70" fmla="*/ 101 w 107"/>
              <a:gd name="T71" fmla="*/ 58 h 60"/>
              <a:gd name="T72" fmla="*/ 98 w 107"/>
              <a:gd name="T73" fmla="*/ 60 h 60"/>
              <a:gd name="T74" fmla="*/ 95 w 107"/>
              <a:gd name="T75" fmla="*/ 60 h 60"/>
              <a:gd name="T76" fmla="*/ 94 w 107"/>
              <a:gd name="T77" fmla="*/ 60 h 60"/>
              <a:gd name="T78" fmla="*/ 94 w 107"/>
              <a:gd name="T79" fmla="*/ 60 h 60"/>
              <a:gd name="T80" fmla="*/ 66 w 107"/>
              <a:gd name="T81" fmla="*/ 52 h 60"/>
              <a:gd name="T82" fmla="*/ 57 w 107"/>
              <a:gd name="T83" fmla="*/ 45 h 60"/>
              <a:gd name="T84" fmla="*/ 37 w 107"/>
              <a:gd name="T85" fmla="*/ 45 h 60"/>
              <a:gd name="T86" fmla="*/ 2 w 107"/>
              <a:gd name="T87" fmla="*/ 24 h 60"/>
              <a:gd name="T88" fmla="*/ 0 w 107"/>
              <a:gd name="T89" fmla="*/ 23 h 60"/>
              <a:gd name="T90" fmla="*/ 5 w 107"/>
              <a:gd name="T91" fmla="*/ 8 h 60"/>
              <a:gd name="T92" fmla="*/ 14 w 107"/>
              <a:gd name="T93" fmla="*/ 2 h 60"/>
              <a:gd name="T94" fmla="*/ 15 w 107"/>
              <a:gd name="T95" fmla="*/ 0 h 60"/>
              <a:gd name="T96" fmla="*/ 15 w 107"/>
              <a:gd name="T97" fmla="*/ 2 h 60"/>
              <a:gd name="T98" fmla="*/ 18 w 107"/>
              <a:gd name="T99" fmla="*/ 3 h 60"/>
              <a:gd name="T100" fmla="*/ 18 w 107"/>
              <a:gd name="T101" fmla="*/ 0 h 60"/>
              <a:gd name="T102" fmla="*/ 18 w 107"/>
              <a:gd name="T103" fmla="*/ 0 h 60"/>
              <a:gd name="T104" fmla="*/ 18 w 107"/>
              <a:gd name="T105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7" h="60">
                <a:moveTo>
                  <a:pt x="18" y="0"/>
                </a:moveTo>
                <a:lnTo>
                  <a:pt x="20" y="0"/>
                </a:lnTo>
                <a:lnTo>
                  <a:pt x="23" y="0"/>
                </a:lnTo>
                <a:lnTo>
                  <a:pt x="26" y="0"/>
                </a:lnTo>
                <a:lnTo>
                  <a:pt x="28" y="2"/>
                </a:lnTo>
                <a:lnTo>
                  <a:pt x="31" y="2"/>
                </a:lnTo>
                <a:lnTo>
                  <a:pt x="31" y="2"/>
                </a:lnTo>
                <a:lnTo>
                  <a:pt x="43" y="11"/>
                </a:lnTo>
                <a:lnTo>
                  <a:pt x="48" y="18"/>
                </a:lnTo>
                <a:lnTo>
                  <a:pt x="55" y="15"/>
                </a:lnTo>
                <a:lnTo>
                  <a:pt x="55" y="15"/>
                </a:lnTo>
                <a:lnTo>
                  <a:pt x="57" y="15"/>
                </a:lnTo>
                <a:lnTo>
                  <a:pt x="57" y="15"/>
                </a:lnTo>
                <a:lnTo>
                  <a:pt x="55" y="23"/>
                </a:lnTo>
                <a:lnTo>
                  <a:pt x="68" y="26"/>
                </a:lnTo>
                <a:lnTo>
                  <a:pt x="68" y="26"/>
                </a:lnTo>
                <a:lnTo>
                  <a:pt x="68" y="29"/>
                </a:lnTo>
                <a:lnTo>
                  <a:pt x="76" y="32"/>
                </a:lnTo>
                <a:lnTo>
                  <a:pt x="79" y="36"/>
                </a:lnTo>
                <a:lnTo>
                  <a:pt x="88" y="35"/>
                </a:lnTo>
                <a:lnTo>
                  <a:pt x="97" y="37"/>
                </a:lnTo>
                <a:lnTo>
                  <a:pt x="98" y="37"/>
                </a:lnTo>
                <a:lnTo>
                  <a:pt x="101" y="36"/>
                </a:lnTo>
                <a:lnTo>
                  <a:pt x="103" y="36"/>
                </a:lnTo>
                <a:lnTo>
                  <a:pt x="106" y="36"/>
                </a:lnTo>
                <a:lnTo>
                  <a:pt x="107" y="36"/>
                </a:lnTo>
                <a:lnTo>
                  <a:pt x="107" y="36"/>
                </a:lnTo>
                <a:lnTo>
                  <a:pt x="107" y="36"/>
                </a:lnTo>
                <a:lnTo>
                  <a:pt x="106" y="46"/>
                </a:lnTo>
                <a:lnTo>
                  <a:pt x="104" y="49"/>
                </a:lnTo>
                <a:lnTo>
                  <a:pt x="107" y="52"/>
                </a:lnTo>
                <a:lnTo>
                  <a:pt x="107" y="54"/>
                </a:lnTo>
                <a:lnTo>
                  <a:pt x="106" y="58"/>
                </a:lnTo>
                <a:lnTo>
                  <a:pt x="106" y="58"/>
                </a:lnTo>
                <a:lnTo>
                  <a:pt x="104" y="58"/>
                </a:lnTo>
                <a:lnTo>
                  <a:pt x="101" y="58"/>
                </a:lnTo>
                <a:lnTo>
                  <a:pt x="98" y="60"/>
                </a:lnTo>
                <a:lnTo>
                  <a:pt x="95" y="60"/>
                </a:lnTo>
                <a:lnTo>
                  <a:pt x="94" y="60"/>
                </a:lnTo>
                <a:lnTo>
                  <a:pt x="94" y="60"/>
                </a:lnTo>
                <a:lnTo>
                  <a:pt x="66" y="52"/>
                </a:lnTo>
                <a:lnTo>
                  <a:pt x="57" y="45"/>
                </a:lnTo>
                <a:lnTo>
                  <a:pt x="37" y="45"/>
                </a:lnTo>
                <a:lnTo>
                  <a:pt x="2" y="24"/>
                </a:lnTo>
                <a:lnTo>
                  <a:pt x="0" y="23"/>
                </a:lnTo>
                <a:lnTo>
                  <a:pt x="5" y="8"/>
                </a:lnTo>
                <a:lnTo>
                  <a:pt x="14" y="2"/>
                </a:lnTo>
                <a:lnTo>
                  <a:pt x="15" y="0"/>
                </a:lnTo>
                <a:lnTo>
                  <a:pt x="15" y="2"/>
                </a:lnTo>
                <a:lnTo>
                  <a:pt x="18" y="3"/>
                </a:lnTo>
                <a:lnTo>
                  <a:pt x="18" y="0"/>
                </a:lnTo>
                <a:lnTo>
                  <a:pt x="18" y="0"/>
                </a:lnTo>
                <a:lnTo>
                  <a:pt x="18" y="0"/>
                </a:lnTo>
                <a:close/>
              </a:path>
            </a:pathLst>
          </a:custGeom>
          <a:solidFill>
            <a:srgbClr val="7D22C3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73" name="THILAND">
            <a:extLst>
              <a:ext uri="{FF2B5EF4-FFF2-40B4-BE49-F238E27FC236}">
                <a16:creationId xmlns:a16="http://schemas.microsoft.com/office/drawing/2014/main" id="{F950D9D1-97C7-965F-F51C-847AEB43262D}"/>
              </a:ext>
            </a:extLst>
          </p:cNvPr>
          <p:cNvSpPr>
            <a:spLocks/>
          </p:cNvSpPr>
          <p:nvPr/>
        </p:nvSpPr>
        <p:spPr bwMode="auto">
          <a:xfrm>
            <a:off x="8561110" y="3983680"/>
            <a:ext cx="223206" cy="444222"/>
          </a:xfrm>
          <a:custGeom>
            <a:avLst/>
            <a:gdLst>
              <a:gd name="T0" fmla="*/ 34 w 102"/>
              <a:gd name="T1" fmla="*/ 1 h 203"/>
              <a:gd name="T2" fmla="*/ 34 w 102"/>
              <a:gd name="T3" fmla="*/ 4 h 203"/>
              <a:gd name="T4" fmla="*/ 38 w 102"/>
              <a:gd name="T5" fmla="*/ 7 h 203"/>
              <a:gd name="T6" fmla="*/ 45 w 102"/>
              <a:gd name="T7" fmla="*/ 16 h 203"/>
              <a:gd name="T8" fmla="*/ 43 w 102"/>
              <a:gd name="T9" fmla="*/ 43 h 203"/>
              <a:gd name="T10" fmla="*/ 54 w 102"/>
              <a:gd name="T11" fmla="*/ 35 h 203"/>
              <a:gd name="T12" fmla="*/ 65 w 102"/>
              <a:gd name="T13" fmla="*/ 38 h 203"/>
              <a:gd name="T14" fmla="*/ 71 w 102"/>
              <a:gd name="T15" fmla="*/ 34 h 203"/>
              <a:gd name="T16" fmla="*/ 75 w 102"/>
              <a:gd name="T17" fmla="*/ 32 h 203"/>
              <a:gd name="T18" fmla="*/ 80 w 102"/>
              <a:gd name="T19" fmla="*/ 32 h 203"/>
              <a:gd name="T20" fmla="*/ 93 w 102"/>
              <a:gd name="T21" fmla="*/ 62 h 203"/>
              <a:gd name="T22" fmla="*/ 102 w 102"/>
              <a:gd name="T23" fmla="*/ 71 h 203"/>
              <a:gd name="T24" fmla="*/ 102 w 102"/>
              <a:gd name="T25" fmla="*/ 86 h 203"/>
              <a:gd name="T26" fmla="*/ 97 w 102"/>
              <a:gd name="T27" fmla="*/ 89 h 203"/>
              <a:gd name="T28" fmla="*/ 86 w 102"/>
              <a:gd name="T29" fmla="*/ 89 h 203"/>
              <a:gd name="T30" fmla="*/ 74 w 102"/>
              <a:gd name="T31" fmla="*/ 89 h 203"/>
              <a:gd name="T32" fmla="*/ 60 w 102"/>
              <a:gd name="T33" fmla="*/ 104 h 203"/>
              <a:gd name="T34" fmla="*/ 68 w 102"/>
              <a:gd name="T35" fmla="*/ 117 h 203"/>
              <a:gd name="T36" fmla="*/ 68 w 102"/>
              <a:gd name="T37" fmla="*/ 126 h 203"/>
              <a:gd name="T38" fmla="*/ 68 w 102"/>
              <a:gd name="T39" fmla="*/ 124 h 203"/>
              <a:gd name="T40" fmla="*/ 54 w 102"/>
              <a:gd name="T41" fmla="*/ 112 h 203"/>
              <a:gd name="T42" fmla="*/ 41 w 102"/>
              <a:gd name="T43" fmla="*/ 111 h 203"/>
              <a:gd name="T44" fmla="*/ 34 w 102"/>
              <a:gd name="T45" fmla="*/ 99 h 203"/>
              <a:gd name="T46" fmla="*/ 29 w 102"/>
              <a:gd name="T47" fmla="*/ 117 h 203"/>
              <a:gd name="T48" fmla="*/ 22 w 102"/>
              <a:gd name="T49" fmla="*/ 155 h 203"/>
              <a:gd name="T50" fmla="*/ 29 w 102"/>
              <a:gd name="T51" fmla="*/ 155 h 203"/>
              <a:gd name="T52" fmla="*/ 43 w 102"/>
              <a:gd name="T53" fmla="*/ 185 h 203"/>
              <a:gd name="T54" fmla="*/ 51 w 102"/>
              <a:gd name="T55" fmla="*/ 187 h 203"/>
              <a:gd name="T56" fmla="*/ 60 w 102"/>
              <a:gd name="T57" fmla="*/ 197 h 203"/>
              <a:gd name="T58" fmla="*/ 57 w 102"/>
              <a:gd name="T59" fmla="*/ 200 h 203"/>
              <a:gd name="T60" fmla="*/ 47 w 102"/>
              <a:gd name="T61" fmla="*/ 203 h 203"/>
              <a:gd name="T62" fmla="*/ 47 w 102"/>
              <a:gd name="T63" fmla="*/ 203 h 203"/>
              <a:gd name="T64" fmla="*/ 43 w 102"/>
              <a:gd name="T65" fmla="*/ 193 h 203"/>
              <a:gd name="T66" fmla="*/ 34 w 102"/>
              <a:gd name="T67" fmla="*/ 193 h 203"/>
              <a:gd name="T68" fmla="*/ 34 w 102"/>
              <a:gd name="T69" fmla="*/ 194 h 203"/>
              <a:gd name="T70" fmla="*/ 13 w 102"/>
              <a:gd name="T71" fmla="*/ 169 h 203"/>
              <a:gd name="T72" fmla="*/ 8 w 102"/>
              <a:gd name="T73" fmla="*/ 170 h 203"/>
              <a:gd name="T74" fmla="*/ 8 w 102"/>
              <a:gd name="T75" fmla="*/ 169 h 203"/>
              <a:gd name="T76" fmla="*/ 13 w 102"/>
              <a:gd name="T77" fmla="*/ 144 h 203"/>
              <a:gd name="T78" fmla="*/ 25 w 102"/>
              <a:gd name="T79" fmla="*/ 121 h 203"/>
              <a:gd name="T80" fmla="*/ 17 w 102"/>
              <a:gd name="T81" fmla="*/ 93 h 203"/>
              <a:gd name="T82" fmla="*/ 7 w 102"/>
              <a:gd name="T83" fmla="*/ 81 h 203"/>
              <a:gd name="T84" fmla="*/ 13 w 102"/>
              <a:gd name="T85" fmla="*/ 65 h 203"/>
              <a:gd name="T86" fmla="*/ 10 w 102"/>
              <a:gd name="T87" fmla="*/ 62 h 203"/>
              <a:gd name="T88" fmla="*/ 4 w 102"/>
              <a:gd name="T89" fmla="*/ 44 h 203"/>
              <a:gd name="T90" fmla="*/ 4 w 102"/>
              <a:gd name="T91" fmla="*/ 18 h 203"/>
              <a:gd name="T92" fmla="*/ 14 w 102"/>
              <a:gd name="T93" fmla="*/ 15 h 203"/>
              <a:gd name="T94" fmla="*/ 34 w 102"/>
              <a:gd name="T95" fmla="*/ 1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2" h="203">
                <a:moveTo>
                  <a:pt x="34" y="0"/>
                </a:moveTo>
                <a:lnTo>
                  <a:pt x="34" y="1"/>
                </a:lnTo>
                <a:lnTo>
                  <a:pt x="34" y="1"/>
                </a:lnTo>
                <a:lnTo>
                  <a:pt x="34" y="4"/>
                </a:lnTo>
                <a:lnTo>
                  <a:pt x="37" y="6"/>
                </a:lnTo>
                <a:lnTo>
                  <a:pt x="38" y="7"/>
                </a:lnTo>
                <a:lnTo>
                  <a:pt x="38" y="15"/>
                </a:lnTo>
                <a:lnTo>
                  <a:pt x="45" y="16"/>
                </a:lnTo>
                <a:lnTo>
                  <a:pt x="45" y="18"/>
                </a:lnTo>
                <a:lnTo>
                  <a:pt x="43" y="43"/>
                </a:lnTo>
                <a:lnTo>
                  <a:pt x="54" y="35"/>
                </a:lnTo>
                <a:lnTo>
                  <a:pt x="54" y="35"/>
                </a:lnTo>
                <a:lnTo>
                  <a:pt x="54" y="35"/>
                </a:lnTo>
                <a:lnTo>
                  <a:pt x="65" y="38"/>
                </a:lnTo>
                <a:lnTo>
                  <a:pt x="68" y="37"/>
                </a:lnTo>
                <a:lnTo>
                  <a:pt x="71" y="34"/>
                </a:lnTo>
                <a:lnTo>
                  <a:pt x="71" y="34"/>
                </a:lnTo>
                <a:lnTo>
                  <a:pt x="75" y="32"/>
                </a:lnTo>
                <a:lnTo>
                  <a:pt x="80" y="32"/>
                </a:lnTo>
                <a:lnTo>
                  <a:pt x="80" y="32"/>
                </a:lnTo>
                <a:lnTo>
                  <a:pt x="88" y="44"/>
                </a:lnTo>
                <a:lnTo>
                  <a:pt x="93" y="62"/>
                </a:lnTo>
                <a:lnTo>
                  <a:pt x="102" y="71"/>
                </a:lnTo>
                <a:lnTo>
                  <a:pt x="102" y="71"/>
                </a:lnTo>
                <a:lnTo>
                  <a:pt x="102" y="86"/>
                </a:lnTo>
                <a:lnTo>
                  <a:pt x="102" y="86"/>
                </a:lnTo>
                <a:lnTo>
                  <a:pt x="99" y="89"/>
                </a:lnTo>
                <a:lnTo>
                  <a:pt x="97" y="89"/>
                </a:lnTo>
                <a:lnTo>
                  <a:pt x="94" y="89"/>
                </a:lnTo>
                <a:lnTo>
                  <a:pt x="86" y="89"/>
                </a:lnTo>
                <a:lnTo>
                  <a:pt x="77" y="89"/>
                </a:lnTo>
                <a:lnTo>
                  <a:pt x="74" y="89"/>
                </a:lnTo>
                <a:lnTo>
                  <a:pt x="63" y="96"/>
                </a:lnTo>
                <a:lnTo>
                  <a:pt x="60" y="104"/>
                </a:lnTo>
                <a:lnTo>
                  <a:pt x="63" y="111"/>
                </a:lnTo>
                <a:lnTo>
                  <a:pt x="68" y="117"/>
                </a:lnTo>
                <a:lnTo>
                  <a:pt x="69" y="124"/>
                </a:lnTo>
                <a:lnTo>
                  <a:pt x="68" y="126"/>
                </a:lnTo>
                <a:lnTo>
                  <a:pt x="68" y="126"/>
                </a:lnTo>
                <a:lnTo>
                  <a:pt x="68" y="124"/>
                </a:lnTo>
                <a:lnTo>
                  <a:pt x="65" y="118"/>
                </a:lnTo>
                <a:lnTo>
                  <a:pt x="54" y="112"/>
                </a:lnTo>
                <a:lnTo>
                  <a:pt x="43" y="112"/>
                </a:lnTo>
                <a:lnTo>
                  <a:pt x="41" y="111"/>
                </a:lnTo>
                <a:lnTo>
                  <a:pt x="41" y="101"/>
                </a:lnTo>
                <a:lnTo>
                  <a:pt x="34" y="99"/>
                </a:lnTo>
                <a:lnTo>
                  <a:pt x="31" y="101"/>
                </a:lnTo>
                <a:lnTo>
                  <a:pt x="29" y="117"/>
                </a:lnTo>
                <a:lnTo>
                  <a:pt x="20" y="144"/>
                </a:lnTo>
                <a:lnTo>
                  <a:pt x="22" y="155"/>
                </a:lnTo>
                <a:lnTo>
                  <a:pt x="28" y="155"/>
                </a:lnTo>
                <a:lnTo>
                  <a:pt x="29" y="155"/>
                </a:lnTo>
                <a:lnTo>
                  <a:pt x="38" y="181"/>
                </a:lnTo>
                <a:lnTo>
                  <a:pt x="43" y="185"/>
                </a:lnTo>
                <a:lnTo>
                  <a:pt x="51" y="187"/>
                </a:lnTo>
                <a:lnTo>
                  <a:pt x="51" y="187"/>
                </a:lnTo>
                <a:lnTo>
                  <a:pt x="60" y="196"/>
                </a:lnTo>
                <a:lnTo>
                  <a:pt x="60" y="197"/>
                </a:lnTo>
                <a:lnTo>
                  <a:pt x="57" y="200"/>
                </a:lnTo>
                <a:lnTo>
                  <a:pt x="57" y="200"/>
                </a:lnTo>
                <a:lnTo>
                  <a:pt x="51" y="200"/>
                </a:lnTo>
                <a:lnTo>
                  <a:pt x="47" y="203"/>
                </a:lnTo>
                <a:lnTo>
                  <a:pt x="47" y="203"/>
                </a:lnTo>
                <a:lnTo>
                  <a:pt x="47" y="203"/>
                </a:lnTo>
                <a:lnTo>
                  <a:pt x="45" y="203"/>
                </a:lnTo>
                <a:lnTo>
                  <a:pt x="43" y="193"/>
                </a:lnTo>
                <a:lnTo>
                  <a:pt x="34" y="191"/>
                </a:lnTo>
                <a:lnTo>
                  <a:pt x="34" y="193"/>
                </a:lnTo>
                <a:lnTo>
                  <a:pt x="34" y="194"/>
                </a:lnTo>
                <a:lnTo>
                  <a:pt x="34" y="194"/>
                </a:lnTo>
                <a:lnTo>
                  <a:pt x="34" y="193"/>
                </a:lnTo>
                <a:lnTo>
                  <a:pt x="13" y="169"/>
                </a:lnTo>
                <a:lnTo>
                  <a:pt x="8" y="170"/>
                </a:lnTo>
                <a:lnTo>
                  <a:pt x="8" y="170"/>
                </a:lnTo>
                <a:lnTo>
                  <a:pt x="8" y="170"/>
                </a:lnTo>
                <a:lnTo>
                  <a:pt x="8" y="169"/>
                </a:lnTo>
                <a:lnTo>
                  <a:pt x="8" y="160"/>
                </a:lnTo>
                <a:lnTo>
                  <a:pt x="13" y="144"/>
                </a:lnTo>
                <a:lnTo>
                  <a:pt x="14" y="135"/>
                </a:lnTo>
                <a:lnTo>
                  <a:pt x="25" y="121"/>
                </a:lnTo>
                <a:lnTo>
                  <a:pt x="17" y="105"/>
                </a:lnTo>
                <a:lnTo>
                  <a:pt x="17" y="93"/>
                </a:lnTo>
                <a:lnTo>
                  <a:pt x="8" y="86"/>
                </a:lnTo>
                <a:lnTo>
                  <a:pt x="7" y="81"/>
                </a:lnTo>
                <a:lnTo>
                  <a:pt x="7" y="81"/>
                </a:lnTo>
                <a:lnTo>
                  <a:pt x="13" y="65"/>
                </a:lnTo>
                <a:lnTo>
                  <a:pt x="10" y="62"/>
                </a:lnTo>
                <a:lnTo>
                  <a:pt x="10" y="62"/>
                </a:lnTo>
                <a:lnTo>
                  <a:pt x="10" y="52"/>
                </a:lnTo>
                <a:lnTo>
                  <a:pt x="4" y="44"/>
                </a:lnTo>
                <a:lnTo>
                  <a:pt x="0" y="34"/>
                </a:lnTo>
                <a:lnTo>
                  <a:pt x="4" y="18"/>
                </a:lnTo>
                <a:lnTo>
                  <a:pt x="4" y="16"/>
                </a:lnTo>
                <a:lnTo>
                  <a:pt x="14" y="15"/>
                </a:lnTo>
                <a:lnTo>
                  <a:pt x="29" y="6"/>
                </a:lnTo>
                <a:lnTo>
                  <a:pt x="34" y="1"/>
                </a:lnTo>
                <a:lnTo>
                  <a:pt x="34" y="0"/>
                </a:lnTo>
                <a:close/>
              </a:path>
            </a:pathLst>
          </a:custGeom>
          <a:solidFill>
            <a:srgbClr val="7D22C3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74" name="VIETNAM">
            <a:extLst>
              <a:ext uri="{FF2B5EF4-FFF2-40B4-BE49-F238E27FC236}">
                <a16:creationId xmlns:a16="http://schemas.microsoft.com/office/drawing/2014/main" id="{EBC868ED-A551-6E32-BB24-18B2F0A99CD5}"/>
              </a:ext>
            </a:extLst>
          </p:cNvPr>
          <p:cNvSpPr>
            <a:spLocks/>
          </p:cNvSpPr>
          <p:nvPr/>
        </p:nvSpPr>
        <p:spPr bwMode="auto">
          <a:xfrm>
            <a:off x="8690221" y="3909279"/>
            <a:ext cx="203511" cy="433282"/>
          </a:xfrm>
          <a:custGeom>
            <a:avLst/>
            <a:gdLst>
              <a:gd name="T0" fmla="*/ 38 w 93"/>
              <a:gd name="T1" fmla="*/ 0 h 198"/>
              <a:gd name="T2" fmla="*/ 56 w 93"/>
              <a:gd name="T3" fmla="*/ 7 h 198"/>
              <a:gd name="T4" fmla="*/ 67 w 93"/>
              <a:gd name="T5" fmla="*/ 23 h 198"/>
              <a:gd name="T6" fmla="*/ 75 w 93"/>
              <a:gd name="T7" fmla="*/ 25 h 198"/>
              <a:gd name="T8" fmla="*/ 68 w 93"/>
              <a:gd name="T9" fmla="*/ 28 h 198"/>
              <a:gd name="T10" fmla="*/ 49 w 93"/>
              <a:gd name="T11" fmla="*/ 47 h 198"/>
              <a:gd name="T12" fmla="*/ 46 w 93"/>
              <a:gd name="T13" fmla="*/ 65 h 198"/>
              <a:gd name="T14" fmla="*/ 56 w 93"/>
              <a:gd name="T15" fmla="*/ 77 h 198"/>
              <a:gd name="T16" fmla="*/ 72 w 93"/>
              <a:gd name="T17" fmla="*/ 95 h 198"/>
              <a:gd name="T18" fmla="*/ 80 w 93"/>
              <a:gd name="T19" fmla="*/ 98 h 198"/>
              <a:gd name="T20" fmla="*/ 87 w 93"/>
              <a:gd name="T21" fmla="*/ 108 h 198"/>
              <a:gd name="T22" fmla="*/ 93 w 93"/>
              <a:gd name="T23" fmla="*/ 142 h 198"/>
              <a:gd name="T24" fmla="*/ 92 w 93"/>
              <a:gd name="T25" fmla="*/ 158 h 198"/>
              <a:gd name="T26" fmla="*/ 75 w 93"/>
              <a:gd name="T27" fmla="*/ 172 h 198"/>
              <a:gd name="T28" fmla="*/ 61 w 93"/>
              <a:gd name="T29" fmla="*/ 175 h 198"/>
              <a:gd name="T30" fmla="*/ 56 w 93"/>
              <a:gd name="T31" fmla="*/ 185 h 198"/>
              <a:gd name="T32" fmla="*/ 55 w 93"/>
              <a:gd name="T33" fmla="*/ 187 h 198"/>
              <a:gd name="T34" fmla="*/ 50 w 93"/>
              <a:gd name="T35" fmla="*/ 184 h 198"/>
              <a:gd name="T36" fmla="*/ 52 w 93"/>
              <a:gd name="T37" fmla="*/ 188 h 198"/>
              <a:gd name="T38" fmla="*/ 37 w 93"/>
              <a:gd name="T39" fmla="*/ 198 h 198"/>
              <a:gd name="T40" fmla="*/ 35 w 93"/>
              <a:gd name="T41" fmla="*/ 198 h 198"/>
              <a:gd name="T42" fmla="*/ 34 w 93"/>
              <a:gd name="T43" fmla="*/ 188 h 198"/>
              <a:gd name="T44" fmla="*/ 29 w 93"/>
              <a:gd name="T45" fmla="*/ 175 h 198"/>
              <a:gd name="T46" fmla="*/ 29 w 93"/>
              <a:gd name="T47" fmla="*/ 173 h 198"/>
              <a:gd name="T48" fmla="*/ 35 w 93"/>
              <a:gd name="T49" fmla="*/ 169 h 198"/>
              <a:gd name="T50" fmla="*/ 47 w 93"/>
              <a:gd name="T51" fmla="*/ 164 h 198"/>
              <a:gd name="T52" fmla="*/ 49 w 93"/>
              <a:gd name="T53" fmla="*/ 157 h 198"/>
              <a:gd name="T54" fmla="*/ 55 w 93"/>
              <a:gd name="T55" fmla="*/ 154 h 198"/>
              <a:gd name="T56" fmla="*/ 68 w 93"/>
              <a:gd name="T57" fmla="*/ 148 h 198"/>
              <a:gd name="T58" fmla="*/ 68 w 93"/>
              <a:gd name="T59" fmla="*/ 109 h 198"/>
              <a:gd name="T60" fmla="*/ 56 w 93"/>
              <a:gd name="T61" fmla="*/ 93 h 198"/>
              <a:gd name="T62" fmla="*/ 53 w 93"/>
              <a:gd name="T63" fmla="*/ 83 h 198"/>
              <a:gd name="T64" fmla="*/ 37 w 93"/>
              <a:gd name="T65" fmla="*/ 65 h 198"/>
              <a:gd name="T66" fmla="*/ 22 w 93"/>
              <a:gd name="T67" fmla="*/ 55 h 198"/>
              <a:gd name="T68" fmla="*/ 24 w 93"/>
              <a:gd name="T69" fmla="*/ 49 h 198"/>
              <a:gd name="T70" fmla="*/ 32 w 93"/>
              <a:gd name="T71" fmla="*/ 46 h 198"/>
              <a:gd name="T72" fmla="*/ 25 w 93"/>
              <a:gd name="T73" fmla="*/ 34 h 198"/>
              <a:gd name="T74" fmla="*/ 12 w 93"/>
              <a:gd name="T75" fmla="*/ 34 h 198"/>
              <a:gd name="T76" fmla="*/ 7 w 93"/>
              <a:gd name="T77" fmla="*/ 22 h 198"/>
              <a:gd name="T78" fmla="*/ 0 w 93"/>
              <a:gd name="T79" fmla="*/ 12 h 198"/>
              <a:gd name="T80" fmla="*/ 3 w 93"/>
              <a:gd name="T81" fmla="*/ 6 h 198"/>
              <a:gd name="T82" fmla="*/ 12 w 93"/>
              <a:gd name="T83" fmla="*/ 9 h 198"/>
              <a:gd name="T84" fmla="*/ 16 w 93"/>
              <a:gd name="T85" fmla="*/ 7 h 198"/>
              <a:gd name="T86" fmla="*/ 21 w 93"/>
              <a:gd name="T87" fmla="*/ 9 h 198"/>
              <a:gd name="T88" fmla="*/ 38 w 93"/>
              <a:gd name="T89" fmla="*/ 0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3" h="198">
                <a:moveTo>
                  <a:pt x="38" y="0"/>
                </a:moveTo>
                <a:lnTo>
                  <a:pt x="38" y="0"/>
                </a:lnTo>
                <a:lnTo>
                  <a:pt x="56" y="6"/>
                </a:lnTo>
                <a:lnTo>
                  <a:pt x="56" y="7"/>
                </a:lnTo>
                <a:lnTo>
                  <a:pt x="61" y="19"/>
                </a:lnTo>
                <a:lnTo>
                  <a:pt x="67" y="23"/>
                </a:lnTo>
                <a:lnTo>
                  <a:pt x="75" y="25"/>
                </a:lnTo>
                <a:lnTo>
                  <a:pt x="75" y="25"/>
                </a:lnTo>
                <a:lnTo>
                  <a:pt x="75" y="26"/>
                </a:lnTo>
                <a:lnTo>
                  <a:pt x="68" y="28"/>
                </a:lnTo>
                <a:lnTo>
                  <a:pt x="58" y="37"/>
                </a:lnTo>
                <a:lnTo>
                  <a:pt x="49" y="47"/>
                </a:lnTo>
                <a:lnTo>
                  <a:pt x="46" y="59"/>
                </a:lnTo>
                <a:lnTo>
                  <a:pt x="46" y="65"/>
                </a:lnTo>
                <a:lnTo>
                  <a:pt x="53" y="71"/>
                </a:lnTo>
                <a:lnTo>
                  <a:pt x="56" y="77"/>
                </a:lnTo>
                <a:lnTo>
                  <a:pt x="64" y="86"/>
                </a:lnTo>
                <a:lnTo>
                  <a:pt x="72" y="95"/>
                </a:lnTo>
                <a:lnTo>
                  <a:pt x="78" y="98"/>
                </a:lnTo>
                <a:lnTo>
                  <a:pt x="80" y="98"/>
                </a:lnTo>
                <a:lnTo>
                  <a:pt x="81" y="103"/>
                </a:lnTo>
                <a:lnTo>
                  <a:pt x="87" y="108"/>
                </a:lnTo>
                <a:lnTo>
                  <a:pt x="87" y="108"/>
                </a:lnTo>
                <a:lnTo>
                  <a:pt x="93" y="142"/>
                </a:lnTo>
                <a:lnTo>
                  <a:pt x="92" y="148"/>
                </a:lnTo>
                <a:lnTo>
                  <a:pt x="92" y="158"/>
                </a:lnTo>
                <a:lnTo>
                  <a:pt x="89" y="163"/>
                </a:lnTo>
                <a:lnTo>
                  <a:pt x="75" y="172"/>
                </a:lnTo>
                <a:lnTo>
                  <a:pt x="67" y="175"/>
                </a:lnTo>
                <a:lnTo>
                  <a:pt x="61" y="175"/>
                </a:lnTo>
                <a:lnTo>
                  <a:pt x="56" y="181"/>
                </a:lnTo>
                <a:lnTo>
                  <a:pt x="56" y="185"/>
                </a:lnTo>
                <a:lnTo>
                  <a:pt x="56" y="187"/>
                </a:lnTo>
                <a:lnTo>
                  <a:pt x="55" y="187"/>
                </a:lnTo>
                <a:lnTo>
                  <a:pt x="55" y="187"/>
                </a:lnTo>
                <a:lnTo>
                  <a:pt x="50" y="184"/>
                </a:lnTo>
                <a:lnTo>
                  <a:pt x="52" y="188"/>
                </a:lnTo>
                <a:lnTo>
                  <a:pt x="52" y="188"/>
                </a:lnTo>
                <a:lnTo>
                  <a:pt x="38" y="198"/>
                </a:lnTo>
                <a:lnTo>
                  <a:pt x="37" y="198"/>
                </a:lnTo>
                <a:lnTo>
                  <a:pt x="37" y="198"/>
                </a:lnTo>
                <a:lnTo>
                  <a:pt x="35" y="198"/>
                </a:lnTo>
                <a:lnTo>
                  <a:pt x="34" y="197"/>
                </a:lnTo>
                <a:lnTo>
                  <a:pt x="34" y="188"/>
                </a:lnTo>
                <a:lnTo>
                  <a:pt x="37" y="179"/>
                </a:lnTo>
                <a:lnTo>
                  <a:pt x="29" y="175"/>
                </a:lnTo>
                <a:lnTo>
                  <a:pt x="29" y="173"/>
                </a:lnTo>
                <a:lnTo>
                  <a:pt x="29" y="173"/>
                </a:lnTo>
                <a:lnTo>
                  <a:pt x="34" y="172"/>
                </a:lnTo>
                <a:lnTo>
                  <a:pt x="35" y="169"/>
                </a:lnTo>
                <a:lnTo>
                  <a:pt x="35" y="167"/>
                </a:lnTo>
                <a:lnTo>
                  <a:pt x="47" y="164"/>
                </a:lnTo>
                <a:lnTo>
                  <a:pt x="47" y="158"/>
                </a:lnTo>
                <a:lnTo>
                  <a:pt x="49" y="157"/>
                </a:lnTo>
                <a:lnTo>
                  <a:pt x="55" y="157"/>
                </a:lnTo>
                <a:lnTo>
                  <a:pt x="55" y="154"/>
                </a:lnTo>
                <a:lnTo>
                  <a:pt x="55" y="154"/>
                </a:lnTo>
                <a:lnTo>
                  <a:pt x="68" y="148"/>
                </a:lnTo>
                <a:lnTo>
                  <a:pt x="67" y="117"/>
                </a:lnTo>
                <a:lnTo>
                  <a:pt x="68" y="109"/>
                </a:lnTo>
                <a:lnTo>
                  <a:pt x="64" y="96"/>
                </a:lnTo>
                <a:lnTo>
                  <a:pt x="56" y="93"/>
                </a:lnTo>
                <a:lnTo>
                  <a:pt x="55" y="92"/>
                </a:lnTo>
                <a:lnTo>
                  <a:pt x="53" y="83"/>
                </a:lnTo>
                <a:lnTo>
                  <a:pt x="47" y="80"/>
                </a:lnTo>
                <a:lnTo>
                  <a:pt x="37" y="65"/>
                </a:lnTo>
                <a:lnTo>
                  <a:pt x="22" y="56"/>
                </a:lnTo>
                <a:lnTo>
                  <a:pt x="22" y="55"/>
                </a:lnTo>
                <a:lnTo>
                  <a:pt x="24" y="50"/>
                </a:lnTo>
                <a:lnTo>
                  <a:pt x="24" y="49"/>
                </a:lnTo>
                <a:lnTo>
                  <a:pt x="29" y="49"/>
                </a:lnTo>
                <a:lnTo>
                  <a:pt x="32" y="46"/>
                </a:lnTo>
                <a:lnTo>
                  <a:pt x="28" y="35"/>
                </a:lnTo>
                <a:lnTo>
                  <a:pt x="25" y="34"/>
                </a:lnTo>
                <a:lnTo>
                  <a:pt x="12" y="34"/>
                </a:lnTo>
                <a:lnTo>
                  <a:pt x="12" y="34"/>
                </a:lnTo>
                <a:lnTo>
                  <a:pt x="9" y="29"/>
                </a:lnTo>
                <a:lnTo>
                  <a:pt x="7" y="22"/>
                </a:lnTo>
                <a:lnTo>
                  <a:pt x="0" y="13"/>
                </a:lnTo>
                <a:lnTo>
                  <a:pt x="0" y="12"/>
                </a:lnTo>
                <a:lnTo>
                  <a:pt x="3" y="7"/>
                </a:lnTo>
                <a:lnTo>
                  <a:pt x="3" y="6"/>
                </a:lnTo>
                <a:lnTo>
                  <a:pt x="3" y="6"/>
                </a:lnTo>
                <a:lnTo>
                  <a:pt x="12" y="9"/>
                </a:lnTo>
                <a:lnTo>
                  <a:pt x="15" y="7"/>
                </a:lnTo>
                <a:lnTo>
                  <a:pt x="16" y="7"/>
                </a:lnTo>
                <a:lnTo>
                  <a:pt x="16" y="7"/>
                </a:lnTo>
                <a:lnTo>
                  <a:pt x="21" y="9"/>
                </a:lnTo>
                <a:lnTo>
                  <a:pt x="38" y="0"/>
                </a:lnTo>
                <a:lnTo>
                  <a:pt x="38" y="0"/>
                </a:lnTo>
                <a:close/>
              </a:path>
            </a:pathLst>
          </a:custGeom>
          <a:solidFill>
            <a:srgbClr val="7D22C3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75" name="BRUENI">
            <a:extLst>
              <a:ext uri="{FF2B5EF4-FFF2-40B4-BE49-F238E27FC236}">
                <a16:creationId xmlns:a16="http://schemas.microsoft.com/office/drawing/2014/main" id="{EA9E303F-AD8C-3DE1-83FD-A55A96FAA227}"/>
              </a:ext>
            </a:extLst>
          </p:cNvPr>
          <p:cNvSpPr>
            <a:spLocks/>
          </p:cNvSpPr>
          <p:nvPr/>
        </p:nvSpPr>
        <p:spPr bwMode="auto">
          <a:xfrm>
            <a:off x="9027217" y="4443223"/>
            <a:ext cx="41577" cy="32825"/>
          </a:xfrm>
          <a:custGeom>
            <a:avLst/>
            <a:gdLst>
              <a:gd name="T0" fmla="*/ 13 w 19"/>
              <a:gd name="T1" fmla="*/ 0 h 15"/>
              <a:gd name="T2" fmla="*/ 13 w 19"/>
              <a:gd name="T3" fmla="*/ 0 h 15"/>
              <a:gd name="T4" fmla="*/ 16 w 19"/>
              <a:gd name="T5" fmla="*/ 3 h 15"/>
              <a:gd name="T6" fmla="*/ 19 w 19"/>
              <a:gd name="T7" fmla="*/ 9 h 15"/>
              <a:gd name="T8" fmla="*/ 19 w 19"/>
              <a:gd name="T9" fmla="*/ 11 h 15"/>
              <a:gd name="T10" fmla="*/ 19 w 19"/>
              <a:gd name="T11" fmla="*/ 11 h 15"/>
              <a:gd name="T12" fmla="*/ 18 w 19"/>
              <a:gd name="T13" fmla="*/ 11 h 15"/>
              <a:gd name="T14" fmla="*/ 13 w 19"/>
              <a:gd name="T15" fmla="*/ 6 h 15"/>
              <a:gd name="T16" fmla="*/ 9 w 19"/>
              <a:gd name="T17" fmla="*/ 15 h 15"/>
              <a:gd name="T18" fmla="*/ 9 w 19"/>
              <a:gd name="T19" fmla="*/ 15 h 15"/>
              <a:gd name="T20" fmla="*/ 7 w 19"/>
              <a:gd name="T21" fmla="*/ 15 h 15"/>
              <a:gd name="T22" fmla="*/ 7 w 19"/>
              <a:gd name="T23" fmla="*/ 15 h 15"/>
              <a:gd name="T24" fmla="*/ 0 w 19"/>
              <a:gd name="T25" fmla="*/ 8 h 15"/>
              <a:gd name="T26" fmla="*/ 0 w 19"/>
              <a:gd name="T27" fmla="*/ 8 h 15"/>
              <a:gd name="T28" fmla="*/ 0 w 19"/>
              <a:gd name="T29" fmla="*/ 6 h 15"/>
              <a:gd name="T30" fmla="*/ 12 w 19"/>
              <a:gd name="T31" fmla="*/ 0 h 15"/>
              <a:gd name="T32" fmla="*/ 13 w 19"/>
              <a:gd name="T33" fmla="*/ 0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9" h="15">
                <a:moveTo>
                  <a:pt x="13" y="0"/>
                </a:moveTo>
                <a:lnTo>
                  <a:pt x="13" y="0"/>
                </a:lnTo>
                <a:lnTo>
                  <a:pt x="16" y="3"/>
                </a:lnTo>
                <a:lnTo>
                  <a:pt x="19" y="9"/>
                </a:lnTo>
                <a:lnTo>
                  <a:pt x="19" y="11"/>
                </a:lnTo>
                <a:lnTo>
                  <a:pt x="19" y="11"/>
                </a:lnTo>
                <a:lnTo>
                  <a:pt x="18" y="11"/>
                </a:lnTo>
                <a:lnTo>
                  <a:pt x="13" y="6"/>
                </a:lnTo>
                <a:lnTo>
                  <a:pt x="9" y="15"/>
                </a:lnTo>
                <a:lnTo>
                  <a:pt x="9" y="15"/>
                </a:lnTo>
                <a:lnTo>
                  <a:pt x="7" y="15"/>
                </a:lnTo>
                <a:lnTo>
                  <a:pt x="7" y="15"/>
                </a:lnTo>
                <a:lnTo>
                  <a:pt x="0" y="8"/>
                </a:lnTo>
                <a:lnTo>
                  <a:pt x="0" y="8"/>
                </a:lnTo>
                <a:lnTo>
                  <a:pt x="0" y="6"/>
                </a:lnTo>
                <a:lnTo>
                  <a:pt x="12" y="0"/>
                </a:lnTo>
                <a:lnTo>
                  <a:pt x="13" y="0"/>
                </a:lnTo>
                <a:close/>
              </a:path>
            </a:pathLst>
          </a:custGeom>
          <a:solidFill>
            <a:srgbClr val="7D22C3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grpSp>
        <p:nvGrpSpPr>
          <p:cNvPr id="776" name="INDONESIA">
            <a:extLst>
              <a:ext uri="{FF2B5EF4-FFF2-40B4-BE49-F238E27FC236}">
                <a16:creationId xmlns:a16="http://schemas.microsoft.com/office/drawing/2014/main" id="{6295AACC-519F-9853-DABB-794ACB5C93BC}"/>
              </a:ext>
            </a:extLst>
          </p:cNvPr>
          <p:cNvGrpSpPr/>
          <p:nvPr userDrawn="1"/>
        </p:nvGrpSpPr>
        <p:grpSpPr>
          <a:xfrm>
            <a:off x="8491087" y="4427904"/>
            <a:ext cx="1317352" cy="472670"/>
            <a:chOff x="8348908" y="4529274"/>
            <a:chExt cx="1239150" cy="444611"/>
          </a:xfrm>
          <a:solidFill>
            <a:srgbClr val="7D22C3"/>
          </a:solidFill>
        </p:grpSpPr>
        <p:sp>
          <p:nvSpPr>
            <p:cNvPr id="917" name="Freeform 1562">
              <a:extLst>
                <a:ext uri="{FF2B5EF4-FFF2-40B4-BE49-F238E27FC236}">
                  <a16:creationId xmlns:a16="http://schemas.microsoft.com/office/drawing/2014/main" id="{CDB60621-97F0-CEC1-499D-7D90F800F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9651" y="4541625"/>
              <a:ext cx="12349" cy="8233"/>
            </a:xfrm>
            <a:custGeom>
              <a:avLst/>
              <a:gdLst>
                <a:gd name="T0" fmla="*/ 6 w 6"/>
                <a:gd name="T1" fmla="*/ 0 h 4"/>
                <a:gd name="T2" fmla="*/ 6 w 6"/>
                <a:gd name="T3" fmla="*/ 0 h 4"/>
                <a:gd name="T4" fmla="*/ 6 w 6"/>
                <a:gd name="T5" fmla="*/ 1 h 4"/>
                <a:gd name="T6" fmla="*/ 1 w 6"/>
                <a:gd name="T7" fmla="*/ 4 h 4"/>
                <a:gd name="T8" fmla="*/ 0 w 6"/>
                <a:gd name="T9" fmla="*/ 4 h 4"/>
                <a:gd name="T10" fmla="*/ 0 w 6"/>
                <a:gd name="T11" fmla="*/ 4 h 4"/>
                <a:gd name="T12" fmla="*/ 0 w 6"/>
                <a:gd name="T13" fmla="*/ 3 h 4"/>
                <a:gd name="T14" fmla="*/ 1 w 6"/>
                <a:gd name="T15" fmla="*/ 0 h 4"/>
                <a:gd name="T16" fmla="*/ 1 w 6"/>
                <a:gd name="T17" fmla="*/ 0 h 4"/>
                <a:gd name="T18" fmla="*/ 3 w 6"/>
                <a:gd name="T19" fmla="*/ 0 h 4"/>
                <a:gd name="T20" fmla="*/ 4 w 6"/>
                <a:gd name="T21" fmla="*/ 0 h 4"/>
                <a:gd name="T22" fmla="*/ 6 w 6"/>
                <a:gd name="T2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4">
                  <a:moveTo>
                    <a:pt x="6" y="0"/>
                  </a:moveTo>
                  <a:lnTo>
                    <a:pt x="6" y="0"/>
                  </a:lnTo>
                  <a:lnTo>
                    <a:pt x="6" y="1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18" name="Freeform 1686">
              <a:extLst>
                <a:ext uri="{FF2B5EF4-FFF2-40B4-BE49-F238E27FC236}">
                  <a16:creationId xmlns:a16="http://schemas.microsoft.com/office/drawing/2014/main" id="{61F2E1E6-5EC6-0195-50DC-32B6C5624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4015" y="4607493"/>
              <a:ext cx="16467" cy="18526"/>
            </a:xfrm>
            <a:custGeom>
              <a:avLst/>
              <a:gdLst>
                <a:gd name="T0" fmla="*/ 5 w 8"/>
                <a:gd name="T1" fmla="*/ 0 h 9"/>
                <a:gd name="T2" fmla="*/ 5 w 8"/>
                <a:gd name="T3" fmla="*/ 0 h 9"/>
                <a:gd name="T4" fmla="*/ 6 w 8"/>
                <a:gd name="T5" fmla="*/ 0 h 9"/>
                <a:gd name="T6" fmla="*/ 8 w 8"/>
                <a:gd name="T7" fmla="*/ 6 h 9"/>
                <a:gd name="T8" fmla="*/ 6 w 8"/>
                <a:gd name="T9" fmla="*/ 6 h 9"/>
                <a:gd name="T10" fmla="*/ 2 w 8"/>
                <a:gd name="T11" fmla="*/ 9 h 9"/>
                <a:gd name="T12" fmla="*/ 2 w 8"/>
                <a:gd name="T13" fmla="*/ 9 h 9"/>
                <a:gd name="T14" fmla="*/ 2 w 8"/>
                <a:gd name="T15" fmla="*/ 9 h 9"/>
                <a:gd name="T16" fmla="*/ 2 w 8"/>
                <a:gd name="T17" fmla="*/ 9 h 9"/>
                <a:gd name="T18" fmla="*/ 0 w 8"/>
                <a:gd name="T19" fmla="*/ 5 h 9"/>
                <a:gd name="T20" fmla="*/ 0 w 8"/>
                <a:gd name="T21" fmla="*/ 3 h 9"/>
                <a:gd name="T22" fmla="*/ 5 w 8"/>
                <a:gd name="T23" fmla="*/ 0 h 9"/>
                <a:gd name="T24" fmla="*/ 5 w 8"/>
                <a:gd name="T2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9">
                  <a:moveTo>
                    <a:pt x="5" y="0"/>
                  </a:moveTo>
                  <a:lnTo>
                    <a:pt x="5" y="0"/>
                  </a:lnTo>
                  <a:lnTo>
                    <a:pt x="6" y="0"/>
                  </a:lnTo>
                  <a:lnTo>
                    <a:pt x="8" y="6"/>
                  </a:lnTo>
                  <a:lnTo>
                    <a:pt x="6" y="6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0" y="5"/>
                  </a:lnTo>
                  <a:lnTo>
                    <a:pt x="0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19" name="Freeform 1751">
              <a:extLst>
                <a:ext uri="{FF2B5EF4-FFF2-40B4-BE49-F238E27FC236}">
                  <a16:creationId xmlns:a16="http://schemas.microsoft.com/office/drawing/2014/main" id="{270B34C7-704A-4838-09E5-57659EDA0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3677" y="4720705"/>
              <a:ext cx="34993" cy="10292"/>
            </a:xfrm>
            <a:custGeom>
              <a:avLst/>
              <a:gdLst>
                <a:gd name="T0" fmla="*/ 4 w 17"/>
                <a:gd name="T1" fmla="*/ 0 h 5"/>
                <a:gd name="T2" fmla="*/ 16 w 17"/>
                <a:gd name="T3" fmla="*/ 2 h 5"/>
                <a:gd name="T4" fmla="*/ 17 w 17"/>
                <a:gd name="T5" fmla="*/ 5 h 5"/>
                <a:gd name="T6" fmla="*/ 17 w 17"/>
                <a:gd name="T7" fmla="*/ 5 h 5"/>
                <a:gd name="T8" fmla="*/ 16 w 17"/>
                <a:gd name="T9" fmla="*/ 5 h 5"/>
                <a:gd name="T10" fmla="*/ 0 w 17"/>
                <a:gd name="T11" fmla="*/ 3 h 5"/>
                <a:gd name="T12" fmla="*/ 0 w 17"/>
                <a:gd name="T13" fmla="*/ 3 h 5"/>
                <a:gd name="T14" fmla="*/ 0 w 17"/>
                <a:gd name="T15" fmla="*/ 2 h 5"/>
                <a:gd name="T16" fmla="*/ 4 w 17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5">
                  <a:moveTo>
                    <a:pt x="4" y="0"/>
                  </a:moveTo>
                  <a:lnTo>
                    <a:pt x="16" y="2"/>
                  </a:lnTo>
                  <a:lnTo>
                    <a:pt x="17" y="5"/>
                  </a:lnTo>
                  <a:lnTo>
                    <a:pt x="17" y="5"/>
                  </a:lnTo>
                  <a:lnTo>
                    <a:pt x="16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920" name="Freeform 1753">
              <a:extLst>
                <a:ext uri="{FF2B5EF4-FFF2-40B4-BE49-F238E27FC236}">
                  <a16:creationId xmlns:a16="http://schemas.microsoft.com/office/drawing/2014/main" id="{DC06D22A-A36E-87D2-F7C1-08C7536B3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9561" y="4700120"/>
              <a:ext cx="24701" cy="14409"/>
            </a:xfrm>
            <a:custGeom>
              <a:avLst/>
              <a:gdLst>
                <a:gd name="T0" fmla="*/ 0 w 12"/>
                <a:gd name="T1" fmla="*/ 0 h 7"/>
                <a:gd name="T2" fmla="*/ 6 w 12"/>
                <a:gd name="T3" fmla="*/ 0 h 7"/>
                <a:gd name="T4" fmla="*/ 6 w 12"/>
                <a:gd name="T5" fmla="*/ 0 h 7"/>
                <a:gd name="T6" fmla="*/ 12 w 12"/>
                <a:gd name="T7" fmla="*/ 6 h 7"/>
                <a:gd name="T8" fmla="*/ 12 w 12"/>
                <a:gd name="T9" fmla="*/ 6 h 7"/>
                <a:gd name="T10" fmla="*/ 12 w 12"/>
                <a:gd name="T11" fmla="*/ 7 h 7"/>
                <a:gd name="T12" fmla="*/ 11 w 12"/>
                <a:gd name="T13" fmla="*/ 7 h 7"/>
                <a:gd name="T14" fmla="*/ 9 w 12"/>
                <a:gd name="T15" fmla="*/ 7 h 7"/>
                <a:gd name="T16" fmla="*/ 8 w 12"/>
                <a:gd name="T17" fmla="*/ 7 h 7"/>
                <a:gd name="T18" fmla="*/ 8 w 12"/>
                <a:gd name="T19" fmla="*/ 7 h 7"/>
                <a:gd name="T20" fmla="*/ 0 w 12"/>
                <a:gd name="T21" fmla="*/ 1 h 7"/>
                <a:gd name="T22" fmla="*/ 0 w 12"/>
                <a:gd name="T23" fmla="*/ 0 h 7"/>
                <a:gd name="T24" fmla="*/ 0 w 12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7">
                  <a:moveTo>
                    <a:pt x="0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7"/>
                  </a:lnTo>
                  <a:lnTo>
                    <a:pt x="11" y="7"/>
                  </a:lnTo>
                  <a:lnTo>
                    <a:pt x="9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grpSp>
          <p:nvGrpSpPr>
            <p:cNvPr id="921" name="INDONESIA">
              <a:extLst>
                <a:ext uri="{FF2B5EF4-FFF2-40B4-BE49-F238E27FC236}">
                  <a16:creationId xmlns:a16="http://schemas.microsoft.com/office/drawing/2014/main" id="{7BD2A449-4CC7-0EDA-01B9-6C10504C4785}"/>
                </a:ext>
              </a:extLst>
            </p:cNvPr>
            <p:cNvGrpSpPr/>
            <p:nvPr userDrawn="1"/>
          </p:nvGrpSpPr>
          <p:grpSpPr>
            <a:xfrm>
              <a:off x="8348908" y="4529274"/>
              <a:ext cx="1239150" cy="444611"/>
              <a:chOff x="8348908" y="4529274"/>
              <a:chExt cx="1239150" cy="444611"/>
            </a:xfrm>
            <a:grpFill/>
          </p:grpSpPr>
          <p:sp>
            <p:nvSpPr>
              <p:cNvPr id="922" name="Freeform 1666">
                <a:extLst>
                  <a:ext uri="{FF2B5EF4-FFF2-40B4-BE49-F238E27FC236}">
                    <a16:creationId xmlns:a16="http://schemas.microsoft.com/office/drawing/2014/main" id="{90D46249-7961-5EA3-D3E4-A71DEA7DF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75331" y="4636310"/>
                <a:ext cx="12350" cy="8234"/>
              </a:xfrm>
              <a:custGeom>
                <a:avLst/>
                <a:gdLst>
                  <a:gd name="T0" fmla="*/ 3 w 6"/>
                  <a:gd name="T1" fmla="*/ 0 h 4"/>
                  <a:gd name="T2" fmla="*/ 3 w 6"/>
                  <a:gd name="T3" fmla="*/ 1 h 4"/>
                  <a:gd name="T4" fmla="*/ 6 w 6"/>
                  <a:gd name="T5" fmla="*/ 1 h 4"/>
                  <a:gd name="T6" fmla="*/ 6 w 6"/>
                  <a:gd name="T7" fmla="*/ 3 h 4"/>
                  <a:gd name="T8" fmla="*/ 6 w 6"/>
                  <a:gd name="T9" fmla="*/ 3 h 4"/>
                  <a:gd name="T10" fmla="*/ 2 w 6"/>
                  <a:gd name="T11" fmla="*/ 4 h 4"/>
                  <a:gd name="T12" fmla="*/ 2 w 6"/>
                  <a:gd name="T13" fmla="*/ 4 h 4"/>
                  <a:gd name="T14" fmla="*/ 0 w 6"/>
                  <a:gd name="T15" fmla="*/ 4 h 4"/>
                  <a:gd name="T16" fmla="*/ 0 w 6"/>
                  <a:gd name="T17" fmla="*/ 3 h 4"/>
                  <a:gd name="T18" fmla="*/ 3 w 6"/>
                  <a:gd name="T19" fmla="*/ 1 h 4"/>
                  <a:gd name="T20" fmla="*/ 3 w 6"/>
                  <a:gd name="T2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4">
                    <a:moveTo>
                      <a:pt x="3" y="0"/>
                    </a:moveTo>
                    <a:lnTo>
                      <a:pt x="3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23" name="Freeform 1667">
                <a:extLst>
                  <a:ext uri="{FF2B5EF4-FFF2-40B4-BE49-F238E27FC236}">
                    <a16:creationId xmlns:a16="http://schemas.microsoft.com/office/drawing/2014/main" id="{6C2E1DF1-0CBA-3E33-C8EC-3857A6AB7B8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75331" y="4636310"/>
                <a:ext cx="12350" cy="12350"/>
              </a:xfrm>
              <a:custGeom>
                <a:avLst/>
                <a:gdLst>
                  <a:gd name="T0" fmla="*/ 3 w 6"/>
                  <a:gd name="T1" fmla="*/ 1 h 6"/>
                  <a:gd name="T2" fmla="*/ 2 w 6"/>
                  <a:gd name="T3" fmla="*/ 4 h 6"/>
                  <a:gd name="T4" fmla="*/ 5 w 6"/>
                  <a:gd name="T5" fmla="*/ 3 h 6"/>
                  <a:gd name="T6" fmla="*/ 3 w 6"/>
                  <a:gd name="T7" fmla="*/ 1 h 6"/>
                  <a:gd name="T8" fmla="*/ 3 w 6"/>
                  <a:gd name="T9" fmla="*/ 0 h 6"/>
                  <a:gd name="T10" fmla="*/ 5 w 6"/>
                  <a:gd name="T11" fmla="*/ 0 h 6"/>
                  <a:gd name="T12" fmla="*/ 6 w 6"/>
                  <a:gd name="T13" fmla="*/ 1 h 6"/>
                  <a:gd name="T14" fmla="*/ 6 w 6"/>
                  <a:gd name="T15" fmla="*/ 3 h 6"/>
                  <a:gd name="T16" fmla="*/ 6 w 6"/>
                  <a:gd name="T17" fmla="*/ 4 h 6"/>
                  <a:gd name="T18" fmla="*/ 2 w 6"/>
                  <a:gd name="T19" fmla="*/ 6 h 6"/>
                  <a:gd name="T20" fmla="*/ 2 w 6"/>
                  <a:gd name="T21" fmla="*/ 6 h 6"/>
                  <a:gd name="T22" fmla="*/ 0 w 6"/>
                  <a:gd name="T23" fmla="*/ 4 h 6"/>
                  <a:gd name="T24" fmla="*/ 0 w 6"/>
                  <a:gd name="T25" fmla="*/ 4 h 6"/>
                  <a:gd name="T26" fmla="*/ 0 w 6"/>
                  <a:gd name="T27" fmla="*/ 3 h 6"/>
                  <a:gd name="T28" fmla="*/ 2 w 6"/>
                  <a:gd name="T29" fmla="*/ 0 h 6"/>
                  <a:gd name="T30" fmla="*/ 3 w 6"/>
                  <a:gd name="T3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" h="6">
                    <a:moveTo>
                      <a:pt x="3" y="1"/>
                    </a:moveTo>
                    <a:lnTo>
                      <a:pt x="2" y="4"/>
                    </a:lnTo>
                    <a:lnTo>
                      <a:pt x="5" y="3"/>
                    </a:lnTo>
                    <a:lnTo>
                      <a:pt x="3" y="1"/>
                    </a:lnTo>
                    <a:close/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24" name="Freeform 1763">
                <a:extLst>
                  <a:ext uri="{FF2B5EF4-FFF2-40B4-BE49-F238E27FC236}">
                    <a16:creationId xmlns:a16="http://schemas.microsoft.com/office/drawing/2014/main" id="{4901447D-2F39-9619-1990-D414D73F1E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2366" y="4749522"/>
                <a:ext cx="18526" cy="18526"/>
              </a:xfrm>
              <a:custGeom>
                <a:avLst/>
                <a:gdLst>
                  <a:gd name="T0" fmla="*/ 3 w 9"/>
                  <a:gd name="T1" fmla="*/ 0 h 9"/>
                  <a:gd name="T2" fmla="*/ 3 w 9"/>
                  <a:gd name="T3" fmla="*/ 0 h 9"/>
                  <a:gd name="T4" fmla="*/ 9 w 9"/>
                  <a:gd name="T5" fmla="*/ 1 h 9"/>
                  <a:gd name="T6" fmla="*/ 9 w 9"/>
                  <a:gd name="T7" fmla="*/ 3 h 9"/>
                  <a:gd name="T8" fmla="*/ 9 w 9"/>
                  <a:gd name="T9" fmla="*/ 7 h 9"/>
                  <a:gd name="T10" fmla="*/ 7 w 9"/>
                  <a:gd name="T11" fmla="*/ 9 h 9"/>
                  <a:gd name="T12" fmla="*/ 1 w 9"/>
                  <a:gd name="T13" fmla="*/ 7 h 9"/>
                  <a:gd name="T14" fmla="*/ 0 w 9"/>
                  <a:gd name="T15" fmla="*/ 7 h 9"/>
                  <a:gd name="T16" fmla="*/ 0 w 9"/>
                  <a:gd name="T17" fmla="*/ 6 h 9"/>
                  <a:gd name="T18" fmla="*/ 1 w 9"/>
                  <a:gd name="T19" fmla="*/ 0 h 9"/>
                  <a:gd name="T20" fmla="*/ 1 w 9"/>
                  <a:gd name="T21" fmla="*/ 0 h 9"/>
                  <a:gd name="T22" fmla="*/ 3 w 9"/>
                  <a:gd name="T2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9">
                    <a:moveTo>
                      <a:pt x="3" y="0"/>
                    </a:moveTo>
                    <a:lnTo>
                      <a:pt x="3" y="0"/>
                    </a:lnTo>
                    <a:lnTo>
                      <a:pt x="9" y="1"/>
                    </a:lnTo>
                    <a:lnTo>
                      <a:pt x="9" y="3"/>
                    </a:lnTo>
                    <a:lnTo>
                      <a:pt x="9" y="7"/>
                    </a:lnTo>
                    <a:lnTo>
                      <a:pt x="7" y="9"/>
                    </a:lnTo>
                    <a:lnTo>
                      <a:pt x="1" y="7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25" name="Freeform 1765">
                <a:extLst>
                  <a:ext uri="{FF2B5EF4-FFF2-40B4-BE49-F238E27FC236}">
                    <a16:creationId xmlns:a16="http://schemas.microsoft.com/office/drawing/2014/main" id="{FD30A796-2339-B682-030C-05C11E625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8556" y="4718645"/>
                <a:ext cx="43226" cy="45285"/>
              </a:xfrm>
              <a:custGeom>
                <a:avLst/>
                <a:gdLst>
                  <a:gd name="T0" fmla="*/ 9 w 21"/>
                  <a:gd name="T1" fmla="*/ 0 h 22"/>
                  <a:gd name="T2" fmla="*/ 10 w 21"/>
                  <a:gd name="T3" fmla="*/ 0 h 22"/>
                  <a:gd name="T4" fmla="*/ 10 w 21"/>
                  <a:gd name="T5" fmla="*/ 1 h 22"/>
                  <a:gd name="T6" fmla="*/ 15 w 21"/>
                  <a:gd name="T7" fmla="*/ 13 h 22"/>
                  <a:gd name="T8" fmla="*/ 21 w 21"/>
                  <a:gd name="T9" fmla="*/ 13 h 22"/>
                  <a:gd name="T10" fmla="*/ 21 w 21"/>
                  <a:gd name="T11" fmla="*/ 15 h 22"/>
                  <a:gd name="T12" fmla="*/ 21 w 21"/>
                  <a:gd name="T13" fmla="*/ 21 h 22"/>
                  <a:gd name="T14" fmla="*/ 21 w 21"/>
                  <a:gd name="T15" fmla="*/ 22 h 22"/>
                  <a:gd name="T16" fmla="*/ 21 w 21"/>
                  <a:gd name="T17" fmla="*/ 22 h 22"/>
                  <a:gd name="T18" fmla="*/ 19 w 21"/>
                  <a:gd name="T19" fmla="*/ 22 h 22"/>
                  <a:gd name="T20" fmla="*/ 12 w 21"/>
                  <a:gd name="T21" fmla="*/ 19 h 22"/>
                  <a:gd name="T22" fmla="*/ 12 w 21"/>
                  <a:gd name="T23" fmla="*/ 19 h 22"/>
                  <a:gd name="T24" fmla="*/ 7 w 21"/>
                  <a:gd name="T25" fmla="*/ 10 h 22"/>
                  <a:gd name="T26" fmla="*/ 0 w 21"/>
                  <a:gd name="T27" fmla="*/ 7 h 22"/>
                  <a:gd name="T28" fmla="*/ 0 w 21"/>
                  <a:gd name="T29" fmla="*/ 7 h 22"/>
                  <a:gd name="T30" fmla="*/ 0 w 21"/>
                  <a:gd name="T31" fmla="*/ 7 h 22"/>
                  <a:gd name="T32" fmla="*/ 3 w 21"/>
                  <a:gd name="T33" fmla="*/ 1 h 22"/>
                  <a:gd name="T34" fmla="*/ 3 w 21"/>
                  <a:gd name="T35" fmla="*/ 1 h 22"/>
                  <a:gd name="T36" fmla="*/ 3 w 21"/>
                  <a:gd name="T37" fmla="*/ 1 h 22"/>
                  <a:gd name="T38" fmla="*/ 7 w 21"/>
                  <a:gd name="T39" fmla="*/ 3 h 22"/>
                  <a:gd name="T40" fmla="*/ 9 w 21"/>
                  <a:gd name="T41" fmla="*/ 0 h 22"/>
                  <a:gd name="T42" fmla="*/ 9 w 21"/>
                  <a:gd name="T43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1" h="22">
                    <a:moveTo>
                      <a:pt x="9" y="0"/>
                    </a:moveTo>
                    <a:lnTo>
                      <a:pt x="10" y="0"/>
                    </a:lnTo>
                    <a:lnTo>
                      <a:pt x="10" y="1"/>
                    </a:lnTo>
                    <a:lnTo>
                      <a:pt x="15" y="13"/>
                    </a:lnTo>
                    <a:lnTo>
                      <a:pt x="21" y="13"/>
                    </a:lnTo>
                    <a:lnTo>
                      <a:pt x="21" y="15"/>
                    </a:lnTo>
                    <a:lnTo>
                      <a:pt x="21" y="21"/>
                    </a:lnTo>
                    <a:lnTo>
                      <a:pt x="21" y="22"/>
                    </a:lnTo>
                    <a:lnTo>
                      <a:pt x="21" y="22"/>
                    </a:lnTo>
                    <a:lnTo>
                      <a:pt x="19" y="22"/>
                    </a:lnTo>
                    <a:lnTo>
                      <a:pt x="12" y="19"/>
                    </a:lnTo>
                    <a:lnTo>
                      <a:pt x="12" y="19"/>
                    </a:lnTo>
                    <a:lnTo>
                      <a:pt x="7" y="10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7" y="3"/>
                    </a:lnTo>
                    <a:lnTo>
                      <a:pt x="9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26" name="Freeform 1767">
                <a:extLst>
                  <a:ext uri="{FF2B5EF4-FFF2-40B4-BE49-F238E27FC236}">
                    <a16:creationId xmlns:a16="http://schemas.microsoft.com/office/drawing/2014/main" id="{2EE14F67-402B-D6A3-7CC6-3561584C6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93855" y="4687770"/>
                <a:ext cx="8234" cy="8234"/>
              </a:xfrm>
              <a:custGeom>
                <a:avLst/>
                <a:gdLst>
                  <a:gd name="T0" fmla="*/ 3 w 4"/>
                  <a:gd name="T1" fmla="*/ 0 h 4"/>
                  <a:gd name="T2" fmla="*/ 3 w 4"/>
                  <a:gd name="T3" fmla="*/ 0 h 4"/>
                  <a:gd name="T4" fmla="*/ 3 w 4"/>
                  <a:gd name="T5" fmla="*/ 0 h 4"/>
                  <a:gd name="T6" fmla="*/ 4 w 4"/>
                  <a:gd name="T7" fmla="*/ 4 h 4"/>
                  <a:gd name="T8" fmla="*/ 4 w 4"/>
                  <a:gd name="T9" fmla="*/ 4 h 4"/>
                  <a:gd name="T10" fmla="*/ 3 w 4"/>
                  <a:gd name="T11" fmla="*/ 4 h 4"/>
                  <a:gd name="T12" fmla="*/ 1 w 4"/>
                  <a:gd name="T13" fmla="*/ 4 h 4"/>
                  <a:gd name="T14" fmla="*/ 1 w 4"/>
                  <a:gd name="T15" fmla="*/ 4 h 4"/>
                  <a:gd name="T16" fmla="*/ 0 w 4"/>
                  <a:gd name="T17" fmla="*/ 4 h 4"/>
                  <a:gd name="T18" fmla="*/ 0 w 4"/>
                  <a:gd name="T19" fmla="*/ 3 h 4"/>
                  <a:gd name="T20" fmla="*/ 3 w 4"/>
                  <a:gd name="T21" fmla="*/ 0 h 4"/>
                  <a:gd name="T22" fmla="*/ 3 w 4"/>
                  <a:gd name="T2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4">
                    <a:moveTo>
                      <a:pt x="3" y="0"/>
                    </a:moveTo>
                    <a:lnTo>
                      <a:pt x="3" y="0"/>
                    </a:lnTo>
                    <a:lnTo>
                      <a:pt x="3" y="0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27" name="Freeform 1771">
                <a:extLst>
                  <a:ext uri="{FF2B5EF4-FFF2-40B4-BE49-F238E27FC236}">
                    <a16:creationId xmlns:a16="http://schemas.microsoft.com/office/drawing/2014/main" id="{879FC0CB-DF75-9C6E-1C4D-A712C5D11A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3593" y="4706295"/>
                <a:ext cx="16467" cy="20584"/>
              </a:xfrm>
              <a:custGeom>
                <a:avLst/>
                <a:gdLst>
                  <a:gd name="T0" fmla="*/ 0 w 8"/>
                  <a:gd name="T1" fmla="*/ 0 h 10"/>
                  <a:gd name="T2" fmla="*/ 3 w 8"/>
                  <a:gd name="T3" fmla="*/ 0 h 10"/>
                  <a:gd name="T4" fmla="*/ 5 w 8"/>
                  <a:gd name="T5" fmla="*/ 0 h 10"/>
                  <a:gd name="T6" fmla="*/ 8 w 8"/>
                  <a:gd name="T7" fmla="*/ 10 h 10"/>
                  <a:gd name="T8" fmla="*/ 8 w 8"/>
                  <a:gd name="T9" fmla="*/ 10 h 10"/>
                  <a:gd name="T10" fmla="*/ 8 w 8"/>
                  <a:gd name="T11" fmla="*/ 10 h 10"/>
                  <a:gd name="T12" fmla="*/ 8 w 8"/>
                  <a:gd name="T13" fmla="*/ 10 h 10"/>
                  <a:gd name="T14" fmla="*/ 2 w 8"/>
                  <a:gd name="T15" fmla="*/ 7 h 10"/>
                  <a:gd name="T16" fmla="*/ 0 w 8"/>
                  <a:gd name="T17" fmla="*/ 7 h 10"/>
                  <a:gd name="T18" fmla="*/ 0 w 8"/>
                  <a:gd name="T19" fmla="*/ 0 h 10"/>
                  <a:gd name="T20" fmla="*/ 0 w 8"/>
                  <a:gd name="T21" fmla="*/ 0 h 10"/>
                  <a:gd name="T22" fmla="*/ 0 w 8"/>
                  <a:gd name="T2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" h="10">
                    <a:moveTo>
                      <a:pt x="0" y="0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28" name="Freeform 1773">
                <a:extLst>
                  <a:ext uri="{FF2B5EF4-FFF2-40B4-BE49-F238E27FC236}">
                    <a16:creationId xmlns:a16="http://schemas.microsoft.com/office/drawing/2014/main" id="{AE6B3E71-7E20-3519-63E6-CFC4EF420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32104" y="4636310"/>
                <a:ext cx="16467" cy="8234"/>
              </a:xfrm>
              <a:custGeom>
                <a:avLst/>
                <a:gdLst>
                  <a:gd name="T0" fmla="*/ 2 w 8"/>
                  <a:gd name="T1" fmla="*/ 0 h 4"/>
                  <a:gd name="T2" fmla="*/ 2 w 8"/>
                  <a:gd name="T3" fmla="*/ 0 h 4"/>
                  <a:gd name="T4" fmla="*/ 3 w 8"/>
                  <a:gd name="T5" fmla="*/ 0 h 4"/>
                  <a:gd name="T6" fmla="*/ 6 w 8"/>
                  <a:gd name="T7" fmla="*/ 0 h 4"/>
                  <a:gd name="T8" fmla="*/ 6 w 8"/>
                  <a:gd name="T9" fmla="*/ 0 h 4"/>
                  <a:gd name="T10" fmla="*/ 8 w 8"/>
                  <a:gd name="T11" fmla="*/ 1 h 4"/>
                  <a:gd name="T12" fmla="*/ 8 w 8"/>
                  <a:gd name="T13" fmla="*/ 4 h 4"/>
                  <a:gd name="T14" fmla="*/ 8 w 8"/>
                  <a:gd name="T15" fmla="*/ 4 h 4"/>
                  <a:gd name="T16" fmla="*/ 8 w 8"/>
                  <a:gd name="T17" fmla="*/ 4 h 4"/>
                  <a:gd name="T18" fmla="*/ 6 w 8"/>
                  <a:gd name="T19" fmla="*/ 4 h 4"/>
                  <a:gd name="T20" fmla="*/ 0 w 8"/>
                  <a:gd name="T21" fmla="*/ 1 h 4"/>
                  <a:gd name="T22" fmla="*/ 0 w 8"/>
                  <a:gd name="T23" fmla="*/ 0 h 4"/>
                  <a:gd name="T24" fmla="*/ 2 w 8"/>
                  <a:gd name="T2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4">
                    <a:moveTo>
                      <a:pt x="2" y="0"/>
                    </a:moveTo>
                    <a:lnTo>
                      <a:pt x="2" y="0"/>
                    </a:lnTo>
                    <a:lnTo>
                      <a:pt x="3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8" y="1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6" y="4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29" name="Freeform 1774">
                <a:extLst>
                  <a:ext uri="{FF2B5EF4-FFF2-40B4-BE49-F238E27FC236}">
                    <a16:creationId xmlns:a16="http://schemas.microsoft.com/office/drawing/2014/main" id="{C455C3F5-B405-EC4C-E91B-F8C5AA755F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32104" y="4636310"/>
                <a:ext cx="18526" cy="12350"/>
              </a:xfrm>
              <a:custGeom>
                <a:avLst/>
                <a:gdLst>
                  <a:gd name="T0" fmla="*/ 2 w 9"/>
                  <a:gd name="T1" fmla="*/ 1 h 6"/>
                  <a:gd name="T2" fmla="*/ 8 w 9"/>
                  <a:gd name="T3" fmla="*/ 4 h 6"/>
                  <a:gd name="T4" fmla="*/ 6 w 9"/>
                  <a:gd name="T5" fmla="*/ 1 h 6"/>
                  <a:gd name="T6" fmla="*/ 2 w 9"/>
                  <a:gd name="T7" fmla="*/ 1 h 6"/>
                  <a:gd name="T8" fmla="*/ 2 w 9"/>
                  <a:gd name="T9" fmla="*/ 0 h 6"/>
                  <a:gd name="T10" fmla="*/ 2 w 9"/>
                  <a:gd name="T11" fmla="*/ 0 h 6"/>
                  <a:gd name="T12" fmla="*/ 6 w 9"/>
                  <a:gd name="T13" fmla="*/ 0 h 6"/>
                  <a:gd name="T14" fmla="*/ 8 w 9"/>
                  <a:gd name="T15" fmla="*/ 1 h 6"/>
                  <a:gd name="T16" fmla="*/ 9 w 9"/>
                  <a:gd name="T17" fmla="*/ 3 h 6"/>
                  <a:gd name="T18" fmla="*/ 8 w 9"/>
                  <a:gd name="T19" fmla="*/ 4 h 6"/>
                  <a:gd name="T20" fmla="*/ 8 w 9"/>
                  <a:gd name="T21" fmla="*/ 6 h 6"/>
                  <a:gd name="T22" fmla="*/ 8 w 9"/>
                  <a:gd name="T23" fmla="*/ 6 h 6"/>
                  <a:gd name="T24" fmla="*/ 6 w 9"/>
                  <a:gd name="T25" fmla="*/ 6 h 6"/>
                  <a:gd name="T26" fmla="*/ 0 w 9"/>
                  <a:gd name="T27" fmla="*/ 1 h 6"/>
                  <a:gd name="T28" fmla="*/ 0 w 9"/>
                  <a:gd name="T29" fmla="*/ 1 h 6"/>
                  <a:gd name="T30" fmla="*/ 0 w 9"/>
                  <a:gd name="T31" fmla="*/ 0 h 6"/>
                  <a:gd name="T32" fmla="*/ 0 w 9"/>
                  <a:gd name="T33" fmla="*/ 0 h 6"/>
                  <a:gd name="T34" fmla="*/ 2 w 9"/>
                  <a:gd name="T3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" h="6">
                    <a:moveTo>
                      <a:pt x="2" y="1"/>
                    </a:moveTo>
                    <a:lnTo>
                      <a:pt x="8" y="4"/>
                    </a:lnTo>
                    <a:lnTo>
                      <a:pt x="6" y="1"/>
                    </a:lnTo>
                    <a:lnTo>
                      <a:pt x="2" y="1"/>
                    </a:lnTo>
                    <a:close/>
                    <a:moveTo>
                      <a:pt x="2" y="0"/>
                    </a:moveTo>
                    <a:lnTo>
                      <a:pt x="2" y="0"/>
                    </a:lnTo>
                    <a:lnTo>
                      <a:pt x="6" y="0"/>
                    </a:lnTo>
                    <a:lnTo>
                      <a:pt x="8" y="1"/>
                    </a:lnTo>
                    <a:lnTo>
                      <a:pt x="9" y="3"/>
                    </a:lnTo>
                    <a:lnTo>
                      <a:pt x="8" y="4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6" y="6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30" name="Freeform 1775">
                <a:extLst>
                  <a:ext uri="{FF2B5EF4-FFF2-40B4-BE49-F238E27FC236}">
                    <a16:creationId xmlns:a16="http://schemas.microsoft.com/office/drawing/2014/main" id="{86EE712E-AAB7-D131-D440-B507B3ABD9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17695" y="4623960"/>
                <a:ext cx="12350" cy="12350"/>
              </a:xfrm>
              <a:custGeom>
                <a:avLst/>
                <a:gdLst>
                  <a:gd name="T0" fmla="*/ 0 w 6"/>
                  <a:gd name="T1" fmla="*/ 0 h 6"/>
                  <a:gd name="T2" fmla="*/ 4 w 6"/>
                  <a:gd name="T3" fmla="*/ 0 h 6"/>
                  <a:gd name="T4" fmla="*/ 6 w 6"/>
                  <a:gd name="T5" fmla="*/ 1 h 6"/>
                  <a:gd name="T6" fmla="*/ 6 w 6"/>
                  <a:gd name="T7" fmla="*/ 1 h 6"/>
                  <a:gd name="T8" fmla="*/ 4 w 6"/>
                  <a:gd name="T9" fmla="*/ 4 h 6"/>
                  <a:gd name="T10" fmla="*/ 4 w 6"/>
                  <a:gd name="T11" fmla="*/ 6 h 6"/>
                  <a:gd name="T12" fmla="*/ 4 w 6"/>
                  <a:gd name="T13" fmla="*/ 6 h 6"/>
                  <a:gd name="T14" fmla="*/ 4 w 6"/>
                  <a:gd name="T15" fmla="*/ 6 h 6"/>
                  <a:gd name="T16" fmla="*/ 0 w 6"/>
                  <a:gd name="T17" fmla="*/ 1 h 6"/>
                  <a:gd name="T18" fmla="*/ 0 w 6"/>
                  <a:gd name="T19" fmla="*/ 1 h 6"/>
                  <a:gd name="T20" fmla="*/ 0 w 6"/>
                  <a:gd name="T2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4" y="0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4" y="4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31" name="Freeform 1776">
                <a:extLst>
                  <a:ext uri="{FF2B5EF4-FFF2-40B4-BE49-F238E27FC236}">
                    <a16:creationId xmlns:a16="http://schemas.microsoft.com/office/drawing/2014/main" id="{C2731EB2-18B6-91EC-C2CC-E6427D0241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13578" y="4623960"/>
                <a:ext cx="16467" cy="12350"/>
              </a:xfrm>
              <a:custGeom>
                <a:avLst/>
                <a:gdLst>
                  <a:gd name="T0" fmla="*/ 2 w 8"/>
                  <a:gd name="T1" fmla="*/ 1 h 6"/>
                  <a:gd name="T2" fmla="*/ 6 w 8"/>
                  <a:gd name="T3" fmla="*/ 4 h 6"/>
                  <a:gd name="T4" fmla="*/ 6 w 8"/>
                  <a:gd name="T5" fmla="*/ 1 h 6"/>
                  <a:gd name="T6" fmla="*/ 2 w 8"/>
                  <a:gd name="T7" fmla="*/ 1 h 6"/>
                  <a:gd name="T8" fmla="*/ 2 w 8"/>
                  <a:gd name="T9" fmla="*/ 0 h 6"/>
                  <a:gd name="T10" fmla="*/ 6 w 8"/>
                  <a:gd name="T11" fmla="*/ 0 h 6"/>
                  <a:gd name="T12" fmla="*/ 8 w 8"/>
                  <a:gd name="T13" fmla="*/ 0 h 6"/>
                  <a:gd name="T14" fmla="*/ 8 w 8"/>
                  <a:gd name="T15" fmla="*/ 1 h 6"/>
                  <a:gd name="T16" fmla="*/ 8 w 8"/>
                  <a:gd name="T17" fmla="*/ 4 h 6"/>
                  <a:gd name="T18" fmla="*/ 6 w 8"/>
                  <a:gd name="T19" fmla="*/ 6 h 6"/>
                  <a:gd name="T20" fmla="*/ 6 w 8"/>
                  <a:gd name="T21" fmla="*/ 6 h 6"/>
                  <a:gd name="T22" fmla="*/ 5 w 8"/>
                  <a:gd name="T23" fmla="*/ 6 h 6"/>
                  <a:gd name="T24" fmla="*/ 2 w 8"/>
                  <a:gd name="T25" fmla="*/ 3 h 6"/>
                  <a:gd name="T26" fmla="*/ 0 w 8"/>
                  <a:gd name="T27" fmla="*/ 1 h 6"/>
                  <a:gd name="T28" fmla="*/ 0 w 8"/>
                  <a:gd name="T29" fmla="*/ 1 h 6"/>
                  <a:gd name="T30" fmla="*/ 2 w 8"/>
                  <a:gd name="T31" fmla="*/ 0 h 6"/>
                  <a:gd name="T32" fmla="*/ 2 w 8"/>
                  <a:gd name="T3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" h="6">
                    <a:moveTo>
                      <a:pt x="2" y="1"/>
                    </a:moveTo>
                    <a:lnTo>
                      <a:pt x="6" y="4"/>
                    </a:lnTo>
                    <a:lnTo>
                      <a:pt x="6" y="1"/>
                    </a:lnTo>
                    <a:lnTo>
                      <a:pt x="2" y="1"/>
                    </a:lnTo>
                    <a:close/>
                    <a:moveTo>
                      <a:pt x="2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8" y="1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5" y="6"/>
                    </a:lnTo>
                    <a:lnTo>
                      <a:pt x="2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32" name="Freeform 1777">
                <a:extLst>
                  <a:ext uri="{FF2B5EF4-FFF2-40B4-BE49-F238E27FC236}">
                    <a16:creationId xmlns:a16="http://schemas.microsoft.com/office/drawing/2014/main" id="{AFAEDFB2-A614-A8E3-DD64-B6FFA84949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2426" y="4638368"/>
                <a:ext cx="22642" cy="28817"/>
              </a:xfrm>
              <a:custGeom>
                <a:avLst/>
                <a:gdLst>
                  <a:gd name="T0" fmla="*/ 4 w 11"/>
                  <a:gd name="T1" fmla="*/ 0 h 14"/>
                  <a:gd name="T2" fmla="*/ 4 w 11"/>
                  <a:gd name="T3" fmla="*/ 0 h 14"/>
                  <a:gd name="T4" fmla="*/ 11 w 11"/>
                  <a:gd name="T5" fmla="*/ 8 h 14"/>
                  <a:gd name="T6" fmla="*/ 11 w 11"/>
                  <a:gd name="T7" fmla="*/ 8 h 14"/>
                  <a:gd name="T8" fmla="*/ 11 w 11"/>
                  <a:gd name="T9" fmla="*/ 12 h 14"/>
                  <a:gd name="T10" fmla="*/ 11 w 11"/>
                  <a:gd name="T11" fmla="*/ 14 h 14"/>
                  <a:gd name="T12" fmla="*/ 10 w 11"/>
                  <a:gd name="T13" fmla="*/ 14 h 14"/>
                  <a:gd name="T14" fmla="*/ 10 w 11"/>
                  <a:gd name="T15" fmla="*/ 14 h 14"/>
                  <a:gd name="T16" fmla="*/ 0 w 11"/>
                  <a:gd name="T17" fmla="*/ 3 h 14"/>
                  <a:gd name="T18" fmla="*/ 0 w 11"/>
                  <a:gd name="T19" fmla="*/ 3 h 14"/>
                  <a:gd name="T20" fmla="*/ 0 w 11"/>
                  <a:gd name="T21" fmla="*/ 2 h 14"/>
                  <a:gd name="T22" fmla="*/ 4 w 11"/>
                  <a:gd name="T23" fmla="*/ 0 h 14"/>
                  <a:gd name="T24" fmla="*/ 4 w 11"/>
                  <a:gd name="T25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" h="14">
                    <a:moveTo>
                      <a:pt x="4" y="0"/>
                    </a:moveTo>
                    <a:lnTo>
                      <a:pt x="4" y="0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12"/>
                    </a:lnTo>
                    <a:lnTo>
                      <a:pt x="11" y="14"/>
                    </a:lnTo>
                    <a:lnTo>
                      <a:pt x="10" y="14"/>
                    </a:lnTo>
                    <a:lnTo>
                      <a:pt x="10" y="1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933" name="Freeform 1779">
                <a:extLst>
                  <a:ext uri="{FF2B5EF4-FFF2-40B4-BE49-F238E27FC236}">
                    <a16:creationId xmlns:a16="http://schemas.microsoft.com/office/drawing/2014/main" id="{3BBB74AF-70B1-968C-CE8C-E8B9434A9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5374" y="4601317"/>
                <a:ext cx="18526" cy="18526"/>
              </a:xfrm>
              <a:custGeom>
                <a:avLst/>
                <a:gdLst>
                  <a:gd name="T0" fmla="*/ 1 w 9"/>
                  <a:gd name="T1" fmla="*/ 0 h 9"/>
                  <a:gd name="T2" fmla="*/ 1 w 9"/>
                  <a:gd name="T3" fmla="*/ 0 h 9"/>
                  <a:gd name="T4" fmla="*/ 9 w 9"/>
                  <a:gd name="T5" fmla="*/ 8 h 9"/>
                  <a:gd name="T6" fmla="*/ 9 w 9"/>
                  <a:gd name="T7" fmla="*/ 9 h 9"/>
                  <a:gd name="T8" fmla="*/ 9 w 9"/>
                  <a:gd name="T9" fmla="*/ 9 h 9"/>
                  <a:gd name="T10" fmla="*/ 9 w 9"/>
                  <a:gd name="T11" fmla="*/ 9 h 9"/>
                  <a:gd name="T12" fmla="*/ 0 w 9"/>
                  <a:gd name="T13" fmla="*/ 3 h 9"/>
                  <a:gd name="T14" fmla="*/ 0 w 9"/>
                  <a:gd name="T15" fmla="*/ 2 h 9"/>
                  <a:gd name="T16" fmla="*/ 0 w 9"/>
                  <a:gd name="T17" fmla="*/ 2 h 9"/>
                  <a:gd name="T18" fmla="*/ 1 w 9"/>
                  <a:gd name="T19" fmla="*/ 0 h 9"/>
                  <a:gd name="T20" fmla="*/ 1 w 9"/>
                  <a:gd name="T2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9">
                    <a:moveTo>
                      <a:pt x="1" y="0"/>
                    </a:moveTo>
                    <a:lnTo>
                      <a:pt x="1" y="0"/>
                    </a:lnTo>
                    <a:lnTo>
                      <a:pt x="9" y="8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grpSp>
            <p:nvGrpSpPr>
              <p:cNvPr id="934" name="Group 933">
                <a:extLst>
                  <a:ext uri="{FF2B5EF4-FFF2-40B4-BE49-F238E27FC236}">
                    <a16:creationId xmlns:a16="http://schemas.microsoft.com/office/drawing/2014/main" id="{C5572F56-1751-7683-C1E8-63ED7BC4B26B}"/>
                  </a:ext>
                </a:extLst>
              </p:cNvPr>
              <p:cNvGrpSpPr/>
              <p:nvPr/>
            </p:nvGrpSpPr>
            <p:grpSpPr>
              <a:xfrm>
                <a:off x="8348908" y="4529274"/>
                <a:ext cx="1239150" cy="444611"/>
                <a:chOff x="8348908" y="4529274"/>
                <a:chExt cx="1239150" cy="444611"/>
              </a:xfrm>
              <a:grpFill/>
            </p:grpSpPr>
            <p:sp>
              <p:nvSpPr>
                <p:cNvPr id="935" name="Freeform 1676">
                  <a:extLst>
                    <a:ext uri="{FF2B5EF4-FFF2-40B4-BE49-F238E27FC236}">
                      <a16:creationId xmlns:a16="http://schemas.microsoft.com/office/drawing/2014/main" id="{D7A95327-F271-A536-8705-66269B2AF8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48908" y="4529274"/>
                  <a:ext cx="294349" cy="310817"/>
                </a:xfrm>
                <a:custGeom>
                  <a:avLst/>
                  <a:gdLst>
                    <a:gd name="T0" fmla="*/ 8 w 143"/>
                    <a:gd name="T1" fmla="*/ 0 h 151"/>
                    <a:gd name="T2" fmla="*/ 32 w 143"/>
                    <a:gd name="T3" fmla="*/ 6 h 151"/>
                    <a:gd name="T4" fmla="*/ 42 w 143"/>
                    <a:gd name="T5" fmla="*/ 19 h 151"/>
                    <a:gd name="T6" fmla="*/ 72 w 143"/>
                    <a:gd name="T7" fmla="*/ 44 h 151"/>
                    <a:gd name="T8" fmla="*/ 76 w 143"/>
                    <a:gd name="T9" fmla="*/ 44 h 151"/>
                    <a:gd name="T10" fmla="*/ 77 w 143"/>
                    <a:gd name="T11" fmla="*/ 44 h 151"/>
                    <a:gd name="T12" fmla="*/ 82 w 143"/>
                    <a:gd name="T13" fmla="*/ 50 h 151"/>
                    <a:gd name="T14" fmla="*/ 92 w 143"/>
                    <a:gd name="T15" fmla="*/ 56 h 151"/>
                    <a:gd name="T16" fmla="*/ 92 w 143"/>
                    <a:gd name="T17" fmla="*/ 56 h 151"/>
                    <a:gd name="T18" fmla="*/ 94 w 143"/>
                    <a:gd name="T19" fmla="*/ 56 h 151"/>
                    <a:gd name="T20" fmla="*/ 104 w 143"/>
                    <a:gd name="T21" fmla="*/ 59 h 151"/>
                    <a:gd name="T22" fmla="*/ 104 w 143"/>
                    <a:gd name="T23" fmla="*/ 68 h 151"/>
                    <a:gd name="T24" fmla="*/ 107 w 143"/>
                    <a:gd name="T25" fmla="*/ 67 h 151"/>
                    <a:gd name="T26" fmla="*/ 107 w 143"/>
                    <a:gd name="T27" fmla="*/ 67 h 151"/>
                    <a:gd name="T28" fmla="*/ 113 w 143"/>
                    <a:gd name="T29" fmla="*/ 73 h 151"/>
                    <a:gd name="T30" fmla="*/ 110 w 143"/>
                    <a:gd name="T31" fmla="*/ 76 h 151"/>
                    <a:gd name="T32" fmla="*/ 112 w 143"/>
                    <a:gd name="T33" fmla="*/ 77 h 151"/>
                    <a:gd name="T34" fmla="*/ 110 w 143"/>
                    <a:gd name="T35" fmla="*/ 83 h 151"/>
                    <a:gd name="T36" fmla="*/ 120 w 143"/>
                    <a:gd name="T37" fmla="*/ 87 h 151"/>
                    <a:gd name="T38" fmla="*/ 123 w 143"/>
                    <a:gd name="T39" fmla="*/ 98 h 151"/>
                    <a:gd name="T40" fmla="*/ 128 w 143"/>
                    <a:gd name="T41" fmla="*/ 101 h 151"/>
                    <a:gd name="T42" fmla="*/ 137 w 143"/>
                    <a:gd name="T43" fmla="*/ 105 h 151"/>
                    <a:gd name="T44" fmla="*/ 143 w 143"/>
                    <a:gd name="T45" fmla="*/ 113 h 151"/>
                    <a:gd name="T46" fmla="*/ 140 w 143"/>
                    <a:gd name="T47" fmla="*/ 150 h 151"/>
                    <a:gd name="T48" fmla="*/ 140 w 143"/>
                    <a:gd name="T49" fmla="*/ 150 h 151"/>
                    <a:gd name="T50" fmla="*/ 134 w 143"/>
                    <a:gd name="T51" fmla="*/ 147 h 151"/>
                    <a:gd name="T52" fmla="*/ 129 w 143"/>
                    <a:gd name="T53" fmla="*/ 150 h 151"/>
                    <a:gd name="T54" fmla="*/ 126 w 143"/>
                    <a:gd name="T55" fmla="*/ 147 h 151"/>
                    <a:gd name="T56" fmla="*/ 125 w 143"/>
                    <a:gd name="T57" fmla="*/ 150 h 151"/>
                    <a:gd name="T58" fmla="*/ 125 w 143"/>
                    <a:gd name="T59" fmla="*/ 151 h 151"/>
                    <a:gd name="T60" fmla="*/ 112 w 143"/>
                    <a:gd name="T61" fmla="*/ 139 h 151"/>
                    <a:gd name="T62" fmla="*/ 91 w 143"/>
                    <a:gd name="T63" fmla="*/ 120 h 151"/>
                    <a:gd name="T64" fmla="*/ 66 w 143"/>
                    <a:gd name="T65" fmla="*/ 83 h 151"/>
                    <a:gd name="T66" fmla="*/ 54 w 143"/>
                    <a:gd name="T67" fmla="*/ 71 h 151"/>
                    <a:gd name="T68" fmla="*/ 46 w 143"/>
                    <a:gd name="T69" fmla="*/ 52 h 151"/>
                    <a:gd name="T70" fmla="*/ 33 w 143"/>
                    <a:gd name="T71" fmla="*/ 44 h 151"/>
                    <a:gd name="T72" fmla="*/ 32 w 143"/>
                    <a:gd name="T73" fmla="*/ 37 h 151"/>
                    <a:gd name="T74" fmla="*/ 20 w 143"/>
                    <a:gd name="T75" fmla="*/ 25 h 151"/>
                    <a:gd name="T76" fmla="*/ 0 w 143"/>
                    <a:gd name="T77" fmla="*/ 1 h 151"/>
                    <a:gd name="T78" fmla="*/ 0 w 143"/>
                    <a:gd name="T79" fmla="*/ 0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143" h="151">
                      <a:moveTo>
                        <a:pt x="0" y="0"/>
                      </a:moveTo>
                      <a:lnTo>
                        <a:pt x="8" y="0"/>
                      </a:lnTo>
                      <a:lnTo>
                        <a:pt x="17" y="4"/>
                      </a:lnTo>
                      <a:lnTo>
                        <a:pt x="32" y="6"/>
                      </a:lnTo>
                      <a:lnTo>
                        <a:pt x="33" y="6"/>
                      </a:lnTo>
                      <a:lnTo>
                        <a:pt x="42" y="19"/>
                      </a:lnTo>
                      <a:lnTo>
                        <a:pt x="57" y="28"/>
                      </a:lnTo>
                      <a:lnTo>
                        <a:pt x="72" y="44"/>
                      </a:lnTo>
                      <a:lnTo>
                        <a:pt x="75" y="46"/>
                      </a:lnTo>
                      <a:lnTo>
                        <a:pt x="76" y="44"/>
                      </a:lnTo>
                      <a:lnTo>
                        <a:pt x="77" y="44"/>
                      </a:lnTo>
                      <a:lnTo>
                        <a:pt x="77" y="44"/>
                      </a:lnTo>
                      <a:lnTo>
                        <a:pt x="77" y="44"/>
                      </a:lnTo>
                      <a:lnTo>
                        <a:pt x="82" y="50"/>
                      </a:lnTo>
                      <a:lnTo>
                        <a:pt x="89" y="53"/>
                      </a:lnTo>
                      <a:lnTo>
                        <a:pt x="92" y="56"/>
                      </a:lnTo>
                      <a:lnTo>
                        <a:pt x="92" y="56"/>
                      </a:lnTo>
                      <a:lnTo>
                        <a:pt x="92" y="56"/>
                      </a:lnTo>
                      <a:lnTo>
                        <a:pt x="92" y="56"/>
                      </a:lnTo>
                      <a:lnTo>
                        <a:pt x="94" y="56"/>
                      </a:lnTo>
                      <a:lnTo>
                        <a:pt x="97" y="59"/>
                      </a:lnTo>
                      <a:lnTo>
                        <a:pt x="104" y="59"/>
                      </a:lnTo>
                      <a:lnTo>
                        <a:pt x="104" y="61"/>
                      </a:lnTo>
                      <a:lnTo>
                        <a:pt x="104" y="68"/>
                      </a:lnTo>
                      <a:lnTo>
                        <a:pt x="103" y="68"/>
                      </a:lnTo>
                      <a:lnTo>
                        <a:pt x="107" y="67"/>
                      </a:lnTo>
                      <a:lnTo>
                        <a:pt x="107" y="67"/>
                      </a:lnTo>
                      <a:lnTo>
                        <a:pt x="107" y="67"/>
                      </a:lnTo>
                      <a:lnTo>
                        <a:pt x="112" y="70"/>
                      </a:lnTo>
                      <a:lnTo>
                        <a:pt x="113" y="73"/>
                      </a:lnTo>
                      <a:lnTo>
                        <a:pt x="113" y="74"/>
                      </a:lnTo>
                      <a:lnTo>
                        <a:pt x="110" y="76"/>
                      </a:lnTo>
                      <a:lnTo>
                        <a:pt x="112" y="77"/>
                      </a:lnTo>
                      <a:lnTo>
                        <a:pt x="112" y="77"/>
                      </a:lnTo>
                      <a:lnTo>
                        <a:pt x="112" y="77"/>
                      </a:lnTo>
                      <a:lnTo>
                        <a:pt x="110" y="83"/>
                      </a:lnTo>
                      <a:lnTo>
                        <a:pt x="110" y="84"/>
                      </a:lnTo>
                      <a:lnTo>
                        <a:pt x="120" y="87"/>
                      </a:lnTo>
                      <a:lnTo>
                        <a:pt x="120" y="87"/>
                      </a:lnTo>
                      <a:lnTo>
                        <a:pt x="123" y="98"/>
                      </a:lnTo>
                      <a:lnTo>
                        <a:pt x="128" y="99"/>
                      </a:lnTo>
                      <a:lnTo>
                        <a:pt x="128" y="101"/>
                      </a:lnTo>
                      <a:lnTo>
                        <a:pt x="126" y="104"/>
                      </a:lnTo>
                      <a:lnTo>
                        <a:pt x="137" y="105"/>
                      </a:lnTo>
                      <a:lnTo>
                        <a:pt x="137" y="105"/>
                      </a:lnTo>
                      <a:lnTo>
                        <a:pt x="143" y="113"/>
                      </a:lnTo>
                      <a:lnTo>
                        <a:pt x="143" y="113"/>
                      </a:lnTo>
                      <a:lnTo>
                        <a:pt x="140" y="150"/>
                      </a:lnTo>
                      <a:lnTo>
                        <a:pt x="140" y="150"/>
                      </a:lnTo>
                      <a:lnTo>
                        <a:pt x="140" y="150"/>
                      </a:lnTo>
                      <a:lnTo>
                        <a:pt x="138" y="150"/>
                      </a:lnTo>
                      <a:lnTo>
                        <a:pt x="134" y="147"/>
                      </a:lnTo>
                      <a:lnTo>
                        <a:pt x="131" y="150"/>
                      </a:lnTo>
                      <a:lnTo>
                        <a:pt x="129" y="150"/>
                      </a:lnTo>
                      <a:lnTo>
                        <a:pt x="129" y="150"/>
                      </a:lnTo>
                      <a:lnTo>
                        <a:pt x="126" y="147"/>
                      </a:lnTo>
                      <a:lnTo>
                        <a:pt x="125" y="147"/>
                      </a:lnTo>
                      <a:lnTo>
                        <a:pt x="125" y="150"/>
                      </a:lnTo>
                      <a:lnTo>
                        <a:pt x="125" y="151"/>
                      </a:lnTo>
                      <a:lnTo>
                        <a:pt x="125" y="151"/>
                      </a:lnTo>
                      <a:lnTo>
                        <a:pt x="123" y="151"/>
                      </a:lnTo>
                      <a:lnTo>
                        <a:pt x="112" y="139"/>
                      </a:lnTo>
                      <a:lnTo>
                        <a:pt x="95" y="127"/>
                      </a:lnTo>
                      <a:lnTo>
                        <a:pt x="91" y="120"/>
                      </a:lnTo>
                      <a:lnTo>
                        <a:pt x="76" y="104"/>
                      </a:lnTo>
                      <a:lnTo>
                        <a:pt x="66" y="83"/>
                      </a:lnTo>
                      <a:lnTo>
                        <a:pt x="60" y="74"/>
                      </a:lnTo>
                      <a:lnTo>
                        <a:pt x="54" y="71"/>
                      </a:lnTo>
                      <a:lnTo>
                        <a:pt x="52" y="70"/>
                      </a:lnTo>
                      <a:lnTo>
                        <a:pt x="46" y="52"/>
                      </a:lnTo>
                      <a:lnTo>
                        <a:pt x="43" y="47"/>
                      </a:lnTo>
                      <a:lnTo>
                        <a:pt x="33" y="44"/>
                      </a:lnTo>
                      <a:lnTo>
                        <a:pt x="33" y="43"/>
                      </a:lnTo>
                      <a:lnTo>
                        <a:pt x="32" y="37"/>
                      </a:lnTo>
                      <a:lnTo>
                        <a:pt x="26" y="28"/>
                      </a:lnTo>
                      <a:lnTo>
                        <a:pt x="20" y="25"/>
                      </a:lnTo>
                      <a:lnTo>
                        <a:pt x="5" y="12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36" name="Freeform 1678">
                  <a:extLst>
                    <a:ext uri="{FF2B5EF4-FFF2-40B4-BE49-F238E27FC236}">
                      <a16:creationId xmlns:a16="http://schemas.microsoft.com/office/drawing/2014/main" id="{5037B63E-46F4-FEE7-3CB1-79B3F4FB7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08117" y="4689828"/>
                  <a:ext cx="279941" cy="238773"/>
                </a:xfrm>
                <a:custGeom>
                  <a:avLst/>
                  <a:gdLst>
                    <a:gd name="T0" fmla="*/ 32 w 136"/>
                    <a:gd name="T1" fmla="*/ 5 h 116"/>
                    <a:gd name="T2" fmla="*/ 41 w 136"/>
                    <a:gd name="T3" fmla="*/ 5 h 116"/>
                    <a:gd name="T4" fmla="*/ 44 w 136"/>
                    <a:gd name="T5" fmla="*/ 27 h 116"/>
                    <a:gd name="T6" fmla="*/ 46 w 136"/>
                    <a:gd name="T7" fmla="*/ 29 h 116"/>
                    <a:gd name="T8" fmla="*/ 47 w 136"/>
                    <a:gd name="T9" fmla="*/ 29 h 116"/>
                    <a:gd name="T10" fmla="*/ 49 w 136"/>
                    <a:gd name="T11" fmla="*/ 29 h 116"/>
                    <a:gd name="T12" fmla="*/ 52 w 136"/>
                    <a:gd name="T13" fmla="*/ 38 h 116"/>
                    <a:gd name="T14" fmla="*/ 61 w 136"/>
                    <a:gd name="T15" fmla="*/ 39 h 116"/>
                    <a:gd name="T16" fmla="*/ 71 w 136"/>
                    <a:gd name="T17" fmla="*/ 24 h 116"/>
                    <a:gd name="T18" fmla="*/ 83 w 136"/>
                    <a:gd name="T19" fmla="*/ 18 h 116"/>
                    <a:gd name="T20" fmla="*/ 90 w 136"/>
                    <a:gd name="T21" fmla="*/ 14 h 116"/>
                    <a:gd name="T22" fmla="*/ 114 w 136"/>
                    <a:gd name="T23" fmla="*/ 24 h 116"/>
                    <a:gd name="T24" fmla="*/ 135 w 136"/>
                    <a:gd name="T25" fmla="*/ 29 h 116"/>
                    <a:gd name="T26" fmla="*/ 133 w 136"/>
                    <a:gd name="T27" fmla="*/ 85 h 116"/>
                    <a:gd name="T28" fmla="*/ 136 w 136"/>
                    <a:gd name="T29" fmla="*/ 116 h 116"/>
                    <a:gd name="T30" fmla="*/ 135 w 136"/>
                    <a:gd name="T31" fmla="*/ 116 h 116"/>
                    <a:gd name="T32" fmla="*/ 107 w 136"/>
                    <a:gd name="T33" fmla="*/ 103 h 116"/>
                    <a:gd name="T34" fmla="*/ 105 w 136"/>
                    <a:gd name="T35" fmla="*/ 106 h 116"/>
                    <a:gd name="T36" fmla="*/ 101 w 136"/>
                    <a:gd name="T37" fmla="*/ 106 h 116"/>
                    <a:gd name="T38" fmla="*/ 95 w 136"/>
                    <a:gd name="T39" fmla="*/ 106 h 116"/>
                    <a:gd name="T40" fmla="*/ 90 w 136"/>
                    <a:gd name="T41" fmla="*/ 106 h 116"/>
                    <a:gd name="T42" fmla="*/ 90 w 136"/>
                    <a:gd name="T43" fmla="*/ 104 h 116"/>
                    <a:gd name="T44" fmla="*/ 96 w 136"/>
                    <a:gd name="T45" fmla="*/ 92 h 116"/>
                    <a:gd name="T46" fmla="*/ 104 w 136"/>
                    <a:gd name="T47" fmla="*/ 92 h 116"/>
                    <a:gd name="T48" fmla="*/ 102 w 136"/>
                    <a:gd name="T49" fmla="*/ 91 h 116"/>
                    <a:gd name="T50" fmla="*/ 105 w 136"/>
                    <a:gd name="T51" fmla="*/ 89 h 116"/>
                    <a:gd name="T52" fmla="*/ 99 w 136"/>
                    <a:gd name="T53" fmla="*/ 86 h 116"/>
                    <a:gd name="T54" fmla="*/ 102 w 136"/>
                    <a:gd name="T55" fmla="*/ 82 h 116"/>
                    <a:gd name="T56" fmla="*/ 75 w 136"/>
                    <a:gd name="T57" fmla="*/ 58 h 116"/>
                    <a:gd name="T58" fmla="*/ 50 w 136"/>
                    <a:gd name="T59" fmla="*/ 49 h 116"/>
                    <a:gd name="T60" fmla="*/ 47 w 136"/>
                    <a:gd name="T61" fmla="*/ 49 h 116"/>
                    <a:gd name="T62" fmla="*/ 46 w 136"/>
                    <a:gd name="T63" fmla="*/ 49 h 116"/>
                    <a:gd name="T64" fmla="*/ 37 w 136"/>
                    <a:gd name="T65" fmla="*/ 43 h 116"/>
                    <a:gd name="T66" fmla="*/ 37 w 136"/>
                    <a:gd name="T67" fmla="*/ 39 h 116"/>
                    <a:gd name="T68" fmla="*/ 34 w 136"/>
                    <a:gd name="T69" fmla="*/ 48 h 116"/>
                    <a:gd name="T70" fmla="*/ 31 w 136"/>
                    <a:gd name="T71" fmla="*/ 48 h 116"/>
                    <a:gd name="T72" fmla="*/ 28 w 136"/>
                    <a:gd name="T73" fmla="*/ 49 h 116"/>
                    <a:gd name="T74" fmla="*/ 27 w 136"/>
                    <a:gd name="T75" fmla="*/ 49 h 116"/>
                    <a:gd name="T76" fmla="*/ 18 w 136"/>
                    <a:gd name="T77" fmla="*/ 36 h 116"/>
                    <a:gd name="T78" fmla="*/ 13 w 136"/>
                    <a:gd name="T79" fmla="*/ 35 h 116"/>
                    <a:gd name="T80" fmla="*/ 15 w 136"/>
                    <a:gd name="T81" fmla="*/ 32 h 116"/>
                    <a:gd name="T82" fmla="*/ 29 w 136"/>
                    <a:gd name="T83" fmla="*/ 27 h 116"/>
                    <a:gd name="T84" fmla="*/ 37 w 136"/>
                    <a:gd name="T85" fmla="*/ 27 h 116"/>
                    <a:gd name="T86" fmla="*/ 19 w 136"/>
                    <a:gd name="T87" fmla="*/ 26 h 116"/>
                    <a:gd name="T88" fmla="*/ 15 w 136"/>
                    <a:gd name="T89" fmla="*/ 24 h 116"/>
                    <a:gd name="T90" fmla="*/ 0 w 136"/>
                    <a:gd name="T91" fmla="*/ 15 h 116"/>
                    <a:gd name="T92" fmla="*/ 0 w 136"/>
                    <a:gd name="T93" fmla="*/ 14 h 116"/>
                    <a:gd name="T94" fmla="*/ 19 w 136"/>
                    <a:gd name="T95" fmla="*/ 0 h 1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36" h="116">
                      <a:moveTo>
                        <a:pt x="25" y="0"/>
                      </a:moveTo>
                      <a:lnTo>
                        <a:pt x="32" y="5"/>
                      </a:lnTo>
                      <a:lnTo>
                        <a:pt x="40" y="5"/>
                      </a:lnTo>
                      <a:lnTo>
                        <a:pt x="41" y="5"/>
                      </a:lnTo>
                      <a:lnTo>
                        <a:pt x="44" y="12"/>
                      </a:lnTo>
                      <a:lnTo>
                        <a:pt x="44" y="27"/>
                      </a:lnTo>
                      <a:lnTo>
                        <a:pt x="46" y="30"/>
                      </a:lnTo>
                      <a:lnTo>
                        <a:pt x="46" y="29"/>
                      </a:lnTo>
                      <a:lnTo>
                        <a:pt x="47" y="29"/>
                      </a:lnTo>
                      <a:lnTo>
                        <a:pt x="47" y="29"/>
                      </a:lnTo>
                      <a:lnTo>
                        <a:pt x="47" y="29"/>
                      </a:lnTo>
                      <a:lnTo>
                        <a:pt x="49" y="29"/>
                      </a:lnTo>
                      <a:lnTo>
                        <a:pt x="49" y="29"/>
                      </a:lnTo>
                      <a:lnTo>
                        <a:pt x="52" y="38"/>
                      </a:lnTo>
                      <a:lnTo>
                        <a:pt x="56" y="39"/>
                      </a:lnTo>
                      <a:lnTo>
                        <a:pt x="61" y="39"/>
                      </a:lnTo>
                      <a:lnTo>
                        <a:pt x="71" y="24"/>
                      </a:lnTo>
                      <a:lnTo>
                        <a:pt x="71" y="24"/>
                      </a:lnTo>
                      <a:lnTo>
                        <a:pt x="80" y="24"/>
                      </a:lnTo>
                      <a:lnTo>
                        <a:pt x="83" y="18"/>
                      </a:lnTo>
                      <a:lnTo>
                        <a:pt x="90" y="14"/>
                      </a:lnTo>
                      <a:lnTo>
                        <a:pt x="90" y="14"/>
                      </a:lnTo>
                      <a:lnTo>
                        <a:pt x="92" y="14"/>
                      </a:lnTo>
                      <a:lnTo>
                        <a:pt x="114" y="24"/>
                      </a:lnTo>
                      <a:lnTo>
                        <a:pt x="133" y="29"/>
                      </a:lnTo>
                      <a:lnTo>
                        <a:pt x="135" y="29"/>
                      </a:lnTo>
                      <a:lnTo>
                        <a:pt x="135" y="61"/>
                      </a:lnTo>
                      <a:lnTo>
                        <a:pt x="133" y="85"/>
                      </a:lnTo>
                      <a:lnTo>
                        <a:pt x="136" y="115"/>
                      </a:lnTo>
                      <a:lnTo>
                        <a:pt x="136" y="116"/>
                      </a:lnTo>
                      <a:lnTo>
                        <a:pt x="136" y="116"/>
                      </a:lnTo>
                      <a:lnTo>
                        <a:pt x="135" y="116"/>
                      </a:lnTo>
                      <a:lnTo>
                        <a:pt x="118" y="101"/>
                      </a:lnTo>
                      <a:lnTo>
                        <a:pt x="107" y="103"/>
                      </a:lnTo>
                      <a:lnTo>
                        <a:pt x="105" y="104"/>
                      </a:lnTo>
                      <a:lnTo>
                        <a:pt x="105" y="106"/>
                      </a:lnTo>
                      <a:lnTo>
                        <a:pt x="104" y="106"/>
                      </a:lnTo>
                      <a:lnTo>
                        <a:pt x="101" y="106"/>
                      </a:lnTo>
                      <a:lnTo>
                        <a:pt x="98" y="106"/>
                      </a:lnTo>
                      <a:lnTo>
                        <a:pt x="95" y="106"/>
                      </a:lnTo>
                      <a:lnTo>
                        <a:pt x="92" y="106"/>
                      </a:lnTo>
                      <a:lnTo>
                        <a:pt x="90" y="106"/>
                      </a:lnTo>
                      <a:lnTo>
                        <a:pt x="90" y="106"/>
                      </a:lnTo>
                      <a:lnTo>
                        <a:pt x="90" y="104"/>
                      </a:lnTo>
                      <a:lnTo>
                        <a:pt x="96" y="92"/>
                      </a:lnTo>
                      <a:lnTo>
                        <a:pt x="96" y="92"/>
                      </a:lnTo>
                      <a:lnTo>
                        <a:pt x="102" y="91"/>
                      </a:lnTo>
                      <a:lnTo>
                        <a:pt x="104" y="92"/>
                      </a:lnTo>
                      <a:lnTo>
                        <a:pt x="104" y="91"/>
                      </a:lnTo>
                      <a:lnTo>
                        <a:pt x="102" y="91"/>
                      </a:lnTo>
                      <a:lnTo>
                        <a:pt x="104" y="89"/>
                      </a:lnTo>
                      <a:lnTo>
                        <a:pt x="105" y="89"/>
                      </a:lnTo>
                      <a:lnTo>
                        <a:pt x="99" y="86"/>
                      </a:lnTo>
                      <a:lnTo>
                        <a:pt x="99" y="86"/>
                      </a:lnTo>
                      <a:lnTo>
                        <a:pt x="99" y="85"/>
                      </a:lnTo>
                      <a:lnTo>
                        <a:pt x="102" y="82"/>
                      </a:lnTo>
                      <a:lnTo>
                        <a:pt x="93" y="66"/>
                      </a:lnTo>
                      <a:lnTo>
                        <a:pt x="75" y="58"/>
                      </a:lnTo>
                      <a:lnTo>
                        <a:pt x="55" y="55"/>
                      </a:lnTo>
                      <a:lnTo>
                        <a:pt x="50" y="49"/>
                      </a:lnTo>
                      <a:lnTo>
                        <a:pt x="49" y="49"/>
                      </a:lnTo>
                      <a:lnTo>
                        <a:pt x="47" y="49"/>
                      </a:lnTo>
                      <a:lnTo>
                        <a:pt x="46" y="49"/>
                      </a:lnTo>
                      <a:lnTo>
                        <a:pt x="46" y="49"/>
                      </a:lnTo>
                      <a:lnTo>
                        <a:pt x="44" y="49"/>
                      </a:lnTo>
                      <a:lnTo>
                        <a:pt x="37" y="43"/>
                      </a:lnTo>
                      <a:lnTo>
                        <a:pt x="37" y="43"/>
                      </a:lnTo>
                      <a:lnTo>
                        <a:pt x="37" y="39"/>
                      </a:lnTo>
                      <a:lnTo>
                        <a:pt x="34" y="48"/>
                      </a:lnTo>
                      <a:lnTo>
                        <a:pt x="34" y="48"/>
                      </a:lnTo>
                      <a:lnTo>
                        <a:pt x="32" y="48"/>
                      </a:lnTo>
                      <a:lnTo>
                        <a:pt x="31" y="48"/>
                      </a:lnTo>
                      <a:lnTo>
                        <a:pt x="29" y="49"/>
                      </a:lnTo>
                      <a:lnTo>
                        <a:pt x="28" y="49"/>
                      </a:lnTo>
                      <a:lnTo>
                        <a:pt x="27" y="49"/>
                      </a:lnTo>
                      <a:lnTo>
                        <a:pt x="27" y="49"/>
                      </a:lnTo>
                      <a:lnTo>
                        <a:pt x="24" y="39"/>
                      </a:lnTo>
                      <a:lnTo>
                        <a:pt x="18" y="36"/>
                      </a:lnTo>
                      <a:lnTo>
                        <a:pt x="15" y="35"/>
                      </a:lnTo>
                      <a:lnTo>
                        <a:pt x="13" y="35"/>
                      </a:lnTo>
                      <a:lnTo>
                        <a:pt x="13" y="32"/>
                      </a:lnTo>
                      <a:lnTo>
                        <a:pt x="15" y="32"/>
                      </a:lnTo>
                      <a:lnTo>
                        <a:pt x="24" y="30"/>
                      </a:lnTo>
                      <a:lnTo>
                        <a:pt x="29" y="27"/>
                      </a:lnTo>
                      <a:lnTo>
                        <a:pt x="35" y="29"/>
                      </a:lnTo>
                      <a:lnTo>
                        <a:pt x="37" y="27"/>
                      </a:lnTo>
                      <a:lnTo>
                        <a:pt x="37" y="23"/>
                      </a:lnTo>
                      <a:lnTo>
                        <a:pt x="19" y="26"/>
                      </a:lnTo>
                      <a:lnTo>
                        <a:pt x="15" y="24"/>
                      </a:lnTo>
                      <a:lnTo>
                        <a:pt x="15" y="24"/>
                      </a:lnTo>
                      <a:lnTo>
                        <a:pt x="10" y="17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0" y="14"/>
                      </a:lnTo>
                      <a:lnTo>
                        <a:pt x="3" y="8"/>
                      </a:lnTo>
                      <a:lnTo>
                        <a:pt x="19" y="0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37" name="Freeform 1682">
                  <a:extLst>
                    <a:ext uri="{FF2B5EF4-FFF2-40B4-BE49-F238E27FC236}">
                      <a16:creationId xmlns:a16="http://schemas.microsoft.com/office/drawing/2014/main" id="{141A4492-C370-4380-46A5-470256C36C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09314" y="4689828"/>
                  <a:ext cx="16467" cy="16467"/>
                </a:xfrm>
                <a:custGeom>
                  <a:avLst/>
                  <a:gdLst>
                    <a:gd name="T0" fmla="*/ 0 w 8"/>
                    <a:gd name="T1" fmla="*/ 0 h 8"/>
                    <a:gd name="T2" fmla="*/ 3 w 8"/>
                    <a:gd name="T3" fmla="*/ 0 h 8"/>
                    <a:gd name="T4" fmla="*/ 3 w 8"/>
                    <a:gd name="T5" fmla="*/ 0 h 8"/>
                    <a:gd name="T6" fmla="*/ 8 w 8"/>
                    <a:gd name="T7" fmla="*/ 8 h 8"/>
                    <a:gd name="T8" fmla="*/ 8 w 8"/>
                    <a:gd name="T9" fmla="*/ 8 h 8"/>
                    <a:gd name="T10" fmla="*/ 8 w 8"/>
                    <a:gd name="T11" fmla="*/ 8 h 8"/>
                    <a:gd name="T12" fmla="*/ 6 w 8"/>
                    <a:gd name="T13" fmla="*/ 8 h 8"/>
                    <a:gd name="T14" fmla="*/ 3 w 8"/>
                    <a:gd name="T15" fmla="*/ 6 h 8"/>
                    <a:gd name="T16" fmla="*/ 2 w 8"/>
                    <a:gd name="T17" fmla="*/ 6 h 8"/>
                    <a:gd name="T18" fmla="*/ 0 w 8"/>
                    <a:gd name="T19" fmla="*/ 2 h 8"/>
                    <a:gd name="T20" fmla="*/ 0 w 8"/>
                    <a:gd name="T21" fmla="*/ 0 h 8"/>
                    <a:gd name="T22" fmla="*/ 0 w 8"/>
                    <a:gd name="T2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8" h="8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8" y="8"/>
                      </a:lnTo>
                      <a:lnTo>
                        <a:pt x="8" y="8"/>
                      </a:lnTo>
                      <a:lnTo>
                        <a:pt x="8" y="8"/>
                      </a:lnTo>
                      <a:lnTo>
                        <a:pt x="6" y="8"/>
                      </a:lnTo>
                      <a:lnTo>
                        <a:pt x="3" y="6"/>
                      </a:lnTo>
                      <a:lnTo>
                        <a:pt x="2" y="6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38" name="Freeform 1684">
                  <a:extLst>
                    <a:ext uri="{FF2B5EF4-FFF2-40B4-BE49-F238E27FC236}">
                      <a16:creationId xmlns:a16="http://schemas.microsoft.com/office/drawing/2014/main" id="{8F18D80F-7403-39B2-B7F3-9233CFCA25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09314" y="4619843"/>
                  <a:ext cx="43226" cy="86452"/>
                </a:xfrm>
                <a:custGeom>
                  <a:avLst/>
                  <a:gdLst>
                    <a:gd name="T0" fmla="*/ 9 w 21"/>
                    <a:gd name="T1" fmla="*/ 0 h 42"/>
                    <a:gd name="T2" fmla="*/ 9 w 21"/>
                    <a:gd name="T3" fmla="*/ 0 h 42"/>
                    <a:gd name="T4" fmla="*/ 9 w 21"/>
                    <a:gd name="T5" fmla="*/ 0 h 42"/>
                    <a:gd name="T6" fmla="*/ 11 w 21"/>
                    <a:gd name="T7" fmla="*/ 14 h 42"/>
                    <a:gd name="T8" fmla="*/ 11 w 21"/>
                    <a:gd name="T9" fmla="*/ 14 h 42"/>
                    <a:gd name="T10" fmla="*/ 6 w 21"/>
                    <a:gd name="T11" fmla="*/ 18 h 42"/>
                    <a:gd name="T12" fmla="*/ 6 w 21"/>
                    <a:gd name="T13" fmla="*/ 18 h 42"/>
                    <a:gd name="T14" fmla="*/ 15 w 21"/>
                    <a:gd name="T15" fmla="*/ 9 h 42"/>
                    <a:gd name="T16" fmla="*/ 15 w 21"/>
                    <a:gd name="T17" fmla="*/ 9 h 42"/>
                    <a:gd name="T18" fmla="*/ 15 w 21"/>
                    <a:gd name="T19" fmla="*/ 9 h 42"/>
                    <a:gd name="T20" fmla="*/ 20 w 21"/>
                    <a:gd name="T21" fmla="*/ 12 h 42"/>
                    <a:gd name="T22" fmla="*/ 20 w 21"/>
                    <a:gd name="T23" fmla="*/ 12 h 42"/>
                    <a:gd name="T24" fmla="*/ 20 w 21"/>
                    <a:gd name="T25" fmla="*/ 15 h 42"/>
                    <a:gd name="T26" fmla="*/ 20 w 21"/>
                    <a:gd name="T27" fmla="*/ 17 h 42"/>
                    <a:gd name="T28" fmla="*/ 15 w 21"/>
                    <a:gd name="T29" fmla="*/ 20 h 42"/>
                    <a:gd name="T30" fmla="*/ 21 w 21"/>
                    <a:gd name="T31" fmla="*/ 26 h 42"/>
                    <a:gd name="T32" fmla="*/ 21 w 21"/>
                    <a:gd name="T33" fmla="*/ 27 h 42"/>
                    <a:gd name="T34" fmla="*/ 20 w 21"/>
                    <a:gd name="T35" fmla="*/ 27 h 42"/>
                    <a:gd name="T36" fmla="*/ 20 w 21"/>
                    <a:gd name="T37" fmla="*/ 27 h 42"/>
                    <a:gd name="T38" fmla="*/ 11 w 21"/>
                    <a:gd name="T39" fmla="*/ 24 h 42"/>
                    <a:gd name="T40" fmla="*/ 9 w 21"/>
                    <a:gd name="T41" fmla="*/ 26 h 42"/>
                    <a:gd name="T42" fmla="*/ 9 w 21"/>
                    <a:gd name="T43" fmla="*/ 33 h 42"/>
                    <a:gd name="T44" fmla="*/ 14 w 21"/>
                    <a:gd name="T45" fmla="*/ 42 h 42"/>
                    <a:gd name="T46" fmla="*/ 14 w 21"/>
                    <a:gd name="T47" fmla="*/ 42 h 42"/>
                    <a:gd name="T48" fmla="*/ 14 w 21"/>
                    <a:gd name="T49" fmla="*/ 42 h 42"/>
                    <a:gd name="T50" fmla="*/ 12 w 21"/>
                    <a:gd name="T51" fmla="*/ 42 h 42"/>
                    <a:gd name="T52" fmla="*/ 6 w 21"/>
                    <a:gd name="T53" fmla="*/ 33 h 42"/>
                    <a:gd name="T54" fmla="*/ 0 w 21"/>
                    <a:gd name="T55" fmla="*/ 15 h 42"/>
                    <a:gd name="T56" fmla="*/ 3 w 21"/>
                    <a:gd name="T57" fmla="*/ 6 h 42"/>
                    <a:gd name="T58" fmla="*/ 9 w 21"/>
                    <a:gd name="T59" fmla="*/ 0 h 42"/>
                    <a:gd name="T60" fmla="*/ 9 w 21"/>
                    <a:gd name="T61" fmla="*/ 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21" h="42">
                      <a:moveTo>
                        <a:pt x="9" y="0"/>
                      </a:move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11" y="14"/>
                      </a:lnTo>
                      <a:lnTo>
                        <a:pt x="11" y="14"/>
                      </a:lnTo>
                      <a:lnTo>
                        <a:pt x="6" y="18"/>
                      </a:lnTo>
                      <a:lnTo>
                        <a:pt x="6" y="18"/>
                      </a:lnTo>
                      <a:lnTo>
                        <a:pt x="15" y="9"/>
                      </a:lnTo>
                      <a:lnTo>
                        <a:pt x="15" y="9"/>
                      </a:lnTo>
                      <a:lnTo>
                        <a:pt x="15" y="9"/>
                      </a:lnTo>
                      <a:lnTo>
                        <a:pt x="20" y="12"/>
                      </a:lnTo>
                      <a:lnTo>
                        <a:pt x="20" y="12"/>
                      </a:lnTo>
                      <a:lnTo>
                        <a:pt x="20" y="15"/>
                      </a:lnTo>
                      <a:lnTo>
                        <a:pt x="20" y="17"/>
                      </a:lnTo>
                      <a:lnTo>
                        <a:pt x="15" y="20"/>
                      </a:lnTo>
                      <a:lnTo>
                        <a:pt x="21" y="26"/>
                      </a:lnTo>
                      <a:lnTo>
                        <a:pt x="21" y="27"/>
                      </a:lnTo>
                      <a:lnTo>
                        <a:pt x="20" y="27"/>
                      </a:lnTo>
                      <a:lnTo>
                        <a:pt x="20" y="27"/>
                      </a:lnTo>
                      <a:lnTo>
                        <a:pt x="11" y="24"/>
                      </a:lnTo>
                      <a:lnTo>
                        <a:pt x="9" y="26"/>
                      </a:lnTo>
                      <a:lnTo>
                        <a:pt x="9" y="33"/>
                      </a:lnTo>
                      <a:lnTo>
                        <a:pt x="14" y="42"/>
                      </a:lnTo>
                      <a:lnTo>
                        <a:pt x="14" y="42"/>
                      </a:lnTo>
                      <a:lnTo>
                        <a:pt x="14" y="42"/>
                      </a:lnTo>
                      <a:lnTo>
                        <a:pt x="12" y="42"/>
                      </a:lnTo>
                      <a:lnTo>
                        <a:pt x="6" y="33"/>
                      </a:lnTo>
                      <a:lnTo>
                        <a:pt x="0" y="15"/>
                      </a:lnTo>
                      <a:lnTo>
                        <a:pt x="3" y="6"/>
                      </a:lnTo>
                      <a:lnTo>
                        <a:pt x="9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39" name="Freeform 1688">
                  <a:extLst>
                    <a:ext uri="{FF2B5EF4-FFF2-40B4-BE49-F238E27FC236}">
                      <a16:creationId xmlns:a16="http://schemas.microsoft.com/office/drawing/2014/main" id="{A2F02CB7-1E26-7E24-BB1B-50901DFF5E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74322" y="4761872"/>
                  <a:ext cx="34993" cy="22642"/>
                </a:xfrm>
                <a:custGeom>
                  <a:avLst/>
                  <a:gdLst>
                    <a:gd name="T0" fmla="*/ 10 w 17"/>
                    <a:gd name="T1" fmla="*/ 0 h 11"/>
                    <a:gd name="T2" fmla="*/ 16 w 17"/>
                    <a:gd name="T3" fmla="*/ 3 h 11"/>
                    <a:gd name="T4" fmla="*/ 17 w 17"/>
                    <a:gd name="T5" fmla="*/ 4 h 11"/>
                    <a:gd name="T6" fmla="*/ 17 w 17"/>
                    <a:gd name="T7" fmla="*/ 7 h 11"/>
                    <a:gd name="T8" fmla="*/ 17 w 17"/>
                    <a:gd name="T9" fmla="*/ 7 h 11"/>
                    <a:gd name="T10" fmla="*/ 11 w 17"/>
                    <a:gd name="T11" fmla="*/ 11 h 11"/>
                    <a:gd name="T12" fmla="*/ 11 w 17"/>
                    <a:gd name="T13" fmla="*/ 11 h 11"/>
                    <a:gd name="T14" fmla="*/ 7 w 17"/>
                    <a:gd name="T15" fmla="*/ 11 h 11"/>
                    <a:gd name="T16" fmla="*/ 3 w 17"/>
                    <a:gd name="T17" fmla="*/ 7 h 11"/>
                    <a:gd name="T18" fmla="*/ 0 w 17"/>
                    <a:gd name="T19" fmla="*/ 1 h 11"/>
                    <a:gd name="T20" fmla="*/ 0 w 17"/>
                    <a:gd name="T21" fmla="*/ 0 h 11"/>
                    <a:gd name="T22" fmla="*/ 1 w 17"/>
                    <a:gd name="T23" fmla="*/ 0 h 11"/>
                    <a:gd name="T24" fmla="*/ 10 w 17"/>
                    <a:gd name="T25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" h="11">
                      <a:moveTo>
                        <a:pt x="10" y="0"/>
                      </a:moveTo>
                      <a:lnTo>
                        <a:pt x="16" y="3"/>
                      </a:lnTo>
                      <a:lnTo>
                        <a:pt x="17" y="4"/>
                      </a:lnTo>
                      <a:lnTo>
                        <a:pt x="17" y="7"/>
                      </a:lnTo>
                      <a:lnTo>
                        <a:pt x="17" y="7"/>
                      </a:lnTo>
                      <a:lnTo>
                        <a:pt x="11" y="11"/>
                      </a:lnTo>
                      <a:lnTo>
                        <a:pt x="11" y="11"/>
                      </a:lnTo>
                      <a:lnTo>
                        <a:pt x="7" y="11"/>
                      </a:lnTo>
                      <a:lnTo>
                        <a:pt x="3" y="7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40" name="Freeform 1691">
                  <a:extLst>
                    <a:ext uri="{FF2B5EF4-FFF2-40B4-BE49-F238E27FC236}">
                      <a16:creationId xmlns:a16="http://schemas.microsoft.com/office/drawing/2014/main" id="{F7CFB031-1CF9-E246-B724-FCE84B3E75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57854" y="4726879"/>
                  <a:ext cx="28817" cy="10292"/>
                </a:xfrm>
                <a:custGeom>
                  <a:avLst/>
                  <a:gdLst>
                    <a:gd name="T0" fmla="*/ 12 w 14"/>
                    <a:gd name="T1" fmla="*/ 0 h 5"/>
                    <a:gd name="T2" fmla="*/ 14 w 14"/>
                    <a:gd name="T3" fmla="*/ 0 h 5"/>
                    <a:gd name="T4" fmla="*/ 12 w 14"/>
                    <a:gd name="T5" fmla="*/ 2 h 5"/>
                    <a:gd name="T6" fmla="*/ 3 w 14"/>
                    <a:gd name="T7" fmla="*/ 5 h 5"/>
                    <a:gd name="T8" fmla="*/ 2 w 14"/>
                    <a:gd name="T9" fmla="*/ 5 h 5"/>
                    <a:gd name="T10" fmla="*/ 2 w 14"/>
                    <a:gd name="T11" fmla="*/ 3 h 5"/>
                    <a:gd name="T12" fmla="*/ 0 w 14"/>
                    <a:gd name="T13" fmla="*/ 2 h 5"/>
                    <a:gd name="T14" fmla="*/ 0 w 14"/>
                    <a:gd name="T15" fmla="*/ 2 h 5"/>
                    <a:gd name="T16" fmla="*/ 2 w 14"/>
                    <a:gd name="T17" fmla="*/ 0 h 5"/>
                    <a:gd name="T18" fmla="*/ 2 w 14"/>
                    <a:gd name="T19" fmla="*/ 0 h 5"/>
                    <a:gd name="T20" fmla="*/ 5 w 14"/>
                    <a:gd name="T21" fmla="*/ 0 h 5"/>
                    <a:gd name="T22" fmla="*/ 8 w 14"/>
                    <a:gd name="T23" fmla="*/ 0 h 5"/>
                    <a:gd name="T24" fmla="*/ 11 w 14"/>
                    <a:gd name="T25" fmla="*/ 0 h 5"/>
                    <a:gd name="T26" fmla="*/ 12 w 14"/>
                    <a:gd name="T2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5">
                      <a:moveTo>
                        <a:pt x="12" y="0"/>
                      </a:moveTo>
                      <a:lnTo>
                        <a:pt x="14" y="0"/>
                      </a:lnTo>
                      <a:lnTo>
                        <a:pt x="12" y="2"/>
                      </a:lnTo>
                      <a:lnTo>
                        <a:pt x="3" y="5"/>
                      </a:lnTo>
                      <a:lnTo>
                        <a:pt x="2" y="5"/>
                      </a:lnTo>
                      <a:lnTo>
                        <a:pt x="2" y="3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5" y="0"/>
                      </a:lnTo>
                      <a:lnTo>
                        <a:pt x="8" y="0"/>
                      </a:lnTo>
                      <a:lnTo>
                        <a:pt x="11" y="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41" name="Freeform 1693">
                  <a:extLst>
                    <a:ext uri="{FF2B5EF4-FFF2-40B4-BE49-F238E27FC236}">
                      <a16:creationId xmlns:a16="http://schemas.microsoft.com/office/drawing/2014/main" id="{DD197356-F411-A449-F4A3-25C4BE1146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31095" y="4724821"/>
                  <a:ext cx="26759" cy="12350"/>
                </a:xfrm>
                <a:custGeom>
                  <a:avLst/>
                  <a:gdLst>
                    <a:gd name="T0" fmla="*/ 1 w 13"/>
                    <a:gd name="T1" fmla="*/ 0 h 6"/>
                    <a:gd name="T2" fmla="*/ 1 w 13"/>
                    <a:gd name="T3" fmla="*/ 0 h 6"/>
                    <a:gd name="T4" fmla="*/ 4 w 13"/>
                    <a:gd name="T5" fmla="*/ 0 h 6"/>
                    <a:gd name="T6" fmla="*/ 6 w 13"/>
                    <a:gd name="T7" fmla="*/ 0 h 6"/>
                    <a:gd name="T8" fmla="*/ 9 w 13"/>
                    <a:gd name="T9" fmla="*/ 1 h 6"/>
                    <a:gd name="T10" fmla="*/ 12 w 13"/>
                    <a:gd name="T11" fmla="*/ 1 h 6"/>
                    <a:gd name="T12" fmla="*/ 12 w 13"/>
                    <a:gd name="T13" fmla="*/ 1 h 6"/>
                    <a:gd name="T14" fmla="*/ 13 w 13"/>
                    <a:gd name="T15" fmla="*/ 1 h 6"/>
                    <a:gd name="T16" fmla="*/ 12 w 13"/>
                    <a:gd name="T17" fmla="*/ 3 h 6"/>
                    <a:gd name="T18" fmla="*/ 4 w 13"/>
                    <a:gd name="T19" fmla="*/ 6 h 6"/>
                    <a:gd name="T20" fmla="*/ 3 w 13"/>
                    <a:gd name="T21" fmla="*/ 6 h 6"/>
                    <a:gd name="T22" fmla="*/ 3 w 13"/>
                    <a:gd name="T23" fmla="*/ 6 h 6"/>
                    <a:gd name="T24" fmla="*/ 0 w 13"/>
                    <a:gd name="T25" fmla="*/ 1 h 6"/>
                    <a:gd name="T26" fmla="*/ 0 w 13"/>
                    <a:gd name="T27" fmla="*/ 0 h 6"/>
                    <a:gd name="T28" fmla="*/ 1 w 13"/>
                    <a:gd name="T2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3" h="6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4" y="0"/>
                      </a:lnTo>
                      <a:lnTo>
                        <a:pt x="6" y="0"/>
                      </a:lnTo>
                      <a:lnTo>
                        <a:pt x="9" y="1"/>
                      </a:lnTo>
                      <a:lnTo>
                        <a:pt x="12" y="1"/>
                      </a:lnTo>
                      <a:lnTo>
                        <a:pt x="12" y="1"/>
                      </a:lnTo>
                      <a:lnTo>
                        <a:pt x="13" y="1"/>
                      </a:lnTo>
                      <a:lnTo>
                        <a:pt x="12" y="3"/>
                      </a:lnTo>
                      <a:lnTo>
                        <a:pt x="4" y="6"/>
                      </a:lnTo>
                      <a:lnTo>
                        <a:pt x="3" y="6"/>
                      </a:lnTo>
                      <a:lnTo>
                        <a:pt x="3" y="6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42" name="Freeform 1701">
                  <a:extLst>
                    <a:ext uri="{FF2B5EF4-FFF2-40B4-BE49-F238E27FC236}">
                      <a16:creationId xmlns:a16="http://schemas.microsoft.com/office/drawing/2014/main" id="{02633F81-767D-D793-7D22-4529C4A4C1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85811" y="4794806"/>
                  <a:ext cx="14408" cy="39109"/>
                </a:xfrm>
                <a:custGeom>
                  <a:avLst/>
                  <a:gdLst>
                    <a:gd name="T0" fmla="*/ 4 w 7"/>
                    <a:gd name="T1" fmla="*/ 0 h 19"/>
                    <a:gd name="T2" fmla="*/ 6 w 7"/>
                    <a:gd name="T3" fmla="*/ 1 h 19"/>
                    <a:gd name="T4" fmla="*/ 7 w 7"/>
                    <a:gd name="T5" fmla="*/ 7 h 19"/>
                    <a:gd name="T6" fmla="*/ 7 w 7"/>
                    <a:gd name="T7" fmla="*/ 7 h 19"/>
                    <a:gd name="T8" fmla="*/ 6 w 7"/>
                    <a:gd name="T9" fmla="*/ 10 h 19"/>
                    <a:gd name="T10" fmla="*/ 7 w 7"/>
                    <a:gd name="T11" fmla="*/ 15 h 19"/>
                    <a:gd name="T12" fmla="*/ 7 w 7"/>
                    <a:gd name="T13" fmla="*/ 15 h 19"/>
                    <a:gd name="T14" fmla="*/ 3 w 7"/>
                    <a:gd name="T15" fmla="*/ 19 h 19"/>
                    <a:gd name="T16" fmla="*/ 3 w 7"/>
                    <a:gd name="T17" fmla="*/ 19 h 19"/>
                    <a:gd name="T18" fmla="*/ 3 w 7"/>
                    <a:gd name="T19" fmla="*/ 19 h 19"/>
                    <a:gd name="T20" fmla="*/ 1 w 7"/>
                    <a:gd name="T21" fmla="*/ 19 h 19"/>
                    <a:gd name="T22" fmla="*/ 0 w 7"/>
                    <a:gd name="T23" fmla="*/ 15 h 19"/>
                    <a:gd name="T24" fmla="*/ 0 w 7"/>
                    <a:gd name="T25" fmla="*/ 15 h 19"/>
                    <a:gd name="T26" fmla="*/ 1 w 7"/>
                    <a:gd name="T27" fmla="*/ 9 h 19"/>
                    <a:gd name="T28" fmla="*/ 4 w 7"/>
                    <a:gd name="T29" fmla="*/ 1 h 19"/>
                    <a:gd name="T30" fmla="*/ 4 w 7"/>
                    <a:gd name="T31" fmla="*/ 0 h 19"/>
                    <a:gd name="T32" fmla="*/ 4 w 7"/>
                    <a:gd name="T33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7" h="19">
                      <a:moveTo>
                        <a:pt x="4" y="0"/>
                      </a:moveTo>
                      <a:lnTo>
                        <a:pt x="6" y="1"/>
                      </a:lnTo>
                      <a:lnTo>
                        <a:pt x="7" y="7"/>
                      </a:lnTo>
                      <a:lnTo>
                        <a:pt x="7" y="7"/>
                      </a:lnTo>
                      <a:lnTo>
                        <a:pt x="6" y="10"/>
                      </a:lnTo>
                      <a:lnTo>
                        <a:pt x="7" y="15"/>
                      </a:lnTo>
                      <a:lnTo>
                        <a:pt x="7" y="15"/>
                      </a:lnTo>
                      <a:lnTo>
                        <a:pt x="3" y="19"/>
                      </a:lnTo>
                      <a:lnTo>
                        <a:pt x="3" y="19"/>
                      </a:lnTo>
                      <a:lnTo>
                        <a:pt x="3" y="19"/>
                      </a:lnTo>
                      <a:lnTo>
                        <a:pt x="1" y="19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1" y="9"/>
                      </a:lnTo>
                      <a:lnTo>
                        <a:pt x="4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43" name="Freeform 1705">
                  <a:extLst>
                    <a:ext uri="{FF2B5EF4-FFF2-40B4-BE49-F238E27FC236}">
                      <a16:creationId xmlns:a16="http://schemas.microsoft.com/office/drawing/2014/main" id="{3B776A45-E48F-7BAD-F741-89C41C7AFE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84949" y="4632194"/>
                  <a:ext cx="170847" cy="201722"/>
                </a:xfrm>
                <a:custGeom>
                  <a:avLst/>
                  <a:gdLst>
                    <a:gd name="T0" fmla="*/ 80 w 83"/>
                    <a:gd name="T1" fmla="*/ 0 h 98"/>
                    <a:gd name="T2" fmla="*/ 83 w 83"/>
                    <a:gd name="T3" fmla="*/ 6 h 98"/>
                    <a:gd name="T4" fmla="*/ 71 w 83"/>
                    <a:gd name="T5" fmla="*/ 20 h 98"/>
                    <a:gd name="T6" fmla="*/ 66 w 83"/>
                    <a:gd name="T7" fmla="*/ 20 h 98"/>
                    <a:gd name="T8" fmla="*/ 46 w 83"/>
                    <a:gd name="T9" fmla="*/ 18 h 98"/>
                    <a:gd name="T10" fmla="*/ 32 w 83"/>
                    <a:gd name="T11" fmla="*/ 18 h 98"/>
                    <a:gd name="T12" fmla="*/ 19 w 83"/>
                    <a:gd name="T13" fmla="*/ 21 h 98"/>
                    <a:gd name="T14" fmla="*/ 23 w 83"/>
                    <a:gd name="T15" fmla="*/ 42 h 98"/>
                    <a:gd name="T16" fmla="*/ 35 w 83"/>
                    <a:gd name="T17" fmla="*/ 34 h 98"/>
                    <a:gd name="T18" fmla="*/ 37 w 83"/>
                    <a:gd name="T19" fmla="*/ 34 h 98"/>
                    <a:gd name="T20" fmla="*/ 40 w 83"/>
                    <a:gd name="T21" fmla="*/ 36 h 98"/>
                    <a:gd name="T22" fmla="*/ 41 w 83"/>
                    <a:gd name="T23" fmla="*/ 34 h 98"/>
                    <a:gd name="T24" fmla="*/ 52 w 83"/>
                    <a:gd name="T25" fmla="*/ 33 h 98"/>
                    <a:gd name="T26" fmla="*/ 55 w 83"/>
                    <a:gd name="T27" fmla="*/ 30 h 98"/>
                    <a:gd name="T28" fmla="*/ 58 w 83"/>
                    <a:gd name="T29" fmla="*/ 30 h 98"/>
                    <a:gd name="T30" fmla="*/ 59 w 83"/>
                    <a:gd name="T31" fmla="*/ 31 h 98"/>
                    <a:gd name="T32" fmla="*/ 61 w 83"/>
                    <a:gd name="T33" fmla="*/ 36 h 98"/>
                    <a:gd name="T34" fmla="*/ 52 w 83"/>
                    <a:gd name="T35" fmla="*/ 37 h 98"/>
                    <a:gd name="T36" fmla="*/ 37 w 83"/>
                    <a:gd name="T37" fmla="*/ 48 h 98"/>
                    <a:gd name="T38" fmla="*/ 47 w 83"/>
                    <a:gd name="T39" fmla="*/ 66 h 98"/>
                    <a:gd name="T40" fmla="*/ 46 w 83"/>
                    <a:gd name="T41" fmla="*/ 70 h 98"/>
                    <a:gd name="T42" fmla="*/ 52 w 83"/>
                    <a:gd name="T43" fmla="*/ 76 h 98"/>
                    <a:gd name="T44" fmla="*/ 52 w 83"/>
                    <a:gd name="T45" fmla="*/ 80 h 98"/>
                    <a:gd name="T46" fmla="*/ 44 w 83"/>
                    <a:gd name="T47" fmla="*/ 83 h 98"/>
                    <a:gd name="T48" fmla="*/ 40 w 83"/>
                    <a:gd name="T49" fmla="*/ 88 h 98"/>
                    <a:gd name="T50" fmla="*/ 35 w 83"/>
                    <a:gd name="T51" fmla="*/ 86 h 98"/>
                    <a:gd name="T52" fmla="*/ 28 w 83"/>
                    <a:gd name="T53" fmla="*/ 71 h 98"/>
                    <a:gd name="T54" fmla="*/ 26 w 83"/>
                    <a:gd name="T55" fmla="*/ 67 h 98"/>
                    <a:gd name="T56" fmla="*/ 25 w 83"/>
                    <a:gd name="T57" fmla="*/ 58 h 98"/>
                    <a:gd name="T58" fmla="*/ 20 w 83"/>
                    <a:gd name="T59" fmla="*/ 67 h 98"/>
                    <a:gd name="T60" fmla="*/ 20 w 83"/>
                    <a:gd name="T61" fmla="*/ 97 h 98"/>
                    <a:gd name="T62" fmla="*/ 16 w 83"/>
                    <a:gd name="T63" fmla="*/ 97 h 98"/>
                    <a:gd name="T64" fmla="*/ 12 w 83"/>
                    <a:gd name="T65" fmla="*/ 98 h 98"/>
                    <a:gd name="T66" fmla="*/ 10 w 83"/>
                    <a:gd name="T67" fmla="*/ 98 h 98"/>
                    <a:gd name="T68" fmla="*/ 6 w 83"/>
                    <a:gd name="T69" fmla="*/ 92 h 98"/>
                    <a:gd name="T70" fmla="*/ 7 w 83"/>
                    <a:gd name="T71" fmla="*/ 70 h 98"/>
                    <a:gd name="T72" fmla="*/ 6 w 83"/>
                    <a:gd name="T73" fmla="*/ 70 h 98"/>
                    <a:gd name="T74" fmla="*/ 3 w 83"/>
                    <a:gd name="T75" fmla="*/ 70 h 98"/>
                    <a:gd name="T76" fmla="*/ 0 w 83"/>
                    <a:gd name="T77" fmla="*/ 60 h 98"/>
                    <a:gd name="T78" fmla="*/ 6 w 83"/>
                    <a:gd name="T79" fmla="*/ 40 h 98"/>
                    <a:gd name="T80" fmla="*/ 10 w 83"/>
                    <a:gd name="T81" fmla="*/ 24 h 98"/>
                    <a:gd name="T82" fmla="*/ 18 w 83"/>
                    <a:gd name="T83" fmla="*/ 12 h 98"/>
                    <a:gd name="T84" fmla="*/ 19 w 83"/>
                    <a:gd name="T85" fmla="*/ 12 h 98"/>
                    <a:gd name="T86" fmla="*/ 22 w 83"/>
                    <a:gd name="T87" fmla="*/ 12 h 98"/>
                    <a:gd name="T88" fmla="*/ 25 w 83"/>
                    <a:gd name="T89" fmla="*/ 8 h 98"/>
                    <a:gd name="T90" fmla="*/ 52 w 83"/>
                    <a:gd name="T91" fmla="*/ 12 h 98"/>
                    <a:gd name="T92" fmla="*/ 80 w 83"/>
                    <a:gd name="T93" fmla="*/ 0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83" h="98">
                      <a:moveTo>
                        <a:pt x="80" y="0"/>
                      </a:moveTo>
                      <a:lnTo>
                        <a:pt x="80" y="0"/>
                      </a:lnTo>
                      <a:lnTo>
                        <a:pt x="80" y="0"/>
                      </a:lnTo>
                      <a:lnTo>
                        <a:pt x="83" y="6"/>
                      </a:lnTo>
                      <a:lnTo>
                        <a:pt x="83" y="6"/>
                      </a:lnTo>
                      <a:lnTo>
                        <a:pt x="71" y="20"/>
                      </a:lnTo>
                      <a:lnTo>
                        <a:pt x="69" y="20"/>
                      </a:lnTo>
                      <a:lnTo>
                        <a:pt x="66" y="20"/>
                      </a:lnTo>
                      <a:lnTo>
                        <a:pt x="56" y="20"/>
                      </a:lnTo>
                      <a:lnTo>
                        <a:pt x="46" y="18"/>
                      </a:lnTo>
                      <a:lnTo>
                        <a:pt x="35" y="18"/>
                      </a:lnTo>
                      <a:lnTo>
                        <a:pt x="32" y="18"/>
                      </a:lnTo>
                      <a:lnTo>
                        <a:pt x="20" y="18"/>
                      </a:lnTo>
                      <a:lnTo>
                        <a:pt x="19" y="21"/>
                      </a:lnTo>
                      <a:lnTo>
                        <a:pt x="18" y="33"/>
                      </a:lnTo>
                      <a:lnTo>
                        <a:pt x="23" y="42"/>
                      </a:lnTo>
                      <a:lnTo>
                        <a:pt x="28" y="42"/>
                      </a:lnTo>
                      <a:lnTo>
                        <a:pt x="35" y="34"/>
                      </a:lnTo>
                      <a:lnTo>
                        <a:pt x="35" y="34"/>
                      </a:lnTo>
                      <a:lnTo>
                        <a:pt x="37" y="34"/>
                      </a:lnTo>
                      <a:lnTo>
                        <a:pt x="38" y="36"/>
                      </a:lnTo>
                      <a:lnTo>
                        <a:pt x="40" y="36"/>
                      </a:lnTo>
                      <a:lnTo>
                        <a:pt x="41" y="36"/>
                      </a:lnTo>
                      <a:lnTo>
                        <a:pt x="41" y="34"/>
                      </a:lnTo>
                      <a:lnTo>
                        <a:pt x="41" y="33"/>
                      </a:lnTo>
                      <a:lnTo>
                        <a:pt x="52" y="33"/>
                      </a:lnTo>
                      <a:lnTo>
                        <a:pt x="55" y="30"/>
                      </a:lnTo>
                      <a:lnTo>
                        <a:pt x="55" y="30"/>
                      </a:lnTo>
                      <a:lnTo>
                        <a:pt x="56" y="30"/>
                      </a:lnTo>
                      <a:lnTo>
                        <a:pt x="58" y="30"/>
                      </a:lnTo>
                      <a:lnTo>
                        <a:pt x="59" y="30"/>
                      </a:lnTo>
                      <a:lnTo>
                        <a:pt x="59" y="31"/>
                      </a:lnTo>
                      <a:lnTo>
                        <a:pt x="61" y="36"/>
                      </a:lnTo>
                      <a:lnTo>
                        <a:pt x="61" y="36"/>
                      </a:lnTo>
                      <a:lnTo>
                        <a:pt x="59" y="36"/>
                      </a:lnTo>
                      <a:lnTo>
                        <a:pt x="52" y="37"/>
                      </a:lnTo>
                      <a:lnTo>
                        <a:pt x="46" y="45"/>
                      </a:lnTo>
                      <a:lnTo>
                        <a:pt x="37" y="48"/>
                      </a:lnTo>
                      <a:lnTo>
                        <a:pt x="34" y="48"/>
                      </a:lnTo>
                      <a:lnTo>
                        <a:pt x="47" y="66"/>
                      </a:lnTo>
                      <a:lnTo>
                        <a:pt x="47" y="66"/>
                      </a:lnTo>
                      <a:lnTo>
                        <a:pt x="46" y="70"/>
                      </a:lnTo>
                      <a:lnTo>
                        <a:pt x="49" y="76"/>
                      </a:lnTo>
                      <a:lnTo>
                        <a:pt x="52" y="76"/>
                      </a:lnTo>
                      <a:lnTo>
                        <a:pt x="52" y="77"/>
                      </a:lnTo>
                      <a:lnTo>
                        <a:pt x="52" y="80"/>
                      </a:lnTo>
                      <a:lnTo>
                        <a:pt x="52" y="80"/>
                      </a:lnTo>
                      <a:lnTo>
                        <a:pt x="44" y="83"/>
                      </a:lnTo>
                      <a:lnTo>
                        <a:pt x="40" y="88"/>
                      </a:lnTo>
                      <a:lnTo>
                        <a:pt x="40" y="88"/>
                      </a:lnTo>
                      <a:lnTo>
                        <a:pt x="35" y="88"/>
                      </a:lnTo>
                      <a:lnTo>
                        <a:pt x="35" y="86"/>
                      </a:lnTo>
                      <a:lnTo>
                        <a:pt x="35" y="77"/>
                      </a:lnTo>
                      <a:lnTo>
                        <a:pt x="28" y="71"/>
                      </a:lnTo>
                      <a:lnTo>
                        <a:pt x="26" y="69"/>
                      </a:lnTo>
                      <a:lnTo>
                        <a:pt x="26" y="67"/>
                      </a:lnTo>
                      <a:lnTo>
                        <a:pt x="28" y="60"/>
                      </a:lnTo>
                      <a:lnTo>
                        <a:pt x="25" y="58"/>
                      </a:lnTo>
                      <a:lnTo>
                        <a:pt x="19" y="64"/>
                      </a:lnTo>
                      <a:lnTo>
                        <a:pt x="20" y="67"/>
                      </a:lnTo>
                      <a:lnTo>
                        <a:pt x="20" y="95"/>
                      </a:lnTo>
                      <a:lnTo>
                        <a:pt x="20" y="97"/>
                      </a:lnTo>
                      <a:lnTo>
                        <a:pt x="19" y="97"/>
                      </a:lnTo>
                      <a:lnTo>
                        <a:pt x="16" y="97"/>
                      </a:lnTo>
                      <a:lnTo>
                        <a:pt x="13" y="98"/>
                      </a:lnTo>
                      <a:lnTo>
                        <a:pt x="12" y="98"/>
                      </a:lnTo>
                      <a:lnTo>
                        <a:pt x="10" y="98"/>
                      </a:lnTo>
                      <a:lnTo>
                        <a:pt x="10" y="98"/>
                      </a:lnTo>
                      <a:lnTo>
                        <a:pt x="6" y="94"/>
                      </a:lnTo>
                      <a:lnTo>
                        <a:pt x="6" y="92"/>
                      </a:lnTo>
                      <a:lnTo>
                        <a:pt x="10" y="76"/>
                      </a:lnTo>
                      <a:lnTo>
                        <a:pt x="7" y="70"/>
                      </a:lnTo>
                      <a:lnTo>
                        <a:pt x="7" y="70"/>
                      </a:lnTo>
                      <a:lnTo>
                        <a:pt x="6" y="70"/>
                      </a:lnTo>
                      <a:lnTo>
                        <a:pt x="3" y="70"/>
                      </a:lnTo>
                      <a:lnTo>
                        <a:pt x="3" y="70"/>
                      </a:lnTo>
                      <a:lnTo>
                        <a:pt x="1" y="70"/>
                      </a:lnTo>
                      <a:lnTo>
                        <a:pt x="0" y="60"/>
                      </a:lnTo>
                      <a:lnTo>
                        <a:pt x="6" y="48"/>
                      </a:lnTo>
                      <a:lnTo>
                        <a:pt x="6" y="40"/>
                      </a:lnTo>
                      <a:lnTo>
                        <a:pt x="10" y="31"/>
                      </a:lnTo>
                      <a:lnTo>
                        <a:pt x="10" y="24"/>
                      </a:lnTo>
                      <a:lnTo>
                        <a:pt x="15" y="14"/>
                      </a:lnTo>
                      <a:lnTo>
                        <a:pt x="18" y="12"/>
                      </a:lnTo>
                      <a:lnTo>
                        <a:pt x="18" y="12"/>
                      </a:lnTo>
                      <a:lnTo>
                        <a:pt x="19" y="12"/>
                      </a:lnTo>
                      <a:lnTo>
                        <a:pt x="20" y="12"/>
                      </a:lnTo>
                      <a:lnTo>
                        <a:pt x="22" y="12"/>
                      </a:lnTo>
                      <a:lnTo>
                        <a:pt x="23" y="8"/>
                      </a:lnTo>
                      <a:lnTo>
                        <a:pt x="25" y="8"/>
                      </a:lnTo>
                      <a:lnTo>
                        <a:pt x="28" y="6"/>
                      </a:lnTo>
                      <a:lnTo>
                        <a:pt x="52" y="12"/>
                      </a:lnTo>
                      <a:lnTo>
                        <a:pt x="65" y="12"/>
                      </a:lnTo>
                      <a:lnTo>
                        <a:pt x="80" y="0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44" name="Freeform 1709">
                  <a:extLst>
                    <a:ext uri="{FF2B5EF4-FFF2-40B4-BE49-F238E27FC236}">
                      <a16:creationId xmlns:a16="http://schemas.microsoft.com/office/drawing/2014/main" id="{18C5E64C-ECE3-1760-4EE8-01195A41FA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20278" y="4864791"/>
                  <a:ext cx="34993" cy="8234"/>
                </a:xfrm>
                <a:custGeom>
                  <a:avLst/>
                  <a:gdLst>
                    <a:gd name="T0" fmla="*/ 16 w 17"/>
                    <a:gd name="T1" fmla="*/ 0 h 4"/>
                    <a:gd name="T2" fmla="*/ 16 w 17"/>
                    <a:gd name="T3" fmla="*/ 0 h 4"/>
                    <a:gd name="T4" fmla="*/ 17 w 17"/>
                    <a:gd name="T5" fmla="*/ 3 h 4"/>
                    <a:gd name="T6" fmla="*/ 17 w 17"/>
                    <a:gd name="T7" fmla="*/ 3 h 4"/>
                    <a:gd name="T8" fmla="*/ 17 w 17"/>
                    <a:gd name="T9" fmla="*/ 3 h 4"/>
                    <a:gd name="T10" fmla="*/ 16 w 17"/>
                    <a:gd name="T11" fmla="*/ 3 h 4"/>
                    <a:gd name="T12" fmla="*/ 15 w 17"/>
                    <a:gd name="T13" fmla="*/ 4 h 4"/>
                    <a:gd name="T14" fmla="*/ 12 w 17"/>
                    <a:gd name="T15" fmla="*/ 4 h 4"/>
                    <a:gd name="T16" fmla="*/ 10 w 17"/>
                    <a:gd name="T17" fmla="*/ 4 h 4"/>
                    <a:gd name="T18" fmla="*/ 10 w 17"/>
                    <a:gd name="T19" fmla="*/ 4 h 4"/>
                    <a:gd name="T20" fmla="*/ 3 w 17"/>
                    <a:gd name="T21" fmla="*/ 4 h 4"/>
                    <a:gd name="T22" fmla="*/ 1 w 17"/>
                    <a:gd name="T23" fmla="*/ 4 h 4"/>
                    <a:gd name="T24" fmla="*/ 0 w 17"/>
                    <a:gd name="T25" fmla="*/ 1 h 4"/>
                    <a:gd name="T26" fmla="*/ 0 w 17"/>
                    <a:gd name="T27" fmla="*/ 0 h 4"/>
                    <a:gd name="T28" fmla="*/ 0 w 17"/>
                    <a:gd name="T29" fmla="*/ 0 h 4"/>
                    <a:gd name="T30" fmla="*/ 1 w 17"/>
                    <a:gd name="T31" fmla="*/ 0 h 4"/>
                    <a:gd name="T32" fmla="*/ 4 w 17"/>
                    <a:gd name="T33" fmla="*/ 0 h 4"/>
                    <a:gd name="T34" fmla="*/ 7 w 17"/>
                    <a:gd name="T35" fmla="*/ 0 h 4"/>
                    <a:gd name="T36" fmla="*/ 12 w 17"/>
                    <a:gd name="T37" fmla="*/ 0 h 4"/>
                    <a:gd name="T38" fmla="*/ 15 w 17"/>
                    <a:gd name="T39" fmla="*/ 0 h 4"/>
                    <a:gd name="T40" fmla="*/ 16 w 17"/>
                    <a:gd name="T4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" h="4">
                      <a:moveTo>
                        <a:pt x="16" y="0"/>
                      </a:moveTo>
                      <a:lnTo>
                        <a:pt x="16" y="0"/>
                      </a:lnTo>
                      <a:lnTo>
                        <a:pt x="17" y="3"/>
                      </a:lnTo>
                      <a:lnTo>
                        <a:pt x="17" y="3"/>
                      </a:lnTo>
                      <a:lnTo>
                        <a:pt x="17" y="3"/>
                      </a:lnTo>
                      <a:lnTo>
                        <a:pt x="16" y="3"/>
                      </a:lnTo>
                      <a:lnTo>
                        <a:pt x="15" y="4"/>
                      </a:lnTo>
                      <a:lnTo>
                        <a:pt x="12" y="4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3" y="4"/>
                      </a:lnTo>
                      <a:lnTo>
                        <a:pt x="1" y="4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4" y="0"/>
                      </a:lnTo>
                      <a:lnTo>
                        <a:pt x="7" y="0"/>
                      </a:lnTo>
                      <a:lnTo>
                        <a:pt x="12" y="0"/>
                      </a:lnTo>
                      <a:lnTo>
                        <a:pt x="15" y="0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45" name="Freeform 1711">
                  <a:extLst>
                    <a:ext uri="{FF2B5EF4-FFF2-40B4-BE49-F238E27FC236}">
                      <a16:creationId xmlns:a16="http://schemas.microsoft.com/office/drawing/2014/main" id="{2FFA5425-8AB0-C61D-8FD8-B314248192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65563" y="4895668"/>
                  <a:ext cx="32934" cy="24701"/>
                </a:xfrm>
                <a:custGeom>
                  <a:avLst/>
                  <a:gdLst>
                    <a:gd name="T0" fmla="*/ 1 w 16"/>
                    <a:gd name="T1" fmla="*/ 0 h 12"/>
                    <a:gd name="T2" fmla="*/ 13 w 16"/>
                    <a:gd name="T3" fmla="*/ 0 h 12"/>
                    <a:gd name="T4" fmla="*/ 13 w 16"/>
                    <a:gd name="T5" fmla="*/ 0 h 12"/>
                    <a:gd name="T6" fmla="*/ 16 w 16"/>
                    <a:gd name="T7" fmla="*/ 3 h 12"/>
                    <a:gd name="T8" fmla="*/ 16 w 16"/>
                    <a:gd name="T9" fmla="*/ 4 h 12"/>
                    <a:gd name="T10" fmla="*/ 12 w 16"/>
                    <a:gd name="T11" fmla="*/ 12 h 12"/>
                    <a:gd name="T12" fmla="*/ 10 w 16"/>
                    <a:gd name="T13" fmla="*/ 12 h 12"/>
                    <a:gd name="T14" fmla="*/ 10 w 16"/>
                    <a:gd name="T15" fmla="*/ 12 h 12"/>
                    <a:gd name="T16" fmla="*/ 10 w 16"/>
                    <a:gd name="T17" fmla="*/ 12 h 12"/>
                    <a:gd name="T18" fmla="*/ 6 w 16"/>
                    <a:gd name="T19" fmla="*/ 6 h 12"/>
                    <a:gd name="T20" fmla="*/ 1 w 16"/>
                    <a:gd name="T21" fmla="*/ 4 h 12"/>
                    <a:gd name="T22" fmla="*/ 0 w 16"/>
                    <a:gd name="T23" fmla="*/ 4 h 12"/>
                    <a:gd name="T24" fmla="*/ 0 w 16"/>
                    <a:gd name="T25" fmla="*/ 1 h 12"/>
                    <a:gd name="T26" fmla="*/ 1 w 16"/>
                    <a:gd name="T2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6" h="12">
                      <a:moveTo>
                        <a:pt x="1" y="0"/>
                      </a:move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6" y="3"/>
                      </a:lnTo>
                      <a:lnTo>
                        <a:pt x="16" y="4"/>
                      </a:lnTo>
                      <a:lnTo>
                        <a:pt x="12" y="12"/>
                      </a:lnTo>
                      <a:lnTo>
                        <a:pt x="10" y="12"/>
                      </a:lnTo>
                      <a:lnTo>
                        <a:pt x="10" y="12"/>
                      </a:lnTo>
                      <a:lnTo>
                        <a:pt x="10" y="12"/>
                      </a:lnTo>
                      <a:lnTo>
                        <a:pt x="6" y="6"/>
                      </a:lnTo>
                      <a:lnTo>
                        <a:pt x="1" y="4"/>
                      </a:lnTo>
                      <a:lnTo>
                        <a:pt x="0" y="4"/>
                      </a:lnTo>
                      <a:lnTo>
                        <a:pt x="0" y="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46" name="Freeform 1713">
                  <a:extLst>
                    <a:ext uri="{FF2B5EF4-FFF2-40B4-BE49-F238E27FC236}">
                      <a16:creationId xmlns:a16="http://schemas.microsoft.com/office/drawing/2014/main" id="{A3BE0A35-2DBB-A092-AD7E-BF6F21E5EC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04672" y="4897726"/>
                  <a:ext cx="24701" cy="22642"/>
                </a:xfrm>
                <a:custGeom>
                  <a:avLst/>
                  <a:gdLst>
                    <a:gd name="T0" fmla="*/ 6 w 12"/>
                    <a:gd name="T1" fmla="*/ 0 h 11"/>
                    <a:gd name="T2" fmla="*/ 6 w 12"/>
                    <a:gd name="T3" fmla="*/ 0 h 11"/>
                    <a:gd name="T4" fmla="*/ 11 w 12"/>
                    <a:gd name="T5" fmla="*/ 3 h 11"/>
                    <a:gd name="T6" fmla="*/ 12 w 12"/>
                    <a:gd name="T7" fmla="*/ 3 h 11"/>
                    <a:gd name="T8" fmla="*/ 11 w 12"/>
                    <a:gd name="T9" fmla="*/ 11 h 11"/>
                    <a:gd name="T10" fmla="*/ 9 w 12"/>
                    <a:gd name="T11" fmla="*/ 11 h 11"/>
                    <a:gd name="T12" fmla="*/ 0 w 12"/>
                    <a:gd name="T13" fmla="*/ 11 h 11"/>
                    <a:gd name="T14" fmla="*/ 0 w 12"/>
                    <a:gd name="T15" fmla="*/ 11 h 11"/>
                    <a:gd name="T16" fmla="*/ 0 w 12"/>
                    <a:gd name="T17" fmla="*/ 11 h 11"/>
                    <a:gd name="T18" fmla="*/ 2 w 12"/>
                    <a:gd name="T19" fmla="*/ 5 h 11"/>
                    <a:gd name="T20" fmla="*/ 5 w 12"/>
                    <a:gd name="T21" fmla="*/ 0 h 11"/>
                    <a:gd name="T22" fmla="*/ 6 w 12"/>
                    <a:gd name="T23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11" y="3"/>
                      </a:lnTo>
                      <a:lnTo>
                        <a:pt x="12" y="3"/>
                      </a:lnTo>
                      <a:lnTo>
                        <a:pt x="11" y="11"/>
                      </a:lnTo>
                      <a:lnTo>
                        <a:pt x="9" y="11"/>
                      </a:lnTo>
                      <a:lnTo>
                        <a:pt x="0" y="11"/>
                      </a:lnTo>
                      <a:lnTo>
                        <a:pt x="0" y="11"/>
                      </a:lnTo>
                      <a:lnTo>
                        <a:pt x="0" y="11"/>
                      </a:lnTo>
                      <a:lnTo>
                        <a:pt x="2" y="5"/>
                      </a:lnTo>
                      <a:lnTo>
                        <a:pt x="5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47" name="Freeform 1715">
                  <a:extLst>
                    <a:ext uri="{FF2B5EF4-FFF2-40B4-BE49-F238E27FC236}">
                      <a16:creationId xmlns:a16="http://schemas.microsoft.com/office/drawing/2014/main" id="{063CF7FC-63AA-80DE-5401-60B0D53B8D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27314" y="4895668"/>
                  <a:ext cx="65869" cy="30876"/>
                </a:xfrm>
                <a:custGeom>
                  <a:avLst/>
                  <a:gdLst>
                    <a:gd name="T0" fmla="*/ 16 w 32"/>
                    <a:gd name="T1" fmla="*/ 0 h 15"/>
                    <a:gd name="T2" fmla="*/ 16 w 32"/>
                    <a:gd name="T3" fmla="*/ 0 h 15"/>
                    <a:gd name="T4" fmla="*/ 17 w 32"/>
                    <a:gd name="T5" fmla="*/ 0 h 15"/>
                    <a:gd name="T6" fmla="*/ 20 w 32"/>
                    <a:gd name="T7" fmla="*/ 4 h 15"/>
                    <a:gd name="T8" fmla="*/ 20 w 32"/>
                    <a:gd name="T9" fmla="*/ 3 h 15"/>
                    <a:gd name="T10" fmla="*/ 23 w 32"/>
                    <a:gd name="T11" fmla="*/ 3 h 15"/>
                    <a:gd name="T12" fmla="*/ 23 w 32"/>
                    <a:gd name="T13" fmla="*/ 3 h 15"/>
                    <a:gd name="T14" fmla="*/ 25 w 32"/>
                    <a:gd name="T15" fmla="*/ 3 h 15"/>
                    <a:gd name="T16" fmla="*/ 25 w 32"/>
                    <a:gd name="T17" fmla="*/ 6 h 15"/>
                    <a:gd name="T18" fmla="*/ 28 w 32"/>
                    <a:gd name="T19" fmla="*/ 3 h 15"/>
                    <a:gd name="T20" fmla="*/ 28 w 32"/>
                    <a:gd name="T21" fmla="*/ 3 h 15"/>
                    <a:gd name="T22" fmla="*/ 28 w 32"/>
                    <a:gd name="T23" fmla="*/ 3 h 15"/>
                    <a:gd name="T24" fmla="*/ 29 w 32"/>
                    <a:gd name="T25" fmla="*/ 3 h 15"/>
                    <a:gd name="T26" fmla="*/ 32 w 32"/>
                    <a:gd name="T27" fmla="*/ 9 h 15"/>
                    <a:gd name="T28" fmla="*/ 32 w 32"/>
                    <a:gd name="T29" fmla="*/ 9 h 15"/>
                    <a:gd name="T30" fmla="*/ 32 w 32"/>
                    <a:gd name="T31" fmla="*/ 10 h 15"/>
                    <a:gd name="T32" fmla="*/ 25 w 32"/>
                    <a:gd name="T33" fmla="*/ 12 h 15"/>
                    <a:gd name="T34" fmla="*/ 25 w 32"/>
                    <a:gd name="T35" fmla="*/ 12 h 15"/>
                    <a:gd name="T36" fmla="*/ 25 w 32"/>
                    <a:gd name="T37" fmla="*/ 12 h 15"/>
                    <a:gd name="T38" fmla="*/ 23 w 32"/>
                    <a:gd name="T39" fmla="*/ 10 h 15"/>
                    <a:gd name="T40" fmla="*/ 4 w 32"/>
                    <a:gd name="T41" fmla="*/ 15 h 15"/>
                    <a:gd name="T42" fmla="*/ 4 w 32"/>
                    <a:gd name="T43" fmla="*/ 15 h 15"/>
                    <a:gd name="T44" fmla="*/ 3 w 32"/>
                    <a:gd name="T45" fmla="*/ 15 h 15"/>
                    <a:gd name="T46" fmla="*/ 0 w 32"/>
                    <a:gd name="T47" fmla="*/ 9 h 15"/>
                    <a:gd name="T48" fmla="*/ 0 w 32"/>
                    <a:gd name="T49" fmla="*/ 7 h 15"/>
                    <a:gd name="T50" fmla="*/ 4 w 32"/>
                    <a:gd name="T51" fmla="*/ 4 h 15"/>
                    <a:gd name="T52" fmla="*/ 4 w 32"/>
                    <a:gd name="T53" fmla="*/ 4 h 15"/>
                    <a:gd name="T54" fmla="*/ 5 w 32"/>
                    <a:gd name="T55" fmla="*/ 4 h 15"/>
                    <a:gd name="T56" fmla="*/ 8 w 32"/>
                    <a:gd name="T57" fmla="*/ 4 h 15"/>
                    <a:gd name="T58" fmla="*/ 10 w 32"/>
                    <a:gd name="T59" fmla="*/ 4 h 15"/>
                    <a:gd name="T60" fmla="*/ 11 w 32"/>
                    <a:gd name="T61" fmla="*/ 4 h 15"/>
                    <a:gd name="T62" fmla="*/ 16 w 32"/>
                    <a:gd name="T63" fmla="*/ 9 h 15"/>
                    <a:gd name="T64" fmla="*/ 17 w 32"/>
                    <a:gd name="T65" fmla="*/ 7 h 15"/>
                    <a:gd name="T66" fmla="*/ 14 w 32"/>
                    <a:gd name="T67" fmla="*/ 4 h 15"/>
                    <a:gd name="T68" fmla="*/ 14 w 32"/>
                    <a:gd name="T69" fmla="*/ 4 h 15"/>
                    <a:gd name="T70" fmla="*/ 16 w 32"/>
                    <a:gd name="T71" fmla="*/ 1 h 15"/>
                    <a:gd name="T72" fmla="*/ 16 w 32"/>
                    <a:gd name="T73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32" h="15">
                      <a:moveTo>
                        <a:pt x="16" y="0"/>
                      </a:moveTo>
                      <a:lnTo>
                        <a:pt x="16" y="0"/>
                      </a:lnTo>
                      <a:lnTo>
                        <a:pt x="17" y="0"/>
                      </a:lnTo>
                      <a:lnTo>
                        <a:pt x="20" y="4"/>
                      </a:lnTo>
                      <a:lnTo>
                        <a:pt x="20" y="3"/>
                      </a:lnTo>
                      <a:lnTo>
                        <a:pt x="23" y="3"/>
                      </a:lnTo>
                      <a:lnTo>
                        <a:pt x="23" y="3"/>
                      </a:lnTo>
                      <a:lnTo>
                        <a:pt x="25" y="3"/>
                      </a:lnTo>
                      <a:lnTo>
                        <a:pt x="25" y="6"/>
                      </a:lnTo>
                      <a:lnTo>
                        <a:pt x="28" y="3"/>
                      </a:lnTo>
                      <a:lnTo>
                        <a:pt x="28" y="3"/>
                      </a:lnTo>
                      <a:lnTo>
                        <a:pt x="28" y="3"/>
                      </a:lnTo>
                      <a:lnTo>
                        <a:pt x="29" y="3"/>
                      </a:lnTo>
                      <a:lnTo>
                        <a:pt x="32" y="9"/>
                      </a:lnTo>
                      <a:lnTo>
                        <a:pt x="32" y="9"/>
                      </a:lnTo>
                      <a:lnTo>
                        <a:pt x="32" y="10"/>
                      </a:lnTo>
                      <a:lnTo>
                        <a:pt x="25" y="12"/>
                      </a:lnTo>
                      <a:lnTo>
                        <a:pt x="25" y="12"/>
                      </a:lnTo>
                      <a:lnTo>
                        <a:pt x="25" y="12"/>
                      </a:lnTo>
                      <a:lnTo>
                        <a:pt x="23" y="10"/>
                      </a:lnTo>
                      <a:lnTo>
                        <a:pt x="4" y="15"/>
                      </a:lnTo>
                      <a:lnTo>
                        <a:pt x="4" y="15"/>
                      </a:lnTo>
                      <a:lnTo>
                        <a:pt x="3" y="15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5" y="4"/>
                      </a:lnTo>
                      <a:lnTo>
                        <a:pt x="8" y="4"/>
                      </a:lnTo>
                      <a:lnTo>
                        <a:pt x="10" y="4"/>
                      </a:lnTo>
                      <a:lnTo>
                        <a:pt x="11" y="4"/>
                      </a:lnTo>
                      <a:lnTo>
                        <a:pt x="16" y="9"/>
                      </a:lnTo>
                      <a:lnTo>
                        <a:pt x="17" y="7"/>
                      </a:lnTo>
                      <a:lnTo>
                        <a:pt x="14" y="4"/>
                      </a:lnTo>
                      <a:lnTo>
                        <a:pt x="14" y="4"/>
                      </a:lnTo>
                      <a:lnTo>
                        <a:pt x="16" y="1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48" name="Freeform 1717">
                  <a:extLst>
                    <a:ext uri="{FF2B5EF4-FFF2-40B4-BE49-F238E27FC236}">
                      <a16:creationId xmlns:a16="http://schemas.microsoft.com/office/drawing/2014/main" id="{A468E86F-AEFA-4716-DF31-783D251419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87008" y="4928602"/>
                  <a:ext cx="51459" cy="30876"/>
                </a:xfrm>
                <a:custGeom>
                  <a:avLst/>
                  <a:gdLst>
                    <a:gd name="T0" fmla="*/ 12 w 25"/>
                    <a:gd name="T1" fmla="*/ 0 h 15"/>
                    <a:gd name="T2" fmla="*/ 14 w 25"/>
                    <a:gd name="T3" fmla="*/ 0 h 15"/>
                    <a:gd name="T4" fmla="*/ 21 w 25"/>
                    <a:gd name="T5" fmla="*/ 6 h 15"/>
                    <a:gd name="T6" fmla="*/ 25 w 25"/>
                    <a:gd name="T7" fmla="*/ 11 h 15"/>
                    <a:gd name="T8" fmla="*/ 25 w 25"/>
                    <a:gd name="T9" fmla="*/ 12 h 15"/>
                    <a:gd name="T10" fmla="*/ 25 w 25"/>
                    <a:gd name="T11" fmla="*/ 12 h 15"/>
                    <a:gd name="T12" fmla="*/ 18 w 25"/>
                    <a:gd name="T13" fmla="*/ 15 h 15"/>
                    <a:gd name="T14" fmla="*/ 18 w 25"/>
                    <a:gd name="T15" fmla="*/ 15 h 15"/>
                    <a:gd name="T16" fmla="*/ 18 w 25"/>
                    <a:gd name="T17" fmla="*/ 15 h 15"/>
                    <a:gd name="T18" fmla="*/ 9 w 25"/>
                    <a:gd name="T19" fmla="*/ 8 h 15"/>
                    <a:gd name="T20" fmla="*/ 3 w 25"/>
                    <a:gd name="T21" fmla="*/ 8 h 15"/>
                    <a:gd name="T22" fmla="*/ 2 w 25"/>
                    <a:gd name="T23" fmla="*/ 8 h 15"/>
                    <a:gd name="T24" fmla="*/ 0 w 25"/>
                    <a:gd name="T25" fmla="*/ 3 h 15"/>
                    <a:gd name="T26" fmla="*/ 0 w 25"/>
                    <a:gd name="T27" fmla="*/ 3 h 15"/>
                    <a:gd name="T28" fmla="*/ 2 w 25"/>
                    <a:gd name="T29" fmla="*/ 2 h 15"/>
                    <a:gd name="T30" fmla="*/ 2 w 25"/>
                    <a:gd name="T31" fmla="*/ 2 h 15"/>
                    <a:gd name="T32" fmla="*/ 5 w 25"/>
                    <a:gd name="T33" fmla="*/ 2 h 15"/>
                    <a:gd name="T34" fmla="*/ 6 w 25"/>
                    <a:gd name="T35" fmla="*/ 2 h 15"/>
                    <a:gd name="T36" fmla="*/ 9 w 25"/>
                    <a:gd name="T37" fmla="*/ 0 h 15"/>
                    <a:gd name="T38" fmla="*/ 12 w 25"/>
                    <a:gd name="T39" fmla="*/ 0 h 15"/>
                    <a:gd name="T40" fmla="*/ 12 w 25"/>
                    <a:gd name="T41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5" h="15">
                      <a:moveTo>
                        <a:pt x="12" y="0"/>
                      </a:moveTo>
                      <a:lnTo>
                        <a:pt x="14" y="0"/>
                      </a:lnTo>
                      <a:lnTo>
                        <a:pt x="21" y="6"/>
                      </a:lnTo>
                      <a:lnTo>
                        <a:pt x="25" y="11"/>
                      </a:lnTo>
                      <a:lnTo>
                        <a:pt x="25" y="12"/>
                      </a:lnTo>
                      <a:lnTo>
                        <a:pt x="25" y="12"/>
                      </a:lnTo>
                      <a:lnTo>
                        <a:pt x="18" y="15"/>
                      </a:lnTo>
                      <a:lnTo>
                        <a:pt x="18" y="15"/>
                      </a:lnTo>
                      <a:lnTo>
                        <a:pt x="18" y="15"/>
                      </a:lnTo>
                      <a:lnTo>
                        <a:pt x="9" y="8"/>
                      </a:lnTo>
                      <a:lnTo>
                        <a:pt x="3" y="8"/>
                      </a:lnTo>
                      <a:lnTo>
                        <a:pt x="2" y="8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5" y="2"/>
                      </a:lnTo>
                      <a:lnTo>
                        <a:pt x="6" y="2"/>
                      </a:lnTo>
                      <a:lnTo>
                        <a:pt x="9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49" name="Freeform 1719">
                  <a:extLst>
                    <a:ext uri="{FF2B5EF4-FFF2-40B4-BE49-F238E27FC236}">
                      <a16:creationId xmlns:a16="http://schemas.microsoft.com/office/drawing/2014/main" id="{A2F56328-1AFA-F9B3-AD24-21AF7C6FF8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09650" y="4895668"/>
                  <a:ext cx="88511" cy="26759"/>
                </a:xfrm>
                <a:custGeom>
                  <a:avLst/>
                  <a:gdLst>
                    <a:gd name="T0" fmla="*/ 40 w 43"/>
                    <a:gd name="T1" fmla="*/ 0 h 13"/>
                    <a:gd name="T2" fmla="*/ 41 w 43"/>
                    <a:gd name="T3" fmla="*/ 0 h 13"/>
                    <a:gd name="T4" fmla="*/ 43 w 43"/>
                    <a:gd name="T5" fmla="*/ 4 h 13"/>
                    <a:gd name="T6" fmla="*/ 41 w 43"/>
                    <a:gd name="T7" fmla="*/ 4 h 13"/>
                    <a:gd name="T8" fmla="*/ 37 w 43"/>
                    <a:gd name="T9" fmla="*/ 10 h 13"/>
                    <a:gd name="T10" fmla="*/ 35 w 43"/>
                    <a:gd name="T11" fmla="*/ 10 h 13"/>
                    <a:gd name="T12" fmla="*/ 32 w 43"/>
                    <a:gd name="T13" fmla="*/ 10 h 13"/>
                    <a:gd name="T14" fmla="*/ 29 w 43"/>
                    <a:gd name="T15" fmla="*/ 10 h 13"/>
                    <a:gd name="T16" fmla="*/ 25 w 43"/>
                    <a:gd name="T17" fmla="*/ 12 h 13"/>
                    <a:gd name="T18" fmla="*/ 20 w 43"/>
                    <a:gd name="T19" fmla="*/ 12 h 13"/>
                    <a:gd name="T20" fmla="*/ 17 w 43"/>
                    <a:gd name="T21" fmla="*/ 13 h 13"/>
                    <a:gd name="T22" fmla="*/ 17 w 43"/>
                    <a:gd name="T23" fmla="*/ 13 h 13"/>
                    <a:gd name="T24" fmla="*/ 1 w 43"/>
                    <a:gd name="T25" fmla="*/ 12 h 13"/>
                    <a:gd name="T26" fmla="*/ 0 w 43"/>
                    <a:gd name="T27" fmla="*/ 10 h 13"/>
                    <a:gd name="T28" fmla="*/ 0 w 43"/>
                    <a:gd name="T29" fmla="*/ 10 h 13"/>
                    <a:gd name="T30" fmla="*/ 1 w 43"/>
                    <a:gd name="T31" fmla="*/ 6 h 13"/>
                    <a:gd name="T32" fmla="*/ 1 w 43"/>
                    <a:gd name="T33" fmla="*/ 4 h 13"/>
                    <a:gd name="T34" fmla="*/ 10 w 43"/>
                    <a:gd name="T35" fmla="*/ 1 h 13"/>
                    <a:gd name="T36" fmla="*/ 11 w 43"/>
                    <a:gd name="T37" fmla="*/ 1 h 13"/>
                    <a:gd name="T38" fmla="*/ 11 w 43"/>
                    <a:gd name="T39" fmla="*/ 1 h 13"/>
                    <a:gd name="T40" fmla="*/ 22 w 43"/>
                    <a:gd name="T41" fmla="*/ 7 h 13"/>
                    <a:gd name="T42" fmla="*/ 29 w 43"/>
                    <a:gd name="T43" fmla="*/ 4 h 13"/>
                    <a:gd name="T44" fmla="*/ 34 w 43"/>
                    <a:gd name="T45" fmla="*/ 7 h 13"/>
                    <a:gd name="T46" fmla="*/ 40 w 43"/>
                    <a:gd name="T47" fmla="*/ 3 h 13"/>
                    <a:gd name="T48" fmla="*/ 40 w 43"/>
                    <a:gd name="T49" fmla="*/ 0 h 13"/>
                    <a:gd name="T50" fmla="*/ 40 w 43"/>
                    <a:gd name="T51" fmla="*/ 0 h 13"/>
                    <a:gd name="T52" fmla="*/ 40 w 43"/>
                    <a:gd name="T53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" h="13">
                      <a:moveTo>
                        <a:pt x="40" y="0"/>
                      </a:moveTo>
                      <a:lnTo>
                        <a:pt x="41" y="0"/>
                      </a:lnTo>
                      <a:lnTo>
                        <a:pt x="43" y="4"/>
                      </a:lnTo>
                      <a:lnTo>
                        <a:pt x="41" y="4"/>
                      </a:lnTo>
                      <a:lnTo>
                        <a:pt x="37" y="10"/>
                      </a:lnTo>
                      <a:lnTo>
                        <a:pt x="35" y="10"/>
                      </a:lnTo>
                      <a:lnTo>
                        <a:pt x="32" y="10"/>
                      </a:lnTo>
                      <a:lnTo>
                        <a:pt x="29" y="10"/>
                      </a:lnTo>
                      <a:lnTo>
                        <a:pt x="25" y="12"/>
                      </a:lnTo>
                      <a:lnTo>
                        <a:pt x="20" y="12"/>
                      </a:lnTo>
                      <a:lnTo>
                        <a:pt x="17" y="13"/>
                      </a:lnTo>
                      <a:lnTo>
                        <a:pt x="17" y="13"/>
                      </a:lnTo>
                      <a:lnTo>
                        <a:pt x="1" y="12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1" y="6"/>
                      </a:lnTo>
                      <a:lnTo>
                        <a:pt x="1" y="4"/>
                      </a:lnTo>
                      <a:lnTo>
                        <a:pt x="10" y="1"/>
                      </a:lnTo>
                      <a:lnTo>
                        <a:pt x="11" y="1"/>
                      </a:lnTo>
                      <a:lnTo>
                        <a:pt x="11" y="1"/>
                      </a:lnTo>
                      <a:lnTo>
                        <a:pt x="22" y="7"/>
                      </a:lnTo>
                      <a:lnTo>
                        <a:pt x="29" y="4"/>
                      </a:lnTo>
                      <a:lnTo>
                        <a:pt x="34" y="7"/>
                      </a:lnTo>
                      <a:lnTo>
                        <a:pt x="40" y="3"/>
                      </a:lnTo>
                      <a:lnTo>
                        <a:pt x="40" y="0"/>
                      </a:lnTo>
                      <a:lnTo>
                        <a:pt x="40" y="0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50" name="Freeform 1725">
                  <a:extLst>
                    <a:ext uri="{FF2B5EF4-FFF2-40B4-BE49-F238E27FC236}">
                      <a16:creationId xmlns:a16="http://schemas.microsoft.com/office/drawing/2014/main" id="{9166445F-E868-5923-499A-638A39B9AE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33154" y="4897726"/>
                  <a:ext cx="18526" cy="10292"/>
                </a:xfrm>
                <a:custGeom>
                  <a:avLst/>
                  <a:gdLst>
                    <a:gd name="T0" fmla="*/ 0 w 9"/>
                    <a:gd name="T1" fmla="*/ 0 h 5"/>
                    <a:gd name="T2" fmla="*/ 2 w 9"/>
                    <a:gd name="T3" fmla="*/ 0 h 5"/>
                    <a:gd name="T4" fmla="*/ 3 w 9"/>
                    <a:gd name="T5" fmla="*/ 2 h 5"/>
                    <a:gd name="T6" fmla="*/ 6 w 9"/>
                    <a:gd name="T7" fmla="*/ 2 h 5"/>
                    <a:gd name="T8" fmla="*/ 8 w 9"/>
                    <a:gd name="T9" fmla="*/ 2 h 5"/>
                    <a:gd name="T10" fmla="*/ 9 w 9"/>
                    <a:gd name="T11" fmla="*/ 2 h 5"/>
                    <a:gd name="T12" fmla="*/ 9 w 9"/>
                    <a:gd name="T13" fmla="*/ 3 h 5"/>
                    <a:gd name="T14" fmla="*/ 9 w 9"/>
                    <a:gd name="T15" fmla="*/ 3 h 5"/>
                    <a:gd name="T16" fmla="*/ 3 w 9"/>
                    <a:gd name="T17" fmla="*/ 5 h 5"/>
                    <a:gd name="T18" fmla="*/ 2 w 9"/>
                    <a:gd name="T19" fmla="*/ 5 h 5"/>
                    <a:gd name="T20" fmla="*/ 2 w 9"/>
                    <a:gd name="T21" fmla="*/ 5 h 5"/>
                    <a:gd name="T22" fmla="*/ 0 w 9"/>
                    <a:gd name="T23" fmla="*/ 2 h 5"/>
                    <a:gd name="T24" fmla="*/ 0 w 9"/>
                    <a:gd name="T25" fmla="*/ 0 h 5"/>
                    <a:gd name="T26" fmla="*/ 0 w 9"/>
                    <a:gd name="T2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" h="5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3" y="2"/>
                      </a:lnTo>
                      <a:lnTo>
                        <a:pt x="6" y="2"/>
                      </a:lnTo>
                      <a:lnTo>
                        <a:pt x="8" y="2"/>
                      </a:lnTo>
                      <a:lnTo>
                        <a:pt x="9" y="2"/>
                      </a:lnTo>
                      <a:lnTo>
                        <a:pt x="9" y="3"/>
                      </a:lnTo>
                      <a:lnTo>
                        <a:pt x="9" y="3"/>
                      </a:lnTo>
                      <a:lnTo>
                        <a:pt x="3" y="5"/>
                      </a:lnTo>
                      <a:lnTo>
                        <a:pt x="2" y="5"/>
                      </a:lnTo>
                      <a:lnTo>
                        <a:pt x="2" y="5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51" name="Freeform 1727">
                  <a:extLst>
                    <a:ext uri="{FF2B5EF4-FFF2-40B4-BE49-F238E27FC236}">
                      <a16:creationId xmlns:a16="http://schemas.microsoft.com/office/drawing/2014/main" id="{1C7A0414-E9B0-9AF5-28DF-9B1431E04F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91985" y="4959477"/>
                  <a:ext cx="14408" cy="14408"/>
                </a:xfrm>
                <a:custGeom>
                  <a:avLst/>
                  <a:gdLst>
                    <a:gd name="T0" fmla="*/ 7 w 7"/>
                    <a:gd name="T1" fmla="*/ 0 h 7"/>
                    <a:gd name="T2" fmla="*/ 7 w 7"/>
                    <a:gd name="T3" fmla="*/ 0 h 7"/>
                    <a:gd name="T4" fmla="*/ 7 w 7"/>
                    <a:gd name="T5" fmla="*/ 1 h 7"/>
                    <a:gd name="T6" fmla="*/ 6 w 7"/>
                    <a:gd name="T7" fmla="*/ 6 h 7"/>
                    <a:gd name="T8" fmla="*/ 4 w 7"/>
                    <a:gd name="T9" fmla="*/ 6 h 7"/>
                    <a:gd name="T10" fmla="*/ 0 w 7"/>
                    <a:gd name="T11" fmla="*/ 7 h 7"/>
                    <a:gd name="T12" fmla="*/ 0 w 7"/>
                    <a:gd name="T13" fmla="*/ 7 h 7"/>
                    <a:gd name="T14" fmla="*/ 0 w 7"/>
                    <a:gd name="T15" fmla="*/ 7 h 7"/>
                    <a:gd name="T16" fmla="*/ 0 w 7"/>
                    <a:gd name="T17" fmla="*/ 6 h 7"/>
                    <a:gd name="T18" fmla="*/ 6 w 7"/>
                    <a:gd name="T19" fmla="*/ 0 h 7"/>
                    <a:gd name="T20" fmla="*/ 7 w 7"/>
                    <a:gd name="T21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" h="7">
                      <a:moveTo>
                        <a:pt x="7" y="0"/>
                      </a:moveTo>
                      <a:lnTo>
                        <a:pt x="7" y="0"/>
                      </a:lnTo>
                      <a:lnTo>
                        <a:pt x="7" y="1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6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52" name="TIMOR-LESTE">
                  <a:extLst>
                    <a:ext uri="{FF2B5EF4-FFF2-40B4-BE49-F238E27FC236}">
                      <a16:creationId xmlns:a16="http://schemas.microsoft.com/office/drawing/2014/main" id="{2350174C-628A-90C4-35BB-3B5E21A591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10511" y="4903901"/>
                  <a:ext cx="98803" cy="55577"/>
                </a:xfrm>
                <a:custGeom>
                  <a:avLst/>
                  <a:gdLst>
                    <a:gd name="T0" fmla="*/ 47 w 48"/>
                    <a:gd name="T1" fmla="*/ 0 h 27"/>
                    <a:gd name="T2" fmla="*/ 48 w 48"/>
                    <a:gd name="T3" fmla="*/ 0 h 27"/>
                    <a:gd name="T4" fmla="*/ 48 w 48"/>
                    <a:gd name="T5" fmla="*/ 2 h 27"/>
                    <a:gd name="T6" fmla="*/ 47 w 48"/>
                    <a:gd name="T7" fmla="*/ 5 h 27"/>
                    <a:gd name="T8" fmla="*/ 47 w 48"/>
                    <a:gd name="T9" fmla="*/ 6 h 27"/>
                    <a:gd name="T10" fmla="*/ 20 w 48"/>
                    <a:gd name="T11" fmla="*/ 15 h 27"/>
                    <a:gd name="T12" fmla="*/ 16 w 48"/>
                    <a:gd name="T13" fmla="*/ 23 h 27"/>
                    <a:gd name="T14" fmla="*/ 5 w 48"/>
                    <a:gd name="T15" fmla="*/ 27 h 27"/>
                    <a:gd name="T16" fmla="*/ 5 w 48"/>
                    <a:gd name="T17" fmla="*/ 27 h 27"/>
                    <a:gd name="T18" fmla="*/ 0 w 48"/>
                    <a:gd name="T19" fmla="*/ 27 h 27"/>
                    <a:gd name="T20" fmla="*/ 0 w 48"/>
                    <a:gd name="T21" fmla="*/ 27 h 27"/>
                    <a:gd name="T22" fmla="*/ 0 w 48"/>
                    <a:gd name="T23" fmla="*/ 25 h 27"/>
                    <a:gd name="T24" fmla="*/ 2 w 48"/>
                    <a:gd name="T25" fmla="*/ 17 h 27"/>
                    <a:gd name="T26" fmla="*/ 2 w 48"/>
                    <a:gd name="T27" fmla="*/ 15 h 27"/>
                    <a:gd name="T28" fmla="*/ 16 w 48"/>
                    <a:gd name="T29" fmla="*/ 9 h 27"/>
                    <a:gd name="T30" fmla="*/ 19 w 48"/>
                    <a:gd name="T31" fmla="*/ 3 h 27"/>
                    <a:gd name="T32" fmla="*/ 20 w 48"/>
                    <a:gd name="T33" fmla="*/ 3 h 27"/>
                    <a:gd name="T34" fmla="*/ 25 w 48"/>
                    <a:gd name="T35" fmla="*/ 3 h 27"/>
                    <a:gd name="T36" fmla="*/ 34 w 48"/>
                    <a:gd name="T37" fmla="*/ 2 h 27"/>
                    <a:gd name="T38" fmla="*/ 42 w 48"/>
                    <a:gd name="T39" fmla="*/ 0 h 27"/>
                    <a:gd name="T40" fmla="*/ 47 w 48"/>
                    <a:gd name="T41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48" h="27">
                      <a:moveTo>
                        <a:pt x="47" y="0"/>
                      </a:moveTo>
                      <a:lnTo>
                        <a:pt x="48" y="0"/>
                      </a:lnTo>
                      <a:lnTo>
                        <a:pt x="48" y="2"/>
                      </a:lnTo>
                      <a:lnTo>
                        <a:pt x="47" y="5"/>
                      </a:lnTo>
                      <a:lnTo>
                        <a:pt x="47" y="6"/>
                      </a:lnTo>
                      <a:lnTo>
                        <a:pt x="20" y="15"/>
                      </a:lnTo>
                      <a:lnTo>
                        <a:pt x="16" y="23"/>
                      </a:lnTo>
                      <a:lnTo>
                        <a:pt x="5" y="27"/>
                      </a:lnTo>
                      <a:lnTo>
                        <a:pt x="5" y="27"/>
                      </a:lnTo>
                      <a:lnTo>
                        <a:pt x="0" y="27"/>
                      </a:lnTo>
                      <a:lnTo>
                        <a:pt x="0" y="27"/>
                      </a:lnTo>
                      <a:lnTo>
                        <a:pt x="0" y="25"/>
                      </a:lnTo>
                      <a:lnTo>
                        <a:pt x="2" y="17"/>
                      </a:lnTo>
                      <a:lnTo>
                        <a:pt x="2" y="15"/>
                      </a:lnTo>
                      <a:lnTo>
                        <a:pt x="16" y="9"/>
                      </a:lnTo>
                      <a:lnTo>
                        <a:pt x="19" y="3"/>
                      </a:lnTo>
                      <a:lnTo>
                        <a:pt x="20" y="3"/>
                      </a:lnTo>
                      <a:lnTo>
                        <a:pt x="25" y="3"/>
                      </a:lnTo>
                      <a:lnTo>
                        <a:pt x="34" y="2"/>
                      </a:lnTo>
                      <a:lnTo>
                        <a:pt x="42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53" name="Freeform 1731">
                  <a:extLst>
                    <a:ext uri="{FF2B5EF4-FFF2-40B4-BE49-F238E27FC236}">
                      <a16:creationId xmlns:a16="http://schemas.microsoft.com/office/drawing/2014/main" id="{88EDDE89-0777-E8F6-FD3E-DB556BEDE3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74321" y="4879200"/>
                  <a:ext cx="26759" cy="18526"/>
                </a:xfrm>
                <a:custGeom>
                  <a:avLst/>
                  <a:gdLst>
                    <a:gd name="T0" fmla="*/ 9 w 13"/>
                    <a:gd name="T1" fmla="*/ 0 h 9"/>
                    <a:gd name="T2" fmla="*/ 10 w 13"/>
                    <a:gd name="T3" fmla="*/ 0 h 9"/>
                    <a:gd name="T4" fmla="*/ 13 w 13"/>
                    <a:gd name="T5" fmla="*/ 3 h 9"/>
                    <a:gd name="T6" fmla="*/ 13 w 13"/>
                    <a:gd name="T7" fmla="*/ 3 h 9"/>
                    <a:gd name="T8" fmla="*/ 13 w 13"/>
                    <a:gd name="T9" fmla="*/ 5 h 9"/>
                    <a:gd name="T10" fmla="*/ 7 w 13"/>
                    <a:gd name="T11" fmla="*/ 8 h 9"/>
                    <a:gd name="T12" fmla="*/ 7 w 13"/>
                    <a:gd name="T13" fmla="*/ 8 h 9"/>
                    <a:gd name="T14" fmla="*/ 4 w 13"/>
                    <a:gd name="T15" fmla="*/ 8 h 9"/>
                    <a:gd name="T16" fmla="*/ 3 w 13"/>
                    <a:gd name="T17" fmla="*/ 9 h 9"/>
                    <a:gd name="T18" fmla="*/ 1 w 13"/>
                    <a:gd name="T19" fmla="*/ 9 h 9"/>
                    <a:gd name="T20" fmla="*/ 0 w 13"/>
                    <a:gd name="T21" fmla="*/ 9 h 9"/>
                    <a:gd name="T22" fmla="*/ 0 w 13"/>
                    <a:gd name="T23" fmla="*/ 9 h 9"/>
                    <a:gd name="T24" fmla="*/ 0 w 13"/>
                    <a:gd name="T25" fmla="*/ 8 h 9"/>
                    <a:gd name="T26" fmla="*/ 0 w 13"/>
                    <a:gd name="T27" fmla="*/ 3 h 9"/>
                    <a:gd name="T28" fmla="*/ 0 w 13"/>
                    <a:gd name="T29" fmla="*/ 3 h 9"/>
                    <a:gd name="T30" fmla="*/ 9 w 13"/>
                    <a:gd name="T31" fmla="*/ 0 h 9"/>
                    <a:gd name="T32" fmla="*/ 9 w 13"/>
                    <a:gd name="T33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3" h="9">
                      <a:moveTo>
                        <a:pt x="9" y="0"/>
                      </a:moveTo>
                      <a:lnTo>
                        <a:pt x="10" y="0"/>
                      </a:lnTo>
                      <a:lnTo>
                        <a:pt x="13" y="3"/>
                      </a:lnTo>
                      <a:lnTo>
                        <a:pt x="13" y="3"/>
                      </a:lnTo>
                      <a:lnTo>
                        <a:pt x="13" y="5"/>
                      </a:lnTo>
                      <a:lnTo>
                        <a:pt x="7" y="8"/>
                      </a:lnTo>
                      <a:lnTo>
                        <a:pt x="7" y="8"/>
                      </a:lnTo>
                      <a:lnTo>
                        <a:pt x="4" y="8"/>
                      </a:lnTo>
                      <a:lnTo>
                        <a:pt x="3" y="9"/>
                      </a:lnTo>
                      <a:lnTo>
                        <a:pt x="1" y="9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9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54" name="Freeform 1733">
                  <a:extLst>
                    <a:ext uri="{FF2B5EF4-FFF2-40B4-BE49-F238E27FC236}">
                      <a16:creationId xmlns:a16="http://schemas.microsoft.com/office/drawing/2014/main" id="{4AF6B7F3-F99B-C888-3E95-72BE8F7E07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14291" y="4870967"/>
                  <a:ext cx="14408" cy="26759"/>
                </a:xfrm>
                <a:custGeom>
                  <a:avLst/>
                  <a:gdLst>
                    <a:gd name="T0" fmla="*/ 4 w 7"/>
                    <a:gd name="T1" fmla="*/ 0 h 13"/>
                    <a:gd name="T2" fmla="*/ 4 w 7"/>
                    <a:gd name="T3" fmla="*/ 0 h 13"/>
                    <a:gd name="T4" fmla="*/ 7 w 7"/>
                    <a:gd name="T5" fmla="*/ 0 h 13"/>
                    <a:gd name="T6" fmla="*/ 7 w 7"/>
                    <a:gd name="T7" fmla="*/ 1 h 13"/>
                    <a:gd name="T8" fmla="*/ 7 w 7"/>
                    <a:gd name="T9" fmla="*/ 6 h 13"/>
                    <a:gd name="T10" fmla="*/ 3 w 7"/>
                    <a:gd name="T11" fmla="*/ 13 h 13"/>
                    <a:gd name="T12" fmla="*/ 3 w 7"/>
                    <a:gd name="T13" fmla="*/ 13 h 13"/>
                    <a:gd name="T14" fmla="*/ 3 w 7"/>
                    <a:gd name="T15" fmla="*/ 13 h 13"/>
                    <a:gd name="T16" fmla="*/ 1 w 7"/>
                    <a:gd name="T17" fmla="*/ 13 h 13"/>
                    <a:gd name="T18" fmla="*/ 0 w 7"/>
                    <a:gd name="T19" fmla="*/ 9 h 13"/>
                    <a:gd name="T20" fmla="*/ 0 w 7"/>
                    <a:gd name="T21" fmla="*/ 9 h 13"/>
                    <a:gd name="T22" fmla="*/ 4 w 7"/>
                    <a:gd name="T23" fmla="*/ 0 h 13"/>
                    <a:gd name="T24" fmla="*/ 4 w 7"/>
                    <a:gd name="T25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" h="13">
                      <a:moveTo>
                        <a:pt x="4" y="0"/>
                      </a:moveTo>
                      <a:lnTo>
                        <a:pt x="4" y="0"/>
                      </a:lnTo>
                      <a:lnTo>
                        <a:pt x="7" y="0"/>
                      </a:lnTo>
                      <a:lnTo>
                        <a:pt x="7" y="1"/>
                      </a:lnTo>
                      <a:lnTo>
                        <a:pt x="7" y="6"/>
                      </a:lnTo>
                      <a:lnTo>
                        <a:pt x="3" y="13"/>
                      </a:lnTo>
                      <a:lnTo>
                        <a:pt x="3" y="13"/>
                      </a:lnTo>
                      <a:lnTo>
                        <a:pt x="3" y="13"/>
                      </a:lnTo>
                      <a:lnTo>
                        <a:pt x="1" y="13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55" name="Freeform 1737">
                  <a:extLst>
                    <a:ext uri="{FF2B5EF4-FFF2-40B4-BE49-F238E27FC236}">
                      <a16:creationId xmlns:a16="http://schemas.microsoft.com/office/drawing/2014/main" id="{A0651A13-7774-1F9A-5DE4-5B6423D998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96628" y="4840091"/>
                  <a:ext cx="12350" cy="18526"/>
                </a:xfrm>
                <a:custGeom>
                  <a:avLst/>
                  <a:gdLst>
                    <a:gd name="T0" fmla="*/ 0 w 6"/>
                    <a:gd name="T1" fmla="*/ 0 h 9"/>
                    <a:gd name="T2" fmla="*/ 1 w 6"/>
                    <a:gd name="T3" fmla="*/ 2 h 9"/>
                    <a:gd name="T4" fmla="*/ 4 w 6"/>
                    <a:gd name="T5" fmla="*/ 5 h 9"/>
                    <a:gd name="T6" fmla="*/ 6 w 6"/>
                    <a:gd name="T7" fmla="*/ 8 h 9"/>
                    <a:gd name="T8" fmla="*/ 6 w 6"/>
                    <a:gd name="T9" fmla="*/ 9 h 9"/>
                    <a:gd name="T10" fmla="*/ 4 w 6"/>
                    <a:gd name="T11" fmla="*/ 9 h 9"/>
                    <a:gd name="T12" fmla="*/ 4 w 6"/>
                    <a:gd name="T13" fmla="*/ 9 h 9"/>
                    <a:gd name="T14" fmla="*/ 0 w 6"/>
                    <a:gd name="T15" fmla="*/ 5 h 9"/>
                    <a:gd name="T16" fmla="*/ 0 w 6"/>
                    <a:gd name="T17" fmla="*/ 5 h 9"/>
                    <a:gd name="T18" fmla="*/ 0 w 6"/>
                    <a:gd name="T19" fmla="*/ 2 h 9"/>
                    <a:gd name="T20" fmla="*/ 0 w 6"/>
                    <a:gd name="T21" fmla="*/ 0 h 9"/>
                    <a:gd name="T22" fmla="*/ 0 w 6"/>
                    <a:gd name="T23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6" h="9">
                      <a:moveTo>
                        <a:pt x="0" y="0"/>
                      </a:moveTo>
                      <a:lnTo>
                        <a:pt x="1" y="2"/>
                      </a:lnTo>
                      <a:lnTo>
                        <a:pt x="4" y="5"/>
                      </a:lnTo>
                      <a:lnTo>
                        <a:pt x="6" y="8"/>
                      </a:lnTo>
                      <a:lnTo>
                        <a:pt x="6" y="9"/>
                      </a:lnTo>
                      <a:lnTo>
                        <a:pt x="4" y="9"/>
                      </a:lnTo>
                      <a:lnTo>
                        <a:pt x="4" y="9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56" name="Freeform 1739">
                  <a:extLst>
                    <a:ext uri="{FF2B5EF4-FFF2-40B4-BE49-F238E27FC236}">
                      <a16:creationId xmlns:a16="http://schemas.microsoft.com/office/drawing/2014/main" id="{06212EF4-01A1-B468-62D9-8A402AB686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96628" y="4825682"/>
                  <a:ext cx="12350" cy="26759"/>
                </a:xfrm>
                <a:custGeom>
                  <a:avLst/>
                  <a:gdLst>
                    <a:gd name="T0" fmla="*/ 3 w 6"/>
                    <a:gd name="T1" fmla="*/ 0 h 13"/>
                    <a:gd name="T2" fmla="*/ 4 w 6"/>
                    <a:gd name="T3" fmla="*/ 0 h 13"/>
                    <a:gd name="T4" fmla="*/ 6 w 6"/>
                    <a:gd name="T5" fmla="*/ 1 h 13"/>
                    <a:gd name="T6" fmla="*/ 6 w 6"/>
                    <a:gd name="T7" fmla="*/ 1 h 13"/>
                    <a:gd name="T8" fmla="*/ 6 w 6"/>
                    <a:gd name="T9" fmla="*/ 13 h 13"/>
                    <a:gd name="T10" fmla="*/ 6 w 6"/>
                    <a:gd name="T11" fmla="*/ 13 h 13"/>
                    <a:gd name="T12" fmla="*/ 6 w 6"/>
                    <a:gd name="T13" fmla="*/ 13 h 13"/>
                    <a:gd name="T14" fmla="*/ 6 w 6"/>
                    <a:gd name="T15" fmla="*/ 13 h 13"/>
                    <a:gd name="T16" fmla="*/ 1 w 6"/>
                    <a:gd name="T17" fmla="*/ 12 h 13"/>
                    <a:gd name="T18" fmla="*/ 1 w 6"/>
                    <a:gd name="T19" fmla="*/ 12 h 13"/>
                    <a:gd name="T20" fmla="*/ 1 w 6"/>
                    <a:gd name="T21" fmla="*/ 6 h 13"/>
                    <a:gd name="T22" fmla="*/ 0 w 6"/>
                    <a:gd name="T23" fmla="*/ 6 h 13"/>
                    <a:gd name="T24" fmla="*/ 0 w 6"/>
                    <a:gd name="T25" fmla="*/ 6 h 13"/>
                    <a:gd name="T26" fmla="*/ 0 w 6"/>
                    <a:gd name="T27" fmla="*/ 4 h 13"/>
                    <a:gd name="T28" fmla="*/ 3 w 6"/>
                    <a:gd name="T29" fmla="*/ 0 h 13"/>
                    <a:gd name="T30" fmla="*/ 3 w 6"/>
                    <a:gd name="T31" fmla="*/ 0 h 13"/>
                    <a:gd name="T32" fmla="*/ 3 w 6"/>
                    <a:gd name="T33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" h="13">
                      <a:moveTo>
                        <a:pt x="3" y="0"/>
                      </a:moveTo>
                      <a:lnTo>
                        <a:pt x="4" y="0"/>
                      </a:lnTo>
                      <a:lnTo>
                        <a:pt x="6" y="1"/>
                      </a:lnTo>
                      <a:lnTo>
                        <a:pt x="6" y="1"/>
                      </a:lnTo>
                      <a:lnTo>
                        <a:pt x="6" y="13"/>
                      </a:lnTo>
                      <a:lnTo>
                        <a:pt x="6" y="13"/>
                      </a:lnTo>
                      <a:lnTo>
                        <a:pt x="6" y="13"/>
                      </a:lnTo>
                      <a:lnTo>
                        <a:pt x="6" y="13"/>
                      </a:lnTo>
                      <a:lnTo>
                        <a:pt x="1" y="12"/>
                      </a:lnTo>
                      <a:lnTo>
                        <a:pt x="1" y="12"/>
                      </a:lnTo>
                      <a:lnTo>
                        <a:pt x="1" y="6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57" name="Freeform 1741">
                  <a:extLst>
                    <a:ext uri="{FF2B5EF4-FFF2-40B4-BE49-F238E27FC236}">
                      <a16:creationId xmlns:a16="http://schemas.microsoft.com/office/drawing/2014/main" id="{15E15FA6-0655-DC4C-8DF0-0C7AC11ACE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63693" y="4821565"/>
                  <a:ext cx="8234" cy="18526"/>
                </a:xfrm>
                <a:custGeom>
                  <a:avLst/>
                  <a:gdLst>
                    <a:gd name="T0" fmla="*/ 4 w 4"/>
                    <a:gd name="T1" fmla="*/ 0 h 9"/>
                    <a:gd name="T2" fmla="*/ 4 w 4"/>
                    <a:gd name="T3" fmla="*/ 0 h 9"/>
                    <a:gd name="T4" fmla="*/ 4 w 4"/>
                    <a:gd name="T5" fmla="*/ 2 h 9"/>
                    <a:gd name="T6" fmla="*/ 1 w 4"/>
                    <a:gd name="T7" fmla="*/ 8 h 9"/>
                    <a:gd name="T8" fmla="*/ 1 w 4"/>
                    <a:gd name="T9" fmla="*/ 9 h 9"/>
                    <a:gd name="T10" fmla="*/ 0 w 4"/>
                    <a:gd name="T11" fmla="*/ 9 h 9"/>
                    <a:gd name="T12" fmla="*/ 0 w 4"/>
                    <a:gd name="T13" fmla="*/ 8 h 9"/>
                    <a:gd name="T14" fmla="*/ 0 w 4"/>
                    <a:gd name="T15" fmla="*/ 2 h 9"/>
                    <a:gd name="T16" fmla="*/ 1 w 4"/>
                    <a:gd name="T17" fmla="*/ 2 h 9"/>
                    <a:gd name="T18" fmla="*/ 4 w 4"/>
                    <a:gd name="T19" fmla="*/ 0 h 9"/>
                    <a:gd name="T20" fmla="*/ 4 w 4"/>
                    <a:gd name="T21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" h="9">
                      <a:moveTo>
                        <a:pt x="4" y="0"/>
                      </a:move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1" y="8"/>
                      </a:lnTo>
                      <a:lnTo>
                        <a:pt x="1" y="9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58" name="Freeform 1743">
                  <a:extLst>
                    <a:ext uri="{FF2B5EF4-FFF2-40B4-BE49-F238E27FC236}">
                      <a16:creationId xmlns:a16="http://schemas.microsoft.com/office/drawing/2014/main" id="{EA3EE15F-86E2-5164-9A51-3D66FE4FCF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25781" y="4755697"/>
                  <a:ext cx="82335" cy="28817"/>
                </a:xfrm>
                <a:custGeom>
                  <a:avLst/>
                  <a:gdLst>
                    <a:gd name="T0" fmla="*/ 22 w 40"/>
                    <a:gd name="T1" fmla="*/ 0 h 14"/>
                    <a:gd name="T2" fmla="*/ 34 w 40"/>
                    <a:gd name="T3" fmla="*/ 3 h 14"/>
                    <a:gd name="T4" fmla="*/ 35 w 40"/>
                    <a:gd name="T5" fmla="*/ 3 h 14"/>
                    <a:gd name="T6" fmla="*/ 40 w 40"/>
                    <a:gd name="T7" fmla="*/ 11 h 14"/>
                    <a:gd name="T8" fmla="*/ 40 w 40"/>
                    <a:gd name="T9" fmla="*/ 13 h 14"/>
                    <a:gd name="T10" fmla="*/ 38 w 40"/>
                    <a:gd name="T11" fmla="*/ 14 h 14"/>
                    <a:gd name="T12" fmla="*/ 38 w 40"/>
                    <a:gd name="T13" fmla="*/ 14 h 14"/>
                    <a:gd name="T14" fmla="*/ 38 w 40"/>
                    <a:gd name="T15" fmla="*/ 14 h 14"/>
                    <a:gd name="T16" fmla="*/ 38 w 40"/>
                    <a:gd name="T17" fmla="*/ 14 h 14"/>
                    <a:gd name="T18" fmla="*/ 24 w 40"/>
                    <a:gd name="T19" fmla="*/ 9 h 14"/>
                    <a:gd name="T20" fmla="*/ 18 w 40"/>
                    <a:gd name="T21" fmla="*/ 10 h 14"/>
                    <a:gd name="T22" fmla="*/ 18 w 40"/>
                    <a:gd name="T23" fmla="*/ 10 h 14"/>
                    <a:gd name="T24" fmla="*/ 18 w 40"/>
                    <a:gd name="T25" fmla="*/ 10 h 14"/>
                    <a:gd name="T26" fmla="*/ 13 w 40"/>
                    <a:gd name="T27" fmla="*/ 7 h 14"/>
                    <a:gd name="T28" fmla="*/ 9 w 40"/>
                    <a:gd name="T29" fmla="*/ 10 h 14"/>
                    <a:gd name="T30" fmla="*/ 9 w 40"/>
                    <a:gd name="T31" fmla="*/ 10 h 14"/>
                    <a:gd name="T32" fmla="*/ 7 w 40"/>
                    <a:gd name="T33" fmla="*/ 10 h 14"/>
                    <a:gd name="T34" fmla="*/ 4 w 40"/>
                    <a:gd name="T35" fmla="*/ 7 h 14"/>
                    <a:gd name="T36" fmla="*/ 1 w 40"/>
                    <a:gd name="T37" fmla="*/ 10 h 14"/>
                    <a:gd name="T38" fmla="*/ 1 w 40"/>
                    <a:gd name="T39" fmla="*/ 10 h 14"/>
                    <a:gd name="T40" fmla="*/ 1 w 40"/>
                    <a:gd name="T41" fmla="*/ 10 h 14"/>
                    <a:gd name="T42" fmla="*/ 0 w 40"/>
                    <a:gd name="T43" fmla="*/ 10 h 14"/>
                    <a:gd name="T44" fmla="*/ 0 w 40"/>
                    <a:gd name="T45" fmla="*/ 6 h 14"/>
                    <a:gd name="T46" fmla="*/ 0 w 40"/>
                    <a:gd name="T47" fmla="*/ 6 h 14"/>
                    <a:gd name="T48" fmla="*/ 4 w 40"/>
                    <a:gd name="T49" fmla="*/ 1 h 14"/>
                    <a:gd name="T50" fmla="*/ 4 w 40"/>
                    <a:gd name="T51" fmla="*/ 0 h 14"/>
                    <a:gd name="T52" fmla="*/ 22 w 40"/>
                    <a:gd name="T53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0" h="14">
                      <a:moveTo>
                        <a:pt x="22" y="0"/>
                      </a:moveTo>
                      <a:lnTo>
                        <a:pt x="34" y="3"/>
                      </a:lnTo>
                      <a:lnTo>
                        <a:pt x="35" y="3"/>
                      </a:lnTo>
                      <a:lnTo>
                        <a:pt x="40" y="11"/>
                      </a:lnTo>
                      <a:lnTo>
                        <a:pt x="40" y="13"/>
                      </a:lnTo>
                      <a:lnTo>
                        <a:pt x="38" y="14"/>
                      </a:lnTo>
                      <a:lnTo>
                        <a:pt x="38" y="14"/>
                      </a:lnTo>
                      <a:lnTo>
                        <a:pt x="38" y="14"/>
                      </a:lnTo>
                      <a:lnTo>
                        <a:pt x="38" y="14"/>
                      </a:lnTo>
                      <a:lnTo>
                        <a:pt x="24" y="9"/>
                      </a:lnTo>
                      <a:lnTo>
                        <a:pt x="18" y="10"/>
                      </a:lnTo>
                      <a:lnTo>
                        <a:pt x="18" y="10"/>
                      </a:lnTo>
                      <a:lnTo>
                        <a:pt x="18" y="10"/>
                      </a:lnTo>
                      <a:lnTo>
                        <a:pt x="13" y="7"/>
                      </a:lnTo>
                      <a:lnTo>
                        <a:pt x="9" y="10"/>
                      </a:lnTo>
                      <a:lnTo>
                        <a:pt x="9" y="10"/>
                      </a:lnTo>
                      <a:lnTo>
                        <a:pt x="7" y="10"/>
                      </a:lnTo>
                      <a:lnTo>
                        <a:pt x="4" y="7"/>
                      </a:lnTo>
                      <a:lnTo>
                        <a:pt x="1" y="10"/>
                      </a:lnTo>
                      <a:lnTo>
                        <a:pt x="1" y="10"/>
                      </a:lnTo>
                      <a:lnTo>
                        <a:pt x="1" y="10"/>
                      </a:lnTo>
                      <a:lnTo>
                        <a:pt x="0" y="1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"/>
                      </a:lnTo>
                      <a:lnTo>
                        <a:pt x="4" y="0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59" name="Freeform 1745">
                  <a:extLst>
                    <a:ext uri="{FF2B5EF4-FFF2-40B4-BE49-F238E27FC236}">
                      <a16:creationId xmlns:a16="http://schemas.microsoft.com/office/drawing/2014/main" id="{20891403-BF43-D4A4-255C-447FF7253F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75182" y="4724821"/>
                  <a:ext cx="16467" cy="14408"/>
                </a:xfrm>
                <a:custGeom>
                  <a:avLst/>
                  <a:gdLst>
                    <a:gd name="T0" fmla="*/ 7 w 8"/>
                    <a:gd name="T1" fmla="*/ 0 h 7"/>
                    <a:gd name="T2" fmla="*/ 8 w 8"/>
                    <a:gd name="T3" fmla="*/ 1 h 7"/>
                    <a:gd name="T4" fmla="*/ 8 w 8"/>
                    <a:gd name="T5" fmla="*/ 1 h 7"/>
                    <a:gd name="T6" fmla="*/ 8 w 8"/>
                    <a:gd name="T7" fmla="*/ 4 h 7"/>
                    <a:gd name="T8" fmla="*/ 8 w 8"/>
                    <a:gd name="T9" fmla="*/ 6 h 7"/>
                    <a:gd name="T10" fmla="*/ 4 w 8"/>
                    <a:gd name="T11" fmla="*/ 7 h 7"/>
                    <a:gd name="T12" fmla="*/ 4 w 8"/>
                    <a:gd name="T13" fmla="*/ 7 h 7"/>
                    <a:gd name="T14" fmla="*/ 4 w 8"/>
                    <a:gd name="T15" fmla="*/ 6 h 7"/>
                    <a:gd name="T16" fmla="*/ 1 w 8"/>
                    <a:gd name="T17" fmla="*/ 3 h 7"/>
                    <a:gd name="T18" fmla="*/ 0 w 8"/>
                    <a:gd name="T19" fmla="*/ 3 h 7"/>
                    <a:gd name="T20" fmla="*/ 1 w 8"/>
                    <a:gd name="T21" fmla="*/ 1 h 7"/>
                    <a:gd name="T22" fmla="*/ 1 w 8"/>
                    <a:gd name="T23" fmla="*/ 1 h 7"/>
                    <a:gd name="T24" fmla="*/ 3 w 8"/>
                    <a:gd name="T25" fmla="*/ 1 h 7"/>
                    <a:gd name="T26" fmla="*/ 5 w 8"/>
                    <a:gd name="T27" fmla="*/ 1 h 7"/>
                    <a:gd name="T28" fmla="*/ 7 w 8"/>
                    <a:gd name="T29" fmla="*/ 1 h 7"/>
                    <a:gd name="T30" fmla="*/ 7 w 8"/>
                    <a:gd name="T31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8" h="7">
                      <a:moveTo>
                        <a:pt x="7" y="0"/>
                      </a:move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8" y="4"/>
                      </a:lnTo>
                      <a:lnTo>
                        <a:pt x="8" y="6"/>
                      </a:lnTo>
                      <a:lnTo>
                        <a:pt x="4" y="7"/>
                      </a:lnTo>
                      <a:lnTo>
                        <a:pt x="4" y="7"/>
                      </a:lnTo>
                      <a:lnTo>
                        <a:pt x="4" y="6"/>
                      </a:lnTo>
                      <a:lnTo>
                        <a:pt x="1" y="3"/>
                      </a:lnTo>
                      <a:lnTo>
                        <a:pt x="0" y="3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3" y="1"/>
                      </a:lnTo>
                      <a:lnTo>
                        <a:pt x="5" y="1"/>
                      </a:lnTo>
                      <a:lnTo>
                        <a:pt x="7" y="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60" name="Freeform 1747">
                  <a:extLst>
                    <a:ext uri="{FF2B5EF4-FFF2-40B4-BE49-F238E27FC236}">
                      <a16:creationId xmlns:a16="http://schemas.microsoft.com/office/drawing/2014/main" id="{0D797043-20AA-1ABF-D475-F41B87D17F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01941" y="4706295"/>
                  <a:ext cx="8234" cy="8234"/>
                </a:xfrm>
                <a:custGeom>
                  <a:avLst/>
                  <a:gdLst>
                    <a:gd name="T0" fmla="*/ 4 w 4"/>
                    <a:gd name="T1" fmla="*/ 0 h 4"/>
                    <a:gd name="T2" fmla="*/ 4 w 4"/>
                    <a:gd name="T3" fmla="*/ 0 h 4"/>
                    <a:gd name="T4" fmla="*/ 4 w 4"/>
                    <a:gd name="T5" fmla="*/ 0 h 4"/>
                    <a:gd name="T6" fmla="*/ 4 w 4"/>
                    <a:gd name="T7" fmla="*/ 4 h 4"/>
                    <a:gd name="T8" fmla="*/ 4 w 4"/>
                    <a:gd name="T9" fmla="*/ 4 h 4"/>
                    <a:gd name="T10" fmla="*/ 4 w 4"/>
                    <a:gd name="T11" fmla="*/ 4 h 4"/>
                    <a:gd name="T12" fmla="*/ 4 w 4"/>
                    <a:gd name="T13" fmla="*/ 4 h 4"/>
                    <a:gd name="T14" fmla="*/ 1 w 4"/>
                    <a:gd name="T15" fmla="*/ 4 h 4"/>
                    <a:gd name="T16" fmla="*/ 0 w 4"/>
                    <a:gd name="T17" fmla="*/ 4 h 4"/>
                    <a:gd name="T18" fmla="*/ 0 w 4"/>
                    <a:gd name="T19" fmla="*/ 1 h 4"/>
                    <a:gd name="T20" fmla="*/ 0 w 4"/>
                    <a:gd name="T21" fmla="*/ 1 h 4"/>
                    <a:gd name="T22" fmla="*/ 0 w 4"/>
                    <a:gd name="T23" fmla="*/ 0 h 4"/>
                    <a:gd name="T24" fmla="*/ 0 w 4"/>
                    <a:gd name="T25" fmla="*/ 0 h 4"/>
                    <a:gd name="T26" fmla="*/ 1 w 4"/>
                    <a:gd name="T27" fmla="*/ 0 h 4"/>
                    <a:gd name="T28" fmla="*/ 3 w 4"/>
                    <a:gd name="T29" fmla="*/ 0 h 4"/>
                    <a:gd name="T30" fmla="*/ 4 w 4"/>
                    <a:gd name="T3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4" h="4">
                      <a:moveTo>
                        <a:pt x="4" y="0"/>
                      </a:move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1" y="4"/>
                      </a:lnTo>
                      <a:lnTo>
                        <a:pt x="0" y="4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61" name="Freeform 1755">
                  <a:extLst>
                    <a:ext uri="{FF2B5EF4-FFF2-40B4-BE49-F238E27FC236}">
                      <a16:creationId xmlns:a16="http://schemas.microsoft.com/office/drawing/2014/main" id="{0A28CDC2-600F-1EBD-B859-096B74EB71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27839" y="4774222"/>
                  <a:ext cx="10292" cy="10292"/>
                </a:xfrm>
                <a:custGeom>
                  <a:avLst/>
                  <a:gdLst>
                    <a:gd name="T0" fmla="*/ 5 w 5"/>
                    <a:gd name="T1" fmla="*/ 0 h 5"/>
                    <a:gd name="T2" fmla="*/ 5 w 5"/>
                    <a:gd name="T3" fmla="*/ 0 h 5"/>
                    <a:gd name="T4" fmla="*/ 5 w 5"/>
                    <a:gd name="T5" fmla="*/ 1 h 5"/>
                    <a:gd name="T6" fmla="*/ 2 w 5"/>
                    <a:gd name="T7" fmla="*/ 5 h 5"/>
                    <a:gd name="T8" fmla="*/ 2 w 5"/>
                    <a:gd name="T9" fmla="*/ 5 h 5"/>
                    <a:gd name="T10" fmla="*/ 2 w 5"/>
                    <a:gd name="T11" fmla="*/ 5 h 5"/>
                    <a:gd name="T12" fmla="*/ 0 w 5"/>
                    <a:gd name="T13" fmla="*/ 4 h 5"/>
                    <a:gd name="T14" fmla="*/ 0 w 5"/>
                    <a:gd name="T15" fmla="*/ 2 h 5"/>
                    <a:gd name="T16" fmla="*/ 2 w 5"/>
                    <a:gd name="T17" fmla="*/ 1 h 5"/>
                    <a:gd name="T18" fmla="*/ 5 w 5"/>
                    <a:gd name="T19" fmla="*/ 0 h 5"/>
                    <a:gd name="T20" fmla="*/ 5 w 5"/>
                    <a:gd name="T2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" h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5" y="1"/>
                      </a:lnTo>
                      <a:lnTo>
                        <a:pt x="2" y="5"/>
                      </a:lnTo>
                      <a:lnTo>
                        <a:pt x="2" y="5"/>
                      </a:lnTo>
                      <a:lnTo>
                        <a:pt x="2" y="5"/>
                      </a:ln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2" y="1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62" name="Freeform 1756">
                  <a:extLst>
                    <a:ext uri="{FF2B5EF4-FFF2-40B4-BE49-F238E27FC236}">
                      <a16:creationId xmlns:a16="http://schemas.microsoft.com/office/drawing/2014/main" id="{139846A9-0E19-C823-3EF7-CE5F4FA923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227839" y="4774222"/>
                  <a:ext cx="12350" cy="10292"/>
                </a:xfrm>
                <a:custGeom>
                  <a:avLst/>
                  <a:gdLst>
                    <a:gd name="T0" fmla="*/ 5 w 6"/>
                    <a:gd name="T1" fmla="*/ 1 h 5"/>
                    <a:gd name="T2" fmla="*/ 2 w 6"/>
                    <a:gd name="T3" fmla="*/ 2 h 5"/>
                    <a:gd name="T4" fmla="*/ 2 w 6"/>
                    <a:gd name="T5" fmla="*/ 4 h 5"/>
                    <a:gd name="T6" fmla="*/ 5 w 6"/>
                    <a:gd name="T7" fmla="*/ 1 h 5"/>
                    <a:gd name="T8" fmla="*/ 5 w 6"/>
                    <a:gd name="T9" fmla="*/ 0 h 5"/>
                    <a:gd name="T10" fmla="*/ 6 w 6"/>
                    <a:gd name="T11" fmla="*/ 0 h 5"/>
                    <a:gd name="T12" fmla="*/ 6 w 6"/>
                    <a:gd name="T13" fmla="*/ 1 h 5"/>
                    <a:gd name="T14" fmla="*/ 6 w 6"/>
                    <a:gd name="T15" fmla="*/ 1 h 5"/>
                    <a:gd name="T16" fmla="*/ 3 w 6"/>
                    <a:gd name="T17" fmla="*/ 5 h 5"/>
                    <a:gd name="T18" fmla="*/ 2 w 6"/>
                    <a:gd name="T19" fmla="*/ 5 h 5"/>
                    <a:gd name="T20" fmla="*/ 0 w 6"/>
                    <a:gd name="T21" fmla="*/ 5 h 5"/>
                    <a:gd name="T22" fmla="*/ 0 w 6"/>
                    <a:gd name="T23" fmla="*/ 5 h 5"/>
                    <a:gd name="T24" fmla="*/ 0 w 6"/>
                    <a:gd name="T25" fmla="*/ 4 h 5"/>
                    <a:gd name="T26" fmla="*/ 0 w 6"/>
                    <a:gd name="T27" fmla="*/ 2 h 5"/>
                    <a:gd name="T28" fmla="*/ 0 w 6"/>
                    <a:gd name="T29" fmla="*/ 1 h 5"/>
                    <a:gd name="T30" fmla="*/ 0 w 6"/>
                    <a:gd name="T31" fmla="*/ 1 h 5"/>
                    <a:gd name="T32" fmla="*/ 5 w 6"/>
                    <a:gd name="T33" fmla="*/ 0 h 5"/>
                    <a:gd name="T34" fmla="*/ 5 w 6"/>
                    <a:gd name="T3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6" h="5">
                      <a:moveTo>
                        <a:pt x="5" y="1"/>
                      </a:moveTo>
                      <a:lnTo>
                        <a:pt x="2" y="2"/>
                      </a:lnTo>
                      <a:lnTo>
                        <a:pt x="2" y="4"/>
                      </a:lnTo>
                      <a:lnTo>
                        <a:pt x="5" y="1"/>
                      </a:lnTo>
                      <a:close/>
                      <a:moveTo>
                        <a:pt x="5" y="0"/>
                      </a:moveTo>
                      <a:lnTo>
                        <a:pt x="6" y="0"/>
                      </a:lnTo>
                      <a:lnTo>
                        <a:pt x="6" y="1"/>
                      </a:lnTo>
                      <a:lnTo>
                        <a:pt x="6" y="1"/>
                      </a:lnTo>
                      <a:lnTo>
                        <a:pt x="3" y="5"/>
                      </a:lnTo>
                      <a:lnTo>
                        <a:pt x="2" y="5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63" name="Freeform 1757">
                  <a:extLst>
                    <a:ext uri="{FF2B5EF4-FFF2-40B4-BE49-F238E27FC236}">
                      <a16:creationId xmlns:a16="http://schemas.microsoft.com/office/drawing/2014/main" id="{0161053C-49BC-74A7-CC53-FE3708BA27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08789" y="4768047"/>
                  <a:ext cx="12350" cy="22642"/>
                </a:xfrm>
                <a:custGeom>
                  <a:avLst/>
                  <a:gdLst>
                    <a:gd name="T0" fmla="*/ 3 w 6"/>
                    <a:gd name="T1" fmla="*/ 0 h 11"/>
                    <a:gd name="T2" fmla="*/ 3 w 6"/>
                    <a:gd name="T3" fmla="*/ 0 h 11"/>
                    <a:gd name="T4" fmla="*/ 4 w 6"/>
                    <a:gd name="T5" fmla="*/ 1 h 11"/>
                    <a:gd name="T6" fmla="*/ 6 w 6"/>
                    <a:gd name="T7" fmla="*/ 8 h 11"/>
                    <a:gd name="T8" fmla="*/ 6 w 6"/>
                    <a:gd name="T9" fmla="*/ 8 h 11"/>
                    <a:gd name="T10" fmla="*/ 3 w 6"/>
                    <a:gd name="T11" fmla="*/ 11 h 11"/>
                    <a:gd name="T12" fmla="*/ 3 w 6"/>
                    <a:gd name="T13" fmla="*/ 11 h 11"/>
                    <a:gd name="T14" fmla="*/ 3 w 6"/>
                    <a:gd name="T15" fmla="*/ 11 h 11"/>
                    <a:gd name="T16" fmla="*/ 1 w 6"/>
                    <a:gd name="T17" fmla="*/ 11 h 11"/>
                    <a:gd name="T18" fmla="*/ 0 w 6"/>
                    <a:gd name="T19" fmla="*/ 4 h 11"/>
                    <a:gd name="T20" fmla="*/ 0 w 6"/>
                    <a:gd name="T21" fmla="*/ 4 h 11"/>
                    <a:gd name="T22" fmla="*/ 3 w 6"/>
                    <a:gd name="T23" fmla="*/ 1 h 11"/>
                    <a:gd name="T24" fmla="*/ 3 w 6"/>
                    <a:gd name="T25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" h="11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4" y="1"/>
                      </a:lnTo>
                      <a:lnTo>
                        <a:pt x="6" y="8"/>
                      </a:lnTo>
                      <a:lnTo>
                        <a:pt x="6" y="8"/>
                      </a:lnTo>
                      <a:lnTo>
                        <a:pt x="3" y="11"/>
                      </a:lnTo>
                      <a:lnTo>
                        <a:pt x="3" y="11"/>
                      </a:lnTo>
                      <a:lnTo>
                        <a:pt x="3" y="11"/>
                      </a:lnTo>
                      <a:lnTo>
                        <a:pt x="1" y="11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3" y="1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64" name="Freeform 1759">
                  <a:extLst>
                    <a:ext uri="{FF2B5EF4-FFF2-40B4-BE49-F238E27FC236}">
                      <a16:creationId xmlns:a16="http://schemas.microsoft.com/office/drawing/2014/main" id="{5AD2EEDA-F0A2-E1B9-0D36-5D1CEB94B9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15301" y="4562208"/>
                  <a:ext cx="271707" cy="228481"/>
                </a:xfrm>
                <a:custGeom>
                  <a:avLst/>
                  <a:gdLst>
                    <a:gd name="T0" fmla="*/ 114 w 132"/>
                    <a:gd name="T1" fmla="*/ 3 h 111"/>
                    <a:gd name="T2" fmla="*/ 114 w 132"/>
                    <a:gd name="T3" fmla="*/ 5 h 111"/>
                    <a:gd name="T4" fmla="*/ 117 w 132"/>
                    <a:gd name="T5" fmla="*/ 9 h 111"/>
                    <a:gd name="T6" fmla="*/ 117 w 132"/>
                    <a:gd name="T7" fmla="*/ 11 h 111"/>
                    <a:gd name="T8" fmla="*/ 120 w 132"/>
                    <a:gd name="T9" fmla="*/ 27 h 111"/>
                    <a:gd name="T10" fmla="*/ 119 w 132"/>
                    <a:gd name="T11" fmla="*/ 33 h 111"/>
                    <a:gd name="T12" fmla="*/ 132 w 132"/>
                    <a:gd name="T13" fmla="*/ 46 h 111"/>
                    <a:gd name="T14" fmla="*/ 131 w 132"/>
                    <a:gd name="T15" fmla="*/ 48 h 111"/>
                    <a:gd name="T16" fmla="*/ 126 w 132"/>
                    <a:gd name="T17" fmla="*/ 48 h 111"/>
                    <a:gd name="T18" fmla="*/ 125 w 132"/>
                    <a:gd name="T19" fmla="*/ 48 h 111"/>
                    <a:gd name="T20" fmla="*/ 120 w 132"/>
                    <a:gd name="T21" fmla="*/ 48 h 111"/>
                    <a:gd name="T22" fmla="*/ 114 w 132"/>
                    <a:gd name="T23" fmla="*/ 54 h 111"/>
                    <a:gd name="T24" fmla="*/ 108 w 132"/>
                    <a:gd name="T25" fmla="*/ 73 h 111"/>
                    <a:gd name="T26" fmla="*/ 103 w 132"/>
                    <a:gd name="T27" fmla="*/ 86 h 111"/>
                    <a:gd name="T28" fmla="*/ 94 w 132"/>
                    <a:gd name="T29" fmla="*/ 104 h 111"/>
                    <a:gd name="T30" fmla="*/ 79 w 132"/>
                    <a:gd name="T31" fmla="*/ 111 h 111"/>
                    <a:gd name="T32" fmla="*/ 76 w 132"/>
                    <a:gd name="T33" fmla="*/ 111 h 111"/>
                    <a:gd name="T34" fmla="*/ 71 w 132"/>
                    <a:gd name="T35" fmla="*/ 103 h 111"/>
                    <a:gd name="T36" fmla="*/ 68 w 132"/>
                    <a:gd name="T37" fmla="*/ 103 h 111"/>
                    <a:gd name="T38" fmla="*/ 64 w 132"/>
                    <a:gd name="T39" fmla="*/ 104 h 111"/>
                    <a:gd name="T40" fmla="*/ 63 w 132"/>
                    <a:gd name="T41" fmla="*/ 103 h 111"/>
                    <a:gd name="T42" fmla="*/ 55 w 132"/>
                    <a:gd name="T43" fmla="*/ 98 h 111"/>
                    <a:gd name="T44" fmla="*/ 40 w 132"/>
                    <a:gd name="T45" fmla="*/ 104 h 111"/>
                    <a:gd name="T46" fmla="*/ 39 w 132"/>
                    <a:gd name="T47" fmla="*/ 104 h 111"/>
                    <a:gd name="T48" fmla="*/ 30 w 132"/>
                    <a:gd name="T49" fmla="*/ 98 h 111"/>
                    <a:gd name="T50" fmla="*/ 18 w 132"/>
                    <a:gd name="T51" fmla="*/ 97 h 111"/>
                    <a:gd name="T52" fmla="*/ 11 w 132"/>
                    <a:gd name="T53" fmla="*/ 67 h 111"/>
                    <a:gd name="T54" fmla="*/ 5 w 132"/>
                    <a:gd name="T55" fmla="*/ 64 h 111"/>
                    <a:gd name="T56" fmla="*/ 3 w 132"/>
                    <a:gd name="T57" fmla="*/ 37 h 111"/>
                    <a:gd name="T58" fmla="*/ 9 w 132"/>
                    <a:gd name="T59" fmla="*/ 30 h 111"/>
                    <a:gd name="T60" fmla="*/ 11 w 132"/>
                    <a:gd name="T61" fmla="*/ 30 h 111"/>
                    <a:gd name="T62" fmla="*/ 17 w 132"/>
                    <a:gd name="T63" fmla="*/ 42 h 111"/>
                    <a:gd name="T64" fmla="*/ 36 w 132"/>
                    <a:gd name="T65" fmla="*/ 45 h 111"/>
                    <a:gd name="T66" fmla="*/ 52 w 132"/>
                    <a:gd name="T67" fmla="*/ 37 h 111"/>
                    <a:gd name="T68" fmla="*/ 70 w 132"/>
                    <a:gd name="T69" fmla="*/ 39 h 111"/>
                    <a:gd name="T70" fmla="*/ 76 w 132"/>
                    <a:gd name="T71" fmla="*/ 33 h 111"/>
                    <a:gd name="T72" fmla="*/ 91 w 132"/>
                    <a:gd name="T73" fmla="*/ 0 h 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32" h="111">
                      <a:moveTo>
                        <a:pt x="107" y="0"/>
                      </a:moveTo>
                      <a:lnTo>
                        <a:pt x="114" y="3"/>
                      </a:lnTo>
                      <a:lnTo>
                        <a:pt x="114" y="3"/>
                      </a:lnTo>
                      <a:lnTo>
                        <a:pt x="114" y="5"/>
                      </a:lnTo>
                      <a:lnTo>
                        <a:pt x="113" y="5"/>
                      </a:lnTo>
                      <a:lnTo>
                        <a:pt x="117" y="9"/>
                      </a:lnTo>
                      <a:lnTo>
                        <a:pt x="117" y="11"/>
                      </a:lnTo>
                      <a:lnTo>
                        <a:pt x="117" y="11"/>
                      </a:lnTo>
                      <a:lnTo>
                        <a:pt x="110" y="12"/>
                      </a:lnTo>
                      <a:lnTo>
                        <a:pt x="120" y="27"/>
                      </a:lnTo>
                      <a:lnTo>
                        <a:pt x="120" y="28"/>
                      </a:lnTo>
                      <a:lnTo>
                        <a:pt x="119" y="33"/>
                      </a:lnTo>
                      <a:lnTo>
                        <a:pt x="132" y="46"/>
                      </a:lnTo>
                      <a:lnTo>
                        <a:pt x="132" y="46"/>
                      </a:lnTo>
                      <a:lnTo>
                        <a:pt x="131" y="48"/>
                      </a:lnTo>
                      <a:lnTo>
                        <a:pt x="131" y="48"/>
                      </a:lnTo>
                      <a:lnTo>
                        <a:pt x="128" y="48"/>
                      </a:lnTo>
                      <a:lnTo>
                        <a:pt x="126" y="48"/>
                      </a:lnTo>
                      <a:lnTo>
                        <a:pt x="125" y="48"/>
                      </a:lnTo>
                      <a:lnTo>
                        <a:pt x="125" y="48"/>
                      </a:lnTo>
                      <a:lnTo>
                        <a:pt x="120" y="45"/>
                      </a:lnTo>
                      <a:lnTo>
                        <a:pt x="120" y="48"/>
                      </a:lnTo>
                      <a:lnTo>
                        <a:pt x="120" y="48"/>
                      </a:lnTo>
                      <a:lnTo>
                        <a:pt x="114" y="54"/>
                      </a:lnTo>
                      <a:lnTo>
                        <a:pt x="113" y="64"/>
                      </a:lnTo>
                      <a:lnTo>
                        <a:pt x="108" y="73"/>
                      </a:lnTo>
                      <a:lnTo>
                        <a:pt x="98" y="82"/>
                      </a:lnTo>
                      <a:lnTo>
                        <a:pt x="103" y="86"/>
                      </a:lnTo>
                      <a:lnTo>
                        <a:pt x="103" y="88"/>
                      </a:lnTo>
                      <a:lnTo>
                        <a:pt x="94" y="104"/>
                      </a:lnTo>
                      <a:lnTo>
                        <a:pt x="79" y="111"/>
                      </a:lnTo>
                      <a:lnTo>
                        <a:pt x="79" y="111"/>
                      </a:lnTo>
                      <a:lnTo>
                        <a:pt x="77" y="111"/>
                      </a:lnTo>
                      <a:lnTo>
                        <a:pt x="76" y="111"/>
                      </a:lnTo>
                      <a:lnTo>
                        <a:pt x="73" y="104"/>
                      </a:lnTo>
                      <a:lnTo>
                        <a:pt x="71" y="103"/>
                      </a:lnTo>
                      <a:lnTo>
                        <a:pt x="70" y="103"/>
                      </a:lnTo>
                      <a:lnTo>
                        <a:pt x="68" y="103"/>
                      </a:lnTo>
                      <a:lnTo>
                        <a:pt x="67" y="103"/>
                      </a:lnTo>
                      <a:lnTo>
                        <a:pt x="64" y="104"/>
                      </a:lnTo>
                      <a:lnTo>
                        <a:pt x="64" y="104"/>
                      </a:lnTo>
                      <a:lnTo>
                        <a:pt x="63" y="103"/>
                      </a:lnTo>
                      <a:lnTo>
                        <a:pt x="63" y="100"/>
                      </a:lnTo>
                      <a:lnTo>
                        <a:pt x="55" y="98"/>
                      </a:lnTo>
                      <a:lnTo>
                        <a:pt x="49" y="103"/>
                      </a:lnTo>
                      <a:lnTo>
                        <a:pt x="40" y="104"/>
                      </a:lnTo>
                      <a:lnTo>
                        <a:pt x="40" y="104"/>
                      </a:lnTo>
                      <a:lnTo>
                        <a:pt x="39" y="104"/>
                      </a:lnTo>
                      <a:lnTo>
                        <a:pt x="37" y="95"/>
                      </a:lnTo>
                      <a:lnTo>
                        <a:pt x="30" y="98"/>
                      </a:lnTo>
                      <a:lnTo>
                        <a:pt x="20" y="97"/>
                      </a:lnTo>
                      <a:lnTo>
                        <a:pt x="18" y="97"/>
                      </a:lnTo>
                      <a:lnTo>
                        <a:pt x="14" y="74"/>
                      </a:lnTo>
                      <a:lnTo>
                        <a:pt x="11" y="67"/>
                      </a:lnTo>
                      <a:lnTo>
                        <a:pt x="5" y="64"/>
                      </a:lnTo>
                      <a:lnTo>
                        <a:pt x="5" y="64"/>
                      </a:lnTo>
                      <a:lnTo>
                        <a:pt x="0" y="51"/>
                      </a:lnTo>
                      <a:lnTo>
                        <a:pt x="3" y="37"/>
                      </a:lnTo>
                      <a:lnTo>
                        <a:pt x="8" y="31"/>
                      </a:lnTo>
                      <a:lnTo>
                        <a:pt x="9" y="30"/>
                      </a:lnTo>
                      <a:lnTo>
                        <a:pt x="11" y="30"/>
                      </a:lnTo>
                      <a:lnTo>
                        <a:pt x="11" y="30"/>
                      </a:lnTo>
                      <a:lnTo>
                        <a:pt x="11" y="31"/>
                      </a:lnTo>
                      <a:lnTo>
                        <a:pt x="17" y="42"/>
                      </a:lnTo>
                      <a:lnTo>
                        <a:pt x="23" y="45"/>
                      </a:lnTo>
                      <a:lnTo>
                        <a:pt x="36" y="45"/>
                      </a:lnTo>
                      <a:lnTo>
                        <a:pt x="45" y="37"/>
                      </a:lnTo>
                      <a:lnTo>
                        <a:pt x="52" y="37"/>
                      </a:lnTo>
                      <a:lnTo>
                        <a:pt x="60" y="42"/>
                      </a:lnTo>
                      <a:lnTo>
                        <a:pt x="70" y="39"/>
                      </a:lnTo>
                      <a:lnTo>
                        <a:pt x="73" y="37"/>
                      </a:lnTo>
                      <a:lnTo>
                        <a:pt x="76" y="33"/>
                      </a:lnTo>
                      <a:lnTo>
                        <a:pt x="91" y="2"/>
                      </a:lnTo>
                      <a:lnTo>
                        <a:pt x="91" y="0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65" name="Freeform 1761">
                  <a:extLst>
                    <a:ext uri="{FF2B5EF4-FFF2-40B4-BE49-F238E27FC236}">
                      <a16:creationId xmlns:a16="http://schemas.microsoft.com/office/drawing/2014/main" id="{A001A7F4-6F30-0616-DB40-726833E716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618556" y="4838033"/>
                  <a:ext cx="249065" cy="82335"/>
                </a:xfrm>
                <a:custGeom>
                  <a:avLst/>
                  <a:gdLst>
                    <a:gd name="T0" fmla="*/ 13 w 121"/>
                    <a:gd name="T1" fmla="*/ 0 h 40"/>
                    <a:gd name="T2" fmla="*/ 13 w 121"/>
                    <a:gd name="T3" fmla="*/ 0 h 40"/>
                    <a:gd name="T4" fmla="*/ 22 w 121"/>
                    <a:gd name="T5" fmla="*/ 1 h 40"/>
                    <a:gd name="T6" fmla="*/ 28 w 121"/>
                    <a:gd name="T7" fmla="*/ 0 h 40"/>
                    <a:gd name="T8" fmla="*/ 28 w 121"/>
                    <a:gd name="T9" fmla="*/ 0 h 40"/>
                    <a:gd name="T10" fmla="*/ 28 w 121"/>
                    <a:gd name="T11" fmla="*/ 0 h 40"/>
                    <a:gd name="T12" fmla="*/ 30 w 121"/>
                    <a:gd name="T13" fmla="*/ 3 h 40"/>
                    <a:gd name="T14" fmla="*/ 40 w 121"/>
                    <a:gd name="T15" fmla="*/ 4 h 40"/>
                    <a:gd name="T16" fmla="*/ 49 w 121"/>
                    <a:gd name="T17" fmla="*/ 12 h 40"/>
                    <a:gd name="T18" fmla="*/ 67 w 121"/>
                    <a:gd name="T19" fmla="*/ 13 h 40"/>
                    <a:gd name="T20" fmla="*/ 71 w 121"/>
                    <a:gd name="T21" fmla="*/ 9 h 40"/>
                    <a:gd name="T22" fmla="*/ 74 w 121"/>
                    <a:gd name="T23" fmla="*/ 6 h 40"/>
                    <a:gd name="T24" fmla="*/ 74 w 121"/>
                    <a:gd name="T25" fmla="*/ 6 h 40"/>
                    <a:gd name="T26" fmla="*/ 75 w 121"/>
                    <a:gd name="T27" fmla="*/ 6 h 40"/>
                    <a:gd name="T28" fmla="*/ 78 w 121"/>
                    <a:gd name="T29" fmla="*/ 10 h 40"/>
                    <a:gd name="T30" fmla="*/ 81 w 121"/>
                    <a:gd name="T31" fmla="*/ 9 h 40"/>
                    <a:gd name="T32" fmla="*/ 95 w 121"/>
                    <a:gd name="T33" fmla="*/ 13 h 40"/>
                    <a:gd name="T34" fmla="*/ 102 w 121"/>
                    <a:gd name="T35" fmla="*/ 22 h 40"/>
                    <a:gd name="T36" fmla="*/ 120 w 121"/>
                    <a:gd name="T37" fmla="*/ 25 h 40"/>
                    <a:gd name="T38" fmla="*/ 121 w 121"/>
                    <a:gd name="T39" fmla="*/ 25 h 40"/>
                    <a:gd name="T40" fmla="*/ 120 w 121"/>
                    <a:gd name="T41" fmla="*/ 34 h 40"/>
                    <a:gd name="T42" fmla="*/ 121 w 121"/>
                    <a:gd name="T43" fmla="*/ 38 h 40"/>
                    <a:gd name="T44" fmla="*/ 121 w 121"/>
                    <a:gd name="T45" fmla="*/ 38 h 40"/>
                    <a:gd name="T46" fmla="*/ 121 w 121"/>
                    <a:gd name="T47" fmla="*/ 40 h 40"/>
                    <a:gd name="T48" fmla="*/ 121 w 121"/>
                    <a:gd name="T49" fmla="*/ 40 h 40"/>
                    <a:gd name="T50" fmla="*/ 104 w 121"/>
                    <a:gd name="T51" fmla="*/ 32 h 40"/>
                    <a:gd name="T52" fmla="*/ 98 w 121"/>
                    <a:gd name="T53" fmla="*/ 34 h 40"/>
                    <a:gd name="T54" fmla="*/ 90 w 121"/>
                    <a:gd name="T55" fmla="*/ 32 h 40"/>
                    <a:gd name="T56" fmla="*/ 84 w 121"/>
                    <a:gd name="T57" fmla="*/ 34 h 40"/>
                    <a:gd name="T58" fmla="*/ 72 w 121"/>
                    <a:gd name="T59" fmla="*/ 31 h 40"/>
                    <a:gd name="T60" fmla="*/ 58 w 121"/>
                    <a:gd name="T61" fmla="*/ 25 h 40"/>
                    <a:gd name="T62" fmla="*/ 46 w 121"/>
                    <a:gd name="T63" fmla="*/ 23 h 40"/>
                    <a:gd name="T64" fmla="*/ 43 w 121"/>
                    <a:gd name="T65" fmla="*/ 26 h 40"/>
                    <a:gd name="T66" fmla="*/ 22 w 121"/>
                    <a:gd name="T67" fmla="*/ 20 h 40"/>
                    <a:gd name="T68" fmla="*/ 15 w 121"/>
                    <a:gd name="T69" fmla="*/ 17 h 40"/>
                    <a:gd name="T70" fmla="*/ 15 w 121"/>
                    <a:gd name="T71" fmla="*/ 17 h 40"/>
                    <a:gd name="T72" fmla="*/ 15 w 121"/>
                    <a:gd name="T73" fmla="*/ 16 h 40"/>
                    <a:gd name="T74" fmla="*/ 16 w 121"/>
                    <a:gd name="T75" fmla="*/ 16 h 40"/>
                    <a:gd name="T76" fmla="*/ 1 w 121"/>
                    <a:gd name="T77" fmla="*/ 13 h 40"/>
                    <a:gd name="T78" fmla="*/ 1 w 121"/>
                    <a:gd name="T79" fmla="*/ 12 h 40"/>
                    <a:gd name="T80" fmla="*/ 0 w 121"/>
                    <a:gd name="T81" fmla="*/ 10 h 40"/>
                    <a:gd name="T82" fmla="*/ 0 w 121"/>
                    <a:gd name="T83" fmla="*/ 9 h 40"/>
                    <a:gd name="T84" fmla="*/ 1 w 121"/>
                    <a:gd name="T85" fmla="*/ 9 h 40"/>
                    <a:gd name="T86" fmla="*/ 1 w 121"/>
                    <a:gd name="T87" fmla="*/ 9 h 40"/>
                    <a:gd name="T88" fmla="*/ 3 w 121"/>
                    <a:gd name="T89" fmla="*/ 9 h 40"/>
                    <a:gd name="T90" fmla="*/ 4 w 121"/>
                    <a:gd name="T91" fmla="*/ 9 h 40"/>
                    <a:gd name="T92" fmla="*/ 6 w 121"/>
                    <a:gd name="T93" fmla="*/ 9 h 40"/>
                    <a:gd name="T94" fmla="*/ 10 w 121"/>
                    <a:gd name="T95" fmla="*/ 1 h 40"/>
                    <a:gd name="T96" fmla="*/ 13 w 121"/>
                    <a:gd name="T97" fmla="*/ 0 h 40"/>
                    <a:gd name="T98" fmla="*/ 13 w 121"/>
                    <a:gd name="T99" fmla="*/ 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21" h="40">
                      <a:moveTo>
                        <a:pt x="13" y="0"/>
                      </a:moveTo>
                      <a:lnTo>
                        <a:pt x="13" y="0"/>
                      </a:lnTo>
                      <a:lnTo>
                        <a:pt x="22" y="1"/>
                      </a:lnTo>
                      <a:lnTo>
                        <a:pt x="28" y="0"/>
                      </a:lnTo>
                      <a:lnTo>
                        <a:pt x="28" y="0"/>
                      </a:lnTo>
                      <a:lnTo>
                        <a:pt x="28" y="0"/>
                      </a:lnTo>
                      <a:lnTo>
                        <a:pt x="30" y="3"/>
                      </a:lnTo>
                      <a:lnTo>
                        <a:pt x="40" y="4"/>
                      </a:lnTo>
                      <a:lnTo>
                        <a:pt x="49" y="12"/>
                      </a:lnTo>
                      <a:lnTo>
                        <a:pt x="67" y="13"/>
                      </a:lnTo>
                      <a:lnTo>
                        <a:pt x="71" y="9"/>
                      </a:lnTo>
                      <a:lnTo>
                        <a:pt x="74" y="6"/>
                      </a:lnTo>
                      <a:lnTo>
                        <a:pt x="74" y="6"/>
                      </a:lnTo>
                      <a:lnTo>
                        <a:pt x="75" y="6"/>
                      </a:lnTo>
                      <a:lnTo>
                        <a:pt x="78" y="10"/>
                      </a:lnTo>
                      <a:lnTo>
                        <a:pt x="81" y="9"/>
                      </a:lnTo>
                      <a:lnTo>
                        <a:pt x="95" y="13"/>
                      </a:lnTo>
                      <a:lnTo>
                        <a:pt x="102" y="22"/>
                      </a:lnTo>
                      <a:lnTo>
                        <a:pt x="120" y="25"/>
                      </a:lnTo>
                      <a:lnTo>
                        <a:pt x="121" y="25"/>
                      </a:lnTo>
                      <a:lnTo>
                        <a:pt x="120" y="34"/>
                      </a:lnTo>
                      <a:lnTo>
                        <a:pt x="121" y="38"/>
                      </a:lnTo>
                      <a:lnTo>
                        <a:pt x="121" y="38"/>
                      </a:lnTo>
                      <a:lnTo>
                        <a:pt x="121" y="40"/>
                      </a:lnTo>
                      <a:lnTo>
                        <a:pt x="121" y="40"/>
                      </a:lnTo>
                      <a:lnTo>
                        <a:pt x="104" y="32"/>
                      </a:lnTo>
                      <a:lnTo>
                        <a:pt x="98" y="34"/>
                      </a:lnTo>
                      <a:lnTo>
                        <a:pt x="90" y="32"/>
                      </a:lnTo>
                      <a:lnTo>
                        <a:pt x="84" y="34"/>
                      </a:lnTo>
                      <a:lnTo>
                        <a:pt x="72" y="31"/>
                      </a:lnTo>
                      <a:lnTo>
                        <a:pt x="58" y="25"/>
                      </a:lnTo>
                      <a:lnTo>
                        <a:pt x="46" y="23"/>
                      </a:lnTo>
                      <a:lnTo>
                        <a:pt x="43" y="26"/>
                      </a:lnTo>
                      <a:lnTo>
                        <a:pt x="22" y="20"/>
                      </a:lnTo>
                      <a:lnTo>
                        <a:pt x="15" y="17"/>
                      </a:lnTo>
                      <a:lnTo>
                        <a:pt x="15" y="17"/>
                      </a:lnTo>
                      <a:lnTo>
                        <a:pt x="15" y="16"/>
                      </a:lnTo>
                      <a:lnTo>
                        <a:pt x="16" y="16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1" y="9"/>
                      </a:lnTo>
                      <a:lnTo>
                        <a:pt x="1" y="9"/>
                      </a:lnTo>
                      <a:lnTo>
                        <a:pt x="3" y="9"/>
                      </a:lnTo>
                      <a:lnTo>
                        <a:pt x="4" y="9"/>
                      </a:lnTo>
                      <a:lnTo>
                        <a:pt x="6" y="9"/>
                      </a:lnTo>
                      <a:lnTo>
                        <a:pt x="10" y="1"/>
                      </a:lnTo>
                      <a:lnTo>
                        <a:pt x="13" y="0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sp>
              <p:nvSpPr>
                <p:cNvPr id="966" name="Freeform 1781">
                  <a:extLst>
                    <a:ext uri="{FF2B5EF4-FFF2-40B4-BE49-F238E27FC236}">
                      <a16:creationId xmlns:a16="http://schemas.microsoft.com/office/drawing/2014/main" id="{5C77E0BF-5BE9-6522-7E21-AA4E0B3639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73460" y="4807156"/>
                  <a:ext cx="12350" cy="20584"/>
                </a:xfrm>
                <a:custGeom>
                  <a:avLst/>
                  <a:gdLst>
                    <a:gd name="T0" fmla="*/ 6 w 6"/>
                    <a:gd name="T1" fmla="*/ 0 h 10"/>
                    <a:gd name="T2" fmla="*/ 6 w 6"/>
                    <a:gd name="T3" fmla="*/ 0 h 10"/>
                    <a:gd name="T4" fmla="*/ 6 w 6"/>
                    <a:gd name="T5" fmla="*/ 0 h 10"/>
                    <a:gd name="T6" fmla="*/ 6 w 6"/>
                    <a:gd name="T7" fmla="*/ 9 h 10"/>
                    <a:gd name="T8" fmla="*/ 6 w 6"/>
                    <a:gd name="T9" fmla="*/ 10 h 10"/>
                    <a:gd name="T10" fmla="*/ 6 w 6"/>
                    <a:gd name="T11" fmla="*/ 10 h 10"/>
                    <a:gd name="T12" fmla="*/ 0 w 6"/>
                    <a:gd name="T13" fmla="*/ 9 h 10"/>
                    <a:gd name="T14" fmla="*/ 0 w 6"/>
                    <a:gd name="T15" fmla="*/ 9 h 10"/>
                    <a:gd name="T16" fmla="*/ 0 w 6"/>
                    <a:gd name="T17" fmla="*/ 9 h 10"/>
                    <a:gd name="T18" fmla="*/ 1 w 6"/>
                    <a:gd name="T19" fmla="*/ 1 h 10"/>
                    <a:gd name="T20" fmla="*/ 1 w 6"/>
                    <a:gd name="T21" fmla="*/ 0 h 10"/>
                    <a:gd name="T22" fmla="*/ 3 w 6"/>
                    <a:gd name="T23" fmla="*/ 0 h 10"/>
                    <a:gd name="T24" fmla="*/ 4 w 6"/>
                    <a:gd name="T25" fmla="*/ 0 h 10"/>
                    <a:gd name="T26" fmla="*/ 6 w 6"/>
                    <a:gd name="T27" fmla="*/ 0 h 10"/>
                    <a:gd name="T28" fmla="*/ 6 w 6"/>
                    <a:gd name="T29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6" h="10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9"/>
                      </a:lnTo>
                      <a:lnTo>
                        <a:pt x="6" y="10"/>
                      </a:lnTo>
                      <a:lnTo>
                        <a:pt x="6" y="1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1" y="1"/>
                      </a:lnTo>
                      <a:lnTo>
                        <a:pt x="1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777" name="MONGOLIA">
            <a:extLst>
              <a:ext uri="{FF2B5EF4-FFF2-40B4-BE49-F238E27FC236}">
                <a16:creationId xmlns:a16="http://schemas.microsoft.com/office/drawing/2014/main" id="{A77355ED-1846-A6CA-485F-2EDC482DA07E}"/>
              </a:ext>
            </a:extLst>
          </p:cNvPr>
          <p:cNvSpPr>
            <a:spLocks/>
          </p:cNvSpPr>
          <p:nvPr/>
        </p:nvSpPr>
        <p:spPr bwMode="auto">
          <a:xfrm>
            <a:off x="8274444" y="2841392"/>
            <a:ext cx="908141" cy="444222"/>
          </a:xfrm>
          <a:custGeom>
            <a:avLst/>
            <a:gdLst>
              <a:gd name="T0" fmla="*/ 151 w 415"/>
              <a:gd name="T1" fmla="*/ 0 h 203"/>
              <a:gd name="T2" fmla="*/ 187 w 415"/>
              <a:gd name="T3" fmla="*/ 15 h 203"/>
              <a:gd name="T4" fmla="*/ 200 w 415"/>
              <a:gd name="T5" fmla="*/ 37 h 203"/>
              <a:gd name="T6" fmla="*/ 225 w 415"/>
              <a:gd name="T7" fmla="*/ 31 h 203"/>
              <a:gd name="T8" fmla="*/ 265 w 415"/>
              <a:gd name="T9" fmla="*/ 49 h 203"/>
              <a:gd name="T10" fmla="*/ 292 w 415"/>
              <a:gd name="T11" fmla="*/ 59 h 203"/>
              <a:gd name="T12" fmla="*/ 331 w 415"/>
              <a:gd name="T13" fmla="*/ 53 h 203"/>
              <a:gd name="T14" fmla="*/ 351 w 415"/>
              <a:gd name="T15" fmla="*/ 40 h 203"/>
              <a:gd name="T16" fmla="*/ 366 w 415"/>
              <a:gd name="T17" fmla="*/ 47 h 203"/>
              <a:gd name="T18" fmla="*/ 369 w 415"/>
              <a:gd name="T19" fmla="*/ 46 h 203"/>
              <a:gd name="T20" fmla="*/ 374 w 415"/>
              <a:gd name="T21" fmla="*/ 46 h 203"/>
              <a:gd name="T22" fmla="*/ 375 w 415"/>
              <a:gd name="T23" fmla="*/ 46 h 203"/>
              <a:gd name="T24" fmla="*/ 365 w 415"/>
              <a:gd name="T25" fmla="*/ 62 h 203"/>
              <a:gd name="T26" fmla="*/ 366 w 415"/>
              <a:gd name="T27" fmla="*/ 90 h 203"/>
              <a:gd name="T28" fmla="*/ 397 w 415"/>
              <a:gd name="T29" fmla="*/ 83 h 203"/>
              <a:gd name="T30" fmla="*/ 399 w 415"/>
              <a:gd name="T31" fmla="*/ 83 h 203"/>
              <a:gd name="T32" fmla="*/ 412 w 415"/>
              <a:gd name="T33" fmla="*/ 105 h 203"/>
              <a:gd name="T34" fmla="*/ 415 w 415"/>
              <a:gd name="T35" fmla="*/ 110 h 203"/>
              <a:gd name="T36" fmla="*/ 381 w 415"/>
              <a:gd name="T37" fmla="*/ 114 h 203"/>
              <a:gd name="T38" fmla="*/ 354 w 415"/>
              <a:gd name="T39" fmla="*/ 133 h 203"/>
              <a:gd name="T40" fmla="*/ 338 w 415"/>
              <a:gd name="T41" fmla="*/ 147 h 203"/>
              <a:gd name="T42" fmla="*/ 322 w 415"/>
              <a:gd name="T43" fmla="*/ 141 h 203"/>
              <a:gd name="T44" fmla="*/ 311 w 415"/>
              <a:gd name="T45" fmla="*/ 156 h 203"/>
              <a:gd name="T46" fmla="*/ 317 w 415"/>
              <a:gd name="T47" fmla="*/ 164 h 203"/>
              <a:gd name="T48" fmla="*/ 279 w 415"/>
              <a:gd name="T49" fmla="*/ 190 h 203"/>
              <a:gd name="T50" fmla="*/ 224 w 415"/>
              <a:gd name="T51" fmla="*/ 203 h 203"/>
              <a:gd name="T52" fmla="*/ 224 w 415"/>
              <a:gd name="T53" fmla="*/ 203 h 203"/>
              <a:gd name="T54" fmla="*/ 171 w 415"/>
              <a:gd name="T55" fmla="*/ 182 h 203"/>
              <a:gd name="T56" fmla="*/ 159 w 415"/>
              <a:gd name="T57" fmla="*/ 182 h 203"/>
              <a:gd name="T58" fmla="*/ 135 w 415"/>
              <a:gd name="T59" fmla="*/ 184 h 203"/>
              <a:gd name="T60" fmla="*/ 122 w 415"/>
              <a:gd name="T61" fmla="*/ 184 h 203"/>
              <a:gd name="T62" fmla="*/ 108 w 415"/>
              <a:gd name="T63" fmla="*/ 172 h 203"/>
              <a:gd name="T64" fmla="*/ 68 w 415"/>
              <a:gd name="T65" fmla="*/ 142 h 203"/>
              <a:gd name="T66" fmla="*/ 39 w 415"/>
              <a:gd name="T67" fmla="*/ 136 h 203"/>
              <a:gd name="T68" fmla="*/ 40 w 415"/>
              <a:gd name="T69" fmla="*/ 129 h 203"/>
              <a:gd name="T70" fmla="*/ 33 w 415"/>
              <a:gd name="T71" fmla="*/ 93 h 203"/>
              <a:gd name="T72" fmla="*/ 15 w 415"/>
              <a:gd name="T73" fmla="*/ 87 h 203"/>
              <a:gd name="T74" fmla="*/ 0 w 415"/>
              <a:gd name="T75" fmla="*/ 67 h 203"/>
              <a:gd name="T76" fmla="*/ 8 w 415"/>
              <a:gd name="T77" fmla="*/ 56 h 203"/>
              <a:gd name="T78" fmla="*/ 53 w 415"/>
              <a:gd name="T79" fmla="*/ 33 h 203"/>
              <a:gd name="T80" fmla="*/ 86 w 415"/>
              <a:gd name="T81" fmla="*/ 36 h 203"/>
              <a:gd name="T82" fmla="*/ 132 w 415"/>
              <a:gd name="T83" fmla="*/ 44 h 203"/>
              <a:gd name="T84" fmla="*/ 134 w 415"/>
              <a:gd name="T85" fmla="*/ 36 h 203"/>
              <a:gd name="T86" fmla="*/ 132 w 415"/>
              <a:gd name="T87" fmla="*/ 16 h 203"/>
              <a:gd name="T88" fmla="*/ 150 w 415"/>
              <a:gd name="T89" fmla="*/ 0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15" h="203">
                <a:moveTo>
                  <a:pt x="151" y="0"/>
                </a:moveTo>
                <a:lnTo>
                  <a:pt x="151" y="0"/>
                </a:lnTo>
                <a:lnTo>
                  <a:pt x="185" y="13"/>
                </a:lnTo>
                <a:lnTo>
                  <a:pt x="187" y="15"/>
                </a:lnTo>
                <a:lnTo>
                  <a:pt x="190" y="30"/>
                </a:lnTo>
                <a:lnTo>
                  <a:pt x="200" y="37"/>
                </a:lnTo>
                <a:lnTo>
                  <a:pt x="208" y="40"/>
                </a:lnTo>
                <a:lnTo>
                  <a:pt x="225" y="31"/>
                </a:lnTo>
                <a:lnTo>
                  <a:pt x="234" y="33"/>
                </a:lnTo>
                <a:lnTo>
                  <a:pt x="265" y="49"/>
                </a:lnTo>
                <a:lnTo>
                  <a:pt x="274" y="56"/>
                </a:lnTo>
                <a:lnTo>
                  <a:pt x="292" y="59"/>
                </a:lnTo>
                <a:lnTo>
                  <a:pt x="302" y="62"/>
                </a:lnTo>
                <a:lnTo>
                  <a:pt x="331" y="53"/>
                </a:lnTo>
                <a:lnTo>
                  <a:pt x="350" y="40"/>
                </a:lnTo>
                <a:lnTo>
                  <a:pt x="351" y="40"/>
                </a:lnTo>
                <a:lnTo>
                  <a:pt x="351" y="40"/>
                </a:lnTo>
                <a:lnTo>
                  <a:pt x="366" y="47"/>
                </a:lnTo>
                <a:lnTo>
                  <a:pt x="366" y="47"/>
                </a:lnTo>
                <a:lnTo>
                  <a:pt x="369" y="46"/>
                </a:lnTo>
                <a:lnTo>
                  <a:pt x="371" y="46"/>
                </a:lnTo>
                <a:lnTo>
                  <a:pt x="374" y="46"/>
                </a:lnTo>
                <a:lnTo>
                  <a:pt x="375" y="46"/>
                </a:lnTo>
                <a:lnTo>
                  <a:pt x="375" y="46"/>
                </a:lnTo>
                <a:lnTo>
                  <a:pt x="375" y="47"/>
                </a:lnTo>
                <a:lnTo>
                  <a:pt x="365" y="62"/>
                </a:lnTo>
                <a:lnTo>
                  <a:pt x="363" y="83"/>
                </a:lnTo>
                <a:lnTo>
                  <a:pt x="366" y="90"/>
                </a:lnTo>
                <a:lnTo>
                  <a:pt x="383" y="93"/>
                </a:lnTo>
                <a:lnTo>
                  <a:pt x="397" y="83"/>
                </a:lnTo>
                <a:lnTo>
                  <a:pt x="399" y="83"/>
                </a:lnTo>
                <a:lnTo>
                  <a:pt x="399" y="83"/>
                </a:lnTo>
                <a:lnTo>
                  <a:pt x="411" y="96"/>
                </a:lnTo>
                <a:lnTo>
                  <a:pt x="412" y="105"/>
                </a:lnTo>
                <a:lnTo>
                  <a:pt x="415" y="110"/>
                </a:lnTo>
                <a:lnTo>
                  <a:pt x="415" y="110"/>
                </a:lnTo>
                <a:lnTo>
                  <a:pt x="415" y="111"/>
                </a:lnTo>
                <a:lnTo>
                  <a:pt x="381" y="114"/>
                </a:lnTo>
                <a:lnTo>
                  <a:pt x="365" y="130"/>
                </a:lnTo>
                <a:lnTo>
                  <a:pt x="354" y="133"/>
                </a:lnTo>
                <a:lnTo>
                  <a:pt x="338" y="147"/>
                </a:lnTo>
                <a:lnTo>
                  <a:pt x="338" y="147"/>
                </a:lnTo>
                <a:lnTo>
                  <a:pt x="337" y="147"/>
                </a:lnTo>
                <a:lnTo>
                  <a:pt x="322" y="141"/>
                </a:lnTo>
                <a:lnTo>
                  <a:pt x="317" y="144"/>
                </a:lnTo>
                <a:lnTo>
                  <a:pt x="311" y="156"/>
                </a:lnTo>
                <a:lnTo>
                  <a:pt x="317" y="164"/>
                </a:lnTo>
                <a:lnTo>
                  <a:pt x="317" y="164"/>
                </a:lnTo>
                <a:lnTo>
                  <a:pt x="294" y="187"/>
                </a:lnTo>
                <a:lnTo>
                  <a:pt x="279" y="190"/>
                </a:lnTo>
                <a:lnTo>
                  <a:pt x="261" y="190"/>
                </a:lnTo>
                <a:lnTo>
                  <a:pt x="224" y="203"/>
                </a:lnTo>
                <a:lnTo>
                  <a:pt x="224" y="203"/>
                </a:lnTo>
                <a:lnTo>
                  <a:pt x="224" y="203"/>
                </a:lnTo>
                <a:lnTo>
                  <a:pt x="193" y="194"/>
                </a:lnTo>
                <a:lnTo>
                  <a:pt x="171" y="182"/>
                </a:lnTo>
                <a:lnTo>
                  <a:pt x="168" y="182"/>
                </a:lnTo>
                <a:lnTo>
                  <a:pt x="159" y="182"/>
                </a:lnTo>
                <a:lnTo>
                  <a:pt x="147" y="184"/>
                </a:lnTo>
                <a:lnTo>
                  <a:pt x="135" y="184"/>
                </a:lnTo>
                <a:lnTo>
                  <a:pt x="126" y="184"/>
                </a:lnTo>
                <a:lnTo>
                  <a:pt x="122" y="184"/>
                </a:lnTo>
                <a:lnTo>
                  <a:pt x="122" y="184"/>
                </a:lnTo>
                <a:lnTo>
                  <a:pt x="108" y="172"/>
                </a:lnTo>
                <a:lnTo>
                  <a:pt x="98" y="156"/>
                </a:lnTo>
                <a:lnTo>
                  <a:pt x="68" y="142"/>
                </a:lnTo>
                <a:lnTo>
                  <a:pt x="59" y="144"/>
                </a:lnTo>
                <a:lnTo>
                  <a:pt x="39" y="136"/>
                </a:lnTo>
                <a:lnTo>
                  <a:pt x="39" y="136"/>
                </a:lnTo>
                <a:lnTo>
                  <a:pt x="40" y="129"/>
                </a:lnTo>
                <a:lnTo>
                  <a:pt x="40" y="113"/>
                </a:lnTo>
                <a:lnTo>
                  <a:pt x="33" y="93"/>
                </a:lnTo>
                <a:lnTo>
                  <a:pt x="31" y="90"/>
                </a:lnTo>
                <a:lnTo>
                  <a:pt x="15" y="87"/>
                </a:lnTo>
                <a:lnTo>
                  <a:pt x="5" y="76"/>
                </a:lnTo>
                <a:lnTo>
                  <a:pt x="0" y="67"/>
                </a:lnTo>
                <a:lnTo>
                  <a:pt x="0" y="65"/>
                </a:lnTo>
                <a:lnTo>
                  <a:pt x="8" y="56"/>
                </a:lnTo>
                <a:lnTo>
                  <a:pt x="39" y="38"/>
                </a:lnTo>
                <a:lnTo>
                  <a:pt x="53" y="33"/>
                </a:lnTo>
                <a:lnTo>
                  <a:pt x="86" y="36"/>
                </a:lnTo>
                <a:lnTo>
                  <a:pt x="86" y="36"/>
                </a:lnTo>
                <a:lnTo>
                  <a:pt x="93" y="44"/>
                </a:lnTo>
                <a:lnTo>
                  <a:pt x="132" y="44"/>
                </a:lnTo>
                <a:lnTo>
                  <a:pt x="134" y="43"/>
                </a:lnTo>
                <a:lnTo>
                  <a:pt x="134" y="36"/>
                </a:lnTo>
                <a:lnTo>
                  <a:pt x="135" y="31"/>
                </a:lnTo>
                <a:lnTo>
                  <a:pt x="132" y="16"/>
                </a:lnTo>
                <a:lnTo>
                  <a:pt x="132" y="15"/>
                </a:lnTo>
                <a:lnTo>
                  <a:pt x="150" y="0"/>
                </a:lnTo>
                <a:lnTo>
                  <a:pt x="151" y="0"/>
                </a:lnTo>
                <a:close/>
              </a:path>
            </a:pathLst>
          </a:custGeom>
          <a:solidFill>
            <a:srgbClr val="7D22C3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78" name="BELARUS">
            <a:extLst>
              <a:ext uri="{FF2B5EF4-FFF2-40B4-BE49-F238E27FC236}">
                <a16:creationId xmlns:a16="http://schemas.microsoft.com/office/drawing/2014/main" id="{E7EE912A-8E15-78D0-3F87-772B5F8A5D59}"/>
              </a:ext>
            </a:extLst>
          </p:cNvPr>
          <p:cNvSpPr>
            <a:spLocks/>
          </p:cNvSpPr>
          <p:nvPr/>
        </p:nvSpPr>
        <p:spPr bwMode="auto">
          <a:xfrm>
            <a:off x="6431904" y="2646634"/>
            <a:ext cx="280101" cy="234148"/>
          </a:xfrm>
          <a:custGeom>
            <a:avLst/>
            <a:gdLst>
              <a:gd name="T0" fmla="*/ 68 w 128"/>
              <a:gd name="T1" fmla="*/ 0 h 107"/>
              <a:gd name="T2" fmla="*/ 82 w 128"/>
              <a:gd name="T3" fmla="*/ 3 h 107"/>
              <a:gd name="T4" fmla="*/ 85 w 128"/>
              <a:gd name="T5" fmla="*/ 6 h 107"/>
              <a:gd name="T6" fmla="*/ 94 w 128"/>
              <a:gd name="T7" fmla="*/ 6 h 107"/>
              <a:gd name="T8" fmla="*/ 94 w 128"/>
              <a:gd name="T9" fmla="*/ 6 h 107"/>
              <a:gd name="T10" fmla="*/ 104 w 128"/>
              <a:gd name="T11" fmla="*/ 13 h 107"/>
              <a:gd name="T12" fmla="*/ 105 w 128"/>
              <a:gd name="T13" fmla="*/ 22 h 107"/>
              <a:gd name="T14" fmla="*/ 102 w 128"/>
              <a:gd name="T15" fmla="*/ 31 h 107"/>
              <a:gd name="T16" fmla="*/ 114 w 128"/>
              <a:gd name="T17" fmla="*/ 47 h 107"/>
              <a:gd name="T18" fmla="*/ 116 w 128"/>
              <a:gd name="T19" fmla="*/ 52 h 107"/>
              <a:gd name="T20" fmla="*/ 125 w 128"/>
              <a:gd name="T21" fmla="*/ 53 h 107"/>
              <a:gd name="T22" fmla="*/ 125 w 128"/>
              <a:gd name="T23" fmla="*/ 56 h 107"/>
              <a:gd name="T24" fmla="*/ 128 w 128"/>
              <a:gd name="T25" fmla="*/ 58 h 107"/>
              <a:gd name="T26" fmla="*/ 128 w 128"/>
              <a:gd name="T27" fmla="*/ 62 h 107"/>
              <a:gd name="T28" fmla="*/ 119 w 128"/>
              <a:gd name="T29" fmla="*/ 68 h 107"/>
              <a:gd name="T30" fmla="*/ 111 w 128"/>
              <a:gd name="T31" fmla="*/ 65 h 107"/>
              <a:gd name="T32" fmla="*/ 111 w 128"/>
              <a:gd name="T33" fmla="*/ 71 h 107"/>
              <a:gd name="T34" fmla="*/ 114 w 128"/>
              <a:gd name="T35" fmla="*/ 89 h 107"/>
              <a:gd name="T36" fmla="*/ 104 w 128"/>
              <a:gd name="T37" fmla="*/ 92 h 107"/>
              <a:gd name="T38" fmla="*/ 99 w 128"/>
              <a:gd name="T39" fmla="*/ 104 h 107"/>
              <a:gd name="T40" fmla="*/ 97 w 128"/>
              <a:gd name="T41" fmla="*/ 107 h 107"/>
              <a:gd name="T42" fmla="*/ 97 w 128"/>
              <a:gd name="T43" fmla="*/ 107 h 107"/>
              <a:gd name="T44" fmla="*/ 92 w 128"/>
              <a:gd name="T45" fmla="*/ 105 h 107"/>
              <a:gd name="T46" fmla="*/ 88 w 128"/>
              <a:gd name="T47" fmla="*/ 105 h 107"/>
              <a:gd name="T48" fmla="*/ 85 w 128"/>
              <a:gd name="T49" fmla="*/ 107 h 107"/>
              <a:gd name="T50" fmla="*/ 79 w 128"/>
              <a:gd name="T51" fmla="*/ 101 h 107"/>
              <a:gd name="T52" fmla="*/ 76 w 128"/>
              <a:gd name="T53" fmla="*/ 105 h 107"/>
              <a:gd name="T54" fmla="*/ 67 w 128"/>
              <a:gd name="T55" fmla="*/ 102 h 107"/>
              <a:gd name="T56" fmla="*/ 61 w 128"/>
              <a:gd name="T57" fmla="*/ 105 h 107"/>
              <a:gd name="T58" fmla="*/ 58 w 128"/>
              <a:gd name="T59" fmla="*/ 102 h 107"/>
              <a:gd name="T60" fmla="*/ 55 w 128"/>
              <a:gd name="T61" fmla="*/ 101 h 107"/>
              <a:gd name="T62" fmla="*/ 36 w 128"/>
              <a:gd name="T63" fmla="*/ 93 h 107"/>
              <a:gd name="T64" fmla="*/ 16 w 128"/>
              <a:gd name="T65" fmla="*/ 98 h 107"/>
              <a:gd name="T66" fmla="*/ 3 w 128"/>
              <a:gd name="T67" fmla="*/ 101 h 107"/>
              <a:gd name="T68" fmla="*/ 3 w 128"/>
              <a:gd name="T69" fmla="*/ 101 h 107"/>
              <a:gd name="T70" fmla="*/ 0 w 128"/>
              <a:gd name="T71" fmla="*/ 86 h 107"/>
              <a:gd name="T72" fmla="*/ 8 w 128"/>
              <a:gd name="T73" fmla="*/ 76 h 107"/>
              <a:gd name="T74" fmla="*/ 5 w 128"/>
              <a:gd name="T75" fmla="*/ 50 h 107"/>
              <a:gd name="T76" fmla="*/ 22 w 128"/>
              <a:gd name="T77" fmla="*/ 49 h 107"/>
              <a:gd name="T78" fmla="*/ 22 w 128"/>
              <a:gd name="T79" fmla="*/ 46 h 107"/>
              <a:gd name="T80" fmla="*/ 30 w 128"/>
              <a:gd name="T81" fmla="*/ 41 h 107"/>
              <a:gd name="T82" fmla="*/ 34 w 128"/>
              <a:gd name="T83" fmla="*/ 46 h 107"/>
              <a:gd name="T84" fmla="*/ 33 w 128"/>
              <a:gd name="T85" fmla="*/ 40 h 107"/>
              <a:gd name="T86" fmla="*/ 36 w 128"/>
              <a:gd name="T87" fmla="*/ 27 h 107"/>
              <a:gd name="T88" fmla="*/ 46 w 128"/>
              <a:gd name="T89" fmla="*/ 24 h 107"/>
              <a:gd name="T90" fmla="*/ 45 w 128"/>
              <a:gd name="T91" fmla="*/ 19 h 107"/>
              <a:gd name="T92" fmla="*/ 43 w 128"/>
              <a:gd name="T93" fmla="*/ 15 h 107"/>
              <a:gd name="T94" fmla="*/ 48 w 128"/>
              <a:gd name="T95" fmla="*/ 12 h 107"/>
              <a:gd name="T96" fmla="*/ 52 w 128"/>
              <a:gd name="T97" fmla="*/ 7 h 107"/>
              <a:gd name="T98" fmla="*/ 58 w 128"/>
              <a:gd name="T99" fmla="*/ 7 h 107"/>
              <a:gd name="T100" fmla="*/ 64 w 128"/>
              <a:gd name="T101" fmla="*/ 0 h 107"/>
              <a:gd name="T102" fmla="*/ 65 w 128"/>
              <a:gd name="T103" fmla="*/ 0 h 107"/>
              <a:gd name="T104" fmla="*/ 68 w 128"/>
              <a:gd name="T105" fmla="*/ 0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28" h="107">
                <a:moveTo>
                  <a:pt x="68" y="0"/>
                </a:moveTo>
                <a:lnTo>
                  <a:pt x="68" y="0"/>
                </a:lnTo>
                <a:lnTo>
                  <a:pt x="68" y="1"/>
                </a:lnTo>
                <a:lnTo>
                  <a:pt x="82" y="3"/>
                </a:lnTo>
                <a:lnTo>
                  <a:pt x="85" y="4"/>
                </a:lnTo>
                <a:lnTo>
                  <a:pt x="85" y="6"/>
                </a:lnTo>
                <a:lnTo>
                  <a:pt x="83" y="9"/>
                </a:lnTo>
                <a:lnTo>
                  <a:pt x="94" y="6"/>
                </a:lnTo>
                <a:lnTo>
                  <a:pt x="94" y="6"/>
                </a:lnTo>
                <a:lnTo>
                  <a:pt x="94" y="6"/>
                </a:lnTo>
                <a:lnTo>
                  <a:pt x="104" y="12"/>
                </a:lnTo>
                <a:lnTo>
                  <a:pt x="104" y="13"/>
                </a:lnTo>
                <a:lnTo>
                  <a:pt x="102" y="19"/>
                </a:lnTo>
                <a:lnTo>
                  <a:pt x="105" y="22"/>
                </a:lnTo>
                <a:lnTo>
                  <a:pt x="105" y="24"/>
                </a:lnTo>
                <a:lnTo>
                  <a:pt x="102" y="31"/>
                </a:lnTo>
                <a:lnTo>
                  <a:pt x="110" y="43"/>
                </a:lnTo>
                <a:lnTo>
                  <a:pt x="114" y="47"/>
                </a:lnTo>
                <a:lnTo>
                  <a:pt x="114" y="47"/>
                </a:lnTo>
                <a:lnTo>
                  <a:pt x="116" y="52"/>
                </a:lnTo>
                <a:lnTo>
                  <a:pt x="120" y="52"/>
                </a:lnTo>
                <a:lnTo>
                  <a:pt x="125" y="53"/>
                </a:lnTo>
                <a:lnTo>
                  <a:pt x="125" y="53"/>
                </a:lnTo>
                <a:lnTo>
                  <a:pt x="125" y="56"/>
                </a:lnTo>
                <a:lnTo>
                  <a:pt x="128" y="58"/>
                </a:lnTo>
                <a:lnTo>
                  <a:pt x="128" y="58"/>
                </a:lnTo>
                <a:lnTo>
                  <a:pt x="128" y="61"/>
                </a:lnTo>
                <a:lnTo>
                  <a:pt x="128" y="62"/>
                </a:lnTo>
                <a:lnTo>
                  <a:pt x="120" y="68"/>
                </a:lnTo>
                <a:lnTo>
                  <a:pt x="119" y="68"/>
                </a:lnTo>
                <a:lnTo>
                  <a:pt x="119" y="68"/>
                </a:lnTo>
                <a:lnTo>
                  <a:pt x="111" y="65"/>
                </a:lnTo>
                <a:lnTo>
                  <a:pt x="108" y="68"/>
                </a:lnTo>
                <a:lnTo>
                  <a:pt x="111" y="71"/>
                </a:lnTo>
                <a:lnTo>
                  <a:pt x="114" y="89"/>
                </a:lnTo>
                <a:lnTo>
                  <a:pt x="114" y="89"/>
                </a:lnTo>
                <a:lnTo>
                  <a:pt x="114" y="90"/>
                </a:lnTo>
                <a:lnTo>
                  <a:pt x="104" y="92"/>
                </a:lnTo>
                <a:lnTo>
                  <a:pt x="101" y="95"/>
                </a:lnTo>
                <a:lnTo>
                  <a:pt x="99" y="104"/>
                </a:lnTo>
                <a:lnTo>
                  <a:pt x="99" y="105"/>
                </a:lnTo>
                <a:lnTo>
                  <a:pt x="97" y="107"/>
                </a:lnTo>
                <a:lnTo>
                  <a:pt x="97" y="107"/>
                </a:lnTo>
                <a:lnTo>
                  <a:pt x="97" y="107"/>
                </a:lnTo>
                <a:lnTo>
                  <a:pt x="94" y="105"/>
                </a:lnTo>
                <a:lnTo>
                  <a:pt x="92" y="105"/>
                </a:lnTo>
                <a:lnTo>
                  <a:pt x="91" y="105"/>
                </a:lnTo>
                <a:lnTo>
                  <a:pt x="88" y="105"/>
                </a:lnTo>
                <a:lnTo>
                  <a:pt x="85" y="107"/>
                </a:lnTo>
                <a:lnTo>
                  <a:pt x="85" y="107"/>
                </a:lnTo>
                <a:lnTo>
                  <a:pt x="83" y="107"/>
                </a:lnTo>
                <a:lnTo>
                  <a:pt x="79" y="101"/>
                </a:lnTo>
                <a:lnTo>
                  <a:pt x="76" y="105"/>
                </a:lnTo>
                <a:lnTo>
                  <a:pt x="76" y="105"/>
                </a:lnTo>
                <a:lnTo>
                  <a:pt x="74" y="105"/>
                </a:lnTo>
                <a:lnTo>
                  <a:pt x="67" y="102"/>
                </a:lnTo>
                <a:lnTo>
                  <a:pt x="61" y="105"/>
                </a:lnTo>
                <a:lnTo>
                  <a:pt x="61" y="105"/>
                </a:lnTo>
                <a:lnTo>
                  <a:pt x="59" y="105"/>
                </a:lnTo>
                <a:lnTo>
                  <a:pt x="58" y="102"/>
                </a:lnTo>
                <a:lnTo>
                  <a:pt x="55" y="102"/>
                </a:lnTo>
                <a:lnTo>
                  <a:pt x="55" y="101"/>
                </a:lnTo>
                <a:lnTo>
                  <a:pt x="51" y="98"/>
                </a:lnTo>
                <a:lnTo>
                  <a:pt x="36" y="93"/>
                </a:lnTo>
                <a:lnTo>
                  <a:pt x="19" y="95"/>
                </a:lnTo>
                <a:lnTo>
                  <a:pt x="16" y="98"/>
                </a:lnTo>
                <a:lnTo>
                  <a:pt x="3" y="101"/>
                </a:lnTo>
                <a:lnTo>
                  <a:pt x="3" y="101"/>
                </a:lnTo>
                <a:lnTo>
                  <a:pt x="3" y="101"/>
                </a:lnTo>
                <a:lnTo>
                  <a:pt x="3" y="101"/>
                </a:lnTo>
                <a:lnTo>
                  <a:pt x="3" y="92"/>
                </a:lnTo>
                <a:lnTo>
                  <a:pt x="0" y="86"/>
                </a:lnTo>
                <a:lnTo>
                  <a:pt x="0" y="86"/>
                </a:lnTo>
                <a:lnTo>
                  <a:pt x="8" y="76"/>
                </a:lnTo>
                <a:lnTo>
                  <a:pt x="5" y="50"/>
                </a:lnTo>
                <a:lnTo>
                  <a:pt x="5" y="50"/>
                </a:lnTo>
                <a:lnTo>
                  <a:pt x="5" y="50"/>
                </a:lnTo>
                <a:lnTo>
                  <a:pt x="22" y="49"/>
                </a:lnTo>
                <a:lnTo>
                  <a:pt x="22" y="46"/>
                </a:lnTo>
                <a:lnTo>
                  <a:pt x="22" y="46"/>
                </a:lnTo>
                <a:lnTo>
                  <a:pt x="28" y="41"/>
                </a:lnTo>
                <a:lnTo>
                  <a:pt x="30" y="41"/>
                </a:lnTo>
                <a:lnTo>
                  <a:pt x="30" y="41"/>
                </a:lnTo>
                <a:lnTo>
                  <a:pt x="34" y="46"/>
                </a:lnTo>
                <a:lnTo>
                  <a:pt x="34" y="44"/>
                </a:lnTo>
                <a:lnTo>
                  <a:pt x="33" y="40"/>
                </a:lnTo>
                <a:lnTo>
                  <a:pt x="33" y="40"/>
                </a:lnTo>
                <a:lnTo>
                  <a:pt x="36" y="27"/>
                </a:lnTo>
                <a:lnTo>
                  <a:pt x="36" y="27"/>
                </a:lnTo>
                <a:lnTo>
                  <a:pt x="46" y="24"/>
                </a:lnTo>
                <a:lnTo>
                  <a:pt x="48" y="19"/>
                </a:lnTo>
                <a:lnTo>
                  <a:pt x="45" y="19"/>
                </a:lnTo>
                <a:lnTo>
                  <a:pt x="43" y="18"/>
                </a:lnTo>
                <a:lnTo>
                  <a:pt x="43" y="15"/>
                </a:lnTo>
                <a:lnTo>
                  <a:pt x="45" y="15"/>
                </a:lnTo>
                <a:lnTo>
                  <a:pt x="48" y="12"/>
                </a:lnTo>
                <a:lnTo>
                  <a:pt x="52" y="7"/>
                </a:lnTo>
                <a:lnTo>
                  <a:pt x="52" y="7"/>
                </a:lnTo>
                <a:lnTo>
                  <a:pt x="52" y="7"/>
                </a:lnTo>
                <a:lnTo>
                  <a:pt x="58" y="7"/>
                </a:lnTo>
                <a:lnTo>
                  <a:pt x="64" y="0"/>
                </a:lnTo>
                <a:lnTo>
                  <a:pt x="64" y="0"/>
                </a:lnTo>
                <a:lnTo>
                  <a:pt x="64" y="0"/>
                </a:lnTo>
                <a:lnTo>
                  <a:pt x="65" y="0"/>
                </a:lnTo>
                <a:lnTo>
                  <a:pt x="67" y="0"/>
                </a:lnTo>
                <a:lnTo>
                  <a:pt x="68" y="0"/>
                </a:lnTo>
                <a:close/>
              </a:path>
            </a:pathLst>
          </a:custGeom>
          <a:solidFill>
            <a:schemeClr val="accent5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79" name="UKRAINE">
            <a:extLst>
              <a:ext uri="{FF2B5EF4-FFF2-40B4-BE49-F238E27FC236}">
                <a16:creationId xmlns:a16="http://schemas.microsoft.com/office/drawing/2014/main" id="{865033C3-617C-9CD3-42FD-ECE273BD223C}"/>
              </a:ext>
            </a:extLst>
          </p:cNvPr>
          <p:cNvSpPr>
            <a:spLocks noEditPoints="1"/>
          </p:cNvSpPr>
          <p:nvPr/>
        </p:nvSpPr>
        <p:spPr bwMode="auto">
          <a:xfrm>
            <a:off x="6399078" y="2828263"/>
            <a:ext cx="523003" cy="347940"/>
          </a:xfrm>
          <a:custGeom>
            <a:avLst/>
            <a:gdLst>
              <a:gd name="T0" fmla="*/ 157 w 239"/>
              <a:gd name="T1" fmla="*/ 126 h 159"/>
              <a:gd name="T2" fmla="*/ 162 w 239"/>
              <a:gd name="T3" fmla="*/ 129 h 159"/>
              <a:gd name="T4" fmla="*/ 163 w 239"/>
              <a:gd name="T5" fmla="*/ 12 h 159"/>
              <a:gd name="T6" fmla="*/ 162 w 239"/>
              <a:gd name="T7" fmla="*/ 22 h 159"/>
              <a:gd name="T8" fmla="*/ 172 w 239"/>
              <a:gd name="T9" fmla="*/ 24 h 159"/>
              <a:gd name="T10" fmla="*/ 180 w 239"/>
              <a:gd name="T11" fmla="*/ 40 h 159"/>
              <a:gd name="T12" fmla="*/ 192 w 239"/>
              <a:gd name="T13" fmla="*/ 43 h 159"/>
              <a:gd name="T14" fmla="*/ 211 w 239"/>
              <a:gd name="T15" fmla="*/ 49 h 159"/>
              <a:gd name="T16" fmla="*/ 221 w 239"/>
              <a:gd name="T17" fmla="*/ 52 h 159"/>
              <a:gd name="T18" fmla="*/ 238 w 239"/>
              <a:gd name="T19" fmla="*/ 59 h 159"/>
              <a:gd name="T20" fmla="*/ 238 w 239"/>
              <a:gd name="T21" fmla="*/ 68 h 159"/>
              <a:gd name="T22" fmla="*/ 238 w 239"/>
              <a:gd name="T23" fmla="*/ 73 h 159"/>
              <a:gd name="T24" fmla="*/ 236 w 239"/>
              <a:gd name="T25" fmla="*/ 83 h 159"/>
              <a:gd name="T26" fmla="*/ 226 w 239"/>
              <a:gd name="T27" fmla="*/ 95 h 159"/>
              <a:gd name="T28" fmla="*/ 214 w 239"/>
              <a:gd name="T29" fmla="*/ 101 h 159"/>
              <a:gd name="T30" fmla="*/ 175 w 239"/>
              <a:gd name="T31" fmla="*/ 125 h 159"/>
              <a:gd name="T32" fmla="*/ 172 w 239"/>
              <a:gd name="T33" fmla="*/ 122 h 159"/>
              <a:gd name="T34" fmla="*/ 168 w 239"/>
              <a:gd name="T35" fmla="*/ 130 h 159"/>
              <a:gd name="T36" fmla="*/ 165 w 239"/>
              <a:gd name="T37" fmla="*/ 129 h 159"/>
              <a:gd name="T38" fmla="*/ 168 w 239"/>
              <a:gd name="T39" fmla="*/ 135 h 159"/>
              <a:gd name="T40" fmla="*/ 175 w 239"/>
              <a:gd name="T41" fmla="*/ 141 h 159"/>
              <a:gd name="T42" fmla="*/ 190 w 239"/>
              <a:gd name="T43" fmla="*/ 138 h 159"/>
              <a:gd name="T44" fmla="*/ 190 w 239"/>
              <a:gd name="T45" fmla="*/ 147 h 159"/>
              <a:gd name="T46" fmla="*/ 183 w 239"/>
              <a:gd name="T47" fmla="*/ 147 h 159"/>
              <a:gd name="T48" fmla="*/ 156 w 239"/>
              <a:gd name="T49" fmla="*/ 159 h 159"/>
              <a:gd name="T50" fmla="*/ 149 w 239"/>
              <a:gd name="T51" fmla="*/ 156 h 159"/>
              <a:gd name="T52" fmla="*/ 137 w 239"/>
              <a:gd name="T53" fmla="*/ 139 h 159"/>
              <a:gd name="T54" fmla="*/ 128 w 239"/>
              <a:gd name="T55" fmla="*/ 126 h 159"/>
              <a:gd name="T56" fmla="*/ 125 w 239"/>
              <a:gd name="T57" fmla="*/ 120 h 159"/>
              <a:gd name="T58" fmla="*/ 114 w 239"/>
              <a:gd name="T59" fmla="*/ 120 h 159"/>
              <a:gd name="T60" fmla="*/ 112 w 239"/>
              <a:gd name="T61" fmla="*/ 126 h 159"/>
              <a:gd name="T62" fmla="*/ 101 w 239"/>
              <a:gd name="T63" fmla="*/ 136 h 159"/>
              <a:gd name="T64" fmla="*/ 100 w 239"/>
              <a:gd name="T65" fmla="*/ 135 h 159"/>
              <a:gd name="T66" fmla="*/ 95 w 239"/>
              <a:gd name="T67" fmla="*/ 141 h 159"/>
              <a:gd name="T68" fmla="*/ 85 w 239"/>
              <a:gd name="T69" fmla="*/ 142 h 159"/>
              <a:gd name="T70" fmla="*/ 80 w 239"/>
              <a:gd name="T71" fmla="*/ 138 h 159"/>
              <a:gd name="T72" fmla="*/ 94 w 239"/>
              <a:gd name="T73" fmla="*/ 120 h 159"/>
              <a:gd name="T74" fmla="*/ 101 w 239"/>
              <a:gd name="T75" fmla="*/ 110 h 159"/>
              <a:gd name="T76" fmla="*/ 94 w 239"/>
              <a:gd name="T77" fmla="*/ 90 h 159"/>
              <a:gd name="T78" fmla="*/ 66 w 239"/>
              <a:gd name="T79" fmla="*/ 82 h 159"/>
              <a:gd name="T80" fmla="*/ 37 w 239"/>
              <a:gd name="T81" fmla="*/ 93 h 159"/>
              <a:gd name="T82" fmla="*/ 0 w 239"/>
              <a:gd name="T83" fmla="*/ 83 h 159"/>
              <a:gd name="T84" fmla="*/ 8 w 239"/>
              <a:gd name="T85" fmla="*/ 68 h 159"/>
              <a:gd name="T86" fmla="*/ 18 w 239"/>
              <a:gd name="T87" fmla="*/ 18 h 159"/>
              <a:gd name="T88" fmla="*/ 34 w 239"/>
              <a:gd name="T89" fmla="*/ 10 h 159"/>
              <a:gd name="T90" fmla="*/ 70 w 239"/>
              <a:gd name="T91" fmla="*/ 18 h 159"/>
              <a:gd name="T92" fmla="*/ 82 w 239"/>
              <a:gd name="T93" fmla="*/ 18 h 159"/>
              <a:gd name="T94" fmla="*/ 94 w 239"/>
              <a:gd name="T95" fmla="*/ 16 h 159"/>
              <a:gd name="T96" fmla="*/ 100 w 239"/>
              <a:gd name="T97" fmla="*/ 22 h 159"/>
              <a:gd name="T98" fmla="*/ 107 w 239"/>
              <a:gd name="T99" fmla="*/ 21 h 159"/>
              <a:gd name="T100" fmla="*/ 113 w 239"/>
              <a:gd name="T101" fmla="*/ 21 h 159"/>
              <a:gd name="T102" fmla="*/ 122 w 239"/>
              <a:gd name="T103" fmla="*/ 7 h 159"/>
              <a:gd name="T104" fmla="*/ 129 w 239"/>
              <a:gd name="T105" fmla="*/ 6 h 159"/>
              <a:gd name="T106" fmla="*/ 138 w 239"/>
              <a:gd name="T107" fmla="*/ 1 h 159"/>
              <a:gd name="T108" fmla="*/ 149 w 239"/>
              <a:gd name="T109" fmla="*/ 1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39" h="159">
                <a:moveTo>
                  <a:pt x="159" y="125"/>
                </a:moveTo>
                <a:lnTo>
                  <a:pt x="159" y="126"/>
                </a:lnTo>
                <a:lnTo>
                  <a:pt x="157" y="126"/>
                </a:lnTo>
                <a:lnTo>
                  <a:pt x="157" y="126"/>
                </a:lnTo>
                <a:lnTo>
                  <a:pt x="156" y="126"/>
                </a:lnTo>
                <a:lnTo>
                  <a:pt x="156" y="126"/>
                </a:lnTo>
                <a:lnTo>
                  <a:pt x="159" y="130"/>
                </a:lnTo>
                <a:lnTo>
                  <a:pt x="162" y="129"/>
                </a:lnTo>
                <a:lnTo>
                  <a:pt x="159" y="125"/>
                </a:lnTo>
                <a:close/>
                <a:moveTo>
                  <a:pt x="155" y="0"/>
                </a:moveTo>
                <a:lnTo>
                  <a:pt x="156" y="1"/>
                </a:lnTo>
                <a:lnTo>
                  <a:pt x="163" y="12"/>
                </a:lnTo>
                <a:lnTo>
                  <a:pt x="163" y="13"/>
                </a:lnTo>
                <a:lnTo>
                  <a:pt x="163" y="15"/>
                </a:lnTo>
                <a:lnTo>
                  <a:pt x="160" y="16"/>
                </a:lnTo>
                <a:lnTo>
                  <a:pt x="162" y="22"/>
                </a:lnTo>
                <a:lnTo>
                  <a:pt x="168" y="25"/>
                </a:lnTo>
                <a:lnTo>
                  <a:pt x="169" y="24"/>
                </a:lnTo>
                <a:lnTo>
                  <a:pt x="171" y="24"/>
                </a:lnTo>
                <a:lnTo>
                  <a:pt x="172" y="24"/>
                </a:lnTo>
                <a:lnTo>
                  <a:pt x="172" y="24"/>
                </a:lnTo>
                <a:lnTo>
                  <a:pt x="177" y="28"/>
                </a:lnTo>
                <a:lnTo>
                  <a:pt x="177" y="39"/>
                </a:lnTo>
                <a:lnTo>
                  <a:pt x="180" y="40"/>
                </a:lnTo>
                <a:lnTo>
                  <a:pt x="186" y="40"/>
                </a:lnTo>
                <a:lnTo>
                  <a:pt x="187" y="40"/>
                </a:lnTo>
                <a:lnTo>
                  <a:pt x="189" y="43"/>
                </a:lnTo>
                <a:lnTo>
                  <a:pt x="192" y="43"/>
                </a:lnTo>
                <a:lnTo>
                  <a:pt x="200" y="40"/>
                </a:lnTo>
                <a:lnTo>
                  <a:pt x="202" y="40"/>
                </a:lnTo>
                <a:lnTo>
                  <a:pt x="202" y="40"/>
                </a:lnTo>
                <a:lnTo>
                  <a:pt x="211" y="49"/>
                </a:lnTo>
                <a:lnTo>
                  <a:pt x="214" y="49"/>
                </a:lnTo>
                <a:lnTo>
                  <a:pt x="214" y="49"/>
                </a:lnTo>
                <a:lnTo>
                  <a:pt x="215" y="49"/>
                </a:lnTo>
                <a:lnTo>
                  <a:pt x="221" y="52"/>
                </a:lnTo>
                <a:lnTo>
                  <a:pt x="224" y="52"/>
                </a:lnTo>
                <a:lnTo>
                  <a:pt x="238" y="58"/>
                </a:lnTo>
                <a:lnTo>
                  <a:pt x="239" y="58"/>
                </a:lnTo>
                <a:lnTo>
                  <a:pt x="238" y="59"/>
                </a:lnTo>
                <a:lnTo>
                  <a:pt x="238" y="59"/>
                </a:lnTo>
                <a:lnTo>
                  <a:pt x="239" y="65"/>
                </a:lnTo>
                <a:lnTo>
                  <a:pt x="239" y="65"/>
                </a:lnTo>
                <a:lnTo>
                  <a:pt x="238" y="68"/>
                </a:lnTo>
                <a:lnTo>
                  <a:pt x="236" y="70"/>
                </a:lnTo>
                <a:lnTo>
                  <a:pt x="235" y="70"/>
                </a:lnTo>
                <a:lnTo>
                  <a:pt x="238" y="73"/>
                </a:lnTo>
                <a:lnTo>
                  <a:pt x="238" y="73"/>
                </a:lnTo>
                <a:lnTo>
                  <a:pt x="238" y="74"/>
                </a:lnTo>
                <a:lnTo>
                  <a:pt x="233" y="76"/>
                </a:lnTo>
                <a:lnTo>
                  <a:pt x="233" y="83"/>
                </a:lnTo>
                <a:lnTo>
                  <a:pt x="236" y="83"/>
                </a:lnTo>
                <a:lnTo>
                  <a:pt x="236" y="83"/>
                </a:lnTo>
                <a:lnTo>
                  <a:pt x="233" y="93"/>
                </a:lnTo>
                <a:lnTo>
                  <a:pt x="233" y="95"/>
                </a:lnTo>
                <a:lnTo>
                  <a:pt x="226" y="95"/>
                </a:lnTo>
                <a:lnTo>
                  <a:pt x="223" y="92"/>
                </a:lnTo>
                <a:lnTo>
                  <a:pt x="218" y="96"/>
                </a:lnTo>
                <a:lnTo>
                  <a:pt x="215" y="98"/>
                </a:lnTo>
                <a:lnTo>
                  <a:pt x="214" y="101"/>
                </a:lnTo>
                <a:lnTo>
                  <a:pt x="214" y="108"/>
                </a:lnTo>
                <a:lnTo>
                  <a:pt x="214" y="108"/>
                </a:lnTo>
                <a:lnTo>
                  <a:pt x="180" y="119"/>
                </a:lnTo>
                <a:lnTo>
                  <a:pt x="175" y="125"/>
                </a:lnTo>
                <a:lnTo>
                  <a:pt x="174" y="125"/>
                </a:lnTo>
                <a:lnTo>
                  <a:pt x="174" y="125"/>
                </a:lnTo>
                <a:lnTo>
                  <a:pt x="174" y="123"/>
                </a:lnTo>
                <a:lnTo>
                  <a:pt x="172" y="122"/>
                </a:lnTo>
                <a:lnTo>
                  <a:pt x="169" y="126"/>
                </a:lnTo>
                <a:lnTo>
                  <a:pt x="169" y="130"/>
                </a:lnTo>
                <a:lnTo>
                  <a:pt x="168" y="130"/>
                </a:lnTo>
                <a:lnTo>
                  <a:pt x="168" y="130"/>
                </a:lnTo>
                <a:lnTo>
                  <a:pt x="168" y="130"/>
                </a:lnTo>
                <a:lnTo>
                  <a:pt x="165" y="128"/>
                </a:lnTo>
                <a:lnTo>
                  <a:pt x="163" y="129"/>
                </a:lnTo>
                <a:lnTo>
                  <a:pt x="165" y="129"/>
                </a:lnTo>
                <a:lnTo>
                  <a:pt x="165" y="129"/>
                </a:lnTo>
                <a:lnTo>
                  <a:pt x="165" y="130"/>
                </a:lnTo>
                <a:lnTo>
                  <a:pt x="163" y="133"/>
                </a:lnTo>
                <a:lnTo>
                  <a:pt x="168" y="135"/>
                </a:lnTo>
                <a:lnTo>
                  <a:pt x="169" y="135"/>
                </a:lnTo>
                <a:lnTo>
                  <a:pt x="171" y="141"/>
                </a:lnTo>
                <a:lnTo>
                  <a:pt x="172" y="141"/>
                </a:lnTo>
                <a:lnTo>
                  <a:pt x="175" y="141"/>
                </a:lnTo>
                <a:lnTo>
                  <a:pt x="178" y="139"/>
                </a:lnTo>
                <a:lnTo>
                  <a:pt x="183" y="139"/>
                </a:lnTo>
                <a:lnTo>
                  <a:pt x="187" y="139"/>
                </a:lnTo>
                <a:lnTo>
                  <a:pt x="190" y="138"/>
                </a:lnTo>
                <a:lnTo>
                  <a:pt x="190" y="138"/>
                </a:lnTo>
                <a:lnTo>
                  <a:pt x="192" y="139"/>
                </a:lnTo>
                <a:lnTo>
                  <a:pt x="192" y="139"/>
                </a:lnTo>
                <a:lnTo>
                  <a:pt x="190" y="147"/>
                </a:lnTo>
                <a:lnTo>
                  <a:pt x="189" y="147"/>
                </a:lnTo>
                <a:lnTo>
                  <a:pt x="187" y="147"/>
                </a:lnTo>
                <a:lnTo>
                  <a:pt x="186" y="147"/>
                </a:lnTo>
                <a:lnTo>
                  <a:pt x="183" y="147"/>
                </a:lnTo>
                <a:lnTo>
                  <a:pt x="180" y="147"/>
                </a:lnTo>
                <a:lnTo>
                  <a:pt x="177" y="145"/>
                </a:lnTo>
                <a:lnTo>
                  <a:pt x="177" y="145"/>
                </a:lnTo>
                <a:lnTo>
                  <a:pt x="156" y="159"/>
                </a:lnTo>
                <a:lnTo>
                  <a:pt x="156" y="159"/>
                </a:lnTo>
                <a:lnTo>
                  <a:pt x="156" y="159"/>
                </a:lnTo>
                <a:lnTo>
                  <a:pt x="149" y="157"/>
                </a:lnTo>
                <a:lnTo>
                  <a:pt x="149" y="156"/>
                </a:lnTo>
                <a:lnTo>
                  <a:pt x="149" y="145"/>
                </a:lnTo>
                <a:lnTo>
                  <a:pt x="137" y="141"/>
                </a:lnTo>
                <a:lnTo>
                  <a:pt x="137" y="139"/>
                </a:lnTo>
                <a:lnTo>
                  <a:pt x="137" y="139"/>
                </a:lnTo>
                <a:lnTo>
                  <a:pt x="153" y="130"/>
                </a:lnTo>
                <a:lnTo>
                  <a:pt x="152" y="129"/>
                </a:lnTo>
                <a:lnTo>
                  <a:pt x="128" y="126"/>
                </a:lnTo>
                <a:lnTo>
                  <a:pt x="128" y="126"/>
                </a:lnTo>
                <a:lnTo>
                  <a:pt x="128" y="125"/>
                </a:lnTo>
                <a:lnTo>
                  <a:pt x="129" y="123"/>
                </a:lnTo>
                <a:lnTo>
                  <a:pt x="125" y="120"/>
                </a:lnTo>
                <a:lnTo>
                  <a:pt x="125" y="120"/>
                </a:lnTo>
                <a:lnTo>
                  <a:pt x="126" y="119"/>
                </a:lnTo>
                <a:lnTo>
                  <a:pt x="132" y="119"/>
                </a:lnTo>
                <a:lnTo>
                  <a:pt x="129" y="116"/>
                </a:lnTo>
                <a:lnTo>
                  <a:pt x="114" y="120"/>
                </a:lnTo>
                <a:lnTo>
                  <a:pt x="112" y="126"/>
                </a:lnTo>
                <a:lnTo>
                  <a:pt x="112" y="126"/>
                </a:lnTo>
                <a:lnTo>
                  <a:pt x="112" y="126"/>
                </a:lnTo>
                <a:lnTo>
                  <a:pt x="112" y="126"/>
                </a:lnTo>
                <a:lnTo>
                  <a:pt x="109" y="125"/>
                </a:lnTo>
                <a:lnTo>
                  <a:pt x="110" y="129"/>
                </a:lnTo>
                <a:lnTo>
                  <a:pt x="110" y="129"/>
                </a:lnTo>
                <a:lnTo>
                  <a:pt x="101" y="136"/>
                </a:lnTo>
                <a:lnTo>
                  <a:pt x="101" y="136"/>
                </a:lnTo>
                <a:lnTo>
                  <a:pt x="101" y="136"/>
                </a:lnTo>
                <a:lnTo>
                  <a:pt x="101" y="136"/>
                </a:lnTo>
                <a:lnTo>
                  <a:pt x="100" y="135"/>
                </a:lnTo>
                <a:lnTo>
                  <a:pt x="100" y="139"/>
                </a:lnTo>
                <a:lnTo>
                  <a:pt x="98" y="139"/>
                </a:lnTo>
                <a:lnTo>
                  <a:pt x="98" y="141"/>
                </a:lnTo>
                <a:lnTo>
                  <a:pt x="95" y="141"/>
                </a:lnTo>
                <a:lnTo>
                  <a:pt x="92" y="141"/>
                </a:lnTo>
                <a:lnTo>
                  <a:pt x="89" y="142"/>
                </a:lnTo>
                <a:lnTo>
                  <a:pt x="86" y="142"/>
                </a:lnTo>
                <a:lnTo>
                  <a:pt x="85" y="142"/>
                </a:lnTo>
                <a:lnTo>
                  <a:pt x="85" y="142"/>
                </a:lnTo>
                <a:lnTo>
                  <a:pt x="80" y="139"/>
                </a:lnTo>
                <a:lnTo>
                  <a:pt x="80" y="138"/>
                </a:lnTo>
                <a:lnTo>
                  <a:pt x="80" y="138"/>
                </a:lnTo>
                <a:lnTo>
                  <a:pt x="85" y="136"/>
                </a:lnTo>
                <a:lnTo>
                  <a:pt x="86" y="132"/>
                </a:lnTo>
                <a:lnTo>
                  <a:pt x="91" y="128"/>
                </a:lnTo>
                <a:lnTo>
                  <a:pt x="94" y="120"/>
                </a:lnTo>
                <a:lnTo>
                  <a:pt x="94" y="119"/>
                </a:lnTo>
                <a:lnTo>
                  <a:pt x="104" y="119"/>
                </a:lnTo>
                <a:lnTo>
                  <a:pt x="104" y="113"/>
                </a:lnTo>
                <a:lnTo>
                  <a:pt x="101" y="110"/>
                </a:lnTo>
                <a:lnTo>
                  <a:pt x="98" y="102"/>
                </a:lnTo>
                <a:lnTo>
                  <a:pt x="94" y="99"/>
                </a:lnTo>
                <a:lnTo>
                  <a:pt x="94" y="99"/>
                </a:lnTo>
                <a:lnTo>
                  <a:pt x="94" y="90"/>
                </a:lnTo>
                <a:lnTo>
                  <a:pt x="88" y="87"/>
                </a:lnTo>
                <a:lnTo>
                  <a:pt x="83" y="87"/>
                </a:lnTo>
                <a:lnTo>
                  <a:pt x="72" y="82"/>
                </a:lnTo>
                <a:lnTo>
                  <a:pt x="66" y="82"/>
                </a:lnTo>
                <a:lnTo>
                  <a:pt x="63" y="86"/>
                </a:lnTo>
                <a:lnTo>
                  <a:pt x="39" y="95"/>
                </a:lnTo>
                <a:lnTo>
                  <a:pt x="39" y="95"/>
                </a:lnTo>
                <a:lnTo>
                  <a:pt x="37" y="93"/>
                </a:lnTo>
                <a:lnTo>
                  <a:pt x="33" y="90"/>
                </a:lnTo>
                <a:lnTo>
                  <a:pt x="9" y="92"/>
                </a:lnTo>
                <a:lnTo>
                  <a:pt x="9" y="92"/>
                </a:lnTo>
                <a:lnTo>
                  <a:pt x="0" y="83"/>
                </a:lnTo>
                <a:lnTo>
                  <a:pt x="0" y="82"/>
                </a:lnTo>
                <a:lnTo>
                  <a:pt x="5" y="68"/>
                </a:lnTo>
                <a:lnTo>
                  <a:pt x="5" y="68"/>
                </a:lnTo>
                <a:lnTo>
                  <a:pt x="8" y="68"/>
                </a:lnTo>
                <a:lnTo>
                  <a:pt x="8" y="62"/>
                </a:lnTo>
                <a:lnTo>
                  <a:pt x="12" y="52"/>
                </a:lnTo>
                <a:lnTo>
                  <a:pt x="26" y="37"/>
                </a:lnTo>
                <a:lnTo>
                  <a:pt x="18" y="18"/>
                </a:lnTo>
                <a:lnTo>
                  <a:pt x="18" y="16"/>
                </a:lnTo>
                <a:lnTo>
                  <a:pt x="18" y="16"/>
                </a:lnTo>
                <a:lnTo>
                  <a:pt x="31" y="13"/>
                </a:lnTo>
                <a:lnTo>
                  <a:pt x="34" y="10"/>
                </a:lnTo>
                <a:lnTo>
                  <a:pt x="34" y="10"/>
                </a:lnTo>
                <a:lnTo>
                  <a:pt x="52" y="9"/>
                </a:lnTo>
                <a:lnTo>
                  <a:pt x="67" y="13"/>
                </a:lnTo>
                <a:lnTo>
                  <a:pt x="70" y="18"/>
                </a:lnTo>
                <a:lnTo>
                  <a:pt x="73" y="18"/>
                </a:lnTo>
                <a:lnTo>
                  <a:pt x="74" y="18"/>
                </a:lnTo>
                <a:lnTo>
                  <a:pt x="76" y="21"/>
                </a:lnTo>
                <a:lnTo>
                  <a:pt x="82" y="18"/>
                </a:lnTo>
                <a:lnTo>
                  <a:pt x="82" y="18"/>
                </a:lnTo>
                <a:lnTo>
                  <a:pt x="82" y="18"/>
                </a:lnTo>
                <a:lnTo>
                  <a:pt x="89" y="21"/>
                </a:lnTo>
                <a:lnTo>
                  <a:pt x="94" y="16"/>
                </a:lnTo>
                <a:lnTo>
                  <a:pt x="94" y="16"/>
                </a:lnTo>
                <a:lnTo>
                  <a:pt x="94" y="16"/>
                </a:lnTo>
                <a:lnTo>
                  <a:pt x="95" y="16"/>
                </a:lnTo>
                <a:lnTo>
                  <a:pt x="100" y="22"/>
                </a:lnTo>
                <a:lnTo>
                  <a:pt x="101" y="22"/>
                </a:lnTo>
                <a:lnTo>
                  <a:pt x="103" y="21"/>
                </a:lnTo>
                <a:lnTo>
                  <a:pt x="106" y="21"/>
                </a:lnTo>
                <a:lnTo>
                  <a:pt x="107" y="21"/>
                </a:lnTo>
                <a:lnTo>
                  <a:pt x="109" y="21"/>
                </a:lnTo>
                <a:lnTo>
                  <a:pt x="109" y="21"/>
                </a:lnTo>
                <a:lnTo>
                  <a:pt x="112" y="22"/>
                </a:lnTo>
                <a:lnTo>
                  <a:pt x="113" y="21"/>
                </a:lnTo>
                <a:lnTo>
                  <a:pt x="114" y="12"/>
                </a:lnTo>
                <a:lnTo>
                  <a:pt x="119" y="7"/>
                </a:lnTo>
                <a:lnTo>
                  <a:pt x="119" y="7"/>
                </a:lnTo>
                <a:lnTo>
                  <a:pt x="122" y="7"/>
                </a:lnTo>
                <a:lnTo>
                  <a:pt x="123" y="6"/>
                </a:lnTo>
                <a:lnTo>
                  <a:pt x="126" y="6"/>
                </a:lnTo>
                <a:lnTo>
                  <a:pt x="128" y="6"/>
                </a:lnTo>
                <a:lnTo>
                  <a:pt x="129" y="6"/>
                </a:lnTo>
                <a:lnTo>
                  <a:pt x="129" y="6"/>
                </a:lnTo>
                <a:lnTo>
                  <a:pt x="132" y="7"/>
                </a:lnTo>
                <a:lnTo>
                  <a:pt x="137" y="1"/>
                </a:lnTo>
                <a:lnTo>
                  <a:pt x="138" y="1"/>
                </a:lnTo>
                <a:lnTo>
                  <a:pt x="138" y="1"/>
                </a:lnTo>
                <a:lnTo>
                  <a:pt x="141" y="1"/>
                </a:lnTo>
                <a:lnTo>
                  <a:pt x="144" y="1"/>
                </a:lnTo>
                <a:lnTo>
                  <a:pt x="149" y="1"/>
                </a:lnTo>
                <a:lnTo>
                  <a:pt x="152" y="1"/>
                </a:lnTo>
                <a:lnTo>
                  <a:pt x="155" y="1"/>
                </a:lnTo>
                <a:lnTo>
                  <a:pt x="155" y="0"/>
                </a:lnTo>
                <a:close/>
              </a:path>
            </a:pathLst>
          </a:custGeom>
          <a:solidFill>
            <a:schemeClr val="accent5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80" name="UZBEKISTAN">
            <a:extLst>
              <a:ext uri="{FF2B5EF4-FFF2-40B4-BE49-F238E27FC236}">
                <a16:creationId xmlns:a16="http://schemas.microsoft.com/office/drawing/2014/main" id="{2E325485-6871-41D6-4D1F-F3A3C5873AA7}"/>
              </a:ext>
            </a:extLst>
          </p:cNvPr>
          <p:cNvSpPr>
            <a:spLocks/>
          </p:cNvSpPr>
          <p:nvPr/>
        </p:nvSpPr>
        <p:spPr bwMode="auto">
          <a:xfrm>
            <a:off x="7370681" y="3123682"/>
            <a:ext cx="492366" cy="321679"/>
          </a:xfrm>
          <a:custGeom>
            <a:avLst/>
            <a:gdLst>
              <a:gd name="T0" fmla="*/ 41 w 225"/>
              <a:gd name="T1" fmla="*/ 3 h 147"/>
              <a:gd name="T2" fmla="*/ 80 w 225"/>
              <a:gd name="T3" fmla="*/ 38 h 147"/>
              <a:gd name="T4" fmla="*/ 127 w 225"/>
              <a:gd name="T5" fmla="*/ 41 h 147"/>
              <a:gd name="T6" fmla="*/ 134 w 225"/>
              <a:gd name="T7" fmla="*/ 49 h 147"/>
              <a:gd name="T8" fmla="*/ 140 w 225"/>
              <a:gd name="T9" fmla="*/ 68 h 147"/>
              <a:gd name="T10" fmla="*/ 155 w 225"/>
              <a:gd name="T11" fmla="*/ 77 h 147"/>
              <a:gd name="T12" fmla="*/ 176 w 225"/>
              <a:gd name="T13" fmla="*/ 73 h 147"/>
              <a:gd name="T14" fmla="*/ 188 w 225"/>
              <a:gd name="T15" fmla="*/ 64 h 147"/>
              <a:gd name="T16" fmla="*/ 195 w 225"/>
              <a:gd name="T17" fmla="*/ 59 h 147"/>
              <a:gd name="T18" fmla="*/ 200 w 225"/>
              <a:gd name="T19" fmla="*/ 62 h 147"/>
              <a:gd name="T20" fmla="*/ 186 w 225"/>
              <a:gd name="T21" fmla="*/ 74 h 147"/>
              <a:gd name="T22" fmla="*/ 194 w 225"/>
              <a:gd name="T23" fmla="*/ 77 h 147"/>
              <a:gd name="T24" fmla="*/ 206 w 225"/>
              <a:gd name="T25" fmla="*/ 74 h 147"/>
              <a:gd name="T26" fmla="*/ 225 w 225"/>
              <a:gd name="T27" fmla="*/ 86 h 147"/>
              <a:gd name="T28" fmla="*/ 191 w 225"/>
              <a:gd name="T29" fmla="*/ 96 h 147"/>
              <a:gd name="T30" fmla="*/ 192 w 225"/>
              <a:gd name="T31" fmla="*/ 87 h 147"/>
              <a:gd name="T32" fmla="*/ 189 w 225"/>
              <a:gd name="T33" fmla="*/ 81 h 147"/>
              <a:gd name="T34" fmla="*/ 176 w 225"/>
              <a:gd name="T35" fmla="*/ 87 h 147"/>
              <a:gd name="T36" fmla="*/ 174 w 225"/>
              <a:gd name="T37" fmla="*/ 96 h 147"/>
              <a:gd name="T38" fmla="*/ 164 w 225"/>
              <a:gd name="T39" fmla="*/ 107 h 147"/>
              <a:gd name="T40" fmla="*/ 149 w 225"/>
              <a:gd name="T41" fmla="*/ 111 h 147"/>
              <a:gd name="T42" fmla="*/ 158 w 225"/>
              <a:gd name="T43" fmla="*/ 117 h 147"/>
              <a:gd name="T44" fmla="*/ 161 w 225"/>
              <a:gd name="T45" fmla="*/ 130 h 147"/>
              <a:gd name="T46" fmla="*/ 152 w 225"/>
              <a:gd name="T47" fmla="*/ 147 h 147"/>
              <a:gd name="T48" fmla="*/ 137 w 225"/>
              <a:gd name="T49" fmla="*/ 138 h 147"/>
              <a:gd name="T50" fmla="*/ 130 w 225"/>
              <a:gd name="T51" fmla="*/ 127 h 147"/>
              <a:gd name="T52" fmla="*/ 114 w 225"/>
              <a:gd name="T53" fmla="*/ 119 h 147"/>
              <a:gd name="T54" fmla="*/ 99 w 225"/>
              <a:gd name="T55" fmla="*/ 110 h 147"/>
              <a:gd name="T56" fmla="*/ 78 w 225"/>
              <a:gd name="T57" fmla="*/ 80 h 147"/>
              <a:gd name="T58" fmla="*/ 69 w 225"/>
              <a:gd name="T59" fmla="*/ 80 h 147"/>
              <a:gd name="T60" fmla="*/ 54 w 225"/>
              <a:gd name="T61" fmla="*/ 70 h 147"/>
              <a:gd name="T62" fmla="*/ 53 w 225"/>
              <a:gd name="T63" fmla="*/ 65 h 147"/>
              <a:gd name="T64" fmla="*/ 44 w 225"/>
              <a:gd name="T65" fmla="*/ 59 h 147"/>
              <a:gd name="T66" fmla="*/ 32 w 225"/>
              <a:gd name="T67" fmla="*/ 53 h 147"/>
              <a:gd name="T68" fmla="*/ 32 w 225"/>
              <a:gd name="T69" fmla="*/ 59 h 147"/>
              <a:gd name="T70" fmla="*/ 25 w 225"/>
              <a:gd name="T71" fmla="*/ 61 h 147"/>
              <a:gd name="T72" fmla="*/ 14 w 225"/>
              <a:gd name="T73" fmla="*/ 67 h 147"/>
              <a:gd name="T74" fmla="*/ 13 w 225"/>
              <a:gd name="T75" fmla="*/ 78 h 147"/>
              <a:gd name="T76" fmla="*/ 0 w 225"/>
              <a:gd name="T77" fmla="*/ 12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25" h="147">
                <a:moveTo>
                  <a:pt x="34" y="0"/>
                </a:moveTo>
                <a:lnTo>
                  <a:pt x="41" y="3"/>
                </a:lnTo>
                <a:lnTo>
                  <a:pt x="54" y="13"/>
                </a:lnTo>
                <a:lnTo>
                  <a:pt x="80" y="38"/>
                </a:lnTo>
                <a:lnTo>
                  <a:pt x="118" y="34"/>
                </a:lnTo>
                <a:lnTo>
                  <a:pt x="127" y="41"/>
                </a:lnTo>
                <a:lnTo>
                  <a:pt x="130" y="49"/>
                </a:lnTo>
                <a:lnTo>
                  <a:pt x="134" y="49"/>
                </a:lnTo>
                <a:lnTo>
                  <a:pt x="133" y="67"/>
                </a:lnTo>
                <a:lnTo>
                  <a:pt x="140" y="68"/>
                </a:lnTo>
                <a:lnTo>
                  <a:pt x="143" y="78"/>
                </a:lnTo>
                <a:lnTo>
                  <a:pt x="155" y="77"/>
                </a:lnTo>
                <a:lnTo>
                  <a:pt x="167" y="81"/>
                </a:lnTo>
                <a:lnTo>
                  <a:pt x="176" y="73"/>
                </a:lnTo>
                <a:lnTo>
                  <a:pt x="185" y="68"/>
                </a:lnTo>
                <a:lnTo>
                  <a:pt x="188" y="64"/>
                </a:lnTo>
                <a:lnTo>
                  <a:pt x="192" y="64"/>
                </a:lnTo>
                <a:lnTo>
                  <a:pt x="195" y="59"/>
                </a:lnTo>
                <a:lnTo>
                  <a:pt x="198" y="61"/>
                </a:lnTo>
                <a:lnTo>
                  <a:pt x="200" y="62"/>
                </a:lnTo>
                <a:lnTo>
                  <a:pt x="186" y="71"/>
                </a:lnTo>
                <a:lnTo>
                  <a:pt x="186" y="74"/>
                </a:lnTo>
                <a:lnTo>
                  <a:pt x="192" y="74"/>
                </a:lnTo>
                <a:lnTo>
                  <a:pt x="194" y="77"/>
                </a:lnTo>
                <a:lnTo>
                  <a:pt x="201" y="80"/>
                </a:lnTo>
                <a:lnTo>
                  <a:pt x="206" y="74"/>
                </a:lnTo>
                <a:lnTo>
                  <a:pt x="212" y="81"/>
                </a:lnTo>
                <a:lnTo>
                  <a:pt x="225" y="86"/>
                </a:lnTo>
                <a:lnTo>
                  <a:pt x="209" y="96"/>
                </a:lnTo>
                <a:lnTo>
                  <a:pt x="191" y="96"/>
                </a:lnTo>
                <a:lnTo>
                  <a:pt x="189" y="90"/>
                </a:lnTo>
                <a:lnTo>
                  <a:pt x="192" y="87"/>
                </a:lnTo>
                <a:lnTo>
                  <a:pt x="192" y="81"/>
                </a:lnTo>
                <a:lnTo>
                  <a:pt x="189" y="81"/>
                </a:lnTo>
                <a:lnTo>
                  <a:pt x="180" y="89"/>
                </a:lnTo>
                <a:lnTo>
                  <a:pt x="176" y="87"/>
                </a:lnTo>
                <a:lnTo>
                  <a:pt x="174" y="90"/>
                </a:lnTo>
                <a:lnTo>
                  <a:pt x="174" y="96"/>
                </a:lnTo>
                <a:lnTo>
                  <a:pt x="167" y="99"/>
                </a:lnTo>
                <a:lnTo>
                  <a:pt x="164" y="107"/>
                </a:lnTo>
                <a:lnTo>
                  <a:pt x="152" y="107"/>
                </a:lnTo>
                <a:lnTo>
                  <a:pt x="149" y="111"/>
                </a:lnTo>
                <a:lnTo>
                  <a:pt x="154" y="116"/>
                </a:lnTo>
                <a:lnTo>
                  <a:pt x="158" y="117"/>
                </a:lnTo>
                <a:lnTo>
                  <a:pt x="158" y="121"/>
                </a:lnTo>
                <a:lnTo>
                  <a:pt x="161" y="130"/>
                </a:lnTo>
                <a:lnTo>
                  <a:pt x="155" y="139"/>
                </a:lnTo>
                <a:lnTo>
                  <a:pt x="152" y="147"/>
                </a:lnTo>
                <a:lnTo>
                  <a:pt x="137" y="144"/>
                </a:lnTo>
                <a:lnTo>
                  <a:pt x="137" y="138"/>
                </a:lnTo>
                <a:lnTo>
                  <a:pt x="140" y="133"/>
                </a:lnTo>
                <a:lnTo>
                  <a:pt x="130" y="127"/>
                </a:lnTo>
                <a:lnTo>
                  <a:pt x="124" y="129"/>
                </a:lnTo>
                <a:lnTo>
                  <a:pt x="114" y="119"/>
                </a:lnTo>
                <a:lnTo>
                  <a:pt x="106" y="116"/>
                </a:lnTo>
                <a:lnTo>
                  <a:pt x="99" y="110"/>
                </a:lnTo>
                <a:lnTo>
                  <a:pt x="87" y="102"/>
                </a:lnTo>
                <a:lnTo>
                  <a:pt x="78" y="80"/>
                </a:lnTo>
                <a:lnTo>
                  <a:pt x="74" y="77"/>
                </a:lnTo>
                <a:lnTo>
                  <a:pt x="69" y="80"/>
                </a:lnTo>
                <a:lnTo>
                  <a:pt x="54" y="77"/>
                </a:lnTo>
                <a:lnTo>
                  <a:pt x="54" y="70"/>
                </a:lnTo>
                <a:lnTo>
                  <a:pt x="56" y="68"/>
                </a:lnTo>
                <a:lnTo>
                  <a:pt x="53" y="65"/>
                </a:lnTo>
                <a:lnTo>
                  <a:pt x="51" y="61"/>
                </a:lnTo>
                <a:lnTo>
                  <a:pt x="44" y="59"/>
                </a:lnTo>
                <a:lnTo>
                  <a:pt x="35" y="52"/>
                </a:lnTo>
                <a:lnTo>
                  <a:pt x="32" y="53"/>
                </a:lnTo>
                <a:lnTo>
                  <a:pt x="29" y="55"/>
                </a:lnTo>
                <a:lnTo>
                  <a:pt x="32" y="59"/>
                </a:lnTo>
                <a:lnTo>
                  <a:pt x="28" y="56"/>
                </a:lnTo>
                <a:lnTo>
                  <a:pt x="25" y="61"/>
                </a:lnTo>
                <a:lnTo>
                  <a:pt x="17" y="62"/>
                </a:lnTo>
                <a:lnTo>
                  <a:pt x="14" y="67"/>
                </a:lnTo>
                <a:lnTo>
                  <a:pt x="16" y="77"/>
                </a:lnTo>
                <a:lnTo>
                  <a:pt x="13" y="78"/>
                </a:lnTo>
                <a:lnTo>
                  <a:pt x="1" y="77"/>
                </a:lnTo>
                <a:lnTo>
                  <a:pt x="0" y="12"/>
                </a:lnTo>
                <a:lnTo>
                  <a:pt x="34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81" name="UKRAIN">
            <a:extLst>
              <a:ext uri="{FF2B5EF4-FFF2-40B4-BE49-F238E27FC236}">
                <a16:creationId xmlns:a16="http://schemas.microsoft.com/office/drawing/2014/main" id="{1B95D177-143C-3FD3-1467-488E3B4E6C00}"/>
              </a:ext>
            </a:extLst>
          </p:cNvPr>
          <p:cNvSpPr>
            <a:spLocks/>
          </p:cNvSpPr>
          <p:nvPr/>
        </p:nvSpPr>
        <p:spPr bwMode="auto">
          <a:xfrm>
            <a:off x="7101522" y="2681649"/>
            <a:ext cx="1164171" cy="623664"/>
          </a:xfrm>
          <a:custGeom>
            <a:avLst/>
            <a:gdLst>
              <a:gd name="T0" fmla="*/ 302 w 532"/>
              <a:gd name="T1" fmla="*/ 2 h 285"/>
              <a:gd name="T2" fmla="*/ 320 w 532"/>
              <a:gd name="T3" fmla="*/ 6 h 285"/>
              <a:gd name="T4" fmla="*/ 323 w 532"/>
              <a:gd name="T5" fmla="*/ 30 h 285"/>
              <a:gd name="T6" fmla="*/ 336 w 532"/>
              <a:gd name="T7" fmla="*/ 24 h 285"/>
              <a:gd name="T8" fmla="*/ 339 w 532"/>
              <a:gd name="T9" fmla="*/ 31 h 285"/>
              <a:gd name="T10" fmla="*/ 354 w 532"/>
              <a:gd name="T11" fmla="*/ 31 h 285"/>
              <a:gd name="T12" fmla="*/ 352 w 532"/>
              <a:gd name="T13" fmla="*/ 37 h 285"/>
              <a:gd name="T14" fmla="*/ 364 w 532"/>
              <a:gd name="T15" fmla="*/ 42 h 285"/>
              <a:gd name="T16" fmla="*/ 385 w 532"/>
              <a:gd name="T17" fmla="*/ 28 h 285"/>
              <a:gd name="T18" fmla="*/ 397 w 532"/>
              <a:gd name="T19" fmla="*/ 28 h 285"/>
              <a:gd name="T20" fmla="*/ 444 w 532"/>
              <a:gd name="T21" fmla="*/ 92 h 285"/>
              <a:gd name="T22" fmla="*/ 453 w 532"/>
              <a:gd name="T23" fmla="*/ 95 h 285"/>
              <a:gd name="T24" fmla="*/ 477 w 532"/>
              <a:gd name="T25" fmla="*/ 98 h 285"/>
              <a:gd name="T26" fmla="*/ 493 w 532"/>
              <a:gd name="T27" fmla="*/ 104 h 285"/>
              <a:gd name="T28" fmla="*/ 518 w 532"/>
              <a:gd name="T29" fmla="*/ 128 h 285"/>
              <a:gd name="T30" fmla="*/ 532 w 532"/>
              <a:gd name="T31" fmla="*/ 135 h 285"/>
              <a:gd name="T32" fmla="*/ 509 w 532"/>
              <a:gd name="T33" fmla="*/ 175 h 285"/>
              <a:gd name="T34" fmla="*/ 475 w 532"/>
              <a:gd name="T35" fmla="*/ 175 h 285"/>
              <a:gd name="T36" fmla="*/ 446 w 532"/>
              <a:gd name="T37" fmla="*/ 245 h 285"/>
              <a:gd name="T38" fmla="*/ 426 w 532"/>
              <a:gd name="T39" fmla="*/ 255 h 285"/>
              <a:gd name="T40" fmla="*/ 352 w 532"/>
              <a:gd name="T41" fmla="*/ 251 h 285"/>
              <a:gd name="T42" fmla="*/ 326 w 532"/>
              <a:gd name="T43" fmla="*/ 254 h 285"/>
              <a:gd name="T44" fmla="*/ 312 w 532"/>
              <a:gd name="T45" fmla="*/ 267 h 285"/>
              <a:gd name="T46" fmla="*/ 278 w 532"/>
              <a:gd name="T47" fmla="*/ 280 h 285"/>
              <a:gd name="T48" fmla="*/ 266 w 532"/>
              <a:gd name="T49" fmla="*/ 282 h 285"/>
              <a:gd name="T50" fmla="*/ 253 w 532"/>
              <a:gd name="T51" fmla="*/ 252 h 285"/>
              <a:gd name="T52" fmla="*/ 216 w 532"/>
              <a:gd name="T53" fmla="*/ 240 h 285"/>
              <a:gd name="T54" fmla="*/ 157 w 532"/>
              <a:gd name="T55" fmla="*/ 203 h 285"/>
              <a:gd name="T56" fmla="*/ 120 w 532"/>
              <a:gd name="T57" fmla="*/ 280 h 285"/>
              <a:gd name="T58" fmla="*/ 85 w 532"/>
              <a:gd name="T59" fmla="*/ 266 h 285"/>
              <a:gd name="T60" fmla="*/ 62 w 532"/>
              <a:gd name="T61" fmla="*/ 248 h 285"/>
              <a:gd name="T62" fmla="*/ 63 w 532"/>
              <a:gd name="T63" fmla="*/ 223 h 285"/>
              <a:gd name="T64" fmla="*/ 72 w 532"/>
              <a:gd name="T65" fmla="*/ 206 h 285"/>
              <a:gd name="T66" fmla="*/ 105 w 532"/>
              <a:gd name="T67" fmla="*/ 212 h 285"/>
              <a:gd name="T68" fmla="*/ 96 w 532"/>
              <a:gd name="T69" fmla="*/ 197 h 285"/>
              <a:gd name="T70" fmla="*/ 26 w 532"/>
              <a:gd name="T71" fmla="*/ 186 h 285"/>
              <a:gd name="T72" fmla="*/ 26 w 532"/>
              <a:gd name="T73" fmla="*/ 168 h 285"/>
              <a:gd name="T74" fmla="*/ 11 w 532"/>
              <a:gd name="T75" fmla="*/ 163 h 285"/>
              <a:gd name="T76" fmla="*/ 7 w 532"/>
              <a:gd name="T77" fmla="*/ 135 h 285"/>
              <a:gd name="T78" fmla="*/ 11 w 532"/>
              <a:gd name="T79" fmla="*/ 107 h 285"/>
              <a:gd name="T80" fmla="*/ 26 w 532"/>
              <a:gd name="T81" fmla="*/ 106 h 285"/>
              <a:gd name="T82" fmla="*/ 38 w 532"/>
              <a:gd name="T83" fmla="*/ 94 h 285"/>
              <a:gd name="T84" fmla="*/ 59 w 532"/>
              <a:gd name="T85" fmla="*/ 82 h 285"/>
              <a:gd name="T86" fmla="*/ 66 w 532"/>
              <a:gd name="T87" fmla="*/ 85 h 285"/>
              <a:gd name="T88" fmla="*/ 74 w 532"/>
              <a:gd name="T89" fmla="*/ 80 h 285"/>
              <a:gd name="T90" fmla="*/ 103 w 532"/>
              <a:gd name="T91" fmla="*/ 100 h 285"/>
              <a:gd name="T92" fmla="*/ 109 w 532"/>
              <a:gd name="T93" fmla="*/ 95 h 285"/>
              <a:gd name="T94" fmla="*/ 130 w 532"/>
              <a:gd name="T95" fmla="*/ 97 h 285"/>
              <a:gd name="T96" fmla="*/ 136 w 532"/>
              <a:gd name="T97" fmla="*/ 95 h 285"/>
              <a:gd name="T98" fmla="*/ 154 w 532"/>
              <a:gd name="T99" fmla="*/ 94 h 285"/>
              <a:gd name="T100" fmla="*/ 169 w 532"/>
              <a:gd name="T101" fmla="*/ 104 h 285"/>
              <a:gd name="T102" fmla="*/ 183 w 532"/>
              <a:gd name="T103" fmla="*/ 104 h 285"/>
              <a:gd name="T104" fmla="*/ 180 w 532"/>
              <a:gd name="T105" fmla="*/ 83 h 285"/>
              <a:gd name="T106" fmla="*/ 176 w 532"/>
              <a:gd name="T107" fmla="*/ 76 h 285"/>
              <a:gd name="T108" fmla="*/ 191 w 532"/>
              <a:gd name="T109" fmla="*/ 55 h 285"/>
              <a:gd name="T110" fmla="*/ 191 w 532"/>
              <a:gd name="T111" fmla="*/ 45 h 285"/>
              <a:gd name="T112" fmla="*/ 191 w 532"/>
              <a:gd name="T113" fmla="*/ 43 h 285"/>
              <a:gd name="T114" fmla="*/ 188 w 532"/>
              <a:gd name="T115" fmla="*/ 34 h 285"/>
              <a:gd name="T116" fmla="*/ 198 w 532"/>
              <a:gd name="T117" fmla="*/ 33 h 285"/>
              <a:gd name="T118" fmla="*/ 210 w 532"/>
              <a:gd name="T119" fmla="*/ 34 h 285"/>
              <a:gd name="T120" fmla="*/ 225 w 532"/>
              <a:gd name="T121" fmla="*/ 27 h 285"/>
              <a:gd name="T122" fmla="*/ 244 w 532"/>
              <a:gd name="T123" fmla="*/ 20 h 285"/>
              <a:gd name="T124" fmla="*/ 287 w 532"/>
              <a:gd name="T125" fmla="*/ 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32" h="285">
                <a:moveTo>
                  <a:pt x="293" y="0"/>
                </a:moveTo>
                <a:lnTo>
                  <a:pt x="294" y="0"/>
                </a:lnTo>
                <a:lnTo>
                  <a:pt x="296" y="2"/>
                </a:lnTo>
                <a:lnTo>
                  <a:pt x="299" y="2"/>
                </a:lnTo>
                <a:lnTo>
                  <a:pt x="302" y="2"/>
                </a:lnTo>
                <a:lnTo>
                  <a:pt x="302" y="2"/>
                </a:lnTo>
                <a:lnTo>
                  <a:pt x="309" y="6"/>
                </a:lnTo>
                <a:lnTo>
                  <a:pt x="315" y="3"/>
                </a:lnTo>
                <a:lnTo>
                  <a:pt x="315" y="3"/>
                </a:lnTo>
                <a:lnTo>
                  <a:pt x="315" y="3"/>
                </a:lnTo>
                <a:lnTo>
                  <a:pt x="320" y="6"/>
                </a:lnTo>
                <a:lnTo>
                  <a:pt x="320" y="6"/>
                </a:lnTo>
                <a:lnTo>
                  <a:pt x="321" y="15"/>
                </a:lnTo>
                <a:lnTo>
                  <a:pt x="324" y="18"/>
                </a:lnTo>
                <a:lnTo>
                  <a:pt x="324" y="18"/>
                </a:lnTo>
                <a:lnTo>
                  <a:pt x="323" y="24"/>
                </a:lnTo>
                <a:lnTo>
                  <a:pt x="321" y="27"/>
                </a:lnTo>
                <a:lnTo>
                  <a:pt x="323" y="30"/>
                </a:lnTo>
                <a:lnTo>
                  <a:pt x="333" y="28"/>
                </a:lnTo>
                <a:lnTo>
                  <a:pt x="333" y="24"/>
                </a:lnTo>
                <a:lnTo>
                  <a:pt x="333" y="24"/>
                </a:lnTo>
                <a:lnTo>
                  <a:pt x="335" y="24"/>
                </a:lnTo>
                <a:lnTo>
                  <a:pt x="335" y="24"/>
                </a:lnTo>
                <a:lnTo>
                  <a:pt x="336" y="24"/>
                </a:lnTo>
                <a:lnTo>
                  <a:pt x="336" y="25"/>
                </a:lnTo>
                <a:lnTo>
                  <a:pt x="339" y="30"/>
                </a:lnTo>
                <a:lnTo>
                  <a:pt x="339" y="33"/>
                </a:lnTo>
                <a:lnTo>
                  <a:pt x="340" y="33"/>
                </a:lnTo>
                <a:lnTo>
                  <a:pt x="339" y="31"/>
                </a:lnTo>
                <a:lnTo>
                  <a:pt x="339" y="31"/>
                </a:lnTo>
                <a:lnTo>
                  <a:pt x="339" y="31"/>
                </a:lnTo>
                <a:lnTo>
                  <a:pt x="340" y="30"/>
                </a:lnTo>
                <a:lnTo>
                  <a:pt x="340" y="30"/>
                </a:lnTo>
                <a:lnTo>
                  <a:pt x="342" y="30"/>
                </a:lnTo>
                <a:lnTo>
                  <a:pt x="349" y="34"/>
                </a:lnTo>
                <a:lnTo>
                  <a:pt x="354" y="31"/>
                </a:lnTo>
                <a:lnTo>
                  <a:pt x="354" y="31"/>
                </a:lnTo>
                <a:lnTo>
                  <a:pt x="355" y="31"/>
                </a:lnTo>
                <a:lnTo>
                  <a:pt x="355" y="31"/>
                </a:lnTo>
                <a:lnTo>
                  <a:pt x="355" y="36"/>
                </a:lnTo>
                <a:lnTo>
                  <a:pt x="355" y="37"/>
                </a:lnTo>
                <a:lnTo>
                  <a:pt x="352" y="37"/>
                </a:lnTo>
                <a:lnTo>
                  <a:pt x="351" y="42"/>
                </a:lnTo>
                <a:lnTo>
                  <a:pt x="351" y="43"/>
                </a:lnTo>
                <a:lnTo>
                  <a:pt x="357" y="40"/>
                </a:lnTo>
                <a:lnTo>
                  <a:pt x="358" y="40"/>
                </a:lnTo>
                <a:lnTo>
                  <a:pt x="358" y="40"/>
                </a:lnTo>
                <a:lnTo>
                  <a:pt x="364" y="42"/>
                </a:lnTo>
                <a:lnTo>
                  <a:pt x="364" y="40"/>
                </a:lnTo>
                <a:lnTo>
                  <a:pt x="364" y="39"/>
                </a:lnTo>
                <a:lnTo>
                  <a:pt x="373" y="36"/>
                </a:lnTo>
                <a:lnTo>
                  <a:pt x="379" y="28"/>
                </a:lnTo>
                <a:lnTo>
                  <a:pt x="379" y="28"/>
                </a:lnTo>
                <a:lnTo>
                  <a:pt x="385" y="28"/>
                </a:lnTo>
                <a:lnTo>
                  <a:pt x="394" y="24"/>
                </a:lnTo>
                <a:lnTo>
                  <a:pt x="395" y="24"/>
                </a:lnTo>
                <a:lnTo>
                  <a:pt x="395" y="24"/>
                </a:lnTo>
                <a:lnTo>
                  <a:pt x="395" y="24"/>
                </a:lnTo>
                <a:lnTo>
                  <a:pt x="397" y="27"/>
                </a:lnTo>
                <a:lnTo>
                  <a:pt x="397" y="28"/>
                </a:lnTo>
                <a:lnTo>
                  <a:pt x="392" y="30"/>
                </a:lnTo>
                <a:lnTo>
                  <a:pt x="392" y="33"/>
                </a:lnTo>
                <a:lnTo>
                  <a:pt x="410" y="49"/>
                </a:lnTo>
                <a:lnTo>
                  <a:pt x="438" y="101"/>
                </a:lnTo>
                <a:lnTo>
                  <a:pt x="441" y="98"/>
                </a:lnTo>
                <a:lnTo>
                  <a:pt x="444" y="92"/>
                </a:lnTo>
                <a:lnTo>
                  <a:pt x="444" y="92"/>
                </a:lnTo>
                <a:lnTo>
                  <a:pt x="447" y="91"/>
                </a:lnTo>
                <a:lnTo>
                  <a:pt x="447" y="91"/>
                </a:lnTo>
                <a:lnTo>
                  <a:pt x="447" y="91"/>
                </a:lnTo>
                <a:lnTo>
                  <a:pt x="453" y="95"/>
                </a:lnTo>
                <a:lnTo>
                  <a:pt x="453" y="95"/>
                </a:lnTo>
                <a:lnTo>
                  <a:pt x="453" y="98"/>
                </a:lnTo>
                <a:lnTo>
                  <a:pt x="456" y="103"/>
                </a:lnTo>
                <a:lnTo>
                  <a:pt x="471" y="103"/>
                </a:lnTo>
                <a:lnTo>
                  <a:pt x="472" y="100"/>
                </a:lnTo>
                <a:lnTo>
                  <a:pt x="474" y="98"/>
                </a:lnTo>
                <a:lnTo>
                  <a:pt x="477" y="98"/>
                </a:lnTo>
                <a:lnTo>
                  <a:pt x="478" y="97"/>
                </a:lnTo>
                <a:lnTo>
                  <a:pt x="480" y="97"/>
                </a:lnTo>
                <a:lnTo>
                  <a:pt x="480" y="97"/>
                </a:lnTo>
                <a:lnTo>
                  <a:pt x="483" y="98"/>
                </a:lnTo>
                <a:lnTo>
                  <a:pt x="493" y="104"/>
                </a:lnTo>
                <a:lnTo>
                  <a:pt x="493" y="104"/>
                </a:lnTo>
                <a:lnTo>
                  <a:pt x="495" y="113"/>
                </a:lnTo>
                <a:lnTo>
                  <a:pt x="501" y="114"/>
                </a:lnTo>
                <a:lnTo>
                  <a:pt x="501" y="116"/>
                </a:lnTo>
                <a:lnTo>
                  <a:pt x="502" y="119"/>
                </a:lnTo>
                <a:lnTo>
                  <a:pt x="506" y="125"/>
                </a:lnTo>
                <a:lnTo>
                  <a:pt x="518" y="128"/>
                </a:lnTo>
                <a:lnTo>
                  <a:pt x="520" y="125"/>
                </a:lnTo>
                <a:lnTo>
                  <a:pt x="524" y="123"/>
                </a:lnTo>
                <a:lnTo>
                  <a:pt x="524" y="123"/>
                </a:lnTo>
                <a:lnTo>
                  <a:pt x="524" y="123"/>
                </a:lnTo>
                <a:lnTo>
                  <a:pt x="532" y="134"/>
                </a:lnTo>
                <a:lnTo>
                  <a:pt x="532" y="135"/>
                </a:lnTo>
                <a:lnTo>
                  <a:pt x="527" y="141"/>
                </a:lnTo>
                <a:lnTo>
                  <a:pt x="521" y="150"/>
                </a:lnTo>
                <a:lnTo>
                  <a:pt x="521" y="150"/>
                </a:lnTo>
                <a:lnTo>
                  <a:pt x="512" y="152"/>
                </a:lnTo>
                <a:lnTo>
                  <a:pt x="509" y="162"/>
                </a:lnTo>
                <a:lnTo>
                  <a:pt x="509" y="175"/>
                </a:lnTo>
                <a:lnTo>
                  <a:pt x="509" y="177"/>
                </a:lnTo>
                <a:lnTo>
                  <a:pt x="499" y="181"/>
                </a:lnTo>
                <a:lnTo>
                  <a:pt x="499" y="181"/>
                </a:lnTo>
                <a:lnTo>
                  <a:pt x="499" y="181"/>
                </a:lnTo>
                <a:lnTo>
                  <a:pt x="495" y="177"/>
                </a:lnTo>
                <a:lnTo>
                  <a:pt x="475" y="175"/>
                </a:lnTo>
                <a:lnTo>
                  <a:pt x="466" y="197"/>
                </a:lnTo>
                <a:lnTo>
                  <a:pt x="466" y="211"/>
                </a:lnTo>
                <a:lnTo>
                  <a:pt x="466" y="211"/>
                </a:lnTo>
                <a:lnTo>
                  <a:pt x="437" y="218"/>
                </a:lnTo>
                <a:lnTo>
                  <a:pt x="440" y="223"/>
                </a:lnTo>
                <a:lnTo>
                  <a:pt x="446" y="245"/>
                </a:lnTo>
                <a:lnTo>
                  <a:pt x="441" y="261"/>
                </a:lnTo>
                <a:lnTo>
                  <a:pt x="441" y="261"/>
                </a:lnTo>
                <a:lnTo>
                  <a:pt x="440" y="261"/>
                </a:lnTo>
                <a:lnTo>
                  <a:pt x="440" y="261"/>
                </a:lnTo>
                <a:lnTo>
                  <a:pt x="431" y="260"/>
                </a:lnTo>
                <a:lnTo>
                  <a:pt x="426" y="255"/>
                </a:lnTo>
                <a:lnTo>
                  <a:pt x="398" y="251"/>
                </a:lnTo>
                <a:lnTo>
                  <a:pt x="394" y="252"/>
                </a:lnTo>
                <a:lnTo>
                  <a:pt x="376" y="252"/>
                </a:lnTo>
                <a:lnTo>
                  <a:pt x="367" y="251"/>
                </a:lnTo>
                <a:lnTo>
                  <a:pt x="360" y="246"/>
                </a:lnTo>
                <a:lnTo>
                  <a:pt x="352" y="251"/>
                </a:lnTo>
                <a:lnTo>
                  <a:pt x="351" y="260"/>
                </a:lnTo>
                <a:lnTo>
                  <a:pt x="349" y="260"/>
                </a:lnTo>
                <a:lnTo>
                  <a:pt x="349" y="260"/>
                </a:lnTo>
                <a:lnTo>
                  <a:pt x="349" y="260"/>
                </a:lnTo>
                <a:lnTo>
                  <a:pt x="335" y="255"/>
                </a:lnTo>
                <a:lnTo>
                  <a:pt x="326" y="254"/>
                </a:lnTo>
                <a:lnTo>
                  <a:pt x="321" y="254"/>
                </a:lnTo>
                <a:lnTo>
                  <a:pt x="321" y="258"/>
                </a:lnTo>
                <a:lnTo>
                  <a:pt x="318" y="263"/>
                </a:lnTo>
                <a:lnTo>
                  <a:pt x="315" y="266"/>
                </a:lnTo>
                <a:lnTo>
                  <a:pt x="315" y="267"/>
                </a:lnTo>
                <a:lnTo>
                  <a:pt x="312" y="267"/>
                </a:lnTo>
                <a:lnTo>
                  <a:pt x="309" y="272"/>
                </a:lnTo>
                <a:lnTo>
                  <a:pt x="300" y="276"/>
                </a:lnTo>
                <a:lnTo>
                  <a:pt x="290" y="285"/>
                </a:lnTo>
                <a:lnTo>
                  <a:pt x="290" y="285"/>
                </a:lnTo>
                <a:lnTo>
                  <a:pt x="290" y="285"/>
                </a:lnTo>
                <a:lnTo>
                  <a:pt x="278" y="280"/>
                </a:lnTo>
                <a:lnTo>
                  <a:pt x="278" y="280"/>
                </a:lnTo>
                <a:lnTo>
                  <a:pt x="275" y="280"/>
                </a:lnTo>
                <a:lnTo>
                  <a:pt x="272" y="280"/>
                </a:lnTo>
                <a:lnTo>
                  <a:pt x="269" y="282"/>
                </a:lnTo>
                <a:lnTo>
                  <a:pt x="266" y="282"/>
                </a:lnTo>
                <a:lnTo>
                  <a:pt x="266" y="282"/>
                </a:lnTo>
                <a:lnTo>
                  <a:pt x="265" y="280"/>
                </a:lnTo>
                <a:lnTo>
                  <a:pt x="263" y="270"/>
                </a:lnTo>
                <a:lnTo>
                  <a:pt x="256" y="269"/>
                </a:lnTo>
                <a:lnTo>
                  <a:pt x="254" y="269"/>
                </a:lnTo>
                <a:lnTo>
                  <a:pt x="256" y="252"/>
                </a:lnTo>
                <a:lnTo>
                  <a:pt x="253" y="252"/>
                </a:lnTo>
                <a:lnTo>
                  <a:pt x="253" y="251"/>
                </a:lnTo>
                <a:lnTo>
                  <a:pt x="249" y="243"/>
                </a:lnTo>
                <a:lnTo>
                  <a:pt x="240" y="237"/>
                </a:lnTo>
                <a:lnTo>
                  <a:pt x="237" y="237"/>
                </a:lnTo>
                <a:lnTo>
                  <a:pt x="228" y="239"/>
                </a:lnTo>
                <a:lnTo>
                  <a:pt x="216" y="240"/>
                </a:lnTo>
                <a:lnTo>
                  <a:pt x="207" y="240"/>
                </a:lnTo>
                <a:lnTo>
                  <a:pt x="203" y="242"/>
                </a:lnTo>
                <a:lnTo>
                  <a:pt x="203" y="240"/>
                </a:lnTo>
                <a:lnTo>
                  <a:pt x="176" y="215"/>
                </a:lnTo>
                <a:lnTo>
                  <a:pt x="164" y="206"/>
                </a:lnTo>
                <a:lnTo>
                  <a:pt x="157" y="203"/>
                </a:lnTo>
                <a:lnTo>
                  <a:pt x="124" y="214"/>
                </a:lnTo>
                <a:lnTo>
                  <a:pt x="124" y="279"/>
                </a:lnTo>
                <a:lnTo>
                  <a:pt x="124" y="279"/>
                </a:lnTo>
                <a:lnTo>
                  <a:pt x="123" y="279"/>
                </a:lnTo>
                <a:lnTo>
                  <a:pt x="121" y="279"/>
                </a:lnTo>
                <a:lnTo>
                  <a:pt x="120" y="280"/>
                </a:lnTo>
                <a:lnTo>
                  <a:pt x="117" y="280"/>
                </a:lnTo>
                <a:lnTo>
                  <a:pt x="117" y="280"/>
                </a:lnTo>
                <a:lnTo>
                  <a:pt x="115" y="280"/>
                </a:lnTo>
                <a:lnTo>
                  <a:pt x="106" y="264"/>
                </a:lnTo>
                <a:lnTo>
                  <a:pt x="99" y="261"/>
                </a:lnTo>
                <a:lnTo>
                  <a:pt x="85" y="266"/>
                </a:lnTo>
                <a:lnTo>
                  <a:pt x="77" y="272"/>
                </a:lnTo>
                <a:lnTo>
                  <a:pt x="77" y="272"/>
                </a:lnTo>
                <a:lnTo>
                  <a:pt x="77" y="272"/>
                </a:lnTo>
                <a:lnTo>
                  <a:pt x="75" y="270"/>
                </a:lnTo>
                <a:lnTo>
                  <a:pt x="78" y="255"/>
                </a:lnTo>
                <a:lnTo>
                  <a:pt x="62" y="248"/>
                </a:lnTo>
                <a:lnTo>
                  <a:pt x="60" y="248"/>
                </a:lnTo>
                <a:lnTo>
                  <a:pt x="57" y="233"/>
                </a:lnTo>
                <a:lnTo>
                  <a:pt x="45" y="223"/>
                </a:lnTo>
                <a:lnTo>
                  <a:pt x="45" y="223"/>
                </a:lnTo>
                <a:lnTo>
                  <a:pt x="45" y="223"/>
                </a:lnTo>
                <a:lnTo>
                  <a:pt x="63" y="223"/>
                </a:lnTo>
                <a:lnTo>
                  <a:pt x="60" y="215"/>
                </a:lnTo>
                <a:lnTo>
                  <a:pt x="60" y="214"/>
                </a:lnTo>
                <a:lnTo>
                  <a:pt x="62" y="211"/>
                </a:lnTo>
                <a:lnTo>
                  <a:pt x="62" y="211"/>
                </a:lnTo>
                <a:lnTo>
                  <a:pt x="69" y="211"/>
                </a:lnTo>
                <a:lnTo>
                  <a:pt x="72" y="206"/>
                </a:lnTo>
                <a:lnTo>
                  <a:pt x="74" y="206"/>
                </a:lnTo>
                <a:lnTo>
                  <a:pt x="77" y="206"/>
                </a:lnTo>
                <a:lnTo>
                  <a:pt x="84" y="208"/>
                </a:lnTo>
                <a:lnTo>
                  <a:pt x="93" y="209"/>
                </a:lnTo>
                <a:lnTo>
                  <a:pt x="102" y="211"/>
                </a:lnTo>
                <a:lnTo>
                  <a:pt x="105" y="212"/>
                </a:lnTo>
                <a:lnTo>
                  <a:pt x="103" y="208"/>
                </a:lnTo>
                <a:lnTo>
                  <a:pt x="105" y="208"/>
                </a:lnTo>
                <a:lnTo>
                  <a:pt x="105" y="208"/>
                </a:lnTo>
                <a:lnTo>
                  <a:pt x="106" y="208"/>
                </a:lnTo>
                <a:lnTo>
                  <a:pt x="105" y="205"/>
                </a:lnTo>
                <a:lnTo>
                  <a:pt x="96" y="197"/>
                </a:lnTo>
                <a:lnTo>
                  <a:pt x="85" y="180"/>
                </a:lnTo>
                <a:lnTo>
                  <a:pt x="78" y="175"/>
                </a:lnTo>
                <a:lnTo>
                  <a:pt x="69" y="177"/>
                </a:lnTo>
                <a:lnTo>
                  <a:pt x="57" y="174"/>
                </a:lnTo>
                <a:lnTo>
                  <a:pt x="48" y="181"/>
                </a:lnTo>
                <a:lnTo>
                  <a:pt x="26" y="186"/>
                </a:lnTo>
                <a:lnTo>
                  <a:pt x="23" y="186"/>
                </a:lnTo>
                <a:lnTo>
                  <a:pt x="23" y="184"/>
                </a:lnTo>
                <a:lnTo>
                  <a:pt x="23" y="181"/>
                </a:lnTo>
                <a:lnTo>
                  <a:pt x="25" y="180"/>
                </a:lnTo>
                <a:lnTo>
                  <a:pt x="31" y="180"/>
                </a:lnTo>
                <a:lnTo>
                  <a:pt x="26" y="168"/>
                </a:lnTo>
                <a:lnTo>
                  <a:pt x="22" y="162"/>
                </a:lnTo>
                <a:lnTo>
                  <a:pt x="11" y="162"/>
                </a:lnTo>
                <a:lnTo>
                  <a:pt x="11" y="162"/>
                </a:lnTo>
                <a:lnTo>
                  <a:pt x="11" y="163"/>
                </a:lnTo>
                <a:lnTo>
                  <a:pt x="11" y="163"/>
                </a:lnTo>
                <a:lnTo>
                  <a:pt x="11" y="163"/>
                </a:lnTo>
                <a:lnTo>
                  <a:pt x="8" y="160"/>
                </a:lnTo>
                <a:lnTo>
                  <a:pt x="5" y="152"/>
                </a:lnTo>
                <a:lnTo>
                  <a:pt x="0" y="149"/>
                </a:lnTo>
                <a:lnTo>
                  <a:pt x="0" y="149"/>
                </a:lnTo>
                <a:lnTo>
                  <a:pt x="2" y="138"/>
                </a:lnTo>
                <a:lnTo>
                  <a:pt x="7" y="135"/>
                </a:lnTo>
                <a:lnTo>
                  <a:pt x="4" y="131"/>
                </a:lnTo>
                <a:lnTo>
                  <a:pt x="4" y="131"/>
                </a:lnTo>
                <a:lnTo>
                  <a:pt x="5" y="119"/>
                </a:lnTo>
                <a:lnTo>
                  <a:pt x="5" y="119"/>
                </a:lnTo>
                <a:lnTo>
                  <a:pt x="10" y="116"/>
                </a:lnTo>
                <a:lnTo>
                  <a:pt x="11" y="107"/>
                </a:lnTo>
                <a:lnTo>
                  <a:pt x="13" y="106"/>
                </a:lnTo>
                <a:lnTo>
                  <a:pt x="13" y="106"/>
                </a:lnTo>
                <a:lnTo>
                  <a:pt x="13" y="107"/>
                </a:lnTo>
                <a:lnTo>
                  <a:pt x="25" y="120"/>
                </a:lnTo>
                <a:lnTo>
                  <a:pt x="29" y="117"/>
                </a:lnTo>
                <a:lnTo>
                  <a:pt x="26" y="106"/>
                </a:lnTo>
                <a:lnTo>
                  <a:pt x="26" y="104"/>
                </a:lnTo>
                <a:lnTo>
                  <a:pt x="26" y="104"/>
                </a:lnTo>
                <a:lnTo>
                  <a:pt x="29" y="104"/>
                </a:lnTo>
                <a:lnTo>
                  <a:pt x="37" y="100"/>
                </a:lnTo>
                <a:lnTo>
                  <a:pt x="37" y="95"/>
                </a:lnTo>
                <a:lnTo>
                  <a:pt x="38" y="94"/>
                </a:lnTo>
                <a:lnTo>
                  <a:pt x="48" y="91"/>
                </a:lnTo>
                <a:lnTo>
                  <a:pt x="53" y="83"/>
                </a:lnTo>
                <a:lnTo>
                  <a:pt x="54" y="83"/>
                </a:lnTo>
                <a:lnTo>
                  <a:pt x="54" y="83"/>
                </a:lnTo>
                <a:lnTo>
                  <a:pt x="56" y="82"/>
                </a:lnTo>
                <a:lnTo>
                  <a:pt x="59" y="82"/>
                </a:lnTo>
                <a:lnTo>
                  <a:pt x="60" y="82"/>
                </a:lnTo>
                <a:lnTo>
                  <a:pt x="62" y="82"/>
                </a:lnTo>
                <a:lnTo>
                  <a:pt x="62" y="82"/>
                </a:lnTo>
                <a:lnTo>
                  <a:pt x="63" y="85"/>
                </a:lnTo>
                <a:lnTo>
                  <a:pt x="65" y="85"/>
                </a:lnTo>
                <a:lnTo>
                  <a:pt x="66" y="85"/>
                </a:lnTo>
                <a:lnTo>
                  <a:pt x="66" y="85"/>
                </a:lnTo>
                <a:lnTo>
                  <a:pt x="66" y="85"/>
                </a:lnTo>
                <a:lnTo>
                  <a:pt x="68" y="86"/>
                </a:lnTo>
                <a:lnTo>
                  <a:pt x="69" y="82"/>
                </a:lnTo>
                <a:lnTo>
                  <a:pt x="71" y="80"/>
                </a:lnTo>
                <a:lnTo>
                  <a:pt x="74" y="80"/>
                </a:lnTo>
                <a:lnTo>
                  <a:pt x="77" y="80"/>
                </a:lnTo>
                <a:lnTo>
                  <a:pt x="77" y="80"/>
                </a:lnTo>
                <a:lnTo>
                  <a:pt x="80" y="86"/>
                </a:lnTo>
                <a:lnTo>
                  <a:pt x="91" y="86"/>
                </a:lnTo>
                <a:lnTo>
                  <a:pt x="91" y="86"/>
                </a:lnTo>
                <a:lnTo>
                  <a:pt x="103" y="100"/>
                </a:lnTo>
                <a:lnTo>
                  <a:pt x="105" y="106"/>
                </a:lnTo>
                <a:lnTo>
                  <a:pt x="106" y="106"/>
                </a:lnTo>
                <a:lnTo>
                  <a:pt x="106" y="97"/>
                </a:lnTo>
                <a:lnTo>
                  <a:pt x="106" y="97"/>
                </a:lnTo>
                <a:lnTo>
                  <a:pt x="109" y="95"/>
                </a:lnTo>
                <a:lnTo>
                  <a:pt x="109" y="95"/>
                </a:lnTo>
                <a:lnTo>
                  <a:pt x="109" y="95"/>
                </a:lnTo>
                <a:lnTo>
                  <a:pt x="114" y="101"/>
                </a:lnTo>
                <a:lnTo>
                  <a:pt x="120" y="104"/>
                </a:lnTo>
                <a:lnTo>
                  <a:pt x="128" y="97"/>
                </a:lnTo>
                <a:lnTo>
                  <a:pt x="130" y="97"/>
                </a:lnTo>
                <a:lnTo>
                  <a:pt x="130" y="97"/>
                </a:lnTo>
                <a:lnTo>
                  <a:pt x="131" y="97"/>
                </a:lnTo>
                <a:lnTo>
                  <a:pt x="133" y="97"/>
                </a:lnTo>
                <a:lnTo>
                  <a:pt x="133" y="97"/>
                </a:lnTo>
                <a:lnTo>
                  <a:pt x="133" y="95"/>
                </a:lnTo>
                <a:lnTo>
                  <a:pt x="134" y="95"/>
                </a:lnTo>
                <a:lnTo>
                  <a:pt x="136" y="95"/>
                </a:lnTo>
                <a:lnTo>
                  <a:pt x="137" y="95"/>
                </a:lnTo>
                <a:lnTo>
                  <a:pt x="139" y="95"/>
                </a:lnTo>
                <a:lnTo>
                  <a:pt x="139" y="95"/>
                </a:lnTo>
                <a:lnTo>
                  <a:pt x="143" y="98"/>
                </a:lnTo>
                <a:lnTo>
                  <a:pt x="148" y="95"/>
                </a:lnTo>
                <a:lnTo>
                  <a:pt x="154" y="94"/>
                </a:lnTo>
                <a:lnTo>
                  <a:pt x="157" y="95"/>
                </a:lnTo>
                <a:lnTo>
                  <a:pt x="157" y="95"/>
                </a:lnTo>
                <a:lnTo>
                  <a:pt x="161" y="104"/>
                </a:lnTo>
                <a:lnTo>
                  <a:pt x="169" y="104"/>
                </a:lnTo>
                <a:lnTo>
                  <a:pt x="169" y="104"/>
                </a:lnTo>
                <a:lnTo>
                  <a:pt x="169" y="104"/>
                </a:lnTo>
                <a:lnTo>
                  <a:pt x="170" y="106"/>
                </a:lnTo>
                <a:lnTo>
                  <a:pt x="173" y="106"/>
                </a:lnTo>
                <a:lnTo>
                  <a:pt x="176" y="100"/>
                </a:lnTo>
                <a:lnTo>
                  <a:pt x="177" y="100"/>
                </a:lnTo>
                <a:lnTo>
                  <a:pt x="177" y="100"/>
                </a:lnTo>
                <a:lnTo>
                  <a:pt x="183" y="104"/>
                </a:lnTo>
                <a:lnTo>
                  <a:pt x="194" y="101"/>
                </a:lnTo>
                <a:lnTo>
                  <a:pt x="197" y="91"/>
                </a:lnTo>
                <a:lnTo>
                  <a:pt x="189" y="88"/>
                </a:lnTo>
                <a:lnTo>
                  <a:pt x="188" y="88"/>
                </a:lnTo>
                <a:lnTo>
                  <a:pt x="186" y="85"/>
                </a:lnTo>
                <a:lnTo>
                  <a:pt x="180" y="83"/>
                </a:lnTo>
                <a:lnTo>
                  <a:pt x="180" y="83"/>
                </a:lnTo>
                <a:lnTo>
                  <a:pt x="179" y="80"/>
                </a:lnTo>
                <a:lnTo>
                  <a:pt x="176" y="79"/>
                </a:lnTo>
                <a:lnTo>
                  <a:pt x="176" y="79"/>
                </a:lnTo>
                <a:lnTo>
                  <a:pt x="176" y="77"/>
                </a:lnTo>
                <a:lnTo>
                  <a:pt x="176" y="76"/>
                </a:lnTo>
                <a:lnTo>
                  <a:pt x="188" y="70"/>
                </a:lnTo>
                <a:lnTo>
                  <a:pt x="189" y="67"/>
                </a:lnTo>
                <a:lnTo>
                  <a:pt x="185" y="61"/>
                </a:lnTo>
                <a:lnTo>
                  <a:pt x="185" y="60"/>
                </a:lnTo>
                <a:lnTo>
                  <a:pt x="189" y="55"/>
                </a:lnTo>
                <a:lnTo>
                  <a:pt x="191" y="55"/>
                </a:lnTo>
                <a:lnTo>
                  <a:pt x="203" y="55"/>
                </a:lnTo>
                <a:lnTo>
                  <a:pt x="204" y="54"/>
                </a:lnTo>
                <a:lnTo>
                  <a:pt x="200" y="49"/>
                </a:lnTo>
                <a:lnTo>
                  <a:pt x="192" y="49"/>
                </a:lnTo>
                <a:lnTo>
                  <a:pt x="191" y="49"/>
                </a:lnTo>
                <a:lnTo>
                  <a:pt x="191" y="45"/>
                </a:lnTo>
                <a:lnTo>
                  <a:pt x="191" y="43"/>
                </a:lnTo>
                <a:lnTo>
                  <a:pt x="195" y="42"/>
                </a:lnTo>
                <a:lnTo>
                  <a:pt x="195" y="42"/>
                </a:lnTo>
                <a:lnTo>
                  <a:pt x="194" y="42"/>
                </a:lnTo>
                <a:lnTo>
                  <a:pt x="192" y="42"/>
                </a:lnTo>
                <a:lnTo>
                  <a:pt x="191" y="43"/>
                </a:lnTo>
                <a:lnTo>
                  <a:pt x="189" y="43"/>
                </a:lnTo>
                <a:lnTo>
                  <a:pt x="189" y="42"/>
                </a:lnTo>
                <a:lnTo>
                  <a:pt x="189" y="42"/>
                </a:lnTo>
                <a:lnTo>
                  <a:pt x="191" y="37"/>
                </a:lnTo>
                <a:lnTo>
                  <a:pt x="188" y="34"/>
                </a:lnTo>
                <a:lnTo>
                  <a:pt x="188" y="34"/>
                </a:lnTo>
                <a:lnTo>
                  <a:pt x="189" y="33"/>
                </a:lnTo>
                <a:lnTo>
                  <a:pt x="195" y="31"/>
                </a:lnTo>
                <a:lnTo>
                  <a:pt x="195" y="31"/>
                </a:lnTo>
                <a:lnTo>
                  <a:pt x="197" y="31"/>
                </a:lnTo>
                <a:lnTo>
                  <a:pt x="197" y="33"/>
                </a:lnTo>
                <a:lnTo>
                  <a:pt x="198" y="33"/>
                </a:lnTo>
                <a:lnTo>
                  <a:pt x="201" y="33"/>
                </a:lnTo>
                <a:lnTo>
                  <a:pt x="204" y="33"/>
                </a:lnTo>
                <a:lnTo>
                  <a:pt x="207" y="33"/>
                </a:lnTo>
                <a:lnTo>
                  <a:pt x="209" y="33"/>
                </a:lnTo>
                <a:lnTo>
                  <a:pt x="209" y="33"/>
                </a:lnTo>
                <a:lnTo>
                  <a:pt x="210" y="34"/>
                </a:lnTo>
                <a:lnTo>
                  <a:pt x="210" y="31"/>
                </a:lnTo>
                <a:lnTo>
                  <a:pt x="211" y="31"/>
                </a:lnTo>
                <a:lnTo>
                  <a:pt x="217" y="31"/>
                </a:lnTo>
                <a:lnTo>
                  <a:pt x="223" y="27"/>
                </a:lnTo>
                <a:lnTo>
                  <a:pt x="223" y="27"/>
                </a:lnTo>
                <a:lnTo>
                  <a:pt x="225" y="27"/>
                </a:lnTo>
                <a:lnTo>
                  <a:pt x="229" y="28"/>
                </a:lnTo>
                <a:lnTo>
                  <a:pt x="229" y="27"/>
                </a:lnTo>
                <a:lnTo>
                  <a:pt x="229" y="27"/>
                </a:lnTo>
                <a:lnTo>
                  <a:pt x="235" y="24"/>
                </a:lnTo>
                <a:lnTo>
                  <a:pt x="243" y="24"/>
                </a:lnTo>
                <a:lnTo>
                  <a:pt x="244" y="20"/>
                </a:lnTo>
                <a:lnTo>
                  <a:pt x="244" y="20"/>
                </a:lnTo>
                <a:lnTo>
                  <a:pt x="254" y="18"/>
                </a:lnTo>
                <a:lnTo>
                  <a:pt x="283" y="11"/>
                </a:lnTo>
                <a:lnTo>
                  <a:pt x="284" y="6"/>
                </a:lnTo>
                <a:lnTo>
                  <a:pt x="284" y="6"/>
                </a:lnTo>
                <a:lnTo>
                  <a:pt x="287" y="5"/>
                </a:lnTo>
                <a:lnTo>
                  <a:pt x="293" y="0"/>
                </a:lnTo>
                <a:lnTo>
                  <a:pt x="293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82" name="KYRGYZSTAN">
            <a:extLst>
              <a:ext uri="{FF2B5EF4-FFF2-40B4-BE49-F238E27FC236}">
                <a16:creationId xmlns:a16="http://schemas.microsoft.com/office/drawing/2014/main" id="{3070DE10-302E-4548-3C58-DAA148B36DBB}"/>
              </a:ext>
            </a:extLst>
          </p:cNvPr>
          <p:cNvSpPr>
            <a:spLocks/>
          </p:cNvSpPr>
          <p:nvPr/>
        </p:nvSpPr>
        <p:spPr bwMode="auto">
          <a:xfrm>
            <a:off x="7749255" y="3217780"/>
            <a:ext cx="317302" cy="153180"/>
          </a:xfrm>
          <a:custGeom>
            <a:avLst/>
            <a:gdLst>
              <a:gd name="T0" fmla="*/ 65 w 145"/>
              <a:gd name="T1" fmla="*/ 0 h 70"/>
              <a:gd name="T2" fmla="*/ 80 w 145"/>
              <a:gd name="T3" fmla="*/ 6 h 70"/>
              <a:gd name="T4" fmla="*/ 102 w 145"/>
              <a:gd name="T5" fmla="*/ 4 h 70"/>
              <a:gd name="T6" fmla="*/ 132 w 145"/>
              <a:gd name="T7" fmla="*/ 9 h 70"/>
              <a:gd name="T8" fmla="*/ 145 w 145"/>
              <a:gd name="T9" fmla="*/ 15 h 70"/>
              <a:gd name="T10" fmla="*/ 145 w 145"/>
              <a:gd name="T11" fmla="*/ 16 h 70"/>
              <a:gd name="T12" fmla="*/ 142 w 145"/>
              <a:gd name="T13" fmla="*/ 25 h 70"/>
              <a:gd name="T14" fmla="*/ 117 w 145"/>
              <a:gd name="T15" fmla="*/ 40 h 70"/>
              <a:gd name="T16" fmla="*/ 99 w 145"/>
              <a:gd name="T17" fmla="*/ 44 h 70"/>
              <a:gd name="T18" fmla="*/ 92 w 145"/>
              <a:gd name="T19" fmla="*/ 53 h 70"/>
              <a:gd name="T20" fmla="*/ 87 w 145"/>
              <a:gd name="T21" fmla="*/ 52 h 70"/>
              <a:gd name="T22" fmla="*/ 82 w 145"/>
              <a:gd name="T23" fmla="*/ 52 h 70"/>
              <a:gd name="T24" fmla="*/ 76 w 145"/>
              <a:gd name="T25" fmla="*/ 50 h 70"/>
              <a:gd name="T26" fmla="*/ 73 w 145"/>
              <a:gd name="T27" fmla="*/ 53 h 70"/>
              <a:gd name="T28" fmla="*/ 61 w 145"/>
              <a:gd name="T29" fmla="*/ 67 h 70"/>
              <a:gd name="T30" fmla="*/ 59 w 145"/>
              <a:gd name="T31" fmla="*/ 67 h 70"/>
              <a:gd name="T32" fmla="*/ 52 w 145"/>
              <a:gd name="T33" fmla="*/ 68 h 70"/>
              <a:gd name="T34" fmla="*/ 44 w 145"/>
              <a:gd name="T35" fmla="*/ 70 h 70"/>
              <a:gd name="T36" fmla="*/ 40 w 145"/>
              <a:gd name="T37" fmla="*/ 70 h 70"/>
              <a:gd name="T38" fmla="*/ 33 w 145"/>
              <a:gd name="T39" fmla="*/ 68 h 70"/>
              <a:gd name="T40" fmla="*/ 30 w 145"/>
              <a:gd name="T41" fmla="*/ 65 h 70"/>
              <a:gd name="T42" fmla="*/ 16 w 145"/>
              <a:gd name="T43" fmla="*/ 65 h 70"/>
              <a:gd name="T44" fmla="*/ 1 w 145"/>
              <a:gd name="T45" fmla="*/ 64 h 70"/>
              <a:gd name="T46" fmla="*/ 0 w 145"/>
              <a:gd name="T47" fmla="*/ 56 h 70"/>
              <a:gd name="T48" fmla="*/ 18 w 145"/>
              <a:gd name="T49" fmla="*/ 56 h 70"/>
              <a:gd name="T50" fmla="*/ 36 w 145"/>
              <a:gd name="T51" fmla="*/ 52 h 70"/>
              <a:gd name="T52" fmla="*/ 39 w 145"/>
              <a:gd name="T53" fmla="*/ 40 h 70"/>
              <a:gd name="T54" fmla="*/ 30 w 145"/>
              <a:gd name="T55" fmla="*/ 37 h 70"/>
              <a:gd name="T56" fmla="*/ 28 w 145"/>
              <a:gd name="T57" fmla="*/ 38 h 70"/>
              <a:gd name="T58" fmla="*/ 18 w 145"/>
              <a:gd name="T59" fmla="*/ 33 h 70"/>
              <a:gd name="T60" fmla="*/ 13 w 145"/>
              <a:gd name="T61" fmla="*/ 31 h 70"/>
              <a:gd name="T62" fmla="*/ 13 w 145"/>
              <a:gd name="T63" fmla="*/ 28 h 70"/>
              <a:gd name="T64" fmla="*/ 25 w 145"/>
              <a:gd name="T65" fmla="*/ 18 h 70"/>
              <a:gd name="T66" fmla="*/ 21 w 145"/>
              <a:gd name="T67" fmla="*/ 18 h 70"/>
              <a:gd name="T68" fmla="*/ 24 w 145"/>
              <a:gd name="T69" fmla="*/ 13 h 70"/>
              <a:gd name="T70" fmla="*/ 24 w 145"/>
              <a:gd name="T71" fmla="*/ 9 h 70"/>
              <a:gd name="T72" fmla="*/ 39 w 145"/>
              <a:gd name="T73" fmla="*/ 9 h 70"/>
              <a:gd name="T74" fmla="*/ 56 w 145"/>
              <a:gd name="T75" fmla="*/ 4 h 70"/>
              <a:gd name="T76" fmla="*/ 64 w 145"/>
              <a:gd name="T77" fmla="*/ 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5" h="70">
                <a:moveTo>
                  <a:pt x="64" y="0"/>
                </a:moveTo>
                <a:lnTo>
                  <a:pt x="65" y="0"/>
                </a:lnTo>
                <a:lnTo>
                  <a:pt x="71" y="4"/>
                </a:lnTo>
                <a:lnTo>
                  <a:pt x="80" y="6"/>
                </a:lnTo>
                <a:lnTo>
                  <a:pt x="98" y="6"/>
                </a:lnTo>
                <a:lnTo>
                  <a:pt x="102" y="4"/>
                </a:lnTo>
                <a:lnTo>
                  <a:pt x="132" y="9"/>
                </a:lnTo>
                <a:lnTo>
                  <a:pt x="132" y="9"/>
                </a:lnTo>
                <a:lnTo>
                  <a:pt x="135" y="13"/>
                </a:lnTo>
                <a:lnTo>
                  <a:pt x="145" y="15"/>
                </a:lnTo>
                <a:lnTo>
                  <a:pt x="145" y="16"/>
                </a:lnTo>
                <a:lnTo>
                  <a:pt x="145" y="16"/>
                </a:lnTo>
                <a:lnTo>
                  <a:pt x="142" y="24"/>
                </a:lnTo>
                <a:lnTo>
                  <a:pt x="142" y="25"/>
                </a:lnTo>
                <a:lnTo>
                  <a:pt x="122" y="34"/>
                </a:lnTo>
                <a:lnTo>
                  <a:pt x="117" y="40"/>
                </a:lnTo>
                <a:lnTo>
                  <a:pt x="117" y="41"/>
                </a:lnTo>
                <a:lnTo>
                  <a:pt x="99" y="44"/>
                </a:lnTo>
                <a:lnTo>
                  <a:pt x="92" y="52"/>
                </a:lnTo>
                <a:lnTo>
                  <a:pt x="92" y="53"/>
                </a:lnTo>
                <a:lnTo>
                  <a:pt x="90" y="53"/>
                </a:lnTo>
                <a:lnTo>
                  <a:pt x="87" y="52"/>
                </a:lnTo>
                <a:lnTo>
                  <a:pt x="84" y="52"/>
                </a:lnTo>
                <a:lnTo>
                  <a:pt x="82" y="52"/>
                </a:lnTo>
                <a:lnTo>
                  <a:pt x="77" y="52"/>
                </a:lnTo>
                <a:lnTo>
                  <a:pt x="76" y="50"/>
                </a:lnTo>
                <a:lnTo>
                  <a:pt x="74" y="50"/>
                </a:lnTo>
                <a:lnTo>
                  <a:pt x="73" y="53"/>
                </a:lnTo>
                <a:lnTo>
                  <a:pt x="62" y="58"/>
                </a:lnTo>
                <a:lnTo>
                  <a:pt x="61" y="67"/>
                </a:lnTo>
                <a:lnTo>
                  <a:pt x="59" y="67"/>
                </a:lnTo>
                <a:lnTo>
                  <a:pt x="59" y="67"/>
                </a:lnTo>
                <a:lnTo>
                  <a:pt x="56" y="67"/>
                </a:lnTo>
                <a:lnTo>
                  <a:pt x="52" y="68"/>
                </a:lnTo>
                <a:lnTo>
                  <a:pt x="47" y="68"/>
                </a:lnTo>
                <a:lnTo>
                  <a:pt x="44" y="70"/>
                </a:lnTo>
                <a:lnTo>
                  <a:pt x="41" y="70"/>
                </a:lnTo>
                <a:lnTo>
                  <a:pt x="40" y="70"/>
                </a:lnTo>
                <a:lnTo>
                  <a:pt x="34" y="70"/>
                </a:lnTo>
                <a:lnTo>
                  <a:pt x="33" y="68"/>
                </a:lnTo>
                <a:lnTo>
                  <a:pt x="33" y="65"/>
                </a:lnTo>
                <a:lnTo>
                  <a:pt x="30" y="65"/>
                </a:lnTo>
                <a:lnTo>
                  <a:pt x="22" y="67"/>
                </a:lnTo>
                <a:lnTo>
                  <a:pt x="16" y="65"/>
                </a:lnTo>
                <a:lnTo>
                  <a:pt x="1" y="65"/>
                </a:lnTo>
                <a:lnTo>
                  <a:pt x="1" y="64"/>
                </a:lnTo>
                <a:lnTo>
                  <a:pt x="0" y="58"/>
                </a:lnTo>
                <a:lnTo>
                  <a:pt x="0" y="56"/>
                </a:lnTo>
                <a:lnTo>
                  <a:pt x="12" y="53"/>
                </a:lnTo>
                <a:lnTo>
                  <a:pt x="18" y="56"/>
                </a:lnTo>
                <a:lnTo>
                  <a:pt x="22" y="52"/>
                </a:lnTo>
                <a:lnTo>
                  <a:pt x="36" y="52"/>
                </a:lnTo>
                <a:lnTo>
                  <a:pt x="50" y="43"/>
                </a:lnTo>
                <a:lnTo>
                  <a:pt x="39" y="40"/>
                </a:lnTo>
                <a:lnTo>
                  <a:pt x="33" y="33"/>
                </a:lnTo>
                <a:lnTo>
                  <a:pt x="30" y="37"/>
                </a:lnTo>
                <a:lnTo>
                  <a:pt x="28" y="38"/>
                </a:lnTo>
                <a:lnTo>
                  <a:pt x="28" y="38"/>
                </a:lnTo>
                <a:lnTo>
                  <a:pt x="21" y="35"/>
                </a:lnTo>
                <a:lnTo>
                  <a:pt x="18" y="33"/>
                </a:lnTo>
                <a:lnTo>
                  <a:pt x="13" y="31"/>
                </a:lnTo>
                <a:lnTo>
                  <a:pt x="13" y="31"/>
                </a:lnTo>
                <a:lnTo>
                  <a:pt x="13" y="28"/>
                </a:lnTo>
                <a:lnTo>
                  <a:pt x="13" y="28"/>
                </a:lnTo>
                <a:lnTo>
                  <a:pt x="25" y="19"/>
                </a:lnTo>
                <a:lnTo>
                  <a:pt x="25" y="18"/>
                </a:lnTo>
                <a:lnTo>
                  <a:pt x="22" y="18"/>
                </a:lnTo>
                <a:lnTo>
                  <a:pt x="21" y="18"/>
                </a:lnTo>
                <a:lnTo>
                  <a:pt x="21" y="16"/>
                </a:lnTo>
                <a:lnTo>
                  <a:pt x="24" y="13"/>
                </a:lnTo>
                <a:lnTo>
                  <a:pt x="24" y="9"/>
                </a:lnTo>
                <a:lnTo>
                  <a:pt x="24" y="9"/>
                </a:lnTo>
                <a:lnTo>
                  <a:pt x="30" y="7"/>
                </a:lnTo>
                <a:lnTo>
                  <a:pt x="39" y="9"/>
                </a:lnTo>
                <a:lnTo>
                  <a:pt x="53" y="13"/>
                </a:lnTo>
                <a:lnTo>
                  <a:pt x="56" y="4"/>
                </a:lnTo>
                <a:lnTo>
                  <a:pt x="56" y="4"/>
                </a:lnTo>
                <a:lnTo>
                  <a:pt x="64" y="0"/>
                </a:lnTo>
                <a:lnTo>
                  <a:pt x="64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83" name="TAJIKISTAN">
            <a:extLst>
              <a:ext uri="{FF2B5EF4-FFF2-40B4-BE49-F238E27FC236}">
                <a16:creationId xmlns:a16="http://schemas.microsoft.com/office/drawing/2014/main" id="{9926C75D-C800-B161-BEF9-68ADE847BFFC}"/>
              </a:ext>
            </a:extLst>
          </p:cNvPr>
          <p:cNvSpPr>
            <a:spLocks/>
          </p:cNvSpPr>
          <p:nvPr/>
        </p:nvSpPr>
        <p:spPr bwMode="auto">
          <a:xfrm>
            <a:off x="7696739" y="3300936"/>
            <a:ext cx="218829" cy="166311"/>
          </a:xfrm>
          <a:custGeom>
            <a:avLst/>
            <a:gdLst>
              <a:gd name="T0" fmla="*/ 43 w 100"/>
              <a:gd name="T1" fmla="*/ 0 h 76"/>
              <a:gd name="T2" fmla="*/ 45 w 100"/>
              <a:gd name="T3" fmla="*/ 6 h 76"/>
              <a:gd name="T4" fmla="*/ 42 w 100"/>
              <a:gd name="T5" fmla="*/ 14 h 76"/>
              <a:gd name="T6" fmla="*/ 48 w 100"/>
              <a:gd name="T7" fmla="*/ 14 h 76"/>
              <a:gd name="T8" fmla="*/ 42 w 100"/>
              <a:gd name="T9" fmla="*/ 20 h 76"/>
              <a:gd name="T10" fmla="*/ 42 w 100"/>
              <a:gd name="T11" fmla="*/ 20 h 76"/>
              <a:gd name="T12" fmla="*/ 25 w 100"/>
              <a:gd name="T13" fmla="*/ 20 h 76"/>
              <a:gd name="T14" fmla="*/ 42 w 100"/>
              <a:gd name="T15" fmla="*/ 26 h 76"/>
              <a:gd name="T16" fmla="*/ 54 w 100"/>
              <a:gd name="T17" fmla="*/ 26 h 76"/>
              <a:gd name="T18" fmla="*/ 58 w 100"/>
              <a:gd name="T19" fmla="*/ 27 h 76"/>
              <a:gd name="T20" fmla="*/ 64 w 100"/>
              <a:gd name="T21" fmla="*/ 30 h 76"/>
              <a:gd name="T22" fmla="*/ 68 w 100"/>
              <a:gd name="T23" fmla="*/ 30 h 76"/>
              <a:gd name="T24" fmla="*/ 76 w 100"/>
              <a:gd name="T25" fmla="*/ 29 h 76"/>
              <a:gd name="T26" fmla="*/ 83 w 100"/>
              <a:gd name="T27" fmla="*/ 27 h 76"/>
              <a:gd name="T28" fmla="*/ 85 w 100"/>
              <a:gd name="T29" fmla="*/ 27 h 76"/>
              <a:gd name="T30" fmla="*/ 82 w 100"/>
              <a:gd name="T31" fmla="*/ 39 h 76"/>
              <a:gd name="T32" fmla="*/ 86 w 100"/>
              <a:gd name="T33" fmla="*/ 45 h 76"/>
              <a:gd name="T34" fmla="*/ 91 w 100"/>
              <a:gd name="T35" fmla="*/ 45 h 76"/>
              <a:gd name="T36" fmla="*/ 94 w 100"/>
              <a:gd name="T37" fmla="*/ 45 h 76"/>
              <a:gd name="T38" fmla="*/ 97 w 100"/>
              <a:gd name="T39" fmla="*/ 46 h 76"/>
              <a:gd name="T40" fmla="*/ 98 w 100"/>
              <a:gd name="T41" fmla="*/ 67 h 76"/>
              <a:gd name="T42" fmla="*/ 95 w 100"/>
              <a:gd name="T43" fmla="*/ 67 h 76"/>
              <a:gd name="T44" fmla="*/ 95 w 100"/>
              <a:gd name="T45" fmla="*/ 66 h 76"/>
              <a:gd name="T46" fmla="*/ 92 w 100"/>
              <a:gd name="T47" fmla="*/ 66 h 76"/>
              <a:gd name="T48" fmla="*/ 83 w 100"/>
              <a:gd name="T49" fmla="*/ 67 h 76"/>
              <a:gd name="T50" fmla="*/ 82 w 100"/>
              <a:gd name="T51" fmla="*/ 64 h 76"/>
              <a:gd name="T52" fmla="*/ 55 w 100"/>
              <a:gd name="T53" fmla="*/ 76 h 76"/>
              <a:gd name="T54" fmla="*/ 55 w 100"/>
              <a:gd name="T55" fmla="*/ 76 h 76"/>
              <a:gd name="T56" fmla="*/ 51 w 100"/>
              <a:gd name="T57" fmla="*/ 69 h 76"/>
              <a:gd name="T58" fmla="*/ 49 w 100"/>
              <a:gd name="T59" fmla="*/ 54 h 76"/>
              <a:gd name="T60" fmla="*/ 49 w 100"/>
              <a:gd name="T61" fmla="*/ 49 h 76"/>
              <a:gd name="T62" fmla="*/ 37 w 100"/>
              <a:gd name="T63" fmla="*/ 55 h 76"/>
              <a:gd name="T64" fmla="*/ 37 w 100"/>
              <a:gd name="T65" fmla="*/ 58 h 76"/>
              <a:gd name="T66" fmla="*/ 36 w 100"/>
              <a:gd name="T67" fmla="*/ 63 h 76"/>
              <a:gd name="T68" fmla="*/ 27 w 100"/>
              <a:gd name="T69" fmla="*/ 60 h 76"/>
              <a:gd name="T70" fmla="*/ 25 w 100"/>
              <a:gd name="T71" fmla="*/ 69 h 76"/>
              <a:gd name="T72" fmla="*/ 24 w 100"/>
              <a:gd name="T73" fmla="*/ 69 h 76"/>
              <a:gd name="T74" fmla="*/ 9 w 100"/>
              <a:gd name="T75" fmla="*/ 72 h 76"/>
              <a:gd name="T76" fmla="*/ 8 w 100"/>
              <a:gd name="T77" fmla="*/ 72 h 76"/>
              <a:gd name="T78" fmla="*/ 2 w 100"/>
              <a:gd name="T79" fmla="*/ 66 h 76"/>
              <a:gd name="T80" fmla="*/ 12 w 100"/>
              <a:gd name="T81" fmla="*/ 49 h 76"/>
              <a:gd name="T82" fmla="*/ 9 w 100"/>
              <a:gd name="T83" fmla="*/ 36 h 76"/>
              <a:gd name="T84" fmla="*/ 0 w 100"/>
              <a:gd name="T85" fmla="*/ 30 h 76"/>
              <a:gd name="T86" fmla="*/ 2 w 100"/>
              <a:gd name="T87" fmla="*/ 26 h 76"/>
              <a:gd name="T88" fmla="*/ 15 w 100"/>
              <a:gd name="T89" fmla="*/ 24 h 76"/>
              <a:gd name="T90" fmla="*/ 18 w 100"/>
              <a:gd name="T91" fmla="*/ 17 h 76"/>
              <a:gd name="T92" fmla="*/ 24 w 100"/>
              <a:gd name="T93" fmla="*/ 9 h 76"/>
              <a:gd name="T94" fmla="*/ 27 w 100"/>
              <a:gd name="T95" fmla="*/ 6 h 76"/>
              <a:gd name="T96" fmla="*/ 28 w 100"/>
              <a:gd name="T97" fmla="*/ 6 h 76"/>
              <a:gd name="T98" fmla="*/ 31 w 100"/>
              <a:gd name="T99" fmla="*/ 6 h 76"/>
              <a:gd name="T100" fmla="*/ 43 w 100"/>
              <a:gd name="T101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00" h="76">
                <a:moveTo>
                  <a:pt x="43" y="0"/>
                </a:moveTo>
                <a:lnTo>
                  <a:pt x="43" y="0"/>
                </a:lnTo>
                <a:lnTo>
                  <a:pt x="45" y="6"/>
                </a:lnTo>
                <a:lnTo>
                  <a:pt x="45" y="6"/>
                </a:lnTo>
                <a:lnTo>
                  <a:pt x="40" y="9"/>
                </a:lnTo>
                <a:lnTo>
                  <a:pt x="42" y="14"/>
                </a:lnTo>
                <a:lnTo>
                  <a:pt x="46" y="14"/>
                </a:lnTo>
                <a:lnTo>
                  <a:pt x="48" y="14"/>
                </a:lnTo>
                <a:lnTo>
                  <a:pt x="48" y="15"/>
                </a:lnTo>
                <a:lnTo>
                  <a:pt x="42" y="20"/>
                </a:lnTo>
                <a:lnTo>
                  <a:pt x="42" y="20"/>
                </a:lnTo>
                <a:lnTo>
                  <a:pt x="42" y="20"/>
                </a:lnTo>
                <a:lnTo>
                  <a:pt x="36" y="17"/>
                </a:lnTo>
                <a:lnTo>
                  <a:pt x="25" y="20"/>
                </a:lnTo>
                <a:lnTo>
                  <a:pt x="27" y="26"/>
                </a:lnTo>
                <a:lnTo>
                  <a:pt x="42" y="26"/>
                </a:lnTo>
                <a:lnTo>
                  <a:pt x="46" y="27"/>
                </a:lnTo>
                <a:lnTo>
                  <a:pt x="54" y="26"/>
                </a:lnTo>
                <a:lnTo>
                  <a:pt x="58" y="27"/>
                </a:lnTo>
                <a:lnTo>
                  <a:pt x="58" y="27"/>
                </a:lnTo>
                <a:lnTo>
                  <a:pt x="58" y="30"/>
                </a:lnTo>
                <a:lnTo>
                  <a:pt x="64" y="30"/>
                </a:lnTo>
                <a:lnTo>
                  <a:pt x="65" y="30"/>
                </a:lnTo>
                <a:lnTo>
                  <a:pt x="68" y="30"/>
                </a:lnTo>
                <a:lnTo>
                  <a:pt x="71" y="29"/>
                </a:lnTo>
                <a:lnTo>
                  <a:pt x="76" y="29"/>
                </a:lnTo>
                <a:lnTo>
                  <a:pt x="80" y="27"/>
                </a:lnTo>
                <a:lnTo>
                  <a:pt x="83" y="27"/>
                </a:lnTo>
                <a:lnTo>
                  <a:pt x="83" y="27"/>
                </a:lnTo>
                <a:lnTo>
                  <a:pt x="85" y="27"/>
                </a:lnTo>
                <a:lnTo>
                  <a:pt x="85" y="29"/>
                </a:lnTo>
                <a:lnTo>
                  <a:pt x="82" y="39"/>
                </a:lnTo>
                <a:lnTo>
                  <a:pt x="85" y="45"/>
                </a:lnTo>
                <a:lnTo>
                  <a:pt x="86" y="45"/>
                </a:lnTo>
                <a:lnTo>
                  <a:pt x="89" y="45"/>
                </a:lnTo>
                <a:lnTo>
                  <a:pt x="91" y="45"/>
                </a:lnTo>
                <a:lnTo>
                  <a:pt x="94" y="45"/>
                </a:lnTo>
                <a:lnTo>
                  <a:pt x="94" y="45"/>
                </a:lnTo>
                <a:lnTo>
                  <a:pt x="95" y="45"/>
                </a:lnTo>
                <a:lnTo>
                  <a:pt x="97" y="46"/>
                </a:lnTo>
                <a:lnTo>
                  <a:pt x="100" y="66"/>
                </a:lnTo>
                <a:lnTo>
                  <a:pt x="98" y="67"/>
                </a:lnTo>
                <a:lnTo>
                  <a:pt x="98" y="67"/>
                </a:lnTo>
                <a:lnTo>
                  <a:pt x="95" y="67"/>
                </a:lnTo>
                <a:lnTo>
                  <a:pt x="95" y="67"/>
                </a:lnTo>
                <a:lnTo>
                  <a:pt x="95" y="66"/>
                </a:lnTo>
                <a:lnTo>
                  <a:pt x="95" y="66"/>
                </a:lnTo>
                <a:lnTo>
                  <a:pt x="92" y="66"/>
                </a:lnTo>
                <a:lnTo>
                  <a:pt x="83" y="67"/>
                </a:lnTo>
                <a:lnTo>
                  <a:pt x="83" y="67"/>
                </a:lnTo>
                <a:lnTo>
                  <a:pt x="83" y="67"/>
                </a:lnTo>
                <a:lnTo>
                  <a:pt x="82" y="64"/>
                </a:lnTo>
                <a:lnTo>
                  <a:pt x="79" y="63"/>
                </a:lnTo>
                <a:lnTo>
                  <a:pt x="55" y="76"/>
                </a:lnTo>
                <a:lnTo>
                  <a:pt x="55" y="76"/>
                </a:lnTo>
                <a:lnTo>
                  <a:pt x="55" y="76"/>
                </a:lnTo>
                <a:lnTo>
                  <a:pt x="55" y="76"/>
                </a:lnTo>
                <a:lnTo>
                  <a:pt x="51" y="69"/>
                </a:lnTo>
                <a:lnTo>
                  <a:pt x="52" y="57"/>
                </a:lnTo>
                <a:lnTo>
                  <a:pt x="49" y="54"/>
                </a:lnTo>
                <a:lnTo>
                  <a:pt x="49" y="54"/>
                </a:lnTo>
                <a:lnTo>
                  <a:pt x="49" y="49"/>
                </a:lnTo>
                <a:lnTo>
                  <a:pt x="45" y="46"/>
                </a:lnTo>
                <a:lnTo>
                  <a:pt x="37" y="55"/>
                </a:lnTo>
                <a:lnTo>
                  <a:pt x="37" y="58"/>
                </a:lnTo>
                <a:lnTo>
                  <a:pt x="37" y="58"/>
                </a:lnTo>
                <a:lnTo>
                  <a:pt x="36" y="63"/>
                </a:lnTo>
                <a:lnTo>
                  <a:pt x="36" y="63"/>
                </a:lnTo>
                <a:lnTo>
                  <a:pt x="36" y="63"/>
                </a:lnTo>
                <a:lnTo>
                  <a:pt x="27" y="60"/>
                </a:lnTo>
                <a:lnTo>
                  <a:pt x="25" y="69"/>
                </a:lnTo>
                <a:lnTo>
                  <a:pt x="25" y="69"/>
                </a:lnTo>
                <a:lnTo>
                  <a:pt x="25" y="69"/>
                </a:lnTo>
                <a:lnTo>
                  <a:pt x="24" y="69"/>
                </a:lnTo>
                <a:lnTo>
                  <a:pt x="20" y="66"/>
                </a:lnTo>
                <a:lnTo>
                  <a:pt x="9" y="72"/>
                </a:lnTo>
                <a:lnTo>
                  <a:pt x="8" y="72"/>
                </a:lnTo>
                <a:lnTo>
                  <a:pt x="8" y="72"/>
                </a:lnTo>
                <a:lnTo>
                  <a:pt x="2" y="66"/>
                </a:lnTo>
                <a:lnTo>
                  <a:pt x="2" y="66"/>
                </a:lnTo>
                <a:lnTo>
                  <a:pt x="6" y="58"/>
                </a:lnTo>
                <a:lnTo>
                  <a:pt x="12" y="49"/>
                </a:lnTo>
                <a:lnTo>
                  <a:pt x="8" y="42"/>
                </a:lnTo>
                <a:lnTo>
                  <a:pt x="9" y="36"/>
                </a:lnTo>
                <a:lnTo>
                  <a:pt x="5" y="35"/>
                </a:lnTo>
                <a:lnTo>
                  <a:pt x="0" y="30"/>
                </a:lnTo>
                <a:lnTo>
                  <a:pt x="0" y="30"/>
                </a:lnTo>
                <a:lnTo>
                  <a:pt x="2" y="26"/>
                </a:lnTo>
                <a:lnTo>
                  <a:pt x="3" y="26"/>
                </a:lnTo>
                <a:lnTo>
                  <a:pt x="15" y="24"/>
                </a:lnTo>
                <a:lnTo>
                  <a:pt x="18" y="18"/>
                </a:lnTo>
                <a:lnTo>
                  <a:pt x="18" y="17"/>
                </a:lnTo>
                <a:lnTo>
                  <a:pt x="24" y="15"/>
                </a:lnTo>
                <a:lnTo>
                  <a:pt x="24" y="9"/>
                </a:lnTo>
                <a:lnTo>
                  <a:pt x="25" y="6"/>
                </a:lnTo>
                <a:lnTo>
                  <a:pt x="27" y="6"/>
                </a:lnTo>
                <a:lnTo>
                  <a:pt x="27" y="6"/>
                </a:lnTo>
                <a:lnTo>
                  <a:pt x="28" y="6"/>
                </a:lnTo>
                <a:lnTo>
                  <a:pt x="30" y="6"/>
                </a:lnTo>
                <a:lnTo>
                  <a:pt x="31" y="6"/>
                </a:lnTo>
                <a:lnTo>
                  <a:pt x="40" y="0"/>
                </a:lnTo>
                <a:lnTo>
                  <a:pt x="43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grpSp>
        <p:nvGrpSpPr>
          <p:cNvPr id="784" name="RUSSIA">
            <a:extLst>
              <a:ext uri="{FF2B5EF4-FFF2-40B4-BE49-F238E27FC236}">
                <a16:creationId xmlns:a16="http://schemas.microsoft.com/office/drawing/2014/main" id="{B525A453-38E0-D22C-FF78-970568AE728C}"/>
              </a:ext>
            </a:extLst>
          </p:cNvPr>
          <p:cNvGrpSpPr/>
          <p:nvPr userDrawn="1"/>
        </p:nvGrpSpPr>
        <p:grpSpPr>
          <a:xfrm>
            <a:off x="6329054" y="950707"/>
            <a:ext cx="4899587" cy="2343663"/>
            <a:chOff x="6315219" y="1258494"/>
            <a:chExt cx="4608734" cy="2204536"/>
          </a:xfrm>
        </p:grpSpPr>
        <p:sp>
          <p:nvSpPr>
            <p:cNvPr id="879" name="Freeform 1454">
              <a:extLst>
                <a:ext uri="{FF2B5EF4-FFF2-40B4-BE49-F238E27FC236}">
                  <a16:creationId xmlns:a16="http://schemas.microsoft.com/office/drawing/2014/main" id="{B7AC0C13-4D41-0DA7-1F4E-CDB86817A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6757" y="2703567"/>
              <a:ext cx="34993" cy="41169"/>
            </a:xfrm>
            <a:custGeom>
              <a:avLst/>
              <a:gdLst>
                <a:gd name="T0" fmla="*/ 14 w 17"/>
                <a:gd name="T1" fmla="*/ 0 h 20"/>
                <a:gd name="T2" fmla="*/ 17 w 17"/>
                <a:gd name="T3" fmla="*/ 6 h 20"/>
                <a:gd name="T4" fmla="*/ 0 w 17"/>
                <a:gd name="T5" fmla="*/ 20 h 20"/>
                <a:gd name="T6" fmla="*/ 6 w 17"/>
                <a:gd name="T7" fmla="*/ 6 h 20"/>
                <a:gd name="T8" fmla="*/ 5 w 17"/>
                <a:gd name="T9" fmla="*/ 6 h 20"/>
                <a:gd name="T10" fmla="*/ 14 w 17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20">
                  <a:moveTo>
                    <a:pt x="14" y="0"/>
                  </a:moveTo>
                  <a:lnTo>
                    <a:pt x="17" y="6"/>
                  </a:lnTo>
                  <a:lnTo>
                    <a:pt x="0" y="20"/>
                  </a:lnTo>
                  <a:lnTo>
                    <a:pt x="6" y="6"/>
                  </a:lnTo>
                  <a:lnTo>
                    <a:pt x="5" y="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grpSp>
          <p:nvGrpSpPr>
            <p:cNvPr id="880" name="RUSSIA">
              <a:extLst>
                <a:ext uri="{FF2B5EF4-FFF2-40B4-BE49-F238E27FC236}">
                  <a16:creationId xmlns:a16="http://schemas.microsoft.com/office/drawing/2014/main" id="{781FDDAB-DC44-2B62-653E-53051AA7290C}"/>
                </a:ext>
              </a:extLst>
            </p:cNvPr>
            <p:cNvGrpSpPr/>
            <p:nvPr userDrawn="1"/>
          </p:nvGrpSpPr>
          <p:grpSpPr>
            <a:xfrm>
              <a:off x="6315219" y="1258494"/>
              <a:ext cx="4608734" cy="2204536"/>
              <a:chOff x="6315219" y="1258494"/>
              <a:chExt cx="4608734" cy="2204536"/>
            </a:xfrm>
          </p:grpSpPr>
          <p:sp>
            <p:nvSpPr>
              <p:cNvPr id="881" name="Freeform 1165">
                <a:extLst>
                  <a:ext uri="{FF2B5EF4-FFF2-40B4-BE49-F238E27FC236}">
                    <a16:creationId xmlns:a16="http://schemas.microsoft.com/office/drawing/2014/main" id="{2603FD28-6DFE-CFEE-387E-3838ABA3B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2498" y="1760755"/>
                <a:ext cx="18525" cy="16468"/>
              </a:xfrm>
              <a:custGeom>
                <a:avLst/>
                <a:gdLst>
                  <a:gd name="T0" fmla="*/ 0 w 9"/>
                  <a:gd name="T1" fmla="*/ 0 h 8"/>
                  <a:gd name="T2" fmla="*/ 9 w 9"/>
                  <a:gd name="T3" fmla="*/ 0 h 8"/>
                  <a:gd name="T4" fmla="*/ 6 w 9"/>
                  <a:gd name="T5" fmla="*/ 8 h 8"/>
                  <a:gd name="T6" fmla="*/ 0 w 9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8">
                    <a:moveTo>
                      <a:pt x="0" y="0"/>
                    </a:moveTo>
                    <a:lnTo>
                      <a:pt x="9" y="0"/>
                    </a:lnTo>
                    <a:lnTo>
                      <a:pt x="6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882" name="Freeform 1198">
                <a:extLst>
                  <a:ext uri="{FF2B5EF4-FFF2-40B4-BE49-F238E27FC236}">
                    <a16:creationId xmlns:a16="http://schemas.microsoft.com/office/drawing/2014/main" id="{314FEEAE-5AD3-D650-1F70-CEBC5772E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58941" y="1806027"/>
                <a:ext cx="37051" cy="24700"/>
              </a:xfrm>
              <a:custGeom>
                <a:avLst/>
                <a:gdLst>
                  <a:gd name="T0" fmla="*/ 6 w 18"/>
                  <a:gd name="T1" fmla="*/ 0 h 12"/>
                  <a:gd name="T2" fmla="*/ 18 w 18"/>
                  <a:gd name="T3" fmla="*/ 2 h 12"/>
                  <a:gd name="T4" fmla="*/ 0 w 18"/>
                  <a:gd name="T5" fmla="*/ 12 h 12"/>
                  <a:gd name="T6" fmla="*/ 6 w 18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12">
                    <a:moveTo>
                      <a:pt x="6" y="0"/>
                    </a:moveTo>
                    <a:lnTo>
                      <a:pt x="18" y="2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883" name="Freeform 1202">
                <a:extLst>
                  <a:ext uri="{FF2B5EF4-FFF2-40B4-BE49-F238E27FC236}">
                    <a16:creationId xmlns:a16="http://schemas.microsoft.com/office/drawing/2014/main" id="{4A506C58-C296-D9BF-1875-FC4E56A4B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04302" y="1760740"/>
                <a:ext cx="20584" cy="28818"/>
              </a:xfrm>
              <a:custGeom>
                <a:avLst/>
                <a:gdLst>
                  <a:gd name="T0" fmla="*/ 7 w 10"/>
                  <a:gd name="T1" fmla="*/ 0 h 14"/>
                  <a:gd name="T2" fmla="*/ 10 w 10"/>
                  <a:gd name="T3" fmla="*/ 14 h 14"/>
                  <a:gd name="T4" fmla="*/ 0 w 10"/>
                  <a:gd name="T5" fmla="*/ 9 h 14"/>
                  <a:gd name="T6" fmla="*/ 7 w 10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14">
                    <a:moveTo>
                      <a:pt x="7" y="0"/>
                    </a:moveTo>
                    <a:lnTo>
                      <a:pt x="10" y="14"/>
                    </a:lnTo>
                    <a:lnTo>
                      <a:pt x="0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884" name="Freeform 1206">
                <a:extLst>
                  <a:ext uri="{FF2B5EF4-FFF2-40B4-BE49-F238E27FC236}">
                    <a16:creationId xmlns:a16="http://schemas.microsoft.com/office/drawing/2014/main" id="{959E850C-A63D-B6E2-EE41-60377AA83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5812" y="1721635"/>
                <a:ext cx="39110" cy="39110"/>
              </a:xfrm>
              <a:custGeom>
                <a:avLst/>
                <a:gdLst>
                  <a:gd name="T0" fmla="*/ 3 w 19"/>
                  <a:gd name="T1" fmla="*/ 0 h 19"/>
                  <a:gd name="T2" fmla="*/ 12 w 19"/>
                  <a:gd name="T3" fmla="*/ 0 h 19"/>
                  <a:gd name="T4" fmla="*/ 13 w 19"/>
                  <a:gd name="T5" fmla="*/ 1 h 19"/>
                  <a:gd name="T6" fmla="*/ 10 w 19"/>
                  <a:gd name="T7" fmla="*/ 7 h 19"/>
                  <a:gd name="T8" fmla="*/ 19 w 19"/>
                  <a:gd name="T9" fmla="*/ 12 h 19"/>
                  <a:gd name="T10" fmla="*/ 0 w 19"/>
                  <a:gd name="T11" fmla="*/ 19 h 19"/>
                  <a:gd name="T12" fmla="*/ 0 w 19"/>
                  <a:gd name="T13" fmla="*/ 7 h 19"/>
                  <a:gd name="T14" fmla="*/ 3 w 19"/>
                  <a:gd name="T1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19">
                    <a:moveTo>
                      <a:pt x="3" y="0"/>
                    </a:moveTo>
                    <a:lnTo>
                      <a:pt x="12" y="0"/>
                    </a:lnTo>
                    <a:lnTo>
                      <a:pt x="13" y="1"/>
                    </a:lnTo>
                    <a:lnTo>
                      <a:pt x="10" y="7"/>
                    </a:lnTo>
                    <a:lnTo>
                      <a:pt x="19" y="12"/>
                    </a:lnTo>
                    <a:lnTo>
                      <a:pt x="0" y="19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885" name="Freeform 1353">
                <a:extLst>
                  <a:ext uri="{FF2B5EF4-FFF2-40B4-BE49-F238E27FC236}">
                    <a16:creationId xmlns:a16="http://schemas.microsoft.com/office/drawing/2014/main" id="{E9B1B083-5FFF-A798-04B1-64C530616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00263" y="2018106"/>
                <a:ext cx="39110" cy="32935"/>
              </a:xfrm>
              <a:custGeom>
                <a:avLst/>
                <a:gdLst>
                  <a:gd name="T0" fmla="*/ 3 w 19"/>
                  <a:gd name="T1" fmla="*/ 0 h 16"/>
                  <a:gd name="T2" fmla="*/ 19 w 19"/>
                  <a:gd name="T3" fmla="*/ 7 h 16"/>
                  <a:gd name="T4" fmla="*/ 17 w 19"/>
                  <a:gd name="T5" fmla="*/ 16 h 16"/>
                  <a:gd name="T6" fmla="*/ 8 w 19"/>
                  <a:gd name="T7" fmla="*/ 15 h 16"/>
                  <a:gd name="T8" fmla="*/ 0 w 19"/>
                  <a:gd name="T9" fmla="*/ 3 h 16"/>
                  <a:gd name="T10" fmla="*/ 3 w 19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" h="16">
                    <a:moveTo>
                      <a:pt x="3" y="0"/>
                    </a:moveTo>
                    <a:lnTo>
                      <a:pt x="19" y="7"/>
                    </a:lnTo>
                    <a:lnTo>
                      <a:pt x="17" y="16"/>
                    </a:lnTo>
                    <a:lnTo>
                      <a:pt x="8" y="15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887" name="Freeform 1371">
                <a:extLst>
                  <a:ext uri="{FF2B5EF4-FFF2-40B4-BE49-F238E27FC236}">
                    <a16:creationId xmlns:a16="http://schemas.microsoft.com/office/drawing/2014/main" id="{BC747408-E7AE-F8CE-C9D9-5CFFBDA83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3374" y="1880190"/>
                <a:ext cx="28818" cy="26760"/>
              </a:xfrm>
              <a:custGeom>
                <a:avLst/>
                <a:gdLst>
                  <a:gd name="T0" fmla="*/ 11 w 14"/>
                  <a:gd name="T1" fmla="*/ 0 h 13"/>
                  <a:gd name="T2" fmla="*/ 14 w 14"/>
                  <a:gd name="T3" fmla="*/ 7 h 13"/>
                  <a:gd name="T4" fmla="*/ 3 w 14"/>
                  <a:gd name="T5" fmla="*/ 13 h 13"/>
                  <a:gd name="T6" fmla="*/ 0 w 14"/>
                  <a:gd name="T7" fmla="*/ 13 h 13"/>
                  <a:gd name="T8" fmla="*/ 3 w 14"/>
                  <a:gd name="T9" fmla="*/ 6 h 13"/>
                  <a:gd name="T10" fmla="*/ 11 w 14"/>
                  <a:gd name="T1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1" y="0"/>
                    </a:moveTo>
                    <a:lnTo>
                      <a:pt x="14" y="7"/>
                    </a:lnTo>
                    <a:lnTo>
                      <a:pt x="3" y="13"/>
                    </a:lnTo>
                    <a:lnTo>
                      <a:pt x="0" y="13"/>
                    </a:lnTo>
                    <a:lnTo>
                      <a:pt x="3" y="6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888" name="Freeform 1377">
                <a:extLst>
                  <a:ext uri="{FF2B5EF4-FFF2-40B4-BE49-F238E27FC236}">
                    <a16:creationId xmlns:a16="http://schemas.microsoft.com/office/drawing/2014/main" id="{2DF2E954-07BF-0729-D526-B8B06E99D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62498" y="1884306"/>
                <a:ext cx="30875" cy="14409"/>
              </a:xfrm>
              <a:custGeom>
                <a:avLst/>
                <a:gdLst>
                  <a:gd name="T0" fmla="*/ 3 w 15"/>
                  <a:gd name="T1" fmla="*/ 0 h 7"/>
                  <a:gd name="T2" fmla="*/ 15 w 15"/>
                  <a:gd name="T3" fmla="*/ 2 h 7"/>
                  <a:gd name="T4" fmla="*/ 9 w 15"/>
                  <a:gd name="T5" fmla="*/ 7 h 7"/>
                  <a:gd name="T6" fmla="*/ 0 w 15"/>
                  <a:gd name="T7" fmla="*/ 2 h 7"/>
                  <a:gd name="T8" fmla="*/ 3 w 15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7">
                    <a:moveTo>
                      <a:pt x="3" y="0"/>
                    </a:moveTo>
                    <a:lnTo>
                      <a:pt x="15" y="2"/>
                    </a:lnTo>
                    <a:lnTo>
                      <a:pt x="9" y="7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889" name="Freeform 1405">
                <a:extLst>
                  <a:ext uri="{FF2B5EF4-FFF2-40B4-BE49-F238E27FC236}">
                    <a16:creationId xmlns:a16="http://schemas.microsoft.com/office/drawing/2014/main" id="{AF3F8EE0-52FB-BFBD-11F3-7055B750CA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8058" y="1443799"/>
                <a:ext cx="111153" cy="113214"/>
              </a:xfrm>
              <a:custGeom>
                <a:avLst/>
                <a:gdLst>
                  <a:gd name="T0" fmla="*/ 0 w 54"/>
                  <a:gd name="T1" fmla="*/ 0 h 55"/>
                  <a:gd name="T2" fmla="*/ 54 w 54"/>
                  <a:gd name="T3" fmla="*/ 36 h 55"/>
                  <a:gd name="T4" fmla="*/ 43 w 54"/>
                  <a:gd name="T5" fmla="*/ 37 h 55"/>
                  <a:gd name="T6" fmla="*/ 45 w 54"/>
                  <a:gd name="T7" fmla="*/ 46 h 55"/>
                  <a:gd name="T8" fmla="*/ 39 w 54"/>
                  <a:gd name="T9" fmla="*/ 55 h 55"/>
                  <a:gd name="T10" fmla="*/ 21 w 54"/>
                  <a:gd name="T11" fmla="*/ 55 h 55"/>
                  <a:gd name="T12" fmla="*/ 12 w 54"/>
                  <a:gd name="T13" fmla="*/ 39 h 55"/>
                  <a:gd name="T14" fmla="*/ 17 w 54"/>
                  <a:gd name="T15" fmla="*/ 19 h 55"/>
                  <a:gd name="T16" fmla="*/ 0 w 54"/>
                  <a:gd name="T1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55">
                    <a:moveTo>
                      <a:pt x="0" y="0"/>
                    </a:moveTo>
                    <a:lnTo>
                      <a:pt x="54" y="36"/>
                    </a:lnTo>
                    <a:lnTo>
                      <a:pt x="43" y="37"/>
                    </a:lnTo>
                    <a:lnTo>
                      <a:pt x="45" y="46"/>
                    </a:lnTo>
                    <a:lnTo>
                      <a:pt x="39" y="55"/>
                    </a:lnTo>
                    <a:lnTo>
                      <a:pt x="21" y="55"/>
                    </a:lnTo>
                    <a:lnTo>
                      <a:pt x="12" y="39"/>
                    </a:lnTo>
                    <a:lnTo>
                      <a:pt x="17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grpSp>
            <p:nvGrpSpPr>
              <p:cNvPr id="890" name="RUSSIA">
                <a:extLst>
                  <a:ext uri="{FF2B5EF4-FFF2-40B4-BE49-F238E27FC236}">
                    <a16:creationId xmlns:a16="http://schemas.microsoft.com/office/drawing/2014/main" id="{871F6F82-4DF1-DE26-E907-C1D9071F550F}"/>
                  </a:ext>
                </a:extLst>
              </p:cNvPr>
              <p:cNvGrpSpPr/>
              <p:nvPr userDrawn="1"/>
            </p:nvGrpSpPr>
            <p:grpSpPr>
              <a:xfrm>
                <a:off x="6315219" y="1258494"/>
                <a:ext cx="4608734" cy="2204536"/>
                <a:chOff x="6315219" y="1258494"/>
                <a:chExt cx="4608734" cy="2204536"/>
              </a:xfrm>
            </p:grpSpPr>
            <p:sp>
              <p:nvSpPr>
                <p:cNvPr id="891" name="Freeform 1339">
                  <a:extLst>
                    <a:ext uri="{FF2B5EF4-FFF2-40B4-BE49-F238E27FC236}">
                      <a16:creationId xmlns:a16="http://schemas.microsoft.com/office/drawing/2014/main" id="{1C0F6EF5-E695-EF08-373F-0C26C22A05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810364" y="3284049"/>
                  <a:ext cx="24700" cy="24700"/>
                </a:xfrm>
                <a:custGeom>
                  <a:avLst/>
                  <a:gdLst>
                    <a:gd name="T0" fmla="*/ 12 w 12"/>
                    <a:gd name="T1" fmla="*/ 0 h 12"/>
                    <a:gd name="T2" fmla="*/ 0 w 12"/>
                    <a:gd name="T3" fmla="*/ 12 h 12"/>
                    <a:gd name="T4" fmla="*/ 6 w 12"/>
                    <a:gd name="T5" fmla="*/ 3 h 12"/>
                    <a:gd name="T6" fmla="*/ 12 w 12"/>
                    <a:gd name="T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12">
                      <a:moveTo>
                        <a:pt x="12" y="0"/>
                      </a:moveTo>
                      <a:lnTo>
                        <a:pt x="0" y="12"/>
                      </a:lnTo>
                      <a:lnTo>
                        <a:pt x="6" y="3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3175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15166" tIns="57583" rIns="115166" bIns="57583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151687"/>
                  <a:endParaRPr lang="en-GB" sz="2267">
                    <a:solidFill>
                      <a:srgbClr val="455560"/>
                    </a:solidFill>
                    <a:latin typeface="Arial"/>
                  </a:endParaRPr>
                </a:p>
              </p:txBody>
            </p:sp>
            <p:grpSp>
              <p:nvGrpSpPr>
                <p:cNvPr id="893" name="RUSSIA">
                  <a:extLst>
                    <a:ext uri="{FF2B5EF4-FFF2-40B4-BE49-F238E27FC236}">
                      <a16:creationId xmlns:a16="http://schemas.microsoft.com/office/drawing/2014/main" id="{D723DE51-BECB-0CA1-4E0C-4578A7ADE178}"/>
                    </a:ext>
                  </a:extLst>
                </p:cNvPr>
                <p:cNvGrpSpPr/>
                <p:nvPr userDrawn="1"/>
              </p:nvGrpSpPr>
              <p:grpSpPr>
                <a:xfrm>
                  <a:off x="6315219" y="1258494"/>
                  <a:ext cx="4608734" cy="2204536"/>
                  <a:chOff x="8054690" y="1580858"/>
                  <a:chExt cx="3637265" cy="1739845"/>
                </a:xfrm>
                <a:solidFill>
                  <a:schemeClr val="accent5"/>
                </a:solidFill>
              </p:grpSpPr>
              <p:sp>
                <p:nvSpPr>
                  <p:cNvPr id="894" name="1">
                    <a:extLst>
                      <a:ext uri="{FF2B5EF4-FFF2-40B4-BE49-F238E27FC236}">
                        <a16:creationId xmlns:a16="http://schemas.microsoft.com/office/drawing/2014/main" id="{8C75FA86-2AF6-C1FF-8851-D019EC2F36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626975" y="2516573"/>
                    <a:ext cx="64980" cy="37363"/>
                  </a:xfrm>
                  <a:custGeom>
                    <a:avLst/>
                    <a:gdLst>
                      <a:gd name="T0" fmla="*/ 2 w 40"/>
                      <a:gd name="T1" fmla="*/ 0 h 23"/>
                      <a:gd name="T2" fmla="*/ 2 w 40"/>
                      <a:gd name="T3" fmla="*/ 0 h 23"/>
                      <a:gd name="T4" fmla="*/ 14 w 40"/>
                      <a:gd name="T5" fmla="*/ 5 h 23"/>
                      <a:gd name="T6" fmla="*/ 21 w 40"/>
                      <a:gd name="T7" fmla="*/ 3 h 23"/>
                      <a:gd name="T8" fmla="*/ 21 w 40"/>
                      <a:gd name="T9" fmla="*/ 3 h 23"/>
                      <a:gd name="T10" fmla="*/ 23 w 40"/>
                      <a:gd name="T11" fmla="*/ 3 h 23"/>
                      <a:gd name="T12" fmla="*/ 33 w 40"/>
                      <a:gd name="T13" fmla="*/ 12 h 23"/>
                      <a:gd name="T14" fmla="*/ 40 w 40"/>
                      <a:gd name="T15" fmla="*/ 14 h 23"/>
                      <a:gd name="T16" fmla="*/ 40 w 40"/>
                      <a:gd name="T17" fmla="*/ 14 h 23"/>
                      <a:gd name="T18" fmla="*/ 40 w 40"/>
                      <a:gd name="T19" fmla="*/ 15 h 23"/>
                      <a:gd name="T20" fmla="*/ 40 w 40"/>
                      <a:gd name="T21" fmla="*/ 17 h 23"/>
                      <a:gd name="T22" fmla="*/ 29 w 40"/>
                      <a:gd name="T23" fmla="*/ 23 h 23"/>
                      <a:gd name="T24" fmla="*/ 29 w 40"/>
                      <a:gd name="T25" fmla="*/ 23 h 23"/>
                      <a:gd name="T26" fmla="*/ 29 w 40"/>
                      <a:gd name="T27" fmla="*/ 23 h 23"/>
                      <a:gd name="T28" fmla="*/ 0 w 40"/>
                      <a:gd name="T29" fmla="*/ 9 h 23"/>
                      <a:gd name="T30" fmla="*/ 0 w 40"/>
                      <a:gd name="T31" fmla="*/ 9 h 23"/>
                      <a:gd name="T32" fmla="*/ 2 w 40"/>
                      <a:gd name="T33" fmla="*/ 0 h 23"/>
                      <a:gd name="T34" fmla="*/ 2 w 40"/>
                      <a:gd name="T35" fmla="*/ 0 h 23"/>
                      <a:gd name="T36" fmla="*/ 2 w 40"/>
                      <a:gd name="T37" fmla="*/ 0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40" h="23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14" y="5"/>
                        </a:lnTo>
                        <a:lnTo>
                          <a:pt x="21" y="3"/>
                        </a:lnTo>
                        <a:lnTo>
                          <a:pt x="21" y="3"/>
                        </a:lnTo>
                        <a:lnTo>
                          <a:pt x="23" y="3"/>
                        </a:lnTo>
                        <a:lnTo>
                          <a:pt x="33" y="12"/>
                        </a:lnTo>
                        <a:lnTo>
                          <a:pt x="40" y="14"/>
                        </a:lnTo>
                        <a:lnTo>
                          <a:pt x="40" y="14"/>
                        </a:lnTo>
                        <a:lnTo>
                          <a:pt x="40" y="15"/>
                        </a:lnTo>
                        <a:lnTo>
                          <a:pt x="40" y="17"/>
                        </a:lnTo>
                        <a:lnTo>
                          <a:pt x="29" y="23"/>
                        </a:lnTo>
                        <a:lnTo>
                          <a:pt x="29" y="23"/>
                        </a:lnTo>
                        <a:lnTo>
                          <a:pt x="29" y="23"/>
                        </a:lnTo>
                        <a:lnTo>
                          <a:pt x="0" y="9"/>
                        </a:lnTo>
                        <a:lnTo>
                          <a:pt x="0" y="9"/>
                        </a:lnTo>
                        <a:lnTo>
                          <a:pt x="2" y="0"/>
                        </a:lnTo>
                        <a:lnTo>
                          <a:pt x="2" y="0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895" name="1">
                    <a:extLst>
                      <a:ext uri="{FF2B5EF4-FFF2-40B4-BE49-F238E27FC236}">
                        <a16:creationId xmlns:a16="http://schemas.microsoft.com/office/drawing/2014/main" id="{6C8202B4-1D3F-785C-B131-174A5DB3659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777359" y="3205363"/>
                    <a:ext cx="8123" cy="3249"/>
                  </a:xfrm>
                  <a:prstGeom prst="line">
                    <a:avLst/>
                  </a:prstGeom>
                  <a:grpFill/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896" name="1">
                    <a:extLst>
                      <a:ext uri="{FF2B5EF4-FFF2-40B4-BE49-F238E27FC236}">
                        <a16:creationId xmlns:a16="http://schemas.microsoft.com/office/drawing/2014/main" id="{E7310326-7032-C27B-9DE7-5922CD2940D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947931" y="3042987"/>
                    <a:ext cx="3249" cy="3249"/>
                  </a:xfrm>
                  <a:prstGeom prst="line">
                    <a:avLst/>
                  </a:prstGeom>
                  <a:grpFill/>
                  <a:ln w="3175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898" name="1">
                    <a:extLst>
                      <a:ext uri="{FF2B5EF4-FFF2-40B4-BE49-F238E27FC236}">
                        <a16:creationId xmlns:a16="http://schemas.microsoft.com/office/drawing/2014/main" id="{3A1C6147-58D0-9C85-415A-C8EE2A082D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45774" y="2909774"/>
                    <a:ext cx="64980" cy="276173"/>
                  </a:xfrm>
                  <a:custGeom>
                    <a:avLst/>
                    <a:gdLst>
                      <a:gd name="T0" fmla="*/ 12 w 40"/>
                      <a:gd name="T1" fmla="*/ 0 h 170"/>
                      <a:gd name="T2" fmla="*/ 16 w 40"/>
                      <a:gd name="T3" fmla="*/ 4 h 170"/>
                      <a:gd name="T4" fmla="*/ 22 w 40"/>
                      <a:gd name="T5" fmla="*/ 33 h 170"/>
                      <a:gd name="T6" fmla="*/ 19 w 40"/>
                      <a:gd name="T7" fmla="*/ 44 h 170"/>
                      <a:gd name="T8" fmla="*/ 20 w 40"/>
                      <a:gd name="T9" fmla="*/ 59 h 170"/>
                      <a:gd name="T10" fmla="*/ 34 w 40"/>
                      <a:gd name="T11" fmla="*/ 104 h 170"/>
                      <a:gd name="T12" fmla="*/ 40 w 40"/>
                      <a:gd name="T13" fmla="*/ 117 h 170"/>
                      <a:gd name="T14" fmla="*/ 28 w 40"/>
                      <a:gd name="T15" fmla="*/ 105 h 170"/>
                      <a:gd name="T16" fmla="*/ 17 w 40"/>
                      <a:gd name="T17" fmla="*/ 108 h 170"/>
                      <a:gd name="T18" fmla="*/ 12 w 40"/>
                      <a:gd name="T19" fmla="*/ 139 h 170"/>
                      <a:gd name="T20" fmla="*/ 19 w 40"/>
                      <a:gd name="T21" fmla="*/ 153 h 170"/>
                      <a:gd name="T22" fmla="*/ 23 w 40"/>
                      <a:gd name="T23" fmla="*/ 156 h 170"/>
                      <a:gd name="T24" fmla="*/ 25 w 40"/>
                      <a:gd name="T25" fmla="*/ 166 h 170"/>
                      <a:gd name="T26" fmla="*/ 23 w 40"/>
                      <a:gd name="T27" fmla="*/ 169 h 170"/>
                      <a:gd name="T28" fmla="*/ 22 w 40"/>
                      <a:gd name="T29" fmla="*/ 159 h 170"/>
                      <a:gd name="T30" fmla="*/ 12 w 40"/>
                      <a:gd name="T31" fmla="*/ 157 h 170"/>
                      <a:gd name="T32" fmla="*/ 6 w 40"/>
                      <a:gd name="T33" fmla="*/ 170 h 170"/>
                      <a:gd name="T34" fmla="*/ 4 w 40"/>
                      <a:gd name="T35" fmla="*/ 169 h 170"/>
                      <a:gd name="T36" fmla="*/ 3 w 40"/>
                      <a:gd name="T37" fmla="*/ 157 h 170"/>
                      <a:gd name="T38" fmla="*/ 7 w 40"/>
                      <a:gd name="T39" fmla="*/ 130 h 170"/>
                      <a:gd name="T40" fmla="*/ 3 w 40"/>
                      <a:gd name="T41" fmla="*/ 117 h 170"/>
                      <a:gd name="T42" fmla="*/ 7 w 40"/>
                      <a:gd name="T43" fmla="*/ 92 h 170"/>
                      <a:gd name="T44" fmla="*/ 6 w 40"/>
                      <a:gd name="T45" fmla="*/ 77 h 170"/>
                      <a:gd name="T46" fmla="*/ 6 w 40"/>
                      <a:gd name="T47" fmla="*/ 67 h 170"/>
                      <a:gd name="T48" fmla="*/ 0 w 40"/>
                      <a:gd name="T49" fmla="*/ 56 h 170"/>
                      <a:gd name="T50" fmla="*/ 0 w 40"/>
                      <a:gd name="T51" fmla="*/ 43 h 170"/>
                      <a:gd name="T52" fmla="*/ 3 w 40"/>
                      <a:gd name="T53" fmla="*/ 18 h 170"/>
                      <a:gd name="T54" fmla="*/ 10 w 40"/>
                      <a:gd name="T55" fmla="*/ 19 h 170"/>
                      <a:gd name="T56" fmla="*/ 13 w 40"/>
                      <a:gd name="T57" fmla="*/ 13 h 170"/>
                      <a:gd name="T58" fmla="*/ 9 w 40"/>
                      <a:gd name="T59" fmla="*/ 1 h 170"/>
                      <a:gd name="T60" fmla="*/ 12 w 40"/>
                      <a:gd name="T61" fmla="*/ 0 h 1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40" h="170">
                        <a:moveTo>
                          <a:pt x="12" y="0"/>
                        </a:moveTo>
                        <a:lnTo>
                          <a:pt x="16" y="4"/>
                        </a:lnTo>
                        <a:lnTo>
                          <a:pt x="22" y="33"/>
                        </a:lnTo>
                        <a:lnTo>
                          <a:pt x="19" y="44"/>
                        </a:lnTo>
                        <a:lnTo>
                          <a:pt x="20" y="59"/>
                        </a:lnTo>
                        <a:lnTo>
                          <a:pt x="34" y="104"/>
                        </a:lnTo>
                        <a:lnTo>
                          <a:pt x="40" y="117"/>
                        </a:lnTo>
                        <a:lnTo>
                          <a:pt x="28" y="105"/>
                        </a:lnTo>
                        <a:lnTo>
                          <a:pt x="17" y="108"/>
                        </a:lnTo>
                        <a:lnTo>
                          <a:pt x="12" y="139"/>
                        </a:lnTo>
                        <a:lnTo>
                          <a:pt x="19" y="153"/>
                        </a:lnTo>
                        <a:lnTo>
                          <a:pt x="23" y="156"/>
                        </a:lnTo>
                        <a:lnTo>
                          <a:pt x="25" y="166"/>
                        </a:lnTo>
                        <a:lnTo>
                          <a:pt x="23" y="169"/>
                        </a:lnTo>
                        <a:lnTo>
                          <a:pt x="22" y="159"/>
                        </a:lnTo>
                        <a:lnTo>
                          <a:pt x="12" y="157"/>
                        </a:lnTo>
                        <a:lnTo>
                          <a:pt x="6" y="170"/>
                        </a:lnTo>
                        <a:lnTo>
                          <a:pt x="4" y="169"/>
                        </a:lnTo>
                        <a:lnTo>
                          <a:pt x="3" y="157"/>
                        </a:lnTo>
                        <a:lnTo>
                          <a:pt x="7" y="130"/>
                        </a:lnTo>
                        <a:lnTo>
                          <a:pt x="3" y="117"/>
                        </a:lnTo>
                        <a:lnTo>
                          <a:pt x="7" y="92"/>
                        </a:lnTo>
                        <a:lnTo>
                          <a:pt x="6" y="77"/>
                        </a:lnTo>
                        <a:lnTo>
                          <a:pt x="6" y="67"/>
                        </a:lnTo>
                        <a:lnTo>
                          <a:pt x="0" y="56"/>
                        </a:lnTo>
                        <a:lnTo>
                          <a:pt x="0" y="43"/>
                        </a:lnTo>
                        <a:lnTo>
                          <a:pt x="3" y="18"/>
                        </a:lnTo>
                        <a:lnTo>
                          <a:pt x="10" y="19"/>
                        </a:lnTo>
                        <a:lnTo>
                          <a:pt x="13" y="13"/>
                        </a:lnTo>
                        <a:lnTo>
                          <a:pt x="9" y="1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7D22C3"/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899" name="1">
                    <a:extLst>
                      <a:ext uri="{FF2B5EF4-FFF2-40B4-BE49-F238E27FC236}">
                        <a16:creationId xmlns:a16="http://schemas.microsoft.com/office/drawing/2014/main" id="{907CB1AB-2B81-0886-1A40-7B20B44673E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9212906" y="1977245"/>
                    <a:ext cx="9747" cy="12997"/>
                  </a:xfrm>
                  <a:prstGeom prst="line">
                    <a:avLst/>
                  </a:prstGeom>
                  <a:grpFill/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02" name="1">
                    <a:extLst>
                      <a:ext uri="{FF2B5EF4-FFF2-40B4-BE49-F238E27FC236}">
                        <a16:creationId xmlns:a16="http://schemas.microsoft.com/office/drawing/2014/main" id="{C18E10B3-EB29-A959-180A-F76B8762C6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144732" y="1957743"/>
                    <a:ext cx="14621" cy="8122"/>
                  </a:xfrm>
                  <a:prstGeom prst="lin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03" name="1">
                    <a:extLst>
                      <a:ext uri="{FF2B5EF4-FFF2-40B4-BE49-F238E27FC236}">
                        <a16:creationId xmlns:a16="http://schemas.microsoft.com/office/drawing/2014/main" id="{D413E502-49CF-D3AA-42EB-315D40EECE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879938" y="2151059"/>
                    <a:ext cx="43862" cy="48735"/>
                  </a:xfrm>
                  <a:custGeom>
                    <a:avLst/>
                    <a:gdLst>
                      <a:gd name="T0" fmla="*/ 6 w 27"/>
                      <a:gd name="T1" fmla="*/ 0 h 30"/>
                      <a:gd name="T2" fmla="*/ 27 w 27"/>
                      <a:gd name="T3" fmla="*/ 27 h 30"/>
                      <a:gd name="T4" fmla="*/ 18 w 27"/>
                      <a:gd name="T5" fmla="*/ 30 h 30"/>
                      <a:gd name="T6" fmla="*/ 6 w 27"/>
                      <a:gd name="T7" fmla="*/ 21 h 30"/>
                      <a:gd name="T8" fmla="*/ 8 w 27"/>
                      <a:gd name="T9" fmla="*/ 25 h 30"/>
                      <a:gd name="T10" fmla="*/ 5 w 27"/>
                      <a:gd name="T11" fmla="*/ 19 h 30"/>
                      <a:gd name="T12" fmla="*/ 0 w 27"/>
                      <a:gd name="T13" fmla="*/ 10 h 30"/>
                      <a:gd name="T14" fmla="*/ 5 w 27"/>
                      <a:gd name="T15" fmla="*/ 10 h 30"/>
                      <a:gd name="T16" fmla="*/ 2 w 27"/>
                      <a:gd name="T17" fmla="*/ 7 h 30"/>
                      <a:gd name="T18" fmla="*/ 6 w 27"/>
                      <a:gd name="T19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7" h="30">
                        <a:moveTo>
                          <a:pt x="6" y="0"/>
                        </a:moveTo>
                        <a:lnTo>
                          <a:pt x="27" y="27"/>
                        </a:lnTo>
                        <a:lnTo>
                          <a:pt x="18" y="30"/>
                        </a:lnTo>
                        <a:lnTo>
                          <a:pt x="6" y="21"/>
                        </a:lnTo>
                        <a:lnTo>
                          <a:pt x="8" y="25"/>
                        </a:lnTo>
                        <a:lnTo>
                          <a:pt x="5" y="19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2" y="7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04" name="1">
                    <a:extLst>
                      <a:ext uri="{FF2B5EF4-FFF2-40B4-BE49-F238E27FC236}">
                        <a16:creationId xmlns:a16="http://schemas.microsoft.com/office/drawing/2014/main" id="{3E52D7C0-EF2F-0491-39D5-C6126CC2D1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775970" y="1655585"/>
                    <a:ext cx="326526" cy="307031"/>
                  </a:xfrm>
                  <a:custGeom>
                    <a:avLst/>
                    <a:gdLst>
                      <a:gd name="T0" fmla="*/ 180 w 201"/>
                      <a:gd name="T1" fmla="*/ 0 h 189"/>
                      <a:gd name="T2" fmla="*/ 193 w 201"/>
                      <a:gd name="T3" fmla="*/ 1 h 189"/>
                      <a:gd name="T4" fmla="*/ 201 w 201"/>
                      <a:gd name="T5" fmla="*/ 17 h 189"/>
                      <a:gd name="T6" fmla="*/ 199 w 201"/>
                      <a:gd name="T7" fmla="*/ 26 h 189"/>
                      <a:gd name="T8" fmla="*/ 201 w 201"/>
                      <a:gd name="T9" fmla="*/ 26 h 189"/>
                      <a:gd name="T10" fmla="*/ 193 w 201"/>
                      <a:gd name="T11" fmla="*/ 44 h 189"/>
                      <a:gd name="T12" fmla="*/ 134 w 201"/>
                      <a:gd name="T13" fmla="*/ 74 h 189"/>
                      <a:gd name="T14" fmla="*/ 131 w 201"/>
                      <a:gd name="T15" fmla="*/ 68 h 189"/>
                      <a:gd name="T16" fmla="*/ 101 w 201"/>
                      <a:gd name="T17" fmla="*/ 100 h 189"/>
                      <a:gd name="T18" fmla="*/ 89 w 201"/>
                      <a:gd name="T19" fmla="*/ 100 h 189"/>
                      <a:gd name="T20" fmla="*/ 88 w 201"/>
                      <a:gd name="T21" fmla="*/ 105 h 189"/>
                      <a:gd name="T22" fmla="*/ 94 w 201"/>
                      <a:gd name="T23" fmla="*/ 109 h 189"/>
                      <a:gd name="T24" fmla="*/ 86 w 201"/>
                      <a:gd name="T25" fmla="*/ 121 h 189"/>
                      <a:gd name="T26" fmla="*/ 76 w 201"/>
                      <a:gd name="T27" fmla="*/ 118 h 189"/>
                      <a:gd name="T28" fmla="*/ 82 w 201"/>
                      <a:gd name="T29" fmla="*/ 129 h 189"/>
                      <a:gd name="T30" fmla="*/ 70 w 201"/>
                      <a:gd name="T31" fmla="*/ 123 h 189"/>
                      <a:gd name="T32" fmla="*/ 73 w 201"/>
                      <a:gd name="T33" fmla="*/ 130 h 189"/>
                      <a:gd name="T34" fmla="*/ 69 w 201"/>
                      <a:gd name="T35" fmla="*/ 134 h 189"/>
                      <a:gd name="T36" fmla="*/ 61 w 201"/>
                      <a:gd name="T37" fmla="*/ 127 h 189"/>
                      <a:gd name="T38" fmla="*/ 67 w 201"/>
                      <a:gd name="T39" fmla="*/ 143 h 189"/>
                      <a:gd name="T40" fmla="*/ 60 w 201"/>
                      <a:gd name="T41" fmla="*/ 155 h 189"/>
                      <a:gd name="T42" fmla="*/ 51 w 201"/>
                      <a:gd name="T43" fmla="*/ 143 h 189"/>
                      <a:gd name="T44" fmla="*/ 48 w 201"/>
                      <a:gd name="T45" fmla="*/ 152 h 189"/>
                      <a:gd name="T46" fmla="*/ 55 w 201"/>
                      <a:gd name="T47" fmla="*/ 158 h 189"/>
                      <a:gd name="T48" fmla="*/ 55 w 201"/>
                      <a:gd name="T49" fmla="*/ 166 h 189"/>
                      <a:gd name="T50" fmla="*/ 42 w 201"/>
                      <a:gd name="T51" fmla="*/ 161 h 189"/>
                      <a:gd name="T52" fmla="*/ 51 w 201"/>
                      <a:gd name="T53" fmla="*/ 172 h 189"/>
                      <a:gd name="T54" fmla="*/ 42 w 201"/>
                      <a:gd name="T55" fmla="*/ 169 h 189"/>
                      <a:gd name="T56" fmla="*/ 46 w 201"/>
                      <a:gd name="T57" fmla="*/ 180 h 189"/>
                      <a:gd name="T58" fmla="*/ 40 w 201"/>
                      <a:gd name="T59" fmla="*/ 189 h 189"/>
                      <a:gd name="T60" fmla="*/ 20 w 201"/>
                      <a:gd name="T61" fmla="*/ 180 h 189"/>
                      <a:gd name="T62" fmla="*/ 8 w 201"/>
                      <a:gd name="T63" fmla="*/ 183 h 189"/>
                      <a:gd name="T64" fmla="*/ 20 w 201"/>
                      <a:gd name="T65" fmla="*/ 167 h 189"/>
                      <a:gd name="T66" fmla="*/ 5 w 201"/>
                      <a:gd name="T67" fmla="*/ 172 h 189"/>
                      <a:gd name="T68" fmla="*/ 0 w 201"/>
                      <a:gd name="T69" fmla="*/ 164 h 189"/>
                      <a:gd name="T70" fmla="*/ 20 w 201"/>
                      <a:gd name="T71" fmla="*/ 146 h 189"/>
                      <a:gd name="T72" fmla="*/ 33 w 201"/>
                      <a:gd name="T73" fmla="*/ 152 h 189"/>
                      <a:gd name="T74" fmla="*/ 20 w 201"/>
                      <a:gd name="T75" fmla="*/ 143 h 189"/>
                      <a:gd name="T76" fmla="*/ 27 w 201"/>
                      <a:gd name="T77" fmla="*/ 140 h 189"/>
                      <a:gd name="T78" fmla="*/ 21 w 201"/>
                      <a:gd name="T79" fmla="*/ 134 h 189"/>
                      <a:gd name="T80" fmla="*/ 32 w 201"/>
                      <a:gd name="T81" fmla="*/ 133 h 189"/>
                      <a:gd name="T82" fmla="*/ 26 w 201"/>
                      <a:gd name="T83" fmla="*/ 123 h 189"/>
                      <a:gd name="T84" fmla="*/ 40 w 201"/>
                      <a:gd name="T85" fmla="*/ 121 h 189"/>
                      <a:gd name="T86" fmla="*/ 27 w 201"/>
                      <a:gd name="T87" fmla="*/ 118 h 189"/>
                      <a:gd name="T88" fmla="*/ 30 w 201"/>
                      <a:gd name="T89" fmla="*/ 108 h 189"/>
                      <a:gd name="T90" fmla="*/ 26 w 201"/>
                      <a:gd name="T91" fmla="*/ 108 h 189"/>
                      <a:gd name="T92" fmla="*/ 24 w 201"/>
                      <a:gd name="T93" fmla="*/ 103 h 189"/>
                      <a:gd name="T94" fmla="*/ 26 w 201"/>
                      <a:gd name="T95" fmla="*/ 96 h 189"/>
                      <a:gd name="T96" fmla="*/ 33 w 201"/>
                      <a:gd name="T97" fmla="*/ 102 h 189"/>
                      <a:gd name="T98" fmla="*/ 51 w 201"/>
                      <a:gd name="T99" fmla="*/ 90 h 189"/>
                      <a:gd name="T100" fmla="*/ 67 w 201"/>
                      <a:gd name="T101" fmla="*/ 63 h 189"/>
                      <a:gd name="T102" fmla="*/ 89 w 201"/>
                      <a:gd name="T103" fmla="*/ 46 h 189"/>
                      <a:gd name="T104" fmla="*/ 92 w 201"/>
                      <a:gd name="T105" fmla="*/ 47 h 189"/>
                      <a:gd name="T106" fmla="*/ 88 w 201"/>
                      <a:gd name="T107" fmla="*/ 54 h 189"/>
                      <a:gd name="T108" fmla="*/ 97 w 201"/>
                      <a:gd name="T109" fmla="*/ 50 h 189"/>
                      <a:gd name="T110" fmla="*/ 97 w 201"/>
                      <a:gd name="T111" fmla="*/ 37 h 189"/>
                      <a:gd name="T112" fmla="*/ 115 w 201"/>
                      <a:gd name="T113" fmla="*/ 44 h 189"/>
                      <a:gd name="T114" fmla="*/ 140 w 201"/>
                      <a:gd name="T115" fmla="*/ 35 h 189"/>
                      <a:gd name="T116" fmla="*/ 180 w 201"/>
                      <a:gd name="T117" fmla="*/ 0 h 1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201" h="189">
                        <a:moveTo>
                          <a:pt x="180" y="0"/>
                        </a:moveTo>
                        <a:lnTo>
                          <a:pt x="193" y="1"/>
                        </a:lnTo>
                        <a:lnTo>
                          <a:pt x="201" y="17"/>
                        </a:lnTo>
                        <a:lnTo>
                          <a:pt x="199" y="26"/>
                        </a:lnTo>
                        <a:lnTo>
                          <a:pt x="201" y="26"/>
                        </a:lnTo>
                        <a:lnTo>
                          <a:pt x="193" y="44"/>
                        </a:lnTo>
                        <a:lnTo>
                          <a:pt x="134" y="74"/>
                        </a:lnTo>
                        <a:lnTo>
                          <a:pt x="131" y="68"/>
                        </a:lnTo>
                        <a:lnTo>
                          <a:pt x="101" y="100"/>
                        </a:lnTo>
                        <a:lnTo>
                          <a:pt x="89" y="100"/>
                        </a:lnTo>
                        <a:lnTo>
                          <a:pt x="88" y="105"/>
                        </a:lnTo>
                        <a:lnTo>
                          <a:pt x="94" y="109"/>
                        </a:lnTo>
                        <a:lnTo>
                          <a:pt x="86" y="121"/>
                        </a:lnTo>
                        <a:lnTo>
                          <a:pt x="76" y="118"/>
                        </a:lnTo>
                        <a:lnTo>
                          <a:pt x="82" y="129"/>
                        </a:lnTo>
                        <a:lnTo>
                          <a:pt x="70" y="123"/>
                        </a:lnTo>
                        <a:lnTo>
                          <a:pt x="73" y="130"/>
                        </a:lnTo>
                        <a:lnTo>
                          <a:pt x="69" y="134"/>
                        </a:lnTo>
                        <a:lnTo>
                          <a:pt x="61" y="127"/>
                        </a:lnTo>
                        <a:lnTo>
                          <a:pt x="67" y="143"/>
                        </a:lnTo>
                        <a:lnTo>
                          <a:pt x="60" y="155"/>
                        </a:lnTo>
                        <a:lnTo>
                          <a:pt x="51" y="143"/>
                        </a:lnTo>
                        <a:lnTo>
                          <a:pt x="48" y="152"/>
                        </a:lnTo>
                        <a:lnTo>
                          <a:pt x="55" y="158"/>
                        </a:lnTo>
                        <a:lnTo>
                          <a:pt x="55" y="166"/>
                        </a:lnTo>
                        <a:lnTo>
                          <a:pt x="42" y="161"/>
                        </a:lnTo>
                        <a:lnTo>
                          <a:pt x="51" y="172"/>
                        </a:lnTo>
                        <a:lnTo>
                          <a:pt x="42" y="169"/>
                        </a:lnTo>
                        <a:lnTo>
                          <a:pt x="46" y="180"/>
                        </a:lnTo>
                        <a:lnTo>
                          <a:pt x="40" y="189"/>
                        </a:lnTo>
                        <a:lnTo>
                          <a:pt x="20" y="180"/>
                        </a:lnTo>
                        <a:lnTo>
                          <a:pt x="8" y="183"/>
                        </a:lnTo>
                        <a:lnTo>
                          <a:pt x="20" y="167"/>
                        </a:lnTo>
                        <a:lnTo>
                          <a:pt x="5" y="172"/>
                        </a:lnTo>
                        <a:lnTo>
                          <a:pt x="0" y="164"/>
                        </a:lnTo>
                        <a:lnTo>
                          <a:pt x="20" y="146"/>
                        </a:lnTo>
                        <a:lnTo>
                          <a:pt x="33" y="152"/>
                        </a:lnTo>
                        <a:lnTo>
                          <a:pt x="20" y="143"/>
                        </a:lnTo>
                        <a:lnTo>
                          <a:pt x="27" y="140"/>
                        </a:lnTo>
                        <a:lnTo>
                          <a:pt x="21" y="134"/>
                        </a:lnTo>
                        <a:lnTo>
                          <a:pt x="32" y="133"/>
                        </a:lnTo>
                        <a:lnTo>
                          <a:pt x="26" y="123"/>
                        </a:lnTo>
                        <a:lnTo>
                          <a:pt x="40" y="121"/>
                        </a:lnTo>
                        <a:lnTo>
                          <a:pt x="27" y="118"/>
                        </a:lnTo>
                        <a:lnTo>
                          <a:pt x="30" y="108"/>
                        </a:lnTo>
                        <a:lnTo>
                          <a:pt x="26" y="108"/>
                        </a:lnTo>
                        <a:lnTo>
                          <a:pt x="24" y="103"/>
                        </a:lnTo>
                        <a:lnTo>
                          <a:pt x="26" y="96"/>
                        </a:lnTo>
                        <a:lnTo>
                          <a:pt x="33" y="102"/>
                        </a:lnTo>
                        <a:lnTo>
                          <a:pt x="51" y="90"/>
                        </a:lnTo>
                        <a:lnTo>
                          <a:pt x="67" y="63"/>
                        </a:lnTo>
                        <a:lnTo>
                          <a:pt x="89" y="46"/>
                        </a:lnTo>
                        <a:lnTo>
                          <a:pt x="92" y="47"/>
                        </a:lnTo>
                        <a:lnTo>
                          <a:pt x="88" y="54"/>
                        </a:lnTo>
                        <a:lnTo>
                          <a:pt x="97" y="50"/>
                        </a:lnTo>
                        <a:lnTo>
                          <a:pt x="97" y="37"/>
                        </a:lnTo>
                        <a:lnTo>
                          <a:pt x="115" y="44"/>
                        </a:lnTo>
                        <a:lnTo>
                          <a:pt x="140" y="35"/>
                        </a:lnTo>
                        <a:lnTo>
                          <a:pt x="180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05" name="1">
                    <a:extLst>
                      <a:ext uri="{FF2B5EF4-FFF2-40B4-BE49-F238E27FC236}">
                        <a16:creationId xmlns:a16="http://schemas.microsoft.com/office/drawing/2014/main" id="{95E1F38A-E910-C38D-CE54-EC6E9598014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730481" y="1951291"/>
                    <a:ext cx="129960" cy="196570"/>
                  </a:xfrm>
                  <a:custGeom>
                    <a:avLst/>
                    <a:gdLst>
                      <a:gd name="T0" fmla="*/ 71 w 80"/>
                      <a:gd name="T1" fmla="*/ 117 h 121"/>
                      <a:gd name="T2" fmla="*/ 76 w 80"/>
                      <a:gd name="T3" fmla="*/ 119 h 121"/>
                      <a:gd name="T4" fmla="*/ 74 w 80"/>
                      <a:gd name="T5" fmla="*/ 121 h 121"/>
                      <a:gd name="T6" fmla="*/ 71 w 80"/>
                      <a:gd name="T7" fmla="*/ 117 h 121"/>
                      <a:gd name="T8" fmla="*/ 71 w 80"/>
                      <a:gd name="T9" fmla="*/ 117 h 121"/>
                      <a:gd name="T10" fmla="*/ 71 w 80"/>
                      <a:gd name="T11" fmla="*/ 117 h 121"/>
                      <a:gd name="T12" fmla="*/ 70 w 80"/>
                      <a:gd name="T13" fmla="*/ 117 h 121"/>
                      <a:gd name="T14" fmla="*/ 71 w 80"/>
                      <a:gd name="T15" fmla="*/ 117 h 121"/>
                      <a:gd name="T16" fmla="*/ 48 w 80"/>
                      <a:gd name="T17" fmla="*/ 0 h 121"/>
                      <a:gd name="T18" fmla="*/ 65 w 80"/>
                      <a:gd name="T19" fmla="*/ 10 h 121"/>
                      <a:gd name="T20" fmla="*/ 55 w 80"/>
                      <a:gd name="T21" fmla="*/ 21 h 121"/>
                      <a:gd name="T22" fmla="*/ 63 w 80"/>
                      <a:gd name="T23" fmla="*/ 19 h 121"/>
                      <a:gd name="T24" fmla="*/ 63 w 80"/>
                      <a:gd name="T25" fmla="*/ 24 h 121"/>
                      <a:gd name="T26" fmla="*/ 54 w 80"/>
                      <a:gd name="T27" fmla="*/ 30 h 121"/>
                      <a:gd name="T28" fmla="*/ 58 w 80"/>
                      <a:gd name="T29" fmla="*/ 31 h 121"/>
                      <a:gd name="T30" fmla="*/ 52 w 80"/>
                      <a:gd name="T31" fmla="*/ 43 h 121"/>
                      <a:gd name="T32" fmla="*/ 52 w 80"/>
                      <a:gd name="T33" fmla="*/ 64 h 121"/>
                      <a:gd name="T34" fmla="*/ 61 w 80"/>
                      <a:gd name="T35" fmla="*/ 93 h 121"/>
                      <a:gd name="T36" fmla="*/ 80 w 80"/>
                      <a:gd name="T37" fmla="*/ 113 h 121"/>
                      <a:gd name="T38" fmla="*/ 71 w 80"/>
                      <a:gd name="T39" fmla="*/ 117 h 121"/>
                      <a:gd name="T40" fmla="*/ 68 w 80"/>
                      <a:gd name="T41" fmla="*/ 111 h 121"/>
                      <a:gd name="T42" fmla="*/ 63 w 80"/>
                      <a:gd name="T43" fmla="*/ 114 h 121"/>
                      <a:gd name="T44" fmla="*/ 65 w 80"/>
                      <a:gd name="T45" fmla="*/ 119 h 121"/>
                      <a:gd name="T46" fmla="*/ 52 w 80"/>
                      <a:gd name="T47" fmla="*/ 114 h 121"/>
                      <a:gd name="T48" fmla="*/ 48 w 80"/>
                      <a:gd name="T49" fmla="*/ 120 h 121"/>
                      <a:gd name="T50" fmla="*/ 42 w 80"/>
                      <a:gd name="T51" fmla="*/ 113 h 121"/>
                      <a:gd name="T52" fmla="*/ 46 w 80"/>
                      <a:gd name="T53" fmla="*/ 111 h 121"/>
                      <a:gd name="T54" fmla="*/ 30 w 80"/>
                      <a:gd name="T55" fmla="*/ 110 h 121"/>
                      <a:gd name="T56" fmla="*/ 28 w 80"/>
                      <a:gd name="T57" fmla="*/ 101 h 121"/>
                      <a:gd name="T58" fmla="*/ 37 w 80"/>
                      <a:gd name="T59" fmla="*/ 98 h 121"/>
                      <a:gd name="T60" fmla="*/ 28 w 80"/>
                      <a:gd name="T61" fmla="*/ 92 h 121"/>
                      <a:gd name="T62" fmla="*/ 33 w 80"/>
                      <a:gd name="T63" fmla="*/ 83 h 121"/>
                      <a:gd name="T64" fmla="*/ 25 w 80"/>
                      <a:gd name="T65" fmla="*/ 90 h 121"/>
                      <a:gd name="T66" fmla="*/ 25 w 80"/>
                      <a:gd name="T67" fmla="*/ 80 h 121"/>
                      <a:gd name="T68" fmla="*/ 3 w 80"/>
                      <a:gd name="T69" fmla="*/ 78 h 121"/>
                      <a:gd name="T70" fmla="*/ 0 w 80"/>
                      <a:gd name="T71" fmla="*/ 71 h 121"/>
                      <a:gd name="T72" fmla="*/ 2 w 80"/>
                      <a:gd name="T73" fmla="*/ 59 h 121"/>
                      <a:gd name="T74" fmla="*/ 12 w 80"/>
                      <a:gd name="T75" fmla="*/ 61 h 121"/>
                      <a:gd name="T76" fmla="*/ 21 w 80"/>
                      <a:gd name="T77" fmla="*/ 35 h 121"/>
                      <a:gd name="T78" fmla="*/ 18 w 80"/>
                      <a:gd name="T79" fmla="*/ 38 h 121"/>
                      <a:gd name="T80" fmla="*/ 14 w 80"/>
                      <a:gd name="T81" fmla="*/ 27 h 121"/>
                      <a:gd name="T82" fmla="*/ 25 w 80"/>
                      <a:gd name="T83" fmla="*/ 21 h 121"/>
                      <a:gd name="T84" fmla="*/ 22 w 80"/>
                      <a:gd name="T85" fmla="*/ 19 h 121"/>
                      <a:gd name="T86" fmla="*/ 24 w 80"/>
                      <a:gd name="T87" fmla="*/ 18 h 121"/>
                      <a:gd name="T88" fmla="*/ 22 w 80"/>
                      <a:gd name="T89" fmla="*/ 12 h 121"/>
                      <a:gd name="T90" fmla="*/ 30 w 80"/>
                      <a:gd name="T91" fmla="*/ 4 h 121"/>
                      <a:gd name="T92" fmla="*/ 48 w 80"/>
                      <a:gd name="T93" fmla="*/ 0 h 1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</a:cxnLst>
                    <a:rect l="0" t="0" r="r" b="b"/>
                    <a:pathLst>
                      <a:path w="80" h="121">
                        <a:moveTo>
                          <a:pt x="71" y="117"/>
                        </a:moveTo>
                        <a:lnTo>
                          <a:pt x="76" y="119"/>
                        </a:lnTo>
                        <a:lnTo>
                          <a:pt x="74" y="121"/>
                        </a:lnTo>
                        <a:lnTo>
                          <a:pt x="71" y="117"/>
                        </a:lnTo>
                        <a:close/>
                        <a:moveTo>
                          <a:pt x="71" y="117"/>
                        </a:moveTo>
                        <a:lnTo>
                          <a:pt x="71" y="117"/>
                        </a:lnTo>
                        <a:lnTo>
                          <a:pt x="70" y="117"/>
                        </a:lnTo>
                        <a:lnTo>
                          <a:pt x="71" y="117"/>
                        </a:lnTo>
                        <a:close/>
                        <a:moveTo>
                          <a:pt x="48" y="0"/>
                        </a:moveTo>
                        <a:lnTo>
                          <a:pt x="65" y="10"/>
                        </a:lnTo>
                        <a:lnTo>
                          <a:pt x="55" y="21"/>
                        </a:lnTo>
                        <a:lnTo>
                          <a:pt x="63" y="19"/>
                        </a:lnTo>
                        <a:lnTo>
                          <a:pt x="63" y="24"/>
                        </a:lnTo>
                        <a:lnTo>
                          <a:pt x="54" y="30"/>
                        </a:lnTo>
                        <a:lnTo>
                          <a:pt x="58" y="31"/>
                        </a:lnTo>
                        <a:lnTo>
                          <a:pt x="52" y="43"/>
                        </a:lnTo>
                        <a:lnTo>
                          <a:pt x="52" y="64"/>
                        </a:lnTo>
                        <a:lnTo>
                          <a:pt x="61" y="93"/>
                        </a:lnTo>
                        <a:lnTo>
                          <a:pt x="80" y="113"/>
                        </a:lnTo>
                        <a:lnTo>
                          <a:pt x="71" y="117"/>
                        </a:lnTo>
                        <a:lnTo>
                          <a:pt x="68" y="111"/>
                        </a:lnTo>
                        <a:lnTo>
                          <a:pt x="63" y="114"/>
                        </a:lnTo>
                        <a:lnTo>
                          <a:pt x="65" y="119"/>
                        </a:lnTo>
                        <a:lnTo>
                          <a:pt x="52" y="114"/>
                        </a:lnTo>
                        <a:lnTo>
                          <a:pt x="48" y="120"/>
                        </a:lnTo>
                        <a:lnTo>
                          <a:pt x="42" y="113"/>
                        </a:lnTo>
                        <a:lnTo>
                          <a:pt x="46" y="111"/>
                        </a:lnTo>
                        <a:lnTo>
                          <a:pt x="30" y="110"/>
                        </a:lnTo>
                        <a:lnTo>
                          <a:pt x="28" y="101"/>
                        </a:lnTo>
                        <a:lnTo>
                          <a:pt x="37" y="98"/>
                        </a:lnTo>
                        <a:lnTo>
                          <a:pt x="28" y="92"/>
                        </a:lnTo>
                        <a:lnTo>
                          <a:pt x="33" y="83"/>
                        </a:lnTo>
                        <a:lnTo>
                          <a:pt x="25" y="90"/>
                        </a:lnTo>
                        <a:lnTo>
                          <a:pt x="25" y="80"/>
                        </a:lnTo>
                        <a:lnTo>
                          <a:pt x="3" y="78"/>
                        </a:lnTo>
                        <a:lnTo>
                          <a:pt x="0" y="71"/>
                        </a:lnTo>
                        <a:lnTo>
                          <a:pt x="2" y="59"/>
                        </a:lnTo>
                        <a:lnTo>
                          <a:pt x="12" y="61"/>
                        </a:lnTo>
                        <a:lnTo>
                          <a:pt x="21" y="35"/>
                        </a:lnTo>
                        <a:lnTo>
                          <a:pt x="18" y="38"/>
                        </a:lnTo>
                        <a:lnTo>
                          <a:pt x="14" y="27"/>
                        </a:lnTo>
                        <a:lnTo>
                          <a:pt x="25" y="21"/>
                        </a:lnTo>
                        <a:lnTo>
                          <a:pt x="22" y="19"/>
                        </a:lnTo>
                        <a:lnTo>
                          <a:pt x="24" y="18"/>
                        </a:lnTo>
                        <a:lnTo>
                          <a:pt x="22" y="12"/>
                        </a:lnTo>
                        <a:lnTo>
                          <a:pt x="30" y="4"/>
                        </a:lnTo>
                        <a:lnTo>
                          <a:pt x="48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06" name="1">
                    <a:extLst>
                      <a:ext uri="{FF2B5EF4-FFF2-40B4-BE49-F238E27FC236}">
                        <a16:creationId xmlns:a16="http://schemas.microsoft.com/office/drawing/2014/main" id="{C8A350E0-6CCB-CF82-CAF9-1C32927D9C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660630" y="2211218"/>
                    <a:ext cx="45486" cy="48736"/>
                  </a:xfrm>
                  <a:custGeom>
                    <a:avLst/>
                    <a:gdLst>
                      <a:gd name="T0" fmla="*/ 14 w 28"/>
                      <a:gd name="T1" fmla="*/ 0 h 30"/>
                      <a:gd name="T2" fmla="*/ 28 w 28"/>
                      <a:gd name="T3" fmla="*/ 15 h 30"/>
                      <a:gd name="T4" fmla="*/ 11 w 28"/>
                      <a:gd name="T5" fmla="*/ 30 h 30"/>
                      <a:gd name="T6" fmla="*/ 2 w 28"/>
                      <a:gd name="T7" fmla="*/ 24 h 30"/>
                      <a:gd name="T8" fmla="*/ 2 w 28"/>
                      <a:gd name="T9" fmla="*/ 30 h 30"/>
                      <a:gd name="T10" fmla="*/ 0 w 28"/>
                      <a:gd name="T11" fmla="*/ 24 h 30"/>
                      <a:gd name="T12" fmla="*/ 0 w 28"/>
                      <a:gd name="T13" fmla="*/ 12 h 30"/>
                      <a:gd name="T14" fmla="*/ 6 w 28"/>
                      <a:gd name="T15" fmla="*/ 2 h 30"/>
                      <a:gd name="T16" fmla="*/ 14 w 28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8" h="30">
                        <a:moveTo>
                          <a:pt x="14" y="0"/>
                        </a:moveTo>
                        <a:lnTo>
                          <a:pt x="28" y="15"/>
                        </a:lnTo>
                        <a:lnTo>
                          <a:pt x="11" y="30"/>
                        </a:lnTo>
                        <a:lnTo>
                          <a:pt x="2" y="24"/>
                        </a:lnTo>
                        <a:lnTo>
                          <a:pt x="2" y="30"/>
                        </a:lnTo>
                        <a:lnTo>
                          <a:pt x="0" y="24"/>
                        </a:lnTo>
                        <a:lnTo>
                          <a:pt x="0" y="12"/>
                        </a:lnTo>
                        <a:lnTo>
                          <a:pt x="6" y="2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07" name="1">
                    <a:extLst>
                      <a:ext uri="{FF2B5EF4-FFF2-40B4-BE49-F238E27FC236}">
                        <a16:creationId xmlns:a16="http://schemas.microsoft.com/office/drawing/2014/main" id="{2AC7E080-A6B4-0FBF-2546-47EA49D8C6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425537" y="2078006"/>
                    <a:ext cx="81226" cy="48736"/>
                  </a:xfrm>
                  <a:custGeom>
                    <a:avLst/>
                    <a:gdLst>
                      <a:gd name="T0" fmla="*/ 31 w 50"/>
                      <a:gd name="T1" fmla="*/ 0 h 30"/>
                      <a:gd name="T2" fmla="*/ 50 w 50"/>
                      <a:gd name="T3" fmla="*/ 12 h 30"/>
                      <a:gd name="T4" fmla="*/ 47 w 50"/>
                      <a:gd name="T5" fmla="*/ 20 h 30"/>
                      <a:gd name="T6" fmla="*/ 31 w 50"/>
                      <a:gd name="T7" fmla="*/ 27 h 30"/>
                      <a:gd name="T8" fmla="*/ 18 w 50"/>
                      <a:gd name="T9" fmla="*/ 24 h 30"/>
                      <a:gd name="T10" fmla="*/ 3 w 50"/>
                      <a:gd name="T11" fmla="*/ 30 h 30"/>
                      <a:gd name="T12" fmla="*/ 0 w 50"/>
                      <a:gd name="T13" fmla="*/ 23 h 30"/>
                      <a:gd name="T14" fmla="*/ 16 w 50"/>
                      <a:gd name="T15" fmla="*/ 2 h 30"/>
                      <a:gd name="T16" fmla="*/ 21 w 50"/>
                      <a:gd name="T17" fmla="*/ 2 h 30"/>
                      <a:gd name="T18" fmla="*/ 31 w 50"/>
                      <a:gd name="T19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0" h="30">
                        <a:moveTo>
                          <a:pt x="31" y="0"/>
                        </a:moveTo>
                        <a:lnTo>
                          <a:pt x="50" y="12"/>
                        </a:lnTo>
                        <a:lnTo>
                          <a:pt x="47" y="20"/>
                        </a:lnTo>
                        <a:lnTo>
                          <a:pt x="31" y="27"/>
                        </a:lnTo>
                        <a:lnTo>
                          <a:pt x="18" y="24"/>
                        </a:lnTo>
                        <a:lnTo>
                          <a:pt x="3" y="30"/>
                        </a:lnTo>
                        <a:lnTo>
                          <a:pt x="0" y="23"/>
                        </a:lnTo>
                        <a:lnTo>
                          <a:pt x="16" y="2"/>
                        </a:lnTo>
                        <a:lnTo>
                          <a:pt x="21" y="2"/>
                        </a:lnTo>
                        <a:lnTo>
                          <a:pt x="31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08" name="1">
                    <a:extLst>
                      <a:ext uri="{FF2B5EF4-FFF2-40B4-BE49-F238E27FC236}">
                        <a16:creationId xmlns:a16="http://schemas.microsoft.com/office/drawing/2014/main" id="{F1D5AE31-67A6-B2FC-E519-79BA3C28696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475897" y="2110496"/>
                    <a:ext cx="25992" cy="11372"/>
                  </a:xfrm>
                  <a:prstGeom prst="lin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09" name="1">
                    <a:extLst>
                      <a:ext uri="{FF2B5EF4-FFF2-40B4-BE49-F238E27FC236}">
                        <a16:creationId xmlns:a16="http://schemas.microsoft.com/office/drawing/2014/main" id="{C67D7DDB-41EF-DEEA-E8D8-026681ABE5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1199732" y="2185226"/>
                    <a:ext cx="12996" cy="19494"/>
                  </a:xfrm>
                  <a:prstGeom prst="lin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10" name="1">
                    <a:extLst>
                      <a:ext uri="{FF2B5EF4-FFF2-40B4-BE49-F238E27FC236}">
                        <a16:creationId xmlns:a16="http://schemas.microsoft.com/office/drawing/2014/main" id="{175D165A-96CC-9685-A89E-41EC3DEE62A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585668" y="2027644"/>
                    <a:ext cx="27617" cy="0"/>
                  </a:xfrm>
                  <a:prstGeom prst="lin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11" name="1">
                    <a:extLst>
                      <a:ext uri="{FF2B5EF4-FFF2-40B4-BE49-F238E27FC236}">
                        <a16:creationId xmlns:a16="http://schemas.microsoft.com/office/drawing/2014/main" id="{4DE46DB0-233F-88A1-0C92-B32B911A4A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567799" y="2071508"/>
                    <a:ext cx="12996" cy="9748"/>
                  </a:xfrm>
                  <a:prstGeom prst="line">
                    <a:avLst/>
                  </a:prstGeom>
                  <a:grpFill/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12" name="1">
                    <a:extLst>
                      <a:ext uri="{FF2B5EF4-FFF2-40B4-BE49-F238E27FC236}">
                        <a16:creationId xmlns:a16="http://schemas.microsoft.com/office/drawing/2014/main" id="{B19395F5-689E-B8E8-9C07-844F12D1C1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01913" y="1912302"/>
                    <a:ext cx="81226" cy="50361"/>
                  </a:xfrm>
                  <a:custGeom>
                    <a:avLst/>
                    <a:gdLst>
                      <a:gd name="T0" fmla="*/ 15 w 50"/>
                      <a:gd name="T1" fmla="*/ 0 h 31"/>
                      <a:gd name="T2" fmla="*/ 22 w 50"/>
                      <a:gd name="T3" fmla="*/ 0 h 31"/>
                      <a:gd name="T4" fmla="*/ 37 w 50"/>
                      <a:gd name="T5" fmla="*/ 3 h 31"/>
                      <a:gd name="T6" fmla="*/ 49 w 50"/>
                      <a:gd name="T7" fmla="*/ 16 h 31"/>
                      <a:gd name="T8" fmla="*/ 50 w 50"/>
                      <a:gd name="T9" fmla="*/ 31 h 31"/>
                      <a:gd name="T10" fmla="*/ 1 w 50"/>
                      <a:gd name="T11" fmla="*/ 24 h 31"/>
                      <a:gd name="T12" fmla="*/ 0 w 50"/>
                      <a:gd name="T13" fmla="*/ 21 h 31"/>
                      <a:gd name="T14" fmla="*/ 9 w 50"/>
                      <a:gd name="T15" fmla="*/ 18 h 31"/>
                      <a:gd name="T16" fmla="*/ 15 w 50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50" h="31">
                        <a:moveTo>
                          <a:pt x="15" y="0"/>
                        </a:moveTo>
                        <a:lnTo>
                          <a:pt x="22" y="0"/>
                        </a:lnTo>
                        <a:lnTo>
                          <a:pt x="37" y="3"/>
                        </a:lnTo>
                        <a:lnTo>
                          <a:pt x="49" y="16"/>
                        </a:lnTo>
                        <a:lnTo>
                          <a:pt x="50" y="31"/>
                        </a:lnTo>
                        <a:lnTo>
                          <a:pt x="1" y="24"/>
                        </a:lnTo>
                        <a:lnTo>
                          <a:pt x="0" y="21"/>
                        </a:lnTo>
                        <a:lnTo>
                          <a:pt x="9" y="18"/>
                        </a:lnTo>
                        <a:lnTo>
                          <a:pt x="15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13" name="1">
                    <a:extLst>
                      <a:ext uri="{FF2B5EF4-FFF2-40B4-BE49-F238E27FC236}">
                        <a16:creationId xmlns:a16="http://schemas.microsoft.com/office/drawing/2014/main" id="{FBC2F953-DEED-8117-B5AF-C4259E039F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741621" y="1777465"/>
                    <a:ext cx="103969" cy="68231"/>
                  </a:xfrm>
                  <a:custGeom>
                    <a:avLst/>
                    <a:gdLst>
                      <a:gd name="T0" fmla="*/ 0 w 64"/>
                      <a:gd name="T1" fmla="*/ 0 h 42"/>
                      <a:gd name="T2" fmla="*/ 30 w 64"/>
                      <a:gd name="T3" fmla="*/ 9 h 42"/>
                      <a:gd name="T4" fmla="*/ 25 w 64"/>
                      <a:gd name="T5" fmla="*/ 16 h 42"/>
                      <a:gd name="T6" fmla="*/ 64 w 64"/>
                      <a:gd name="T7" fmla="*/ 24 h 42"/>
                      <a:gd name="T8" fmla="*/ 58 w 64"/>
                      <a:gd name="T9" fmla="*/ 37 h 42"/>
                      <a:gd name="T10" fmla="*/ 37 w 64"/>
                      <a:gd name="T11" fmla="*/ 42 h 42"/>
                      <a:gd name="T12" fmla="*/ 10 w 64"/>
                      <a:gd name="T13" fmla="*/ 25 h 42"/>
                      <a:gd name="T14" fmla="*/ 0 w 64"/>
                      <a:gd name="T15" fmla="*/ 0 h 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64" h="42">
                        <a:moveTo>
                          <a:pt x="0" y="0"/>
                        </a:moveTo>
                        <a:lnTo>
                          <a:pt x="30" y="9"/>
                        </a:lnTo>
                        <a:lnTo>
                          <a:pt x="25" y="16"/>
                        </a:lnTo>
                        <a:lnTo>
                          <a:pt x="64" y="24"/>
                        </a:lnTo>
                        <a:lnTo>
                          <a:pt x="58" y="37"/>
                        </a:lnTo>
                        <a:lnTo>
                          <a:pt x="37" y="42"/>
                        </a:lnTo>
                        <a:lnTo>
                          <a:pt x="10" y="2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14" name="1">
                    <a:extLst>
                      <a:ext uri="{FF2B5EF4-FFF2-40B4-BE49-F238E27FC236}">
                        <a16:creationId xmlns:a16="http://schemas.microsoft.com/office/drawing/2014/main" id="{FED20365-1838-5C85-0D33-0B94CEF1B0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536933" y="1720605"/>
                    <a:ext cx="141332" cy="126715"/>
                  </a:xfrm>
                  <a:custGeom>
                    <a:avLst/>
                    <a:gdLst>
                      <a:gd name="T0" fmla="*/ 30 w 87"/>
                      <a:gd name="T1" fmla="*/ 0 h 78"/>
                      <a:gd name="T2" fmla="*/ 43 w 87"/>
                      <a:gd name="T3" fmla="*/ 20 h 78"/>
                      <a:gd name="T4" fmla="*/ 49 w 87"/>
                      <a:gd name="T5" fmla="*/ 22 h 78"/>
                      <a:gd name="T6" fmla="*/ 47 w 87"/>
                      <a:gd name="T7" fmla="*/ 32 h 78"/>
                      <a:gd name="T8" fmla="*/ 53 w 87"/>
                      <a:gd name="T9" fmla="*/ 34 h 78"/>
                      <a:gd name="T10" fmla="*/ 56 w 87"/>
                      <a:gd name="T11" fmla="*/ 25 h 78"/>
                      <a:gd name="T12" fmla="*/ 53 w 87"/>
                      <a:gd name="T13" fmla="*/ 11 h 78"/>
                      <a:gd name="T14" fmla="*/ 64 w 87"/>
                      <a:gd name="T15" fmla="*/ 11 h 78"/>
                      <a:gd name="T16" fmla="*/ 76 w 87"/>
                      <a:gd name="T17" fmla="*/ 28 h 78"/>
                      <a:gd name="T18" fmla="*/ 73 w 87"/>
                      <a:gd name="T19" fmla="*/ 43 h 78"/>
                      <a:gd name="T20" fmla="*/ 74 w 87"/>
                      <a:gd name="T21" fmla="*/ 54 h 78"/>
                      <a:gd name="T22" fmla="*/ 87 w 87"/>
                      <a:gd name="T23" fmla="*/ 66 h 78"/>
                      <a:gd name="T24" fmla="*/ 73 w 87"/>
                      <a:gd name="T25" fmla="*/ 72 h 78"/>
                      <a:gd name="T26" fmla="*/ 67 w 87"/>
                      <a:gd name="T27" fmla="*/ 60 h 78"/>
                      <a:gd name="T28" fmla="*/ 41 w 87"/>
                      <a:gd name="T29" fmla="*/ 74 h 78"/>
                      <a:gd name="T30" fmla="*/ 40 w 87"/>
                      <a:gd name="T31" fmla="*/ 72 h 78"/>
                      <a:gd name="T32" fmla="*/ 43 w 87"/>
                      <a:gd name="T33" fmla="*/ 71 h 78"/>
                      <a:gd name="T34" fmla="*/ 40 w 87"/>
                      <a:gd name="T35" fmla="*/ 60 h 78"/>
                      <a:gd name="T36" fmla="*/ 36 w 87"/>
                      <a:gd name="T37" fmla="*/ 63 h 78"/>
                      <a:gd name="T38" fmla="*/ 36 w 87"/>
                      <a:gd name="T39" fmla="*/ 68 h 78"/>
                      <a:gd name="T40" fmla="*/ 37 w 87"/>
                      <a:gd name="T41" fmla="*/ 68 h 78"/>
                      <a:gd name="T42" fmla="*/ 34 w 87"/>
                      <a:gd name="T43" fmla="*/ 78 h 78"/>
                      <a:gd name="T44" fmla="*/ 16 w 87"/>
                      <a:gd name="T45" fmla="*/ 72 h 78"/>
                      <a:gd name="T46" fmla="*/ 0 w 87"/>
                      <a:gd name="T47" fmla="*/ 47 h 78"/>
                      <a:gd name="T48" fmla="*/ 9 w 87"/>
                      <a:gd name="T49" fmla="*/ 46 h 78"/>
                      <a:gd name="T50" fmla="*/ 3 w 87"/>
                      <a:gd name="T51" fmla="*/ 34 h 78"/>
                      <a:gd name="T52" fmla="*/ 10 w 87"/>
                      <a:gd name="T53" fmla="*/ 23 h 78"/>
                      <a:gd name="T54" fmla="*/ 7 w 87"/>
                      <a:gd name="T55" fmla="*/ 14 h 78"/>
                      <a:gd name="T56" fmla="*/ 30 w 87"/>
                      <a:gd name="T57" fmla="*/ 0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87" h="78">
                        <a:moveTo>
                          <a:pt x="30" y="0"/>
                        </a:moveTo>
                        <a:lnTo>
                          <a:pt x="43" y="20"/>
                        </a:lnTo>
                        <a:lnTo>
                          <a:pt x="49" y="22"/>
                        </a:lnTo>
                        <a:lnTo>
                          <a:pt x="47" y="32"/>
                        </a:lnTo>
                        <a:lnTo>
                          <a:pt x="53" y="34"/>
                        </a:lnTo>
                        <a:lnTo>
                          <a:pt x="56" y="25"/>
                        </a:lnTo>
                        <a:lnTo>
                          <a:pt x="53" y="11"/>
                        </a:lnTo>
                        <a:lnTo>
                          <a:pt x="64" y="11"/>
                        </a:lnTo>
                        <a:lnTo>
                          <a:pt x="76" y="28"/>
                        </a:lnTo>
                        <a:lnTo>
                          <a:pt x="73" y="43"/>
                        </a:lnTo>
                        <a:lnTo>
                          <a:pt x="74" y="54"/>
                        </a:lnTo>
                        <a:lnTo>
                          <a:pt x="87" y="66"/>
                        </a:lnTo>
                        <a:lnTo>
                          <a:pt x="73" y="72"/>
                        </a:lnTo>
                        <a:lnTo>
                          <a:pt x="67" y="60"/>
                        </a:lnTo>
                        <a:lnTo>
                          <a:pt x="41" y="74"/>
                        </a:lnTo>
                        <a:lnTo>
                          <a:pt x="40" y="72"/>
                        </a:lnTo>
                        <a:lnTo>
                          <a:pt x="43" y="71"/>
                        </a:lnTo>
                        <a:lnTo>
                          <a:pt x="40" y="60"/>
                        </a:lnTo>
                        <a:lnTo>
                          <a:pt x="36" y="63"/>
                        </a:lnTo>
                        <a:lnTo>
                          <a:pt x="36" y="68"/>
                        </a:lnTo>
                        <a:lnTo>
                          <a:pt x="37" y="68"/>
                        </a:lnTo>
                        <a:lnTo>
                          <a:pt x="34" y="78"/>
                        </a:lnTo>
                        <a:lnTo>
                          <a:pt x="16" y="72"/>
                        </a:lnTo>
                        <a:lnTo>
                          <a:pt x="0" y="47"/>
                        </a:lnTo>
                        <a:lnTo>
                          <a:pt x="9" y="46"/>
                        </a:lnTo>
                        <a:lnTo>
                          <a:pt x="3" y="34"/>
                        </a:lnTo>
                        <a:lnTo>
                          <a:pt x="10" y="23"/>
                        </a:lnTo>
                        <a:lnTo>
                          <a:pt x="7" y="14"/>
                        </a:lnTo>
                        <a:lnTo>
                          <a:pt x="30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15" name="1">
                    <a:extLst>
                      <a:ext uri="{FF2B5EF4-FFF2-40B4-BE49-F238E27FC236}">
                        <a16:creationId xmlns:a16="http://schemas.microsoft.com/office/drawing/2014/main" id="{B454E6C2-178F-0F15-F4E9-BA0D4CED63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054690" y="2870714"/>
                    <a:ext cx="71478" cy="35739"/>
                  </a:xfrm>
                  <a:custGeom>
                    <a:avLst/>
                    <a:gdLst>
                      <a:gd name="T0" fmla="*/ 22 w 44"/>
                      <a:gd name="T1" fmla="*/ 0 h 22"/>
                      <a:gd name="T2" fmla="*/ 22 w 44"/>
                      <a:gd name="T3" fmla="*/ 0 h 22"/>
                      <a:gd name="T4" fmla="*/ 32 w 44"/>
                      <a:gd name="T5" fmla="*/ 5 h 22"/>
                      <a:gd name="T6" fmla="*/ 41 w 44"/>
                      <a:gd name="T7" fmla="*/ 6 h 22"/>
                      <a:gd name="T8" fmla="*/ 41 w 44"/>
                      <a:gd name="T9" fmla="*/ 6 h 22"/>
                      <a:gd name="T10" fmla="*/ 44 w 44"/>
                      <a:gd name="T11" fmla="*/ 12 h 22"/>
                      <a:gd name="T12" fmla="*/ 43 w 44"/>
                      <a:gd name="T13" fmla="*/ 21 h 22"/>
                      <a:gd name="T14" fmla="*/ 41 w 44"/>
                      <a:gd name="T15" fmla="*/ 22 h 22"/>
                      <a:gd name="T16" fmla="*/ 38 w 44"/>
                      <a:gd name="T17" fmla="*/ 22 h 22"/>
                      <a:gd name="T18" fmla="*/ 29 w 44"/>
                      <a:gd name="T19" fmla="*/ 22 h 22"/>
                      <a:gd name="T20" fmla="*/ 22 w 44"/>
                      <a:gd name="T21" fmla="*/ 22 h 22"/>
                      <a:gd name="T22" fmla="*/ 18 w 44"/>
                      <a:gd name="T23" fmla="*/ 22 h 22"/>
                      <a:gd name="T24" fmla="*/ 0 w 44"/>
                      <a:gd name="T25" fmla="*/ 21 h 22"/>
                      <a:gd name="T26" fmla="*/ 0 w 44"/>
                      <a:gd name="T27" fmla="*/ 20 h 22"/>
                      <a:gd name="T28" fmla="*/ 0 w 44"/>
                      <a:gd name="T29" fmla="*/ 20 h 22"/>
                      <a:gd name="T30" fmla="*/ 4 w 44"/>
                      <a:gd name="T31" fmla="*/ 8 h 22"/>
                      <a:gd name="T32" fmla="*/ 15 w 44"/>
                      <a:gd name="T33" fmla="*/ 3 h 22"/>
                      <a:gd name="T34" fmla="*/ 16 w 44"/>
                      <a:gd name="T35" fmla="*/ 3 h 22"/>
                      <a:gd name="T36" fmla="*/ 16 w 44"/>
                      <a:gd name="T37" fmla="*/ 3 h 22"/>
                      <a:gd name="T38" fmla="*/ 16 w 44"/>
                      <a:gd name="T39" fmla="*/ 5 h 22"/>
                      <a:gd name="T40" fmla="*/ 15 w 44"/>
                      <a:gd name="T41" fmla="*/ 6 h 22"/>
                      <a:gd name="T42" fmla="*/ 19 w 44"/>
                      <a:gd name="T43" fmla="*/ 8 h 22"/>
                      <a:gd name="T44" fmla="*/ 20 w 44"/>
                      <a:gd name="T45" fmla="*/ 2 h 22"/>
                      <a:gd name="T46" fmla="*/ 20 w 44"/>
                      <a:gd name="T47" fmla="*/ 0 h 22"/>
                      <a:gd name="T48" fmla="*/ 20 w 44"/>
                      <a:gd name="T49" fmla="*/ 0 h 22"/>
                      <a:gd name="T50" fmla="*/ 22 w 44"/>
                      <a:gd name="T51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</a:cxnLst>
                    <a:rect l="0" t="0" r="r" b="b"/>
                    <a:pathLst>
                      <a:path w="44" h="22">
                        <a:moveTo>
                          <a:pt x="22" y="0"/>
                        </a:moveTo>
                        <a:lnTo>
                          <a:pt x="22" y="0"/>
                        </a:lnTo>
                        <a:lnTo>
                          <a:pt x="32" y="5"/>
                        </a:lnTo>
                        <a:lnTo>
                          <a:pt x="41" y="6"/>
                        </a:lnTo>
                        <a:lnTo>
                          <a:pt x="41" y="6"/>
                        </a:lnTo>
                        <a:lnTo>
                          <a:pt x="44" y="12"/>
                        </a:lnTo>
                        <a:lnTo>
                          <a:pt x="43" y="21"/>
                        </a:lnTo>
                        <a:lnTo>
                          <a:pt x="41" y="22"/>
                        </a:lnTo>
                        <a:lnTo>
                          <a:pt x="38" y="22"/>
                        </a:lnTo>
                        <a:lnTo>
                          <a:pt x="29" y="22"/>
                        </a:lnTo>
                        <a:lnTo>
                          <a:pt x="22" y="22"/>
                        </a:lnTo>
                        <a:lnTo>
                          <a:pt x="18" y="22"/>
                        </a:lnTo>
                        <a:lnTo>
                          <a:pt x="0" y="21"/>
                        </a:lnTo>
                        <a:lnTo>
                          <a:pt x="0" y="20"/>
                        </a:lnTo>
                        <a:lnTo>
                          <a:pt x="0" y="20"/>
                        </a:lnTo>
                        <a:lnTo>
                          <a:pt x="4" y="8"/>
                        </a:lnTo>
                        <a:lnTo>
                          <a:pt x="15" y="3"/>
                        </a:lnTo>
                        <a:lnTo>
                          <a:pt x="16" y="3"/>
                        </a:lnTo>
                        <a:lnTo>
                          <a:pt x="16" y="3"/>
                        </a:lnTo>
                        <a:lnTo>
                          <a:pt x="16" y="5"/>
                        </a:lnTo>
                        <a:lnTo>
                          <a:pt x="15" y="6"/>
                        </a:lnTo>
                        <a:lnTo>
                          <a:pt x="19" y="8"/>
                        </a:lnTo>
                        <a:lnTo>
                          <a:pt x="20" y="2"/>
                        </a:lnTo>
                        <a:lnTo>
                          <a:pt x="20" y="0"/>
                        </a:lnTo>
                        <a:lnTo>
                          <a:pt x="20" y="0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grpFill/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16" name="1">
                    <a:extLst>
                      <a:ext uri="{FF2B5EF4-FFF2-40B4-BE49-F238E27FC236}">
                        <a16:creationId xmlns:a16="http://schemas.microsoft.com/office/drawing/2014/main" id="{5EF8F6B3-D4C4-02E0-A537-4BEA2665CDC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213892" y="1580858"/>
                    <a:ext cx="3465068" cy="1739845"/>
                  </a:xfrm>
                  <a:custGeom>
                    <a:avLst/>
                    <a:gdLst>
                      <a:gd name="T0" fmla="*/ 1062 w 2133"/>
                      <a:gd name="T1" fmla="*/ 56 h 1071"/>
                      <a:gd name="T2" fmla="*/ 1131 w 2133"/>
                      <a:gd name="T3" fmla="*/ 127 h 1071"/>
                      <a:gd name="T4" fmla="*/ 1034 w 2133"/>
                      <a:gd name="T5" fmla="*/ 240 h 1071"/>
                      <a:gd name="T6" fmla="*/ 1092 w 2133"/>
                      <a:gd name="T7" fmla="*/ 204 h 1071"/>
                      <a:gd name="T8" fmla="*/ 1199 w 2133"/>
                      <a:gd name="T9" fmla="*/ 223 h 1071"/>
                      <a:gd name="T10" fmla="*/ 1338 w 2133"/>
                      <a:gd name="T11" fmla="*/ 281 h 1071"/>
                      <a:gd name="T12" fmla="*/ 1470 w 2133"/>
                      <a:gd name="T13" fmla="*/ 299 h 1071"/>
                      <a:gd name="T14" fmla="*/ 1626 w 2133"/>
                      <a:gd name="T15" fmla="*/ 311 h 1071"/>
                      <a:gd name="T16" fmla="*/ 1867 w 2133"/>
                      <a:gd name="T17" fmla="*/ 384 h 1071"/>
                      <a:gd name="T18" fmla="*/ 2044 w 2133"/>
                      <a:gd name="T19" fmla="*/ 452 h 1071"/>
                      <a:gd name="T20" fmla="*/ 2078 w 2133"/>
                      <a:gd name="T21" fmla="*/ 471 h 1071"/>
                      <a:gd name="T22" fmla="*/ 2119 w 2133"/>
                      <a:gd name="T23" fmla="*/ 521 h 1071"/>
                      <a:gd name="T24" fmla="*/ 2096 w 2133"/>
                      <a:gd name="T25" fmla="*/ 557 h 1071"/>
                      <a:gd name="T26" fmla="*/ 2063 w 2133"/>
                      <a:gd name="T27" fmla="*/ 547 h 1071"/>
                      <a:gd name="T28" fmla="*/ 1998 w 2133"/>
                      <a:gd name="T29" fmla="*/ 505 h 1071"/>
                      <a:gd name="T30" fmla="*/ 1984 w 2133"/>
                      <a:gd name="T31" fmla="*/ 599 h 1071"/>
                      <a:gd name="T32" fmla="*/ 1894 w 2133"/>
                      <a:gd name="T33" fmla="*/ 653 h 1071"/>
                      <a:gd name="T34" fmla="*/ 1787 w 2133"/>
                      <a:gd name="T35" fmla="*/ 683 h 1071"/>
                      <a:gd name="T36" fmla="*/ 1768 w 2133"/>
                      <a:gd name="T37" fmla="*/ 776 h 1071"/>
                      <a:gd name="T38" fmla="*/ 1694 w 2133"/>
                      <a:gd name="T39" fmla="*/ 736 h 1071"/>
                      <a:gd name="T40" fmla="*/ 1778 w 2133"/>
                      <a:gd name="T41" fmla="*/ 636 h 1071"/>
                      <a:gd name="T42" fmla="*/ 1722 w 2133"/>
                      <a:gd name="T43" fmla="*/ 631 h 1071"/>
                      <a:gd name="T44" fmla="*/ 1623 w 2133"/>
                      <a:gd name="T45" fmla="*/ 693 h 1071"/>
                      <a:gd name="T46" fmla="*/ 1504 w 2133"/>
                      <a:gd name="T47" fmla="*/ 705 h 1071"/>
                      <a:gd name="T48" fmla="*/ 1440 w 2133"/>
                      <a:gd name="T49" fmla="*/ 834 h 1071"/>
                      <a:gd name="T50" fmla="*/ 1482 w 2133"/>
                      <a:gd name="T51" fmla="*/ 895 h 1071"/>
                      <a:gd name="T52" fmla="*/ 1351 w 2133"/>
                      <a:gd name="T53" fmla="*/ 1046 h 1071"/>
                      <a:gd name="T54" fmla="*/ 1297 w 2133"/>
                      <a:gd name="T55" fmla="*/ 862 h 1071"/>
                      <a:gd name="T56" fmla="*/ 1016 w 2133"/>
                      <a:gd name="T57" fmla="*/ 897 h 1071"/>
                      <a:gd name="T58" fmla="*/ 781 w 2133"/>
                      <a:gd name="T59" fmla="*/ 932 h 1071"/>
                      <a:gd name="T60" fmla="*/ 701 w 2133"/>
                      <a:gd name="T61" fmla="*/ 883 h 1071"/>
                      <a:gd name="T62" fmla="*/ 604 w 2133"/>
                      <a:gd name="T63" fmla="*/ 831 h 1071"/>
                      <a:gd name="T64" fmla="*/ 576 w 2133"/>
                      <a:gd name="T65" fmla="*/ 821 h 1071"/>
                      <a:gd name="T66" fmla="*/ 484 w 2133"/>
                      <a:gd name="T67" fmla="*/ 821 h 1071"/>
                      <a:gd name="T68" fmla="*/ 452 w 2133"/>
                      <a:gd name="T69" fmla="*/ 834 h 1071"/>
                      <a:gd name="T70" fmla="*/ 438 w 2133"/>
                      <a:gd name="T71" fmla="*/ 897 h 1071"/>
                      <a:gd name="T72" fmla="*/ 375 w 2133"/>
                      <a:gd name="T73" fmla="*/ 897 h 1071"/>
                      <a:gd name="T74" fmla="*/ 309 w 2133"/>
                      <a:gd name="T75" fmla="*/ 876 h 1071"/>
                      <a:gd name="T76" fmla="*/ 266 w 2133"/>
                      <a:gd name="T77" fmla="*/ 951 h 1071"/>
                      <a:gd name="T78" fmla="*/ 266 w 2133"/>
                      <a:gd name="T79" fmla="*/ 993 h 1071"/>
                      <a:gd name="T80" fmla="*/ 222 w 2133"/>
                      <a:gd name="T81" fmla="*/ 1048 h 1071"/>
                      <a:gd name="T82" fmla="*/ 140 w 2133"/>
                      <a:gd name="T83" fmla="*/ 974 h 1071"/>
                      <a:gd name="T84" fmla="*/ 166 w 2133"/>
                      <a:gd name="T85" fmla="*/ 928 h 1071"/>
                      <a:gd name="T86" fmla="*/ 94 w 2133"/>
                      <a:gd name="T87" fmla="*/ 880 h 1071"/>
                      <a:gd name="T88" fmla="*/ 65 w 2133"/>
                      <a:gd name="T89" fmla="*/ 828 h 1071"/>
                      <a:gd name="T90" fmla="*/ 6 w 2133"/>
                      <a:gd name="T91" fmla="*/ 739 h 1071"/>
                      <a:gd name="T92" fmla="*/ 7 w 2133"/>
                      <a:gd name="T93" fmla="*/ 664 h 1071"/>
                      <a:gd name="T94" fmla="*/ 41 w 2133"/>
                      <a:gd name="T95" fmla="*/ 381 h 1071"/>
                      <a:gd name="T96" fmla="*/ 80 w 2133"/>
                      <a:gd name="T97" fmla="*/ 391 h 1071"/>
                      <a:gd name="T98" fmla="*/ 96 w 2133"/>
                      <a:gd name="T99" fmla="*/ 530 h 1071"/>
                      <a:gd name="T100" fmla="*/ 167 w 2133"/>
                      <a:gd name="T101" fmla="*/ 530 h 1071"/>
                      <a:gd name="T102" fmla="*/ 256 w 2133"/>
                      <a:gd name="T103" fmla="*/ 447 h 1071"/>
                      <a:gd name="T104" fmla="*/ 340 w 2133"/>
                      <a:gd name="T105" fmla="*/ 419 h 1071"/>
                      <a:gd name="T106" fmla="*/ 424 w 2133"/>
                      <a:gd name="T107" fmla="*/ 430 h 1071"/>
                      <a:gd name="T108" fmla="*/ 515 w 2133"/>
                      <a:gd name="T109" fmla="*/ 338 h 1071"/>
                      <a:gd name="T110" fmla="*/ 590 w 2133"/>
                      <a:gd name="T111" fmla="*/ 471 h 1071"/>
                      <a:gd name="T112" fmla="*/ 646 w 2133"/>
                      <a:gd name="T113" fmla="*/ 406 h 1071"/>
                      <a:gd name="T114" fmla="*/ 598 w 2133"/>
                      <a:gd name="T115" fmla="*/ 308 h 1071"/>
                      <a:gd name="T116" fmla="*/ 644 w 2133"/>
                      <a:gd name="T117" fmla="*/ 290 h 1071"/>
                      <a:gd name="T118" fmla="*/ 733 w 2133"/>
                      <a:gd name="T119" fmla="*/ 320 h 1071"/>
                      <a:gd name="T120" fmla="*/ 766 w 2133"/>
                      <a:gd name="T121" fmla="*/ 182 h 1071"/>
                      <a:gd name="T122" fmla="*/ 858 w 2133"/>
                      <a:gd name="T123" fmla="*/ 96 h 1071"/>
                      <a:gd name="T124" fmla="*/ 936 w 2133"/>
                      <a:gd name="T125" fmla="*/ 72 h 10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  <a:cxn ang="0">
                        <a:pos x="T124" y="T125"/>
                      </a:cxn>
                    </a:cxnLst>
                    <a:rect l="0" t="0" r="r" b="b"/>
                    <a:pathLst>
                      <a:path w="2133" h="1071">
                        <a:moveTo>
                          <a:pt x="2072" y="487"/>
                        </a:moveTo>
                        <a:lnTo>
                          <a:pt x="2076" y="490"/>
                        </a:lnTo>
                        <a:lnTo>
                          <a:pt x="2076" y="492"/>
                        </a:lnTo>
                        <a:lnTo>
                          <a:pt x="2076" y="493"/>
                        </a:lnTo>
                        <a:lnTo>
                          <a:pt x="2076" y="490"/>
                        </a:lnTo>
                        <a:lnTo>
                          <a:pt x="2072" y="487"/>
                        </a:lnTo>
                        <a:close/>
                        <a:moveTo>
                          <a:pt x="1005" y="0"/>
                        </a:moveTo>
                        <a:lnTo>
                          <a:pt x="1006" y="0"/>
                        </a:lnTo>
                        <a:lnTo>
                          <a:pt x="1027" y="10"/>
                        </a:lnTo>
                        <a:lnTo>
                          <a:pt x="1027" y="10"/>
                        </a:lnTo>
                        <a:lnTo>
                          <a:pt x="1031" y="23"/>
                        </a:lnTo>
                        <a:lnTo>
                          <a:pt x="1031" y="23"/>
                        </a:lnTo>
                        <a:lnTo>
                          <a:pt x="1013" y="41"/>
                        </a:lnTo>
                        <a:lnTo>
                          <a:pt x="1027" y="34"/>
                        </a:lnTo>
                        <a:lnTo>
                          <a:pt x="1027" y="34"/>
                        </a:lnTo>
                        <a:lnTo>
                          <a:pt x="1027" y="34"/>
                        </a:lnTo>
                        <a:lnTo>
                          <a:pt x="1027" y="34"/>
                        </a:lnTo>
                        <a:lnTo>
                          <a:pt x="1027" y="40"/>
                        </a:lnTo>
                        <a:lnTo>
                          <a:pt x="1046" y="43"/>
                        </a:lnTo>
                        <a:lnTo>
                          <a:pt x="1048" y="44"/>
                        </a:lnTo>
                        <a:lnTo>
                          <a:pt x="1049" y="49"/>
                        </a:lnTo>
                        <a:lnTo>
                          <a:pt x="1046" y="57"/>
                        </a:lnTo>
                        <a:lnTo>
                          <a:pt x="1033" y="72"/>
                        </a:lnTo>
                        <a:lnTo>
                          <a:pt x="1048" y="72"/>
                        </a:lnTo>
                        <a:lnTo>
                          <a:pt x="1058" y="56"/>
                        </a:lnTo>
                        <a:lnTo>
                          <a:pt x="1058" y="56"/>
                        </a:lnTo>
                        <a:lnTo>
                          <a:pt x="1062" y="56"/>
                        </a:lnTo>
                        <a:lnTo>
                          <a:pt x="1071" y="57"/>
                        </a:lnTo>
                        <a:lnTo>
                          <a:pt x="1083" y="57"/>
                        </a:lnTo>
                        <a:lnTo>
                          <a:pt x="1092" y="57"/>
                        </a:lnTo>
                        <a:lnTo>
                          <a:pt x="1096" y="57"/>
                        </a:lnTo>
                        <a:lnTo>
                          <a:pt x="1096" y="59"/>
                        </a:lnTo>
                        <a:lnTo>
                          <a:pt x="1119" y="81"/>
                        </a:lnTo>
                        <a:lnTo>
                          <a:pt x="1119" y="81"/>
                        </a:lnTo>
                        <a:lnTo>
                          <a:pt x="1116" y="87"/>
                        </a:lnTo>
                        <a:lnTo>
                          <a:pt x="1119" y="93"/>
                        </a:lnTo>
                        <a:lnTo>
                          <a:pt x="1123" y="86"/>
                        </a:lnTo>
                        <a:lnTo>
                          <a:pt x="1123" y="86"/>
                        </a:lnTo>
                        <a:lnTo>
                          <a:pt x="1123" y="86"/>
                        </a:lnTo>
                        <a:lnTo>
                          <a:pt x="1123" y="86"/>
                        </a:lnTo>
                        <a:lnTo>
                          <a:pt x="1129" y="102"/>
                        </a:lnTo>
                        <a:lnTo>
                          <a:pt x="1132" y="102"/>
                        </a:lnTo>
                        <a:lnTo>
                          <a:pt x="1132" y="102"/>
                        </a:lnTo>
                        <a:lnTo>
                          <a:pt x="1134" y="109"/>
                        </a:lnTo>
                        <a:lnTo>
                          <a:pt x="1128" y="121"/>
                        </a:lnTo>
                        <a:lnTo>
                          <a:pt x="1128" y="121"/>
                        </a:lnTo>
                        <a:lnTo>
                          <a:pt x="1128" y="121"/>
                        </a:lnTo>
                        <a:lnTo>
                          <a:pt x="1126" y="121"/>
                        </a:lnTo>
                        <a:lnTo>
                          <a:pt x="1117" y="111"/>
                        </a:lnTo>
                        <a:lnTo>
                          <a:pt x="1122" y="120"/>
                        </a:lnTo>
                        <a:lnTo>
                          <a:pt x="1132" y="123"/>
                        </a:lnTo>
                        <a:lnTo>
                          <a:pt x="1132" y="124"/>
                        </a:lnTo>
                        <a:lnTo>
                          <a:pt x="1132" y="124"/>
                        </a:lnTo>
                        <a:lnTo>
                          <a:pt x="1131" y="127"/>
                        </a:lnTo>
                        <a:lnTo>
                          <a:pt x="1132" y="136"/>
                        </a:lnTo>
                        <a:lnTo>
                          <a:pt x="1132" y="136"/>
                        </a:lnTo>
                        <a:lnTo>
                          <a:pt x="1123" y="149"/>
                        </a:lnTo>
                        <a:lnTo>
                          <a:pt x="1113" y="157"/>
                        </a:lnTo>
                        <a:lnTo>
                          <a:pt x="1114" y="158"/>
                        </a:lnTo>
                        <a:lnTo>
                          <a:pt x="1114" y="160"/>
                        </a:lnTo>
                        <a:lnTo>
                          <a:pt x="1114" y="160"/>
                        </a:lnTo>
                        <a:lnTo>
                          <a:pt x="1107" y="161"/>
                        </a:lnTo>
                        <a:lnTo>
                          <a:pt x="1107" y="167"/>
                        </a:lnTo>
                        <a:lnTo>
                          <a:pt x="1107" y="169"/>
                        </a:lnTo>
                        <a:lnTo>
                          <a:pt x="1089" y="176"/>
                        </a:lnTo>
                        <a:lnTo>
                          <a:pt x="1059" y="219"/>
                        </a:lnTo>
                        <a:lnTo>
                          <a:pt x="1058" y="219"/>
                        </a:lnTo>
                        <a:lnTo>
                          <a:pt x="1058" y="219"/>
                        </a:lnTo>
                        <a:lnTo>
                          <a:pt x="1055" y="219"/>
                        </a:lnTo>
                        <a:lnTo>
                          <a:pt x="1052" y="219"/>
                        </a:lnTo>
                        <a:lnTo>
                          <a:pt x="1049" y="219"/>
                        </a:lnTo>
                        <a:lnTo>
                          <a:pt x="1046" y="219"/>
                        </a:lnTo>
                        <a:lnTo>
                          <a:pt x="1046" y="219"/>
                        </a:lnTo>
                        <a:lnTo>
                          <a:pt x="1025" y="249"/>
                        </a:lnTo>
                        <a:lnTo>
                          <a:pt x="1030" y="246"/>
                        </a:lnTo>
                        <a:lnTo>
                          <a:pt x="1030" y="246"/>
                        </a:lnTo>
                        <a:lnTo>
                          <a:pt x="1031" y="246"/>
                        </a:lnTo>
                        <a:lnTo>
                          <a:pt x="1034" y="249"/>
                        </a:lnTo>
                        <a:lnTo>
                          <a:pt x="1034" y="247"/>
                        </a:lnTo>
                        <a:lnTo>
                          <a:pt x="1034" y="247"/>
                        </a:lnTo>
                        <a:lnTo>
                          <a:pt x="1034" y="240"/>
                        </a:lnTo>
                        <a:lnTo>
                          <a:pt x="1034" y="237"/>
                        </a:lnTo>
                        <a:lnTo>
                          <a:pt x="1036" y="237"/>
                        </a:lnTo>
                        <a:lnTo>
                          <a:pt x="1036" y="237"/>
                        </a:lnTo>
                        <a:lnTo>
                          <a:pt x="1039" y="237"/>
                        </a:lnTo>
                        <a:lnTo>
                          <a:pt x="1043" y="238"/>
                        </a:lnTo>
                        <a:lnTo>
                          <a:pt x="1046" y="238"/>
                        </a:lnTo>
                        <a:lnTo>
                          <a:pt x="1049" y="238"/>
                        </a:lnTo>
                        <a:lnTo>
                          <a:pt x="1051" y="238"/>
                        </a:lnTo>
                        <a:lnTo>
                          <a:pt x="1071" y="228"/>
                        </a:lnTo>
                        <a:lnTo>
                          <a:pt x="1073" y="226"/>
                        </a:lnTo>
                        <a:lnTo>
                          <a:pt x="1070" y="220"/>
                        </a:lnTo>
                        <a:lnTo>
                          <a:pt x="1070" y="220"/>
                        </a:lnTo>
                        <a:lnTo>
                          <a:pt x="1070" y="219"/>
                        </a:lnTo>
                        <a:lnTo>
                          <a:pt x="1071" y="220"/>
                        </a:lnTo>
                        <a:lnTo>
                          <a:pt x="1079" y="225"/>
                        </a:lnTo>
                        <a:lnTo>
                          <a:pt x="1093" y="215"/>
                        </a:lnTo>
                        <a:lnTo>
                          <a:pt x="1089" y="210"/>
                        </a:lnTo>
                        <a:lnTo>
                          <a:pt x="1079" y="219"/>
                        </a:lnTo>
                        <a:lnTo>
                          <a:pt x="1079" y="219"/>
                        </a:lnTo>
                        <a:lnTo>
                          <a:pt x="1077" y="219"/>
                        </a:lnTo>
                        <a:lnTo>
                          <a:pt x="1077" y="218"/>
                        </a:lnTo>
                        <a:lnTo>
                          <a:pt x="1074" y="209"/>
                        </a:lnTo>
                        <a:lnTo>
                          <a:pt x="1074" y="209"/>
                        </a:lnTo>
                        <a:lnTo>
                          <a:pt x="1082" y="198"/>
                        </a:lnTo>
                        <a:lnTo>
                          <a:pt x="1083" y="198"/>
                        </a:lnTo>
                        <a:lnTo>
                          <a:pt x="1083" y="198"/>
                        </a:lnTo>
                        <a:lnTo>
                          <a:pt x="1092" y="204"/>
                        </a:lnTo>
                        <a:lnTo>
                          <a:pt x="1101" y="198"/>
                        </a:lnTo>
                        <a:lnTo>
                          <a:pt x="1101" y="198"/>
                        </a:lnTo>
                        <a:lnTo>
                          <a:pt x="1101" y="198"/>
                        </a:lnTo>
                        <a:lnTo>
                          <a:pt x="1101" y="200"/>
                        </a:lnTo>
                        <a:lnTo>
                          <a:pt x="1099" y="203"/>
                        </a:lnTo>
                        <a:lnTo>
                          <a:pt x="1099" y="209"/>
                        </a:lnTo>
                        <a:lnTo>
                          <a:pt x="1114" y="213"/>
                        </a:lnTo>
                        <a:lnTo>
                          <a:pt x="1119" y="209"/>
                        </a:lnTo>
                        <a:lnTo>
                          <a:pt x="1117" y="198"/>
                        </a:lnTo>
                        <a:lnTo>
                          <a:pt x="1119" y="198"/>
                        </a:lnTo>
                        <a:lnTo>
                          <a:pt x="1119" y="198"/>
                        </a:lnTo>
                        <a:lnTo>
                          <a:pt x="1119" y="198"/>
                        </a:lnTo>
                        <a:lnTo>
                          <a:pt x="1126" y="216"/>
                        </a:lnTo>
                        <a:lnTo>
                          <a:pt x="1125" y="229"/>
                        </a:lnTo>
                        <a:lnTo>
                          <a:pt x="1129" y="231"/>
                        </a:lnTo>
                        <a:lnTo>
                          <a:pt x="1129" y="231"/>
                        </a:lnTo>
                        <a:lnTo>
                          <a:pt x="1129" y="231"/>
                        </a:lnTo>
                        <a:lnTo>
                          <a:pt x="1125" y="234"/>
                        </a:lnTo>
                        <a:lnTo>
                          <a:pt x="1128" y="235"/>
                        </a:lnTo>
                        <a:lnTo>
                          <a:pt x="1136" y="231"/>
                        </a:lnTo>
                        <a:lnTo>
                          <a:pt x="1128" y="223"/>
                        </a:lnTo>
                        <a:lnTo>
                          <a:pt x="1128" y="222"/>
                        </a:lnTo>
                        <a:lnTo>
                          <a:pt x="1128" y="222"/>
                        </a:lnTo>
                        <a:lnTo>
                          <a:pt x="1156" y="213"/>
                        </a:lnTo>
                        <a:lnTo>
                          <a:pt x="1199" y="222"/>
                        </a:lnTo>
                        <a:lnTo>
                          <a:pt x="1199" y="223"/>
                        </a:lnTo>
                        <a:lnTo>
                          <a:pt x="1199" y="223"/>
                        </a:lnTo>
                        <a:lnTo>
                          <a:pt x="1193" y="226"/>
                        </a:lnTo>
                        <a:lnTo>
                          <a:pt x="1194" y="237"/>
                        </a:lnTo>
                        <a:lnTo>
                          <a:pt x="1227" y="247"/>
                        </a:lnTo>
                        <a:lnTo>
                          <a:pt x="1255" y="243"/>
                        </a:lnTo>
                        <a:lnTo>
                          <a:pt x="1258" y="238"/>
                        </a:lnTo>
                        <a:lnTo>
                          <a:pt x="1254" y="225"/>
                        </a:lnTo>
                        <a:lnTo>
                          <a:pt x="1257" y="212"/>
                        </a:lnTo>
                        <a:lnTo>
                          <a:pt x="1257" y="210"/>
                        </a:lnTo>
                        <a:lnTo>
                          <a:pt x="1257" y="210"/>
                        </a:lnTo>
                        <a:lnTo>
                          <a:pt x="1257" y="210"/>
                        </a:lnTo>
                        <a:lnTo>
                          <a:pt x="1261" y="212"/>
                        </a:lnTo>
                        <a:lnTo>
                          <a:pt x="1262" y="206"/>
                        </a:lnTo>
                        <a:lnTo>
                          <a:pt x="1262" y="206"/>
                        </a:lnTo>
                        <a:lnTo>
                          <a:pt x="1264" y="206"/>
                        </a:lnTo>
                        <a:lnTo>
                          <a:pt x="1264" y="206"/>
                        </a:lnTo>
                        <a:lnTo>
                          <a:pt x="1300" y="225"/>
                        </a:lnTo>
                        <a:lnTo>
                          <a:pt x="1304" y="220"/>
                        </a:lnTo>
                        <a:lnTo>
                          <a:pt x="1304" y="219"/>
                        </a:lnTo>
                        <a:lnTo>
                          <a:pt x="1305" y="219"/>
                        </a:lnTo>
                        <a:lnTo>
                          <a:pt x="1320" y="223"/>
                        </a:lnTo>
                        <a:lnTo>
                          <a:pt x="1338" y="246"/>
                        </a:lnTo>
                        <a:lnTo>
                          <a:pt x="1338" y="246"/>
                        </a:lnTo>
                        <a:lnTo>
                          <a:pt x="1335" y="263"/>
                        </a:lnTo>
                        <a:lnTo>
                          <a:pt x="1340" y="272"/>
                        </a:lnTo>
                        <a:lnTo>
                          <a:pt x="1340" y="272"/>
                        </a:lnTo>
                        <a:lnTo>
                          <a:pt x="1337" y="280"/>
                        </a:lnTo>
                        <a:lnTo>
                          <a:pt x="1338" y="281"/>
                        </a:lnTo>
                        <a:lnTo>
                          <a:pt x="1338" y="281"/>
                        </a:lnTo>
                        <a:lnTo>
                          <a:pt x="1328" y="293"/>
                        </a:lnTo>
                        <a:lnTo>
                          <a:pt x="1329" y="304"/>
                        </a:lnTo>
                        <a:lnTo>
                          <a:pt x="1332" y="302"/>
                        </a:lnTo>
                        <a:lnTo>
                          <a:pt x="1332" y="302"/>
                        </a:lnTo>
                        <a:lnTo>
                          <a:pt x="1332" y="302"/>
                        </a:lnTo>
                        <a:lnTo>
                          <a:pt x="1344" y="327"/>
                        </a:lnTo>
                        <a:lnTo>
                          <a:pt x="1356" y="332"/>
                        </a:lnTo>
                        <a:lnTo>
                          <a:pt x="1357" y="332"/>
                        </a:lnTo>
                        <a:lnTo>
                          <a:pt x="1360" y="341"/>
                        </a:lnTo>
                        <a:lnTo>
                          <a:pt x="1369" y="323"/>
                        </a:lnTo>
                        <a:lnTo>
                          <a:pt x="1371" y="308"/>
                        </a:lnTo>
                        <a:lnTo>
                          <a:pt x="1378" y="289"/>
                        </a:lnTo>
                        <a:lnTo>
                          <a:pt x="1380" y="289"/>
                        </a:lnTo>
                        <a:lnTo>
                          <a:pt x="1380" y="289"/>
                        </a:lnTo>
                        <a:lnTo>
                          <a:pt x="1380" y="289"/>
                        </a:lnTo>
                        <a:lnTo>
                          <a:pt x="1391" y="312"/>
                        </a:lnTo>
                        <a:lnTo>
                          <a:pt x="1406" y="315"/>
                        </a:lnTo>
                        <a:lnTo>
                          <a:pt x="1408" y="305"/>
                        </a:lnTo>
                        <a:lnTo>
                          <a:pt x="1409" y="304"/>
                        </a:lnTo>
                        <a:lnTo>
                          <a:pt x="1417" y="304"/>
                        </a:lnTo>
                        <a:lnTo>
                          <a:pt x="1448" y="323"/>
                        </a:lnTo>
                        <a:lnTo>
                          <a:pt x="1467" y="308"/>
                        </a:lnTo>
                        <a:lnTo>
                          <a:pt x="1467" y="308"/>
                        </a:lnTo>
                        <a:lnTo>
                          <a:pt x="1467" y="308"/>
                        </a:lnTo>
                        <a:lnTo>
                          <a:pt x="1473" y="309"/>
                        </a:lnTo>
                        <a:lnTo>
                          <a:pt x="1470" y="299"/>
                        </a:lnTo>
                        <a:lnTo>
                          <a:pt x="1470" y="299"/>
                        </a:lnTo>
                        <a:lnTo>
                          <a:pt x="1471" y="295"/>
                        </a:lnTo>
                        <a:lnTo>
                          <a:pt x="1470" y="287"/>
                        </a:lnTo>
                        <a:lnTo>
                          <a:pt x="1470" y="286"/>
                        </a:lnTo>
                        <a:lnTo>
                          <a:pt x="1488" y="263"/>
                        </a:lnTo>
                        <a:lnTo>
                          <a:pt x="1485" y="256"/>
                        </a:lnTo>
                        <a:lnTo>
                          <a:pt x="1485" y="256"/>
                        </a:lnTo>
                        <a:lnTo>
                          <a:pt x="1488" y="252"/>
                        </a:lnTo>
                        <a:lnTo>
                          <a:pt x="1489" y="252"/>
                        </a:lnTo>
                        <a:lnTo>
                          <a:pt x="1489" y="252"/>
                        </a:lnTo>
                        <a:lnTo>
                          <a:pt x="1597" y="278"/>
                        </a:lnTo>
                        <a:lnTo>
                          <a:pt x="1602" y="281"/>
                        </a:lnTo>
                        <a:lnTo>
                          <a:pt x="1606" y="295"/>
                        </a:lnTo>
                        <a:lnTo>
                          <a:pt x="1606" y="295"/>
                        </a:lnTo>
                        <a:lnTo>
                          <a:pt x="1605" y="295"/>
                        </a:lnTo>
                        <a:lnTo>
                          <a:pt x="1605" y="295"/>
                        </a:lnTo>
                        <a:lnTo>
                          <a:pt x="1597" y="293"/>
                        </a:lnTo>
                        <a:lnTo>
                          <a:pt x="1593" y="302"/>
                        </a:lnTo>
                        <a:lnTo>
                          <a:pt x="1608" y="304"/>
                        </a:lnTo>
                        <a:lnTo>
                          <a:pt x="1608" y="304"/>
                        </a:lnTo>
                        <a:lnTo>
                          <a:pt x="1615" y="312"/>
                        </a:lnTo>
                        <a:lnTo>
                          <a:pt x="1615" y="312"/>
                        </a:lnTo>
                        <a:lnTo>
                          <a:pt x="1618" y="312"/>
                        </a:lnTo>
                        <a:lnTo>
                          <a:pt x="1621" y="311"/>
                        </a:lnTo>
                        <a:lnTo>
                          <a:pt x="1624" y="311"/>
                        </a:lnTo>
                        <a:lnTo>
                          <a:pt x="1626" y="311"/>
                        </a:lnTo>
                        <a:lnTo>
                          <a:pt x="1626" y="311"/>
                        </a:lnTo>
                        <a:lnTo>
                          <a:pt x="1636" y="321"/>
                        </a:lnTo>
                        <a:lnTo>
                          <a:pt x="1636" y="323"/>
                        </a:lnTo>
                        <a:lnTo>
                          <a:pt x="1630" y="330"/>
                        </a:lnTo>
                        <a:lnTo>
                          <a:pt x="1639" y="336"/>
                        </a:lnTo>
                        <a:lnTo>
                          <a:pt x="1666" y="330"/>
                        </a:lnTo>
                        <a:lnTo>
                          <a:pt x="1720" y="330"/>
                        </a:lnTo>
                        <a:lnTo>
                          <a:pt x="1720" y="332"/>
                        </a:lnTo>
                        <a:lnTo>
                          <a:pt x="1735" y="352"/>
                        </a:lnTo>
                        <a:lnTo>
                          <a:pt x="1737" y="360"/>
                        </a:lnTo>
                        <a:lnTo>
                          <a:pt x="1732" y="375"/>
                        </a:lnTo>
                        <a:lnTo>
                          <a:pt x="1752" y="385"/>
                        </a:lnTo>
                        <a:lnTo>
                          <a:pt x="1752" y="385"/>
                        </a:lnTo>
                        <a:lnTo>
                          <a:pt x="1752" y="390"/>
                        </a:lnTo>
                        <a:lnTo>
                          <a:pt x="1766" y="379"/>
                        </a:lnTo>
                        <a:lnTo>
                          <a:pt x="1787" y="376"/>
                        </a:lnTo>
                        <a:lnTo>
                          <a:pt x="1801" y="384"/>
                        </a:lnTo>
                        <a:lnTo>
                          <a:pt x="1824" y="387"/>
                        </a:lnTo>
                        <a:lnTo>
                          <a:pt x="1836" y="376"/>
                        </a:lnTo>
                        <a:lnTo>
                          <a:pt x="1838" y="376"/>
                        </a:lnTo>
                        <a:lnTo>
                          <a:pt x="1838" y="376"/>
                        </a:lnTo>
                        <a:lnTo>
                          <a:pt x="1838" y="378"/>
                        </a:lnTo>
                        <a:lnTo>
                          <a:pt x="1842" y="384"/>
                        </a:lnTo>
                        <a:lnTo>
                          <a:pt x="1844" y="397"/>
                        </a:lnTo>
                        <a:lnTo>
                          <a:pt x="1864" y="413"/>
                        </a:lnTo>
                        <a:lnTo>
                          <a:pt x="1879" y="401"/>
                        </a:lnTo>
                        <a:lnTo>
                          <a:pt x="1873" y="385"/>
                        </a:lnTo>
                        <a:lnTo>
                          <a:pt x="1867" y="384"/>
                        </a:lnTo>
                        <a:lnTo>
                          <a:pt x="1866" y="384"/>
                        </a:lnTo>
                        <a:lnTo>
                          <a:pt x="1866" y="382"/>
                        </a:lnTo>
                        <a:lnTo>
                          <a:pt x="1870" y="378"/>
                        </a:lnTo>
                        <a:lnTo>
                          <a:pt x="1870" y="369"/>
                        </a:lnTo>
                        <a:lnTo>
                          <a:pt x="1872" y="367"/>
                        </a:lnTo>
                        <a:lnTo>
                          <a:pt x="1876" y="366"/>
                        </a:lnTo>
                        <a:lnTo>
                          <a:pt x="1907" y="375"/>
                        </a:lnTo>
                        <a:lnTo>
                          <a:pt x="1946" y="373"/>
                        </a:lnTo>
                        <a:lnTo>
                          <a:pt x="1975" y="390"/>
                        </a:lnTo>
                        <a:lnTo>
                          <a:pt x="1996" y="407"/>
                        </a:lnTo>
                        <a:lnTo>
                          <a:pt x="2001" y="410"/>
                        </a:lnTo>
                        <a:lnTo>
                          <a:pt x="2011" y="415"/>
                        </a:lnTo>
                        <a:lnTo>
                          <a:pt x="2011" y="415"/>
                        </a:lnTo>
                        <a:lnTo>
                          <a:pt x="2012" y="422"/>
                        </a:lnTo>
                        <a:lnTo>
                          <a:pt x="2020" y="425"/>
                        </a:lnTo>
                        <a:lnTo>
                          <a:pt x="2020" y="425"/>
                        </a:lnTo>
                        <a:lnTo>
                          <a:pt x="2023" y="431"/>
                        </a:lnTo>
                        <a:lnTo>
                          <a:pt x="2030" y="432"/>
                        </a:lnTo>
                        <a:lnTo>
                          <a:pt x="2036" y="437"/>
                        </a:lnTo>
                        <a:lnTo>
                          <a:pt x="2036" y="437"/>
                        </a:lnTo>
                        <a:lnTo>
                          <a:pt x="2038" y="441"/>
                        </a:lnTo>
                        <a:lnTo>
                          <a:pt x="2038" y="441"/>
                        </a:lnTo>
                        <a:lnTo>
                          <a:pt x="2036" y="443"/>
                        </a:lnTo>
                        <a:lnTo>
                          <a:pt x="2047" y="446"/>
                        </a:lnTo>
                        <a:lnTo>
                          <a:pt x="2048" y="447"/>
                        </a:lnTo>
                        <a:lnTo>
                          <a:pt x="2047" y="447"/>
                        </a:lnTo>
                        <a:lnTo>
                          <a:pt x="2044" y="452"/>
                        </a:lnTo>
                        <a:lnTo>
                          <a:pt x="2054" y="458"/>
                        </a:lnTo>
                        <a:lnTo>
                          <a:pt x="2048" y="450"/>
                        </a:lnTo>
                        <a:lnTo>
                          <a:pt x="2048" y="450"/>
                        </a:lnTo>
                        <a:lnTo>
                          <a:pt x="2050" y="449"/>
                        </a:lnTo>
                        <a:lnTo>
                          <a:pt x="2050" y="450"/>
                        </a:lnTo>
                        <a:lnTo>
                          <a:pt x="2053" y="450"/>
                        </a:lnTo>
                        <a:lnTo>
                          <a:pt x="2054" y="450"/>
                        </a:lnTo>
                        <a:lnTo>
                          <a:pt x="2055" y="450"/>
                        </a:lnTo>
                        <a:lnTo>
                          <a:pt x="2055" y="450"/>
                        </a:lnTo>
                        <a:lnTo>
                          <a:pt x="2057" y="452"/>
                        </a:lnTo>
                        <a:lnTo>
                          <a:pt x="2064" y="461"/>
                        </a:lnTo>
                        <a:lnTo>
                          <a:pt x="2064" y="462"/>
                        </a:lnTo>
                        <a:lnTo>
                          <a:pt x="2064" y="462"/>
                        </a:lnTo>
                        <a:lnTo>
                          <a:pt x="2061" y="464"/>
                        </a:lnTo>
                        <a:lnTo>
                          <a:pt x="2066" y="483"/>
                        </a:lnTo>
                        <a:lnTo>
                          <a:pt x="2072" y="487"/>
                        </a:lnTo>
                        <a:lnTo>
                          <a:pt x="2072" y="487"/>
                        </a:lnTo>
                        <a:lnTo>
                          <a:pt x="2072" y="477"/>
                        </a:lnTo>
                        <a:lnTo>
                          <a:pt x="2067" y="474"/>
                        </a:lnTo>
                        <a:lnTo>
                          <a:pt x="2067" y="473"/>
                        </a:lnTo>
                        <a:lnTo>
                          <a:pt x="2067" y="473"/>
                        </a:lnTo>
                        <a:lnTo>
                          <a:pt x="2069" y="473"/>
                        </a:lnTo>
                        <a:lnTo>
                          <a:pt x="2070" y="473"/>
                        </a:lnTo>
                        <a:lnTo>
                          <a:pt x="2073" y="474"/>
                        </a:lnTo>
                        <a:lnTo>
                          <a:pt x="2075" y="474"/>
                        </a:lnTo>
                        <a:lnTo>
                          <a:pt x="2076" y="474"/>
                        </a:lnTo>
                        <a:lnTo>
                          <a:pt x="2078" y="471"/>
                        </a:lnTo>
                        <a:lnTo>
                          <a:pt x="2078" y="470"/>
                        </a:lnTo>
                        <a:lnTo>
                          <a:pt x="2078" y="470"/>
                        </a:lnTo>
                        <a:lnTo>
                          <a:pt x="2078" y="470"/>
                        </a:lnTo>
                        <a:lnTo>
                          <a:pt x="2085" y="474"/>
                        </a:lnTo>
                        <a:lnTo>
                          <a:pt x="2085" y="474"/>
                        </a:lnTo>
                        <a:lnTo>
                          <a:pt x="2085" y="474"/>
                        </a:lnTo>
                        <a:lnTo>
                          <a:pt x="2082" y="477"/>
                        </a:lnTo>
                        <a:lnTo>
                          <a:pt x="2084" y="478"/>
                        </a:lnTo>
                        <a:lnTo>
                          <a:pt x="2085" y="475"/>
                        </a:lnTo>
                        <a:lnTo>
                          <a:pt x="2085" y="475"/>
                        </a:lnTo>
                        <a:lnTo>
                          <a:pt x="2087" y="475"/>
                        </a:lnTo>
                        <a:lnTo>
                          <a:pt x="2090" y="475"/>
                        </a:lnTo>
                        <a:lnTo>
                          <a:pt x="2093" y="475"/>
                        </a:lnTo>
                        <a:lnTo>
                          <a:pt x="2097" y="475"/>
                        </a:lnTo>
                        <a:lnTo>
                          <a:pt x="2100" y="477"/>
                        </a:lnTo>
                        <a:lnTo>
                          <a:pt x="2103" y="477"/>
                        </a:lnTo>
                        <a:lnTo>
                          <a:pt x="2104" y="477"/>
                        </a:lnTo>
                        <a:lnTo>
                          <a:pt x="2104" y="477"/>
                        </a:lnTo>
                        <a:lnTo>
                          <a:pt x="2122" y="498"/>
                        </a:lnTo>
                        <a:lnTo>
                          <a:pt x="2122" y="498"/>
                        </a:lnTo>
                        <a:lnTo>
                          <a:pt x="2121" y="501"/>
                        </a:lnTo>
                        <a:lnTo>
                          <a:pt x="2131" y="504"/>
                        </a:lnTo>
                        <a:lnTo>
                          <a:pt x="2133" y="505"/>
                        </a:lnTo>
                        <a:lnTo>
                          <a:pt x="2133" y="505"/>
                        </a:lnTo>
                        <a:lnTo>
                          <a:pt x="2121" y="511"/>
                        </a:lnTo>
                        <a:lnTo>
                          <a:pt x="2119" y="520"/>
                        </a:lnTo>
                        <a:lnTo>
                          <a:pt x="2119" y="521"/>
                        </a:lnTo>
                        <a:lnTo>
                          <a:pt x="2119" y="521"/>
                        </a:lnTo>
                        <a:lnTo>
                          <a:pt x="2119" y="521"/>
                        </a:lnTo>
                        <a:lnTo>
                          <a:pt x="2110" y="514"/>
                        </a:lnTo>
                        <a:lnTo>
                          <a:pt x="2110" y="518"/>
                        </a:lnTo>
                        <a:lnTo>
                          <a:pt x="2113" y="524"/>
                        </a:lnTo>
                        <a:lnTo>
                          <a:pt x="2113" y="524"/>
                        </a:lnTo>
                        <a:lnTo>
                          <a:pt x="2112" y="524"/>
                        </a:lnTo>
                        <a:lnTo>
                          <a:pt x="2112" y="524"/>
                        </a:lnTo>
                        <a:lnTo>
                          <a:pt x="2109" y="524"/>
                        </a:lnTo>
                        <a:lnTo>
                          <a:pt x="2106" y="524"/>
                        </a:lnTo>
                        <a:lnTo>
                          <a:pt x="2104" y="524"/>
                        </a:lnTo>
                        <a:lnTo>
                          <a:pt x="2103" y="524"/>
                        </a:lnTo>
                        <a:lnTo>
                          <a:pt x="2098" y="532"/>
                        </a:lnTo>
                        <a:lnTo>
                          <a:pt x="2098" y="532"/>
                        </a:lnTo>
                        <a:lnTo>
                          <a:pt x="2094" y="532"/>
                        </a:lnTo>
                        <a:lnTo>
                          <a:pt x="2100" y="538"/>
                        </a:lnTo>
                        <a:lnTo>
                          <a:pt x="2100" y="538"/>
                        </a:lnTo>
                        <a:lnTo>
                          <a:pt x="2100" y="538"/>
                        </a:lnTo>
                        <a:lnTo>
                          <a:pt x="2088" y="545"/>
                        </a:lnTo>
                        <a:lnTo>
                          <a:pt x="2093" y="547"/>
                        </a:lnTo>
                        <a:lnTo>
                          <a:pt x="2093" y="547"/>
                        </a:lnTo>
                        <a:lnTo>
                          <a:pt x="2093" y="548"/>
                        </a:lnTo>
                        <a:lnTo>
                          <a:pt x="2090" y="550"/>
                        </a:lnTo>
                        <a:lnTo>
                          <a:pt x="2097" y="556"/>
                        </a:lnTo>
                        <a:lnTo>
                          <a:pt x="2097" y="557"/>
                        </a:lnTo>
                        <a:lnTo>
                          <a:pt x="2097" y="557"/>
                        </a:lnTo>
                        <a:lnTo>
                          <a:pt x="2096" y="557"/>
                        </a:lnTo>
                        <a:lnTo>
                          <a:pt x="2093" y="557"/>
                        </a:lnTo>
                        <a:lnTo>
                          <a:pt x="2091" y="557"/>
                        </a:lnTo>
                        <a:lnTo>
                          <a:pt x="2090" y="557"/>
                        </a:lnTo>
                        <a:lnTo>
                          <a:pt x="2090" y="557"/>
                        </a:lnTo>
                        <a:lnTo>
                          <a:pt x="2088" y="563"/>
                        </a:lnTo>
                        <a:lnTo>
                          <a:pt x="2088" y="563"/>
                        </a:lnTo>
                        <a:lnTo>
                          <a:pt x="2088" y="563"/>
                        </a:lnTo>
                        <a:lnTo>
                          <a:pt x="2088" y="563"/>
                        </a:lnTo>
                        <a:lnTo>
                          <a:pt x="2082" y="561"/>
                        </a:lnTo>
                        <a:lnTo>
                          <a:pt x="2082" y="560"/>
                        </a:lnTo>
                        <a:lnTo>
                          <a:pt x="2082" y="556"/>
                        </a:lnTo>
                        <a:lnTo>
                          <a:pt x="2081" y="560"/>
                        </a:lnTo>
                        <a:lnTo>
                          <a:pt x="2079" y="560"/>
                        </a:lnTo>
                        <a:lnTo>
                          <a:pt x="2079" y="560"/>
                        </a:lnTo>
                        <a:lnTo>
                          <a:pt x="2079" y="560"/>
                        </a:lnTo>
                        <a:lnTo>
                          <a:pt x="2078" y="557"/>
                        </a:lnTo>
                        <a:lnTo>
                          <a:pt x="2075" y="559"/>
                        </a:lnTo>
                        <a:lnTo>
                          <a:pt x="2075" y="559"/>
                        </a:lnTo>
                        <a:lnTo>
                          <a:pt x="2075" y="559"/>
                        </a:lnTo>
                        <a:lnTo>
                          <a:pt x="2073" y="557"/>
                        </a:lnTo>
                        <a:lnTo>
                          <a:pt x="2072" y="551"/>
                        </a:lnTo>
                        <a:lnTo>
                          <a:pt x="2064" y="548"/>
                        </a:lnTo>
                        <a:lnTo>
                          <a:pt x="2064" y="547"/>
                        </a:lnTo>
                        <a:lnTo>
                          <a:pt x="2064" y="547"/>
                        </a:lnTo>
                        <a:lnTo>
                          <a:pt x="2064" y="547"/>
                        </a:lnTo>
                        <a:lnTo>
                          <a:pt x="2063" y="547"/>
                        </a:lnTo>
                        <a:lnTo>
                          <a:pt x="2063" y="547"/>
                        </a:lnTo>
                        <a:lnTo>
                          <a:pt x="2063" y="548"/>
                        </a:lnTo>
                        <a:lnTo>
                          <a:pt x="2063" y="548"/>
                        </a:lnTo>
                        <a:lnTo>
                          <a:pt x="2063" y="548"/>
                        </a:lnTo>
                        <a:lnTo>
                          <a:pt x="2057" y="547"/>
                        </a:lnTo>
                        <a:lnTo>
                          <a:pt x="2050" y="539"/>
                        </a:lnTo>
                        <a:lnTo>
                          <a:pt x="2048" y="538"/>
                        </a:lnTo>
                        <a:lnTo>
                          <a:pt x="2048" y="526"/>
                        </a:lnTo>
                        <a:lnTo>
                          <a:pt x="2042" y="521"/>
                        </a:lnTo>
                        <a:lnTo>
                          <a:pt x="2038" y="521"/>
                        </a:lnTo>
                        <a:lnTo>
                          <a:pt x="2029" y="521"/>
                        </a:lnTo>
                        <a:lnTo>
                          <a:pt x="2020" y="523"/>
                        </a:lnTo>
                        <a:lnTo>
                          <a:pt x="2017" y="523"/>
                        </a:lnTo>
                        <a:lnTo>
                          <a:pt x="2015" y="523"/>
                        </a:lnTo>
                        <a:lnTo>
                          <a:pt x="2010" y="505"/>
                        </a:lnTo>
                        <a:lnTo>
                          <a:pt x="2010" y="505"/>
                        </a:lnTo>
                        <a:lnTo>
                          <a:pt x="2010" y="505"/>
                        </a:lnTo>
                        <a:lnTo>
                          <a:pt x="2015" y="504"/>
                        </a:lnTo>
                        <a:lnTo>
                          <a:pt x="2015" y="499"/>
                        </a:lnTo>
                        <a:lnTo>
                          <a:pt x="2011" y="504"/>
                        </a:lnTo>
                        <a:lnTo>
                          <a:pt x="2011" y="504"/>
                        </a:lnTo>
                        <a:lnTo>
                          <a:pt x="2011" y="504"/>
                        </a:lnTo>
                        <a:lnTo>
                          <a:pt x="2010" y="504"/>
                        </a:lnTo>
                        <a:lnTo>
                          <a:pt x="2007" y="498"/>
                        </a:lnTo>
                        <a:lnTo>
                          <a:pt x="2005" y="498"/>
                        </a:lnTo>
                        <a:lnTo>
                          <a:pt x="2005" y="504"/>
                        </a:lnTo>
                        <a:lnTo>
                          <a:pt x="2005" y="504"/>
                        </a:lnTo>
                        <a:lnTo>
                          <a:pt x="1998" y="505"/>
                        </a:lnTo>
                        <a:lnTo>
                          <a:pt x="1999" y="511"/>
                        </a:lnTo>
                        <a:lnTo>
                          <a:pt x="2007" y="523"/>
                        </a:lnTo>
                        <a:lnTo>
                          <a:pt x="2007" y="523"/>
                        </a:lnTo>
                        <a:lnTo>
                          <a:pt x="1998" y="538"/>
                        </a:lnTo>
                        <a:lnTo>
                          <a:pt x="1995" y="541"/>
                        </a:lnTo>
                        <a:lnTo>
                          <a:pt x="1978" y="554"/>
                        </a:lnTo>
                        <a:lnTo>
                          <a:pt x="1977" y="554"/>
                        </a:lnTo>
                        <a:lnTo>
                          <a:pt x="1977" y="554"/>
                        </a:lnTo>
                        <a:lnTo>
                          <a:pt x="1977" y="553"/>
                        </a:lnTo>
                        <a:lnTo>
                          <a:pt x="1972" y="548"/>
                        </a:lnTo>
                        <a:lnTo>
                          <a:pt x="1964" y="548"/>
                        </a:lnTo>
                        <a:lnTo>
                          <a:pt x="1965" y="557"/>
                        </a:lnTo>
                        <a:lnTo>
                          <a:pt x="1971" y="561"/>
                        </a:lnTo>
                        <a:lnTo>
                          <a:pt x="1974" y="559"/>
                        </a:lnTo>
                        <a:lnTo>
                          <a:pt x="1974" y="559"/>
                        </a:lnTo>
                        <a:lnTo>
                          <a:pt x="1974" y="559"/>
                        </a:lnTo>
                        <a:lnTo>
                          <a:pt x="1974" y="559"/>
                        </a:lnTo>
                        <a:lnTo>
                          <a:pt x="1978" y="567"/>
                        </a:lnTo>
                        <a:lnTo>
                          <a:pt x="1977" y="567"/>
                        </a:lnTo>
                        <a:lnTo>
                          <a:pt x="1975" y="569"/>
                        </a:lnTo>
                        <a:lnTo>
                          <a:pt x="1980" y="570"/>
                        </a:lnTo>
                        <a:lnTo>
                          <a:pt x="1980" y="570"/>
                        </a:lnTo>
                        <a:lnTo>
                          <a:pt x="1981" y="585"/>
                        </a:lnTo>
                        <a:lnTo>
                          <a:pt x="1989" y="597"/>
                        </a:lnTo>
                        <a:lnTo>
                          <a:pt x="1989" y="597"/>
                        </a:lnTo>
                        <a:lnTo>
                          <a:pt x="1989" y="599"/>
                        </a:lnTo>
                        <a:lnTo>
                          <a:pt x="1984" y="599"/>
                        </a:lnTo>
                        <a:lnTo>
                          <a:pt x="1990" y="606"/>
                        </a:lnTo>
                        <a:lnTo>
                          <a:pt x="1990" y="607"/>
                        </a:lnTo>
                        <a:lnTo>
                          <a:pt x="1984" y="618"/>
                        </a:lnTo>
                        <a:lnTo>
                          <a:pt x="1983" y="618"/>
                        </a:lnTo>
                        <a:lnTo>
                          <a:pt x="1983" y="618"/>
                        </a:lnTo>
                        <a:lnTo>
                          <a:pt x="1965" y="609"/>
                        </a:lnTo>
                        <a:lnTo>
                          <a:pt x="1964" y="612"/>
                        </a:lnTo>
                        <a:lnTo>
                          <a:pt x="1962" y="612"/>
                        </a:lnTo>
                        <a:lnTo>
                          <a:pt x="1962" y="612"/>
                        </a:lnTo>
                        <a:lnTo>
                          <a:pt x="1962" y="612"/>
                        </a:lnTo>
                        <a:lnTo>
                          <a:pt x="1959" y="606"/>
                        </a:lnTo>
                        <a:lnTo>
                          <a:pt x="1961" y="612"/>
                        </a:lnTo>
                        <a:lnTo>
                          <a:pt x="1959" y="613"/>
                        </a:lnTo>
                        <a:lnTo>
                          <a:pt x="1932" y="624"/>
                        </a:lnTo>
                        <a:lnTo>
                          <a:pt x="1931" y="628"/>
                        </a:lnTo>
                        <a:lnTo>
                          <a:pt x="1931" y="630"/>
                        </a:lnTo>
                        <a:lnTo>
                          <a:pt x="1916" y="637"/>
                        </a:lnTo>
                        <a:lnTo>
                          <a:pt x="1916" y="637"/>
                        </a:lnTo>
                        <a:lnTo>
                          <a:pt x="1916" y="637"/>
                        </a:lnTo>
                        <a:lnTo>
                          <a:pt x="1912" y="636"/>
                        </a:lnTo>
                        <a:lnTo>
                          <a:pt x="1907" y="645"/>
                        </a:lnTo>
                        <a:lnTo>
                          <a:pt x="1897" y="650"/>
                        </a:lnTo>
                        <a:lnTo>
                          <a:pt x="1898" y="653"/>
                        </a:lnTo>
                        <a:lnTo>
                          <a:pt x="1897" y="653"/>
                        </a:lnTo>
                        <a:lnTo>
                          <a:pt x="1897" y="655"/>
                        </a:lnTo>
                        <a:lnTo>
                          <a:pt x="1897" y="655"/>
                        </a:lnTo>
                        <a:lnTo>
                          <a:pt x="1894" y="653"/>
                        </a:lnTo>
                        <a:lnTo>
                          <a:pt x="1894" y="656"/>
                        </a:lnTo>
                        <a:lnTo>
                          <a:pt x="1894" y="658"/>
                        </a:lnTo>
                        <a:lnTo>
                          <a:pt x="1873" y="670"/>
                        </a:lnTo>
                        <a:lnTo>
                          <a:pt x="1870" y="683"/>
                        </a:lnTo>
                        <a:lnTo>
                          <a:pt x="1870" y="683"/>
                        </a:lnTo>
                        <a:lnTo>
                          <a:pt x="1870" y="683"/>
                        </a:lnTo>
                        <a:lnTo>
                          <a:pt x="1869" y="683"/>
                        </a:lnTo>
                        <a:lnTo>
                          <a:pt x="1857" y="668"/>
                        </a:lnTo>
                        <a:lnTo>
                          <a:pt x="1842" y="665"/>
                        </a:lnTo>
                        <a:lnTo>
                          <a:pt x="1827" y="671"/>
                        </a:lnTo>
                        <a:lnTo>
                          <a:pt x="1817" y="686"/>
                        </a:lnTo>
                        <a:lnTo>
                          <a:pt x="1817" y="686"/>
                        </a:lnTo>
                        <a:lnTo>
                          <a:pt x="1817" y="686"/>
                        </a:lnTo>
                        <a:lnTo>
                          <a:pt x="1815" y="686"/>
                        </a:lnTo>
                        <a:lnTo>
                          <a:pt x="1817" y="670"/>
                        </a:lnTo>
                        <a:lnTo>
                          <a:pt x="1815" y="670"/>
                        </a:lnTo>
                        <a:lnTo>
                          <a:pt x="1803" y="677"/>
                        </a:lnTo>
                        <a:lnTo>
                          <a:pt x="1801" y="686"/>
                        </a:lnTo>
                        <a:lnTo>
                          <a:pt x="1801" y="686"/>
                        </a:lnTo>
                        <a:lnTo>
                          <a:pt x="1801" y="686"/>
                        </a:lnTo>
                        <a:lnTo>
                          <a:pt x="1801" y="686"/>
                        </a:lnTo>
                        <a:lnTo>
                          <a:pt x="1795" y="682"/>
                        </a:lnTo>
                        <a:lnTo>
                          <a:pt x="1790" y="686"/>
                        </a:lnTo>
                        <a:lnTo>
                          <a:pt x="1790" y="686"/>
                        </a:lnTo>
                        <a:lnTo>
                          <a:pt x="1790" y="686"/>
                        </a:lnTo>
                        <a:lnTo>
                          <a:pt x="1789" y="686"/>
                        </a:lnTo>
                        <a:lnTo>
                          <a:pt x="1787" y="683"/>
                        </a:lnTo>
                        <a:lnTo>
                          <a:pt x="1781" y="686"/>
                        </a:lnTo>
                        <a:lnTo>
                          <a:pt x="1777" y="705"/>
                        </a:lnTo>
                        <a:lnTo>
                          <a:pt x="1777" y="705"/>
                        </a:lnTo>
                        <a:lnTo>
                          <a:pt x="1774" y="705"/>
                        </a:lnTo>
                        <a:lnTo>
                          <a:pt x="1762" y="726"/>
                        </a:lnTo>
                        <a:lnTo>
                          <a:pt x="1762" y="735"/>
                        </a:lnTo>
                        <a:lnTo>
                          <a:pt x="1763" y="738"/>
                        </a:lnTo>
                        <a:lnTo>
                          <a:pt x="1769" y="732"/>
                        </a:lnTo>
                        <a:lnTo>
                          <a:pt x="1769" y="732"/>
                        </a:lnTo>
                        <a:lnTo>
                          <a:pt x="1771" y="732"/>
                        </a:lnTo>
                        <a:lnTo>
                          <a:pt x="1778" y="736"/>
                        </a:lnTo>
                        <a:lnTo>
                          <a:pt x="1778" y="738"/>
                        </a:lnTo>
                        <a:lnTo>
                          <a:pt x="1771" y="753"/>
                        </a:lnTo>
                        <a:lnTo>
                          <a:pt x="1772" y="762"/>
                        </a:lnTo>
                        <a:lnTo>
                          <a:pt x="1778" y="765"/>
                        </a:lnTo>
                        <a:lnTo>
                          <a:pt x="1778" y="766"/>
                        </a:lnTo>
                        <a:lnTo>
                          <a:pt x="1778" y="773"/>
                        </a:lnTo>
                        <a:lnTo>
                          <a:pt x="1775" y="781"/>
                        </a:lnTo>
                        <a:lnTo>
                          <a:pt x="1774" y="781"/>
                        </a:lnTo>
                        <a:lnTo>
                          <a:pt x="1774" y="781"/>
                        </a:lnTo>
                        <a:lnTo>
                          <a:pt x="1774" y="781"/>
                        </a:lnTo>
                        <a:lnTo>
                          <a:pt x="1769" y="775"/>
                        </a:lnTo>
                        <a:lnTo>
                          <a:pt x="1769" y="775"/>
                        </a:lnTo>
                        <a:lnTo>
                          <a:pt x="1772" y="769"/>
                        </a:lnTo>
                        <a:lnTo>
                          <a:pt x="1766" y="772"/>
                        </a:lnTo>
                        <a:lnTo>
                          <a:pt x="1768" y="775"/>
                        </a:lnTo>
                        <a:lnTo>
                          <a:pt x="1768" y="776"/>
                        </a:lnTo>
                        <a:lnTo>
                          <a:pt x="1761" y="782"/>
                        </a:lnTo>
                        <a:lnTo>
                          <a:pt x="1758" y="791"/>
                        </a:lnTo>
                        <a:lnTo>
                          <a:pt x="1763" y="809"/>
                        </a:lnTo>
                        <a:lnTo>
                          <a:pt x="1762" y="809"/>
                        </a:lnTo>
                        <a:lnTo>
                          <a:pt x="1756" y="815"/>
                        </a:lnTo>
                        <a:lnTo>
                          <a:pt x="1756" y="815"/>
                        </a:lnTo>
                        <a:lnTo>
                          <a:pt x="1755" y="815"/>
                        </a:lnTo>
                        <a:lnTo>
                          <a:pt x="1747" y="814"/>
                        </a:lnTo>
                        <a:lnTo>
                          <a:pt x="1735" y="825"/>
                        </a:lnTo>
                        <a:lnTo>
                          <a:pt x="1735" y="845"/>
                        </a:lnTo>
                        <a:lnTo>
                          <a:pt x="1735" y="845"/>
                        </a:lnTo>
                        <a:lnTo>
                          <a:pt x="1735" y="845"/>
                        </a:lnTo>
                        <a:lnTo>
                          <a:pt x="1734" y="845"/>
                        </a:lnTo>
                        <a:lnTo>
                          <a:pt x="1731" y="843"/>
                        </a:lnTo>
                        <a:lnTo>
                          <a:pt x="1718" y="849"/>
                        </a:lnTo>
                        <a:lnTo>
                          <a:pt x="1713" y="871"/>
                        </a:lnTo>
                        <a:lnTo>
                          <a:pt x="1694" y="892"/>
                        </a:lnTo>
                        <a:lnTo>
                          <a:pt x="1694" y="892"/>
                        </a:lnTo>
                        <a:lnTo>
                          <a:pt x="1694" y="892"/>
                        </a:lnTo>
                        <a:lnTo>
                          <a:pt x="1694" y="892"/>
                        </a:lnTo>
                        <a:lnTo>
                          <a:pt x="1678" y="811"/>
                        </a:lnTo>
                        <a:lnTo>
                          <a:pt x="1678" y="793"/>
                        </a:lnTo>
                        <a:lnTo>
                          <a:pt x="1682" y="763"/>
                        </a:lnTo>
                        <a:lnTo>
                          <a:pt x="1682" y="763"/>
                        </a:lnTo>
                        <a:lnTo>
                          <a:pt x="1694" y="754"/>
                        </a:lnTo>
                        <a:lnTo>
                          <a:pt x="1697" y="744"/>
                        </a:lnTo>
                        <a:lnTo>
                          <a:pt x="1694" y="736"/>
                        </a:lnTo>
                        <a:lnTo>
                          <a:pt x="1694" y="736"/>
                        </a:lnTo>
                        <a:lnTo>
                          <a:pt x="1694" y="735"/>
                        </a:lnTo>
                        <a:lnTo>
                          <a:pt x="1695" y="735"/>
                        </a:lnTo>
                        <a:lnTo>
                          <a:pt x="1697" y="736"/>
                        </a:lnTo>
                        <a:lnTo>
                          <a:pt x="1700" y="736"/>
                        </a:lnTo>
                        <a:lnTo>
                          <a:pt x="1701" y="736"/>
                        </a:lnTo>
                        <a:lnTo>
                          <a:pt x="1701" y="736"/>
                        </a:lnTo>
                        <a:lnTo>
                          <a:pt x="1715" y="729"/>
                        </a:lnTo>
                        <a:lnTo>
                          <a:pt x="1741" y="693"/>
                        </a:lnTo>
                        <a:lnTo>
                          <a:pt x="1758" y="676"/>
                        </a:lnTo>
                        <a:lnTo>
                          <a:pt x="1761" y="670"/>
                        </a:lnTo>
                        <a:lnTo>
                          <a:pt x="1761" y="668"/>
                        </a:lnTo>
                        <a:lnTo>
                          <a:pt x="1783" y="658"/>
                        </a:lnTo>
                        <a:lnTo>
                          <a:pt x="1781" y="652"/>
                        </a:lnTo>
                        <a:lnTo>
                          <a:pt x="1781" y="652"/>
                        </a:lnTo>
                        <a:lnTo>
                          <a:pt x="1784" y="647"/>
                        </a:lnTo>
                        <a:lnTo>
                          <a:pt x="1784" y="640"/>
                        </a:lnTo>
                        <a:lnTo>
                          <a:pt x="1787" y="636"/>
                        </a:lnTo>
                        <a:lnTo>
                          <a:pt x="1789" y="622"/>
                        </a:lnTo>
                        <a:lnTo>
                          <a:pt x="1790" y="621"/>
                        </a:lnTo>
                        <a:lnTo>
                          <a:pt x="1799" y="615"/>
                        </a:lnTo>
                        <a:lnTo>
                          <a:pt x="1799" y="613"/>
                        </a:lnTo>
                        <a:lnTo>
                          <a:pt x="1793" y="609"/>
                        </a:lnTo>
                        <a:lnTo>
                          <a:pt x="1783" y="613"/>
                        </a:lnTo>
                        <a:lnTo>
                          <a:pt x="1775" y="624"/>
                        </a:lnTo>
                        <a:lnTo>
                          <a:pt x="1775" y="633"/>
                        </a:lnTo>
                        <a:lnTo>
                          <a:pt x="1778" y="636"/>
                        </a:lnTo>
                        <a:lnTo>
                          <a:pt x="1778" y="637"/>
                        </a:lnTo>
                        <a:lnTo>
                          <a:pt x="1775" y="640"/>
                        </a:lnTo>
                        <a:lnTo>
                          <a:pt x="1775" y="642"/>
                        </a:lnTo>
                        <a:lnTo>
                          <a:pt x="1775" y="642"/>
                        </a:lnTo>
                        <a:lnTo>
                          <a:pt x="1775" y="640"/>
                        </a:lnTo>
                        <a:lnTo>
                          <a:pt x="1772" y="637"/>
                        </a:lnTo>
                        <a:lnTo>
                          <a:pt x="1766" y="639"/>
                        </a:lnTo>
                        <a:lnTo>
                          <a:pt x="1738" y="667"/>
                        </a:lnTo>
                        <a:lnTo>
                          <a:pt x="1738" y="667"/>
                        </a:lnTo>
                        <a:lnTo>
                          <a:pt x="1737" y="667"/>
                        </a:lnTo>
                        <a:lnTo>
                          <a:pt x="1737" y="665"/>
                        </a:lnTo>
                        <a:lnTo>
                          <a:pt x="1740" y="656"/>
                        </a:lnTo>
                        <a:lnTo>
                          <a:pt x="1738" y="656"/>
                        </a:lnTo>
                        <a:lnTo>
                          <a:pt x="1737" y="656"/>
                        </a:lnTo>
                        <a:lnTo>
                          <a:pt x="1735" y="656"/>
                        </a:lnTo>
                        <a:lnTo>
                          <a:pt x="1734" y="656"/>
                        </a:lnTo>
                        <a:lnTo>
                          <a:pt x="1732" y="656"/>
                        </a:lnTo>
                        <a:lnTo>
                          <a:pt x="1732" y="655"/>
                        </a:lnTo>
                        <a:lnTo>
                          <a:pt x="1735" y="650"/>
                        </a:lnTo>
                        <a:lnTo>
                          <a:pt x="1734" y="646"/>
                        </a:lnTo>
                        <a:lnTo>
                          <a:pt x="1734" y="646"/>
                        </a:lnTo>
                        <a:lnTo>
                          <a:pt x="1738" y="639"/>
                        </a:lnTo>
                        <a:lnTo>
                          <a:pt x="1740" y="631"/>
                        </a:lnTo>
                        <a:lnTo>
                          <a:pt x="1734" y="637"/>
                        </a:lnTo>
                        <a:lnTo>
                          <a:pt x="1734" y="637"/>
                        </a:lnTo>
                        <a:lnTo>
                          <a:pt x="1734" y="637"/>
                        </a:lnTo>
                        <a:lnTo>
                          <a:pt x="1722" y="631"/>
                        </a:lnTo>
                        <a:lnTo>
                          <a:pt x="1700" y="637"/>
                        </a:lnTo>
                        <a:lnTo>
                          <a:pt x="1683" y="662"/>
                        </a:lnTo>
                        <a:lnTo>
                          <a:pt x="1669" y="674"/>
                        </a:lnTo>
                        <a:lnTo>
                          <a:pt x="1663" y="686"/>
                        </a:lnTo>
                        <a:lnTo>
                          <a:pt x="1663" y="686"/>
                        </a:lnTo>
                        <a:lnTo>
                          <a:pt x="1660" y="686"/>
                        </a:lnTo>
                        <a:lnTo>
                          <a:pt x="1663" y="692"/>
                        </a:lnTo>
                        <a:lnTo>
                          <a:pt x="1663" y="692"/>
                        </a:lnTo>
                        <a:lnTo>
                          <a:pt x="1661" y="695"/>
                        </a:lnTo>
                        <a:lnTo>
                          <a:pt x="1672" y="698"/>
                        </a:lnTo>
                        <a:lnTo>
                          <a:pt x="1672" y="698"/>
                        </a:lnTo>
                        <a:lnTo>
                          <a:pt x="1673" y="702"/>
                        </a:lnTo>
                        <a:lnTo>
                          <a:pt x="1672" y="704"/>
                        </a:lnTo>
                        <a:lnTo>
                          <a:pt x="1669" y="704"/>
                        </a:lnTo>
                        <a:lnTo>
                          <a:pt x="1652" y="702"/>
                        </a:lnTo>
                        <a:lnTo>
                          <a:pt x="1642" y="710"/>
                        </a:lnTo>
                        <a:lnTo>
                          <a:pt x="1642" y="710"/>
                        </a:lnTo>
                        <a:lnTo>
                          <a:pt x="1642" y="710"/>
                        </a:lnTo>
                        <a:lnTo>
                          <a:pt x="1637" y="707"/>
                        </a:lnTo>
                        <a:lnTo>
                          <a:pt x="1623" y="711"/>
                        </a:lnTo>
                        <a:lnTo>
                          <a:pt x="1623" y="711"/>
                        </a:lnTo>
                        <a:lnTo>
                          <a:pt x="1623" y="711"/>
                        </a:lnTo>
                        <a:lnTo>
                          <a:pt x="1620" y="705"/>
                        </a:lnTo>
                        <a:lnTo>
                          <a:pt x="1620" y="705"/>
                        </a:lnTo>
                        <a:lnTo>
                          <a:pt x="1620" y="704"/>
                        </a:lnTo>
                        <a:lnTo>
                          <a:pt x="1632" y="699"/>
                        </a:lnTo>
                        <a:lnTo>
                          <a:pt x="1623" y="693"/>
                        </a:lnTo>
                        <a:lnTo>
                          <a:pt x="1617" y="696"/>
                        </a:lnTo>
                        <a:lnTo>
                          <a:pt x="1617" y="696"/>
                        </a:lnTo>
                        <a:lnTo>
                          <a:pt x="1617" y="696"/>
                        </a:lnTo>
                        <a:lnTo>
                          <a:pt x="1596" y="689"/>
                        </a:lnTo>
                        <a:lnTo>
                          <a:pt x="1593" y="690"/>
                        </a:lnTo>
                        <a:lnTo>
                          <a:pt x="1594" y="695"/>
                        </a:lnTo>
                        <a:lnTo>
                          <a:pt x="1593" y="696"/>
                        </a:lnTo>
                        <a:lnTo>
                          <a:pt x="1590" y="696"/>
                        </a:lnTo>
                        <a:lnTo>
                          <a:pt x="1590" y="701"/>
                        </a:lnTo>
                        <a:lnTo>
                          <a:pt x="1590" y="701"/>
                        </a:lnTo>
                        <a:lnTo>
                          <a:pt x="1590" y="702"/>
                        </a:lnTo>
                        <a:lnTo>
                          <a:pt x="1589" y="702"/>
                        </a:lnTo>
                        <a:lnTo>
                          <a:pt x="1587" y="702"/>
                        </a:lnTo>
                        <a:lnTo>
                          <a:pt x="1587" y="702"/>
                        </a:lnTo>
                        <a:lnTo>
                          <a:pt x="1586" y="702"/>
                        </a:lnTo>
                        <a:lnTo>
                          <a:pt x="1583" y="698"/>
                        </a:lnTo>
                        <a:lnTo>
                          <a:pt x="1572" y="702"/>
                        </a:lnTo>
                        <a:lnTo>
                          <a:pt x="1572" y="702"/>
                        </a:lnTo>
                        <a:lnTo>
                          <a:pt x="1572" y="702"/>
                        </a:lnTo>
                        <a:lnTo>
                          <a:pt x="1559" y="696"/>
                        </a:lnTo>
                        <a:lnTo>
                          <a:pt x="1554" y="704"/>
                        </a:lnTo>
                        <a:lnTo>
                          <a:pt x="1553" y="704"/>
                        </a:lnTo>
                        <a:lnTo>
                          <a:pt x="1553" y="704"/>
                        </a:lnTo>
                        <a:lnTo>
                          <a:pt x="1553" y="704"/>
                        </a:lnTo>
                        <a:lnTo>
                          <a:pt x="1546" y="698"/>
                        </a:lnTo>
                        <a:lnTo>
                          <a:pt x="1516" y="699"/>
                        </a:lnTo>
                        <a:lnTo>
                          <a:pt x="1504" y="705"/>
                        </a:lnTo>
                        <a:lnTo>
                          <a:pt x="1486" y="726"/>
                        </a:lnTo>
                        <a:lnTo>
                          <a:pt x="1480" y="738"/>
                        </a:lnTo>
                        <a:lnTo>
                          <a:pt x="1464" y="750"/>
                        </a:lnTo>
                        <a:lnTo>
                          <a:pt x="1445" y="776"/>
                        </a:lnTo>
                        <a:lnTo>
                          <a:pt x="1414" y="805"/>
                        </a:lnTo>
                        <a:lnTo>
                          <a:pt x="1414" y="808"/>
                        </a:lnTo>
                        <a:lnTo>
                          <a:pt x="1420" y="812"/>
                        </a:lnTo>
                        <a:lnTo>
                          <a:pt x="1421" y="812"/>
                        </a:lnTo>
                        <a:lnTo>
                          <a:pt x="1423" y="812"/>
                        </a:lnTo>
                        <a:lnTo>
                          <a:pt x="1426" y="812"/>
                        </a:lnTo>
                        <a:lnTo>
                          <a:pt x="1428" y="811"/>
                        </a:lnTo>
                        <a:lnTo>
                          <a:pt x="1431" y="811"/>
                        </a:lnTo>
                        <a:lnTo>
                          <a:pt x="1433" y="811"/>
                        </a:lnTo>
                        <a:lnTo>
                          <a:pt x="1433" y="811"/>
                        </a:lnTo>
                        <a:lnTo>
                          <a:pt x="1433" y="812"/>
                        </a:lnTo>
                        <a:lnTo>
                          <a:pt x="1433" y="830"/>
                        </a:lnTo>
                        <a:lnTo>
                          <a:pt x="1437" y="827"/>
                        </a:lnTo>
                        <a:lnTo>
                          <a:pt x="1437" y="821"/>
                        </a:lnTo>
                        <a:lnTo>
                          <a:pt x="1437" y="821"/>
                        </a:lnTo>
                        <a:lnTo>
                          <a:pt x="1443" y="818"/>
                        </a:lnTo>
                        <a:lnTo>
                          <a:pt x="1443" y="818"/>
                        </a:lnTo>
                        <a:lnTo>
                          <a:pt x="1445" y="818"/>
                        </a:lnTo>
                        <a:lnTo>
                          <a:pt x="1445" y="819"/>
                        </a:lnTo>
                        <a:lnTo>
                          <a:pt x="1440" y="822"/>
                        </a:lnTo>
                        <a:lnTo>
                          <a:pt x="1445" y="828"/>
                        </a:lnTo>
                        <a:lnTo>
                          <a:pt x="1445" y="828"/>
                        </a:lnTo>
                        <a:lnTo>
                          <a:pt x="1440" y="834"/>
                        </a:lnTo>
                        <a:lnTo>
                          <a:pt x="1451" y="831"/>
                        </a:lnTo>
                        <a:lnTo>
                          <a:pt x="1454" y="828"/>
                        </a:lnTo>
                        <a:lnTo>
                          <a:pt x="1454" y="828"/>
                        </a:lnTo>
                        <a:lnTo>
                          <a:pt x="1454" y="828"/>
                        </a:lnTo>
                        <a:lnTo>
                          <a:pt x="1454" y="830"/>
                        </a:lnTo>
                        <a:lnTo>
                          <a:pt x="1454" y="833"/>
                        </a:lnTo>
                        <a:lnTo>
                          <a:pt x="1457" y="830"/>
                        </a:lnTo>
                        <a:lnTo>
                          <a:pt x="1457" y="818"/>
                        </a:lnTo>
                        <a:lnTo>
                          <a:pt x="1457" y="818"/>
                        </a:lnTo>
                        <a:lnTo>
                          <a:pt x="1458" y="818"/>
                        </a:lnTo>
                        <a:lnTo>
                          <a:pt x="1458" y="818"/>
                        </a:lnTo>
                        <a:lnTo>
                          <a:pt x="1461" y="818"/>
                        </a:lnTo>
                        <a:lnTo>
                          <a:pt x="1466" y="818"/>
                        </a:lnTo>
                        <a:lnTo>
                          <a:pt x="1469" y="818"/>
                        </a:lnTo>
                        <a:lnTo>
                          <a:pt x="1471" y="818"/>
                        </a:lnTo>
                        <a:lnTo>
                          <a:pt x="1471" y="818"/>
                        </a:lnTo>
                        <a:lnTo>
                          <a:pt x="1473" y="818"/>
                        </a:lnTo>
                        <a:lnTo>
                          <a:pt x="1480" y="831"/>
                        </a:lnTo>
                        <a:lnTo>
                          <a:pt x="1494" y="840"/>
                        </a:lnTo>
                        <a:lnTo>
                          <a:pt x="1494" y="842"/>
                        </a:lnTo>
                        <a:lnTo>
                          <a:pt x="1489" y="849"/>
                        </a:lnTo>
                        <a:lnTo>
                          <a:pt x="1491" y="855"/>
                        </a:lnTo>
                        <a:lnTo>
                          <a:pt x="1491" y="859"/>
                        </a:lnTo>
                        <a:lnTo>
                          <a:pt x="1494" y="864"/>
                        </a:lnTo>
                        <a:lnTo>
                          <a:pt x="1494" y="865"/>
                        </a:lnTo>
                        <a:lnTo>
                          <a:pt x="1486" y="880"/>
                        </a:lnTo>
                        <a:lnTo>
                          <a:pt x="1482" y="895"/>
                        </a:lnTo>
                        <a:lnTo>
                          <a:pt x="1483" y="908"/>
                        </a:lnTo>
                        <a:lnTo>
                          <a:pt x="1479" y="941"/>
                        </a:lnTo>
                        <a:lnTo>
                          <a:pt x="1467" y="954"/>
                        </a:lnTo>
                        <a:lnTo>
                          <a:pt x="1457" y="971"/>
                        </a:lnTo>
                        <a:lnTo>
                          <a:pt x="1451" y="986"/>
                        </a:lnTo>
                        <a:lnTo>
                          <a:pt x="1411" y="1036"/>
                        </a:lnTo>
                        <a:lnTo>
                          <a:pt x="1397" y="1046"/>
                        </a:lnTo>
                        <a:lnTo>
                          <a:pt x="1387" y="1049"/>
                        </a:lnTo>
                        <a:lnTo>
                          <a:pt x="1375" y="1046"/>
                        </a:lnTo>
                        <a:lnTo>
                          <a:pt x="1374" y="1045"/>
                        </a:lnTo>
                        <a:lnTo>
                          <a:pt x="1374" y="1039"/>
                        </a:lnTo>
                        <a:lnTo>
                          <a:pt x="1371" y="1042"/>
                        </a:lnTo>
                        <a:lnTo>
                          <a:pt x="1371" y="1042"/>
                        </a:lnTo>
                        <a:lnTo>
                          <a:pt x="1371" y="1042"/>
                        </a:lnTo>
                        <a:lnTo>
                          <a:pt x="1371" y="1042"/>
                        </a:lnTo>
                        <a:lnTo>
                          <a:pt x="1368" y="1036"/>
                        </a:lnTo>
                        <a:lnTo>
                          <a:pt x="1360" y="1049"/>
                        </a:lnTo>
                        <a:lnTo>
                          <a:pt x="1360" y="1051"/>
                        </a:lnTo>
                        <a:lnTo>
                          <a:pt x="1354" y="1051"/>
                        </a:lnTo>
                        <a:lnTo>
                          <a:pt x="1354" y="1052"/>
                        </a:lnTo>
                        <a:lnTo>
                          <a:pt x="1354" y="1054"/>
                        </a:lnTo>
                        <a:lnTo>
                          <a:pt x="1353" y="1054"/>
                        </a:lnTo>
                        <a:lnTo>
                          <a:pt x="1353" y="1054"/>
                        </a:lnTo>
                        <a:lnTo>
                          <a:pt x="1353" y="1054"/>
                        </a:lnTo>
                        <a:lnTo>
                          <a:pt x="1353" y="1054"/>
                        </a:lnTo>
                        <a:lnTo>
                          <a:pt x="1351" y="1051"/>
                        </a:lnTo>
                        <a:lnTo>
                          <a:pt x="1351" y="1046"/>
                        </a:lnTo>
                        <a:lnTo>
                          <a:pt x="1351" y="1046"/>
                        </a:lnTo>
                        <a:lnTo>
                          <a:pt x="1359" y="1036"/>
                        </a:lnTo>
                        <a:lnTo>
                          <a:pt x="1359" y="1021"/>
                        </a:lnTo>
                        <a:lnTo>
                          <a:pt x="1356" y="1012"/>
                        </a:lnTo>
                        <a:lnTo>
                          <a:pt x="1356" y="1012"/>
                        </a:lnTo>
                        <a:lnTo>
                          <a:pt x="1368" y="1002"/>
                        </a:lnTo>
                        <a:lnTo>
                          <a:pt x="1368" y="1002"/>
                        </a:lnTo>
                        <a:lnTo>
                          <a:pt x="1368" y="1002"/>
                        </a:lnTo>
                        <a:lnTo>
                          <a:pt x="1381" y="1006"/>
                        </a:lnTo>
                        <a:lnTo>
                          <a:pt x="1384" y="1003"/>
                        </a:lnTo>
                        <a:lnTo>
                          <a:pt x="1393" y="986"/>
                        </a:lnTo>
                        <a:lnTo>
                          <a:pt x="1399" y="963"/>
                        </a:lnTo>
                        <a:lnTo>
                          <a:pt x="1405" y="957"/>
                        </a:lnTo>
                        <a:lnTo>
                          <a:pt x="1403" y="944"/>
                        </a:lnTo>
                        <a:lnTo>
                          <a:pt x="1405" y="941"/>
                        </a:lnTo>
                        <a:lnTo>
                          <a:pt x="1371" y="956"/>
                        </a:lnTo>
                        <a:lnTo>
                          <a:pt x="1359" y="956"/>
                        </a:lnTo>
                        <a:lnTo>
                          <a:pt x="1357" y="956"/>
                        </a:lnTo>
                        <a:lnTo>
                          <a:pt x="1353" y="948"/>
                        </a:lnTo>
                        <a:lnTo>
                          <a:pt x="1353" y="940"/>
                        </a:lnTo>
                        <a:lnTo>
                          <a:pt x="1350" y="932"/>
                        </a:lnTo>
                        <a:lnTo>
                          <a:pt x="1332" y="922"/>
                        </a:lnTo>
                        <a:lnTo>
                          <a:pt x="1311" y="917"/>
                        </a:lnTo>
                        <a:lnTo>
                          <a:pt x="1310" y="917"/>
                        </a:lnTo>
                        <a:lnTo>
                          <a:pt x="1305" y="892"/>
                        </a:lnTo>
                        <a:lnTo>
                          <a:pt x="1298" y="874"/>
                        </a:lnTo>
                        <a:lnTo>
                          <a:pt x="1297" y="862"/>
                        </a:lnTo>
                        <a:lnTo>
                          <a:pt x="1286" y="849"/>
                        </a:lnTo>
                        <a:lnTo>
                          <a:pt x="1271" y="846"/>
                        </a:lnTo>
                        <a:lnTo>
                          <a:pt x="1260" y="839"/>
                        </a:lnTo>
                        <a:lnTo>
                          <a:pt x="1224" y="843"/>
                        </a:lnTo>
                        <a:lnTo>
                          <a:pt x="1215" y="855"/>
                        </a:lnTo>
                        <a:lnTo>
                          <a:pt x="1214" y="858"/>
                        </a:lnTo>
                        <a:lnTo>
                          <a:pt x="1222" y="858"/>
                        </a:lnTo>
                        <a:lnTo>
                          <a:pt x="1222" y="859"/>
                        </a:lnTo>
                        <a:lnTo>
                          <a:pt x="1222" y="868"/>
                        </a:lnTo>
                        <a:lnTo>
                          <a:pt x="1222" y="870"/>
                        </a:lnTo>
                        <a:lnTo>
                          <a:pt x="1212" y="879"/>
                        </a:lnTo>
                        <a:lnTo>
                          <a:pt x="1205" y="901"/>
                        </a:lnTo>
                        <a:lnTo>
                          <a:pt x="1203" y="908"/>
                        </a:lnTo>
                        <a:lnTo>
                          <a:pt x="1203" y="908"/>
                        </a:lnTo>
                        <a:lnTo>
                          <a:pt x="1185" y="919"/>
                        </a:lnTo>
                        <a:lnTo>
                          <a:pt x="1185" y="919"/>
                        </a:lnTo>
                        <a:lnTo>
                          <a:pt x="1184" y="919"/>
                        </a:lnTo>
                        <a:lnTo>
                          <a:pt x="1165" y="911"/>
                        </a:lnTo>
                        <a:lnTo>
                          <a:pt x="1156" y="913"/>
                        </a:lnTo>
                        <a:lnTo>
                          <a:pt x="1142" y="905"/>
                        </a:lnTo>
                        <a:lnTo>
                          <a:pt x="1122" y="919"/>
                        </a:lnTo>
                        <a:lnTo>
                          <a:pt x="1093" y="928"/>
                        </a:lnTo>
                        <a:lnTo>
                          <a:pt x="1083" y="925"/>
                        </a:lnTo>
                        <a:lnTo>
                          <a:pt x="1065" y="922"/>
                        </a:lnTo>
                        <a:lnTo>
                          <a:pt x="1055" y="914"/>
                        </a:lnTo>
                        <a:lnTo>
                          <a:pt x="1025" y="898"/>
                        </a:lnTo>
                        <a:lnTo>
                          <a:pt x="1016" y="897"/>
                        </a:lnTo>
                        <a:lnTo>
                          <a:pt x="999" y="905"/>
                        </a:lnTo>
                        <a:lnTo>
                          <a:pt x="999" y="905"/>
                        </a:lnTo>
                        <a:lnTo>
                          <a:pt x="999" y="905"/>
                        </a:lnTo>
                        <a:lnTo>
                          <a:pt x="990" y="902"/>
                        </a:lnTo>
                        <a:lnTo>
                          <a:pt x="979" y="895"/>
                        </a:lnTo>
                        <a:lnTo>
                          <a:pt x="979" y="895"/>
                        </a:lnTo>
                        <a:lnTo>
                          <a:pt x="976" y="879"/>
                        </a:lnTo>
                        <a:lnTo>
                          <a:pt x="942" y="865"/>
                        </a:lnTo>
                        <a:lnTo>
                          <a:pt x="925" y="880"/>
                        </a:lnTo>
                        <a:lnTo>
                          <a:pt x="927" y="895"/>
                        </a:lnTo>
                        <a:lnTo>
                          <a:pt x="927" y="895"/>
                        </a:lnTo>
                        <a:lnTo>
                          <a:pt x="925" y="900"/>
                        </a:lnTo>
                        <a:lnTo>
                          <a:pt x="926" y="908"/>
                        </a:lnTo>
                        <a:lnTo>
                          <a:pt x="926" y="908"/>
                        </a:lnTo>
                        <a:lnTo>
                          <a:pt x="923" y="910"/>
                        </a:lnTo>
                        <a:lnTo>
                          <a:pt x="884" y="910"/>
                        </a:lnTo>
                        <a:lnTo>
                          <a:pt x="884" y="910"/>
                        </a:lnTo>
                        <a:lnTo>
                          <a:pt x="877" y="901"/>
                        </a:lnTo>
                        <a:lnTo>
                          <a:pt x="844" y="898"/>
                        </a:lnTo>
                        <a:lnTo>
                          <a:pt x="830" y="902"/>
                        </a:lnTo>
                        <a:lnTo>
                          <a:pt x="799" y="922"/>
                        </a:lnTo>
                        <a:lnTo>
                          <a:pt x="793" y="931"/>
                        </a:lnTo>
                        <a:lnTo>
                          <a:pt x="788" y="934"/>
                        </a:lnTo>
                        <a:lnTo>
                          <a:pt x="788" y="935"/>
                        </a:lnTo>
                        <a:lnTo>
                          <a:pt x="787" y="934"/>
                        </a:lnTo>
                        <a:lnTo>
                          <a:pt x="781" y="932"/>
                        </a:lnTo>
                        <a:lnTo>
                          <a:pt x="781" y="932"/>
                        </a:lnTo>
                        <a:lnTo>
                          <a:pt x="781" y="931"/>
                        </a:lnTo>
                        <a:lnTo>
                          <a:pt x="785" y="926"/>
                        </a:lnTo>
                        <a:lnTo>
                          <a:pt x="779" y="916"/>
                        </a:lnTo>
                        <a:lnTo>
                          <a:pt x="776" y="916"/>
                        </a:lnTo>
                        <a:lnTo>
                          <a:pt x="775" y="919"/>
                        </a:lnTo>
                        <a:lnTo>
                          <a:pt x="773" y="920"/>
                        </a:lnTo>
                        <a:lnTo>
                          <a:pt x="773" y="920"/>
                        </a:lnTo>
                        <a:lnTo>
                          <a:pt x="760" y="916"/>
                        </a:lnTo>
                        <a:lnTo>
                          <a:pt x="756" y="910"/>
                        </a:lnTo>
                        <a:lnTo>
                          <a:pt x="754" y="907"/>
                        </a:lnTo>
                        <a:lnTo>
                          <a:pt x="748" y="904"/>
                        </a:lnTo>
                        <a:lnTo>
                          <a:pt x="748" y="904"/>
                        </a:lnTo>
                        <a:lnTo>
                          <a:pt x="747" y="897"/>
                        </a:lnTo>
                        <a:lnTo>
                          <a:pt x="738" y="889"/>
                        </a:lnTo>
                        <a:lnTo>
                          <a:pt x="735" y="889"/>
                        </a:lnTo>
                        <a:lnTo>
                          <a:pt x="732" y="891"/>
                        </a:lnTo>
                        <a:lnTo>
                          <a:pt x="732" y="891"/>
                        </a:lnTo>
                        <a:lnTo>
                          <a:pt x="729" y="891"/>
                        </a:lnTo>
                        <a:lnTo>
                          <a:pt x="727" y="894"/>
                        </a:lnTo>
                        <a:lnTo>
                          <a:pt x="726" y="895"/>
                        </a:lnTo>
                        <a:lnTo>
                          <a:pt x="711" y="895"/>
                        </a:lnTo>
                        <a:lnTo>
                          <a:pt x="710" y="894"/>
                        </a:lnTo>
                        <a:lnTo>
                          <a:pt x="707" y="889"/>
                        </a:lnTo>
                        <a:lnTo>
                          <a:pt x="707" y="888"/>
                        </a:lnTo>
                        <a:lnTo>
                          <a:pt x="707" y="886"/>
                        </a:lnTo>
                        <a:lnTo>
                          <a:pt x="702" y="883"/>
                        </a:lnTo>
                        <a:lnTo>
                          <a:pt x="701" y="883"/>
                        </a:lnTo>
                        <a:lnTo>
                          <a:pt x="698" y="891"/>
                        </a:lnTo>
                        <a:lnTo>
                          <a:pt x="693" y="894"/>
                        </a:lnTo>
                        <a:lnTo>
                          <a:pt x="693" y="894"/>
                        </a:lnTo>
                        <a:lnTo>
                          <a:pt x="693" y="894"/>
                        </a:lnTo>
                        <a:lnTo>
                          <a:pt x="693" y="894"/>
                        </a:lnTo>
                        <a:lnTo>
                          <a:pt x="664" y="840"/>
                        </a:lnTo>
                        <a:lnTo>
                          <a:pt x="646" y="825"/>
                        </a:lnTo>
                        <a:lnTo>
                          <a:pt x="646" y="824"/>
                        </a:lnTo>
                        <a:lnTo>
                          <a:pt x="646" y="821"/>
                        </a:lnTo>
                        <a:lnTo>
                          <a:pt x="646" y="821"/>
                        </a:lnTo>
                        <a:lnTo>
                          <a:pt x="650" y="818"/>
                        </a:lnTo>
                        <a:lnTo>
                          <a:pt x="649" y="816"/>
                        </a:lnTo>
                        <a:lnTo>
                          <a:pt x="640" y="821"/>
                        </a:lnTo>
                        <a:lnTo>
                          <a:pt x="635" y="821"/>
                        </a:lnTo>
                        <a:lnTo>
                          <a:pt x="630" y="828"/>
                        </a:lnTo>
                        <a:lnTo>
                          <a:pt x="621" y="831"/>
                        </a:lnTo>
                        <a:lnTo>
                          <a:pt x="621" y="834"/>
                        </a:lnTo>
                        <a:lnTo>
                          <a:pt x="621" y="834"/>
                        </a:lnTo>
                        <a:lnTo>
                          <a:pt x="621" y="836"/>
                        </a:lnTo>
                        <a:lnTo>
                          <a:pt x="619" y="834"/>
                        </a:lnTo>
                        <a:lnTo>
                          <a:pt x="613" y="833"/>
                        </a:lnTo>
                        <a:lnTo>
                          <a:pt x="606" y="836"/>
                        </a:lnTo>
                        <a:lnTo>
                          <a:pt x="606" y="836"/>
                        </a:lnTo>
                        <a:lnTo>
                          <a:pt x="606" y="836"/>
                        </a:lnTo>
                        <a:lnTo>
                          <a:pt x="606" y="836"/>
                        </a:lnTo>
                        <a:lnTo>
                          <a:pt x="604" y="833"/>
                        </a:lnTo>
                        <a:lnTo>
                          <a:pt x="604" y="831"/>
                        </a:lnTo>
                        <a:lnTo>
                          <a:pt x="606" y="828"/>
                        </a:lnTo>
                        <a:lnTo>
                          <a:pt x="606" y="828"/>
                        </a:lnTo>
                        <a:lnTo>
                          <a:pt x="609" y="827"/>
                        </a:lnTo>
                        <a:lnTo>
                          <a:pt x="609" y="824"/>
                        </a:lnTo>
                        <a:lnTo>
                          <a:pt x="606" y="827"/>
                        </a:lnTo>
                        <a:lnTo>
                          <a:pt x="604" y="827"/>
                        </a:lnTo>
                        <a:lnTo>
                          <a:pt x="604" y="827"/>
                        </a:lnTo>
                        <a:lnTo>
                          <a:pt x="595" y="822"/>
                        </a:lnTo>
                        <a:lnTo>
                          <a:pt x="595" y="822"/>
                        </a:lnTo>
                        <a:lnTo>
                          <a:pt x="597" y="825"/>
                        </a:lnTo>
                        <a:lnTo>
                          <a:pt x="597" y="825"/>
                        </a:lnTo>
                        <a:lnTo>
                          <a:pt x="595" y="825"/>
                        </a:lnTo>
                        <a:lnTo>
                          <a:pt x="592" y="825"/>
                        </a:lnTo>
                        <a:lnTo>
                          <a:pt x="592" y="825"/>
                        </a:lnTo>
                        <a:lnTo>
                          <a:pt x="592" y="825"/>
                        </a:lnTo>
                        <a:lnTo>
                          <a:pt x="592" y="821"/>
                        </a:lnTo>
                        <a:lnTo>
                          <a:pt x="591" y="816"/>
                        </a:lnTo>
                        <a:lnTo>
                          <a:pt x="590" y="816"/>
                        </a:lnTo>
                        <a:lnTo>
                          <a:pt x="590" y="819"/>
                        </a:lnTo>
                        <a:lnTo>
                          <a:pt x="588" y="821"/>
                        </a:lnTo>
                        <a:lnTo>
                          <a:pt x="588" y="821"/>
                        </a:lnTo>
                        <a:lnTo>
                          <a:pt x="585" y="821"/>
                        </a:lnTo>
                        <a:lnTo>
                          <a:pt x="582" y="821"/>
                        </a:lnTo>
                        <a:lnTo>
                          <a:pt x="579" y="821"/>
                        </a:lnTo>
                        <a:lnTo>
                          <a:pt x="578" y="822"/>
                        </a:lnTo>
                        <a:lnTo>
                          <a:pt x="576" y="822"/>
                        </a:lnTo>
                        <a:lnTo>
                          <a:pt x="576" y="821"/>
                        </a:lnTo>
                        <a:lnTo>
                          <a:pt x="575" y="818"/>
                        </a:lnTo>
                        <a:lnTo>
                          <a:pt x="575" y="818"/>
                        </a:lnTo>
                        <a:lnTo>
                          <a:pt x="578" y="814"/>
                        </a:lnTo>
                        <a:lnTo>
                          <a:pt x="578" y="809"/>
                        </a:lnTo>
                        <a:lnTo>
                          <a:pt x="575" y="808"/>
                        </a:lnTo>
                        <a:lnTo>
                          <a:pt x="575" y="806"/>
                        </a:lnTo>
                        <a:lnTo>
                          <a:pt x="573" y="797"/>
                        </a:lnTo>
                        <a:lnTo>
                          <a:pt x="570" y="796"/>
                        </a:lnTo>
                        <a:lnTo>
                          <a:pt x="564" y="799"/>
                        </a:lnTo>
                        <a:lnTo>
                          <a:pt x="564" y="799"/>
                        </a:lnTo>
                        <a:lnTo>
                          <a:pt x="563" y="799"/>
                        </a:lnTo>
                        <a:lnTo>
                          <a:pt x="557" y="794"/>
                        </a:lnTo>
                        <a:lnTo>
                          <a:pt x="548" y="793"/>
                        </a:lnTo>
                        <a:lnTo>
                          <a:pt x="544" y="797"/>
                        </a:lnTo>
                        <a:lnTo>
                          <a:pt x="539" y="797"/>
                        </a:lnTo>
                        <a:lnTo>
                          <a:pt x="539" y="803"/>
                        </a:lnTo>
                        <a:lnTo>
                          <a:pt x="538" y="803"/>
                        </a:lnTo>
                        <a:lnTo>
                          <a:pt x="509" y="811"/>
                        </a:lnTo>
                        <a:lnTo>
                          <a:pt x="501" y="812"/>
                        </a:lnTo>
                        <a:lnTo>
                          <a:pt x="498" y="816"/>
                        </a:lnTo>
                        <a:lnTo>
                          <a:pt x="498" y="816"/>
                        </a:lnTo>
                        <a:lnTo>
                          <a:pt x="490" y="816"/>
                        </a:lnTo>
                        <a:lnTo>
                          <a:pt x="486" y="819"/>
                        </a:lnTo>
                        <a:lnTo>
                          <a:pt x="484" y="821"/>
                        </a:lnTo>
                        <a:lnTo>
                          <a:pt x="484" y="821"/>
                        </a:lnTo>
                        <a:lnTo>
                          <a:pt x="484" y="821"/>
                        </a:lnTo>
                        <a:lnTo>
                          <a:pt x="484" y="821"/>
                        </a:lnTo>
                        <a:lnTo>
                          <a:pt x="478" y="819"/>
                        </a:lnTo>
                        <a:lnTo>
                          <a:pt x="472" y="824"/>
                        </a:lnTo>
                        <a:lnTo>
                          <a:pt x="466" y="824"/>
                        </a:lnTo>
                        <a:lnTo>
                          <a:pt x="465" y="827"/>
                        </a:lnTo>
                        <a:lnTo>
                          <a:pt x="465" y="827"/>
                        </a:lnTo>
                        <a:lnTo>
                          <a:pt x="465" y="827"/>
                        </a:lnTo>
                        <a:lnTo>
                          <a:pt x="464" y="827"/>
                        </a:lnTo>
                        <a:lnTo>
                          <a:pt x="462" y="825"/>
                        </a:lnTo>
                        <a:lnTo>
                          <a:pt x="462" y="825"/>
                        </a:lnTo>
                        <a:lnTo>
                          <a:pt x="459" y="825"/>
                        </a:lnTo>
                        <a:lnTo>
                          <a:pt x="456" y="825"/>
                        </a:lnTo>
                        <a:lnTo>
                          <a:pt x="453" y="825"/>
                        </a:lnTo>
                        <a:lnTo>
                          <a:pt x="452" y="825"/>
                        </a:lnTo>
                        <a:lnTo>
                          <a:pt x="452" y="825"/>
                        </a:lnTo>
                        <a:lnTo>
                          <a:pt x="450" y="824"/>
                        </a:lnTo>
                        <a:lnTo>
                          <a:pt x="446" y="825"/>
                        </a:lnTo>
                        <a:lnTo>
                          <a:pt x="447" y="827"/>
                        </a:lnTo>
                        <a:lnTo>
                          <a:pt x="447" y="828"/>
                        </a:lnTo>
                        <a:lnTo>
                          <a:pt x="446" y="833"/>
                        </a:lnTo>
                        <a:lnTo>
                          <a:pt x="446" y="831"/>
                        </a:lnTo>
                        <a:lnTo>
                          <a:pt x="447" y="831"/>
                        </a:lnTo>
                        <a:lnTo>
                          <a:pt x="449" y="831"/>
                        </a:lnTo>
                        <a:lnTo>
                          <a:pt x="450" y="831"/>
                        </a:lnTo>
                        <a:lnTo>
                          <a:pt x="450" y="831"/>
                        </a:lnTo>
                        <a:lnTo>
                          <a:pt x="452" y="833"/>
                        </a:lnTo>
                        <a:lnTo>
                          <a:pt x="452" y="834"/>
                        </a:lnTo>
                        <a:lnTo>
                          <a:pt x="452" y="834"/>
                        </a:lnTo>
                        <a:lnTo>
                          <a:pt x="447" y="836"/>
                        </a:lnTo>
                        <a:lnTo>
                          <a:pt x="447" y="839"/>
                        </a:lnTo>
                        <a:lnTo>
                          <a:pt x="455" y="840"/>
                        </a:lnTo>
                        <a:lnTo>
                          <a:pt x="461" y="843"/>
                        </a:lnTo>
                        <a:lnTo>
                          <a:pt x="461" y="845"/>
                        </a:lnTo>
                        <a:lnTo>
                          <a:pt x="461" y="845"/>
                        </a:lnTo>
                        <a:lnTo>
                          <a:pt x="458" y="846"/>
                        </a:lnTo>
                        <a:lnTo>
                          <a:pt x="446" y="848"/>
                        </a:lnTo>
                        <a:lnTo>
                          <a:pt x="441" y="852"/>
                        </a:lnTo>
                        <a:lnTo>
                          <a:pt x="446" y="857"/>
                        </a:lnTo>
                        <a:lnTo>
                          <a:pt x="446" y="858"/>
                        </a:lnTo>
                        <a:lnTo>
                          <a:pt x="444" y="861"/>
                        </a:lnTo>
                        <a:lnTo>
                          <a:pt x="444" y="862"/>
                        </a:lnTo>
                        <a:lnTo>
                          <a:pt x="432" y="868"/>
                        </a:lnTo>
                        <a:lnTo>
                          <a:pt x="432" y="868"/>
                        </a:lnTo>
                        <a:lnTo>
                          <a:pt x="435" y="870"/>
                        </a:lnTo>
                        <a:lnTo>
                          <a:pt x="435" y="870"/>
                        </a:lnTo>
                        <a:lnTo>
                          <a:pt x="437" y="873"/>
                        </a:lnTo>
                        <a:lnTo>
                          <a:pt x="441" y="874"/>
                        </a:lnTo>
                        <a:lnTo>
                          <a:pt x="443" y="874"/>
                        </a:lnTo>
                        <a:lnTo>
                          <a:pt x="444" y="879"/>
                        </a:lnTo>
                        <a:lnTo>
                          <a:pt x="453" y="880"/>
                        </a:lnTo>
                        <a:lnTo>
                          <a:pt x="453" y="880"/>
                        </a:lnTo>
                        <a:lnTo>
                          <a:pt x="453" y="882"/>
                        </a:lnTo>
                        <a:lnTo>
                          <a:pt x="450" y="892"/>
                        </a:lnTo>
                        <a:lnTo>
                          <a:pt x="449" y="894"/>
                        </a:lnTo>
                        <a:lnTo>
                          <a:pt x="438" y="897"/>
                        </a:lnTo>
                        <a:lnTo>
                          <a:pt x="438" y="897"/>
                        </a:lnTo>
                        <a:lnTo>
                          <a:pt x="438" y="897"/>
                        </a:lnTo>
                        <a:lnTo>
                          <a:pt x="432" y="892"/>
                        </a:lnTo>
                        <a:lnTo>
                          <a:pt x="428" y="898"/>
                        </a:lnTo>
                        <a:lnTo>
                          <a:pt x="428" y="898"/>
                        </a:lnTo>
                        <a:lnTo>
                          <a:pt x="424" y="898"/>
                        </a:lnTo>
                        <a:lnTo>
                          <a:pt x="424" y="898"/>
                        </a:lnTo>
                        <a:lnTo>
                          <a:pt x="422" y="897"/>
                        </a:lnTo>
                        <a:lnTo>
                          <a:pt x="416" y="897"/>
                        </a:lnTo>
                        <a:lnTo>
                          <a:pt x="415" y="895"/>
                        </a:lnTo>
                        <a:lnTo>
                          <a:pt x="410" y="888"/>
                        </a:lnTo>
                        <a:lnTo>
                          <a:pt x="409" y="886"/>
                        </a:lnTo>
                        <a:lnTo>
                          <a:pt x="403" y="888"/>
                        </a:lnTo>
                        <a:lnTo>
                          <a:pt x="398" y="891"/>
                        </a:lnTo>
                        <a:lnTo>
                          <a:pt x="398" y="891"/>
                        </a:lnTo>
                        <a:lnTo>
                          <a:pt x="398" y="891"/>
                        </a:lnTo>
                        <a:lnTo>
                          <a:pt x="394" y="888"/>
                        </a:lnTo>
                        <a:lnTo>
                          <a:pt x="389" y="888"/>
                        </a:lnTo>
                        <a:lnTo>
                          <a:pt x="389" y="889"/>
                        </a:lnTo>
                        <a:lnTo>
                          <a:pt x="389" y="889"/>
                        </a:lnTo>
                        <a:lnTo>
                          <a:pt x="388" y="891"/>
                        </a:lnTo>
                        <a:lnTo>
                          <a:pt x="388" y="889"/>
                        </a:lnTo>
                        <a:lnTo>
                          <a:pt x="385" y="889"/>
                        </a:lnTo>
                        <a:lnTo>
                          <a:pt x="385" y="889"/>
                        </a:lnTo>
                        <a:lnTo>
                          <a:pt x="376" y="897"/>
                        </a:lnTo>
                        <a:lnTo>
                          <a:pt x="375" y="897"/>
                        </a:lnTo>
                        <a:lnTo>
                          <a:pt x="375" y="897"/>
                        </a:lnTo>
                        <a:lnTo>
                          <a:pt x="367" y="894"/>
                        </a:lnTo>
                        <a:lnTo>
                          <a:pt x="363" y="888"/>
                        </a:lnTo>
                        <a:lnTo>
                          <a:pt x="363" y="889"/>
                        </a:lnTo>
                        <a:lnTo>
                          <a:pt x="363" y="897"/>
                        </a:lnTo>
                        <a:lnTo>
                          <a:pt x="361" y="897"/>
                        </a:lnTo>
                        <a:lnTo>
                          <a:pt x="360" y="898"/>
                        </a:lnTo>
                        <a:lnTo>
                          <a:pt x="360" y="898"/>
                        </a:lnTo>
                        <a:lnTo>
                          <a:pt x="360" y="898"/>
                        </a:lnTo>
                        <a:lnTo>
                          <a:pt x="360" y="898"/>
                        </a:lnTo>
                        <a:lnTo>
                          <a:pt x="358" y="892"/>
                        </a:lnTo>
                        <a:lnTo>
                          <a:pt x="346" y="879"/>
                        </a:lnTo>
                        <a:lnTo>
                          <a:pt x="335" y="879"/>
                        </a:lnTo>
                        <a:lnTo>
                          <a:pt x="333" y="877"/>
                        </a:lnTo>
                        <a:lnTo>
                          <a:pt x="330" y="873"/>
                        </a:lnTo>
                        <a:lnTo>
                          <a:pt x="329" y="873"/>
                        </a:lnTo>
                        <a:lnTo>
                          <a:pt x="326" y="873"/>
                        </a:lnTo>
                        <a:lnTo>
                          <a:pt x="323" y="879"/>
                        </a:lnTo>
                        <a:lnTo>
                          <a:pt x="323" y="879"/>
                        </a:lnTo>
                        <a:lnTo>
                          <a:pt x="323" y="879"/>
                        </a:lnTo>
                        <a:lnTo>
                          <a:pt x="323" y="879"/>
                        </a:lnTo>
                        <a:lnTo>
                          <a:pt x="321" y="877"/>
                        </a:lnTo>
                        <a:lnTo>
                          <a:pt x="320" y="877"/>
                        </a:lnTo>
                        <a:lnTo>
                          <a:pt x="318" y="877"/>
                        </a:lnTo>
                        <a:lnTo>
                          <a:pt x="318" y="879"/>
                        </a:lnTo>
                        <a:lnTo>
                          <a:pt x="317" y="877"/>
                        </a:lnTo>
                        <a:lnTo>
                          <a:pt x="317" y="874"/>
                        </a:lnTo>
                        <a:lnTo>
                          <a:pt x="309" y="876"/>
                        </a:lnTo>
                        <a:lnTo>
                          <a:pt x="303" y="882"/>
                        </a:lnTo>
                        <a:lnTo>
                          <a:pt x="293" y="886"/>
                        </a:lnTo>
                        <a:lnTo>
                          <a:pt x="292" y="892"/>
                        </a:lnTo>
                        <a:lnTo>
                          <a:pt x="292" y="892"/>
                        </a:lnTo>
                        <a:lnTo>
                          <a:pt x="286" y="897"/>
                        </a:lnTo>
                        <a:lnTo>
                          <a:pt x="283" y="897"/>
                        </a:lnTo>
                        <a:lnTo>
                          <a:pt x="286" y="908"/>
                        </a:lnTo>
                        <a:lnTo>
                          <a:pt x="286" y="908"/>
                        </a:lnTo>
                        <a:lnTo>
                          <a:pt x="280" y="914"/>
                        </a:lnTo>
                        <a:lnTo>
                          <a:pt x="280" y="914"/>
                        </a:lnTo>
                        <a:lnTo>
                          <a:pt x="280" y="913"/>
                        </a:lnTo>
                        <a:lnTo>
                          <a:pt x="268" y="900"/>
                        </a:lnTo>
                        <a:lnTo>
                          <a:pt x="266" y="907"/>
                        </a:lnTo>
                        <a:lnTo>
                          <a:pt x="266" y="908"/>
                        </a:lnTo>
                        <a:lnTo>
                          <a:pt x="262" y="911"/>
                        </a:lnTo>
                        <a:lnTo>
                          <a:pt x="260" y="922"/>
                        </a:lnTo>
                        <a:lnTo>
                          <a:pt x="263" y="925"/>
                        </a:lnTo>
                        <a:lnTo>
                          <a:pt x="263" y="926"/>
                        </a:lnTo>
                        <a:lnTo>
                          <a:pt x="259" y="931"/>
                        </a:lnTo>
                        <a:lnTo>
                          <a:pt x="256" y="940"/>
                        </a:lnTo>
                        <a:lnTo>
                          <a:pt x="262" y="941"/>
                        </a:lnTo>
                        <a:lnTo>
                          <a:pt x="262" y="943"/>
                        </a:lnTo>
                        <a:lnTo>
                          <a:pt x="265" y="951"/>
                        </a:lnTo>
                        <a:lnTo>
                          <a:pt x="266" y="951"/>
                        </a:lnTo>
                        <a:lnTo>
                          <a:pt x="266" y="951"/>
                        </a:lnTo>
                        <a:lnTo>
                          <a:pt x="266" y="951"/>
                        </a:lnTo>
                        <a:lnTo>
                          <a:pt x="266" y="951"/>
                        </a:lnTo>
                        <a:lnTo>
                          <a:pt x="268" y="951"/>
                        </a:lnTo>
                        <a:lnTo>
                          <a:pt x="271" y="951"/>
                        </a:lnTo>
                        <a:lnTo>
                          <a:pt x="274" y="951"/>
                        </a:lnTo>
                        <a:lnTo>
                          <a:pt x="275" y="951"/>
                        </a:lnTo>
                        <a:lnTo>
                          <a:pt x="277" y="951"/>
                        </a:lnTo>
                        <a:lnTo>
                          <a:pt x="278" y="953"/>
                        </a:lnTo>
                        <a:lnTo>
                          <a:pt x="283" y="959"/>
                        </a:lnTo>
                        <a:lnTo>
                          <a:pt x="287" y="972"/>
                        </a:lnTo>
                        <a:lnTo>
                          <a:pt x="287" y="972"/>
                        </a:lnTo>
                        <a:lnTo>
                          <a:pt x="287" y="972"/>
                        </a:lnTo>
                        <a:lnTo>
                          <a:pt x="280" y="972"/>
                        </a:lnTo>
                        <a:lnTo>
                          <a:pt x="280" y="975"/>
                        </a:lnTo>
                        <a:lnTo>
                          <a:pt x="281" y="975"/>
                        </a:lnTo>
                        <a:lnTo>
                          <a:pt x="287" y="980"/>
                        </a:lnTo>
                        <a:lnTo>
                          <a:pt x="287" y="980"/>
                        </a:lnTo>
                        <a:lnTo>
                          <a:pt x="287" y="981"/>
                        </a:lnTo>
                        <a:lnTo>
                          <a:pt x="281" y="983"/>
                        </a:lnTo>
                        <a:lnTo>
                          <a:pt x="275" y="990"/>
                        </a:lnTo>
                        <a:lnTo>
                          <a:pt x="275" y="990"/>
                        </a:lnTo>
                        <a:lnTo>
                          <a:pt x="275" y="990"/>
                        </a:lnTo>
                        <a:lnTo>
                          <a:pt x="274" y="990"/>
                        </a:lnTo>
                        <a:lnTo>
                          <a:pt x="271" y="983"/>
                        </a:lnTo>
                        <a:lnTo>
                          <a:pt x="268" y="981"/>
                        </a:lnTo>
                        <a:lnTo>
                          <a:pt x="269" y="984"/>
                        </a:lnTo>
                        <a:lnTo>
                          <a:pt x="268" y="993"/>
                        </a:lnTo>
                        <a:lnTo>
                          <a:pt x="268" y="993"/>
                        </a:lnTo>
                        <a:lnTo>
                          <a:pt x="266" y="993"/>
                        </a:lnTo>
                        <a:lnTo>
                          <a:pt x="266" y="993"/>
                        </a:lnTo>
                        <a:lnTo>
                          <a:pt x="265" y="993"/>
                        </a:lnTo>
                        <a:lnTo>
                          <a:pt x="265" y="1000"/>
                        </a:lnTo>
                        <a:lnTo>
                          <a:pt x="256" y="1014"/>
                        </a:lnTo>
                        <a:lnTo>
                          <a:pt x="262" y="1020"/>
                        </a:lnTo>
                        <a:lnTo>
                          <a:pt x="266" y="1028"/>
                        </a:lnTo>
                        <a:lnTo>
                          <a:pt x="266" y="1026"/>
                        </a:lnTo>
                        <a:lnTo>
                          <a:pt x="268" y="1026"/>
                        </a:lnTo>
                        <a:lnTo>
                          <a:pt x="268" y="1026"/>
                        </a:lnTo>
                        <a:lnTo>
                          <a:pt x="268" y="1026"/>
                        </a:lnTo>
                        <a:lnTo>
                          <a:pt x="268" y="1040"/>
                        </a:lnTo>
                        <a:lnTo>
                          <a:pt x="278" y="1060"/>
                        </a:lnTo>
                        <a:lnTo>
                          <a:pt x="280" y="1061"/>
                        </a:lnTo>
                        <a:lnTo>
                          <a:pt x="280" y="1063"/>
                        </a:lnTo>
                        <a:lnTo>
                          <a:pt x="272" y="1071"/>
                        </a:lnTo>
                        <a:lnTo>
                          <a:pt x="272" y="1071"/>
                        </a:lnTo>
                        <a:lnTo>
                          <a:pt x="265" y="1071"/>
                        </a:lnTo>
                        <a:lnTo>
                          <a:pt x="263" y="1071"/>
                        </a:lnTo>
                        <a:lnTo>
                          <a:pt x="262" y="1066"/>
                        </a:lnTo>
                        <a:lnTo>
                          <a:pt x="253" y="1060"/>
                        </a:lnTo>
                        <a:lnTo>
                          <a:pt x="244" y="1055"/>
                        </a:lnTo>
                        <a:lnTo>
                          <a:pt x="243" y="1054"/>
                        </a:lnTo>
                        <a:lnTo>
                          <a:pt x="243" y="1049"/>
                        </a:lnTo>
                        <a:lnTo>
                          <a:pt x="237" y="1046"/>
                        </a:lnTo>
                        <a:lnTo>
                          <a:pt x="231" y="1045"/>
                        </a:lnTo>
                        <a:lnTo>
                          <a:pt x="222" y="1048"/>
                        </a:lnTo>
                        <a:lnTo>
                          <a:pt x="222" y="1048"/>
                        </a:lnTo>
                        <a:lnTo>
                          <a:pt x="220" y="1048"/>
                        </a:lnTo>
                        <a:lnTo>
                          <a:pt x="207" y="1037"/>
                        </a:lnTo>
                        <a:lnTo>
                          <a:pt x="192" y="1037"/>
                        </a:lnTo>
                        <a:lnTo>
                          <a:pt x="177" y="1031"/>
                        </a:lnTo>
                        <a:lnTo>
                          <a:pt x="176" y="1031"/>
                        </a:lnTo>
                        <a:lnTo>
                          <a:pt x="173" y="1031"/>
                        </a:lnTo>
                        <a:lnTo>
                          <a:pt x="170" y="1033"/>
                        </a:lnTo>
                        <a:lnTo>
                          <a:pt x="167" y="1033"/>
                        </a:lnTo>
                        <a:lnTo>
                          <a:pt x="167" y="1033"/>
                        </a:lnTo>
                        <a:lnTo>
                          <a:pt x="166" y="1033"/>
                        </a:lnTo>
                        <a:lnTo>
                          <a:pt x="152" y="1020"/>
                        </a:lnTo>
                        <a:lnTo>
                          <a:pt x="137" y="1011"/>
                        </a:lnTo>
                        <a:lnTo>
                          <a:pt x="137" y="1011"/>
                        </a:lnTo>
                        <a:lnTo>
                          <a:pt x="136" y="1012"/>
                        </a:lnTo>
                        <a:lnTo>
                          <a:pt x="134" y="1012"/>
                        </a:lnTo>
                        <a:lnTo>
                          <a:pt x="134" y="1012"/>
                        </a:lnTo>
                        <a:lnTo>
                          <a:pt x="124" y="1002"/>
                        </a:lnTo>
                        <a:lnTo>
                          <a:pt x="124" y="1000"/>
                        </a:lnTo>
                        <a:lnTo>
                          <a:pt x="127" y="997"/>
                        </a:lnTo>
                        <a:lnTo>
                          <a:pt x="129" y="997"/>
                        </a:lnTo>
                        <a:lnTo>
                          <a:pt x="134" y="997"/>
                        </a:lnTo>
                        <a:lnTo>
                          <a:pt x="142" y="986"/>
                        </a:lnTo>
                        <a:lnTo>
                          <a:pt x="142" y="986"/>
                        </a:lnTo>
                        <a:lnTo>
                          <a:pt x="148" y="984"/>
                        </a:lnTo>
                        <a:lnTo>
                          <a:pt x="139" y="977"/>
                        </a:lnTo>
                        <a:lnTo>
                          <a:pt x="139" y="977"/>
                        </a:lnTo>
                        <a:lnTo>
                          <a:pt x="140" y="974"/>
                        </a:lnTo>
                        <a:lnTo>
                          <a:pt x="140" y="974"/>
                        </a:lnTo>
                        <a:lnTo>
                          <a:pt x="148" y="972"/>
                        </a:lnTo>
                        <a:lnTo>
                          <a:pt x="148" y="971"/>
                        </a:lnTo>
                        <a:lnTo>
                          <a:pt x="148" y="971"/>
                        </a:lnTo>
                        <a:lnTo>
                          <a:pt x="160" y="966"/>
                        </a:lnTo>
                        <a:lnTo>
                          <a:pt x="158" y="965"/>
                        </a:lnTo>
                        <a:lnTo>
                          <a:pt x="148" y="966"/>
                        </a:lnTo>
                        <a:lnTo>
                          <a:pt x="148" y="966"/>
                        </a:lnTo>
                        <a:lnTo>
                          <a:pt x="146" y="966"/>
                        </a:lnTo>
                        <a:lnTo>
                          <a:pt x="146" y="966"/>
                        </a:lnTo>
                        <a:lnTo>
                          <a:pt x="146" y="959"/>
                        </a:lnTo>
                        <a:lnTo>
                          <a:pt x="148" y="954"/>
                        </a:lnTo>
                        <a:lnTo>
                          <a:pt x="152" y="953"/>
                        </a:lnTo>
                        <a:lnTo>
                          <a:pt x="155" y="948"/>
                        </a:lnTo>
                        <a:lnTo>
                          <a:pt x="155" y="948"/>
                        </a:lnTo>
                        <a:lnTo>
                          <a:pt x="157" y="948"/>
                        </a:lnTo>
                        <a:lnTo>
                          <a:pt x="160" y="951"/>
                        </a:lnTo>
                        <a:lnTo>
                          <a:pt x="166" y="951"/>
                        </a:lnTo>
                        <a:lnTo>
                          <a:pt x="169" y="943"/>
                        </a:lnTo>
                        <a:lnTo>
                          <a:pt x="167" y="941"/>
                        </a:lnTo>
                        <a:lnTo>
                          <a:pt x="166" y="941"/>
                        </a:lnTo>
                        <a:lnTo>
                          <a:pt x="166" y="934"/>
                        </a:lnTo>
                        <a:lnTo>
                          <a:pt x="166" y="934"/>
                        </a:lnTo>
                        <a:lnTo>
                          <a:pt x="170" y="931"/>
                        </a:lnTo>
                        <a:lnTo>
                          <a:pt x="166" y="928"/>
                        </a:lnTo>
                        <a:lnTo>
                          <a:pt x="166" y="928"/>
                        </a:lnTo>
                        <a:lnTo>
                          <a:pt x="166" y="928"/>
                        </a:lnTo>
                        <a:lnTo>
                          <a:pt x="170" y="926"/>
                        </a:lnTo>
                        <a:lnTo>
                          <a:pt x="172" y="923"/>
                        </a:lnTo>
                        <a:lnTo>
                          <a:pt x="170" y="917"/>
                        </a:lnTo>
                        <a:lnTo>
                          <a:pt x="170" y="917"/>
                        </a:lnTo>
                        <a:lnTo>
                          <a:pt x="170" y="917"/>
                        </a:lnTo>
                        <a:lnTo>
                          <a:pt x="158" y="911"/>
                        </a:lnTo>
                        <a:lnTo>
                          <a:pt x="157" y="911"/>
                        </a:lnTo>
                        <a:lnTo>
                          <a:pt x="155" y="911"/>
                        </a:lnTo>
                        <a:lnTo>
                          <a:pt x="155" y="911"/>
                        </a:lnTo>
                        <a:lnTo>
                          <a:pt x="154" y="911"/>
                        </a:lnTo>
                        <a:lnTo>
                          <a:pt x="148" y="908"/>
                        </a:lnTo>
                        <a:lnTo>
                          <a:pt x="145" y="910"/>
                        </a:lnTo>
                        <a:lnTo>
                          <a:pt x="143" y="910"/>
                        </a:lnTo>
                        <a:lnTo>
                          <a:pt x="143" y="908"/>
                        </a:lnTo>
                        <a:lnTo>
                          <a:pt x="134" y="900"/>
                        </a:lnTo>
                        <a:lnTo>
                          <a:pt x="126" y="902"/>
                        </a:lnTo>
                        <a:lnTo>
                          <a:pt x="123" y="902"/>
                        </a:lnTo>
                        <a:lnTo>
                          <a:pt x="123" y="902"/>
                        </a:lnTo>
                        <a:lnTo>
                          <a:pt x="120" y="900"/>
                        </a:lnTo>
                        <a:lnTo>
                          <a:pt x="112" y="900"/>
                        </a:lnTo>
                        <a:lnTo>
                          <a:pt x="112" y="900"/>
                        </a:lnTo>
                        <a:lnTo>
                          <a:pt x="109" y="897"/>
                        </a:lnTo>
                        <a:lnTo>
                          <a:pt x="109" y="888"/>
                        </a:lnTo>
                        <a:lnTo>
                          <a:pt x="106" y="883"/>
                        </a:lnTo>
                        <a:lnTo>
                          <a:pt x="102" y="885"/>
                        </a:lnTo>
                        <a:lnTo>
                          <a:pt x="96" y="882"/>
                        </a:lnTo>
                        <a:lnTo>
                          <a:pt x="94" y="880"/>
                        </a:lnTo>
                        <a:lnTo>
                          <a:pt x="93" y="873"/>
                        </a:lnTo>
                        <a:lnTo>
                          <a:pt x="93" y="873"/>
                        </a:lnTo>
                        <a:lnTo>
                          <a:pt x="96" y="871"/>
                        </a:lnTo>
                        <a:lnTo>
                          <a:pt x="96" y="870"/>
                        </a:lnTo>
                        <a:lnTo>
                          <a:pt x="89" y="859"/>
                        </a:lnTo>
                        <a:lnTo>
                          <a:pt x="72" y="861"/>
                        </a:lnTo>
                        <a:lnTo>
                          <a:pt x="66" y="867"/>
                        </a:lnTo>
                        <a:lnTo>
                          <a:pt x="66" y="867"/>
                        </a:lnTo>
                        <a:lnTo>
                          <a:pt x="66" y="867"/>
                        </a:lnTo>
                        <a:lnTo>
                          <a:pt x="63" y="865"/>
                        </a:lnTo>
                        <a:lnTo>
                          <a:pt x="62" y="864"/>
                        </a:lnTo>
                        <a:lnTo>
                          <a:pt x="59" y="848"/>
                        </a:lnTo>
                        <a:lnTo>
                          <a:pt x="56" y="843"/>
                        </a:lnTo>
                        <a:lnTo>
                          <a:pt x="56" y="842"/>
                        </a:lnTo>
                        <a:lnTo>
                          <a:pt x="59" y="839"/>
                        </a:lnTo>
                        <a:lnTo>
                          <a:pt x="60" y="839"/>
                        </a:lnTo>
                        <a:lnTo>
                          <a:pt x="60" y="839"/>
                        </a:lnTo>
                        <a:lnTo>
                          <a:pt x="68" y="842"/>
                        </a:lnTo>
                        <a:lnTo>
                          <a:pt x="75" y="836"/>
                        </a:lnTo>
                        <a:lnTo>
                          <a:pt x="75" y="833"/>
                        </a:lnTo>
                        <a:lnTo>
                          <a:pt x="74" y="833"/>
                        </a:lnTo>
                        <a:lnTo>
                          <a:pt x="74" y="833"/>
                        </a:lnTo>
                        <a:lnTo>
                          <a:pt x="72" y="830"/>
                        </a:lnTo>
                        <a:lnTo>
                          <a:pt x="69" y="828"/>
                        </a:lnTo>
                        <a:lnTo>
                          <a:pt x="69" y="828"/>
                        </a:lnTo>
                        <a:lnTo>
                          <a:pt x="66" y="828"/>
                        </a:lnTo>
                        <a:lnTo>
                          <a:pt x="65" y="828"/>
                        </a:lnTo>
                        <a:lnTo>
                          <a:pt x="63" y="828"/>
                        </a:lnTo>
                        <a:lnTo>
                          <a:pt x="63" y="828"/>
                        </a:lnTo>
                        <a:lnTo>
                          <a:pt x="62" y="824"/>
                        </a:lnTo>
                        <a:lnTo>
                          <a:pt x="57" y="819"/>
                        </a:lnTo>
                        <a:lnTo>
                          <a:pt x="50" y="806"/>
                        </a:lnTo>
                        <a:lnTo>
                          <a:pt x="50" y="806"/>
                        </a:lnTo>
                        <a:lnTo>
                          <a:pt x="53" y="799"/>
                        </a:lnTo>
                        <a:lnTo>
                          <a:pt x="50" y="794"/>
                        </a:lnTo>
                        <a:lnTo>
                          <a:pt x="51" y="788"/>
                        </a:lnTo>
                        <a:lnTo>
                          <a:pt x="43" y="782"/>
                        </a:lnTo>
                        <a:lnTo>
                          <a:pt x="32" y="785"/>
                        </a:lnTo>
                        <a:lnTo>
                          <a:pt x="32" y="785"/>
                        </a:lnTo>
                        <a:lnTo>
                          <a:pt x="32" y="785"/>
                        </a:lnTo>
                        <a:lnTo>
                          <a:pt x="31" y="785"/>
                        </a:lnTo>
                        <a:lnTo>
                          <a:pt x="32" y="781"/>
                        </a:lnTo>
                        <a:lnTo>
                          <a:pt x="29" y="779"/>
                        </a:lnTo>
                        <a:lnTo>
                          <a:pt x="17" y="778"/>
                        </a:lnTo>
                        <a:lnTo>
                          <a:pt x="17" y="776"/>
                        </a:lnTo>
                        <a:lnTo>
                          <a:pt x="16" y="775"/>
                        </a:lnTo>
                        <a:lnTo>
                          <a:pt x="16" y="766"/>
                        </a:lnTo>
                        <a:lnTo>
                          <a:pt x="11" y="759"/>
                        </a:lnTo>
                        <a:lnTo>
                          <a:pt x="8" y="757"/>
                        </a:lnTo>
                        <a:lnTo>
                          <a:pt x="8" y="757"/>
                        </a:lnTo>
                        <a:lnTo>
                          <a:pt x="10" y="748"/>
                        </a:lnTo>
                        <a:lnTo>
                          <a:pt x="6" y="742"/>
                        </a:lnTo>
                        <a:lnTo>
                          <a:pt x="6" y="739"/>
                        </a:lnTo>
                        <a:lnTo>
                          <a:pt x="6" y="739"/>
                        </a:lnTo>
                        <a:lnTo>
                          <a:pt x="10" y="733"/>
                        </a:lnTo>
                        <a:lnTo>
                          <a:pt x="8" y="730"/>
                        </a:lnTo>
                        <a:lnTo>
                          <a:pt x="7" y="728"/>
                        </a:lnTo>
                        <a:lnTo>
                          <a:pt x="6" y="723"/>
                        </a:lnTo>
                        <a:lnTo>
                          <a:pt x="4" y="723"/>
                        </a:lnTo>
                        <a:lnTo>
                          <a:pt x="3" y="722"/>
                        </a:lnTo>
                        <a:lnTo>
                          <a:pt x="0" y="708"/>
                        </a:lnTo>
                        <a:lnTo>
                          <a:pt x="0" y="708"/>
                        </a:lnTo>
                        <a:lnTo>
                          <a:pt x="10" y="704"/>
                        </a:lnTo>
                        <a:lnTo>
                          <a:pt x="16" y="696"/>
                        </a:lnTo>
                        <a:lnTo>
                          <a:pt x="14" y="689"/>
                        </a:lnTo>
                        <a:lnTo>
                          <a:pt x="14" y="689"/>
                        </a:lnTo>
                        <a:lnTo>
                          <a:pt x="26" y="680"/>
                        </a:lnTo>
                        <a:lnTo>
                          <a:pt x="40" y="682"/>
                        </a:lnTo>
                        <a:lnTo>
                          <a:pt x="35" y="677"/>
                        </a:lnTo>
                        <a:lnTo>
                          <a:pt x="19" y="673"/>
                        </a:lnTo>
                        <a:lnTo>
                          <a:pt x="17" y="673"/>
                        </a:lnTo>
                        <a:lnTo>
                          <a:pt x="16" y="667"/>
                        </a:lnTo>
                        <a:lnTo>
                          <a:pt x="16" y="665"/>
                        </a:lnTo>
                        <a:lnTo>
                          <a:pt x="17" y="665"/>
                        </a:lnTo>
                        <a:lnTo>
                          <a:pt x="17" y="665"/>
                        </a:lnTo>
                        <a:lnTo>
                          <a:pt x="19" y="667"/>
                        </a:lnTo>
                        <a:lnTo>
                          <a:pt x="19" y="662"/>
                        </a:lnTo>
                        <a:lnTo>
                          <a:pt x="7" y="665"/>
                        </a:lnTo>
                        <a:lnTo>
                          <a:pt x="7" y="665"/>
                        </a:lnTo>
                        <a:lnTo>
                          <a:pt x="6" y="664"/>
                        </a:lnTo>
                        <a:lnTo>
                          <a:pt x="7" y="664"/>
                        </a:lnTo>
                        <a:lnTo>
                          <a:pt x="37" y="636"/>
                        </a:lnTo>
                        <a:lnTo>
                          <a:pt x="56" y="606"/>
                        </a:lnTo>
                        <a:lnTo>
                          <a:pt x="56" y="597"/>
                        </a:lnTo>
                        <a:lnTo>
                          <a:pt x="48" y="587"/>
                        </a:lnTo>
                        <a:lnTo>
                          <a:pt x="41" y="578"/>
                        </a:lnTo>
                        <a:lnTo>
                          <a:pt x="41" y="578"/>
                        </a:lnTo>
                        <a:lnTo>
                          <a:pt x="46" y="561"/>
                        </a:lnTo>
                        <a:lnTo>
                          <a:pt x="40" y="554"/>
                        </a:lnTo>
                        <a:lnTo>
                          <a:pt x="38" y="545"/>
                        </a:lnTo>
                        <a:lnTo>
                          <a:pt x="35" y="544"/>
                        </a:lnTo>
                        <a:lnTo>
                          <a:pt x="35" y="544"/>
                        </a:lnTo>
                        <a:lnTo>
                          <a:pt x="35" y="530"/>
                        </a:lnTo>
                        <a:lnTo>
                          <a:pt x="40" y="514"/>
                        </a:lnTo>
                        <a:lnTo>
                          <a:pt x="28" y="477"/>
                        </a:lnTo>
                        <a:lnTo>
                          <a:pt x="28" y="477"/>
                        </a:lnTo>
                        <a:lnTo>
                          <a:pt x="38" y="455"/>
                        </a:lnTo>
                        <a:lnTo>
                          <a:pt x="29" y="437"/>
                        </a:lnTo>
                        <a:lnTo>
                          <a:pt x="19" y="428"/>
                        </a:lnTo>
                        <a:lnTo>
                          <a:pt x="19" y="427"/>
                        </a:lnTo>
                        <a:lnTo>
                          <a:pt x="20" y="412"/>
                        </a:lnTo>
                        <a:lnTo>
                          <a:pt x="19" y="410"/>
                        </a:lnTo>
                        <a:lnTo>
                          <a:pt x="19" y="410"/>
                        </a:lnTo>
                        <a:lnTo>
                          <a:pt x="19" y="409"/>
                        </a:lnTo>
                        <a:lnTo>
                          <a:pt x="38" y="390"/>
                        </a:lnTo>
                        <a:lnTo>
                          <a:pt x="41" y="382"/>
                        </a:lnTo>
                        <a:lnTo>
                          <a:pt x="41" y="381"/>
                        </a:lnTo>
                        <a:lnTo>
                          <a:pt x="41" y="381"/>
                        </a:lnTo>
                        <a:lnTo>
                          <a:pt x="41" y="381"/>
                        </a:lnTo>
                        <a:lnTo>
                          <a:pt x="48" y="384"/>
                        </a:lnTo>
                        <a:lnTo>
                          <a:pt x="48" y="378"/>
                        </a:lnTo>
                        <a:lnTo>
                          <a:pt x="48" y="376"/>
                        </a:lnTo>
                        <a:lnTo>
                          <a:pt x="48" y="376"/>
                        </a:lnTo>
                        <a:lnTo>
                          <a:pt x="50" y="376"/>
                        </a:lnTo>
                        <a:lnTo>
                          <a:pt x="59" y="381"/>
                        </a:lnTo>
                        <a:lnTo>
                          <a:pt x="60" y="376"/>
                        </a:lnTo>
                        <a:lnTo>
                          <a:pt x="62" y="376"/>
                        </a:lnTo>
                        <a:lnTo>
                          <a:pt x="62" y="376"/>
                        </a:lnTo>
                        <a:lnTo>
                          <a:pt x="62" y="376"/>
                        </a:lnTo>
                        <a:lnTo>
                          <a:pt x="62" y="372"/>
                        </a:lnTo>
                        <a:lnTo>
                          <a:pt x="62" y="370"/>
                        </a:lnTo>
                        <a:lnTo>
                          <a:pt x="62" y="370"/>
                        </a:lnTo>
                        <a:lnTo>
                          <a:pt x="63" y="370"/>
                        </a:lnTo>
                        <a:lnTo>
                          <a:pt x="78" y="378"/>
                        </a:lnTo>
                        <a:lnTo>
                          <a:pt x="80" y="379"/>
                        </a:lnTo>
                        <a:lnTo>
                          <a:pt x="77" y="385"/>
                        </a:lnTo>
                        <a:lnTo>
                          <a:pt x="77" y="385"/>
                        </a:lnTo>
                        <a:lnTo>
                          <a:pt x="75" y="385"/>
                        </a:lnTo>
                        <a:lnTo>
                          <a:pt x="75" y="385"/>
                        </a:lnTo>
                        <a:lnTo>
                          <a:pt x="66" y="379"/>
                        </a:lnTo>
                        <a:lnTo>
                          <a:pt x="65" y="385"/>
                        </a:lnTo>
                        <a:lnTo>
                          <a:pt x="77" y="390"/>
                        </a:lnTo>
                        <a:lnTo>
                          <a:pt x="77" y="391"/>
                        </a:lnTo>
                        <a:lnTo>
                          <a:pt x="77" y="392"/>
                        </a:lnTo>
                        <a:lnTo>
                          <a:pt x="80" y="391"/>
                        </a:lnTo>
                        <a:lnTo>
                          <a:pt x="80" y="391"/>
                        </a:lnTo>
                        <a:lnTo>
                          <a:pt x="80" y="391"/>
                        </a:lnTo>
                        <a:lnTo>
                          <a:pt x="80" y="391"/>
                        </a:lnTo>
                        <a:lnTo>
                          <a:pt x="83" y="397"/>
                        </a:lnTo>
                        <a:lnTo>
                          <a:pt x="115" y="398"/>
                        </a:lnTo>
                        <a:lnTo>
                          <a:pt x="115" y="398"/>
                        </a:lnTo>
                        <a:lnTo>
                          <a:pt x="149" y="431"/>
                        </a:lnTo>
                        <a:lnTo>
                          <a:pt x="169" y="437"/>
                        </a:lnTo>
                        <a:lnTo>
                          <a:pt x="182" y="453"/>
                        </a:lnTo>
                        <a:lnTo>
                          <a:pt x="183" y="468"/>
                        </a:lnTo>
                        <a:lnTo>
                          <a:pt x="188" y="470"/>
                        </a:lnTo>
                        <a:lnTo>
                          <a:pt x="188" y="471"/>
                        </a:lnTo>
                        <a:lnTo>
                          <a:pt x="185" y="483"/>
                        </a:lnTo>
                        <a:lnTo>
                          <a:pt x="170" y="499"/>
                        </a:lnTo>
                        <a:lnTo>
                          <a:pt x="154" y="505"/>
                        </a:lnTo>
                        <a:lnTo>
                          <a:pt x="96" y="492"/>
                        </a:lnTo>
                        <a:lnTo>
                          <a:pt x="96" y="490"/>
                        </a:lnTo>
                        <a:lnTo>
                          <a:pt x="94" y="486"/>
                        </a:lnTo>
                        <a:lnTo>
                          <a:pt x="84" y="484"/>
                        </a:lnTo>
                        <a:lnTo>
                          <a:pt x="83" y="484"/>
                        </a:lnTo>
                        <a:lnTo>
                          <a:pt x="69" y="471"/>
                        </a:lnTo>
                        <a:lnTo>
                          <a:pt x="65" y="474"/>
                        </a:lnTo>
                        <a:lnTo>
                          <a:pt x="102" y="511"/>
                        </a:lnTo>
                        <a:lnTo>
                          <a:pt x="102" y="513"/>
                        </a:lnTo>
                        <a:lnTo>
                          <a:pt x="100" y="526"/>
                        </a:lnTo>
                        <a:lnTo>
                          <a:pt x="100" y="527"/>
                        </a:lnTo>
                        <a:lnTo>
                          <a:pt x="96" y="530"/>
                        </a:lnTo>
                        <a:lnTo>
                          <a:pt x="102" y="544"/>
                        </a:lnTo>
                        <a:lnTo>
                          <a:pt x="103" y="551"/>
                        </a:lnTo>
                        <a:lnTo>
                          <a:pt x="100" y="557"/>
                        </a:lnTo>
                        <a:lnTo>
                          <a:pt x="112" y="559"/>
                        </a:lnTo>
                        <a:lnTo>
                          <a:pt x="120" y="569"/>
                        </a:lnTo>
                        <a:lnTo>
                          <a:pt x="136" y="576"/>
                        </a:lnTo>
                        <a:lnTo>
                          <a:pt x="145" y="573"/>
                        </a:lnTo>
                        <a:lnTo>
                          <a:pt x="140" y="557"/>
                        </a:lnTo>
                        <a:lnTo>
                          <a:pt x="134" y="560"/>
                        </a:lnTo>
                        <a:lnTo>
                          <a:pt x="134" y="560"/>
                        </a:lnTo>
                        <a:lnTo>
                          <a:pt x="133" y="560"/>
                        </a:lnTo>
                        <a:lnTo>
                          <a:pt x="124" y="550"/>
                        </a:lnTo>
                        <a:lnTo>
                          <a:pt x="123" y="544"/>
                        </a:lnTo>
                        <a:lnTo>
                          <a:pt x="123" y="542"/>
                        </a:lnTo>
                        <a:lnTo>
                          <a:pt x="129" y="533"/>
                        </a:lnTo>
                        <a:lnTo>
                          <a:pt x="129" y="533"/>
                        </a:lnTo>
                        <a:lnTo>
                          <a:pt x="129" y="533"/>
                        </a:lnTo>
                        <a:lnTo>
                          <a:pt x="148" y="544"/>
                        </a:lnTo>
                        <a:lnTo>
                          <a:pt x="148" y="545"/>
                        </a:lnTo>
                        <a:lnTo>
                          <a:pt x="148" y="545"/>
                        </a:lnTo>
                        <a:lnTo>
                          <a:pt x="145" y="547"/>
                        </a:lnTo>
                        <a:lnTo>
                          <a:pt x="145" y="550"/>
                        </a:lnTo>
                        <a:lnTo>
                          <a:pt x="149" y="545"/>
                        </a:lnTo>
                        <a:lnTo>
                          <a:pt x="149" y="545"/>
                        </a:lnTo>
                        <a:lnTo>
                          <a:pt x="149" y="545"/>
                        </a:lnTo>
                        <a:lnTo>
                          <a:pt x="179" y="556"/>
                        </a:lnTo>
                        <a:lnTo>
                          <a:pt x="167" y="530"/>
                        </a:lnTo>
                        <a:lnTo>
                          <a:pt x="166" y="520"/>
                        </a:lnTo>
                        <a:lnTo>
                          <a:pt x="167" y="520"/>
                        </a:lnTo>
                        <a:lnTo>
                          <a:pt x="188" y="505"/>
                        </a:lnTo>
                        <a:lnTo>
                          <a:pt x="198" y="490"/>
                        </a:lnTo>
                        <a:lnTo>
                          <a:pt x="198" y="490"/>
                        </a:lnTo>
                        <a:lnTo>
                          <a:pt x="200" y="490"/>
                        </a:lnTo>
                        <a:lnTo>
                          <a:pt x="216" y="499"/>
                        </a:lnTo>
                        <a:lnTo>
                          <a:pt x="216" y="501"/>
                        </a:lnTo>
                        <a:lnTo>
                          <a:pt x="215" y="505"/>
                        </a:lnTo>
                        <a:lnTo>
                          <a:pt x="217" y="504"/>
                        </a:lnTo>
                        <a:lnTo>
                          <a:pt x="217" y="504"/>
                        </a:lnTo>
                        <a:lnTo>
                          <a:pt x="219" y="504"/>
                        </a:lnTo>
                        <a:lnTo>
                          <a:pt x="222" y="508"/>
                        </a:lnTo>
                        <a:lnTo>
                          <a:pt x="222" y="499"/>
                        </a:lnTo>
                        <a:lnTo>
                          <a:pt x="228" y="477"/>
                        </a:lnTo>
                        <a:lnTo>
                          <a:pt x="217" y="465"/>
                        </a:lnTo>
                        <a:lnTo>
                          <a:pt x="217" y="465"/>
                        </a:lnTo>
                        <a:lnTo>
                          <a:pt x="222" y="450"/>
                        </a:lnTo>
                        <a:lnTo>
                          <a:pt x="222" y="431"/>
                        </a:lnTo>
                        <a:lnTo>
                          <a:pt x="212" y="418"/>
                        </a:lnTo>
                        <a:lnTo>
                          <a:pt x="212" y="418"/>
                        </a:lnTo>
                        <a:lnTo>
                          <a:pt x="212" y="418"/>
                        </a:lnTo>
                        <a:lnTo>
                          <a:pt x="212" y="418"/>
                        </a:lnTo>
                        <a:lnTo>
                          <a:pt x="244" y="424"/>
                        </a:lnTo>
                        <a:lnTo>
                          <a:pt x="253" y="434"/>
                        </a:lnTo>
                        <a:lnTo>
                          <a:pt x="256" y="447"/>
                        </a:lnTo>
                        <a:lnTo>
                          <a:pt x="256" y="447"/>
                        </a:lnTo>
                        <a:lnTo>
                          <a:pt x="256" y="449"/>
                        </a:lnTo>
                        <a:lnTo>
                          <a:pt x="240" y="452"/>
                        </a:lnTo>
                        <a:lnTo>
                          <a:pt x="235" y="461"/>
                        </a:lnTo>
                        <a:lnTo>
                          <a:pt x="247" y="480"/>
                        </a:lnTo>
                        <a:lnTo>
                          <a:pt x="249" y="480"/>
                        </a:lnTo>
                        <a:lnTo>
                          <a:pt x="250" y="480"/>
                        </a:lnTo>
                        <a:lnTo>
                          <a:pt x="253" y="480"/>
                        </a:lnTo>
                        <a:lnTo>
                          <a:pt x="255" y="480"/>
                        </a:lnTo>
                        <a:lnTo>
                          <a:pt x="255" y="480"/>
                        </a:lnTo>
                        <a:lnTo>
                          <a:pt x="256" y="486"/>
                        </a:lnTo>
                        <a:lnTo>
                          <a:pt x="268" y="475"/>
                        </a:lnTo>
                        <a:lnTo>
                          <a:pt x="268" y="470"/>
                        </a:lnTo>
                        <a:lnTo>
                          <a:pt x="272" y="456"/>
                        </a:lnTo>
                        <a:lnTo>
                          <a:pt x="320" y="425"/>
                        </a:lnTo>
                        <a:lnTo>
                          <a:pt x="327" y="424"/>
                        </a:lnTo>
                        <a:lnTo>
                          <a:pt x="327" y="424"/>
                        </a:lnTo>
                        <a:lnTo>
                          <a:pt x="327" y="424"/>
                        </a:lnTo>
                        <a:lnTo>
                          <a:pt x="330" y="428"/>
                        </a:lnTo>
                        <a:lnTo>
                          <a:pt x="333" y="424"/>
                        </a:lnTo>
                        <a:lnTo>
                          <a:pt x="330" y="422"/>
                        </a:lnTo>
                        <a:lnTo>
                          <a:pt x="330" y="421"/>
                        </a:lnTo>
                        <a:lnTo>
                          <a:pt x="330" y="421"/>
                        </a:lnTo>
                        <a:lnTo>
                          <a:pt x="335" y="415"/>
                        </a:lnTo>
                        <a:lnTo>
                          <a:pt x="335" y="415"/>
                        </a:lnTo>
                        <a:lnTo>
                          <a:pt x="336" y="415"/>
                        </a:lnTo>
                        <a:lnTo>
                          <a:pt x="339" y="419"/>
                        </a:lnTo>
                        <a:lnTo>
                          <a:pt x="340" y="419"/>
                        </a:lnTo>
                        <a:lnTo>
                          <a:pt x="340" y="415"/>
                        </a:lnTo>
                        <a:lnTo>
                          <a:pt x="342" y="410"/>
                        </a:lnTo>
                        <a:lnTo>
                          <a:pt x="343" y="410"/>
                        </a:lnTo>
                        <a:lnTo>
                          <a:pt x="358" y="406"/>
                        </a:lnTo>
                        <a:lnTo>
                          <a:pt x="358" y="406"/>
                        </a:lnTo>
                        <a:lnTo>
                          <a:pt x="358" y="407"/>
                        </a:lnTo>
                        <a:lnTo>
                          <a:pt x="358" y="407"/>
                        </a:lnTo>
                        <a:lnTo>
                          <a:pt x="349" y="412"/>
                        </a:lnTo>
                        <a:lnTo>
                          <a:pt x="352" y="413"/>
                        </a:lnTo>
                        <a:lnTo>
                          <a:pt x="354" y="415"/>
                        </a:lnTo>
                        <a:lnTo>
                          <a:pt x="351" y="421"/>
                        </a:lnTo>
                        <a:lnTo>
                          <a:pt x="352" y="430"/>
                        </a:lnTo>
                        <a:lnTo>
                          <a:pt x="360" y="435"/>
                        </a:lnTo>
                        <a:lnTo>
                          <a:pt x="370" y="421"/>
                        </a:lnTo>
                        <a:lnTo>
                          <a:pt x="370" y="421"/>
                        </a:lnTo>
                        <a:lnTo>
                          <a:pt x="375" y="421"/>
                        </a:lnTo>
                        <a:lnTo>
                          <a:pt x="382" y="422"/>
                        </a:lnTo>
                        <a:lnTo>
                          <a:pt x="391" y="422"/>
                        </a:lnTo>
                        <a:lnTo>
                          <a:pt x="394" y="422"/>
                        </a:lnTo>
                        <a:lnTo>
                          <a:pt x="415" y="404"/>
                        </a:lnTo>
                        <a:lnTo>
                          <a:pt x="415" y="404"/>
                        </a:lnTo>
                        <a:lnTo>
                          <a:pt x="415" y="404"/>
                        </a:lnTo>
                        <a:lnTo>
                          <a:pt x="415" y="404"/>
                        </a:lnTo>
                        <a:lnTo>
                          <a:pt x="424" y="416"/>
                        </a:lnTo>
                        <a:lnTo>
                          <a:pt x="424" y="416"/>
                        </a:lnTo>
                        <a:lnTo>
                          <a:pt x="419" y="425"/>
                        </a:lnTo>
                        <a:lnTo>
                          <a:pt x="424" y="430"/>
                        </a:lnTo>
                        <a:lnTo>
                          <a:pt x="428" y="425"/>
                        </a:lnTo>
                        <a:lnTo>
                          <a:pt x="428" y="418"/>
                        </a:lnTo>
                        <a:lnTo>
                          <a:pt x="428" y="416"/>
                        </a:lnTo>
                        <a:lnTo>
                          <a:pt x="440" y="409"/>
                        </a:lnTo>
                        <a:lnTo>
                          <a:pt x="441" y="401"/>
                        </a:lnTo>
                        <a:lnTo>
                          <a:pt x="434" y="384"/>
                        </a:lnTo>
                        <a:lnTo>
                          <a:pt x="434" y="382"/>
                        </a:lnTo>
                        <a:lnTo>
                          <a:pt x="444" y="375"/>
                        </a:lnTo>
                        <a:lnTo>
                          <a:pt x="446" y="375"/>
                        </a:lnTo>
                        <a:lnTo>
                          <a:pt x="446" y="375"/>
                        </a:lnTo>
                        <a:lnTo>
                          <a:pt x="484" y="385"/>
                        </a:lnTo>
                        <a:lnTo>
                          <a:pt x="523" y="412"/>
                        </a:lnTo>
                        <a:lnTo>
                          <a:pt x="538" y="432"/>
                        </a:lnTo>
                        <a:lnTo>
                          <a:pt x="548" y="412"/>
                        </a:lnTo>
                        <a:lnTo>
                          <a:pt x="541" y="406"/>
                        </a:lnTo>
                        <a:lnTo>
                          <a:pt x="535" y="392"/>
                        </a:lnTo>
                        <a:lnTo>
                          <a:pt x="535" y="388"/>
                        </a:lnTo>
                        <a:lnTo>
                          <a:pt x="520" y="384"/>
                        </a:lnTo>
                        <a:lnTo>
                          <a:pt x="518" y="384"/>
                        </a:lnTo>
                        <a:lnTo>
                          <a:pt x="520" y="367"/>
                        </a:lnTo>
                        <a:lnTo>
                          <a:pt x="520" y="367"/>
                        </a:lnTo>
                        <a:lnTo>
                          <a:pt x="524" y="364"/>
                        </a:lnTo>
                        <a:lnTo>
                          <a:pt x="523" y="358"/>
                        </a:lnTo>
                        <a:lnTo>
                          <a:pt x="526" y="342"/>
                        </a:lnTo>
                        <a:lnTo>
                          <a:pt x="515" y="338"/>
                        </a:lnTo>
                        <a:lnTo>
                          <a:pt x="514" y="338"/>
                        </a:lnTo>
                        <a:lnTo>
                          <a:pt x="515" y="338"/>
                        </a:lnTo>
                        <a:lnTo>
                          <a:pt x="520" y="329"/>
                        </a:lnTo>
                        <a:lnTo>
                          <a:pt x="517" y="329"/>
                        </a:lnTo>
                        <a:lnTo>
                          <a:pt x="515" y="329"/>
                        </a:lnTo>
                        <a:lnTo>
                          <a:pt x="515" y="327"/>
                        </a:lnTo>
                        <a:lnTo>
                          <a:pt x="518" y="318"/>
                        </a:lnTo>
                        <a:lnTo>
                          <a:pt x="539" y="296"/>
                        </a:lnTo>
                        <a:lnTo>
                          <a:pt x="545" y="262"/>
                        </a:lnTo>
                        <a:lnTo>
                          <a:pt x="551" y="249"/>
                        </a:lnTo>
                        <a:lnTo>
                          <a:pt x="552" y="247"/>
                        </a:lnTo>
                        <a:lnTo>
                          <a:pt x="552" y="247"/>
                        </a:lnTo>
                        <a:lnTo>
                          <a:pt x="594" y="256"/>
                        </a:lnTo>
                        <a:lnTo>
                          <a:pt x="594" y="258"/>
                        </a:lnTo>
                        <a:lnTo>
                          <a:pt x="595" y="280"/>
                        </a:lnTo>
                        <a:lnTo>
                          <a:pt x="584" y="309"/>
                        </a:lnTo>
                        <a:lnTo>
                          <a:pt x="594" y="321"/>
                        </a:lnTo>
                        <a:lnTo>
                          <a:pt x="597" y="335"/>
                        </a:lnTo>
                        <a:lnTo>
                          <a:pt x="597" y="352"/>
                        </a:lnTo>
                        <a:lnTo>
                          <a:pt x="592" y="358"/>
                        </a:lnTo>
                        <a:lnTo>
                          <a:pt x="595" y="375"/>
                        </a:lnTo>
                        <a:lnTo>
                          <a:pt x="592" y="404"/>
                        </a:lnTo>
                        <a:lnTo>
                          <a:pt x="606" y="421"/>
                        </a:lnTo>
                        <a:lnTo>
                          <a:pt x="606" y="427"/>
                        </a:lnTo>
                        <a:lnTo>
                          <a:pt x="601" y="437"/>
                        </a:lnTo>
                        <a:lnTo>
                          <a:pt x="601" y="452"/>
                        </a:lnTo>
                        <a:lnTo>
                          <a:pt x="600" y="452"/>
                        </a:lnTo>
                        <a:lnTo>
                          <a:pt x="595" y="456"/>
                        </a:lnTo>
                        <a:lnTo>
                          <a:pt x="590" y="471"/>
                        </a:lnTo>
                        <a:lnTo>
                          <a:pt x="588" y="471"/>
                        </a:lnTo>
                        <a:lnTo>
                          <a:pt x="588" y="471"/>
                        </a:lnTo>
                        <a:lnTo>
                          <a:pt x="585" y="471"/>
                        </a:lnTo>
                        <a:lnTo>
                          <a:pt x="584" y="471"/>
                        </a:lnTo>
                        <a:lnTo>
                          <a:pt x="581" y="471"/>
                        </a:lnTo>
                        <a:lnTo>
                          <a:pt x="581" y="471"/>
                        </a:lnTo>
                        <a:lnTo>
                          <a:pt x="587" y="475"/>
                        </a:lnTo>
                        <a:lnTo>
                          <a:pt x="587" y="477"/>
                        </a:lnTo>
                        <a:lnTo>
                          <a:pt x="585" y="477"/>
                        </a:lnTo>
                        <a:lnTo>
                          <a:pt x="567" y="486"/>
                        </a:lnTo>
                        <a:lnTo>
                          <a:pt x="560" y="484"/>
                        </a:lnTo>
                        <a:lnTo>
                          <a:pt x="561" y="484"/>
                        </a:lnTo>
                        <a:lnTo>
                          <a:pt x="563" y="496"/>
                        </a:lnTo>
                        <a:lnTo>
                          <a:pt x="587" y="499"/>
                        </a:lnTo>
                        <a:lnTo>
                          <a:pt x="590" y="499"/>
                        </a:lnTo>
                        <a:lnTo>
                          <a:pt x="590" y="489"/>
                        </a:lnTo>
                        <a:lnTo>
                          <a:pt x="591" y="489"/>
                        </a:lnTo>
                        <a:lnTo>
                          <a:pt x="604" y="480"/>
                        </a:lnTo>
                        <a:lnTo>
                          <a:pt x="610" y="464"/>
                        </a:lnTo>
                        <a:lnTo>
                          <a:pt x="621" y="452"/>
                        </a:lnTo>
                        <a:lnTo>
                          <a:pt x="621" y="441"/>
                        </a:lnTo>
                        <a:lnTo>
                          <a:pt x="615" y="428"/>
                        </a:lnTo>
                        <a:lnTo>
                          <a:pt x="619" y="415"/>
                        </a:lnTo>
                        <a:lnTo>
                          <a:pt x="619" y="415"/>
                        </a:lnTo>
                        <a:lnTo>
                          <a:pt x="646" y="406"/>
                        </a:lnTo>
                        <a:lnTo>
                          <a:pt x="646" y="406"/>
                        </a:lnTo>
                        <a:lnTo>
                          <a:pt x="646" y="406"/>
                        </a:lnTo>
                        <a:lnTo>
                          <a:pt x="646" y="407"/>
                        </a:lnTo>
                        <a:lnTo>
                          <a:pt x="649" y="416"/>
                        </a:lnTo>
                        <a:lnTo>
                          <a:pt x="656" y="424"/>
                        </a:lnTo>
                        <a:lnTo>
                          <a:pt x="656" y="425"/>
                        </a:lnTo>
                        <a:lnTo>
                          <a:pt x="655" y="431"/>
                        </a:lnTo>
                        <a:lnTo>
                          <a:pt x="658" y="434"/>
                        </a:lnTo>
                        <a:lnTo>
                          <a:pt x="658" y="435"/>
                        </a:lnTo>
                        <a:lnTo>
                          <a:pt x="655" y="450"/>
                        </a:lnTo>
                        <a:lnTo>
                          <a:pt x="661" y="456"/>
                        </a:lnTo>
                        <a:lnTo>
                          <a:pt x="673" y="456"/>
                        </a:lnTo>
                        <a:lnTo>
                          <a:pt x="658" y="450"/>
                        </a:lnTo>
                        <a:lnTo>
                          <a:pt x="658" y="449"/>
                        </a:lnTo>
                        <a:lnTo>
                          <a:pt x="658" y="437"/>
                        </a:lnTo>
                        <a:lnTo>
                          <a:pt x="659" y="437"/>
                        </a:lnTo>
                        <a:lnTo>
                          <a:pt x="665" y="431"/>
                        </a:lnTo>
                        <a:lnTo>
                          <a:pt x="659" y="412"/>
                        </a:lnTo>
                        <a:lnTo>
                          <a:pt x="638" y="398"/>
                        </a:lnTo>
                        <a:lnTo>
                          <a:pt x="627" y="404"/>
                        </a:lnTo>
                        <a:lnTo>
                          <a:pt x="627" y="404"/>
                        </a:lnTo>
                        <a:lnTo>
                          <a:pt x="627" y="404"/>
                        </a:lnTo>
                        <a:lnTo>
                          <a:pt x="609" y="400"/>
                        </a:lnTo>
                        <a:lnTo>
                          <a:pt x="609" y="398"/>
                        </a:lnTo>
                        <a:lnTo>
                          <a:pt x="610" y="388"/>
                        </a:lnTo>
                        <a:lnTo>
                          <a:pt x="606" y="375"/>
                        </a:lnTo>
                        <a:lnTo>
                          <a:pt x="615" y="342"/>
                        </a:lnTo>
                        <a:lnTo>
                          <a:pt x="598" y="308"/>
                        </a:lnTo>
                        <a:lnTo>
                          <a:pt x="598" y="308"/>
                        </a:lnTo>
                        <a:lnTo>
                          <a:pt x="603" y="295"/>
                        </a:lnTo>
                        <a:lnTo>
                          <a:pt x="625" y="277"/>
                        </a:lnTo>
                        <a:lnTo>
                          <a:pt x="621" y="253"/>
                        </a:lnTo>
                        <a:lnTo>
                          <a:pt x="622" y="252"/>
                        </a:lnTo>
                        <a:lnTo>
                          <a:pt x="625" y="250"/>
                        </a:lnTo>
                        <a:lnTo>
                          <a:pt x="627" y="250"/>
                        </a:lnTo>
                        <a:lnTo>
                          <a:pt x="627" y="252"/>
                        </a:lnTo>
                        <a:lnTo>
                          <a:pt x="634" y="265"/>
                        </a:lnTo>
                        <a:lnTo>
                          <a:pt x="634" y="266"/>
                        </a:lnTo>
                        <a:lnTo>
                          <a:pt x="633" y="266"/>
                        </a:lnTo>
                        <a:lnTo>
                          <a:pt x="634" y="277"/>
                        </a:lnTo>
                        <a:lnTo>
                          <a:pt x="628" y="289"/>
                        </a:lnTo>
                        <a:lnTo>
                          <a:pt x="633" y="305"/>
                        </a:lnTo>
                        <a:lnTo>
                          <a:pt x="633" y="311"/>
                        </a:lnTo>
                        <a:lnTo>
                          <a:pt x="633" y="312"/>
                        </a:lnTo>
                        <a:lnTo>
                          <a:pt x="630" y="312"/>
                        </a:lnTo>
                        <a:lnTo>
                          <a:pt x="631" y="315"/>
                        </a:lnTo>
                        <a:lnTo>
                          <a:pt x="670" y="330"/>
                        </a:lnTo>
                        <a:lnTo>
                          <a:pt x="664" y="315"/>
                        </a:lnTo>
                        <a:lnTo>
                          <a:pt x="659" y="318"/>
                        </a:lnTo>
                        <a:lnTo>
                          <a:pt x="658" y="320"/>
                        </a:lnTo>
                        <a:lnTo>
                          <a:pt x="658" y="318"/>
                        </a:lnTo>
                        <a:lnTo>
                          <a:pt x="641" y="306"/>
                        </a:lnTo>
                        <a:lnTo>
                          <a:pt x="638" y="293"/>
                        </a:lnTo>
                        <a:lnTo>
                          <a:pt x="638" y="293"/>
                        </a:lnTo>
                        <a:lnTo>
                          <a:pt x="643" y="290"/>
                        </a:lnTo>
                        <a:lnTo>
                          <a:pt x="644" y="290"/>
                        </a:lnTo>
                        <a:lnTo>
                          <a:pt x="644" y="290"/>
                        </a:lnTo>
                        <a:lnTo>
                          <a:pt x="644" y="290"/>
                        </a:lnTo>
                        <a:lnTo>
                          <a:pt x="649" y="301"/>
                        </a:lnTo>
                        <a:lnTo>
                          <a:pt x="655" y="299"/>
                        </a:lnTo>
                        <a:lnTo>
                          <a:pt x="664" y="290"/>
                        </a:lnTo>
                        <a:lnTo>
                          <a:pt x="656" y="287"/>
                        </a:lnTo>
                        <a:lnTo>
                          <a:pt x="656" y="286"/>
                        </a:lnTo>
                        <a:lnTo>
                          <a:pt x="656" y="281"/>
                        </a:lnTo>
                        <a:lnTo>
                          <a:pt x="658" y="281"/>
                        </a:lnTo>
                        <a:lnTo>
                          <a:pt x="681" y="272"/>
                        </a:lnTo>
                        <a:lnTo>
                          <a:pt x="681" y="272"/>
                        </a:lnTo>
                        <a:lnTo>
                          <a:pt x="681" y="272"/>
                        </a:lnTo>
                        <a:lnTo>
                          <a:pt x="702" y="286"/>
                        </a:lnTo>
                        <a:lnTo>
                          <a:pt x="711" y="299"/>
                        </a:lnTo>
                        <a:lnTo>
                          <a:pt x="733" y="302"/>
                        </a:lnTo>
                        <a:lnTo>
                          <a:pt x="735" y="302"/>
                        </a:lnTo>
                        <a:lnTo>
                          <a:pt x="735" y="302"/>
                        </a:lnTo>
                        <a:lnTo>
                          <a:pt x="732" y="315"/>
                        </a:lnTo>
                        <a:lnTo>
                          <a:pt x="721" y="323"/>
                        </a:lnTo>
                        <a:lnTo>
                          <a:pt x="723" y="341"/>
                        </a:lnTo>
                        <a:lnTo>
                          <a:pt x="721" y="358"/>
                        </a:lnTo>
                        <a:lnTo>
                          <a:pt x="732" y="364"/>
                        </a:lnTo>
                        <a:lnTo>
                          <a:pt x="732" y="358"/>
                        </a:lnTo>
                        <a:lnTo>
                          <a:pt x="732" y="357"/>
                        </a:lnTo>
                        <a:lnTo>
                          <a:pt x="738" y="354"/>
                        </a:lnTo>
                        <a:lnTo>
                          <a:pt x="738" y="344"/>
                        </a:lnTo>
                        <a:lnTo>
                          <a:pt x="733" y="320"/>
                        </a:lnTo>
                        <a:lnTo>
                          <a:pt x="738" y="305"/>
                        </a:lnTo>
                        <a:lnTo>
                          <a:pt x="736" y="296"/>
                        </a:lnTo>
                        <a:lnTo>
                          <a:pt x="720" y="287"/>
                        </a:lnTo>
                        <a:lnTo>
                          <a:pt x="720" y="286"/>
                        </a:lnTo>
                        <a:lnTo>
                          <a:pt x="721" y="281"/>
                        </a:lnTo>
                        <a:lnTo>
                          <a:pt x="720" y="280"/>
                        </a:lnTo>
                        <a:lnTo>
                          <a:pt x="704" y="269"/>
                        </a:lnTo>
                        <a:lnTo>
                          <a:pt x="702" y="269"/>
                        </a:lnTo>
                        <a:lnTo>
                          <a:pt x="701" y="258"/>
                        </a:lnTo>
                        <a:lnTo>
                          <a:pt x="704" y="250"/>
                        </a:lnTo>
                        <a:lnTo>
                          <a:pt x="695" y="238"/>
                        </a:lnTo>
                        <a:lnTo>
                          <a:pt x="695" y="237"/>
                        </a:lnTo>
                        <a:lnTo>
                          <a:pt x="698" y="234"/>
                        </a:lnTo>
                        <a:lnTo>
                          <a:pt x="695" y="232"/>
                        </a:lnTo>
                        <a:lnTo>
                          <a:pt x="695" y="231"/>
                        </a:lnTo>
                        <a:lnTo>
                          <a:pt x="695" y="231"/>
                        </a:lnTo>
                        <a:lnTo>
                          <a:pt x="701" y="225"/>
                        </a:lnTo>
                        <a:lnTo>
                          <a:pt x="698" y="220"/>
                        </a:lnTo>
                        <a:lnTo>
                          <a:pt x="698" y="220"/>
                        </a:lnTo>
                        <a:lnTo>
                          <a:pt x="698" y="219"/>
                        </a:lnTo>
                        <a:lnTo>
                          <a:pt x="704" y="218"/>
                        </a:lnTo>
                        <a:lnTo>
                          <a:pt x="776" y="204"/>
                        </a:lnTo>
                        <a:lnTo>
                          <a:pt x="776" y="198"/>
                        </a:lnTo>
                        <a:lnTo>
                          <a:pt x="776" y="197"/>
                        </a:lnTo>
                        <a:lnTo>
                          <a:pt x="779" y="197"/>
                        </a:lnTo>
                        <a:lnTo>
                          <a:pt x="776" y="188"/>
                        </a:lnTo>
                        <a:lnTo>
                          <a:pt x="766" y="182"/>
                        </a:lnTo>
                        <a:lnTo>
                          <a:pt x="766" y="182"/>
                        </a:lnTo>
                        <a:lnTo>
                          <a:pt x="766" y="182"/>
                        </a:lnTo>
                        <a:lnTo>
                          <a:pt x="776" y="173"/>
                        </a:lnTo>
                        <a:lnTo>
                          <a:pt x="764" y="167"/>
                        </a:lnTo>
                        <a:lnTo>
                          <a:pt x="764" y="167"/>
                        </a:lnTo>
                        <a:lnTo>
                          <a:pt x="767" y="158"/>
                        </a:lnTo>
                        <a:lnTo>
                          <a:pt x="767" y="158"/>
                        </a:lnTo>
                        <a:lnTo>
                          <a:pt x="767" y="158"/>
                        </a:lnTo>
                        <a:lnTo>
                          <a:pt x="767" y="158"/>
                        </a:lnTo>
                        <a:lnTo>
                          <a:pt x="778" y="166"/>
                        </a:lnTo>
                        <a:lnTo>
                          <a:pt x="782" y="152"/>
                        </a:lnTo>
                        <a:lnTo>
                          <a:pt x="784" y="152"/>
                        </a:lnTo>
                        <a:lnTo>
                          <a:pt x="790" y="149"/>
                        </a:lnTo>
                        <a:lnTo>
                          <a:pt x="781" y="145"/>
                        </a:lnTo>
                        <a:lnTo>
                          <a:pt x="781" y="145"/>
                        </a:lnTo>
                        <a:lnTo>
                          <a:pt x="781" y="145"/>
                        </a:lnTo>
                        <a:lnTo>
                          <a:pt x="794" y="145"/>
                        </a:lnTo>
                        <a:lnTo>
                          <a:pt x="810" y="126"/>
                        </a:lnTo>
                        <a:lnTo>
                          <a:pt x="864" y="106"/>
                        </a:lnTo>
                        <a:lnTo>
                          <a:pt x="865" y="102"/>
                        </a:lnTo>
                        <a:lnTo>
                          <a:pt x="864" y="102"/>
                        </a:lnTo>
                        <a:lnTo>
                          <a:pt x="862" y="102"/>
                        </a:lnTo>
                        <a:lnTo>
                          <a:pt x="859" y="102"/>
                        </a:lnTo>
                        <a:lnTo>
                          <a:pt x="858" y="102"/>
                        </a:lnTo>
                        <a:lnTo>
                          <a:pt x="858" y="102"/>
                        </a:lnTo>
                        <a:lnTo>
                          <a:pt x="858" y="102"/>
                        </a:lnTo>
                        <a:lnTo>
                          <a:pt x="858" y="96"/>
                        </a:lnTo>
                        <a:lnTo>
                          <a:pt x="858" y="94"/>
                        </a:lnTo>
                        <a:lnTo>
                          <a:pt x="862" y="94"/>
                        </a:lnTo>
                        <a:lnTo>
                          <a:pt x="871" y="93"/>
                        </a:lnTo>
                        <a:lnTo>
                          <a:pt x="883" y="92"/>
                        </a:lnTo>
                        <a:lnTo>
                          <a:pt x="892" y="90"/>
                        </a:lnTo>
                        <a:lnTo>
                          <a:pt x="896" y="90"/>
                        </a:lnTo>
                        <a:lnTo>
                          <a:pt x="896" y="90"/>
                        </a:lnTo>
                        <a:lnTo>
                          <a:pt x="901" y="93"/>
                        </a:lnTo>
                        <a:lnTo>
                          <a:pt x="901" y="93"/>
                        </a:lnTo>
                        <a:lnTo>
                          <a:pt x="896" y="103"/>
                        </a:lnTo>
                        <a:lnTo>
                          <a:pt x="904" y="97"/>
                        </a:lnTo>
                        <a:lnTo>
                          <a:pt x="904" y="97"/>
                        </a:lnTo>
                        <a:lnTo>
                          <a:pt x="904" y="97"/>
                        </a:lnTo>
                        <a:lnTo>
                          <a:pt x="908" y="99"/>
                        </a:lnTo>
                        <a:lnTo>
                          <a:pt x="908" y="100"/>
                        </a:lnTo>
                        <a:lnTo>
                          <a:pt x="907" y="105"/>
                        </a:lnTo>
                        <a:lnTo>
                          <a:pt x="922" y="99"/>
                        </a:lnTo>
                        <a:lnTo>
                          <a:pt x="920" y="94"/>
                        </a:lnTo>
                        <a:lnTo>
                          <a:pt x="920" y="93"/>
                        </a:lnTo>
                        <a:lnTo>
                          <a:pt x="933" y="84"/>
                        </a:lnTo>
                        <a:lnTo>
                          <a:pt x="933" y="83"/>
                        </a:lnTo>
                        <a:lnTo>
                          <a:pt x="935" y="84"/>
                        </a:lnTo>
                        <a:lnTo>
                          <a:pt x="947" y="96"/>
                        </a:lnTo>
                        <a:lnTo>
                          <a:pt x="948" y="86"/>
                        </a:lnTo>
                        <a:lnTo>
                          <a:pt x="936" y="74"/>
                        </a:lnTo>
                        <a:lnTo>
                          <a:pt x="936" y="72"/>
                        </a:lnTo>
                        <a:lnTo>
                          <a:pt x="936" y="72"/>
                        </a:lnTo>
                        <a:lnTo>
                          <a:pt x="966" y="68"/>
                        </a:lnTo>
                        <a:lnTo>
                          <a:pt x="966" y="62"/>
                        </a:lnTo>
                        <a:lnTo>
                          <a:pt x="966" y="60"/>
                        </a:lnTo>
                        <a:lnTo>
                          <a:pt x="966" y="60"/>
                        </a:lnTo>
                        <a:lnTo>
                          <a:pt x="966" y="60"/>
                        </a:lnTo>
                        <a:lnTo>
                          <a:pt x="967" y="62"/>
                        </a:lnTo>
                        <a:lnTo>
                          <a:pt x="962" y="53"/>
                        </a:lnTo>
                        <a:lnTo>
                          <a:pt x="962" y="53"/>
                        </a:lnTo>
                        <a:lnTo>
                          <a:pt x="967" y="37"/>
                        </a:lnTo>
                        <a:lnTo>
                          <a:pt x="990" y="6"/>
                        </a:lnTo>
                        <a:lnTo>
                          <a:pt x="1005" y="0"/>
                        </a:lnTo>
                        <a:lnTo>
                          <a:pt x="1005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15166" tIns="57583" rIns="115166" bIns="57583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1151687"/>
                    <a:endParaRPr lang="en-GB" sz="2267">
                      <a:solidFill>
                        <a:srgbClr val="455560"/>
                      </a:solidFill>
                      <a:latin typeface="Arial"/>
                    </a:endParaRPr>
                  </a:p>
                </p:txBody>
              </p:sp>
            </p:grpSp>
          </p:grpSp>
        </p:grpSp>
      </p:grpSp>
      <p:sp>
        <p:nvSpPr>
          <p:cNvPr id="785" name="CYPRES">
            <a:extLst>
              <a:ext uri="{FF2B5EF4-FFF2-40B4-BE49-F238E27FC236}">
                <a16:creationId xmlns:a16="http://schemas.microsoft.com/office/drawing/2014/main" id="{41FF3492-DD10-A8F1-C7F3-9972B6B879B2}"/>
              </a:ext>
            </a:extLst>
          </p:cNvPr>
          <p:cNvSpPr>
            <a:spLocks/>
          </p:cNvSpPr>
          <p:nvPr/>
        </p:nvSpPr>
        <p:spPr bwMode="auto">
          <a:xfrm>
            <a:off x="6692311" y="3495691"/>
            <a:ext cx="67837" cy="43765"/>
          </a:xfrm>
          <a:custGeom>
            <a:avLst/>
            <a:gdLst>
              <a:gd name="T0" fmla="*/ 31 w 31"/>
              <a:gd name="T1" fmla="*/ 0 h 20"/>
              <a:gd name="T2" fmla="*/ 31 w 31"/>
              <a:gd name="T3" fmla="*/ 2 h 20"/>
              <a:gd name="T4" fmla="*/ 31 w 31"/>
              <a:gd name="T5" fmla="*/ 2 h 20"/>
              <a:gd name="T6" fmla="*/ 25 w 31"/>
              <a:gd name="T7" fmla="*/ 14 h 20"/>
              <a:gd name="T8" fmla="*/ 12 w 31"/>
              <a:gd name="T9" fmla="*/ 20 h 20"/>
              <a:gd name="T10" fmla="*/ 12 w 31"/>
              <a:gd name="T11" fmla="*/ 20 h 20"/>
              <a:gd name="T12" fmla="*/ 10 w 31"/>
              <a:gd name="T13" fmla="*/ 20 h 20"/>
              <a:gd name="T14" fmla="*/ 4 w 31"/>
              <a:gd name="T15" fmla="*/ 18 h 20"/>
              <a:gd name="T16" fmla="*/ 0 w 31"/>
              <a:gd name="T17" fmla="*/ 12 h 20"/>
              <a:gd name="T18" fmla="*/ 0 w 31"/>
              <a:gd name="T19" fmla="*/ 12 h 20"/>
              <a:gd name="T20" fmla="*/ 1 w 31"/>
              <a:gd name="T21" fmla="*/ 12 h 20"/>
              <a:gd name="T22" fmla="*/ 10 w 31"/>
              <a:gd name="T23" fmla="*/ 6 h 20"/>
              <a:gd name="T24" fmla="*/ 23 w 31"/>
              <a:gd name="T25" fmla="*/ 5 h 20"/>
              <a:gd name="T26" fmla="*/ 31 w 31"/>
              <a:gd name="T27" fmla="*/ 0 h 20"/>
              <a:gd name="T28" fmla="*/ 31 w 31"/>
              <a:gd name="T29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" h="20">
                <a:moveTo>
                  <a:pt x="31" y="0"/>
                </a:moveTo>
                <a:lnTo>
                  <a:pt x="31" y="2"/>
                </a:lnTo>
                <a:lnTo>
                  <a:pt x="31" y="2"/>
                </a:lnTo>
                <a:lnTo>
                  <a:pt x="25" y="14"/>
                </a:lnTo>
                <a:lnTo>
                  <a:pt x="12" y="20"/>
                </a:lnTo>
                <a:lnTo>
                  <a:pt x="12" y="20"/>
                </a:lnTo>
                <a:lnTo>
                  <a:pt x="10" y="20"/>
                </a:lnTo>
                <a:lnTo>
                  <a:pt x="4" y="18"/>
                </a:lnTo>
                <a:lnTo>
                  <a:pt x="0" y="12"/>
                </a:lnTo>
                <a:lnTo>
                  <a:pt x="0" y="12"/>
                </a:lnTo>
                <a:lnTo>
                  <a:pt x="1" y="12"/>
                </a:lnTo>
                <a:lnTo>
                  <a:pt x="10" y="6"/>
                </a:lnTo>
                <a:lnTo>
                  <a:pt x="23" y="5"/>
                </a:lnTo>
                <a:lnTo>
                  <a:pt x="31" y="0"/>
                </a:lnTo>
                <a:lnTo>
                  <a:pt x="31" y="0"/>
                </a:lnTo>
                <a:close/>
              </a:path>
            </a:pathLst>
          </a:custGeom>
          <a:solidFill>
            <a:schemeClr val="accent5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grpSp>
        <p:nvGrpSpPr>
          <p:cNvPr id="786" name="IRAQ">
            <a:extLst>
              <a:ext uri="{FF2B5EF4-FFF2-40B4-BE49-F238E27FC236}">
                <a16:creationId xmlns:a16="http://schemas.microsoft.com/office/drawing/2014/main" id="{24E72D61-83A7-619C-A06B-76F3B36F2C5B}"/>
              </a:ext>
            </a:extLst>
          </p:cNvPr>
          <p:cNvGrpSpPr/>
          <p:nvPr userDrawn="1"/>
        </p:nvGrpSpPr>
        <p:grpSpPr>
          <a:xfrm>
            <a:off x="6873938" y="3434421"/>
            <a:ext cx="284478" cy="301985"/>
            <a:chOff x="6827757" y="3594767"/>
            <a:chExt cx="267591" cy="284058"/>
          </a:xfrm>
          <a:solidFill>
            <a:srgbClr val="E45528"/>
          </a:solidFill>
        </p:grpSpPr>
        <p:sp>
          <p:nvSpPr>
            <p:cNvPr id="877" name="IRAQ">
              <a:extLst>
                <a:ext uri="{FF2B5EF4-FFF2-40B4-BE49-F238E27FC236}">
                  <a16:creationId xmlns:a16="http://schemas.microsoft.com/office/drawing/2014/main" id="{583615FD-C42C-9D70-BBAB-9A98447E1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7757" y="3594767"/>
              <a:ext cx="267591" cy="271706"/>
            </a:xfrm>
            <a:custGeom>
              <a:avLst/>
              <a:gdLst>
                <a:gd name="T0" fmla="*/ 58 w 130"/>
                <a:gd name="T1" fmla="*/ 0 h 132"/>
                <a:gd name="T2" fmla="*/ 64 w 130"/>
                <a:gd name="T3" fmla="*/ 2 h 132"/>
                <a:gd name="T4" fmla="*/ 69 w 130"/>
                <a:gd name="T5" fmla="*/ 2 h 132"/>
                <a:gd name="T6" fmla="*/ 72 w 130"/>
                <a:gd name="T7" fmla="*/ 3 h 132"/>
                <a:gd name="T8" fmla="*/ 75 w 130"/>
                <a:gd name="T9" fmla="*/ 5 h 132"/>
                <a:gd name="T10" fmla="*/ 77 w 130"/>
                <a:gd name="T11" fmla="*/ 5 h 132"/>
                <a:gd name="T12" fmla="*/ 80 w 130"/>
                <a:gd name="T13" fmla="*/ 3 h 132"/>
                <a:gd name="T14" fmla="*/ 81 w 130"/>
                <a:gd name="T15" fmla="*/ 5 h 132"/>
                <a:gd name="T16" fmla="*/ 90 w 130"/>
                <a:gd name="T17" fmla="*/ 24 h 132"/>
                <a:gd name="T18" fmla="*/ 101 w 130"/>
                <a:gd name="T19" fmla="*/ 27 h 132"/>
                <a:gd name="T20" fmla="*/ 98 w 130"/>
                <a:gd name="T21" fmla="*/ 33 h 132"/>
                <a:gd name="T22" fmla="*/ 98 w 130"/>
                <a:gd name="T23" fmla="*/ 37 h 132"/>
                <a:gd name="T24" fmla="*/ 89 w 130"/>
                <a:gd name="T25" fmla="*/ 57 h 132"/>
                <a:gd name="T26" fmla="*/ 112 w 130"/>
                <a:gd name="T27" fmla="*/ 80 h 132"/>
                <a:gd name="T28" fmla="*/ 117 w 130"/>
                <a:gd name="T29" fmla="*/ 103 h 132"/>
                <a:gd name="T30" fmla="*/ 121 w 130"/>
                <a:gd name="T31" fmla="*/ 104 h 132"/>
                <a:gd name="T32" fmla="*/ 130 w 130"/>
                <a:gd name="T33" fmla="*/ 117 h 132"/>
                <a:gd name="T34" fmla="*/ 130 w 130"/>
                <a:gd name="T35" fmla="*/ 119 h 132"/>
                <a:gd name="T36" fmla="*/ 127 w 130"/>
                <a:gd name="T37" fmla="*/ 120 h 132"/>
                <a:gd name="T38" fmla="*/ 121 w 130"/>
                <a:gd name="T39" fmla="*/ 119 h 132"/>
                <a:gd name="T40" fmla="*/ 104 w 130"/>
                <a:gd name="T41" fmla="*/ 132 h 132"/>
                <a:gd name="T42" fmla="*/ 104 w 130"/>
                <a:gd name="T43" fmla="*/ 132 h 132"/>
                <a:gd name="T44" fmla="*/ 81 w 130"/>
                <a:gd name="T45" fmla="*/ 131 h 132"/>
                <a:gd name="T46" fmla="*/ 80 w 130"/>
                <a:gd name="T47" fmla="*/ 131 h 132"/>
                <a:gd name="T48" fmla="*/ 65 w 130"/>
                <a:gd name="T49" fmla="*/ 123 h 132"/>
                <a:gd name="T50" fmla="*/ 58 w 130"/>
                <a:gd name="T51" fmla="*/ 113 h 132"/>
                <a:gd name="T52" fmla="*/ 53 w 130"/>
                <a:gd name="T53" fmla="*/ 107 h 132"/>
                <a:gd name="T54" fmla="*/ 25 w 130"/>
                <a:gd name="T55" fmla="*/ 91 h 132"/>
                <a:gd name="T56" fmla="*/ 4 w 130"/>
                <a:gd name="T57" fmla="*/ 85 h 132"/>
                <a:gd name="T58" fmla="*/ 0 w 130"/>
                <a:gd name="T59" fmla="*/ 67 h 132"/>
                <a:gd name="T60" fmla="*/ 32 w 130"/>
                <a:gd name="T61" fmla="*/ 43 h 132"/>
                <a:gd name="T62" fmla="*/ 34 w 130"/>
                <a:gd name="T63" fmla="*/ 17 h 132"/>
                <a:gd name="T64" fmla="*/ 50 w 130"/>
                <a:gd name="T65" fmla="*/ 5 h 132"/>
                <a:gd name="T66" fmla="*/ 56 w 130"/>
                <a:gd name="T6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0" h="132">
                  <a:moveTo>
                    <a:pt x="56" y="0"/>
                  </a:moveTo>
                  <a:lnTo>
                    <a:pt x="58" y="0"/>
                  </a:lnTo>
                  <a:lnTo>
                    <a:pt x="59" y="0"/>
                  </a:lnTo>
                  <a:lnTo>
                    <a:pt x="64" y="2"/>
                  </a:lnTo>
                  <a:lnTo>
                    <a:pt x="66" y="2"/>
                  </a:lnTo>
                  <a:lnTo>
                    <a:pt x="69" y="2"/>
                  </a:lnTo>
                  <a:lnTo>
                    <a:pt x="72" y="2"/>
                  </a:lnTo>
                  <a:lnTo>
                    <a:pt x="72" y="3"/>
                  </a:lnTo>
                  <a:lnTo>
                    <a:pt x="74" y="3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7" y="5"/>
                  </a:lnTo>
                  <a:lnTo>
                    <a:pt x="80" y="3"/>
                  </a:lnTo>
                  <a:lnTo>
                    <a:pt x="80" y="3"/>
                  </a:lnTo>
                  <a:lnTo>
                    <a:pt x="81" y="5"/>
                  </a:lnTo>
                  <a:lnTo>
                    <a:pt x="81" y="5"/>
                  </a:lnTo>
                  <a:lnTo>
                    <a:pt x="81" y="12"/>
                  </a:lnTo>
                  <a:lnTo>
                    <a:pt x="90" y="24"/>
                  </a:lnTo>
                  <a:lnTo>
                    <a:pt x="99" y="27"/>
                  </a:lnTo>
                  <a:lnTo>
                    <a:pt x="101" y="27"/>
                  </a:lnTo>
                  <a:lnTo>
                    <a:pt x="101" y="28"/>
                  </a:lnTo>
                  <a:lnTo>
                    <a:pt x="98" y="33"/>
                  </a:lnTo>
                  <a:lnTo>
                    <a:pt x="98" y="37"/>
                  </a:lnTo>
                  <a:lnTo>
                    <a:pt x="98" y="37"/>
                  </a:lnTo>
                  <a:lnTo>
                    <a:pt x="90" y="49"/>
                  </a:lnTo>
                  <a:lnTo>
                    <a:pt x="89" y="57"/>
                  </a:lnTo>
                  <a:lnTo>
                    <a:pt x="96" y="70"/>
                  </a:lnTo>
                  <a:lnTo>
                    <a:pt x="112" y="80"/>
                  </a:lnTo>
                  <a:lnTo>
                    <a:pt x="118" y="91"/>
                  </a:lnTo>
                  <a:lnTo>
                    <a:pt x="117" y="103"/>
                  </a:lnTo>
                  <a:lnTo>
                    <a:pt x="120" y="104"/>
                  </a:lnTo>
                  <a:lnTo>
                    <a:pt x="121" y="104"/>
                  </a:lnTo>
                  <a:lnTo>
                    <a:pt x="123" y="111"/>
                  </a:lnTo>
                  <a:lnTo>
                    <a:pt x="130" y="117"/>
                  </a:lnTo>
                  <a:lnTo>
                    <a:pt x="130" y="117"/>
                  </a:lnTo>
                  <a:lnTo>
                    <a:pt x="130" y="119"/>
                  </a:lnTo>
                  <a:lnTo>
                    <a:pt x="127" y="120"/>
                  </a:lnTo>
                  <a:lnTo>
                    <a:pt x="127" y="120"/>
                  </a:lnTo>
                  <a:lnTo>
                    <a:pt x="127" y="120"/>
                  </a:lnTo>
                  <a:lnTo>
                    <a:pt x="121" y="119"/>
                  </a:lnTo>
                  <a:lnTo>
                    <a:pt x="112" y="119"/>
                  </a:lnTo>
                  <a:lnTo>
                    <a:pt x="104" y="132"/>
                  </a:lnTo>
                  <a:lnTo>
                    <a:pt x="104" y="132"/>
                  </a:lnTo>
                  <a:lnTo>
                    <a:pt x="104" y="132"/>
                  </a:lnTo>
                  <a:lnTo>
                    <a:pt x="90" y="128"/>
                  </a:lnTo>
                  <a:lnTo>
                    <a:pt x="81" y="131"/>
                  </a:lnTo>
                  <a:lnTo>
                    <a:pt x="80" y="131"/>
                  </a:lnTo>
                  <a:lnTo>
                    <a:pt x="80" y="131"/>
                  </a:lnTo>
                  <a:lnTo>
                    <a:pt x="65" y="125"/>
                  </a:lnTo>
                  <a:lnTo>
                    <a:pt x="65" y="123"/>
                  </a:lnTo>
                  <a:lnTo>
                    <a:pt x="64" y="114"/>
                  </a:lnTo>
                  <a:lnTo>
                    <a:pt x="58" y="113"/>
                  </a:lnTo>
                  <a:lnTo>
                    <a:pt x="56" y="113"/>
                  </a:lnTo>
                  <a:lnTo>
                    <a:pt x="53" y="107"/>
                  </a:lnTo>
                  <a:lnTo>
                    <a:pt x="40" y="103"/>
                  </a:lnTo>
                  <a:lnTo>
                    <a:pt x="25" y="91"/>
                  </a:lnTo>
                  <a:lnTo>
                    <a:pt x="6" y="85"/>
                  </a:lnTo>
                  <a:lnTo>
                    <a:pt x="4" y="85"/>
                  </a:lnTo>
                  <a:lnTo>
                    <a:pt x="0" y="68"/>
                  </a:lnTo>
                  <a:lnTo>
                    <a:pt x="0" y="67"/>
                  </a:lnTo>
                  <a:lnTo>
                    <a:pt x="31" y="49"/>
                  </a:lnTo>
                  <a:lnTo>
                    <a:pt x="32" y="43"/>
                  </a:lnTo>
                  <a:lnTo>
                    <a:pt x="34" y="18"/>
                  </a:lnTo>
                  <a:lnTo>
                    <a:pt x="34" y="17"/>
                  </a:lnTo>
                  <a:lnTo>
                    <a:pt x="43" y="15"/>
                  </a:lnTo>
                  <a:lnTo>
                    <a:pt x="50" y="5"/>
                  </a:lnTo>
                  <a:lnTo>
                    <a:pt x="56" y="0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78" name="Freeform 1097">
              <a:extLst>
                <a:ext uri="{FF2B5EF4-FFF2-40B4-BE49-F238E27FC236}">
                  <a16:creationId xmlns:a16="http://schemas.microsoft.com/office/drawing/2014/main" id="{D0B53478-6AB6-436F-8BBB-8E3716C8A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2428" y="3854123"/>
              <a:ext cx="49401" cy="24702"/>
            </a:xfrm>
            <a:custGeom>
              <a:avLst/>
              <a:gdLst>
                <a:gd name="T0" fmla="*/ 10 w 24"/>
                <a:gd name="T1" fmla="*/ 0 h 12"/>
                <a:gd name="T2" fmla="*/ 10 w 24"/>
                <a:gd name="T3" fmla="*/ 0 h 12"/>
                <a:gd name="T4" fmla="*/ 24 w 24"/>
                <a:gd name="T5" fmla="*/ 5 h 12"/>
                <a:gd name="T6" fmla="*/ 24 w 24"/>
                <a:gd name="T7" fmla="*/ 5 h 12"/>
                <a:gd name="T8" fmla="*/ 24 w 24"/>
                <a:gd name="T9" fmla="*/ 6 h 12"/>
                <a:gd name="T10" fmla="*/ 10 w 24"/>
                <a:gd name="T11" fmla="*/ 12 h 12"/>
                <a:gd name="T12" fmla="*/ 10 w 24"/>
                <a:gd name="T13" fmla="*/ 12 h 12"/>
                <a:gd name="T14" fmla="*/ 10 w 24"/>
                <a:gd name="T15" fmla="*/ 12 h 12"/>
                <a:gd name="T16" fmla="*/ 0 w 24"/>
                <a:gd name="T17" fmla="*/ 5 h 12"/>
                <a:gd name="T18" fmla="*/ 0 w 24"/>
                <a:gd name="T19" fmla="*/ 5 h 12"/>
                <a:gd name="T20" fmla="*/ 0 w 24"/>
                <a:gd name="T21" fmla="*/ 3 h 12"/>
                <a:gd name="T22" fmla="*/ 10 w 24"/>
                <a:gd name="T23" fmla="*/ 0 h 12"/>
                <a:gd name="T24" fmla="*/ 10 w 24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12">
                  <a:moveTo>
                    <a:pt x="10" y="0"/>
                  </a:moveTo>
                  <a:lnTo>
                    <a:pt x="10" y="0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6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3175">
              <a:noFill/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</p:grpSp>
      <p:sp>
        <p:nvSpPr>
          <p:cNvPr id="787" name="ISRAEL">
            <a:extLst>
              <a:ext uri="{FF2B5EF4-FFF2-40B4-BE49-F238E27FC236}">
                <a16:creationId xmlns:a16="http://schemas.microsoft.com/office/drawing/2014/main" id="{5FEC5BB8-4F26-C00A-2D2A-D5C6431470EE}"/>
              </a:ext>
            </a:extLst>
          </p:cNvPr>
          <p:cNvSpPr>
            <a:spLocks/>
          </p:cNvSpPr>
          <p:nvPr/>
        </p:nvSpPr>
        <p:spPr bwMode="auto">
          <a:xfrm>
            <a:off x="6742641" y="3583223"/>
            <a:ext cx="43765" cy="133486"/>
          </a:xfrm>
          <a:custGeom>
            <a:avLst/>
            <a:gdLst>
              <a:gd name="T0" fmla="*/ 20 w 20"/>
              <a:gd name="T1" fmla="*/ 0 h 61"/>
              <a:gd name="T2" fmla="*/ 20 w 20"/>
              <a:gd name="T3" fmla="*/ 0 h 61"/>
              <a:gd name="T4" fmla="*/ 20 w 20"/>
              <a:gd name="T5" fmla="*/ 2 h 61"/>
              <a:gd name="T6" fmla="*/ 20 w 20"/>
              <a:gd name="T7" fmla="*/ 9 h 61"/>
              <a:gd name="T8" fmla="*/ 20 w 20"/>
              <a:gd name="T9" fmla="*/ 15 h 61"/>
              <a:gd name="T10" fmla="*/ 18 w 20"/>
              <a:gd name="T11" fmla="*/ 15 h 61"/>
              <a:gd name="T12" fmla="*/ 18 w 20"/>
              <a:gd name="T13" fmla="*/ 15 h 61"/>
              <a:gd name="T14" fmla="*/ 18 w 20"/>
              <a:gd name="T15" fmla="*/ 15 h 61"/>
              <a:gd name="T16" fmla="*/ 14 w 20"/>
              <a:gd name="T17" fmla="*/ 12 h 61"/>
              <a:gd name="T18" fmla="*/ 11 w 20"/>
              <a:gd name="T19" fmla="*/ 17 h 61"/>
              <a:gd name="T20" fmla="*/ 11 w 20"/>
              <a:gd name="T21" fmla="*/ 23 h 61"/>
              <a:gd name="T22" fmla="*/ 14 w 20"/>
              <a:gd name="T23" fmla="*/ 23 h 61"/>
              <a:gd name="T24" fmla="*/ 14 w 20"/>
              <a:gd name="T25" fmla="*/ 23 h 61"/>
              <a:gd name="T26" fmla="*/ 14 w 20"/>
              <a:gd name="T27" fmla="*/ 24 h 61"/>
              <a:gd name="T28" fmla="*/ 11 w 20"/>
              <a:gd name="T29" fmla="*/ 29 h 61"/>
              <a:gd name="T30" fmla="*/ 12 w 20"/>
              <a:gd name="T31" fmla="*/ 29 h 61"/>
              <a:gd name="T32" fmla="*/ 14 w 20"/>
              <a:gd name="T33" fmla="*/ 29 h 61"/>
              <a:gd name="T34" fmla="*/ 17 w 20"/>
              <a:gd name="T35" fmla="*/ 29 h 61"/>
              <a:gd name="T36" fmla="*/ 17 w 20"/>
              <a:gd name="T37" fmla="*/ 29 h 61"/>
              <a:gd name="T38" fmla="*/ 18 w 20"/>
              <a:gd name="T39" fmla="*/ 29 h 61"/>
              <a:gd name="T40" fmla="*/ 18 w 20"/>
              <a:gd name="T41" fmla="*/ 29 h 61"/>
              <a:gd name="T42" fmla="*/ 12 w 20"/>
              <a:gd name="T43" fmla="*/ 60 h 61"/>
              <a:gd name="T44" fmla="*/ 11 w 20"/>
              <a:gd name="T45" fmla="*/ 61 h 61"/>
              <a:gd name="T46" fmla="*/ 11 w 20"/>
              <a:gd name="T47" fmla="*/ 61 h 61"/>
              <a:gd name="T48" fmla="*/ 9 w 20"/>
              <a:gd name="T49" fmla="*/ 61 h 61"/>
              <a:gd name="T50" fmla="*/ 0 w 20"/>
              <a:gd name="T51" fmla="*/ 32 h 61"/>
              <a:gd name="T52" fmla="*/ 0 w 20"/>
              <a:gd name="T53" fmla="*/ 32 h 61"/>
              <a:gd name="T54" fmla="*/ 5 w 20"/>
              <a:gd name="T55" fmla="*/ 24 h 61"/>
              <a:gd name="T56" fmla="*/ 11 w 20"/>
              <a:gd name="T57" fmla="*/ 2 h 61"/>
              <a:gd name="T58" fmla="*/ 12 w 20"/>
              <a:gd name="T59" fmla="*/ 2 h 61"/>
              <a:gd name="T60" fmla="*/ 12 w 20"/>
              <a:gd name="T61" fmla="*/ 2 h 61"/>
              <a:gd name="T62" fmla="*/ 15 w 20"/>
              <a:gd name="T63" fmla="*/ 2 h 61"/>
              <a:gd name="T64" fmla="*/ 17 w 20"/>
              <a:gd name="T65" fmla="*/ 2 h 61"/>
              <a:gd name="T66" fmla="*/ 17 w 20"/>
              <a:gd name="T67" fmla="*/ 3 h 61"/>
              <a:gd name="T68" fmla="*/ 18 w 20"/>
              <a:gd name="T69" fmla="*/ 0 h 61"/>
              <a:gd name="T70" fmla="*/ 20 w 20"/>
              <a:gd name="T71" fmla="*/ 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0" h="61">
                <a:moveTo>
                  <a:pt x="20" y="0"/>
                </a:moveTo>
                <a:lnTo>
                  <a:pt x="20" y="0"/>
                </a:lnTo>
                <a:lnTo>
                  <a:pt x="20" y="2"/>
                </a:lnTo>
                <a:lnTo>
                  <a:pt x="20" y="9"/>
                </a:lnTo>
                <a:lnTo>
                  <a:pt x="20" y="15"/>
                </a:lnTo>
                <a:lnTo>
                  <a:pt x="18" y="15"/>
                </a:lnTo>
                <a:lnTo>
                  <a:pt x="18" y="15"/>
                </a:lnTo>
                <a:lnTo>
                  <a:pt x="18" y="15"/>
                </a:lnTo>
                <a:lnTo>
                  <a:pt x="14" y="12"/>
                </a:lnTo>
                <a:lnTo>
                  <a:pt x="11" y="17"/>
                </a:lnTo>
                <a:lnTo>
                  <a:pt x="11" y="23"/>
                </a:lnTo>
                <a:lnTo>
                  <a:pt x="14" y="23"/>
                </a:lnTo>
                <a:lnTo>
                  <a:pt x="14" y="23"/>
                </a:lnTo>
                <a:lnTo>
                  <a:pt x="14" y="24"/>
                </a:lnTo>
                <a:lnTo>
                  <a:pt x="11" y="29"/>
                </a:lnTo>
                <a:lnTo>
                  <a:pt x="12" y="29"/>
                </a:lnTo>
                <a:lnTo>
                  <a:pt x="14" y="29"/>
                </a:lnTo>
                <a:lnTo>
                  <a:pt x="17" y="29"/>
                </a:lnTo>
                <a:lnTo>
                  <a:pt x="17" y="29"/>
                </a:lnTo>
                <a:lnTo>
                  <a:pt x="18" y="29"/>
                </a:lnTo>
                <a:lnTo>
                  <a:pt x="18" y="29"/>
                </a:lnTo>
                <a:lnTo>
                  <a:pt x="12" y="60"/>
                </a:lnTo>
                <a:lnTo>
                  <a:pt x="11" y="61"/>
                </a:lnTo>
                <a:lnTo>
                  <a:pt x="11" y="61"/>
                </a:lnTo>
                <a:lnTo>
                  <a:pt x="9" y="61"/>
                </a:lnTo>
                <a:lnTo>
                  <a:pt x="0" y="32"/>
                </a:lnTo>
                <a:lnTo>
                  <a:pt x="0" y="32"/>
                </a:lnTo>
                <a:lnTo>
                  <a:pt x="5" y="24"/>
                </a:lnTo>
                <a:lnTo>
                  <a:pt x="11" y="2"/>
                </a:lnTo>
                <a:lnTo>
                  <a:pt x="12" y="2"/>
                </a:lnTo>
                <a:lnTo>
                  <a:pt x="12" y="2"/>
                </a:lnTo>
                <a:lnTo>
                  <a:pt x="15" y="2"/>
                </a:lnTo>
                <a:lnTo>
                  <a:pt x="17" y="2"/>
                </a:lnTo>
                <a:lnTo>
                  <a:pt x="17" y="3"/>
                </a:lnTo>
                <a:lnTo>
                  <a:pt x="18" y="0"/>
                </a:lnTo>
                <a:lnTo>
                  <a:pt x="20" y="0"/>
                </a:lnTo>
                <a:close/>
              </a:path>
            </a:pathLst>
          </a:custGeom>
          <a:solidFill>
            <a:srgbClr val="A63685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88" name="JORDAN">
            <a:extLst>
              <a:ext uri="{FF2B5EF4-FFF2-40B4-BE49-F238E27FC236}">
                <a16:creationId xmlns:a16="http://schemas.microsoft.com/office/drawing/2014/main" id="{B05A37F6-C07C-EAAA-3F93-21999DEA0349}"/>
              </a:ext>
            </a:extLst>
          </p:cNvPr>
          <p:cNvSpPr>
            <a:spLocks/>
          </p:cNvSpPr>
          <p:nvPr/>
        </p:nvSpPr>
        <p:spPr bwMode="auto">
          <a:xfrm>
            <a:off x="6762336" y="3581035"/>
            <a:ext cx="124732" cy="142240"/>
          </a:xfrm>
          <a:custGeom>
            <a:avLst/>
            <a:gdLst>
              <a:gd name="T0" fmla="*/ 51 w 57"/>
              <a:gd name="T1" fmla="*/ 0 h 65"/>
              <a:gd name="T2" fmla="*/ 51 w 57"/>
              <a:gd name="T3" fmla="*/ 0 h 65"/>
              <a:gd name="T4" fmla="*/ 52 w 57"/>
              <a:gd name="T5" fmla="*/ 1 h 65"/>
              <a:gd name="T6" fmla="*/ 57 w 57"/>
              <a:gd name="T7" fmla="*/ 18 h 65"/>
              <a:gd name="T8" fmla="*/ 57 w 57"/>
              <a:gd name="T9" fmla="*/ 18 h 65"/>
              <a:gd name="T10" fmla="*/ 54 w 57"/>
              <a:gd name="T11" fmla="*/ 24 h 65"/>
              <a:gd name="T12" fmla="*/ 52 w 57"/>
              <a:gd name="T13" fmla="*/ 24 h 65"/>
              <a:gd name="T14" fmla="*/ 30 w 57"/>
              <a:gd name="T15" fmla="*/ 28 h 65"/>
              <a:gd name="T16" fmla="*/ 42 w 57"/>
              <a:gd name="T17" fmla="*/ 43 h 65"/>
              <a:gd name="T18" fmla="*/ 43 w 57"/>
              <a:gd name="T19" fmla="*/ 43 h 65"/>
              <a:gd name="T20" fmla="*/ 42 w 57"/>
              <a:gd name="T21" fmla="*/ 43 h 65"/>
              <a:gd name="T22" fmla="*/ 37 w 57"/>
              <a:gd name="T23" fmla="*/ 47 h 65"/>
              <a:gd name="T24" fmla="*/ 36 w 57"/>
              <a:gd name="T25" fmla="*/ 52 h 65"/>
              <a:gd name="T26" fmla="*/ 34 w 57"/>
              <a:gd name="T27" fmla="*/ 52 h 65"/>
              <a:gd name="T28" fmla="*/ 26 w 57"/>
              <a:gd name="T29" fmla="*/ 55 h 65"/>
              <a:gd name="T30" fmla="*/ 17 w 57"/>
              <a:gd name="T31" fmla="*/ 65 h 65"/>
              <a:gd name="T32" fmla="*/ 17 w 57"/>
              <a:gd name="T33" fmla="*/ 65 h 65"/>
              <a:gd name="T34" fmla="*/ 2 w 57"/>
              <a:gd name="T35" fmla="*/ 64 h 65"/>
              <a:gd name="T36" fmla="*/ 2 w 57"/>
              <a:gd name="T37" fmla="*/ 62 h 65"/>
              <a:gd name="T38" fmla="*/ 2 w 57"/>
              <a:gd name="T39" fmla="*/ 61 h 65"/>
              <a:gd name="T40" fmla="*/ 8 w 57"/>
              <a:gd name="T41" fmla="*/ 31 h 65"/>
              <a:gd name="T42" fmla="*/ 6 w 57"/>
              <a:gd name="T43" fmla="*/ 31 h 65"/>
              <a:gd name="T44" fmla="*/ 3 w 57"/>
              <a:gd name="T45" fmla="*/ 31 h 65"/>
              <a:gd name="T46" fmla="*/ 2 w 57"/>
              <a:gd name="T47" fmla="*/ 31 h 65"/>
              <a:gd name="T48" fmla="*/ 0 w 57"/>
              <a:gd name="T49" fmla="*/ 31 h 65"/>
              <a:gd name="T50" fmla="*/ 0 w 57"/>
              <a:gd name="T51" fmla="*/ 31 h 65"/>
              <a:gd name="T52" fmla="*/ 0 w 57"/>
              <a:gd name="T53" fmla="*/ 31 h 65"/>
              <a:gd name="T54" fmla="*/ 3 w 57"/>
              <a:gd name="T55" fmla="*/ 25 h 65"/>
              <a:gd name="T56" fmla="*/ 2 w 57"/>
              <a:gd name="T57" fmla="*/ 24 h 65"/>
              <a:gd name="T58" fmla="*/ 0 w 57"/>
              <a:gd name="T59" fmla="*/ 24 h 65"/>
              <a:gd name="T60" fmla="*/ 0 w 57"/>
              <a:gd name="T61" fmla="*/ 18 h 65"/>
              <a:gd name="T62" fmla="*/ 5 w 57"/>
              <a:gd name="T63" fmla="*/ 13 h 65"/>
              <a:gd name="T64" fmla="*/ 5 w 57"/>
              <a:gd name="T65" fmla="*/ 12 h 65"/>
              <a:gd name="T66" fmla="*/ 5 w 57"/>
              <a:gd name="T67" fmla="*/ 12 h 65"/>
              <a:gd name="T68" fmla="*/ 9 w 57"/>
              <a:gd name="T69" fmla="*/ 15 h 65"/>
              <a:gd name="T70" fmla="*/ 9 w 57"/>
              <a:gd name="T71" fmla="*/ 10 h 65"/>
              <a:gd name="T72" fmla="*/ 9 w 57"/>
              <a:gd name="T73" fmla="*/ 10 h 65"/>
              <a:gd name="T74" fmla="*/ 12 w 57"/>
              <a:gd name="T75" fmla="*/ 10 h 65"/>
              <a:gd name="T76" fmla="*/ 23 w 57"/>
              <a:gd name="T77" fmla="*/ 16 h 65"/>
              <a:gd name="T78" fmla="*/ 51 w 57"/>
              <a:gd name="T79" fmla="*/ 0 h 65"/>
              <a:gd name="T80" fmla="*/ 51 w 57"/>
              <a:gd name="T81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57" h="65">
                <a:moveTo>
                  <a:pt x="51" y="0"/>
                </a:moveTo>
                <a:lnTo>
                  <a:pt x="51" y="0"/>
                </a:lnTo>
                <a:lnTo>
                  <a:pt x="52" y="1"/>
                </a:lnTo>
                <a:lnTo>
                  <a:pt x="57" y="18"/>
                </a:lnTo>
                <a:lnTo>
                  <a:pt x="57" y="18"/>
                </a:lnTo>
                <a:lnTo>
                  <a:pt x="54" y="24"/>
                </a:lnTo>
                <a:lnTo>
                  <a:pt x="52" y="24"/>
                </a:lnTo>
                <a:lnTo>
                  <a:pt x="30" y="28"/>
                </a:lnTo>
                <a:lnTo>
                  <a:pt x="42" y="43"/>
                </a:lnTo>
                <a:lnTo>
                  <a:pt x="43" y="43"/>
                </a:lnTo>
                <a:lnTo>
                  <a:pt x="42" y="43"/>
                </a:lnTo>
                <a:lnTo>
                  <a:pt x="37" y="47"/>
                </a:lnTo>
                <a:lnTo>
                  <a:pt x="36" y="52"/>
                </a:lnTo>
                <a:lnTo>
                  <a:pt x="34" y="52"/>
                </a:lnTo>
                <a:lnTo>
                  <a:pt x="26" y="55"/>
                </a:lnTo>
                <a:lnTo>
                  <a:pt x="17" y="65"/>
                </a:lnTo>
                <a:lnTo>
                  <a:pt x="17" y="65"/>
                </a:lnTo>
                <a:lnTo>
                  <a:pt x="2" y="64"/>
                </a:lnTo>
                <a:lnTo>
                  <a:pt x="2" y="62"/>
                </a:lnTo>
                <a:lnTo>
                  <a:pt x="2" y="61"/>
                </a:lnTo>
                <a:lnTo>
                  <a:pt x="8" y="31"/>
                </a:lnTo>
                <a:lnTo>
                  <a:pt x="6" y="31"/>
                </a:lnTo>
                <a:lnTo>
                  <a:pt x="3" y="31"/>
                </a:lnTo>
                <a:lnTo>
                  <a:pt x="2" y="31"/>
                </a:lnTo>
                <a:lnTo>
                  <a:pt x="0" y="31"/>
                </a:lnTo>
                <a:lnTo>
                  <a:pt x="0" y="31"/>
                </a:lnTo>
                <a:lnTo>
                  <a:pt x="0" y="31"/>
                </a:lnTo>
                <a:lnTo>
                  <a:pt x="3" y="25"/>
                </a:lnTo>
                <a:lnTo>
                  <a:pt x="2" y="24"/>
                </a:lnTo>
                <a:lnTo>
                  <a:pt x="0" y="24"/>
                </a:lnTo>
                <a:lnTo>
                  <a:pt x="0" y="18"/>
                </a:lnTo>
                <a:lnTo>
                  <a:pt x="5" y="13"/>
                </a:lnTo>
                <a:lnTo>
                  <a:pt x="5" y="12"/>
                </a:lnTo>
                <a:lnTo>
                  <a:pt x="5" y="12"/>
                </a:lnTo>
                <a:lnTo>
                  <a:pt x="9" y="15"/>
                </a:lnTo>
                <a:lnTo>
                  <a:pt x="9" y="10"/>
                </a:lnTo>
                <a:lnTo>
                  <a:pt x="9" y="10"/>
                </a:lnTo>
                <a:lnTo>
                  <a:pt x="12" y="10"/>
                </a:lnTo>
                <a:lnTo>
                  <a:pt x="23" y="16"/>
                </a:lnTo>
                <a:lnTo>
                  <a:pt x="51" y="0"/>
                </a:lnTo>
                <a:lnTo>
                  <a:pt x="51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89" name="KUWAIT">
            <a:extLst>
              <a:ext uri="{FF2B5EF4-FFF2-40B4-BE49-F238E27FC236}">
                <a16:creationId xmlns:a16="http://schemas.microsoft.com/office/drawing/2014/main" id="{5DAEC0B2-B277-7029-AF61-EC9F47782D4C}"/>
              </a:ext>
            </a:extLst>
          </p:cNvPr>
          <p:cNvSpPr>
            <a:spLocks/>
          </p:cNvSpPr>
          <p:nvPr/>
        </p:nvSpPr>
        <p:spPr bwMode="auto">
          <a:xfrm>
            <a:off x="7097144" y="3690451"/>
            <a:ext cx="54708" cy="52519"/>
          </a:xfrm>
          <a:custGeom>
            <a:avLst/>
            <a:gdLst>
              <a:gd name="T0" fmla="*/ 10 w 25"/>
              <a:gd name="T1" fmla="*/ 0 h 24"/>
              <a:gd name="T2" fmla="*/ 19 w 25"/>
              <a:gd name="T3" fmla="*/ 0 h 24"/>
              <a:gd name="T4" fmla="*/ 21 w 25"/>
              <a:gd name="T5" fmla="*/ 2 h 24"/>
              <a:gd name="T6" fmla="*/ 24 w 25"/>
              <a:gd name="T7" fmla="*/ 6 h 24"/>
              <a:gd name="T8" fmla="*/ 24 w 25"/>
              <a:gd name="T9" fmla="*/ 8 h 24"/>
              <a:gd name="T10" fmla="*/ 18 w 25"/>
              <a:gd name="T11" fmla="*/ 12 h 24"/>
              <a:gd name="T12" fmla="*/ 21 w 25"/>
              <a:gd name="T13" fmla="*/ 12 h 24"/>
              <a:gd name="T14" fmla="*/ 21 w 25"/>
              <a:gd name="T15" fmla="*/ 12 h 24"/>
              <a:gd name="T16" fmla="*/ 25 w 25"/>
              <a:gd name="T17" fmla="*/ 23 h 24"/>
              <a:gd name="T18" fmla="*/ 25 w 25"/>
              <a:gd name="T19" fmla="*/ 24 h 24"/>
              <a:gd name="T20" fmla="*/ 24 w 25"/>
              <a:gd name="T21" fmla="*/ 24 h 24"/>
              <a:gd name="T22" fmla="*/ 16 w 25"/>
              <a:gd name="T23" fmla="*/ 24 h 24"/>
              <a:gd name="T24" fmla="*/ 15 w 25"/>
              <a:gd name="T25" fmla="*/ 24 h 24"/>
              <a:gd name="T26" fmla="*/ 12 w 25"/>
              <a:gd name="T27" fmla="*/ 18 h 24"/>
              <a:gd name="T28" fmla="*/ 2 w 25"/>
              <a:gd name="T29" fmla="*/ 15 h 24"/>
              <a:gd name="T30" fmla="*/ 0 w 25"/>
              <a:gd name="T31" fmla="*/ 14 h 24"/>
              <a:gd name="T32" fmla="*/ 2 w 25"/>
              <a:gd name="T33" fmla="*/ 14 h 24"/>
              <a:gd name="T34" fmla="*/ 10 w 25"/>
              <a:gd name="T35" fmla="*/ 0 h 24"/>
              <a:gd name="T36" fmla="*/ 10 w 25"/>
              <a:gd name="T37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5" h="24">
                <a:moveTo>
                  <a:pt x="10" y="0"/>
                </a:moveTo>
                <a:lnTo>
                  <a:pt x="19" y="0"/>
                </a:lnTo>
                <a:lnTo>
                  <a:pt x="21" y="2"/>
                </a:lnTo>
                <a:lnTo>
                  <a:pt x="24" y="6"/>
                </a:lnTo>
                <a:lnTo>
                  <a:pt x="24" y="8"/>
                </a:lnTo>
                <a:lnTo>
                  <a:pt x="18" y="12"/>
                </a:lnTo>
                <a:lnTo>
                  <a:pt x="21" y="12"/>
                </a:lnTo>
                <a:lnTo>
                  <a:pt x="21" y="12"/>
                </a:lnTo>
                <a:lnTo>
                  <a:pt x="25" y="23"/>
                </a:lnTo>
                <a:lnTo>
                  <a:pt x="25" y="24"/>
                </a:lnTo>
                <a:lnTo>
                  <a:pt x="24" y="24"/>
                </a:lnTo>
                <a:lnTo>
                  <a:pt x="16" y="24"/>
                </a:lnTo>
                <a:lnTo>
                  <a:pt x="15" y="24"/>
                </a:lnTo>
                <a:lnTo>
                  <a:pt x="12" y="18"/>
                </a:lnTo>
                <a:lnTo>
                  <a:pt x="2" y="15"/>
                </a:lnTo>
                <a:lnTo>
                  <a:pt x="0" y="14"/>
                </a:lnTo>
                <a:lnTo>
                  <a:pt x="2" y="14"/>
                </a:lnTo>
                <a:lnTo>
                  <a:pt x="10" y="0"/>
                </a:lnTo>
                <a:lnTo>
                  <a:pt x="10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90" name="LEBANON">
            <a:extLst>
              <a:ext uri="{FF2B5EF4-FFF2-40B4-BE49-F238E27FC236}">
                <a16:creationId xmlns:a16="http://schemas.microsoft.com/office/drawing/2014/main" id="{55B144EE-AE3A-25A1-0781-CC5EC9CE8B9D}"/>
              </a:ext>
            </a:extLst>
          </p:cNvPr>
          <p:cNvSpPr>
            <a:spLocks/>
          </p:cNvSpPr>
          <p:nvPr/>
        </p:nvSpPr>
        <p:spPr bwMode="auto">
          <a:xfrm>
            <a:off x="6766713" y="3532893"/>
            <a:ext cx="52519" cy="61272"/>
          </a:xfrm>
          <a:custGeom>
            <a:avLst/>
            <a:gdLst>
              <a:gd name="T0" fmla="*/ 15 w 24"/>
              <a:gd name="T1" fmla="*/ 0 h 28"/>
              <a:gd name="T2" fmla="*/ 21 w 24"/>
              <a:gd name="T3" fmla="*/ 0 h 28"/>
              <a:gd name="T4" fmla="*/ 22 w 24"/>
              <a:gd name="T5" fmla="*/ 0 h 28"/>
              <a:gd name="T6" fmla="*/ 22 w 24"/>
              <a:gd name="T7" fmla="*/ 1 h 28"/>
              <a:gd name="T8" fmla="*/ 21 w 24"/>
              <a:gd name="T9" fmla="*/ 3 h 28"/>
              <a:gd name="T10" fmla="*/ 24 w 24"/>
              <a:gd name="T11" fmla="*/ 9 h 28"/>
              <a:gd name="T12" fmla="*/ 24 w 24"/>
              <a:gd name="T13" fmla="*/ 9 h 28"/>
              <a:gd name="T14" fmla="*/ 19 w 24"/>
              <a:gd name="T15" fmla="*/ 13 h 28"/>
              <a:gd name="T16" fmla="*/ 21 w 24"/>
              <a:gd name="T17" fmla="*/ 13 h 28"/>
              <a:gd name="T18" fmla="*/ 21 w 24"/>
              <a:gd name="T19" fmla="*/ 15 h 28"/>
              <a:gd name="T20" fmla="*/ 19 w 24"/>
              <a:gd name="T21" fmla="*/ 15 h 28"/>
              <a:gd name="T22" fmla="*/ 16 w 24"/>
              <a:gd name="T23" fmla="*/ 16 h 28"/>
              <a:gd name="T24" fmla="*/ 16 w 24"/>
              <a:gd name="T25" fmla="*/ 19 h 28"/>
              <a:gd name="T26" fmla="*/ 15 w 24"/>
              <a:gd name="T27" fmla="*/ 20 h 28"/>
              <a:gd name="T28" fmla="*/ 9 w 24"/>
              <a:gd name="T29" fmla="*/ 25 h 28"/>
              <a:gd name="T30" fmla="*/ 7 w 24"/>
              <a:gd name="T31" fmla="*/ 26 h 28"/>
              <a:gd name="T32" fmla="*/ 7 w 24"/>
              <a:gd name="T33" fmla="*/ 28 h 28"/>
              <a:gd name="T34" fmla="*/ 1 w 24"/>
              <a:gd name="T35" fmla="*/ 26 h 28"/>
              <a:gd name="T36" fmla="*/ 0 w 24"/>
              <a:gd name="T37" fmla="*/ 26 h 28"/>
              <a:gd name="T38" fmla="*/ 0 w 24"/>
              <a:gd name="T39" fmla="*/ 25 h 28"/>
              <a:gd name="T40" fmla="*/ 13 w 24"/>
              <a:gd name="T41" fmla="*/ 0 h 28"/>
              <a:gd name="T42" fmla="*/ 15 w 24"/>
              <a:gd name="T43" fmla="*/ 0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4" h="28">
                <a:moveTo>
                  <a:pt x="15" y="0"/>
                </a:moveTo>
                <a:lnTo>
                  <a:pt x="21" y="0"/>
                </a:lnTo>
                <a:lnTo>
                  <a:pt x="22" y="0"/>
                </a:lnTo>
                <a:lnTo>
                  <a:pt x="22" y="1"/>
                </a:lnTo>
                <a:lnTo>
                  <a:pt x="21" y="3"/>
                </a:lnTo>
                <a:lnTo>
                  <a:pt x="24" y="9"/>
                </a:lnTo>
                <a:lnTo>
                  <a:pt x="24" y="9"/>
                </a:lnTo>
                <a:lnTo>
                  <a:pt x="19" y="13"/>
                </a:lnTo>
                <a:lnTo>
                  <a:pt x="21" y="13"/>
                </a:lnTo>
                <a:lnTo>
                  <a:pt x="21" y="15"/>
                </a:lnTo>
                <a:lnTo>
                  <a:pt x="19" y="15"/>
                </a:lnTo>
                <a:lnTo>
                  <a:pt x="16" y="16"/>
                </a:lnTo>
                <a:lnTo>
                  <a:pt x="16" y="19"/>
                </a:lnTo>
                <a:lnTo>
                  <a:pt x="15" y="20"/>
                </a:lnTo>
                <a:lnTo>
                  <a:pt x="9" y="25"/>
                </a:lnTo>
                <a:lnTo>
                  <a:pt x="7" y="26"/>
                </a:lnTo>
                <a:lnTo>
                  <a:pt x="7" y="28"/>
                </a:lnTo>
                <a:lnTo>
                  <a:pt x="1" y="26"/>
                </a:lnTo>
                <a:lnTo>
                  <a:pt x="0" y="26"/>
                </a:lnTo>
                <a:lnTo>
                  <a:pt x="0" y="25"/>
                </a:lnTo>
                <a:lnTo>
                  <a:pt x="13" y="0"/>
                </a:lnTo>
                <a:lnTo>
                  <a:pt x="15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91" name="OMAN">
            <a:extLst>
              <a:ext uri="{FF2B5EF4-FFF2-40B4-BE49-F238E27FC236}">
                <a16:creationId xmlns:a16="http://schemas.microsoft.com/office/drawing/2014/main" id="{03DA5B4D-85EA-15A9-C2BE-5353DA343EA3}"/>
              </a:ext>
            </a:extLst>
          </p:cNvPr>
          <p:cNvSpPr>
            <a:spLocks/>
          </p:cNvSpPr>
          <p:nvPr/>
        </p:nvSpPr>
        <p:spPr bwMode="auto">
          <a:xfrm>
            <a:off x="7252512" y="3856759"/>
            <a:ext cx="227582" cy="253843"/>
          </a:xfrm>
          <a:custGeom>
            <a:avLst/>
            <a:gdLst>
              <a:gd name="T0" fmla="*/ 57 w 104"/>
              <a:gd name="T1" fmla="*/ 0 h 116"/>
              <a:gd name="T2" fmla="*/ 58 w 104"/>
              <a:gd name="T3" fmla="*/ 0 h 116"/>
              <a:gd name="T4" fmla="*/ 65 w 104"/>
              <a:gd name="T5" fmla="*/ 10 h 116"/>
              <a:gd name="T6" fmla="*/ 88 w 104"/>
              <a:gd name="T7" fmla="*/ 19 h 116"/>
              <a:gd name="T8" fmla="*/ 97 w 104"/>
              <a:gd name="T9" fmla="*/ 30 h 116"/>
              <a:gd name="T10" fmla="*/ 102 w 104"/>
              <a:gd name="T11" fmla="*/ 34 h 116"/>
              <a:gd name="T12" fmla="*/ 104 w 104"/>
              <a:gd name="T13" fmla="*/ 36 h 116"/>
              <a:gd name="T14" fmla="*/ 101 w 104"/>
              <a:gd name="T15" fmla="*/ 43 h 116"/>
              <a:gd name="T16" fmla="*/ 86 w 104"/>
              <a:gd name="T17" fmla="*/ 64 h 116"/>
              <a:gd name="T18" fmla="*/ 86 w 104"/>
              <a:gd name="T19" fmla="*/ 64 h 116"/>
              <a:gd name="T20" fmla="*/ 85 w 104"/>
              <a:gd name="T21" fmla="*/ 64 h 116"/>
              <a:gd name="T22" fmla="*/ 85 w 104"/>
              <a:gd name="T23" fmla="*/ 64 h 116"/>
              <a:gd name="T24" fmla="*/ 82 w 104"/>
              <a:gd name="T25" fmla="*/ 62 h 116"/>
              <a:gd name="T26" fmla="*/ 79 w 104"/>
              <a:gd name="T27" fmla="*/ 64 h 116"/>
              <a:gd name="T28" fmla="*/ 76 w 104"/>
              <a:gd name="T29" fmla="*/ 70 h 116"/>
              <a:gd name="T30" fmla="*/ 77 w 104"/>
              <a:gd name="T31" fmla="*/ 83 h 116"/>
              <a:gd name="T32" fmla="*/ 76 w 104"/>
              <a:gd name="T33" fmla="*/ 83 h 116"/>
              <a:gd name="T34" fmla="*/ 64 w 104"/>
              <a:gd name="T35" fmla="*/ 87 h 116"/>
              <a:gd name="T36" fmla="*/ 58 w 104"/>
              <a:gd name="T37" fmla="*/ 98 h 116"/>
              <a:gd name="T38" fmla="*/ 58 w 104"/>
              <a:gd name="T39" fmla="*/ 98 h 116"/>
              <a:gd name="T40" fmla="*/ 48 w 104"/>
              <a:gd name="T41" fmla="*/ 101 h 116"/>
              <a:gd name="T42" fmla="*/ 40 w 104"/>
              <a:gd name="T43" fmla="*/ 111 h 116"/>
              <a:gd name="T44" fmla="*/ 39 w 104"/>
              <a:gd name="T45" fmla="*/ 111 h 116"/>
              <a:gd name="T46" fmla="*/ 39 w 104"/>
              <a:gd name="T47" fmla="*/ 111 h 116"/>
              <a:gd name="T48" fmla="*/ 36 w 104"/>
              <a:gd name="T49" fmla="*/ 111 h 116"/>
              <a:gd name="T50" fmla="*/ 33 w 104"/>
              <a:gd name="T51" fmla="*/ 111 h 116"/>
              <a:gd name="T52" fmla="*/ 30 w 104"/>
              <a:gd name="T53" fmla="*/ 111 h 116"/>
              <a:gd name="T54" fmla="*/ 28 w 104"/>
              <a:gd name="T55" fmla="*/ 111 h 116"/>
              <a:gd name="T56" fmla="*/ 14 w 104"/>
              <a:gd name="T57" fmla="*/ 116 h 116"/>
              <a:gd name="T58" fmla="*/ 14 w 104"/>
              <a:gd name="T59" fmla="*/ 116 h 116"/>
              <a:gd name="T60" fmla="*/ 14 w 104"/>
              <a:gd name="T61" fmla="*/ 116 h 116"/>
              <a:gd name="T62" fmla="*/ 0 w 104"/>
              <a:gd name="T63" fmla="*/ 83 h 116"/>
              <a:gd name="T64" fmla="*/ 0 w 104"/>
              <a:gd name="T65" fmla="*/ 83 h 116"/>
              <a:gd name="T66" fmla="*/ 0 w 104"/>
              <a:gd name="T67" fmla="*/ 83 h 116"/>
              <a:gd name="T68" fmla="*/ 39 w 104"/>
              <a:gd name="T69" fmla="*/ 68 h 116"/>
              <a:gd name="T70" fmla="*/ 49 w 104"/>
              <a:gd name="T71" fmla="*/ 41 h 116"/>
              <a:gd name="T72" fmla="*/ 42 w 104"/>
              <a:gd name="T73" fmla="*/ 31 h 116"/>
              <a:gd name="T74" fmla="*/ 42 w 104"/>
              <a:gd name="T75" fmla="*/ 31 h 116"/>
              <a:gd name="T76" fmla="*/ 45 w 104"/>
              <a:gd name="T77" fmla="*/ 15 h 116"/>
              <a:gd name="T78" fmla="*/ 46 w 104"/>
              <a:gd name="T79" fmla="*/ 13 h 116"/>
              <a:gd name="T80" fmla="*/ 52 w 104"/>
              <a:gd name="T81" fmla="*/ 12 h 116"/>
              <a:gd name="T82" fmla="*/ 49 w 104"/>
              <a:gd name="T83" fmla="*/ 1 h 116"/>
              <a:gd name="T84" fmla="*/ 49 w 104"/>
              <a:gd name="T85" fmla="*/ 0 h 116"/>
              <a:gd name="T86" fmla="*/ 49 w 104"/>
              <a:gd name="T87" fmla="*/ 0 h 116"/>
              <a:gd name="T88" fmla="*/ 51 w 104"/>
              <a:gd name="T89" fmla="*/ 0 h 116"/>
              <a:gd name="T90" fmla="*/ 52 w 104"/>
              <a:gd name="T91" fmla="*/ 0 h 116"/>
              <a:gd name="T92" fmla="*/ 55 w 104"/>
              <a:gd name="T93" fmla="*/ 0 h 116"/>
              <a:gd name="T94" fmla="*/ 57 w 104"/>
              <a:gd name="T95" fmla="*/ 0 h 116"/>
              <a:gd name="T96" fmla="*/ 57 w 104"/>
              <a:gd name="T97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04" h="116">
                <a:moveTo>
                  <a:pt x="57" y="0"/>
                </a:moveTo>
                <a:lnTo>
                  <a:pt x="58" y="0"/>
                </a:lnTo>
                <a:lnTo>
                  <a:pt x="65" y="10"/>
                </a:lnTo>
                <a:lnTo>
                  <a:pt x="88" y="19"/>
                </a:lnTo>
                <a:lnTo>
                  <a:pt x="97" y="30"/>
                </a:lnTo>
                <a:lnTo>
                  <a:pt x="102" y="34"/>
                </a:lnTo>
                <a:lnTo>
                  <a:pt x="104" y="36"/>
                </a:lnTo>
                <a:lnTo>
                  <a:pt x="101" y="43"/>
                </a:lnTo>
                <a:lnTo>
                  <a:pt x="86" y="64"/>
                </a:lnTo>
                <a:lnTo>
                  <a:pt x="86" y="64"/>
                </a:lnTo>
                <a:lnTo>
                  <a:pt x="85" y="64"/>
                </a:lnTo>
                <a:lnTo>
                  <a:pt x="85" y="64"/>
                </a:lnTo>
                <a:lnTo>
                  <a:pt x="82" y="62"/>
                </a:lnTo>
                <a:lnTo>
                  <a:pt x="79" y="64"/>
                </a:lnTo>
                <a:lnTo>
                  <a:pt x="76" y="70"/>
                </a:lnTo>
                <a:lnTo>
                  <a:pt x="77" y="83"/>
                </a:lnTo>
                <a:lnTo>
                  <a:pt x="76" y="83"/>
                </a:lnTo>
                <a:lnTo>
                  <a:pt x="64" y="87"/>
                </a:lnTo>
                <a:lnTo>
                  <a:pt x="58" y="98"/>
                </a:lnTo>
                <a:lnTo>
                  <a:pt x="58" y="98"/>
                </a:lnTo>
                <a:lnTo>
                  <a:pt x="48" y="101"/>
                </a:lnTo>
                <a:lnTo>
                  <a:pt x="40" y="111"/>
                </a:lnTo>
                <a:lnTo>
                  <a:pt x="39" y="111"/>
                </a:lnTo>
                <a:lnTo>
                  <a:pt x="39" y="111"/>
                </a:lnTo>
                <a:lnTo>
                  <a:pt x="36" y="111"/>
                </a:lnTo>
                <a:lnTo>
                  <a:pt x="33" y="111"/>
                </a:lnTo>
                <a:lnTo>
                  <a:pt x="30" y="111"/>
                </a:lnTo>
                <a:lnTo>
                  <a:pt x="28" y="111"/>
                </a:lnTo>
                <a:lnTo>
                  <a:pt x="14" y="116"/>
                </a:lnTo>
                <a:lnTo>
                  <a:pt x="14" y="116"/>
                </a:lnTo>
                <a:lnTo>
                  <a:pt x="14" y="116"/>
                </a:lnTo>
                <a:lnTo>
                  <a:pt x="0" y="83"/>
                </a:lnTo>
                <a:lnTo>
                  <a:pt x="0" y="83"/>
                </a:lnTo>
                <a:lnTo>
                  <a:pt x="0" y="83"/>
                </a:lnTo>
                <a:lnTo>
                  <a:pt x="39" y="68"/>
                </a:lnTo>
                <a:lnTo>
                  <a:pt x="49" y="41"/>
                </a:lnTo>
                <a:lnTo>
                  <a:pt x="42" y="31"/>
                </a:lnTo>
                <a:lnTo>
                  <a:pt x="42" y="31"/>
                </a:lnTo>
                <a:lnTo>
                  <a:pt x="45" y="15"/>
                </a:lnTo>
                <a:lnTo>
                  <a:pt x="46" y="13"/>
                </a:lnTo>
                <a:lnTo>
                  <a:pt x="52" y="12"/>
                </a:lnTo>
                <a:lnTo>
                  <a:pt x="49" y="1"/>
                </a:lnTo>
                <a:lnTo>
                  <a:pt x="49" y="0"/>
                </a:lnTo>
                <a:lnTo>
                  <a:pt x="49" y="0"/>
                </a:lnTo>
                <a:lnTo>
                  <a:pt x="51" y="0"/>
                </a:lnTo>
                <a:lnTo>
                  <a:pt x="52" y="0"/>
                </a:lnTo>
                <a:lnTo>
                  <a:pt x="55" y="0"/>
                </a:lnTo>
                <a:lnTo>
                  <a:pt x="57" y="0"/>
                </a:lnTo>
                <a:lnTo>
                  <a:pt x="57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92" name="BAHRAIN">
            <a:extLst>
              <a:ext uri="{FF2B5EF4-FFF2-40B4-BE49-F238E27FC236}">
                <a16:creationId xmlns:a16="http://schemas.microsoft.com/office/drawing/2014/main" id="{9813D05C-52F9-18AD-4F4C-B96062295AFC}"/>
              </a:ext>
            </a:extLst>
          </p:cNvPr>
          <p:cNvSpPr>
            <a:spLocks/>
          </p:cNvSpPr>
          <p:nvPr/>
        </p:nvSpPr>
        <p:spPr bwMode="auto">
          <a:xfrm>
            <a:off x="7217500" y="3817371"/>
            <a:ext cx="26261" cy="52519"/>
          </a:xfrm>
          <a:custGeom>
            <a:avLst/>
            <a:gdLst>
              <a:gd name="T0" fmla="*/ 6 w 12"/>
              <a:gd name="T1" fmla="*/ 0 h 24"/>
              <a:gd name="T2" fmla="*/ 6 w 12"/>
              <a:gd name="T3" fmla="*/ 0 h 24"/>
              <a:gd name="T4" fmla="*/ 12 w 12"/>
              <a:gd name="T5" fmla="*/ 3 h 24"/>
              <a:gd name="T6" fmla="*/ 12 w 12"/>
              <a:gd name="T7" fmla="*/ 5 h 24"/>
              <a:gd name="T8" fmla="*/ 10 w 12"/>
              <a:gd name="T9" fmla="*/ 22 h 24"/>
              <a:gd name="T10" fmla="*/ 10 w 12"/>
              <a:gd name="T11" fmla="*/ 22 h 24"/>
              <a:gd name="T12" fmla="*/ 4 w 12"/>
              <a:gd name="T13" fmla="*/ 24 h 24"/>
              <a:gd name="T14" fmla="*/ 4 w 12"/>
              <a:gd name="T15" fmla="*/ 24 h 24"/>
              <a:gd name="T16" fmla="*/ 4 w 12"/>
              <a:gd name="T17" fmla="*/ 24 h 24"/>
              <a:gd name="T18" fmla="*/ 0 w 12"/>
              <a:gd name="T19" fmla="*/ 21 h 24"/>
              <a:gd name="T20" fmla="*/ 0 w 12"/>
              <a:gd name="T21" fmla="*/ 21 h 24"/>
              <a:gd name="T22" fmla="*/ 0 w 12"/>
              <a:gd name="T23" fmla="*/ 9 h 24"/>
              <a:gd name="T24" fmla="*/ 6 w 12"/>
              <a:gd name="T25" fmla="*/ 0 h 24"/>
              <a:gd name="T26" fmla="*/ 6 w 12"/>
              <a:gd name="T27" fmla="*/ 0 h 24"/>
              <a:gd name="T28" fmla="*/ 6 w 12"/>
              <a:gd name="T29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" h="24">
                <a:moveTo>
                  <a:pt x="6" y="0"/>
                </a:moveTo>
                <a:lnTo>
                  <a:pt x="6" y="0"/>
                </a:lnTo>
                <a:lnTo>
                  <a:pt x="12" y="3"/>
                </a:lnTo>
                <a:lnTo>
                  <a:pt x="12" y="5"/>
                </a:lnTo>
                <a:lnTo>
                  <a:pt x="10" y="22"/>
                </a:lnTo>
                <a:lnTo>
                  <a:pt x="10" y="22"/>
                </a:lnTo>
                <a:lnTo>
                  <a:pt x="4" y="24"/>
                </a:lnTo>
                <a:lnTo>
                  <a:pt x="4" y="24"/>
                </a:lnTo>
                <a:lnTo>
                  <a:pt x="4" y="24"/>
                </a:lnTo>
                <a:lnTo>
                  <a:pt x="0" y="21"/>
                </a:lnTo>
                <a:lnTo>
                  <a:pt x="0" y="21"/>
                </a:lnTo>
                <a:lnTo>
                  <a:pt x="0" y="9"/>
                </a:lnTo>
                <a:lnTo>
                  <a:pt x="6" y="0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93" name="SAUDI ARABIA">
            <a:extLst>
              <a:ext uri="{FF2B5EF4-FFF2-40B4-BE49-F238E27FC236}">
                <a16:creationId xmlns:a16="http://schemas.microsoft.com/office/drawing/2014/main" id="{FDCD6D7D-940F-CFE1-4D57-331588449B10}"/>
              </a:ext>
            </a:extLst>
          </p:cNvPr>
          <p:cNvSpPr>
            <a:spLocks/>
          </p:cNvSpPr>
          <p:nvPr/>
        </p:nvSpPr>
        <p:spPr bwMode="auto">
          <a:xfrm>
            <a:off x="6760147" y="3616050"/>
            <a:ext cx="603968" cy="525190"/>
          </a:xfrm>
          <a:custGeom>
            <a:avLst/>
            <a:gdLst>
              <a:gd name="T0" fmla="*/ 58 w 276"/>
              <a:gd name="T1" fmla="*/ 0 h 240"/>
              <a:gd name="T2" fmla="*/ 93 w 276"/>
              <a:gd name="T3" fmla="*/ 18 h 240"/>
              <a:gd name="T4" fmla="*/ 110 w 276"/>
              <a:gd name="T5" fmla="*/ 28 h 240"/>
              <a:gd name="T6" fmla="*/ 117 w 276"/>
              <a:gd name="T7" fmla="*/ 30 h 240"/>
              <a:gd name="T8" fmla="*/ 133 w 276"/>
              <a:gd name="T9" fmla="*/ 46 h 240"/>
              <a:gd name="T10" fmla="*/ 156 w 276"/>
              <a:gd name="T11" fmla="*/ 48 h 240"/>
              <a:gd name="T12" fmla="*/ 156 w 276"/>
              <a:gd name="T13" fmla="*/ 48 h 240"/>
              <a:gd name="T14" fmla="*/ 170 w 276"/>
              <a:gd name="T15" fmla="*/ 57 h 240"/>
              <a:gd name="T16" fmla="*/ 179 w 276"/>
              <a:gd name="T17" fmla="*/ 57 h 240"/>
              <a:gd name="T18" fmla="*/ 191 w 276"/>
              <a:gd name="T19" fmla="*/ 73 h 240"/>
              <a:gd name="T20" fmla="*/ 201 w 276"/>
              <a:gd name="T21" fmla="*/ 83 h 240"/>
              <a:gd name="T22" fmla="*/ 203 w 276"/>
              <a:gd name="T23" fmla="*/ 91 h 240"/>
              <a:gd name="T24" fmla="*/ 210 w 276"/>
              <a:gd name="T25" fmla="*/ 111 h 240"/>
              <a:gd name="T26" fmla="*/ 222 w 276"/>
              <a:gd name="T27" fmla="*/ 126 h 240"/>
              <a:gd name="T28" fmla="*/ 265 w 276"/>
              <a:gd name="T29" fmla="*/ 143 h 240"/>
              <a:gd name="T30" fmla="*/ 268 w 276"/>
              <a:gd name="T31" fmla="*/ 141 h 240"/>
              <a:gd name="T32" fmla="*/ 268 w 276"/>
              <a:gd name="T33" fmla="*/ 141 h 240"/>
              <a:gd name="T34" fmla="*/ 276 w 276"/>
              <a:gd name="T35" fmla="*/ 153 h 240"/>
              <a:gd name="T36" fmla="*/ 265 w 276"/>
              <a:gd name="T37" fmla="*/ 180 h 240"/>
              <a:gd name="T38" fmla="*/ 185 w 276"/>
              <a:gd name="T39" fmla="*/ 203 h 240"/>
              <a:gd name="T40" fmla="*/ 151 w 276"/>
              <a:gd name="T41" fmla="*/ 240 h 240"/>
              <a:gd name="T42" fmla="*/ 151 w 276"/>
              <a:gd name="T43" fmla="*/ 239 h 240"/>
              <a:gd name="T44" fmla="*/ 127 w 276"/>
              <a:gd name="T45" fmla="*/ 217 h 240"/>
              <a:gd name="T46" fmla="*/ 104 w 276"/>
              <a:gd name="T47" fmla="*/ 230 h 240"/>
              <a:gd name="T48" fmla="*/ 104 w 276"/>
              <a:gd name="T49" fmla="*/ 230 h 240"/>
              <a:gd name="T50" fmla="*/ 98 w 276"/>
              <a:gd name="T51" fmla="*/ 214 h 240"/>
              <a:gd name="T52" fmla="*/ 83 w 276"/>
              <a:gd name="T53" fmla="*/ 197 h 240"/>
              <a:gd name="T54" fmla="*/ 73 w 276"/>
              <a:gd name="T55" fmla="*/ 180 h 240"/>
              <a:gd name="T56" fmla="*/ 59 w 276"/>
              <a:gd name="T57" fmla="*/ 171 h 240"/>
              <a:gd name="T58" fmla="*/ 56 w 276"/>
              <a:gd name="T59" fmla="*/ 146 h 240"/>
              <a:gd name="T60" fmla="*/ 40 w 276"/>
              <a:gd name="T61" fmla="*/ 120 h 240"/>
              <a:gd name="T62" fmla="*/ 35 w 276"/>
              <a:gd name="T63" fmla="*/ 119 h 240"/>
              <a:gd name="T64" fmla="*/ 6 w 276"/>
              <a:gd name="T65" fmla="*/ 66 h 240"/>
              <a:gd name="T66" fmla="*/ 0 w 276"/>
              <a:gd name="T67" fmla="*/ 64 h 240"/>
              <a:gd name="T68" fmla="*/ 3 w 276"/>
              <a:gd name="T69" fmla="*/ 43 h 240"/>
              <a:gd name="T70" fmla="*/ 3 w 276"/>
              <a:gd name="T71" fmla="*/ 43 h 240"/>
              <a:gd name="T72" fmla="*/ 4 w 276"/>
              <a:gd name="T73" fmla="*/ 46 h 240"/>
              <a:gd name="T74" fmla="*/ 25 w 276"/>
              <a:gd name="T75" fmla="*/ 37 h 240"/>
              <a:gd name="T76" fmla="*/ 35 w 276"/>
              <a:gd name="T77" fmla="*/ 34 h 240"/>
              <a:gd name="T78" fmla="*/ 41 w 276"/>
              <a:gd name="T79" fmla="*/ 27 h 240"/>
              <a:gd name="T80" fmla="*/ 28 w 276"/>
              <a:gd name="T81" fmla="*/ 12 h 240"/>
              <a:gd name="T82" fmla="*/ 53 w 276"/>
              <a:gd name="T83" fmla="*/ 6 h 240"/>
              <a:gd name="T84" fmla="*/ 58 w 276"/>
              <a:gd name="T85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6" h="240">
                <a:moveTo>
                  <a:pt x="58" y="0"/>
                </a:moveTo>
                <a:lnTo>
                  <a:pt x="58" y="0"/>
                </a:lnTo>
                <a:lnTo>
                  <a:pt x="77" y="8"/>
                </a:lnTo>
                <a:lnTo>
                  <a:pt x="93" y="18"/>
                </a:lnTo>
                <a:lnTo>
                  <a:pt x="107" y="23"/>
                </a:lnTo>
                <a:lnTo>
                  <a:pt x="110" y="28"/>
                </a:lnTo>
                <a:lnTo>
                  <a:pt x="116" y="30"/>
                </a:lnTo>
                <a:lnTo>
                  <a:pt x="117" y="30"/>
                </a:lnTo>
                <a:lnTo>
                  <a:pt x="118" y="40"/>
                </a:lnTo>
                <a:lnTo>
                  <a:pt x="133" y="46"/>
                </a:lnTo>
                <a:lnTo>
                  <a:pt x="142" y="54"/>
                </a:lnTo>
                <a:lnTo>
                  <a:pt x="156" y="48"/>
                </a:lnTo>
                <a:lnTo>
                  <a:pt x="156" y="48"/>
                </a:lnTo>
                <a:lnTo>
                  <a:pt x="156" y="48"/>
                </a:lnTo>
                <a:lnTo>
                  <a:pt x="166" y="51"/>
                </a:lnTo>
                <a:lnTo>
                  <a:pt x="170" y="57"/>
                </a:lnTo>
                <a:lnTo>
                  <a:pt x="178" y="57"/>
                </a:lnTo>
                <a:lnTo>
                  <a:pt x="179" y="57"/>
                </a:lnTo>
                <a:lnTo>
                  <a:pt x="184" y="67"/>
                </a:lnTo>
                <a:lnTo>
                  <a:pt x="191" y="73"/>
                </a:lnTo>
                <a:lnTo>
                  <a:pt x="193" y="77"/>
                </a:lnTo>
                <a:lnTo>
                  <a:pt x="201" y="83"/>
                </a:lnTo>
                <a:lnTo>
                  <a:pt x="201" y="83"/>
                </a:lnTo>
                <a:lnTo>
                  <a:pt x="203" y="91"/>
                </a:lnTo>
                <a:lnTo>
                  <a:pt x="201" y="97"/>
                </a:lnTo>
                <a:lnTo>
                  <a:pt x="210" y="111"/>
                </a:lnTo>
                <a:lnTo>
                  <a:pt x="215" y="114"/>
                </a:lnTo>
                <a:lnTo>
                  <a:pt x="222" y="126"/>
                </a:lnTo>
                <a:lnTo>
                  <a:pt x="227" y="137"/>
                </a:lnTo>
                <a:lnTo>
                  <a:pt x="265" y="143"/>
                </a:lnTo>
                <a:lnTo>
                  <a:pt x="268" y="141"/>
                </a:lnTo>
                <a:lnTo>
                  <a:pt x="268" y="141"/>
                </a:lnTo>
                <a:lnTo>
                  <a:pt x="268" y="141"/>
                </a:lnTo>
                <a:lnTo>
                  <a:pt x="268" y="141"/>
                </a:lnTo>
                <a:lnTo>
                  <a:pt x="276" y="151"/>
                </a:lnTo>
                <a:lnTo>
                  <a:pt x="276" y="153"/>
                </a:lnTo>
                <a:lnTo>
                  <a:pt x="265" y="180"/>
                </a:lnTo>
                <a:lnTo>
                  <a:pt x="265" y="180"/>
                </a:lnTo>
                <a:lnTo>
                  <a:pt x="225" y="194"/>
                </a:lnTo>
                <a:lnTo>
                  <a:pt x="185" y="203"/>
                </a:lnTo>
                <a:lnTo>
                  <a:pt x="153" y="240"/>
                </a:lnTo>
                <a:lnTo>
                  <a:pt x="151" y="240"/>
                </a:lnTo>
                <a:lnTo>
                  <a:pt x="151" y="240"/>
                </a:lnTo>
                <a:lnTo>
                  <a:pt x="151" y="239"/>
                </a:lnTo>
                <a:lnTo>
                  <a:pt x="151" y="226"/>
                </a:lnTo>
                <a:lnTo>
                  <a:pt x="127" y="217"/>
                </a:lnTo>
                <a:lnTo>
                  <a:pt x="114" y="220"/>
                </a:lnTo>
                <a:lnTo>
                  <a:pt x="104" y="230"/>
                </a:lnTo>
                <a:lnTo>
                  <a:pt x="104" y="230"/>
                </a:lnTo>
                <a:lnTo>
                  <a:pt x="104" y="230"/>
                </a:lnTo>
                <a:lnTo>
                  <a:pt x="104" y="229"/>
                </a:lnTo>
                <a:lnTo>
                  <a:pt x="98" y="214"/>
                </a:lnTo>
                <a:lnTo>
                  <a:pt x="90" y="208"/>
                </a:lnTo>
                <a:lnTo>
                  <a:pt x="83" y="197"/>
                </a:lnTo>
                <a:lnTo>
                  <a:pt x="80" y="187"/>
                </a:lnTo>
                <a:lnTo>
                  <a:pt x="73" y="180"/>
                </a:lnTo>
                <a:lnTo>
                  <a:pt x="59" y="171"/>
                </a:lnTo>
                <a:lnTo>
                  <a:pt x="59" y="171"/>
                </a:lnTo>
                <a:lnTo>
                  <a:pt x="55" y="153"/>
                </a:lnTo>
                <a:lnTo>
                  <a:pt x="56" y="146"/>
                </a:lnTo>
                <a:lnTo>
                  <a:pt x="47" y="126"/>
                </a:lnTo>
                <a:lnTo>
                  <a:pt x="40" y="120"/>
                </a:lnTo>
                <a:lnTo>
                  <a:pt x="35" y="120"/>
                </a:lnTo>
                <a:lnTo>
                  <a:pt x="35" y="119"/>
                </a:lnTo>
                <a:lnTo>
                  <a:pt x="30" y="103"/>
                </a:lnTo>
                <a:lnTo>
                  <a:pt x="6" y="66"/>
                </a:lnTo>
                <a:lnTo>
                  <a:pt x="0" y="64"/>
                </a:lnTo>
                <a:lnTo>
                  <a:pt x="0" y="64"/>
                </a:lnTo>
                <a:lnTo>
                  <a:pt x="0" y="64"/>
                </a:lnTo>
                <a:lnTo>
                  <a:pt x="3" y="43"/>
                </a:lnTo>
                <a:lnTo>
                  <a:pt x="3" y="43"/>
                </a:lnTo>
                <a:lnTo>
                  <a:pt x="3" y="43"/>
                </a:lnTo>
                <a:lnTo>
                  <a:pt x="4" y="45"/>
                </a:lnTo>
                <a:lnTo>
                  <a:pt x="4" y="46"/>
                </a:lnTo>
                <a:lnTo>
                  <a:pt x="18" y="48"/>
                </a:lnTo>
                <a:lnTo>
                  <a:pt x="25" y="37"/>
                </a:lnTo>
                <a:lnTo>
                  <a:pt x="25" y="37"/>
                </a:lnTo>
                <a:lnTo>
                  <a:pt x="35" y="34"/>
                </a:lnTo>
                <a:lnTo>
                  <a:pt x="37" y="30"/>
                </a:lnTo>
                <a:lnTo>
                  <a:pt x="41" y="27"/>
                </a:lnTo>
                <a:lnTo>
                  <a:pt x="28" y="12"/>
                </a:lnTo>
                <a:lnTo>
                  <a:pt x="28" y="12"/>
                </a:lnTo>
                <a:lnTo>
                  <a:pt x="30" y="11"/>
                </a:lnTo>
                <a:lnTo>
                  <a:pt x="53" y="6"/>
                </a:lnTo>
                <a:lnTo>
                  <a:pt x="56" y="2"/>
                </a:lnTo>
                <a:lnTo>
                  <a:pt x="58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94" name="SYRIA">
            <a:extLst>
              <a:ext uri="{FF2B5EF4-FFF2-40B4-BE49-F238E27FC236}">
                <a16:creationId xmlns:a16="http://schemas.microsoft.com/office/drawing/2014/main" id="{8E1932D0-4530-7013-33A0-FCBC1C6199A4}"/>
              </a:ext>
            </a:extLst>
          </p:cNvPr>
          <p:cNvSpPr>
            <a:spLocks/>
          </p:cNvSpPr>
          <p:nvPr/>
        </p:nvSpPr>
        <p:spPr bwMode="auto">
          <a:xfrm>
            <a:off x="6782029" y="3440984"/>
            <a:ext cx="205700" cy="179440"/>
          </a:xfrm>
          <a:custGeom>
            <a:avLst/>
            <a:gdLst>
              <a:gd name="T0" fmla="*/ 89 w 94"/>
              <a:gd name="T1" fmla="*/ 0 h 82"/>
              <a:gd name="T2" fmla="*/ 89 w 94"/>
              <a:gd name="T3" fmla="*/ 0 h 82"/>
              <a:gd name="T4" fmla="*/ 92 w 94"/>
              <a:gd name="T5" fmla="*/ 2 h 82"/>
              <a:gd name="T6" fmla="*/ 94 w 94"/>
              <a:gd name="T7" fmla="*/ 3 h 82"/>
              <a:gd name="T8" fmla="*/ 94 w 94"/>
              <a:gd name="T9" fmla="*/ 3 h 82"/>
              <a:gd name="T10" fmla="*/ 85 w 94"/>
              <a:gd name="T11" fmla="*/ 12 h 82"/>
              <a:gd name="T12" fmla="*/ 77 w 94"/>
              <a:gd name="T13" fmla="*/ 15 h 82"/>
              <a:gd name="T14" fmla="*/ 76 w 94"/>
              <a:gd name="T15" fmla="*/ 40 h 82"/>
              <a:gd name="T16" fmla="*/ 74 w 94"/>
              <a:gd name="T17" fmla="*/ 46 h 82"/>
              <a:gd name="T18" fmla="*/ 74 w 94"/>
              <a:gd name="T19" fmla="*/ 48 h 82"/>
              <a:gd name="T20" fmla="*/ 43 w 94"/>
              <a:gd name="T21" fmla="*/ 65 h 82"/>
              <a:gd name="T22" fmla="*/ 14 w 94"/>
              <a:gd name="T23" fmla="*/ 82 h 82"/>
              <a:gd name="T24" fmla="*/ 14 w 94"/>
              <a:gd name="T25" fmla="*/ 82 h 82"/>
              <a:gd name="T26" fmla="*/ 14 w 94"/>
              <a:gd name="T27" fmla="*/ 82 h 82"/>
              <a:gd name="T28" fmla="*/ 3 w 94"/>
              <a:gd name="T29" fmla="*/ 74 h 82"/>
              <a:gd name="T30" fmla="*/ 0 w 94"/>
              <a:gd name="T31" fmla="*/ 76 h 82"/>
              <a:gd name="T32" fmla="*/ 0 w 94"/>
              <a:gd name="T33" fmla="*/ 74 h 82"/>
              <a:gd name="T34" fmla="*/ 0 w 94"/>
              <a:gd name="T35" fmla="*/ 74 h 82"/>
              <a:gd name="T36" fmla="*/ 0 w 94"/>
              <a:gd name="T37" fmla="*/ 67 h 82"/>
              <a:gd name="T38" fmla="*/ 0 w 94"/>
              <a:gd name="T39" fmla="*/ 65 h 82"/>
              <a:gd name="T40" fmla="*/ 8 w 94"/>
              <a:gd name="T41" fmla="*/ 61 h 82"/>
              <a:gd name="T42" fmla="*/ 8 w 94"/>
              <a:gd name="T43" fmla="*/ 57 h 82"/>
              <a:gd name="T44" fmla="*/ 8 w 94"/>
              <a:gd name="T45" fmla="*/ 57 h 82"/>
              <a:gd name="T46" fmla="*/ 11 w 94"/>
              <a:gd name="T47" fmla="*/ 55 h 82"/>
              <a:gd name="T48" fmla="*/ 11 w 94"/>
              <a:gd name="T49" fmla="*/ 55 h 82"/>
              <a:gd name="T50" fmla="*/ 11 w 94"/>
              <a:gd name="T51" fmla="*/ 54 h 82"/>
              <a:gd name="T52" fmla="*/ 15 w 94"/>
              <a:gd name="T53" fmla="*/ 51 h 82"/>
              <a:gd name="T54" fmla="*/ 12 w 94"/>
              <a:gd name="T55" fmla="*/ 46 h 82"/>
              <a:gd name="T56" fmla="*/ 12 w 94"/>
              <a:gd name="T57" fmla="*/ 45 h 82"/>
              <a:gd name="T58" fmla="*/ 12 w 94"/>
              <a:gd name="T59" fmla="*/ 43 h 82"/>
              <a:gd name="T60" fmla="*/ 8 w 94"/>
              <a:gd name="T61" fmla="*/ 43 h 82"/>
              <a:gd name="T62" fmla="*/ 6 w 94"/>
              <a:gd name="T63" fmla="*/ 43 h 82"/>
              <a:gd name="T64" fmla="*/ 6 w 94"/>
              <a:gd name="T65" fmla="*/ 25 h 82"/>
              <a:gd name="T66" fmla="*/ 6 w 94"/>
              <a:gd name="T67" fmla="*/ 22 h 82"/>
              <a:gd name="T68" fmla="*/ 6 w 94"/>
              <a:gd name="T69" fmla="*/ 21 h 82"/>
              <a:gd name="T70" fmla="*/ 6 w 94"/>
              <a:gd name="T71" fmla="*/ 21 h 82"/>
              <a:gd name="T72" fmla="*/ 6 w 94"/>
              <a:gd name="T73" fmla="*/ 21 h 82"/>
              <a:gd name="T74" fmla="*/ 9 w 94"/>
              <a:gd name="T75" fmla="*/ 24 h 82"/>
              <a:gd name="T76" fmla="*/ 12 w 94"/>
              <a:gd name="T77" fmla="*/ 18 h 82"/>
              <a:gd name="T78" fmla="*/ 12 w 94"/>
              <a:gd name="T79" fmla="*/ 18 h 82"/>
              <a:gd name="T80" fmla="*/ 15 w 94"/>
              <a:gd name="T81" fmla="*/ 18 h 82"/>
              <a:gd name="T82" fmla="*/ 14 w 94"/>
              <a:gd name="T83" fmla="*/ 15 h 82"/>
              <a:gd name="T84" fmla="*/ 14 w 94"/>
              <a:gd name="T85" fmla="*/ 14 h 82"/>
              <a:gd name="T86" fmla="*/ 15 w 94"/>
              <a:gd name="T87" fmla="*/ 8 h 82"/>
              <a:gd name="T88" fmla="*/ 17 w 94"/>
              <a:gd name="T89" fmla="*/ 8 h 82"/>
              <a:gd name="T90" fmla="*/ 17 w 94"/>
              <a:gd name="T91" fmla="*/ 8 h 82"/>
              <a:gd name="T92" fmla="*/ 27 w 94"/>
              <a:gd name="T93" fmla="*/ 11 h 82"/>
              <a:gd name="T94" fmla="*/ 39 w 94"/>
              <a:gd name="T95" fmla="*/ 6 h 82"/>
              <a:gd name="T96" fmla="*/ 39 w 94"/>
              <a:gd name="T97" fmla="*/ 6 h 82"/>
              <a:gd name="T98" fmla="*/ 39 w 94"/>
              <a:gd name="T99" fmla="*/ 6 h 82"/>
              <a:gd name="T100" fmla="*/ 49 w 94"/>
              <a:gd name="T101" fmla="*/ 11 h 82"/>
              <a:gd name="T102" fmla="*/ 68 w 94"/>
              <a:gd name="T103" fmla="*/ 2 h 82"/>
              <a:gd name="T104" fmla="*/ 83 w 94"/>
              <a:gd name="T105" fmla="*/ 3 h 82"/>
              <a:gd name="T106" fmla="*/ 88 w 94"/>
              <a:gd name="T107" fmla="*/ 0 h 82"/>
              <a:gd name="T108" fmla="*/ 89 w 94"/>
              <a:gd name="T10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4" h="82">
                <a:moveTo>
                  <a:pt x="89" y="0"/>
                </a:moveTo>
                <a:lnTo>
                  <a:pt x="89" y="0"/>
                </a:lnTo>
                <a:lnTo>
                  <a:pt x="92" y="2"/>
                </a:lnTo>
                <a:lnTo>
                  <a:pt x="94" y="3"/>
                </a:lnTo>
                <a:lnTo>
                  <a:pt x="94" y="3"/>
                </a:lnTo>
                <a:lnTo>
                  <a:pt x="85" y="12"/>
                </a:lnTo>
                <a:lnTo>
                  <a:pt x="77" y="15"/>
                </a:lnTo>
                <a:lnTo>
                  <a:pt x="76" y="40"/>
                </a:lnTo>
                <a:lnTo>
                  <a:pt x="74" y="46"/>
                </a:lnTo>
                <a:lnTo>
                  <a:pt x="74" y="48"/>
                </a:lnTo>
                <a:lnTo>
                  <a:pt x="43" y="65"/>
                </a:lnTo>
                <a:lnTo>
                  <a:pt x="14" y="82"/>
                </a:lnTo>
                <a:lnTo>
                  <a:pt x="14" y="82"/>
                </a:lnTo>
                <a:lnTo>
                  <a:pt x="14" y="82"/>
                </a:lnTo>
                <a:lnTo>
                  <a:pt x="3" y="74"/>
                </a:lnTo>
                <a:lnTo>
                  <a:pt x="0" y="76"/>
                </a:lnTo>
                <a:lnTo>
                  <a:pt x="0" y="74"/>
                </a:lnTo>
                <a:lnTo>
                  <a:pt x="0" y="74"/>
                </a:lnTo>
                <a:lnTo>
                  <a:pt x="0" y="67"/>
                </a:lnTo>
                <a:lnTo>
                  <a:pt x="0" y="65"/>
                </a:lnTo>
                <a:lnTo>
                  <a:pt x="8" y="61"/>
                </a:lnTo>
                <a:lnTo>
                  <a:pt x="8" y="57"/>
                </a:lnTo>
                <a:lnTo>
                  <a:pt x="8" y="57"/>
                </a:lnTo>
                <a:lnTo>
                  <a:pt x="11" y="55"/>
                </a:lnTo>
                <a:lnTo>
                  <a:pt x="11" y="55"/>
                </a:lnTo>
                <a:lnTo>
                  <a:pt x="11" y="54"/>
                </a:lnTo>
                <a:lnTo>
                  <a:pt x="15" y="51"/>
                </a:lnTo>
                <a:lnTo>
                  <a:pt x="12" y="46"/>
                </a:lnTo>
                <a:lnTo>
                  <a:pt x="12" y="45"/>
                </a:lnTo>
                <a:lnTo>
                  <a:pt x="12" y="43"/>
                </a:lnTo>
                <a:lnTo>
                  <a:pt x="8" y="43"/>
                </a:lnTo>
                <a:lnTo>
                  <a:pt x="6" y="43"/>
                </a:lnTo>
                <a:lnTo>
                  <a:pt x="6" y="25"/>
                </a:lnTo>
                <a:lnTo>
                  <a:pt x="6" y="22"/>
                </a:lnTo>
                <a:lnTo>
                  <a:pt x="6" y="21"/>
                </a:lnTo>
                <a:lnTo>
                  <a:pt x="6" y="21"/>
                </a:lnTo>
                <a:lnTo>
                  <a:pt x="6" y="21"/>
                </a:lnTo>
                <a:lnTo>
                  <a:pt x="9" y="24"/>
                </a:lnTo>
                <a:lnTo>
                  <a:pt x="12" y="18"/>
                </a:lnTo>
                <a:lnTo>
                  <a:pt x="12" y="18"/>
                </a:lnTo>
                <a:lnTo>
                  <a:pt x="15" y="18"/>
                </a:lnTo>
                <a:lnTo>
                  <a:pt x="14" y="15"/>
                </a:lnTo>
                <a:lnTo>
                  <a:pt x="14" y="14"/>
                </a:lnTo>
                <a:lnTo>
                  <a:pt x="15" y="8"/>
                </a:lnTo>
                <a:lnTo>
                  <a:pt x="17" y="8"/>
                </a:lnTo>
                <a:lnTo>
                  <a:pt x="17" y="8"/>
                </a:lnTo>
                <a:lnTo>
                  <a:pt x="27" y="11"/>
                </a:lnTo>
                <a:lnTo>
                  <a:pt x="39" y="6"/>
                </a:lnTo>
                <a:lnTo>
                  <a:pt x="39" y="6"/>
                </a:lnTo>
                <a:lnTo>
                  <a:pt x="39" y="6"/>
                </a:lnTo>
                <a:lnTo>
                  <a:pt x="49" y="11"/>
                </a:lnTo>
                <a:lnTo>
                  <a:pt x="68" y="2"/>
                </a:lnTo>
                <a:lnTo>
                  <a:pt x="83" y="3"/>
                </a:lnTo>
                <a:lnTo>
                  <a:pt x="88" y="0"/>
                </a:lnTo>
                <a:lnTo>
                  <a:pt x="89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95" name="UNITED ARAB EMIRATES">
            <a:extLst>
              <a:ext uri="{FF2B5EF4-FFF2-40B4-BE49-F238E27FC236}">
                <a16:creationId xmlns:a16="http://schemas.microsoft.com/office/drawing/2014/main" id="{ED6A0E59-A168-1D50-D857-B1A8DE1BF96C}"/>
              </a:ext>
            </a:extLst>
          </p:cNvPr>
          <p:cNvSpPr>
            <a:spLocks/>
          </p:cNvSpPr>
          <p:nvPr/>
        </p:nvSpPr>
        <p:spPr bwMode="auto">
          <a:xfrm>
            <a:off x="7226253" y="3821747"/>
            <a:ext cx="153180" cy="113791"/>
          </a:xfrm>
          <a:custGeom>
            <a:avLst/>
            <a:gdLst>
              <a:gd name="T0" fmla="*/ 66 w 70"/>
              <a:gd name="T1" fmla="*/ 0 h 52"/>
              <a:gd name="T2" fmla="*/ 66 w 70"/>
              <a:gd name="T3" fmla="*/ 0 h 52"/>
              <a:gd name="T4" fmla="*/ 67 w 70"/>
              <a:gd name="T5" fmla="*/ 0 h 52"/>
              <a:gd name="T6" fmla="*/ 67 w 70"/>
              <a:gd name="T7" fmla="*/ 4 h 52"/>
              <a:gd name="T8" fmla="*/ 69 w 70"/>
              <a:gd name="T9" fmla="*/ 6 h 52"/>
              <a:gd name="T10" fmla="*/ 69 w 70"/>
              <a:gd name="T11" fmla="*/ 6 h 52"/>
              <a:gd name="T12" fmla="*/ 70 w 70"/>
              <a:gd name="T13" fmla="*/ 16 h 52"/>
              <a:gd name="T14" fmla="*/ 69 w 70"/>
              <a:gd name="T15" fmla="*/ 17 h 52"/>
              <a:gd name="T16" fmla="*/ 63 w 70"/>
              <a:gd name="T17" fmla="*/ 17 h 52"/>
              <a:gd name="T18" fmla="*/ 66 w 70"/>
              <a:gd name="T19" fmla="*/ 28 h 52"/>
              <a:gd name="T20" fmla="*/ 66 w 70"/>
              <a:gd name="T21" fmla="*/ 28 h 52"/>
              <a:gd name="T22" fmla="*/ 58 w 70"/>
              <a:gd name="T23" fmla="*/ 31 h 52"/>
              <a:gd name="T24" fmla="*/ 55 w 70"/>
              <a:gd name="T25" fmla="*/ 47 h 52"/>
              <a:gd name="T26" fmla="*/ 52 w 70"/>
              <a:gd name="T27" fmla="*/ 50 h 52"/>
              <a:gd name="T28" fmla="*/ 52 w 70"/>
              <a:gd name="T29" fmla="*/ 52 h 52"/>
              <a:gd name="T30" fmla="*/ 12 w 70"/>
              <a:gd name="T31" fmla="*/ 44 h 52"/>
              <a:gd name="T32" fmla="*/ 12 w 70"/>
              <a:gd name="T33" fmla="*/ 44 h 52"/>
              <a:gd name="T34" fmla="*/ 8 w 70"/>
              <a:gd name="T35" fmla="*/ 32 h 52"/>
              <a:gd name="T36" fmla="*/ 0 w 70"/>
              <a:gd name="T37" fmla="*/ 22 h 52"/>
              <a:gd name="T38" fmla="*/ 0 w 70"/>
              <a:gd name="T39" fmla="*/ 20 h 52"/>
              <a:gd name="T40" fmla="*/ 0 w 70"/>
              <a:gd name="T41" fmla="*/ 20 h 52"/>
              <a:gd name="T42" fmla="*/ 5 w 70"/>
              <a:gd name="T43" fmla="*/ 19 h 52"/>
              <a:gd name="T44" fmla="*/ 5 w 70"/>
              <a:gd name="T45" fmla="*/ 19 h 52"/>
              <a:gd name="T46" fmla="*/ 6 w 70"/>
              <a:gd name="T47" fmla="*/ 19 h 52"/>
              <a:gd name="T48" fmla="*/ 6 w 70"/>
              <a:gd name="T49" fmla="*/ 19 h 52"/>
              <a:gd name="T50" fmla="*/ 6 w 70"/>
              <a:gd name="T51" fmla="*/ 25 h 52"/>
              <a:gd name="T52" fmla="*/ 9 w 70"/>
              <a:gd name="T53" fmla="*/ 25 h 52"/>
              <a:gd name="T54" fmla="*/ 9 w 70"/>
              <a:gd name="T55" fmla="*/ 25 h 52"/>
              <a:gd name="T56" fmla="*/ 11 w 70"/>
              <a:gd name="T57" fmla="*/ 28 h 52"/>
              <a:gd name="T58" fmla="*/ 17 w 70"/>
              <a:gd name="T59" fmla="*/ 28 h 52"/>
              <a:gd name="T60" fmla="*/ 21 w 70"/>
              <a:gd name="T61" fmla="*/ 25 h 52"/>
              <a:gd name="T62" fmla="*/ 39 w 70"/>
              <a:gd name="T63" fmla="*/ 26 h 52"/>
              <a:gd name="T64" fmla="*/ 43 w 70"/>
              <a:gd name="T65" fmla="*/ 25 h 52"/>
              <a:gd name="T66" fmla="*/ 43 w 70"/>
              <a:gd name="T67" fmla="*/ 22 h 52"/>
              <a:gd name="T68" fmla="*/ 43 w 70"/>
              <a:gd name="T69" fmla="*/ 22 h 52"/>
              <a:gd name="T70" fmla="*/ 66 w 70"/>
              <a:gd name="T71" fmla="*/ 0 h 52"/>
              <a:gd name="T72" fmla="*/ 66 w 70"/>
              <a:gd name="T73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0" h="52">
                <a:moveTo>
                  <a:pt x="66" y="0"/>
                </a:moveTo>
                <a:lnTo>
                  <a:pt x="66" y="0"/>
                </a:lnTo>
                <a:lnTo>
                  <a:pt x="67" y="0"/>
                </a:lnTo>
                <a:lnTo>
                  <a:pt x="67" y="4"/>
                </a:lnTo>
                <a:lnTo>
                  <a:pt x="69" y="6"/>
                </a:lnTo>
                <a:lnTo>
                  <a:pt x="69" y="6"/>
                </a:lnTo>
                <a:lnTo>
                  <a:pt x="70" y="16"/>
                </a:lnTo>
                <a:lnTo>
                  <a:pt x="69" y="17"/>
                </a:lnTo>
                <a:lnTo>
                  <a:pt x="63" y="17"/>
                </a:lnTo>
                <a:lnTo>
                  <a:pt x="66" y="28"/>
                </a:lnTo>
                <a:lnTo>
                  <a:pt x="66" y="28"/>
                </a:lnTo>
                <a:lnTo>
                  <a:pt x="58" y="31"/>
                </a:lnTo>
                <a:lnTo>
                  <a:pt x="55" y="47"/>
                </a:lnTo>
                <a:lnTo>
                  <a:pt x="52" y="50"/>
                </a:lnTo>
                <a:lnTo>
                  <a:pt x="52" y="52"/>
                </a:lnTo>
                <a:lnTo>
                  <a:pt x="12" y="44"/>
                </a:lnTo>
                <a:lnTo>
                  <a:pt x="12" y="44"/>
                </a:lnTo>
                <a:lnTo>
                  <a:pt x="8" y="32"/>
                </a:lnTo>
                <a:lnTo>
                  <a:pt x="0" y="22"/>
                </a:lnTo>
                <a:lnTo>
                  <a:pt x="0" y="20"/>
                </a:lnTo>
                <a:lnTo>
                  <a:pt x="0" y="20"/>
                </a:lnTo>
                <a:lnTo>
                  <a:pt x="5" y="19"/>
                </a:lnTo>
                <a:lnTo>
                  <a:pt x="5" y="19"/>
                </a:lnTo>
                <a:lnTo>
                  <a:pt x="6" y="19"/>
                </a:lnTo>
                <a:lnTo>
                  <a:pt x="6" y="19"/>
                </a:lnTo>
                <a:lnTo>
                  <a:pt x="6" y="25"/>
                </a:lnTo>
                <a:lnTo>
                  <a:pt x="9" y="25"/>
                </a:lnTo>
                <a:lnTo>
                  <a:pt x="9" y="25"/>
                </a:lnTo>
                <a:lnTo>
                  <a:pt x="11" y="28"/>
                </a:lnTo>
                <a:lnTo>
                  <a:pt x="17" y="28"/>
                </a:lnTo>
                <a:lnTo>
                  <a:pt x="21" y="25"/>
                </a:lnTo>
                <a:lnTo>
                  <a:pt x="39" y="26"/>
                </a:lnTo>
                <a:lnTo>
                  <a:pt x="43" y="25"/>
                </a:lnTo>
                <a:lnTo>
                  <a:pt x="43" y="22"/>
                </a:lnTo>
                <a:lnTo>
                  <a:pt x="43" y="22"/>
                </a:lnTo>
                <a:lnTo>
                  <a:pt x="66" y="0"/>
                </a:lnTo>
                <a:lnTo>
                  <a:pt x="66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96" name="YEMEN">
            <a:extLst>
              <a:ext uri="{FF2B5EF4-FFF2-40B4-BE49-F238E27FC236}">
                <a16:creationId xmlns:a16="http://schemas.microsoft.com/office/drawing/2014/main" id="{837CFBFF-AC46-E380-2590-CE1B4A4FAFAC}"/>
              </a:ext>
            </a:extLst>
          </p:cNvPr>
          <p:cNvSpPr>
            <a:spLocks/>
          </p:cNvSpPr>
          <p:nvPr/>
        </p:nvSpPr>
        <p:spPr bwMode="auto">
          <a:xfrm>
            <a:off x="6983352" y="4038388"/>
            <a:ext cx="301985" cy="188193"/>
          </a:xfrm>
          <a:custGeom>
            <a:avLst/>
            <a:gdLst>
              <a:gd name="T0" fmla="*/ 123 w 138"/>
              <a:gd name="T1" fmla="*/ 0 h 86"/>
              <a:gd name="T2" fmla="*/ 125 w 138"/>
              <a:gd name="T3" fmla="*/ 0 h 86"/>
              <a:gd name="T4" fmla="*/ 138 w 138"/>
              <a:gd name="T5" fmla="*/ 33 h 86"/>
              <a:gd name="T6" fmla="*/ 138 w 138"/>
              <a:gd name="T7" fmla="*/ 33 h 86"/>
              <a:gd name="T8" fmla="*/ 129 w 138"/>
              <a:gd name="T9" fmla="*/ 39 h 86"/>
              <a:gd name="T10" fmla="*/ 128 w 138"/>
              <a:gd name="T11" fmla="*/ 46 h 86"/>
              <a:gd name="T12" fmla="*/ 128 w 138"/>
              <a:gd name="T13" fmla="*/ 47 h 86"/>
              <a:gd name="T14" fmla="*/ 92 w 138"/>
              <a:gd name="T15" fmla="*/ 59 h 86"/>
              <a:gd name="T16" fmla="*/ 86 w 138"/>
              <a:gd name="T17" fmla="*/ 62 h 86"/>
              <a:gd name="T18" fmla="*/ 82 w 138"/>
              <a:gd name="T19" fmla="*/ 67 h 86"/>
              <a:gd name="T20" fmla="*/ 70 w 138"/>
              <a:gd name="T21" fmla="*/ 70 h 86"/>
              <a:gd name="T22" fmla="*/ 56 w 138"/>
              <a:gd name="T23" fmla="*/ 77 h 86"/>
              <a:gd name="T24" fmla="*/ 43 w 138"/>
              <a:gd name="T25" fmla="*/ 77 h 86"/>
              <a:gd name="T26" fmla="*/ 31 w 138"/>
              <a:gd name="T27" fmla="*/ 86 h 86"/>
              <a:gd name="T28" fmla="*/ 30 w 138"/>
              <a:gd name="T29" fmla="*/ 86 h 86"/>
              <a:gd name="T30" fmla="*/ 28 w 138"/>
              <a:gd name="T31" fmla="*/ 86 h 86"/>
              <a:gd name="T32" fmla="*/ 24 w 138"/>
              <a:gd name="T33" fmla="*/ 86 h 86"/>
              <a:gd name="T34" fmla="*/ 21 w 138"/>
              <a:gd name="T35" fmla="*/ 86 h 86"/>
              <a:gd name="T36" fmla="*/ 16 w 138"/>
              <a:gd name="T37" fmla="*/ 86 h 86"/>
              <a:gd name="T38" fmla="*/ 14 w 138"/>
              <a:gd name="T39" fmla="*/ 86 h 86"/>
              <a:gd name="T40" fmla="*/ 14 w 138"/>
              <a:gd name="T41" fmla="*/ 86 h 86"/>
              <a:gd name="T42" fmla="*/ 12 w 138"/>
              <a:gd name="T43" fmla="*/ 86 h 86"/>
              <a:gd name="T44" fmla="*/ 9 w 138"/>
              <a:gd name="T45" fmla="*/ 79 h 86"/>
              <a:gd name="T46" fmla="*/ 3 w 138"/>
              <a:gd name="T47" fmla="*/ 53 h 86"/>
              <a:gd name="T48" fmla="*/ 0 w 138"/>
              <a:gd name="T49" fmla="*/ 50 h 86"/>
              <a:gd name="T50" fmla="*/ 0 w 138"/>
              <a:gd name="T51" fmla="*/ 50 h 86"/>
              <a:gd name="T52" fmla="*/ 3 w 138"/>
              <a:gd name="T53" fmla="*/ 42 h 86"/>
              <a:gd name="T54" fmla="*/ 2 w 138"/>
              <a:gd name="T55" fmla="*/ 36 h 86"/>
              <a:gd name="T56" fmla="*/ 2 w 138"/>
              <a:gd name="T57" fmla="*/ 36 h 86"/>
              <a:gd name="T58" fmla="*/ 12 w 138"/>
              <a:gd name="T59" fmla="*/ 27 h 86"/>
              <a:gd name="T60" fmla="*/ 25 w 138"/>
              <a:gd name="T61" fmla="*/ 22 h 86"/>
              <a:gd name="T62" fmla="*/ 49 w 138"/>
              <a:gd name="T63" fmla="*/ 31 h 86"/>
              <a:gd name="T64" fmla="*/ 51 w 138"/>
              <a:gd name="T65" fmla="*/ 33 h 86"/>
              <a:gd name="T66" fmla="*/ 51 w 138"/>
              <a:gd name="T67" fmla="*/ 44 h 86"/>
              <a:gd name="T68" fmla="*/ 82 w 138"/>
              <a:gd name="T69" fmla="*/ 9 h 86"/>
              <a:gd name="T70" fmla="*/ 123 w 138"/>
              <a:gd name="T71" fmla="*/ 0 h 86"/>
              <a:gd name="T72" fmla="*/ 123 w 138"/>
              <a:gd name="T73" fmla="*/ 0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38" h="86">
                <a:moveTo>
                  <a:pt x="123" y="0"/>
                </a:moveTo>
                <a:lnTo>
                  <a:pt x="125" y="0"/>
                </a:lnTo>
                <a:lnTo>
                  <a:pt x="138" y="33"/>
                </a:lnTo>
                <a:lnTo>
                  <a:pt x="138" y="33"/>
                </a:lnTo>
                <a:lnTo>
                  <a:pt x="129" y="39"/>
                </a:lnTo>
                <a:lnTo>
                  <a:pt x="128" y="46"/>
                </a:lnTo>
                <a:lnTo>
                  <a:pt x="128" y="47"/>
                </a:lnTo>
                <a:lnTo>
                  <a:pt x="92" y="59"/>
                </a:lnTo>
                <a:lnTo>
                  <a:pt x="86" y="62"/>
                </a:lnTo>
                <a:lnTo>
                  <a:pt x="82" y="67"/>
                </a:lnTo>
                <a:lnTo>
                  <a:pt x="70" y="70"/>
                </a:lnTo>
                <a:lnTo>
                  <a:pt x="56" y="77"/>
                </a:lnTo>
                <a:lnTo>
                  <a:pt x="43" y="77"/>
                </a:lnTo>
                <a:lnTo>
                  <a:pt x="31" y="86"/>
                </a:lnTo>
                <a:lnTo>
                  <a:pt x="30" y="86"/>
                </a:lnTo>
                <a:lnTo>
                  <a:pt x="28" y="86"/>
                </a:lnTo>
                <a:lnTo>
                  <a:pt x="24" y="86"/>
                </a:lnTo>
                <a:lnTo>
                  <a:pt x="21" y="86"/>
                </a:lnTo>
                <a:lnTo>
                  <a:pt x="16" y="86"/>
                </a:lnTo>
                <a:lnTo>
                  <a:pt x="14" y="86"/>
                </a:lnTo>
                <a:lnTo>
                  <a:pt x="14" y="86"/>
                </a:lnTo>
                <a:lnTo>
                  <a:pt x="12" y="86"/>
                </a:lnTo>
                <a:lnTo>
                  <a:pt x="9" y="79"/>
                </a:lnTo>
                <a:lnTo>
                  <a:pt x="3" y="53"/>
                </a:lnTo>
                <a:lnTo>
                  <a:pt x="0" y="50"/>
                </a:lnTo>
                <a:lnTo>
                  <a:pt x="0" y="50"/>
                </a:lnTo>
                <a:lnTo>
                  <a:pt x="3" y="42"/>
                </a:lnTo>
                <a:lnTo>
                  <a:pt x="2" y="36"/>
                </a:lnTo>
                <a:lnTo>
                  <a:pt x="2" y="36"/>
                </a:lnTo>
                <a:lnTo>
                  <a:pt x="12" y="27"/>
                </a:lnTo>
                <a:lnTo>
                  <a:pt x="25" y="22"/>
                </a:lnTo>
                <a:lnTo>
                  <a:pt x="49" y="31"/>
                </a:lnTo>
                <a:lnTo>
                  <a:pt x="51" y="33"/>
                </a:lnTo>
                <a:lnTo>
                  <a:pt x="51" y="44"/>
                </a:lnTo>
                <a:lnTo>
                  <a:pt x="82" y="9"/>
                </a:lnTo>
                <a:lnTo>
                  <a:pt x="123" y="0"/>
                </a:lnTo>
                <a:lnTo>
                  <a:pt x="123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97" name="IRAN">
            <a:extLst>
              <a:ext uri="{FF2B5EF4-FFF2-40B4-BE49-F238E27FC236}">
                <a16:creationId xmlns:a16="http://schemas.microsoft.com/office/drawing/2014/main" id="{AAC9399A-1955-66F1-A4D1-1A796E2B4BB0}"/>
              </a:ext>
            </a:extLst>
          </p:cNvPr>
          <p:cNvSpPr>
            <a:spLocks/>
          </p:cNvSpPr>
          <p:nvPr/>
        </p:nvSpPr>
        <p:spPr bwMode="auto">
          <a:xfrm>
            <a:off x="7029306" y="3346889"/>
            <a:ext cx="547073" cy="503308"/>
          </a:xfrm>
          <a:custGeom>
            <a:avLst/>
            <a:gdLst>
              <a:gd name="T0" fmla="*/ 7 w 250"/>
              <a:gd name="T1" fmla="*/ 0 h 230"/>
              <a:gd name="T2" fmla="*/ 9 w 250"/>
              <a:gd name="T3" fmla="*/ 3 h 230"/>
              <a:gd name="T4" fmla="*/ 27 w 250"/>
              <a:gd name="T5" fmla="*/ 17 h 230"/>
              <a:gd name="T6" fmla="*/ 38 w 250"/>
              <a:gd name="T7" fmla="*/ 8 h 230"/>
              <a:gd name="T8" fmla="*/ 53 w 250"/>
              <a:gd name="T9" fmla="*/ 6 h 230"/>
              <a:gd name="T10" fmla="*/ 56 w 250"/>
              <a:gd name="T11" fmla="*/ 15 h 230"/>
              <a:gd name="T12" fmla="*/ 52 w 250"/>
              <a:gd name="T13" fmla="*/ 18 h 230"/>
              <a:gd name="T14" fmla="*/ 64 w 250"/>
              <a:gd name="T15" fmla="*/ 24 h 230"/>
              <a:gd name="T16" fmla="*/ 78 w 250"/>
              <a:gd name="T17" fmla="*/ 42 h 230"/>
              <a:gd name="T18" fmla="*/ 99 w 250"/>
              <a:gd name="T19" fmla="*/ 55 h 230"/>
              <a:gd name="T20" fmla="*/ 129 w 250"/>
              <a:gd name="T21" fmla="*/ 49 h 230"/>
              <a:gd name="T22" fmla="*/ 129 w 250"/>
              <a:gd name="T23" fmla="*/ 40 h 230"/>
              <a:gd name="T24" fmla="*/ 147 w 250"/>
              <a:gd name="T25" fmla="*/ 30 h 230"/>
              <a:gd name="T26" fmla="*/ 151 w 250"/>
              <a:gd name="T27" fmla="*/ 30 h 230"/>
              <a:gd name="T28" fmla="*/ 159 w 250"/>
              <a:gd name="T29" fmla="*/ 28 h 230"/>
              <a:gd name="T30" fmla="*/ 166 w 250"/>
              <a:gd name="T31" fmla="*/ 25 h 230"/>
              <a:gd name="T32" fmla="*/ 170 w 250"/>
              <a:gd name="T33" fmla="*/ 25 h 230"/>
              <a:gd name="T34" fmla="*/ 175 w 250"/>
              <a:gd name="T35" fmla="*/ 31 h 230"/>
              <a:gd name="T36" fmla="*/ 199 w 250"/>
              <a:gd name="T37" fmla="*/ 39 h 230"/>
              <a:gd name="T38" fmla="*/ 216 w 250"/>
              <a:gd name="T39" fmla="*/ 55 h 230"/>
              <a:gd name="T40" fmla="*/ 224 w 250"/>
              <a:gd name="T41" fmla="*/ 55 h 230"/>
              <a:gd name="T42" fmla="*/ 222 w 250"/>
              <a:gd name="T43" fmla="*/ 83 h 230"/>
              <a:gd name="T44" fmla="*/ 219 w 250"/>
              <a:gd name="T45" fmla="*/ 92 h 230"/>
              <a:gd name="T46" fmla="*/ 215 w 250"/>
              <a:gd name="T47" fmla="*/ 101 h 230"/>
              <a:gd name="T48" fmla="*/ 218 w 250"/>
              <a:gd name="T49" fmla="*/ 104 h 230"/>
              <a:gd name="T50" fmla="*/ 218 w 250"/>
              <a:gd name="T51" fmla="*/ 131 h 230"/>
              <a:gd name="T52" fmla="*/ 230 w 250"/>
              <a:gd name="T53" fmla="*/ 141 h 230"/>
              <a:gd name="T54" fmla="*/ 228 w 250"/>
              <a:gd name="T55" fmla="*/ 150 h 230"/>
              <a:gd name="T56" fmla="*/ 230 w 250"/>
              <a:gd name="T57" fmla="*/ 177 h 230"/>
              <a:gd name="T58" fmla="*/ 244 w 250"/>
              <a:gd name="T59" fmla="*/ 186 h 230"/>
              <a:gd name="T60" fmla="*/ 250 w 250"/>
              <a:gd name="T61" fmla="*/ 200 h 230"/>
              <a:gd name="T62" fmla="*/ 250 w 250"/>
              <a:gd name="T63" fmla="*/ 202 h 230"/>
              <a:gd name="T64" fmla="*/ 247 w 250"/>
              <a:gd name="T65" fmla="*/ 208 h 230"/>
              <a:gd name="T66" fmla="*/ 233 w 250"/>
              <a:gd name="T67" fmla="*/ 217 h 230"/>
              <a:gd name="T68" fmla="*/ 228 w 250"/>
              <a:gd name="T69" fmla="*/ 230 h 230"/>
              <a:gd name="T70" fmla="*/ 173 w 250"/>
              <a:gd name="T71" fmla="*/ 223 h 230"/>
              <a:gd name="T72" fmla="*/ 161 w 250"/>
              <a:gd name="T73" fmla="*/ 202 h 230"/>
              <a:gd name="T74" fmla="*/ 124 w 250"/>
              <a:gd name="T75" fmla="*/ 208 h 230"/>
              <a:gd name="T76" fmla="*/ 121 w 250"/>
              <a:gd name="T77" fmla="*/ 205 h 230"/>
              <a:gd name="T78" fmla="*/ 108 w 250"/>
              <a:gd name="T79" fmla="*/ 196 h 230"/>
              <a:gd name="T80" fmla="*/ 95 w 250"/>
              <a:gd name="T81" fmla="*/ 190 h 230"/>
              <a:gd name="T82" fmla="*/ 84 w 250"/>
              <a:gd name="T83" fmla="*/ 172 h 230"/>
              <a:gd name="T84" fmla="*/ 71 w 250"/>
              <a:gd name="T85" fmla="*/ 160 h 230"/>
              <a:gd name="T86" fmla="*/ 71 w 250"/>
              <a:gd name="T87" fmla="*/ 160 h 230"/>
              <a:gd name="T88" fmla="*/ 59 w 250"/>
              <a:gd name="T89" fmla="*/ 159 h 230"/>
              <a:gd name="T90" fmla="*/ 59 w 250"/>
              <a:gd name="T91" fmla="*/ 159 h 230"/>
              <a:gd name="T92" fmla="*/ 50 w 250"/>
              <a:gd name="T93" fmla="*/ 151 h 230"/>
              <a:gd name="T94" fmla="*/ 46 w 250"/>
              <a:gd name="T95" fmla="*/ 144 h 230"/>
              <a:gd name="T96" fmla="*/ 46 w 250"/>
              <a:gd name="T97" fmla="*/ 131 h 230"/>
              <a:gd name="T98" fmla="*/ 25 w 250"/>
              <a:gd name="T99" fmla="*/ 111 h 230"/>
              <a:gd name="T100" fmla="*/ 16 w 250"/>
              <a:gd name="T101" fmla="*/ 97 h 230"/>
              <a:gd name="T102" fmla="*/ 25 w 250"/>
              <a:gd name="T103" fmla="*/ 77 h 230"/>
              <a:gd name="T104" fmla="*/ 28 w 250"/>
              <a:gd name="T105" fmla="*/ 68 h 230"/>
              <a:gd name="T106" fmla="*/ 9 w 250"/>
              <a:gd name="T107" fmla="*/ 52 h 230"/>
              <a:gd name="T108" fmla="*/ 9 w 250"/>
              <a:gd name="T109" fmla="*/ 40 h 230"/>
              <a:gd name="T110" fmla="*/ 1 w 250"/>
              <a:gd name="T111" fmla="*/ 34 h 230"/>
              <a:gd name="T112" fmla="*/ 0 w 250"/>
              <a:gd name="T113" fmla="*/ 9 h 230"/>
              <a:gd name="T114" fmla="*/ 6 w 250"/>
              <a:gd name="T115" fmla="*/ 2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50" h="230">
                <a:moveTo>
                  <a:pt x="7" y="0"/>
                </a:moveTo>
                <a:lnTo>
                  <a:pt x="7" y="0"/>
                </a:lnTo>
                <a:lnTo>
                  <a:pt x="7" y="2"/>
                </a:lnTo>
                <a:lnTo>
                  <a:pt x="9" y="3"/>
                </a:lnTo>
                <a:lnTo>
                  <a:pt x="18" y="17"/>
                </a:lnTo>
                <a:lnTo>
                  <a:pt x="27" y="17"/>
                </a:lnTo>
                <a:lnTo>
                  <a:pt x="34" y="17"/>
                </a:lnTo>
                <a:lnTo>
                  <a:pt x="38" y="8"/>
                </a:lnTo>
                <a:lnTo>
                  <a:pt x="49" y="5"/>
                </a:lnTo>
                <a:lnTo>
                  <a:pt x="53" y="6"/>
                </a:lnTo>
                <a:lnTo>
                  <a:pt x="53" y="6"/>
                </a:lnTo>
                <a:lnTo>
                  <a:pt x="56" y="15"/>
                </a:lnTo>
                <a:lnTo>
                  <a:pt x="55" y="15"/>
                </a:lnTo>
                <a:lnTo>
                  <a:pt x="52" y="18"/>
                </a:lnTo>
                <a:lnTo>
                  <a:pt x="62" y="24"/>
                </a:lnTo>
                <a:lnTo>
                  <a:pt x="64" y="24"/>
                </a:lnTo>
                <a:lnTo>
                  <a:pt x="67" y="39"/>
                </a:lnTo>
                <a:lnTo>
                  <a:pt x="78" y="42"/>
                </a:lnTo>
                <a:lnTo>
                  <a:pt x="87" y="49"/>
                </a:lnTo>
                <a:lnTo>
                  <a:pt x="99" y="55"/>
                </a:lnTo>
                <a:lnTo>
                  <a:pt x="120" y="51"/>
                </a:lnTo>
                <a:lnTo>
                  <a:pt x="129" y="49"/>
                </a:lnTo>
                <a:lnTo>
                  <a:pt x="127" y="42"/>
                </a:lnTo>
                <a:lnTo>
                  <a:pt x="129" y="40"/>
                </a:lnTo>
                <a:lnTo>
                  <a:pt x="136" y="39"/>
                </a:lnTo>
                <a:lnTo>
                  <a:pt x="147" y="30"/>
                </a:lnTo>
                <a:lnTo>
                  <a:pt x="148" y="30"/>
                </a:lnTo>
                <a:lnTo>
                  <a:pt x="151" y="30"/>
                </a:lnTo>
                <a:lnTo>
                  <a:pt x="154" y="28"/>
                </a:lnTo>
                <a:lnTo>
                  <a:pt x="159" y="28"/>
                </a:lnTo>
                <a:lnTo>
                  <a:pt x="163" y="27"/>
                </a:lnTo>
                <a:lnTo>
                  <a:pt x="166" y="25"/>
                </a:lnTo>
                <a:lnTo>
                  <a:pt x="169" y="25"/>
                </a:lnTo>
                <a:lnTo>
                  <a:pt x="170" y="25"/>
                </a:lnTo>
                <a:lnTo>
                  <a:pt x="170" y="25"/>
                </a:lnTo>
                <a:lnTo>
                  <a:pt x="175" y="31"/>
                </a:lnTo>
                <a:lnTo>
                  <a:pt x="199" y="37"/>
                </a:lnTo>
                <a:lnTo>
                  <a:pt x="199" y="39"/>
                </a:lnTo>
                <a:lnTo>
                  <a:pt x="202" y="45"/>
                </a:lnTo>
                <a:lnTo>
                  <a:pt x="216" y="55"/>
                </a:lnTo>
                <a:lnTo>
                  <a:pt x="224" y="55"/>
                </a:lnTo>
                <a:lnTo>
                  <a:pt x="224" y="55"/>
                </a:lnTo>
                <a:lnTo>
                  <a:pt x="225" y="68"/>
                </a:lnTo>
                <a:lnTo>
                  <a:pt x="222" y="83"/>
                </a:lnTo>
                <a:lnTo>
                  <a:pt x="219" y="92"/>
                </a:lnTo>
                <a:lnTo>
                  <a:pt x="219" y="92"/>
                </a:lnTo>
                <a:lnTo>
                  <a:pt x="215" y="95"/>
                </a:lnTo>
                <a:lnTo>
                  <a:pt x="215" y="101"/>
                </a:lnTo>
                <a:lnTo>
                  <a:pt x="218" y="104"/>
                </a:lnTo>
                <a:lnTo>
                  <a:pt x="218" y="104"/>
                </a:lnTo>
                <a:lnTo>
                  <a:pt x="215" y="114"/>
                </a:lnTo>
                <a:lnTo>
                  <a:pt x="218" y="131"/>
                </a:lnTo>
                <a:lnTo>
                  <a:pt x="225" y="134"/>
                </a:lnTo>
                <a:lnTo>
                  <a:pt x="230" y="141"/>
                </a:lnTo>
                <a:lnTo>
                  <a:pt x="231" y="141"/>
                </a:lnTo>
                <a:lnTo>
                  <a:pt x="228" y="150"/>
                </a:lnTo>
                <a:lnTo>
                  <a:pt x="221" y="162"/>
                </a:lnTo>
                <a:lnTo>
                  <a:pt x="230" y="177"/>
                </a:lnTo>
                <a:lnTo>
                  <a:pt x="244" y="186"/>
                </a:lnTo>
                <a:lnTo>
                  <a:pt x="244" y="186"/>
                </a:lnTo>
                <a:lnTo>
                  <a:pt x="244" y="197"/>
                </a:lnTo>
                <a:lnTo>
                  <a:pt x="250" y="200"/>
                </a:lnTo>
                <a:lnTo>
                  <a:pt x="250" y="200"/>
                </a:lnTo>
                <a:lnTo>
                  <a:pt x="250" y="202"/>
                </a:lnTo>
                <a:lnTo>
                  <a:pt x="247" y="208"/>
                </a:lnTo>
                <a:lnTo>
                  <a:pt x="247" y="208"/>
                </a:lnTo>
                <a:lnTo>
                  <a:pt x="237" y="212"/>
                </a:lnTo>
                <a:lnTo>
                  <a:pt x="233" y="217"/>
                </a:lnTo>
                <a:lnTo>
                  <a:pt x="230" y="230"/>
                </a:lnTo>
                <a:lnTo>
                  <a:pt x="228" y="230"/>
                </a:lnTo>
                <a:lnTo>
                  <a:pt x="173" y="223"/>
                </a:lnTo>
                <a:lnTo>
                  <a:pt x="173" y="223"/>
                </a:lnTo>
                <a:lnTo>
                  <a:pt x="167" y="205"/>
                </a:lnTo>
                <a:lnTo>
                  <a:pt x="161" y="202"/>
                </a:lnTo>
                <a:lnTo>
                  <a:pt x="138" y="211"/>
                </a:lnTo>
                <a:lnTo>
                  <a:pt x="124" y="208"/>
                </a:lnTo>
                <a:lnTo>
                  <a:pt x="123" y="208"/>
                </a:lnTo>
                <a:lnTo>
                  <a:pt x="121" y="205"/>
                </a:lnTo>
                <a:lnTo>
                  <a:pt x="113" y="202"/>
                </a:lnTo>
                <a:lnTo>
                  <a:pt x="108" y="196"/>
                </a:lnTo>
                <a:lnTo>
                  <a:pt x="96" y="191"/>
                </a:lnTo>
                <a:lnTo>
                  <a:pt x="95" y="190"/>
                </a:lnTo>
                <a:lnTo>
                  <a:pt x="89" y="177"/>
                </a:lnTo>
                <a:lnTo>
                  <a:pt x="84" y="172"/>
                </a:lnTo>
                <a:lnTo>
                  <a:pt x="77" y="157"/>
                </a:lnTo>
                <a:lnTo>
                  <a:pt x="71" y="160"/>
                </a:lnTo>
                <a:lnTo>
                  <a:pt x="71" y="160"/>
                </a:lnTo>
                <a:lnTo>
                  <a:pt x="71" y="160"/>
                </a:lnTo>
                <a:lnTo>
                  <a:pt x="62" y="151"/>
                </a:lnTo>
                <a:lnTo>
                  <a:pt x="59" y="159"/>
                </a:lnTo>
                <a:lnTo>
                  <a:pt x="59" y="159"/>
                </a:lnTo>
                <a:lnTo>
                  <a:pt x="59" y="159"/>
                </a:lnTo>
                <a:lnTo>
                  <a:pt x="59" y="159"/>
                </a:lnTo>
                <a:lnTo>
                  <a:pt x="50" y="151"/>
                </a:lnTo>
                <a:lnTo>
                  <a:pt x="49" y="146"/>
                </a:lnTo>
                <a:lnTo>
                  <a:pt x="46" y="144"/>
                </a:lnTo>
                <a:lnTo>
                  <a:pt x="44" y="143"/>
                </a:lnTo>
                <a:lnTo>
                  <a:pt x="46" y="131"/>
                </a:lnTo>
                <a:lnTo>
                  <a:pt x="41" y="122"/>
                </a:lnTo>
                <a:lnTo>
                  <a:pt x="25" y="111"/>
                </a:lnTo>
                <a:lnTo>
                  <a:pt x="16" y="97"/>
                </a:lnTo>
                <a:lnTo>
                  <a:pt x="16" y="97"/>
                </a:lnTo>
                <a:lnTo>
                  <a:pt x="19" y="88"/>
                </a:lnTo>
                <a:lnTo>
                  <a:pt x="25" y="77"/>
                </a:lnTo>
                <a:lnTo>
                  <a:pt x="25" y="73"/>
                </a:lnTo>
                <a:lnTo>
                  <a:pt x="28" y="68"/>
                </a:lnTo>
                <a:lnTo>
                  <a:pt x="18" y="64"/>
                </a:lnTo>
                <a:lnTo>
                  <a:pt x="9" y="52"/>
                </a:lnTo>
                <a:lnTo>
                  <a:pt x="9" y="45"/>
                </a:lnTo>
                <a:lnTo>
                  <a:pt x="9" y="40"/>
                </a:lnTo>
                <a:lnTo>
                  <a:pt x="3" y="36"/>
                </a:lnTo>
                <a:lnTo>
                  <a:pt x="1" y="34"/>
                </a:lnTo>
                <a:lnTo>
                  <a:pt x="1" y="15"/>
                </a:lnTo>
                <a:lnTo>
                  <a:pt x="0" y="9"/>
                </a:lnTo>
                <a:lnTo>
                  <a:pt x="0" y="8"/>
                </a:lnTo>
                <a:lnTo>
                  <a:pt x="6" y="2"/>
                </a:lnTo>
                <a:lnTo>
                  <a:pt x="7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798" name="ARMENIA">
            <a:extLst>
              <a:ext uri="{FF2B5EF4-FFF2-40B4-BE49-F238E27FC236}">
                <a16:creationId xmlns:a16="http://schemas.microsoft.com/office/drawing/2014/main" id="{FC82C190-A230-9E84-08F6-2B7B11236B17}"/>
              </a:ext>
            </a:extLst>
          </p:cNvPr>
          <p:cNvSpPr>
            <a:spLocks/>
          </p:cNvSpPr>
          <p:nvPr/>
        </p:nvSpPr>
        <p:spPr bwMode="auto">
          <a:xfrm>
            <a:off x="7009612" y="3292180"/>
            <a:ext cx="94097" cy="94097"/>
          </a:xfrm>
          <a:custGeom>
            <a:avLst/>
            <a:gdLst>
              <a:gd name="T0" fmla="*/ 22 w 43"/>
              <a:gd name="T1" fmla="*/ 0 h 43"/>
              <a:gd name="T2" fmla="*/ 22 w 43"/>
              <a:gd name="T3" fmla="*/ 0 h 43"/>
              <a:gd name="T4" fmla="*/ 25 w 43"/>
              <a:gd name="T5" fmla="*/ 4 h 43"/>
              <a:gd name="T6" fmla="*/ 28 w 43"/>
              <a:gd name="T7" fmla="*/ 6 h 43"/>
              <a:gd name="T8" fmla="*/ 30 w 43"/>
              <a:gd name="T9" fmla="*/ 6 h 43"/>
              <a:gd name="T10" fmla="*/ 28 w 43"/>
              <a:gd name="T11" fmla="*/ 13 h 43"/>
              <a:gd name="T12" fmla="*/ 34 w 43"/>
              <a:gd name="T13" fmla="*/ 18 h 43"/>
              <a:gd name="T14" fmla="*/ 34 w 43"/>
              <a:gd name="T15" fmla="*/ 18 h 43"/>
              <a:gd name="T16" fmla="*/ 33 w 43"/>
              <a:gd name="T17" fmla="*/ 24 h 43"/>
              <a:gd name="T18" fmla="*/ 37 w 43"/>
              <a:gd name="T19" fmla="*/ 28 h 43"/>
              <a:gd name="T20" fmla="*/ 42 w 43"/>
              <a:gd name="T21" fmla="*/ 28 h 43"/>
              <a:gd name="T22" fmla="*/ 42 w 43"/>
              <a:gd name="T23" fmla="*/ 30 h 43"/>
              <a:gd name="T24" fmla="*/ 42 w 43"/>
              <a:gd name="T25" fmla="*/ 36 h 43"/>
              <a:gd name="T26" fmla="*/ 42 w 43"/>
              <a:gd name="T27" fmla="*/ 37 h 43"/>
              <a:gd name="T28" fmla="*/ 40 w 43"/>
              <a:gd name="T29" fmla="*/ 37 h 43"/>
              <a:gd name="T30" fmla="*/ 43 w 43"/>
              <a:gd name="T31" fmla="*/ 42 h 43"/>
              <a:gd name="T32" fmla="*/ 43 w 43"/>
              <a:gd name="T33" fmla="*/ 43 h 43"/>
              <a:gd name="T34" fmla="*/ 43 w 43"/>
              <a:gd name="T35" fmla="*/ 43 h 43"/>
              <a:gd name="T36" fmla="*/ 34 w 43"/>
              <a:gd name="T37" fmla="*/ 43 h 43"/>
              <a:gd name="T38" fmla="*/ 34 w 43"/>
              <a:gd name="T39" fmla="*/ 43 h 43"/>
              <a:gd name="T40" fmla="*/ 31 w 43"/>
              <a:gd name="T41" fmla="*/ 31 h 43"/>
              <a:gd name="T42" fmla="*/ 27 w 43"/>
              <a:gd name="T43" fmla="*/ 31 h 43"/>
              <a:gd name="T44" fmla="*/ 22 w 43"/>
              <a:gd name="T45" fmla="*/ 28 h 43"/>
              <a:gd name="T46" fmla="*/ 18 w 43"/>
              <a:gd name="T47" fmla="*/ 30 h 43"/>
              <a:gd name="T48" fmla="*/ 18 w 43"/>
              <a:gd name="T49" fmla="*/ 30 h 43"/>
              <a:gd name="T50" fmla="*/ 16 w 43"/>
              <a:gd name="T51" fmla="*/ 30 h 43"/>
              <a:gd name="T52" fmla="*/ 15 w 43"/>
              <a:gd name="T53" fmla="*/ 27 h 43"/>
              <a:gd name="T54" fmla="*/ 6 w 43"/>
              <a:gd name="T55" fmla="*/ 21 h 43"/>
              <a:gd name="T56" fmla="*/ 0 w 43"/>
              <a:gd name="T57" fmla="*/ 6 h 43"/>
              <a:gd name="T58" fmla="*/ 0 w 43"/>
              <a:gd name="T59" fmla="*/ 6 h 43"/>
              <a:gd name="T60" fmla="*/ 2 w 43"/>
              <a:gd name="T61" fmla="*/ 6 h 43"/>
              <a:gd name="T62" fmla="*/ 19 w 43"/>
              <a:gd name="T63" fmla="*/ 0 h 43"/>
              <a:gd name="T64" fmla="*/ 21 w 43"/>
              <a:gd name="T65" fmla="*/ 0 h 43"/>
              <a:gd name="T66" fmla="*/ 22 w 43"/>
              <a:gd name="T67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3" h="43">
                <a:moveTo>
                  <a:pt x="22" y="0"/>
                </a:moveTo>
                <a:lnTo>
                  <a:pt x="22" y="0"/>
                </a:lnTo>
                <a:lnTo>
                  <a:pt x="25" y="4"/>
                </a:lnTo>
                <a:lnTo>
                  <a:pt x="28" y="6"/>
                </a:lnTo>
                <a:lnTo>
                  <a:pt x="30" y="6"/>
                </a:lnTo>
                <a:lnTo>
                  <a:pt x="28" y="13"/>
                </a:lnTo>
                <a:lnTo>
                  <a:pt x="34" y="18"/>
                </a:lnTo>
                <a:lnTo>
                  <a:pt x="34" y="18"/>
                </a:lnTo>
                <a:lnTo>
                  <a:pt x="33" y="24"/>
                </a:lnTo>
                <a:lnTo>
                  <a:pt x="37" y="28"/>
                </a:lnTo>
                <a:lnTo>
                  <a:pt x="42" y="28"/>
                </a:lnTo>
                <a:lnTo>
                  <a:pt x="42" y="30"/>
                </a:lnTo>
                <a:lnTo>
                  <a:pt x="42" y="36"/>
                </a:lnTo>
                <a:lnTo>
                  <a:pt x="42" y="37"/>
                </a:lnTo>
                <a:lnTo>
                  <a:pt x="40" y="37"/>
                </a:lnTo>
                <a:lnTo>
                  <a:pt x="43" y="42"/>
                </a:lnTo>
                <a:lnTo>
                  <a:pt x="43" y="43"/>
                </a:lnTo>
                <a:lnTo>
                  <a:pt x="43" y="43"/>
                </a:lnTo>
                <a:lnTo>
                  <a:pt x="34" y="43"/>
                </a:lnTo>
                <a:lnTo>
                  <a:pt x="34" y="43"/>
                </a:lnTo>
                <a:lnTo>
                  <a:pt x="31" y="31"/>
                </a:lnTo>
                <a:lnTo>
                  <a:pt x="27" y="31"/>
                </a:lnTo>
                <a:lnTo>
                  <a:pt x="22" y="28"/>
                </a:lnTo>
                <a:lnTo>
                  <a:pt x="18" y="30"/>
                </a:lnTo>
                <a:lnTo>
                  <a:pt x="18" y="30"/>
                </a:lnTo>
                <a:lnTo>
                  <a:pt x="16" y="30"/>
                </a:lnTo>
                <a:lnTo>
                  <a:pt x="15" y="27"/>
                </a:lnTo>
                <a:lnTo>
                  <a:pt x="6" y="21"/>
                </a:lnTo>
                <a:lnTo>
                  <a:pt x="0" y="6"/>
                </a:lnTo>
                <a:lnTo>
                  <a:pt x="0" y="6"/>
                </a:lnTo>
                <a:lnTo>
                  <a:pt x="2" y="6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5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grpSp>
        <p:nvGrpSpPr>
          <p:cNvPr id="799" name="AZERBAIJAN">
            <a:extLst>
              <a:ext uri="{FF2B5EF4-FFF2-40B4-BE49-F238E27FC236}">
                <a16:creationId xmlns:a16="http://schemas.microsoft.com/office/drawing/2014/main" id="{0895A00D-2F12-A80F-9E66-CE7E45CA041E}"/>
              </a:ext>
            </a:extLst>
          </p:cNvPr>
          <p:cNvGrpSpPr/>
          <p:nvPr userDrawn="1"/>
        </p:nvGrpSpPr>
        <p:grpSpPr>
          <a:xfrm>
            <a:off x="7044624" y="3265921"/>
            <a:ext cx="161935" cy="135674"/>
            <a:chOff x="13671809" y="5299906"/>
            <a:chExt cx="255644" cy="214186"/>
          </a:xfrm>
        </p:grpSpPr>
        <p:sp>
          <p:nvSpPr>
            <p:cNvPr id="875" name="AZERBAIJAN">
              <a:extLst>
                <a:ext uri="{FF2B5EF4-FFF2-40B4-BE49-F238E27FC236}">
                  <a16:creationId xmlns:a16="http://schemas.microsoft.com/office/drawing/2014/main" id="{F1B39A66-7369-DB66-784D-18F0C38F1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1809" y="5434637"/>
              <a:ext cx="69092" cy="55274"/>
            </a:xfrm>
            <a:custGeom>
              <a:avLst/>
              <a:gdLst>
                <a:gd name="T0" fmla="*/ 6 w 20"/>
                <a:gd name="T1" fmla="*/ 0 h 16"/>
                <a:gd name="T2" fmla="*/ 6 w 20"/>
                <a:gd name="T3" fmla="*/ 0 h 16"/>
                <a:gd name="T4" fmla="*/ 11 w 20"/>
                <a:gd name="T5" fmla="*/ 3 h 16"/>
                <a:gd name="T6" fmla="*/ 15 w 20"/>
                <a:gd name="T7" fmla="*/ 3 h 16"/>
                <a:gd name="T8" fmla="*/ 17 w 20"/>
                <a:gd name="T9" fmla="*/ 3 h 16"/>
                <a:gd name="T10" fmla="*/ 20 w 20"/>
                <a:gd name="T11" fmla="*/ 15 h 16"/>
                <a:gd name="T12" fmla="*/ 20 w 20"/>
                <a:gd name="T13" fmla="*/ 16 h 16"/>
                <a:gd name="T14" fmla="*/ 18 w 20"/>
                <a:gd name="T15" fmla="*/ 16 h 16"/>
                <a:gd name="T16" fmla="*/ 11 w 20"/>
                <a:gd name="T17" fmla="*/ 16 h 16"/>
                <a:gd name="T18" fmla="*/ 11 w 20"/>
                <a:gd name="T19" fmla="*/ 15 h 16"/>
                <a:gd name="T20" fmla="*/ 0 w 20"/>
                <a:gd name="T21" fmla="*/ 3 h 16"/>
                <a:gd name="T22" fmla="*/ 0 w 20"/>
                <a:gd name="T23" fmla="*/ 3 h 16"/>
                <a:gd name="T24" fmla="*/ 2 w 20"/>
                <a:gd name="T25" fmla="*/ 1 h 16"/>
                <a:gd name="T26" fmla="*/ 5 w 20"/>
                <a:gd name="T27" fmla="*/ 0 h 16"/>
                <a:gd name="T28" fmla="*/ 6 w 20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6">
                  <a:moveTo>
                    <a:pt x="6" y="0"/>
                  </a:moveTo>
                  <a:lnTo>
                    <a:pt x="6" y="0"/>
                  </a:lnTo>
                  <a:lnTo>
                    <a:pt x="11" y="3"/>
                  </a:lnTo>
                  <a:lnTo>
                    <a:pt x="15" y="3"/>
                  </a:lnTo>
                  <a:lnTo>
                    <a:pt x="17" y="3"/>
                  </a:lnTo>
                  <a:lnTo>
                    <a:pt x="20" y="15"/>
                  </a:lnTo>
                  <a:lnTo>
                    <a:pt x="20" y="16"/>
                  </a:lnTo>
                  <a:lnTo>
                    <a:pt x="18" y="16"/>
                  </a:lnTo>
                  <a:lnTo>
                    <a:pt x="11" y="16"/>
                  </a:lnTo>
                  <a:lnTo>
                    <a:pt x="11" y="15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1"/>
                  </a:lnTo>
                  <a:lnTo>
                    <a:pt x="5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accent5"/>
            </a:solidFill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76" name="AZERBAIJAN">
              <a:extLst>
                <a:ext uri="{FF2B5EF4-FFF2-40B4-BE49-F238E27FC236}">
                  <a16:creationId xmlns:a16="http://schemas.microsoft.com/office/drawing/2014/main" id="{AF0C2CF7-B52A-43BC-E9D6-F6834AFAC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9083" y="5299906"/>
              <a:ext cx="238370" cy="214186"/>
            </a:xfrm>
            <a:custGeom>
              <a:avLst/>
              <a:gdLst>
                <a:gd name="T0" fmla="*/ 19 w 69"/>
                <a:gd name="T1" fmla="*/ 0 h 62"/>
                <a:gd name="T2" fmla="*/ 31 w 69"/>
                <a:gd name="T3" fmla="*/ 12 h 62"/>
                <a:gd name="T4" fmla="*/ 44 w 69"/>
                <a:gd name="T5" fmla="*/ 3 h 62"/>
                <a:gd name="T6" fmla="*/ 44 w 69"/>
                <a:gd name="T7" fmla="*/ 3 h 62"/>
                <a:gd name="T8" fmla="*/ 52 w 69"/>
                <a:gd name="T9" fmla="*/ 9 h 62"/>
                <a:gd name="T10" fmla="*/ 68 w 69"/>
                <a:gd name="T11" fmla="*/ 25 h 62"/>
                <a:gd name="T12" fmla="*/ 69 w 69"/>
                <a:gd name="T13" fmla="*/ 30 h 62"/>
                <a:gd name="T14" fmla="*/ 69 w 69"/>
                <a:gd name="T15" fmla="*/ 31 h 62"/>
                <a:gd name="T16" fmla="*/ 64 w 69"/>
                <a:gd name="T17" fmla="*/ 30 h 62"/>
                <a:gd name="T18" fmla="*/ 56 w 69"/>
                <a:gd name="T19" fmla="*/ 52 h 62"/>
                <a:gd name="T20" fmla="*/ 55 w 69"/>
                <a:gd name="T21" fmla="*/ 52 h 62"/>
                <a:gd name="T22" fmla="*/ 52 w 69"/>
                <a:gd name="T23" fmla="*/ 51 h 62"/>
                <a:gd name="T24" fmla="*/ 50 w 69"/>
                <a:gd name="T25" fmla="*/ 62 h 62"/>
                <a:gd name="T26" fmla="*/ 50 w 69"/>
                <a:gd name="T27" fmla="*/ 62 h 62"/>
                <a:gd name="T28" fmla="*/ 38 w 69"/>
                <a:gd name="T29" fmla="*/ 55 h 62"/>
                <a:gd name="T30" fmla="*/ 43 w 69"/>
                <a:gd name="T31" fmla="*/ 52 h 62"/>
                <a:gd name="T32" fmla="*/ 37 w 69"/>
                <a:gd name="T33" fmla="*/ 43 h 62"/>
                <a:gd name="T34" fmla="*/ 22 w 69"/>
                <a:gd name="T35" fmla="*/ 55 h 62"/>
                <a:gd name="T36" fmla="*/ 22 w 69"/>
                <a:gd name="T37" fmla="*/ 55 h 62"/>
                <a:gd name="T38" fmla="*/ 18 w 69"/>
                <a:gd name="T39" fmla="*/ 49 h 62"/>
                <a:gd name="T40" fmla="*/ 18 w 69"/>
                <a:gd name="T41" fmla="*/ 48 h 62"/>
                <a:gd name="T42" fmla="*/ 19 w 69"/>
                <a:gd name="T43" fmla="*/ 42 h 62"/>
                <a:gd name="T44" fmla="*/ 16 w 69"/>
                <a:gd name="T45" fmla="*/ 42 h 62"/>
                <a:gd name="T46" fmla="*/ 10 w 69"/>
                <a:gd name="T47" fmla="*/ 36 h 62"/>
                <a:gd name="T48" fmla="*/ 6 w 69"/>
                <a:gd name="T49" fmla="*/ 25 h 62"/>
                <a:gd name="T50" fmla="*/ 7 w 69"/>
                <a:gd name="T51" fmla="*/ 18 h 62"/>
                <a:gd name="T52" fmla="*/ 3 w 69"/>
                <a:gd name="T53" fmla="*/ 16 h 62"/>
                <a:gd name="T54" fmla="*/ 0 w 69"/>
                <a:gd name="T55" fmla="*/ 12 h 62"/>
                <a:gd name="T56" fmla="*/ 6 w 69"/>
                <a:gd name="T57" fmla="*/ 9 h 62"/>
                <a:gd name="T58" fmla="*/ 21 w 69"/>
                <a:gd name="T59" fmla="*/ 13 h 62"/>
                <a:gd name="T60" fmla="*/ 16 w 69"/>
                <a:gd name="T61" fmla="*/ 6 h 62"/>
                <a:gd name="T62" fmla="*/ 19 w 69"/>
                <a:gd name="T63" fmla="*/ 2 h 62"/>
                <a:gd name="T64" fmla="*/ 19 w 69"/>
                <a:gd name="T6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9" h="62">
                  <a:moveTo>
                    <a:pt x="19" y="0"/>
                  </a:moveTo>
                  <a:lnTo>
                    <a:pt x="19" y="0"/>
                  </a:lnTo>
                  <a:lnTo>
                    <a:pt x="29" y="6"/>
                  </a:lnTo>
                  <a:lnTo>
                    <a:pt x="31" y="12"/>
                  </a:lnTo>
                  <a:lnTo>
                    <a:pt x="38" y="12"/>
                  </a:lnTo>
                  <a:lnTo>
                    <a:pt x="44" y="3"/>
                  </a:lnTo>
                  <a:lnTo>
                    <a:pt x="44" y="3"/>
                  </a:lnTo>
                  <a:lnTo>
                    <a:pt x="44" y="3"/>
                  </a:lnTo>
                  <a:lnTo>
                    <a:pt x="46" y="3"/>
                  </a:lnTo>
                  <a:lnTo>
                    <a:pt x="52" y="9"/>
                  </a:lnTo>
                  <a:lnTo>
                    <a:pt x="61" y="24"/>
                  </a:lnTo>
                  <a:lnTo>
                    <a:pt x="68" y="25"/>
                  </a:lnTo>
                  <a:lnTo>
                    <a:pt x="68" y="25"/>
                  </a:lnTo>
                  <a:lnTo>
                    <a:pt x="69" y="30"/>
                  </a:lnTo>
                  <a:lnTo>
                    <a:pt x="69" y="30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64" y="30"/>
                  </a:lnTo>
                  <a:lnTo>
                    <a:pt x="61" y="33"/>
                  </a:lnTo>
                  <a:lnTo>
                    <a:pt x="56" y="52"/>
                  </a:lnTo>
                  <a:lnTo>
                    <a:pt x="55" y="52"/>
                  </a:lnTo>
                  <a:lnTo>
                    <a:pt x="55" y="52"/>
                  </a:lnTo>
                  <a:lnTo>
                    <a:pt x="55" y="52"/>
                  </a:lnTo>
                  <a:lnTo>
                    <a:pt x="52" y="51"/>
                  </a:lnTo>
                  <a:lnTo>
                    <a:pt x="52" y="61"/>
                  </a:lnTo>
                  <a:lnTo>
                    <a:pt x="50" y="62"/>
                  </a:lnTo>
                  <a:lnTo>
                    <a:pt x="50" y="62"/>
                  </a:lnTo>
                  <a:lnTo>
                    <a:pt x="50" y="62"/>
                  </a:lnTo>
                  <a:lnTo>
                    <a:pt x="38" y="55"/>
                  </a:lnTo>
                  <a:lnTo>
                    <a:pt x="38" y="55"/>
                  </a:lnTo>
                  <a:lnTo>
                    <a:pt x="38" y="55"/>
                  </a:lnTo>
                  <a:lnTo>
                    <a:pt x="43" y="52"/>
                  </a:lnTo>
                  <a:lnTo>
                    <a:pt x="40" y="43"/>
                  </a:lnTo>
                  <a:lnTo>
                    <a:pt x="37" y="43"/>
                  </a:lnTo>
                  <a:lnTo>
                    <a:pt x="28" y="46"/>
                  </a:lnTo>
                  <a:lnTo>
                    <a:pt x="22" y="55"/>
                  </a:lnTo>
                  <a:lnTo>
                    <a:pt x="22" y="55"/>
                  </a:lnTo>
                  <a:lnTo>
                    <a:pt x="22" y="55"/>
                  </a:lnTo>
                  <a:lnTo>
                    <a:pt x="21" y="55"/>
                  </a:lnTo>
                  <a:lnTo>
                    <a:pt x="18" y="49"/>
                  </a:lnTo>
                  <a:lnTo>
                    <a:pt x="18" y="48"/>
                  </a:lnTo>
                  <a:lnTo>
                    <a:pt x="18" y="48"/>
                  </a:lnTo>
                  <a:lnTo>
                    <a:pt x="19" y="48"/>
                  </a:lnTo>
                  <a:lnTo>
                    <a:pt x="19" y="42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12" y="30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7" y="18"/>
                  </a:lnTo>
                  <a:lnTo>
                    <a:pt x="3" y="18"/>
                  </a:lnTo>
                  <a:lnTo>
                    <a:pt x="3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4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21" y="13"/>
                  </a:lnTo>
                  <a:lnTo>
                    <a:pt x="21" y="12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9" y="2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chemeClr val="accent5"/>
            </a:solidFill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</p:grpSp>
      <p:sp>
        <p:nvSpPr>
          <p:cNvPr id="800" name="GEORGIA">
            <a:extLst>
              <a:ext uri="{FF2B5EF4-FFF2-40B4-BE49-F238E27FC236}">
                <a16:creationId xmlns:a16="http://schemas.microsoft.com/office/drawing/2014/main" id="{B53A9A51-2C1F-46AA-49C3-9E89327EBE5F}"/>
              </a:ext>
            </a:extLst>
          </p:cNvPr>
          <p:cNvSpPr>
            <a:spLocks/>
          </p:cNvSpPr>
          <p:nvPr/>
        </p:nvSpPr>
        <p:spPr bwMode="auto">
          <a:xfrm>
            <a:off x="6906762" y="3204647"/>
            <a:ext cx="196947" cy="102851"/>
          </a:xfrm>
          <a:custGeom>
            <a:avLst/>
            <a:gdLst>
              <a:gd name="T0" fmla="*/ 11 w 90"/>
              <a:gd name="T1" fmla="*/ 0 h 47"/>
              <a:gd name="T2" fmla="*/ 26 w 90"/>
              <a:gd name="T3" fmla="*/ 6 h 47"/>
              <a:gd name="T4" fmla="*/ 41 w 90"/>
              <a:gd name="T5" fmla="*/ 6 h 47"/>
              <a:gd name="T6" fmla="*/ 56 w 90"/>
              <a:gd name="T7" fmla="*/ 16 h 47"/>
              <a:gd name="T8" fmla="*/ 65 w 90"/>
              <a:gd name="T9" fmla="*/ 13 h 47"/>
              <a:gd name="T10" fmla="*/ 71 w 90"/>
              <a:gd name="T11" fmla="*/ 15 h 47"/>
              <a:gd name="T12" fmla="*/ 78 w 90"/>
              <a:gd name="T13" fmla="*/ 18 h 47"/>
              <a:gd name="T14" fmla="*/ 78 w 90"/>
              <a:gd name="T15" fmla="*/ 19 h 47"/>
              <a:gd name="T16" fmla="*/ 78 w 90"/>
              <a:gd name="T17" fmla="*/ 24 h 47"/>
              <a:gd name="T18" fmla="*/ 87 w 90"/>
              <a:gd name="T19" fmla="*/ 28 h 47"/>
              <a:gd name="T20" fmla="*/ 89 w 90"/>
              <a:gd name="T21" fmla="*/ 30 h 47"/>
              <a:gd name="T22" fmla="*/ 89 w 90"/>
              <a:gd name="T23" fmla="*/ 30 h 47"/>
              <a:gd name="T24" fmla="*/ 86 w 90"/>
              <a:gd name="T25" fmla="*/ 34 h 47"/>
              <a:gd name="T26" fmla="*/ 90 w 90"/>
              <a:gd name="T27" fmla="*/ 39 h 47"/>
              <a:gd name="T28" fmla="*/ 90 w 90"/>
              <a:gd name="T29" fmla="*/ 40 h 47"/>
              <a:gd name="T30" fmla="*/ 90 w 90"/>
              <a:gd name="T31" fmla="*/ 43 h 47"/>
              <a:gd name="T32" fmla="*/ 90 w 90"/>
              <a:gd name="T33" fmla="*/ 43 h 47"/>
              <a:gd name="T34" fmla="*/ 89 w 90"/>
              <a:gd name="T35" fmla="*/ 43 h 47"/>
              <a:gd name="T36" fmla="*/ 89 w 90"/>
              <a:gd name="T37" fmla="*/ 43 h 47"/>
              <a:gd name="T38" fmla="*/ 74 w 90"/>
              <a:gd name="T39" fmla="*/ 39 h 47"/>
              <a:gd name="T40" fmla="*/ 69 w 90"/>
              <a:gd name="T41" fmla="*/ 40 h 47"/>
              <a:gd name="T42" fmla="*/ 66 w 90"/>
              <a:gd name="T43" fmla="*/ 41 h 47"/>
              <a:gd name="T44" fmla="*/ 49 w 90"/>
              <a:gd name="T45" fmla="*/ 47 h 47"/>
              <a:gd name="T46" fmla="*/ 49 w 90"/>
              <a:gd name="T47" fmla="*/ 47 h 47"/>
              <a:gd name="T48" fmla="*/ 47 w 90"/>
              <a:gd name="T49" fmla="*/ 46 h 47"/>
              <a:gd name="T50" fmla="*/ 38 w 90"/>
              <a:gd name="T51" fmla="*/ 37 h 47"/>
              <a:gd name="T52" fmla="*/ 34 w 90"/>
              <a:gd name="T53" fmla="*/ 39 h 47"/>
              <a:gd name="T54" fmla="*/ 22 w 90"/>
              <a:gd name="T55" fmla="*/ 37 h 47"/>
              <a:gd name="T56" fmla="*/ 22 w 90"/>
              <a:gd name="T57" fmla="*/ 36 h 47"/>
              <a:gd name="T58" fmla="*/ 22 w 90"/>
              <a:gd name="T59" fmla="*/ 36 h 47"/>
              <a:gd name="T60" fmla="*/ 25 w 90"/>
              <a:gd name="T61" fmla="*/ 34 h 47"/>
              <a:gd name="T62" fmla="*/ 25 w 90"/>
              <a:gd name="T63" fmla="*/ 28 h 47"/>
              <a:gd name="T64" fmla="*/ 19 w 90"/>
              <a:gd name="T65" fmla="*/ 16 h 47"/>
              <a:gd name="T66" fmla="*/ 6 w 90"/>
              <a:gd name="T67" fmla="*/ 9 h 47"/>
              <a:gd name="T68" fmla="*/ 0 w 90"/>
              <a:gd name="T69" fmla="*/ 3 h 47"/>
              <a:gd name="T70" fmla="*/ 0 w 90"/>
              <a:gd name="T71" fmla="*/ 1 h 47"/>
              <a:gd name="T72" fmla="*/ 0 w 90"/>
              <a:gd name="T73" fmla="*/ 1 h 47"/>
              <a:gd name="T74" fmla="*/ 11 w 90"/>
              <a:gd name="T75" fmla="*/ 0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90" h="47">
                <a:moveTo>
                  <a:pt x="11" y="0"/>
                </a:moveTo>
                <a:lnTo>
                  <a:pt x="26" y="6"/>
                </a:lnTo>
                <a:lnTo>
                  <a:pt x="41" y="6"/>
                </a:lnTo>
                <a:lnTo>
                  <a:pt x="56" y="16"/>
                </a:lnTo>
                <a:lnTo>
                  <a:pt x="65" y="13"/>
                </a:lnTo>
                <a:lnTo>
                  <a:pt x="71" y="15"/>
                </a:lnTo>
                <a:lnTo>
                  <a:pt x="78" y="18"/>
                </a:lnTo>
                <a:lnTo>
                  <a:pt x="78" y="19"/>
                </a:lnTo>
                <a:lnTo>
                  <a:pt x="78" y="24"/>
                </a:lnTo>
                <a:lnTo>
                  <a:pt x="87" y="28"/>
                </a:lnTo>
                <a:lnTo>
                  <a:pt x="89" y="30"/>
                </a:lnTo>
                <a:lnTo>
                  <a:pt x="89" y="30"/>
                </a:lnTo>
                <a:lnTo>
                  <a:pt x="86" y="34"/>
                </a:lnTo>
                <a:lnTo>
                  <a:pt x="90" y="39"/>
                </a:lnTo>
                <a:lnTo>
                  <a:pt x="90" y="40"/>
                </a:lnTo>
                <a:lnTo>
                  <a:pt x="90" y="43"/>
                </a:lnTo>
                <a:lnTo>
                  <a:pt x="90" y="43"/>
                </a:lnTo>
                <a:lnTo>
                  <a:pt x="89" y="43"/>
                </a:lnTo>
                <a:lnTo>
                  <a:pt x="89" y="43"/>
                </a:lnTo>
                <a:lnTo>
                  <a:pt x="74" y="39"/>
                </a:lnTo>
                <a:lnTo>
                  <a:pt x="69" y="40"/>
                </a:lnTo>
                <a:lnTo>
                  <a:pt x="66" y="41"/>
                </a:lnTo>
                <a:lnTo>
                  <a:pt x="49" y="47"/>
                </a:lnTo>
                <a:lnTo>
                  <a:pt x="49" y="47"/>
                </a:lnTo>
                <a:lnTo>
                  <a:pt x="47" y="46"/>
                </a:lnTo>
                <a:lnTo>
                  <a:pt x="38" y="37"/>
                </a:lnTo>
                <a:lnTo>
                  <a:pt x="34" y="39"/>
                </a:lnTo>
                <a:lnTo>
                  <a:pt x="22" y="37"/>
                </a:lnTo>
                <a:lnTo>
                  <a:pt x="22" y="36"/>
                </a:lnTo>
                <a:lnTo>
                  <a:pt x="22" y="36"/>
                </a:lnTo>
                <a:lnTo>
                  <a:pt x="25" y="34"/>
                </a:lnTo>
                <a:lnTo>
                  <a:pt x="25" y="28"/>
                </a:lnTo>
                <a:lnTo>
                  <a:pt x="19" y="16"/>
                </a:lnTo>
                <a:lnTo>
                  <a:pt x="6" y="9"/>
                </a:lnTo>
                <a:lnTo>
                  <a:pt x="0" y="3"/>
                </a:lnTo>
                <a:lnTo>
                  <a:pt x="0" y="1"/>
                </a:lnTo>
                <a:lnTo>
                  <a:pt x="0" y="1"/>
                </a:lnTo>
                <a:lnTo>
                  <a:pt x="11" y="0"/>
                </a:lnTo>
                <a:close/>
              </a:path>
            </a:pathLst>
          </a:custGeom>
          <a:solidFill>
            <a:schemeClr val="accent5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sp>
        <p:nvSpPr>
          <p:cNvPr id="801" name="TURKMENISTAN">
            <a:extLst>
              <a:ext uri="{FF2B5EF4-FFF2-40B4-BE49-F238E27FC236}">
                <a16:creationId xmlns:a16="http://schemas.microsoft.com/office/drawing/2014/main" id="{8909D7FC-9A68-0AE5-4F62-74F1D7856571}"/>
              </a:ext>
            </a:extLst>
          </p:cNvPr>
          <p:cNvSpPr>
            <a:spLocks/>
          </p:cNvSpPr>
          <p:nvPr/>
        </p:nvSpPr>
        <p:spPr bwMode="auto">
          <a:xfrm>
            <a:off x="7265642" y="3233095"/>
            <a:ext cx="411399" cy="286666"/>
          </a:xfrm>
          <a:custGeom>
            <a:avLst/>
            <a:gdLst>
              <a:gd name="T0" fmla="*/ 83 w 188"/>
              <a:gd name="T1" fmla="*/ 0 h 131"/>
              <a:gd name="T2" fmla="*/ 92 w 188"/>
              <a:gd name="T3" fmla="*/ 9 h 131"/>
              <a:gd name="T4" fmla="*/ 101 w 188"/>
              <a:gd name="T5" fmla="*/ 11 h 131"/>
              <a:gd name="T6" fmla="*/ 104 w 188"/>
              <a:gd name="T7" fmla="*/ 18 h 131"/>
              <a:gd name="T8" fmla="*/ 104 w 188"/>
              <a:gd name="T9" fmla="*/ 20 h 131"/>
              <a:gd name="T10" fmla="*/ 104 w 188"/>
              <a:gd name="T11" fmla="*/ 26 h 131"/>
              <a:gd name="T12" fmla="*/ 122 w 188"/>
              <a:gd name="T13" fmla="*/ 26 h 131"/>
              <a:gd name="T14" fmla="*/ 122 w 188"/>
              <a:gd name="T15" fmla="*/ 26 h 131"/>
              <a:gd name="T16" fmla="*/ 136 w 188"/>
              <a:gd name="T17" fmla="*/ 52 h 131"/>
              <a:gd name="T18" fmla="*/ 154 w 188"/>
              <a:gd name="T19" fmla="*/ 66 h 131"/>
              <a:gd name="T20" fmla="*/ 174 w 188"/>
              <a:gd name="T21" fmla="*/ 77 h 131"/>
              <a:gd name="T22" fmla="*/ 188 w 188"/>
              <a:gd name="T23" fmla="*/ 83 h 131"/>
              <a:gd name="T24" fmla="*/ 187 w 188"/>
              <a:gd name="T25" fmla="*/ 88 h 131"/>
              <a:gd name="T26" fmla="*/ 187 w 188"/>
              <a:gd name="T27" fmla="*/ 95 h 131"/>
              <a:gd name="T28" fmla="*/ 185 w 188"/>
              <a:gd name="T29" fmla="*/ 95 h 131"/>
              <a:gd name="T30" fmla="*/ 179 w 188"/>
              <a:gd name="T31" fmla="*/ 94 h 131"/>
              <a:gd name="T32" fmla="*/ 175 w 188"/>
              <a:gd name="T33" fmla="*/ 94 h 131"/>
              <a:gd name="T34" fmla="*/ 171 w 188"/>
              <a:gd name="T35" fmla="*/ 97 h 131"/>
              <a:gd name="T36" fmla="*/ 160 w 188"/>
              <a:gd name="T37" fmla="*/ 112 h 131"/>
              <a:gd name="T38" fmla="*/ 141 w 188"/>
              <a:gd name="T39" fmla="*/ 120 h 131"/>
              <a:gd name="T40" fmla="*/ 142 w 188"/>
              <a:gd name="T41" fmla="*/ 123 h 131"/>
              <a:gd name="T42" fmla="*/ 136 w 188"/>
              <a:gd name="T43" fmla="*/ 131 h 131"/>
              <a:gd name="T44" fmla="*/ 135 w 188"/>
              <a:gd name="T45" fmla="*/ 131 h 131"/>
              <a:gd name="T46" fmla="*/ 116 w 188"/>
              <a:gd name="T47" fmla="*/ 123 h 131"/>
              <a:gd name="T48" fmla="*/ 116 w 188"/>
              <a:gd name="T49" fmla="*/ 119 h 131"/>
              <a:gd name="T50" fmla="*/ 108 w 188"/>
              <a:gd name="T51" fmla="*/ 109 h 131"/>
              <a:gd name="T52" fmla="*/ 89 w 188"/>
              <a:gd name="T53" fmla="*/ 91 h 131"/>
              <a:gd name="T54" fmla="*/ 62 w 188"/>
              <a:gd name="T55" fmla="*/ 79 h 131"/>
              <a:gd name="T56" fmla="*/ 28 w 188"/>
              <a:gd name="T57" fmla="*/ 92 h 131"/>
              <a:gd name="T58" fmla="*/ 21 w 188"/>
              <a:gd name="T59" fmla="*/ 94 h 131"/>
              <a:gd name="T60" fmla="*/ 19 w 188"/>
              <a:gd name="T61" fmla="*/ 94 h 131"/>
              <a:gd name="T62" fmla="*/ 21 w 188"/>
              <a:gd name="T63" fmla="*/ 67 h 131"/>
              <a:gd name="T64" fmla="*/ 12 w 188"/>
              <a:gd name="T65" fmla="*/ 63 h 131"/>
              <a:gd name="T66" fmla="*/ 18 w 188"/>
              <a:gd name="T67" fmla="*/ 58 h 131"/>
              <a:gd name="T68" fmla="*/ 12 w 188"/>
              <a:gd name="T69" fmla="*/ 54 h 131"/>
              <a:gd name="T70" fmla="*/ 15 w 188"/>
              <a:gd name="T71" fmla="*/ 52 h 131"/>
              <a:gd name="T72" fmla="*/ 6 w 188"/>
              <a:gd name="T73" fmla="*/ 52 h 131"/>
              <a:gd name="T74" fmla="*/ 6 w 188"/>
              <a:gd name="T75" fmla="*/ 52 h 131"/>
              <a:gd name="T76" fmla="*/ 5 w 188"/>
              <a:gd name="T77" fmla="*/ 45 h 131"/>
              <a:gd name="T78" fmla="*/ 6 w 188"/>
              <a:gd name="T79" fmla="*/ 31 h 131"/>
              <a:gd name="T80" fmla="*/ 8 w 188"/>
              <a:gd name="T81" fmla="*/ 31 h 131"/>
              <a:gd name="T82" fmla="*/ 24 w 188"/>
              <a:gd name="T83" fmla="*/ 39 h 131"/>
              <a:gd name="T84" fmla="*/ 24 w 188"/>
              <a:gd name="T85" fmla="*/ 37 h 131"/>
              <a:gd name="T86" fmla="*/ 24 w 188"/>
              <a:gd name="T87" fmla="*/ 36 h 131"/>
              <a:gd name="T88" fmla="*/ 22 w 188"/>
              <a:gd name="T89" fmla="*/ 24 h 131"/>
              <a:gd name="T90" fmla="*/ 15 w 188"/>
              <a:gd name="T91" fmla="*/ 17 h 131"/>
              <a:gd name="T92" fmla="*/ 6 w 188"/>
              <a:gd name="T93" fmla="*/ 30 h 131"/>
              <a:gd name="T94" fmla="*/ 5 w 188"/>
              <a:gd name="T95" fmla="*/ 31 h 131"/>
              <a:gd name="T96" fmla="*/ 0 w 188"/>
              <a:gd name="T97" fmla="*/ 18 h 131"/>
              <a:gd name="T98" fmla="*/ 9 w 188"/>
              <a:gd name="T99" fmla="*/ 12 h 131"/>
              <a:gd name="T100" fmla="*/ 24 w 188"/>
              <a:gd name="T101" fmla="*/ 8 h 131"/>
              <a:gd name="T102" fmla="*/ 33 w 188"/>
              <a:gd name="T103" fmla="*/ 12 h 131"/>
              <a:gd name="T104" fmla="*/ 49 w 188"/>
              <a:gd name="T105" fmla="*/ 26 h 131"/>
              <a:gd name="T106" fmla="*/ 62 w 188"/>
              <a:gd name="T107" fmla="*/ 27 h 131"/>
              <a:gd name="T108" fmla="*/ 61 w 188"/>
              <a:gd name="T109" fmla="*/ 17 h 131"/>
              <a:gd name="T110" fmla="*/ 65 w 188"/>
              <a:gd name="T111" fmla="*/ 12 h 131"/>
              <a:gd name="T112" fmla="*/ 74 w 188"/>
              <a:gd name="T113" fmla="*/ 6 h 131"/>
              <a:gd name="T114" fmla="*/ 76 w 188"/>
              <a:gd name="T115" fmla="*/ 6 h 131"/>
              <a:gd name="T116" fmla="*/ 79 w 188"/>
              <a:gd name="T117" fmla="*/ 8 h 131"/>
              <a:gd name="T118" fmla="*/ 77 w 188"/>
              <a:gd name="T119" fmla="*/ 5 h 131"/>
              <a:gd name="T120" fmla="*/ 80 w 188"/>
              <a:gd name="T121" fmla="*/ 3 h 131"/>
              <a:gd name="T122" fmla="*/ 83 w 188"/>
              <a:gd name="T12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8" h="131">
                <a:moveTo>
                  <a:pt x="83" y="0"/>
                </a:moveTo>
                <a:lnTo>
                  <a:pt x="83" y="0"/>
                </a:lnTo>
                <a:lnTo>
                  <a:pt x="83" y="0"/>
                </a:lnTo>
                <a:lnTo>
                  <a:pt x="92" y="9"/>
                </a:lnTo>
                <a:lnTo>
                  <a:pt x="99" y="9"/>
                </a:lnTo>
                <a:lnTo>
                  <a:pt x="101" y="11"/>
                </a:lnTo>
                <a:lnTo>
                  <a:pt x="101" y="15"/>
                </a:lnTo>
                <a:lnTo>
                  <a:pt x="104" y="18"/>
                </a:lnTo>
                <a:lnTo>
                  <a:pt x="104" y="18"/>
                </a:lnTo>
                <a:lnTo>
                  <a:pt x="104" y="20"/>
                </a:lnTo>
                <a:lnTo>
                  <a:pt x="102" y="20"/>
                </a:lnTo>
                <a:lnTo>
                  <a:pt x="104" y="26"/>
                </a:lnTo>
                <a:lnTo>
                  <a:pt x="117" y="28"/>
                </a:lnTo>
                <a:lnTo>
                  <a:pt x="122" y="26"/>
                </a:lnTo>
                <a:lnTo>
                  <a:pt x="122" y="26"/>
                </a:lnTo>
                <a:lnTo>
                  <a:pt x="122" y="26"/>
                </a:lnTo>
                <a:lnTo>
                  <a:pt x="126" y="30"/>
                </a:lnTo>
                <a:lnTo>
                  <a:pt x="136" y="52"/>
                </a:lnTo>
                <a:lnTo>
                  <a:pt x="148" y="58"/>
                </a:lnTo>
                <a:lnTo>
                  <a:pt x="154" y="66"/>
                </a:lnTo>
                <a:lnTo>
                  <a:pt x="162" y="69"/>
                </a:lnTo>
                <a:lnTo>
                  <a:pt x="174" y="77"/>
                </a:lnTo>
                <a:lnTo>
                  <a:pt x="178" y="77"/>
                </a:lnTo>
                <a:lnTo>
                  <a:pt x="188" y="83"/>
                </a:lnTo>
                <a:lnTo>
                  <a:pt x="188" y="83"/>
                </a:lnTo>
                <a:lnTo>
                  <a:pt x="187" y="88"/>
                </a:lnTo>
                <a:lnTo>
                  <a:pt x="187" y="94"/>
                </a:lnTo>
                <a:lnTo>
                  <a:pt x="187" y="95"/>
                </a:lnTo>
                <a:lnTo>
                  <a:pt x="185" y="95"/>
                </a:lnTo>
                <a:lnTo>
                  <a:pt x="185" y="95"/>
                </a:lnTo>
                <a:lnTo>
                  <a:pt x="182" y="94"/>
                </a:lnTo>
                <a:lnTo>
                  <a:pt x="179" y="94"/>
                </a:lnTo>
                <a:lnTo>
                  <a:pt x="177" y="94"/>
                </a:lnTo>
                <a:lnTo>
                  <a:pt x="175" y="94"/>
                </a:lnTo>
                <a:lnTo>
                  <a:pt x="171" y="97"/>
                </a:lnTo>
                <a:lnTo>
                  <a:pt x="171" y="97"/>
                </a:lnTo>
                <a:lnTo>
                  <a:pt x="165" y="97"/>
                </a:lnTo>
                <a:lnTo>
                  <a:pt x="160" y="112"/>
                </a:lnTo>
                <a:lnTo>
                  <a:pt x="159" y="112"/>
                </a:lnTo>
                <a:lnTo>
                  <a:pt x="141" y="120"/>
                </a:lnTo>
                <a:lnTo>
                  <a:pt x="142" y="122"/>
                </a:lnTo>
                <a:lnTo>
                  <a:pt x="142" y="123"/>
                </a:lnTo>
                <a:lnTo>
                  <a:pt x="141" y="126"/>
                </a:lnTo>
                <a:lnTo>
                  <a:pt x="136" y="131"/>
                </a:lnTo>
                <a:lnTo>
                  <a:pt x="135" y="131"/>
                </a:lnTo>
                <a:lnTo>
                  <a:pt x="135" y="131"/>
                </a:lnTo>
                <a:lnTo>
                  <a:pt x="120" y="126"/>
                </a:lnTo>
                <a:lnTo>
                  <a:pt x="116" y="123"/>
                </a:lnTo>
                <a:lnTo>
                  <a:pt x="116" y="123"/>
                </a:lnTo>
                <a:lnTo>
                  <a:pt x="116" y="119"/>
                </a:lnTo>
                <a:lnTo>
                  <a:pt x="114" y="109"/>
                </a:lnTo>
                <a:lnTo>
                  <a:pt x="108" y="109"/>
                </a:lnTo>
                <a:lnTo>
                  <a:pt x="94" y="98"/>
                </a:lnTo>
                <a:lnTo>
                  <a:pt x="89" y="91"/>
                </a:lnTo>
                <a:lnTo>
                  <a:pt x="67" y="85"/>
                </a:lnTo>
                <a:lnTo>
                  <a:pt x="62" y="79"/>
                </a:lnTo>
                <a:lnTo>
                  <a:pt x="40" y="83"/>
                </a:lnTo>
                <a:lnTo>
                  <a:pt x="28" y="92"/>
                </a:lnTo>
                <a:lnTo>
                  <a:pt x="21" y="94"/>
                </a:lnTo>
                <a:lnTo>
                  <a:pt x="21" y="94"/>
                </a:lnTo>
                <a:lnTo>
                  <a:pt x="19" y="94"/>
                </a:lnTo>
                <a:lnTo>
                  <a:pt x="19" y="94"/>
                </a:lnTo>
                <a:lnTo>
                  <a:pt x="18" y="76"/>
                </a:lnTo>
                <a:lnTo>
                  <a:pt x="21" y="67"/>
                </a:lnTo>
                <a:lnTo>
                  <a:pt x="13" y="63"/>
                </a:lnTo>
                <a:lnTo>
                  <a:pt x="12" y="63"/>
                </a:lnTo>
                <a:lnTo>
                  <a:pt x="13" y="61"/>
                </a:lnTo>
                <a:lnTo>
                  <a:pt x="18" y="58"/>
                </a:lnTo>
                <a:lnTo>
                  <a:pt x="13" y="55"/>
                </a:lnTo>
                <a:lnTo>
                  <a:pt x="12" y="54"/>
                </a:lnTo>
                <a:lnTo>
                  <a:pt x="12" y="54"/>
                </a:lnTo>
                <a:lnTo>
                  <a:pt x="15" y="52"/>
                </a:lnTo>
                <a:lnTo>
                  <a:pt x="13" y="51"/>
                </a:lnTo>
                <a:lnTo>
                  <a:pt x="6" y="52"/>
                </a:lnTo>
                <a:lnTo>
                  <a:pt x="6" y="52"/>
                </a:lnTo>
                <a:lnTo>
                  <a:pt x="6" y="52"/>
                </a:lnTo>
                <a:lnTo>
                  <a:pt x="6" y="52"/>
                </a:lnTo>
                <a:lnTo>
                  <a:pt x="5" y="45"/>
                </a:lnTo>
                <a:lnTo>
                  <a:pt x="6" y="31"/>
                </a:lnTo>
                <a:lnTo>
                  <a:pt x="6" y="31"/>
                </a:lnTo>
                <a:lnTo>
                  <a:pt x="6" y="31"/>
                </a:lnTo>
                <a:lnTo>
                  <a:pt x="8" y="31"/>
                </a:lnTo>
                <a:lnTo>
                  <a:pt x="9" y="37"/>
                </a:lnTo>
                <a:lnTo>
                  <a:pt x="24" y="39"/>
                </a:lnTo>
                <a:lnTo>
                  <a:pt x="25" y="39"/>
                </a:lnTo>
                <a:lnTo>
                  <a:pt x="24" y="37"/>
                </a:lnTo>
                <a:lnTo>
                  <a:pt x="24" y="37"/>
                </a:lnTo>
                <a:lnTo>
                  <a:pt x="24" y="36"/>
                </a:lnTo>
                <a:lnTo>
                  <a:pt x="30" y="31"/>
                </a:lnTo>
                <a:lnTo>
                  <a:pt x="22" y="24"/>
                </a:lnTo>
                <a:lnTo>
                  <a:pt x="18" y="17"/>
                </a:lnTo>
                <a:lnTo>
                  <a:pt x="15" y="17"/>
                </a:lnTo>
                <a:lnTo>
                  <a:pt x="6" y="21"/>
                </a:lnTo>
                <a:lnTo>
                  <a:pt x="6" y="30"/>
                </a:lnTo>
                <a:lnTo>
                  <a:pt x="6" y="31"/>
                </a:lnTo>
                <a:lnTo>
                  <a:pt x="5" y="31"/>
                </a:lnTo>
                <a:lnTo>
                  <a:pt x="5" y="30"/>
                </a:lnTo>
                <a:lnTo>
                  <a:pt x="0" y="18"/>
                </a:lnTo>
                <a:lnTo>
                  <a:pt x="0" y="18"/>
                </a:lnTo>
                <a:lnTo>
                  <a:pt x="9" y="12"/>
                </a:lnTo>
                <a:lnTo>
                  <a:pt x="24" y="8"/>
                </a:lnTo>
                <a:lnTo>
                  <a:pt x="24" y="8"/>
                </a:lnTo>
                <a:lnTo>
                  <a:pt x="25" y="8"/>
                </a:lnTo>
                <a:lnTo>
                  <a:pt x="33" y="12"/>
                </a:lnTo>
                <a:lnTo>
                  <a:pt x="42" y="27"/>
                </a:lnTo>
                <a:lnTo>
                  <a:pt x="49" y="26"/>
                </a:lnTo>
                <a:lnTo>
                  <a:pt x="61" y="27"/>
                </a:lnTo>
                <a:lnTo>
                  <a:pt x="62" y="27"/>
                </a:lnTo>
                <a:lnTo>
                  <a:pt x="61" y="17"/>
                </a:lnTo>
                <a:lnTo>
                  <a:pt x="61" y="17"/>
                </a:lnTo>
                <a:lnTo>
                  <a:pt x="65" y="12"/>
                </a:lnTo>
                <a:lnTo>
                  <a:pt x="65" y="12"/>
                </a:lnTo>
                <a:lnTo>
                  <a:pt x="73" y="11"/>
                </a:lnTo>
                <a:lnTo>
                  <a:pt x="74" y="6"/>
                </a:lnTo>
                <a:lnTo>
                  <a:pt x="76" y="6"/>
                </a:lnTo>
                <a:lnTo>
                  <a:pt x="76" y="6"/>
                </a:lnTo>
                <a:lnTo>
                  <a:pt x="76" y="6"/>
                </a:lnTo>
                <a:lnTo>
                  <a:pt x="79" y="8"/>
                </a:lnTo>
                <a:lnTo>
                  <a:pt x="77" y="5"/>
                </a:lnTo>
                <a:lnTo>
                  <a:pt x="77" y="5"/>
                </a:lnTo>
                <a:lnTo>
                  <a:pt x="77" y="3"/>
                </a:lnTo>
                <a:lnTo>
                  <a:pt x="80" y="3"/>
                </a:lnTo>
                <a:lnTo>
                  <a:pt x="82" y="0"/>
                </a:lnTo>
                <a:lnTo>
                  <a:pt x="83" y="0"/>
                </a:lnTo>
                <a:close/>
              </a:path>
            </a:pathLst>
          </a:custGeom>
          <a:solidFill>
            <a:srgbClr val="E45528"/>
          </a:solidFill>
          <a:ln w="31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115166" tIns="57583" rIns="115166" bIns="57583" numCol="1" anchor="t" anchorCtr="0" compatLnSpc="1">
            <a:prstTxWarp prst="textNoShape">
              <a:avLst/>
            </a:prstTxWarp>
          </a:bodyPr>
          <a:lstStyle/>
          <a:p>
            <a:pPr defTabSz="1151687"/>
            <a:endParaRPr lang="en-GB" sz="2267">
              <a:solidFill>
                <a:srgbClr val="455560"/>
              </a:solidFill>
              <a:latin typeface="Arial"/>
            </a:endParaRPr>
          </a:p>
        </p:txBody>
      </p:sp>
      <p:grpSp>
        <p:nvGrpSpPr>
          <p:cNvPr id="802" name="INDIA">
            <a:extLst>
              <a:ext uri="{FF2B5EF4-FFF2-40B4-BE49-F238E27FC236}">
                <a16:creationId xmlns:a16="http://schemas.microsoft.com/office/drawing/2014/main" id="{3C6032A7-F79C-1D38-DE6D-80FDF719B678}"/>
              </a:ext>
            </a:extLst>
          </p:cNvPr>
          <p:cNvGrpSpPr/>
          <p:nvPr/>
        </p:nvGrpSpPr>
        <p:grpSpPr>
          <a:xfrm>
            <a:off x="7714115" y="3446496"/>
            <a:ext cx="839153" cy="951828"/>
            <a:chOff x="3921125" y="938213"/>
            <a:chExt cx="4279901" cy="4854575"/>
          </a:xfrm>
          <a:solidFill>
            <a:srgbClr val="E45528"/>
          </a:solidFill>
        </p:grpSpPr>
        <p:sp>
          <p:nvSpPr>
            <p:cNvPr id="803" name="Freeform 6">
              <a:extLst>
                <a:ext uri="{FF2B5EF4-FFF2-40B4-BE49-F238E27FC236}">
                  <a16:creationId xmlns:a16="http://schemas.microsoft.com/office/drawing/2014/main" id="{C34D2ECA-FF9A-B649-8B69-3F44B01A4B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10338" y="2635250"/>
              <a:ext cx="595313" cy="920750"/>
            </a:xfrm>
            <a:custGeom>
              <a:avLst/>
              <a:gdLst>
                <a:gd name="T0" fmla="*/ 215 w 375"/>
                <a:gd name="T1" fmla="*/ 567 h 580"/>
                <a:gd name="T2" fmla="*/ 212 w 375"/>
                <a:gd name="T3" fmla="*/ 538 h 580"/>
                <a:gd name="T4" fmla="*/ 368 w 375"/>
                <a:gd name="T5" fmla="*/ 57 h 580"/>
                <a:gd name="T6" fmla="*/ 305 w 375"/>
                <a:gd name="T7" fmla="*/ 46 h 580"/>
                <a:gd name="T8" fmla="*/ 269 w 375"/>
                <a:gd name="T9" fmla="*/ 11 h 580"/>
                <a:gd name="T10" fmla="*/ 208 w 375"/>
                <a:gd name="T11" fmla="*/ 6 h 580"/>
                <a:gd name="T12" fmla="*/ 215 w 375"/>
                <a:gd name="T13" fmla="*/ 61 h 580"/>
                <a:gd name="T14" fmla="*/ 225 w 375"/>
                <a:gd name="T15" fmla="*/ 89 h 580"/>
                <a:gd name="T16" fmla="*/ 202 w 375"/>
                <a:gd name="T17" fmla="*/ 114 h 580"/>
                <a:gd name="T18" fmla="*/ 183 w 375"/>
                <a:gd name="T19" fmla="*/ 141 h 580"/>
                <a:gd name="T20" fmla="*/ 206 w 375"/>
                <a:gd name="T21" fmla="*/ 177 h 580"/>
                <a:gd name="T22" fmla="*/ 179 w 375"/>
                <a:gd name="T23" fmla="*/ 188 h 580"/>
                <a:gd name="T24" fmla="*/ 187 w 375"/>
                <a:gd name="T25" fmla="*/ 203 h 580"/>
                <a:gd name="T26" fmla="*/ 189 w 375"/>
                <a:gd name="T27" fmla="*/ 253 h 580"/>
                <a:gd name="T28" fmla="*/ 191 w 375"/>
                <a:gd name="T29" fmla="*/ 268 h 580"/>
                <a:gd name="T30" fmla="*/ 181 w 375"/>
                <a:gd name="T31" fmla="*/ 279 h 580"/>
                <a:gd name="T32" fmla="*/ 170 w 375"/>
                <a:gd name="T33" fmla="*/ 310 h 580"/>
                <a:gd name="T34" fmla="*/ 151 w 375"/>
                <a:gd name="T35" fmla="*/ 331 h 580"/>
                <a:gd name="T36" fmla="*/ 133 w 375"/>
                <a:gd name="T37" fmla="*/ 342 h 580"/>
                <a:gd name="T38" fmla="*/ 112 w 375"/>
                <a:gd name="T39" fmla="*/ 350 h 580"/>
                <a:gd name="T40" fmla="*/ 76 w 375"/>
                <a:gd name="T41" fmla="*/ 363 h 580"/>
                <a:gd name="T42" fmla="*/ 31 w 375"/>
                <a:gd name="T43" fmla="*/ 384 h 580"/>
                <a:gd name="T44" fmla="*/ 0 w 375"/>
                <a:gd name="T45" fmla="*/ 384 h 580"/>
                <a:gd name="T46" fmla="*/ 8 w 375"/>
                <a:gd name="T47" fmla="*/ 416 h 580"/>
                <a:gd name="T48" fmla="*/ 61 w 375"/>
                <a:gd name="T49" fmla="*/ 435 h 580"/>
                <a:gd name="T50" fmla="*/ 76 w 375"/>
                <a:gd name="T51" fmla="*/ 473 h 580"/>
                <a:gd name="T52" fmla="*/ 90 w 375"/>
                <a:gd name="T53" fmla="*/ 496 h 580"/>
                <a:gd name="T54" fmla="*/ 90 w 375"/>
                <a:gd name="T55" fmla="*/ 517 h 580"/>
                <a:gd name="T56" fmla="*/ 118 w 375"/>
                <a:gd name="T57" fmla="*/ 538 h 580"/>
                <a:gd name="T58" fmla="*/ 172 w 375"/>
                <a:gd name="T59" fmla="*/ 569 h 580"/>
                <a:gd name="T60" fmla="*/ 215 w 375"/>
                <a:gd name="T61" fmla="*/ 517 h 580"/>
                <a:gd name="T62" fmla="*/ 208 w 375"/>
                <a:gd name="T63" fmla="*/ 510 h 580"/>
                <a:gd name="T64" fmla="*/ 223 w 375"/>
                <a:gd name="T65" fmla="*/ 572 h 580"/>
                <a:gd name="T66" fmla="*/ 233 w 375"/>
                <a:gd name="T67" fmla="*/ 570 h 580"/>
                <a:gd name="T68" fmla="*/ 244 w 375"/>
                <a:gd name="T69" fmla="*/ 561 h 580"/>
                <a:gd name="T70" fmla="*/ 250 w 375"/>
                <a:gd name="T71" fmla="*/ 569 h 580"/>
                <a:gd name="T72" fmla="*/ 259 w 375"/>
                <a:gd name="T73" fmla="*/ 557 h 580"/>
                <a:gd name="T74" fmla="*/ 265 w 375"/>
                <a:gd name="T75" fmla="*/ 513 h 580"/>
                <a:gd name="T76" fmla="*/ 265 w 375"/>
                <a:gd name="T77" fmla="*/ 525 h 580"/>
                <a:gd name="T78" fmla="*/ 274 w 375"/>
                <a:gd name="T79" fmla="*/ 576 h 580"/>
                <a:gd name="T80" fmla="*/ 282 w 375"/>
                <a:gd name="T81" fmla="*/ 557 h 580"/>
                <a:gd name="T82" fmla="*/ 294 w 375"/>
                <a:gd name="T83" fmla="*/ 544 h 580"/>
                <a:gd name="T84" fmla="*/ 297 w 375"/>
                <a:gd name="T85" fmla="*/ 521 h 580"/>
                <a:gd name="T86" fmla="*/ 290 w 375"/>
                <a:gd name="T87" fmla="*/ 472 h 580"/>
                <a:gd name="T88" fmla="*/ 290 w 375"/>
                <a:gd name="T89" fmla="*/ 414 h 580"/>
                <a:gd name="T90" fmla="*/ 265 w 375"/>
                <a:gd name="T91" fmla="*/ 384 h 580"/>
                <a:gd name="T92" fmla="*/ 255 w 375"/>
                <a:gd name="T93" fmla="*/ 346 h 580"/>
                <a:gd name="T94" fmla="*/ 269 w 375"/>
                <a:gd name="T95" fmla="*/ 314 h 580"/>
                <a:gd name="T96" fmla="*/ 208 w 375"/>
                <a:gd name="T97" fmla="*/ 270 h 580"/>
                <a:gd name="T98" fmla="*/ 223 w 375"/>
                <a:gd name="T99" fmla="*/ 240 h 580"/>
                <a:gd name="T100" fmla="*/ 263 w 375"/>
                <a:gd name="T101" fmla="*/ 213 h 580"/>
                <a:gd name="T102" fmla="*/ 280 w 375"/>
                <a:gd name="T103" fmla="*/ 198 h 580"/>
                <a:gd name="T104" fmla="*/ 252 w 375"/>
                <a:gd name="T105" fmla="*/ 181 h 580"/>
                <a:gd name="T106" fmla="*/ 210 w 375"/>
                <a:gd name="T107" fmla="*/ 137 h 580"/>
                <a:gd name="T108" fmla="*/ 240 w 375"/>
                <a:gd name="T109" fmla="*/ 95 h 580"/>
                <a:gd name="T110" fmla="*/ 236 w 375"/>
                <a:gd name="T111" fmla="*/ 66 h 580"/>
                <a:gd name="T112" fmla="*/ 263 w 375"/>
                <a:gd name="T113" fmla="*/ 89 h 580"/>
                <a:gd name="T114" fmla="*/ 295 w 375"/>
                <a:gd name="T115" fmla="*/ 103 h 580"/>
                <a:gd name="T116" fmla="*/ 299 w 375"/>
                <a:gd name="T117" fmla="*/ 93 h 580"/>
                <a:gd name="T118" fmla="*/ 330 w 375"/>
                <a:gd name="T119" fmla="*/ 127 h 580"/>
                <a:gd name="T120" fmla="*/ 347 w 375"/>
                <a:gd name="T121" fmla="*/ 120 h 580"/>
                <a:gd name="T122" fmla="*/ 362 w 375"/>
                <a:gd name="T123" fmla="*/ 104 h 580"/>
                <a:gd name="T124" fmla="*/ 375 w 375"/>
                <a:gd name="T125" fmla="*/ 65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75" h="580">
                  <a:moveTo>
                    <a:pt x="284" y="574"/>
                  </a:moveTo>
                  <a:lnTo>
                    <a:pt x="284" y="574"/>
                  </a:lnTo>
                  <a:lnTo>
                    <a:pt x="282" y="572"/>
                  </a:lnTo>
                  <a:lnTo>
                    <a:pt x="278" y="572"/>
                  </a:lnTo>
                  <a:lnTo>
                    <a:pt x="278" y="574"/>
                  </a:lnTo>
                  <a:lnTo>
                    <a:pt x="278" y="580"/>
                  </a:lnTo>
                  <a:lnTo>
                    <a:pt x="280" y="580"/>
                  </a:lnTo>
                  <a:lnTo>
                    <a:pt x="282" y="580"/>
                  </a:lnTo>
                  <a:lnTo>
                    <a:pt x="284" y="580"/>
                  </a:lnTo>
                  <a:lnTo>
                    <a:pt x="286" y="580"/>
                  </a:lnTo>
                  <a:lnTo>
                    <a:pt x="286" y="578"/>
                  </a:lnTo>
                  <a:lnTo>
                    <a:pt x="286" y="576"/>
                  </a:lnTo>
                  <a:lnTo>
                    <a:pt x="284" y="574"/>
                  </a:lnTo>
                  <a:close/>
                  <a:moveTo>
                    <a:pt x="212" y="548"/>
                  </a:moveTo>
                  <a:lnTo>
                    <a:pt x="210" y="551"/>
                  </a:lnTo>
                  <a:lnTo>
                    <a:pt x="206" y="563"/>
                  </a:lnTo>
                  <a:lnTo>
                    <a:pt x="206" y="565"/>
                  </a:lnTo>
                  <a:lnTo>
                    <a:pt x="206" y="567"/>
                  </a:lnTo>
                  <a:lnTo>
                    <a:pt x="206" y="567"/>
                  </a:lnTo>
                  <a:lnTo>
                    <a:pt x="206" y="569"/>
                  </a:lnTo>
                  <a:lnTo>
                    <a:pt x="208" y="569"/>
                  </a:lnTo>
                  <a:lnTo>
                    <a:pt x="210" y="569"/>
                  </a:lnTo>
                  <a:lnTo>
                    <a:pt x="212" y="570"/>
                  </a:lnTo>
                  <a:lnTo>
                    <a:pt x="213" y="570"/>
                  </a:lnTo>
                  <a:lnTo>
                    <a:pt x="213" y="570"/>
                  </a:lnTo>
                  <a:lnTo>
                    <a:pt x="215" y="569"/>
                  </a:lnTo>
                  <a:lnTo>
                    <a:pt x="215" y="567"/>
                  </a:lnTo>
                  <a:lnTo>
                    <a:pt x="213" y="565"/>
                  </a:lnTo>
                  <a:lnTo>
                    <a:pt x="217" y="563"/>
                  </a:lnTo>
                  <a:lnTo>
                    <a:pt x="217" y="557"/>
                  </a:lnTo>
                  <a:lnTo>
                    <a:pt x="215" y="546"/>
                  </a:lnTo>
                  <a:lnTo>
                    <a:pt x="212" y="548"/>
                  </a:lnTo>
                  <a:close/>
                  <a:moveTo>
                    <a:pt x="261" y="540"/>
                  </a:moveTo>
                  <a:lnTo>
                    <a:pt x="259" y="540"/>
                  </a:lnTo>
                  <a:lnTo>
                    <a:pt x="259" y="544"/>
                  </a:lnTo>
                  <a:lnTo>
                    <a:pt x="257" y="546"/>
                  </a:lnTo>
                  <a:lnTo>
                    <a:pt x="255" y="550"/>
                  </a:lnTo>
                  <a:lnTo>
                    <a:pt x="255" y="550"/>
                  </a:lnTo>
                  <a:lnTo>
                    <a:pt x="255" y="550"/>
                  </a:lnTo>
                  <a:lnTo>
                    <a:pt x="255" y="551"/>
                  </a:lnTo>
                  <a:lnTo>
                    <a:pt x="255" y="553"/>
                  </a:lnTo>
                  <a:lnTo>
                    <a:pt x="257" y="553"/>
                  </a:lnTo>
                  <a:lnTo>
                    <a:pt x="259" y="553"/>
                  </a:lnTo>
                  <a:lnTo>
                    <a:pt x="261" y="553"/>
                  </a:lnTo>
                  <a:lnTo>
                    <a:pt x="261" y="550"/>
                  </a:lnTo>
                  <a:lnTo>
                    <a:pt x="261" y="546"/>
                  </a:lnTo>
                  <a:lnTo>
                    <a:pt x="263" y="544"/>
                  </a:lnTo>
                  <a:lnTo>
                    <a:pt x="263" y="542"/>
                  </a:lnTo>
                  <a:lnTo>
                    <a:pt x="263" y="540"/>
                  </a:lnTo>
                  <a:lnTo>
                    <a:pt x="261" y="540"/>
                  </a:lnTo>
                  <a:close/>
                  <a:moveTo>
                    <a:pt x="212" y="548"/>
                  </a:moveTo>
                  <a:lnTo>
                    <a:pt x="213" y="544"/>
                  </a:lnTo>
                  <a:lnTo>
                    <a:pt x="213" y="542"/>
                  </a:lnTo>
                  <a:lnTo>
                    <a:pt x="212" y="538"/>
                  </a:lnTo>
                  <a:lnTo>
                    <a:pt x="212" y="538"/>
                  </a:lnTo>
                  <a:lnTo>
                    <a:pt x="210" y="540"/>
                  </a:lnTo>
                  <a:lnTo>
                    <a:pt x="210" y="540"/>
                  </a:lnTo>
                  <a:lnTo>
                    <a:pt x="208" y="542"/>
                  </a:lnTo>
                  <a:lnTo>
                    <a:pt x="208" y="544"/>
                  </a:lnTo>
                  <a:lnTo>
                    <a:pt x="208" y="546"/>
                  </a:lnTo>
                  <a:lnTo>
                    <a:pt x="208" y="548"/>
                  </a:lnTo>
                  <a:lnTo>
                    <a:pt x="210" y="548"/>
                  </a:lnTo>
                  <a:lnTo>
                    <a:pt x="212" y="548"/>
                  </a:lnTo>
                  <a:close/>
                  <a:moveTo>
                    <a:pt x="375" y="65"/>
                  </a:moveTo>
                  <a:lnTo>
                    <a:pt x="374" y="63"/>
                  </a:lnTo>
                  <a:lnTo>
                    <a:pt x="372" y="57"/>
                  </a:lnTo>
                  <a:lnTo>
                    <a:pt x="374" y="55"/>
                  </a:lnTo>
                  <a:lnTo>
                    <a:pt x="372" y="55"/>
                  </a:lnTo>
                  <a:lnTo>
                    <a:pt x="372" y="55"/>
                  </a:lnTo>
                  <a:lnTo>
                    <a:pt x="372" y="55"/>
                  </a:lnTo>
                  <a:lnTo>
                    <a:pt x="372" y="55"/>
                  </a:lnTo>
                  <a:lnTo>
                    <a:pt x="370" y="55"/>
                  </a:lnTo>
                  <a:lnTo>
                    <a:pt x="370" y="55"/>
                  </a:lnTo>
                  <a:lnTo>
                    <a:pt x="370" y="55"/>
                  </a:lnTo>
                  <a:lnTo>
                    <a:pt x="370" y="55"/>
                  </a:lnTo>
                  <a:lnTo>
                    <a:pt x="370" y="57"/>
                  </a:lnTo>
                  <a:lnTo>
                    <a:pt x="370" y="57"/>
                  </a:lnTo>
                  <a:lnTo>
                    <a:pt x="370" y="57"/>
                  </a:lnTo>
                  <a:lnTo>
                    <a:pt x="370" y="59"/>
                  </a:lnTo>
                  <a:lnTo>
                    <a:pt x="370" y="59"/>
                  </a:lnTo>
                  <a:lnTo>
                    <a:pt x="368" y="57"/>
                  </a:lnTo>
                  <a:lnTo>
                    <a:pt x="368" y="57"/>
                  </a:lnTo>
                  <a:lnTo>
                    <a:pt x="364" y="57"/>
                  </a:lnTo>
                  <a:lnTo>
                    <a:pt x="364" y="57"/>
                  </a:lnTo>
                  <a:lnTo>
                    <a:pt x="362" y="57"/>
                  </a:lnTo>
                  <a:lnTo>
                    <a:pt x="356" y="55"/>
                  </a:lnTo>
                  <a:lnTo>
                    <a:pt x="354" y="55"/>
                  </a:lnTo>
                  <a:lnTo>
                    <a:pt x="353" y="57"/>
                  </a:lnTo>
                  <a:lnTo>
                    <a:pt x="351" y="57"/>
                  </a:lnTo>
                  <a:lnTo>
                    <a:pt x="349" y="55"/>
                  </a:lnTo>
                  <a:lnTo>
                    <a:pt x="351" y="53"/>
                  </a:lnTo>
                  <a:lnTo>
                    <a:pt x="351" y="51"/>
                  </a:lnTo>
                  <a:lnTo>
                    <a:pt x="349" y="49"/>
                  </a:lnTo>
                  <a:lnTo>
                    <a:pt x="345" y="47"/>
                  </a:lnTo>
                  <a:lnTo>
                    <a:pt x="341" y="47"/>
                  </a:lnTo>
                  <a:lnTo>
                    <a:pt x="335" y="47"/>
                  </a:lnTo>
                  <a:lnTo>
                    <a:pt x="332" y="46"/>
                  </a:lnTo>
                  <a:lnTo>
                    <a:pt x="328" y="44"/>
                  </a:lnTo>
                  <a:lnTo>
                    <a:pt x="326" y="42"/>
                  </a:lnTo>
                  <a:lnTo>
                    <a:pt x="322" y="42"/>
                  </a:lnTo>
                  <a:lnTo>
                    <a:pt x="320" y="42"/>
                  </a:lnTo>
                  <a:lnTo>
                    <a:pt x="318" y="44"/>
                  </a:lnTo>
                  <a:lnTo>
                    <a:pt x="318" y="44"/>
                  </a:lnTo>
                  <a:lnTo>
                    <a:pt x="316" y="44"/>
                  </a:lnTo>
                  <a:lnTo>
                    <a:pt x="316" y="46"/>
                  </a:lnTo>
                  <a:lnTo>
                    <a:pt x="313" y="46"/>
                  </a:lnTo>
                  <a:lnTo>
                    <a:pt x="311" y="46"/>
                  </a:lnTo>
                  <a:lnTo>
                    <a:pt x="305" y="46"/>
                  </a:lnTo>
                  <a:lnTo>
                    <a:pt x="303" y="46"/>
                  </a:lnTo>
                  <a:lnTo>
                    <a:pt x="301" y="44"/>
                  </a:lnTo>
                  <a:lnTo>
                    <a:pt x="301" y="42"/>
                  </a:lnTo>
                  <a:lnTo>
                    <a:pt x="299" y="38"/>
                  </a:lnTo>
                  <a:lnTo>
                    <a:pt x="297" y="38"/>
                  </a:lnTo>
                  <a:lnTo>
                    <a:pt x="295" y="36"/>
                  </a:lnTo>
                  <a:lnTo>
                    <a:pt x="294" y="34"/>
                  </a:lnTo>
                  <a:lnTo>
                    <a:pt x="292" y="34"/>
                  </a:lnTo>
                  <a:lnTo>
                    <a:pt x="290" y="36"/>
                  </a:lnTo>
                  <a:lnTo>
                    <a:pt x="290" y="36"/>
                  </a:lnTo>
                  <a:lnTo>
                    <a:pt x="288" y="36"/>
                  </a:lnTo>
                  <a:lnTo>
                    <a:pt x="288" y="34"/>
                  </a:lnTo>
                  <a:lnTo>
                    <a:pt x="286" y="34"/>
                  </a:lnTo>
                  <a:lnTo>
                    <a:pt x="288" y="32"/>
                  </a:lnTo>
                  <a:lnTo>
                    <a:pt x="288" y="32"/>
                  </a:lnTo>
                  <a:lnTo>
                    <a:pt x="286" y="30"/>
                  </a:lnTo>
                  <a:lnTo>
                    <a:pt x="286" y="28"/>
                  </a:lnTo>
                  <a:lnTo>
                    <a:pt x="284" y="28"/>
                  </a:lnTo>
                  <a:lnTo>
                    <a:pt x="282" y="30"/>
                  </a:lnTo>
                  <a:lnTo>
                    <a:pt x="280" y="32"/>
                  </a:lnTo>
                  <a:lnTo>
                    <a:pt x="280" y="27"/>
                  </a:lnTo>
                  <a:lnTo>
                    <a:pt x="280" y="21"/>
                  </a:lnTo>
                  <a:lnTo>
                    <a:pt x="278" y="19"/>
                  </a:lnTo>
                  <a:lnTo>
                    <a:pt x="278" y="17"/>
                  </a:lnTo>
                  <a:lnTo>
                    <a:pt x="276" y="15"/>
                  </a:lnTo>
                  <a:lnTo>
                    <a:pt x="271" y="11"/>
                  </a:lnTo>
                  <a:lnTo>
                    <a:pt x="269" y="11"/>
                  </a:lnTo>
                  <a:lnTo>
                    <a:pt x="269" y="11"/>
                  </a:lnTo>
                  <a:lnTo>
                    <a:pt x="269" y="11"/>
                  </a:lnTo>
                  <a:lnTo>
                    <a:pt x="265" y="11"/>
                  </a:lnTo>
                  <a:lnTo>
                    <a:pt x="263" y="9"/>
                  </a:lnTo>
                  <a:lnTo>
                    <a:pt x="263" y="9"/>
                  </a:lnTo>
                  <a:lnTo>
                    <a:pt x="257" y="9"/>
                  </a:lnTo>
                  <a:lnTo>
                    <a:pt x="252" y="7"/>
                  </a:lnTo>
                  <a:lnTo>
                    <a:pt x="250" y="7"/>
                  </a:lnTo>
                  <a:lnTo>
                    <a:pt x="242" y="15"/>
                  </a:lnTo>
                  <a:lnTo>
                    <a:pt x="240" y="17"/>
                  </a:lnTo>
                  <a:lnTo>
                    <a:pt x="238" y="17"/>
                  </a:lnTo>
                  <a:lnTo>
                    <a:pt x="236" y="17"/>
                  </a:lnTo>
                  <a:lnTo>
                    <a:pt x="234" y="17"/>
                  </a:lnTo>
                  <a:lnTo>
                    <a:pt x="234" y="17"/>
                  </a:lnTo>
                  <a:lnTo>
                    <a:pt x="233" y="17"/>
                  </a:lnTo>
                  <a:lnTo>
                    <a:pt x="233" y="17"/>
                  </a:lnTo>
                  <a:lnTo>
                    <a:pt x="223" y="13"/>
                  </a:lnTo>
                  <a:lnTo>
                    <a:pt x="219" y="11"/>
                  </a:lnTo>
                  <a:lnTo>
                    <a:pt x="215" y="13"/>
                  </a:lnTo>
                  <a:lnTo>
                    <a:pt x="212" y="13"/>
                  </a:lnTo>
                  <a:lnTo>
                    <a:pt x="212" y="11"/>
                  </a:lnTo>
                  <a:lnTo>
                    <a:pt x="210" y="11"/>
                  </a:lnTo>
                  <a:lnTo>
                    <a:pt x="210" y="9"/>
                  </a:lnTo>
                  <a:lnTo>
                    <a:pt x="210" y="9"/>
                  </a:lnTo>
                  <a:lnTo>
                    <a:pt x="210" y="7"/>
                  </a:lnTo>
                  <a:lnTo>
                    <a:pt x="208" y="6"/>
                  </a:lnTo>
                  <a:lnTo>
                    <a:pt x="208" y="6"/>
                  </a:lnTo>
                  <a:lnTo>
                    <a:pt x="204" y="4"/>
                  </a:lnTo>
                  <a:lnTo>
                    <a:pt x="204" y="2"/>
                  </a:lnTo>
                  <a:lnTo>
                    <a:pt x="202" y="0"/>
                  </a:lnTo>
                  <a:lnTo>
                    <a:pt x="200" y="4"/>
                  </a:lnTo>
                  <a:lnTo>
                    <a:pt x="200" y="11"/>
                  </a:lnTo>
                  <a:lnTo>
                    <a:pt x="198" y="15"/>
                  </a:lnTo>
                  <a:lnTo>
                    <a:pt x="198" y="15"/>
                  </a:lnTo>
                  <a:lnTo>
                    <a:pt x="198" y="15"/>
                  </a:lnTo>
                  <a:lnTo>
                    <a:pt x="198" y="17"/>
                  </a:lnTo>
                  <a:lnTo>
                    <a:pt x="200" y="19"/>
                  </a:lnTo>
                  <a:lnTo>
                    <a:pt x="202" y="23"/>
                  </a:lnTo>
                  <a:lnTo>
                    <a:pt x="204" y="23"/>
                  </a:lnTo>
                  <a:lnTo>
                    <a:pt x="206" y="23"/>
                  </a:lnTo>
                  <a:lnTo>
                    <a:pt x="206" y="25"/>
                  </a:lnTo>
                  <a:lnTo>
                    <a:pt x="208" y="27"/>
                  </a:lnTo>
                  <a:lnTo>
                    <a:pt x="210" y="30"/>
                  </a:lnTo>
                  <a:lnTo>
                    <a:pt x="212" y="34"/>
                  </a:lnTo>
                  <a:lnTo>
                    <a:pt x="213" y="36"/>
                  </a:lnTo>
                  <a:lnTo>
                    <a:pt x="215" y="40"/>
                  </a:lnTo>
                  <a:lnTo>
                    <a:pt x="215" y="40"/>
                  </a:lnTo>
                  <a:lnTo>
                    <a:pt x="215" y="42"/>
                  </a:lnTo>
                  <a:lnTo>
                    <a:pt x="215" y="47"/>
                  </a:lnTo>
                  <a:lnTo>
                    <a:pt x="217" y="51"/>
                  </a:lnTo>
                  <a:lnTo>
                    <a:pt x="217" y="53"/>
                  </a:lnTo>
                  <a:lnTo>
                    <a:pt x="217" y="55"/>
                  </a:lnTo>
                  <a:lnTo>
                    <a:pt x="217" y="57"/>
                  </a:lnTo>
                  <a:lnTo>
                    <a:pt x="215" y="61"/>
                  </a:lnTo>
                  <a:lnTo>
                    <a:pt x="212" y="70"/>
                  </a:lnTo>
                  <a:lnTo>
                    <a:pt x="210" y="74"/>
                  </a:lnTo>
                  <a:lnTo>
                    <a:pt x="212" y="74"/>
                  </a:lnTo>
                  <a:lnTo>
                    <a:pt x="213" y="76"/>
                  </a:lnTo>
                  <a:lnTo>
                    <a:pt x="213" y="74"/>
                  </a:lnTo>
                  <a:lnTo>
                    <a:pt x="215" y="74"/>
                  </a:lnTo>
                  <a:lnTo>
                    <a:pt x="219" y="72"/>
                  </a:lnTo>
                  <a:lnTo>
                    <a:pt x="221" y="74"/>
                  </a:lnTo>
                  <a:lnTo>
                    <a:pt x="221" y="74"/>
                  </a:lnTo>
                  <a:lnTo>
                    <a:pt x="219" y="76"/>
                  </a:lnTo>
                  <a:lnTo>
                    <a:pt x="219" y="78"/>
                  </a:lnTo>
                  <a:lnTo>
                    <a:pt x="219" y="78"/>
                  </a:lnTo>
                  <a:lnTo>
                    <a:pt x="219" y="78"/>
                  </a:lnTo>
                  <a:lnTo>
                    <a:pt x="219" y="78"/>
                  </a:lnTo>
                  <a:lnTo>
                    <a:pt x="221" y="80"/>
                  </a:lnTo>
                  <a:lnTo>
                    <a:pt x="221" y="80"/>
                  </a:lnTo>
                  <a:lnTo>
                    <a:pt x="223" y="80"/>
                  </a:lnTo>
                  <a:lnTo>
                    <a:pt x="223" y="82"/>
                  </a:lnTo>
                  <a:lnTo>
                    <a:pt x="227" y="84"/>
                  </a:lnTo>
                  <a:lnTo>
                    <a:pt x="227" y="85"/>
                  </a:lnTo>
                  <a:lnTo>
                    <a:pt x="227" y="85"/>
                  </a:lnTo>
                  <a:lnTo>
                    <a:pt x="227" y="85"/>
                  </a:lnTo>
                  <a:lnTo>
                    <a:pt x="227" y="85"/>
                  </a:lnTo>
                  <a:lnTo>
                    <a:pt x="225" y="87"/>
                  </a:lnTo>
                  <a:lnTo>
                    <a:pt x="225" y="87"/>
                  </a:lnTo>
                  <a:lnTo>
                    <a:pt x="225" y="87"/>
                  </a:lnTo>
                  <a:lnTo>
                    <a:pt x="225" y="89"/>
                  </a:lnTo>
                  <a:lnTo>
                    <a:pt x="225" y="89"/>
                  </a:lnTo>
                  <a:lnTo>
                    <a:pt x="227" y="89"/>
                  </a:lnTo>
                  <a:lnTo>
                    <a:pt x="229" y="91"/>
                  </a:lnTo>
                  <a:lnTo>
                    <a:pt x="229" y="91"/>
                  </a:lnTo>
                  <a:lnTo>
                    <a:pt x="229" y="93"/>
                  </a:lnTo>
                  <a:lnTo>
                    <a:pt x="229" y="93"/>
                  </a:lnTo>
                  <a:lnTo>
                    <a:pt x="229" y="95"/>
                  </a:lnTo>
                  <a:lnTo>
                    <a:pt x="229" y="95"/>
                  </a:lnTo>
                  <a:lnTo>
                    <a:pt x="229" y="95"/>
                  </a:lnTo>
                  <a:lnTo>
                    <a:pt x="229" y="95"/>
                  </a:lnTo>
                  <a:lnTo>
                    <a:pt x="227" y="95"/>
                  </a:lnTo>
                  <a:lnTo>
                    <a:pt x="225" y="95"/>
                  </a:lnTo>
                  <a:lnTo>
                    <a:pt x="225" y="97"/>
                  </a:lnTo>
                  <a:lnTo>
                    <a:pt x="221" y="99"/>
                  </a:lnTo>
                  <a:lnTo>
                    <a:pt x="221" y="99"/>
                  </a:lnTo>
                  <a:lnTo>
                    <a:pt x="217" y="101"/>
                  </a:lnTo>
                  <a:lnTo>
                    <a:pt x="217" y="101"/>
                  </a:lnTo>
                  <a:lnTo>
                    <a:pt x="215" y="103"/>
                  </a:lnTo>
                  <a:lnTo>
                    <a:pt x="212" y="106"/>
                  </a:lnTo>
                  <a:lnTo>
                    <a:pt x="210" y="108"/>
                  </a:lnTo>
                  <a:lnTo>
                    <a:pt x="210" y="110"/>
                  </a:lnTo>
                  <a:lnTo>
                    <a:pt x="208" y="110"/>
                  </a:lnTo>
                  <a:lnTo>
                    <a:pt x="206" y="112"/>
                  </a:lnTo>
                  <a:lnTo>
                    <a:pt x="206" y="112"/>
                  </a:lnTo>
                  <a:lnTo>
                    <a:pt x="202" y="114"/>
                  </a:lnTo>
                  <a:lnTo>
                    <a:pt x="202" y="114"/>
                  </a:lnTo>
                  <a:lnTo>
                    <a:pt x="202" y="114"/>
                  </a:lnTo>
                  <a:lnTo>
                    <a:pt x="200" y="114"/>
                  </a:lnTo>
                  <a:lnTo>
                    <a:pt x="200" y="114"/>
                  </a:lnTo>
                  <a:lnTo>
                    <a:pt x="200" y="114"/>
                  </a:lnTo>
                  <a:lnTo>
                    <a:pt x="198" y="116"/>
                  </a:lnTo>
                  <a:lnTo>
                    <a:pt x="196" y="120"/>
                  </a:lnTo>
                  <a:lnTo>
                    <a:pt x="189" y="125"/>
                  </a:lnTo>
                  <a:lnTo>
                    <a:pt x="187" y="127"/>
                  </a:lnTo>
                  <a:lnTo>
                    <a:pt x="185" y="129"/>
                  </a:lnTo>
                  <a:lnTo>
                    <a:pt x="185" y="129"/>
                  </a:lnTo>
                  <a:lnTo>
                    <a:pt x="185" y="129"/>
                  </a:lnTo>
                  <a:lnTo>
                    <a:pt x="185" y="129"/>
                  </a:lnTo>
                  <a:lnTo>
                    <a:pt x="185" y="131"/>
                  </a:lnTo>
                  <a:lnTo>
                    <a:pt x="185" y="131"/>
                  </a:lnTo>
                  <a:lnTo>
                    <a:pt x="185" y="133"/>
                  </a:lnTo>
                  <a:lnTo>
                    <a:pt x="185" y="137"/>
                  </a:lnTo>
                  <a:lnTo>
                    <a:pt x="185" y="137"/>
                  </a:lnTo>
                  <a:lnTo>
                    <a:pt x="185" y="137"/>
                  </a:lnTo>
                  <a:lnTo>
                    <a:pt x="183" y="137"/>
                  </a:lnTo>
                  <a:lnTo>
                    <a:pt x="183" y="137"/>
                  </a:lnTo>
                  <a:lnTo>
                    <a:pt x="181" y="139"/>
                  </a:lnTo>
                  <a:lnTo>
                    <a:pt x="181" y="139"/>
                  </a:lnTo>
                  <a:lnTo>
                    <a:pt x="181" y="139"/>
                  </a:lnTo>
                  <a:lnTo>
                    <a:pt x="181" y="139"/>
                  </a:lnTo>
                  <a:lnTo>
                    <a:pt x="183" y="141"/>
                  </a:lnTo>
                  <a:lnTo>
                    <a:pt x="183" y="141"/>
                  </a:lnTo>
                  <a:lnTo>
                    <a:pt x="183" y="141"/>
                  </a:lnTo>
                  <a:lnTo>
                    <a:pt x="183" y="141"/>
                  </a:lnTo>
                  <a:lnTo>
                    <a:pt x="183" y="143"/>
                  </a:lnTo>
                  <a:lnTo>
                    <a:pt x="183" y="143"/>
                  </a:lnTo>
                  <a:lnTo>
                    <a:pt x="185" y="144"/>
                  </a:lnTo>
                  <a:lnTo>
                    <a:pt x="189" y="144"/>
                  </a:lnTo>
                  <a:lnTo>
                    <a:pt x="189" y="146"/>
                  </a:lnTo>
                  <a:lnTo>
                    <a:pt x="191" y="148"/>
                  </a:lnTo>
                  <a:lnTo>
                    <a:pt x="191" y="148"/>
                  </a:lnTo>
                  <a:lnTo>
                    <a:pt x="191" y="148"/>
                  </a:lnTo>
                  <a:lnTo>
                    <a:pt x="191" y="150"/>
                  </a:lnTo>
                  <a:lnTo>
                    <a:pt x="193" y="152"/>
                  </a:lnTo>
                  <a:lnTo>
                    <a:pt x="193" y="152"/>
                  </a:lnTo>
                  <a:lnTo>
                    <a:pt x="193" y="154"/>
                  </a:lnTo>
                  <a:lnTo>
                    <a:pt x="194" y="156"/>
                  </a:lnTo>
                  <a:lnTo>
                    <a:pt x="196" y="156"/>
                  </a:lnTo>
                  <a:lnTo>
                    <a:pt x="202" y="160"/>
                  </a:lnTo>
                  <a:lnTo>
                    <a:pt x="204" y="162"/>
                  </a:lnTo>
                  <a:lnTo>
                    <a:pt x="206" y="163"/>
                  </a:lnTo>
                  <a:lnTo>
                    <a:pt x="206" y="163"/>
                  </a:lnTo>
                  <a:lnTo>
                    <a:pt x="206" y="165"/>
                  </a:lnTo>
                  <a:lnTo>
                    <a:pt x="206" y="167"/>
                  </a:lnTo>
                  <a:lnTo>
                    <a:pt x="206" y="169"/>
                  </a:lnTo>
                  <a:lnTo>
                    <a:pt x="206" y="169"/>
                  </a:lnTo>
                  <a:lnTo>
                    <a:pt x="206" y="173"/>
                  </a:lnTo>
                  <a:lnTo>
                    <a:pt x="206" y="175"/>
                  </a:lnTo>
                  <a:lnTo>
                    <a:pt x="206" y="177"/>
                  </a:lnTo>
                  <a:lnTo>
                    <a:pt x="206" y="177"/>
                  </a:lnTo>
                  <a:lnTo>
                    <a:pt x="206" y="177"/>
                  </a:lnTo>
                  <a:lnTo>
                    <a:pt x="208" y="177"/>
                  </a:lnTo>
                  <a:lnTo>
                    <a:pt x="208" y="179"/>
                  </a:lnTo>
                  <a:lnTo>
                    <a:pt x="208" y="179"/>
                  </a:lnTo>
                  <a:lnTo>
                    <a:pt x="208" y="181"/>
                  </a:lnTo>
                  <a:lnTo>
                    <a:pt x="208" y="182"/>
                  </a:lnTo>
                  <a:lnTo>
                    <a:pt x="202" y="181"/>
                  </a:lnTo>
                  <a:lnTo>
                    <a:pt x="200" y="181"/>
                  </a:lnTo>
                  <a:lnTo>
                    <a:pt x="200" y="179"/>
                  </a:lnTo>
                  <a:lnTo>
                    <a:pt x="200" y="179"/>
                  </a:lnTo>
                  <a:lnTo>
                    <a:pt x="198" y="179"/>
                  </a:lnTo>
                  <a:lnTo>
                    <a:pt x="198" y="177"/>
                  </a:lnTo>
                  <a:lnTo>
                    <a:pt x="196" y="179"/>
                  </a:lnTo>
                  <a:lnTo>
                    <a:pt x="194" y="179"/>
                  </a:lnTo>
                  <a:lnTo>
                    <a:pt x="191" y="181"/>
                  </a:lnTo>
                  <a:lnTo>
                    <a:pt x="191" y="181"/>
                  </a:lnTo>
                  <a:lnTo>
                    <a:pt x="191" y="181"/>
                  </a:lnTo>
                  <a:lnTo>
                    <a:pt x="191" y="181"/>
                  </a:lnTo>
                  <a:lnTo>
                    <a:pt x="191" y="181"/>
                  </a:lnTo>
                  <a:lnTo>
                    <a:pt x="189" y="182"/>
                  </a:lnTo>
                  <a:lnTo>
                    <a:pt x="189" y="182"/>
                  </a:lnTo>
                  <a:lnTo>
                    <a:pt x="187" y="184"/>
                  </a:lnTo>
                  <a:lnTo>
                    <a:pt x="185" y="184"/>
                  </a:lnTo>
                  <a:lnTo>
                    <a:pt x="181" y="186"/>
                  </a:lnTo>
                  <a:lnTo>
                    <a:pt x="179" y="186"/>
                  </a:lnTo>
                  <a:lnTo>
                    <a:pt x="179" y="188"/>
                  </a:lnTo>
                  <a:lnTo>
                    <a:pt x="179" y="188"/>
                  </a:lnTo>
                  <a:lnTo>
                    <a:pt x="179" y="188"/>
                  </a:lnTo>
                  <a:lnTo>
                    <a:pt x="179" y="188"/>
                  </a:lnTo>
                  <a:lnTo>
                    <a:pt x="179" y="188"/>
                  </a:lnTo>
                  <a:lnTo>
                    <a:pt x="179" y="190"/>
                  </a:lnTo>
                  <a:lnTo>
                    <a:pt x="177" y="190"/>
                  </a:lnTo>
                  <a:lnTo>
                    <a:pt x="177" y="190"/>
                  </a:lnTo>
                  <a:lnTo>
                    <a:pt x="177" y="190"/>
                  </a:lnTo>
                  <a:lnTo>
                    <a:pt x="177" y="192"/>
                  </a:lnTo>
                  <a:lnTo>
                    <a:pt x="179" y="192"/>
                  </a:lnTo>
                  <a:lnTo>
                    <a:pt x="179" y="192"/>
                  </a:lnTo>
                  <a:lnTo>
                    <a:pt x="179" y="192"/>
                  </a:lnTo>
                  <a:lnTo>
                    <a:pt x="179" y="192"/>
                  </a:lnTo>
                  <a:lnTo>
                    <a:pt x="181" y="194"/>
                  </a:lnTo>
                  <a:lnTo>
                    <a:pt x="181" y="194"/>
                  </a:lnTo>
                  <a:lnTo>
                    <a:pt x="181" y="194"/>
                  </a:lnTo>
                  <a:lnTo>
                    <a:pt x="181" y="194"/>
                  </a:lnTo>
                  <a:lnTo>
                    <a:pt x="181" y="194"/>
                  </a:lnTo>
                  <a:lnTo>
                    <a:pt x="181" y="194"/>
                  </a:lnTo>
                  <a:lnTo>
                    <a:pt x="183" y="194"/>
                  </a:lnTo>
                  <a:lnTo>
                    <a:pt x="183" y="194"/>
                  </a:lnTo>
                  <a:lnTo>
                    <a:pt x="183" y="194"/>
                  </a:lnTo>
                  <a:lnTo>
                    <a:pt x="183" y="196"/>
                  </a:lnTo>
                  <a:lnTo>
                    <a:pt x="185" y="196"/>
                  </a:lnTo>
                  <a:lnTo>
                    <a:pt x="185" y="198"/>
                  </a:lnTo>
                  <a:lnTo>
                    <a:pt x="185" y="200"/>
                  </a:lnTo>
                  <a:lnTo>
                    <a:pt x="185" y="201"/>
                  </a:lnTo>
                  <a:lnTo>
                    <a:pt x="187" y="201"/>
                  </a:lnTo>
                  <a:lnTo>
                    <a:pt x="187" y="203"/>
                  </a:lnTo>
                  <a:lnTo>
                    <a:pt x="185" y="207"/>
                  </a:lnTo>
                  <a:lnTo>
                    <a:pt x="181" y="209"/>
                  </a:lnTo>
                  <a:lnTo>
                    <a:pt x="181" y="211"/>
                  </a:lnTo>
                  <a:lnTo>
                    <a:pt x="181" y="213"/>
                  </a:lnTo>
                  <a:lnTo>
                    <a:pt x="181" y="213"/>
                  </a:lnTo>
                  <a:lnTo>
                    <a:pt x="179" y="215"/>
                  </a:lnTo>
                  <a:lnTo>
                    <a:pt x="179" y="215"/>
                  </a:lnTo>
                  <a:lnTo>
                    <a:pt x="181" y="217"/>
                  </a:lnTo>
                  <a:lnTo>
                    <a:pt x="181" y="219"/>
                  </a:lnTo>
                  <a:lnTo>
                    <a:pt x="181" y="220"/>
                  </a:lnTo>
                  <a:lnTo>
                    <a:pt x="181" y="220"/>
                  </a:lnTo>
                  <a:lnTo>
                    <a:pt x="181" y="222"/>
                  </a:lnTo>
                  <a:lnTo>
                    <a:pt x="181" y="222"/>
                  </a:lnTo>
                  <a:lnTo>
                    <a:pt x="181" y="222"/>
                  </a:lnTo>
                  <a:lnTo>
                    <a:pt x="183" y="222"/>
                  </a:lnTo>
                  <a:lnTo>
                    <a:pt x="183" y="222"/>
                  </a:lnTo>
                  <a:lnTo>
                    <a:pt x="187" y="226"/>
                  </a:lnTo>
                  <a:lnTo>
                    <a:pt x="187" y="228"/>
                  </a:lnTo>
                  <a:lnTo>
                    <a:pt x="187" y="228"/>
                  </a:lnTo>
                  <a:lnTo>
                    <a:pt x="189" y="230"/>
                  </a:lnTo>
                  <a:lnTo>
                    <a:pt x="191" y="238"/>
                  </a:lnTo>
                  <a:lnTo>
                    <a:pt x="191" y="240"/>
                  </a:lnTo>
                  <a:lnTo>
                    <a:pt x="191" y="243"/>
                  </a:lnTo>
                  <a:lnTo>
                    <a:pt x="191" y="243"/>
                  </a:lnTo>
                  <a:lnTo>
                    <a:pt x="189" y="245"/>
                  </a:lnTo>
                  <a:lnTo>
                    <a:pt x="189" y="247"/>
                  </a:lnTo>
                  <a:lnTo>
                    <a:pt x="189" y="253"/>
                  </a:lnTo>
                  <a:lnTo>
                    <a:pt x="189" y="253"/>
                  </a:lnTo>
                  <a:lnTo>
                    <a:pt x="189" y="253"/>
                  </a:lnTo>
                  <a:lnTo>
                    <a:pt x="187" y="253"/>
                  </a:lnTo>
                  <a:lnTo>
                    <a:pt x="187" y="253"/>
                  </a:lnTo>
                  <a:lnTo>
                    <a:pt x="185" y="253"/>
                  </a:lnTo>
                  <a:lnTo>
                    <a:pt x="185" y="253"/>
                  </a:lnTo>
                  <a:lnTo>
                    <a:pt x="185" y="253"/>
                  </a:lnTo>
                  <a:lnTo>
                    <a:pt x="185" y="253"/>
                  </a:lnTo>
                  <a:lnTo>
                    <a:pt x="185" y="255"/>
                  </a:lnTo>
                  <a:lnTo>
                    <a:pt x="185" y="255"/>
                  </a:lnTo>
                  <a:lnTo>
                    <a:pt x="185" y="255"/>
                  </a:lnTo>
                  <a:lnTo>
                    <a:pt x="185" y="257"/>
                  </a:lnTo>
                  <a:lnTo>
                    <a:pt x="189" y="257"/>
                  </a:lnTo>
                  <a:lnTo>
                    <a:pt x="189" y="257"/>
                  </a:lnTo>
                  <a:lnTo>
                    <a:pt x="189" y="257"/>
                  </a:lnTo>
                  <a:lnTo>
                    <a:pt x="189" y="259"/>
                  </a:lnTo>
                  <a:lnTo>
                    <a:pt x="191" y="259"/>
                  </a:lnTo>
                  <a:lnTo>
                    <a:pt x="191" y="260"/>
                  </a:lnTo>
                  <a:lnTo>
                    <a:pt x="191" y="262"/>
                  </a:lnTo>
                  <a:lnTo>
                    <a:pt x="191" y="262"/>
                  </a:lnTo>
                  <a:lnTo>
                    <a:pt x="191" y="264"/>
                  </a:lnTo>
                  <a:lnTo>
                    <a:pt x="191" y="264"/>
                  </a:lnTo>
                  <a:lnTo>
                    <a:pt x="193" y="264"/>
                  </a:lnTo>
                  <a:lnTo>
                    <a:pt x="193" y="266"/>
                  </a:lnTo>
                  <a:lnTo>
                    <a:pt x="191" y="266"/>
                  </a:lnTo>
                  <a:lnTo>
                    <a:pt x="191" y="268"/>
                  </a:lnTo>
                  <a:lnTo>
                    <a:pt x="191" y="268"/>
                  </a:lnTo>
                  <a:lnTo>
                    <a:pt x="189" y="268"/>
                  </a:lnTo>
                  <a:lnTo>
                    <a:pt x="191" y="270"/>
                  </a:lnTo>
                  <a:lnTo>
                    <a:pt x="191" y="270"/>
                  </a:lnTo>
                  <a:lnTo>
                    <a:pt x="191" y="270"/>
                  </a:lnTo>
                  <a:lnTo>
                    <a:pt x="193" y="270"/>
                  </a:lnTo>
                  <a:lnTo>
                    <a:pt x="193" y="272"/>
                  </a:lnTo>
                  <a:lnTo>
                    <a:pt x="191" y="272"/>
                  </a:lnTo>
                  <a:lnTo>
                    <a:pt x="191" y="274"/>
                  </a:lnTo>
                  <a:lnTo>
                    <a:pt x="189" y="274"/>
                  </a:lnTo>
                  <a:lnTo>
                    <a:pt x="187" y="274"/>
                  </a:lnTo>
                  <a:lnTo>
                    <a:pt x="187" y="274"/>
                  </a:lnTo>
                  <a:lnTo>
                    <a:pt x="185" y="274"/>
                  </a:lnTo>
                  <a:lnTo>
                    <a:pt x="185" y="274"/>
                  </a:lnTo>
                  <a:lnTo>
                    <a:pt x="183" y="274"/>
                  </a:lnTo>
                  <a:lnTo>
                    <a:pt x="183" y="272"/>
                  </a:lnTo>
                  <a:lnTo>
                    <a:pt x="181" y="272"/>
                  </a:lnTo>
                  <a:lnTo>
                    <a:pt x="179" y="272"/>
                  </a:lnTo>
                  <a:lnTo>
                    <a:pt x="179" y="272"/>
                  </a:lnTo>
                  <a:lnTo>
                    <a:pt x="179" y="274"/>
                  </a:lnTo>
                  <a:lnTo>
                    <a:pt x="179" y="274"/>
                  </a:lnTo>
                  <a:lnTo>
                    <a:pt x="179" y="274"/>
                  </a:lnTo>
                  <a:lnTo>
                    <a:pt x="181" y="274"/>
                  </a:lnTo>
                  <a:lnTo>
                    <a:pt x="181" y="276"/>
                  </a:lnTo>
                  <a:lnTo>
                    <a:pt x="181" y="276"/>
                  </a:lnTo>
                  <a:lnTo>
                    <a:pt x="183" y="276"/>
                  </a:lnTo>
                  <a:lnTo>
                    <a:pt x="181" y="279"/>
                  </a:lnTo>
                  <a:lnTo>
                    <a:pt x="181" y="279"/>
                  </a:lnTo>
                  <a:lnTo>
                    <a:pt x="183" y="281"/>
                  </a:lnTo>
                  <a:lnTo>
                    <a:pt x="183" y="281"/>
                  </a:lnTo>
                  <a:lnTo>
                    <a:pt x="183" y="281"/>
                  </a:lnTo>
                  <a:lnTo>
                    <a:pt x="183" y="283"/>
                  </a:lnTo>
                  <a:lnTo>
                    <a:pt x="183" y="283"/>
                  </a:lnTo>
                  <a:lnTo>
                    <a:pt x="181" y="285"/>
                  </a:lnTo>
                  <a:lnTo>
                    <a:pt x="181" y="285"/>
                  </a:lnTo>
                  <a:lnTo>
                    <a:pt x="181" y="285"/>
                  </a:lnTo>
                  <a:lnTo>
                    <a:pt x="181" y="287"/>
                  </a:lnTo>
                  <a:lnTo>
                    <a:pt x="181" y="287"/>
                  </a:lnTo>
                  <a:lnTo>
                    <a:pt x="181" y="289"/>
                  </a:lnTo>
                  <a:lnTo>
                    <a:pt x="181" y="291"/>
                  </a:lnTo>
                  <a:lnTo>
                    <a:pt x="177" y="298"/>
                  </a:lnTo>
                  <a:lnTo>
                    <a:pt x="175" y="300"/>
                  </a:lnTo>
                  <a:lnTo>
                    <a:pt x="173" y="302"/>
                  </a:lnTo>
                  <a:lnTo>
                    <a:pt x="170" y="304"/>
                  </a:lnTo>
                  <a:lnTo>
                    <a:pt x="170" y="304"/>
                  </a:lnTo>
                  <a:lnTo>
                    <a:pt x="168" y="306"/>
                  </a:lnTo>
                  <a:lnTo>
                    <a:pt x="166" y="306"/>
                  </a:lnTo>
                  <a:lnTo>
                    <a:pt x="166" y="308"/>
                  </a:lnTo>
                  <a:lnTo>
                    <a:pt x="166" y="308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8" y="310"/>
                  </a:lnTo>
                  <a:lnTo>
                    <a:pt x="168" y="310"/>
                  </a:lnTo>
                  <a:lnTo>
                    <a:pt x="168" y="310"/>
                  </a:lnTo>
                  <a:lnTo>
                    <a:pt x="170" y="310"/>
                  </a:lnTo>
                  <a:lnTo>
                    <a:pt x="170" y="310"/>
                  </a:lnTo>
                  <a:lnTo>
                    <a:pt x="170" y="312"/>
                  </a:lnTo>
                  <a:lnTo>
                    <a:pt x="170" y="314"/>
                  </a:lnTo>
                  <a:lnTo>
                    <a:pt x="170" y="316"/>
                  </a:lnTo>
                  <a:lnTo>
                    <a:pt x="168" y="316"/>
                  </a:lnTo>
                  <a:lnTo>
                    <a:pt x="166" y="314"/>
                  </a:lnTo>
                  <a:lnTo>
                    <a:pt x="164" y="316"/>
                  </a:lnTo>
                  <a:lnTo>
                    <a:pt x="164" y="316"/>
                  </a:lnTo>
                  <a:lnTo>
                    <a:pt x="164" y="317"/>
                  </a:lnTo>
                  <a:lnTo>
                    <a:pt x="162" y="319"/>
                  </a:lnTo>
                  <a:lnTo>
                    <a:pt x="162" y="321"/>
                  </a:lnTo>
                  <a:lnTo>
                    <a:pt x="162" y="321"/>
                  </a:lnTo>
                  <a:lnTo>
                    <a:pt x="160" y="321"/>
                  </a:lnTo>
                  <a:lnTo>
                    <a:pt x="158" y="319"/>
                  </a:lnTo>
                  <a:lnTo>
                    <a:pt x="156" y="319"/>
                  </a:lnTo>
                  <a:lnTo>
                    <a:pt x="156" y="319"/>
                  </a:lnTo>
                  <a:lnTo>
                    <a:pt x="154" y="319"/>
                  </a:lnTo>
                  <a:lnTo>
                    <a:pt x="154" y="319"/>
                  </a:lnTo>
                  <a:lnTo>
                    <a:pt x="154" y="321"/>
                  </a:lnTo>
                  <a:lnTo>
                    <a:pt x="154" y="323"/>
                  </a:lnTo>
                  <a:lnTo>
                    <a:pt x="154" y="325"/>
                  </a:lnTo>
                  <a:lnTo>
                    <a:pt x="154" y="327"/>
                  </a:lnTo>
                  <a:lnTo>
                    <a:pt x="154" y="329"/>
                  </a:lnTo>
                  <a:lnTo>
                    <a:pt x="154" y="329"/>
                  </a:lnTo>
                  <a:lnTo>
                    <a:pt x="153" y="329"/>
                  </a:lnTo>
                  <a:lnTo>
                    <a:pt x="151" y="331"/>
                  </a:lnTo>
                  <a:lnTo>
                    <a:pt x="151" y="331"/>
                  </a:lnTo>
                  <a:lnTo>
                    <a:pt x="147" y="331"/>
                  </a:lnTo>
                  <a:lnTo>
                    <a:pt x="145" y="331"/>
                  </a:lnTo>
                  <a:lnTo>
                    <a:pt x="141" y="333"/>
                  </a:lnTo>
                  <a:lnTo>
                    <a:pt x="139" y="333"/>
                  </a:lnTo>
                  <a:lnTo>
                    <a:pt x="139" y="333"/>
                  </a:lnTo>
                  <a:lnTo>
                    <a:pt x="139" y="331"/>
                  </a:lnTo>
                  <a:lnTo>
                    <a:pt x="139" y="329"/>
                  </a:lnTo>
                  <a:lnTo>
                    <a:pt x="139" y="329"/>
                  </a:lnTo>
                  <a:lnTo>
                    <a:pt x="139" y="327"/>
                  </a:lnTo>
                  <a:lnTo>
                    <a:pt x="137" y="327"/>
                  </a:lnTo>
                  <a:lnTo>
                    <a:pt x="137" y="327"/>
                  </a:lnTo>
                  <a:lnTo>
                    <a:pt x="133" y="329"/>
                  </a:lnTo>
                  <a:lnTo>
                    <a:pt x="132" y="329"/>
                  </a:lnTo>
                  <a:lnTo>
                    <a:pt x="130" y="329"/>
                  </a:lnTo>
                  <a:lnTo>
                    <a:pt x="130" y="331"/>
                  </a:lnTo>
                  <a:lnTo>
                    <a:pt x="130" y="331"/>
                  </a:lnTo>
                  <a:lnTo>
                    <a:pt x="132" y="333"/>
                  </a:lnTo>
                  <a:lnTo>
                    <a:pt x="132" y="333"/>
                  </a:lnTo>
                  <a:lnTo>
                    <a:pt x="132" y="333"/>
                  </a:lnTo>
                  <a:lnTo>
                    <a:pt x="132" y="335"/>
                  </a:lnTo>
                  <a:lnTo>
                    <a:pt x="133" y="335"/>
                  </a:lnTo>
                  <a:lnTo>
                    <a:pt x="135" y="337"/>
                  </a:lnTo>
                  <a:lnTo>
                    <a:pt x="135" y="337"/>
                  </a:lnTo>
                  <a:lnTo>
                    <a:pt x="135" y="338"/>
                  </a:lnTo>
                  <a:lnTo>
                    <a:pt x="135" y="340"/>
                  </a:lnTo>
                  <a:lnTo>
                    <a:pt x="135" y="342"/>
                  </a:lnTo>
                  <a:lnTo>
                    <a:pt x="133" y="342"/>
                  </a:lnTo>
                  <a:lnTo>
                    <a:pt x="133" y="342"/>
                  </a:lnTo>
                  <a:lnTo>
                    <a:pt x="132" y="342"/>
                  </a:lnTo>
                  <a:lnTo>
                    <a:pt x="132" y="344"/>
                  </a:lnTo>
                  <a:lnTo>
                    <a:pt x="132" y="346"/>
                  </a:lnTo>
                  <a:lnTo>
                    <a:pt x="132" y="346"/>
                  </a:lnTo>
                  <a:lnTo>
                    <a:pt x="132" y="348"/>
                  </a:lnTo>
                  <a:lnTo>
                    <a:pt x="130" y="348"/>
                  </a:lnTo>
                  <a:lnTo>
                    <a:pt x="130" y="348"/>
                  </a:lnTo>
                  <a:lnTo>
                    <a:pt x="130" y="346"/>
                  </a:lnTo>
                  <a:lnTo>
                    <a:pt x="128" y="346"/>
                  </a:lnTo>
                  <a:lnTo>
                    <a:pt x="128" y="346"/>
                  </a:lnTo>
                  <a:lnTo>
                    <a:pt x="126" y="346"/>
                  </a:lnTo>
                  <a:lnTo>
                    <a:pt x="124" y="346"/>
                  </a:lnTo>
                  <a:lnTo>
                    <a:pt x="124" y="344"/>
                  </a:lnTo>
                  <a:lnTo>
                    <a:pt x="122" y="346"/>
                  </a:lnTo>
                  <a:lnTo>
                    <a:pt x="122" y="346"/>
                  </a:lnTo>
                  <a:lnTo>
                    <a:pt x="122" y="346"/>
                  </a:lnTo>
                  <a:lnTo>
                    <a:pt x="122" y="348"/>
                  </a:lnTo>
                  <a:lnTo>
                    <a:pt x="122" y="348"/>
                  </a:lnTo>
                  <a:lnTo>
                    <a:pt x="124" y="350"/>
                  </a:lnTo>
                  <a:lnTo>
                    <a:pt x="124" y="350"/>
                  </a:lnTo>
                  <a:lnTo>
                    <a:pt x="124" y="350"/>
                  </a:lnTo>
                  <a:lnTo>
                    <a:pt x="124" y="352"/>
                  </a:lnTo>
                  <a:lnTo>
                    <a:pt x="122" y="354"/>
                  </a:lnTo>
                  <a:lnTo>
                    <a:pt x="116" y="352"/>
                  </a:lnTo>
                  <a:lnTo>
                    <a:pt x="114" y="350"/>
                  </a:lnTo>
                  <a:lnTo>
                    <a:pt x="112" y="350"/>
                  </a:lnTo>
                  <a:lnTo>
                    <a:pt x="111" y="348"/>
                  </a:lnTo>
                  <a:lnTo>
                    <a:pt x="111" y="346"/>
                  </a:lnTo>
                  <a:lnTo>
                    <a:pt x="109" y="346"/>
                  </a:lnTo>
                  <a:lnTo>
                    <a:pt x="107" y="346"/>
                  </a:lnTo>
                  <a:lnTo>
                    <a:pt x="105" y="346"/>
                  </a:lnTo>
                  <a:lnTo>
                    <a:pt x="101" y="342"/>
                  </a:lnTo>
                  <a:lnTo>
                    <a:pt x="99" y="342"/>
                  </a:lnTo>
                  <a:lnTo>
                    <a:pt x="97" y="342"/>
                  </a:lnTo>
                  <a:lnTo>
                    <a:pt x="97" y="342"/>
                  </a:lnTo>
                  <a:lnTo>
                    <a:pt x="97" y="342"/>
                  </a:lnTo>
                  <a:lnTo>
                    <a:pt x="97" y="344"/>
                  </a:lnTo>
                  <a:lnTo>
                    <a:pt x="95" y="344"/>
                  </a:lnTo>
                  <a:lnTo>
                    <a:pt x="95" y="344"/>
                  </a:lnTo>
                  <a:lnTo>
                    <a:pt x="95" y="346"/>
                  </a:lnTo>
                  <a:lnTo>
                    <a:pt x="95" y="346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2" y="350"/>
                  </a:lnTo>
                  <a:lnTo>
                    <a:pt x="92" y="352"/>
                  </a:lnTo>
                  <a:lnTo>
                    <a:pt x="92" y="352"/>
                  </a:lnTo>
                  <a:lnTo>
                    <a:pt x="92" y="352"/>
                  </a:lnTo>
                  <a:lnTo>
                    <a:pt x="92" y="354"/>
                  </a:lnTo>
                  <a:lnTo>
                    <a:pt x="93" y="356"/>
                  </a:lnTo>
                  <a:lnTo>
                    <a:pt x="92" y="357"/>
                  </a:lnTo>
                  <a:lnTo>
                    <a:pt x="92" y="361"/>
                  </a:lnTo>
                  <a:lnTo>
                    <a:pt x="88" y="361"/>
                  </a:lnTo>
                  <a:lnTo>
                    <a:pt x="76" y="363"/>
                  </a:lnTo>
                  <a:lnTo>
                    <a:pt x="71" y="365"/>
                  </a:lnTo>
                  <a:lnTo>
                    <a:pt x="67" y="367"/>
                  </a:lnTo>
                  <a:lnTo>
                    <a:pt x="59" y="369"/>
                  </a:lnTo>
                  <a:lnTo>
                    <a:pt x="55" y="371"/>
                  </a:lnTo>
                  <a:lnTo>
                    <a:pt x="52" y="373"/>
                  </a:lnTo>
                  <a:lnTo>
                    <a:pt x="50" y="375"/>
                  </a:lnTo>
                  <a:lnTo>
                    <a:pt x="50" y="376"/>
                  </a:lnTo>
                  <a:lnTo>
                    <a:pt x="48" y="378"/>
                  </a:lnTo>
                  <a:lnTo>
                    <a:pt x="48" y="378"/>
                  </a:lnTo>
                  <a:lnTo>
                    <a:pt x="48" y="380"/>
                  </a:lnTo>
                  <a:lnTo>
                    <a:pt x="48" y="382"/>
                  </a:lnTo>
                  <a:lnTo>
                    <a:pt x="48" y="382"/>
                  </a:lnTo>
                  <a:lnTo>
                    <a:pt x="48" y="382"/>
                  </a:lnTo>
                  <a:lnTo>
                    <a:pt x="48" y="384"/>
                  </a:lnTo>
                  <a:lnTo>
                    <a:pt x="48" y="384"/>
                  </a:lnTo>
                  <a:lnTo>
                    <a:pt x="48" y="384"/>
                  </a:lnTo>
                  <a:lnTo>
                    <a:pt x="46" y="384"/>
                  </a:lnTo>
                  <a:lnTo>
                    <a:pt x="46" y="384"/>
                  </a:lnTo>
                  <a:lnTo>
                    <a:pt x="44" y="386"/>
                  </a:lnTo>
                  <a:lnTo>
                    <a:pt x="42" y="388"/>
                  </a:lnTo>
                  <a:lnTo>
                    <a:pt x="40" y="390"/>
                  </a:lnTo>
                  <a:lnTo>
                    <a:pt x="38" y="390"/>
                  </a:lnTo>
                  <a:lnTo>
                    <a:pt x="36" y="388"/>
                  </a:lnTo>
                  <a:lnTo>
                    <a:pt x="36" y="388"/>
                  </a:lnTo>
                  <a:lnTo>
                    <a:pt x="34" y="386"/>
                  </a:lnTo>
                  <a:lnTo>
                    <a:pt x="31" y="384"/>
                  </a:lnTo>
                  <a:lnTo>
                    <a:pt x="31" y="384"/>
                  </a:lnTo>
                  <a:lnTo>
                    <a:pt x="29" y="384"/>
                  </a:lnTo>
                  <a:lnTo>
                    <a:pt x="29" y="384"/>
                  </a:lnTo>
                  <a:lnTo>
                    <a:pt x="29" y="384"/>
                  </a:lnTo>
                  <a:lnTo>
                    <a:pt x="29" y="384"/>
                  </a:lnTo>
                  <a:lnTo>
                    <a:pt x="29" y="384"/>
                  </a:lnTo>
                  <a:lnTo>
                    <a:pt x="29" y="382"/>
                  </a:lnTo>
                  <a:lnTo>
                    <a:pt x="29" y="376"/>
                  </a:lnTo>
                  <a:lnTo>
                    <a:pt x="29" y="375"/>
                  </a:lnTo>
                  <a:lnTo>
                    <a:pt x="27" y="375"/>
                  </a:lnTo>
                  <a:lnTo>
                    <a:pt x="23" y="373"/>
                  </a:lnTo>
                  <a:lnTo>
                    <a:pt x="21" y="373"/>
                  </a:lnTo>
                  <a:lnTo>
                    <a:pt x="19" y="373"/>
                  </a:lnTo>
                  <a:lnTo>
                    <a:pt x="19" y="373"/>
                  </a:lnTo>
                  <a:lnTo>
                    <a:pt x="17" y="375"/>
                  </a:lnTo>
                  <a:lnTo>
                    <a:pt x="17" y="375"/>
                  </a:lnTo>
                  <a:lnTo>
                    <a:pt x="17" y="375"/>
                  </a:lnTo>
                  <a:lnTo>
                    <a:pt x="17" y="376"/>
                  </a:lnTo>
                  <a:lnTo>
                    <a:pt x="17" y="380"/>
                  </a:lnTo>
                  <a:lnTo>
                    <a:pt x="19" y="380"/>
                  </a:lnTo>
                  <a:lnTo>
                    <a:pt x="17" y="382"/>
                  </a:lnTo>
                  <a:lnTo>
                    <a:pt x="17" y="382"/>
                  </a:lnTo>
                  <a:lnTo>
                    <a:pt x="17" y="382"/>
                  </a:lnTo>
                  <a:lnTo>
                    <a:pt x="11" y="382"/>
                  </a:lnTo>
                  <a:lnTo>
                    <a:pt x="10" y="382"/>
                  </a:lnTo>
                  <a:lnTo>
                    <a:pt x="8" y="382"/>
                  </a:lnTo>
                  <a:lnTo>
                    <a:pt x="2" y="384"/>
                  </a:lnTo>
                  <a:lnTo>
                    <a:pt x="0" y="384"/>
                  </a:lnTo>
                  <a:lnTo>
                    <a:pt x="0" y="386"/>
                  </a:lnTo>
                  <a:lnTo>
                    <a:pt x="0" y="386"/>
                  </a:lnTo>
                  <a:lnTo>
                    <a:pt x="0" y="388"/>
                  </a:lnTo>
                  <a:lnTo>
                    <a:pt x="2" y="388"/>
                  </a:lnTo>
                  <a:lnTo>
                    <a:pt x="2" y="390"/>
                  </a:lnTo>
                  <a:lnTo>
                    <a:pt x="2" y="390"/>
                  </a:lnTo>
                  <a:lnTo>
                    <a:pt x="2" y="390"/>
                  </a:lnTo>
                  <a:lnTo>
                    <a:pt x="6" y="390"/>
                  </a:lnTo>
                  <a:lnTo>
                    <a:pt x="6" y="390"/>
                  </a:lnTo>
                  <a:lnTo>
                    <a:pt x="8" y="392"/>
                  </a:lnTo>
                  <a:lnTo>
                    <a:pt x="8" y="392"/>
                  </a:lnTo>
                  <a:lnTo>
                    <a:pt x="6" y="394"/>
                  </a:lnTo>
                  <a:lnTo>
                    <a:pt x="6" y="394"/>
                  </a:lnTo>
                  <a:lnTo>
                    <a:pt x="6" y="397"/>
                  </a:lnTo>
                  <a:lnTo>
                    <a:pt x="6" y="397"/>
                  </a:lnTo>
                  <a:lnTo>
                    <a:pt x="6" y="399"/>
                  </a:lnTo>
                  <a:lnTo>
                    <a:pt x="4" y="401"/>
                  </a:lnTo>
                  <a:lnTo>
                    <a:pt x="2" y="403"/>
                  </a:lnTo>
                  <a:lnTo>
                    <a:pt x="2" y="405"/>
                  </a:lnTo>
                  <a:lnTo>
                    <a:pt x="2" y="407"/>
                  </a:lnTo>
                  <a:lnTo>
                    <a:pt x="2" y="409"/>
                  </a:lnTo>
                  <a:lnTo>
                    <a:pt x="6" y="413"/>
                  </a:lnTo>
                  <a:lnTo>
                    <a:pt x="6" y="414"/>
                  </a:lnTo>
                  <a:lnTo>
                    <a:pt x="6" y="416"/>
                  </a:lnTo>
                  <a:lnTo>
                    <a:pt x="6" y="416"/>
                  </a:lnTo>
                  <a:lnTo>
                    <a:pt x="6" y="416"/>
                  </a:lnTo>
                  <a:lnTo>
                    <a:pt x="8" y="416"/>
                  </a:lnTo>
                  <a:lnTo>
                    <a:pt x="11" y="414"/>
                  </a:lnTo>
                  <a:lnTo>
                    <a:pt x="13" y="414"/>
                  </a:lnTo>
                  <a:lnTo>
                    <a:pt x="15" y="416"/>
                  </a:lnTo>
                  <a:lnTo>
                    <a:pt x="17" y="416"/>
                  </a:lnTo>
                  <a:lnTo>
                    <a:pt x="19" y="418"/>
                  </a:lnTo>
                  <a:lnTo>
                    <a:pt x="31" y="430"/>
                  </a:lnTo>
                  <a:lnTo>
                    <a:pt x="32" y="432"/>
                  </a:lnTo>
                  <a:lnTo>
                    <a:pt x="32" y="433"/>
                  </a:lnTo>
                  <a:lnTo>
                    <a:pt x="34" y="433"/>
                  </a:lnTo>
                  <a:lnTo>
                    <a:pt x="36" y="432"/>
                  </a:lnTo>
                  <a:lnTo>
                    <a:pt x="36" y="432"/>
                  </a:lnTo>
                  <a:lnTo>
                    <a:pt x="40" y="432"/>
                  </a:lnTo>
                  <a:lnTo>
                    <a:pt x="46" y="432"/>
                  </a:lnTo>
                  <a:lnTo>
                    <a:pt x="59" y="433"/>
                  </a:lnTo>
                  <a:lnTo>
                    <a:pt x="59" y="433"/>
                  </a:lnTo>
                  <a:lnTo>
                    <a:pt x="59" y="433"/>
                  </a:lnTo>
                  <a:lnTo>
                    <a:pt x="59" y="433"/>
                  </a:lnTo>
                  <a:lnTo>
                    <a:pt x="59" y="433"/>
                  </a:lnTo>
                  <a:lnTo>
                    <a:pt x="59" y="433"/>
                  </a:lnTo>
                  <a:lnTo>
                    <a:pt x="61" y="433"/>
                  </a:lnTo>
                  <a:lnTo>
                    <a:pt x="63" y="433"/>
                  </a:lnTo>
                  <a:lnTo>
                    <a:pt x="63" y="433"/>
                  </a:lnTo>
                  <a:lnTo>
                    <a:pt x="63" y="435"/>
                  </a:lnTo>
                  <a:lnTo>
                    <a:pt x="63" y="435"/>
                  </a:lnTo>
                  <a:lnTo>
                    <a:pt x="63" y="435"/>
                  </a:lnTo>
                  <a:lnTo>
                    <a:pt x="63" y="435"/>
                  </a:lnTo>
                  <a:lnTo>
                    <a:pt x="61" y="435"/>
                  </a:lnTo>
                  <a:lnTo>
                    <a:pt x="59" y="435"/>
                  </a:lnTo>
                  <a:lnTo>
                    <a:pt x="59" y="437"/>
                  </a:lnTo>
                  <a:lnTo>
                    <a:pt x="57" y="437"/>
                  </a:lnTo>
                  <a:lnTo>
                    <a:pt x="55" y="439"/>
                  </a:lnTo>
                  <a:lnTo>
                    <a:pt x="55" y="439"/>
                  </a:lnTo>
                  <a:lnTo>
                    <a:pt x="55" y="441"/>
                  </a:lnTo>
                  <a:lnTo>
                    <a:pt x="55" y="441"/>
                  </a:lnTo>
                  <a:lnTo>
                    <a:pt x="55" y="443"/>
                  </a:lnTo>
                  <a:lnTo>
                    <a:pt x="55" y="443"/>
                  </a:lnTo>
                  <a:lnTo>
                    <a:pt x="53" y="447"/>
                  </a:lnTo>
                  <a:lnTo>
                    <a:pt x="53" y="447"/>
                  </a:lnTo>
                  <a:lnTo>
                    <a:pt x="53" y="449"/>
                  </a:lnTo>
                  <a:lnTo>
                    <a:pt x="53" y="453"/>
                  </a:lnTo>
                  <a:lnTo>
                    <a:pt x="53" y="453"/>
                  </a:lnTo>
                  <a:lnTo>
                    <a:pt x="53" y="454"/>
                  </a:lnTo>
                  <a:lnTo>
                    <a:pt x="59" y="458"/>
                  </a:lnTo>
                  <a:lnTo>
                    <a:pt x="61" y="458"/>
                  </a:lnTo>
                  <a:lnTo>
                    <a:pt x="61" y="458"/>
                  </a:lnTo>
                  <a:lnTo>
                    <a:pt x="63" y="458"/>
                  </a:lnTo>
                  <a:lnTo>
                    <a:pt x="63" y="458"/>
                  </a:lnTo>
                  <a:lnTo>
                    <a:pt x="65" y="460"/>
                  </a:lnTo>
                  <a:lnTo>
                    <a:pt x="71" y="466"/>
                  </a:lnTo>
                  <a:lnTo>
                    <a:pt x="72" y="470"/>
                  </a:lnTo>
                  <a:lnTo>
                    <a:pt x="72" y="472"/>
                  </a:lnTo>
                  <a:lnTo>
                    <a:pt x="72" y="473"/>
                  </a:lnTo>
                  <a:lnTo>
                    <a:pt x="74" y="473"/>
                  </a:lnTo>
                  <a:lnTo>
                    <a:pt x="76" y="473"/>
                  </a:lnTo>
                  <a:lnTo>
                    <a:pt x="80" y="473"/>
                  </a:lnTo>
                  <a:lnTo>
                    <a:pt x="82" y="475"/>
                  </a:lnTo>
                  <a:lnTo>
                    <a:pt x="84" y="475"/>
                  </a:lnTo>
                  <a:lnTo>
                    <a:pt x="86" y="477"/>
                  </a:lnTo>
                  <a:lnTo>
                    <a:pt x="86" y="479"/>
                  </a:lnTo>
                  <a:lnTo>
                    <a:pt x="86" y="481"/>
                  </a:lnTo>
                  <a:lnTo>
                    <a:pt x="88" y="481"/>
                  </a:lnTo>
                  <a:lnTo>
                    <a:pt x="88" y="483"/>
                  </a:lnTo>
                  <a:lnTo>
                    <a:pt x="86" y="483"/>
                  </a:lnTo>
                  <a:lnTo>
                    <a:pt x="86" y="483"/>
                  </a:lnTo>
                  <a:lnTo>
                    <a:pt x="86" y="483"/>
                  </a:lnTo>
                  <a:lnTo>
                    <a:pt x="84" y="483"/>
                  </a:lnTo>
                  <a:lnTo>
                    <a:pt x="82" y="483"/>
                  </a:lnTo>
                  <a:lnTo>
                    <a:pt x="82" y="483"/>
                  </a:lnTo>
                  <a:lnTo>
                    <a:pt x="82" y="483"/>
                  </a:lnTo>
                  <a:lnTo>
                    <a:pt x="82" y="483"/>
                  </a:lnTo>
                  <a:lnTo>
                    <a:pt x="82" y="483"/>
                  </a:lnTo>
                  <a:lnTo>
                    <a:pt x="82" y="485"/>
                  </a:lnTo>
                  <a:lnTo>
                    <a:pt x="82" y="485"/>
                  </a:lnTo>
                  <a:lnTo>
                    <a:pt x="84" y="487"/>
                  </a:lnTo>
                  <a:lnTo>
                    <a:pt x="84" y="487"/>
                  </a:lnTo>
                  <a:lnTo>
                    <a:pt x="84" y="489"/>
                  </a:lnTo>
                  <a:lnTo>
                    <a:pt x="88" y="489"/>
                  </a:lnTo>
                  <a:lnTo>
                    <a:pt x="88" y="491"/>
                  </a:lnTo>
                  <a:lnTo>
                    <a:pt x="90" y="492"/>
                  </a:lnTo>
                  <a:lnTo>
                    <a:pt x="90" y="494"/>
                  </a:lnTo>
                  <a:lnTo>
                    <a:pt x="90" y="496"/>
                  </a:lnTo>
                  <a:lnTo>
                    <a:pt x="92" y="498"/>
                  </a:lnTo>
                  <a:lnTo>
                    <a:pt x="92" y="500"/>
                  </a:lnTo>
                  <a:lnTo>
                    <a:pt x="93" y="500"/>
                  </a:lnTo>
                  <a:lnTo>
                    <a:pt x="95" y="502"/>
                  </a:lnTo>
                  <a:lnTo>
                    <a:pt x="95" y="504"/>
                  </a:lnTo>
                  <a:lnTo>
                    <a:pt x="95" y="504"/>
                  </a:lnTo>
                  <a:lnTo>
                    <a:pt x="93" y="504"/>
                  </a:lnTo>
                  <a:lnTo>
                    <a:pt x="90" y="504"/>
                  </a:lnTo>
                  <a:lnTo>
                    <a:pt x="90" y="504"/>
                  </a:lnTo>
                  <a:lnTo>
                    <a:pt x="88" y="506"/>
                  </a:lnTo>
                  <a:lnTo>
                    <a:pt x="88" y="506"/>
                  </a:lnTo>
                  <a:lnTo>
                    <a:pt x="88" y="508"/>
                  </a:lnTo>
                  <a:lnTo>
                    <a:pt x="88" y="508"/>
                  </a:lnTo>
                  <a:lnTo>
                    <a:pt x="88" y="510"/>
                  </a:lnTo>
                  <a:lnTo>
                    <a:pt x="86" y="510"/>
                  </a:lnTo>
                  <a:lnTo>
                    <a:pt x="84" y="508"/>
                  </a:lnTo>
                  <a:lnTo>
                    <a:pt x="84" y="508"/>
                  </a:lnTo>
                  <a:lnTo>
                    <a:pt x="84" y="510"/>
                  </a:lnTo>
                  <a:lnTo>
                    <a:pt x="82" y="510"/>
                  </a:lnTo>
                  <a:lnTo>
                    <a:pt x="80" y="511"/>
                  </a:lnTo>
                  <a:lnTo>
                    <a:pt x="80" y="511"/>
                  </a:lnTo>
                  <a:lnTo>
                    <a:pt x="82" y="515"/>
                  </a:lnTo>
                  <a:lnTo>
                    <a:pt x="82" y="515"/>
                  </a:lnTo>
                  <a:lnTo>
                    <a:pt x="84" y="515"/>
                  </a:lnTo>
                  <a:lnTo>
                    <a:pt x="86" y="515"/>
                  </a:lnTo>
                  <a:lnTo>
                    <a:pt x="88" y="517"/>
                  </a:lnTo>
                  <a:lnTo>
                    <a:pt x="90" y="517"/>
                  </a:lnTo>
                  <a:lnTo>
                    <a:pt x="93" y="521"/>
                  </a:lnTo>
                  <a:lnTo>
                    <a:pt x="95" y="521"/>
                  </a:lnTo>
                  <a:lnTo>
                    <a:pt x="97" y="521"/>
                  </a:lnTo>
                  <a:lnTo>
                    <a:pt x="97" y="521"/>
                  </a:lnTo>
                  <a:lnTo>
                    <a:pt x="99" y="521"/>
                  </a:lnTo>
                  <a:lnTo>
                    <a:pt x="103" y="523"/>
                  </a:lnTo>
                  <a:lnTo>
                    <a:pt x="107" y="525"/>
                  </a:lnTo>
                  <a:lnTo>
                    <a:pt x="109" y="527"/>
                  </a:lnTo>
                  <a:lnTo>
                    <a:pt x="109" y="527"/>
                  </a:lnTo>
                  <a:lnTo>
                    <a:pt x="109" y="529"/>
                  </a:lnTo>
                  <a:lnTo>
                    <a:pt x="109" y="529"/>
                  </a:lnTo>
                  <a:lnTo>
                    <a:pt x="109" y="530"/>
                  </a:lnTo>
                  <a:lnTo>
                    <a:pt x="109" y="532"/>
                  </a:lnTo>
                  <a:lnTo>
                    <a:pt x="109" y="532"/>
                  </a:lnTo>
                  <a:lnTo>
                    <a:pt x="109" y="532"/>
                  </a:lnTo>
                  <a:lnTo>
                    <a:pt x="109" y="536"/>
                  </a:lnTo>
                  <a:lnTo>
                    <a:pt x="109" y="538"/>
                  </a:lnTo>
                  <a:lnTo>
                    <a:pt x="109" y="540"/>
                  </a:lnTo>
                  <a:lnTo>
                    <a:pt x="112" y="542"/>
                  </a:lnTo>
                  <a:lnTo>
                    <a:pt x="114" y="542"/>
                  </a:lnTo>
                  <a:lnTo>
                    <a:pt x="114" y="542"/>
                  </a:lnTo>
                  <a:lnTo>
                    <a:pt x="114" y="542"/>
                  </a:lnTo>
                  <a:lnTo>
                    <a:pt x="116" y="540"/>
                  </a:lnTo>
                  <a:lnTo>
                    <a:pt x="116" y="540"/>
                  </a:lnTo>
                  <a:lnTo>
                    <a:pt x="116" y="540"/>
                  </a:lnTo>
                  <a:lnTo>
                    <a:pt x="118" y="538"/>
                  </a:lnTo>
                  <a:lnTo>
                    <a:pt x="118" y="538"/>
                  </a:lnTo>
                  <a:lnTo>
                    <a:pt x="118" y="536"/>
                  </a:lnTo>
                  <a:lnTo>
                    <a:pt x="120" y="536"/>
                  </a:lnTo>
                  <a:lnTo>
                    <a:pt x="120" y="536"/>
                  </a:lnTo>
                  <a:lnTo>
                    <a:pt x="122" y="536"/>
                  </a:lnTo>
                  <a:lnTo>
                    <a:pt x="124" y="536"/>
                  </a:lnTo>
                  <a:lnTo>
                    <a:pt x="126" y="538"/>
                  </a:lnTo>
                  <a:lnTo>
                    <a:pt x="128" y="538"/>
                  </a:lnTo>
                  <a:lnTo>
                    <a:pt x="130" y="540"/>
                  </a:lnTo>
                  <a:lnTo>
                    <a:pt x="130" y="544"/>
                  </a:lnTo>
                  <a:lnTo>
                    <a:pt x="130" y="546"/>
                  </a:lnTo>
                  <a:lnTo>
                    <a:pt x="130" y="548"/>
                  </a:lnTo>
                  <a:lnTo>
                    <a:pt x="132" y="550"/>
                  </a:lnTo>
                  <a:lnTo>
                    <a:pt x="132" y="551"/>
                  </a:lnTo>
                  <a:lnTo>
                    <a:pt x="135" y="551"/>
                  </a:lnTo>
                  <a:lnTo>
                    <a:pt x="147" y="555"/>
                  </a:lnTo>
                  <a:lnTo>
                    <a:pt x="149" y="555"/>
                  </a:lnTo>
                  <a:lnTo>
                    <a:pt x="149" y="557"/>
                  </a:lnTo>
                  <a:lnTo>
                    <a:pt x="149" y="559"/>
                  </a:lnTo>
                  <a:lnTo>
                    <a:pt x="149" y="561"/>
                  </a:lnTo>
                  <a:lnTo>
                    <a:pt x="149" y="563"/>
                  </a:lnTo>
                  <a:lnTo>
                    <a:pt x="149" y="565"/>
                  </a:lnTo>
                  <a:lnTo>
                    <a:pt x="149" y="565"/>
                  </a:lnTo>
                  <a:lnTo>
                    <a:pt x="153" y="570"/>
                  </a:lnTo>
                  <a:lnTo>
                    <a:pt x="153" y="572"/>
                  </a:lnTo>
                  <a:lnTo>
                    <a:pt x="166" y="569"/>
                  </a:lnTo>
                  <a:lnTo>
                    <a:pt x="168" y="569"/>
                  </a:lnTo>
                  <a:lnTo>
                    <a:pt x="172" y="569"/>
                  </a:lnTo>
                  <a:lnTo>
                    <a:pt x="173" y="567"/>
                  </a:lnTo>
                  <a:lnTo>
                    <a:pt x="179" y="563"/>
                  </a:lnTo>
                  <a:lnTo>
                    <a:pt x="187" y="561"/>
                  </a:lnTo>
                  <a:lnTo>
                    <a:pt x="189" y="557"/>
                  </a:lnTo>
                  <a:lnTo>
                    <a:pt x="191" y="555"/>
                  </a:lnTo>
                  <a:lnTo>
                    <a:pt x="193" y="555"/>
                  </a:lnTo>
                  <a:lnTo>
                    <a:pt x="193" y="553"/>
                  </a:lnTo>
                  <a:lnTo>
                    <a:pt x="193" y="553"/>
                  </a:lnTo>
                  <a:lnTo>
                    <a:pt x="193" y="553"/>
                  </a:lnTo>
                  <a:lnTo>
                    <a:pt x="193" y="553"/>
                  </a:lnTo>
                  <a:lnTo>
                    <a:pt x="196" y="550"/>
                  </a:lnTo>
                  <a:lnTo>
                    <a:pt x="198" y="550"/>
                  </a:lnTo>
                  <a:lnTo>
                    <a:pt x="198" y="550"/>
                  </a:lnTo>
                  <a:lnTo>
                    <a:pt x="200" y="548"/>
                  </a:lnTo>
                  <a:lnTo>
                    <a:pt x="204" y="538"/>
                  </a:lnTo>
                  <a:lnTo>
                    <a:pt x="206" y="536"/>
                  </a:lnTo>
                  <a:lnTo>
                    <a:pt x="206" y="534"/>
                  </a:lnTo>
                  <a:lnTo>
                    <a:pt x="206" y="534"/>
                  </a:lnTo>
                  <a:lnTo>
                    <a:pt x="206" y="532"/>
                  </a:lnTo>
                  <a:lnTo>
                    <a:pt x="206" y="530"/>
                  </a:lnTo>
                  <a:lnTo>
                    <a:pt x="206" y="530"/>
                  </a:lnTo>
                  <a:lnTo>
                    <a:pt x="210" y="530"/>
                  </a:lnTo>
                  <a:lnTo>
                    <a:pt x="212" y="530"/>
                  </a:lnTo>
                  <a:lnTo>
                    <a:pt x="213" y="527"/>
                  </a:lnTo>
                  <a:lnTo>
                    <a:pt x="217" y="525"/>
                  </a:lnTo>
                  <a:lnTo>
                    <a:pt x="217" y="521"/>
                  </a:lnTo>
                  <a:lnTo>
                    <a:pt x="215" y="517"/>
                  </a:lnTo>
                  <a:lnTo>
                    <a:pt x="213" y="515"/>
                  </a:lnTo>
                  <a:lnTo>
                    <a:pt x="210" y="513"/>
                  </a:lnTo>
                  <a:lnTo>
                    <a:pt x="206" y="513"/>
                  </a:lnTo>
                  <a:lnTo>
                    <a:pt x="204" y="513"/>
                  </a:lnTo>
                  <a:lnTo>
                    <a:pt x="202" y="513"/>
                  </a:lnTo>
                  <a:lnTo>
                    <a:pt x="200" y="511"/>
                  </a:lnTo>
                  <a:lnTo>
                    <a:pt x="198" y="510"/>
                  </a:lnTo>
                  <a:lnTo>
                    <a:pt x="196" y="508"/>
                  </a:lnTo>
                  <a:lnTo>
                    <a:pt x="196" y="506"/>
                  </a:lnTo>
                  <a:lnTo>
                    <a:pt x="196" y="498"/>
                  </a:lnTo>
                  <a:lnTo>
                    <a:pt x="194" y="494"/>
                  </a:lnTo>
                  <a:lnTo>
                    <a:pt x="193" y="491"/>
                  </a:lnTo>
                  <a:lnTo>
                    <a:pt x="193" y="491"/>
                  </a:lnTo>
                  <a:lnTo>
                    <a:pt x="194" y="491"/>
                  </a:lnTo>
                  <a:lnTo>
                    <a:pt x="196" y="492"/>
                  </a:lnTo>
                  <a:lnTo>
                    <a:pt x="196" y="494"/>
                  </a:lnTo>
                  <a:lnTo>
                    <a:pt x="196" y="496"/>
                  </a:lnTo>
                  <a:lnTo>
                    <a:pt x="196" y="498"/>
                  </a:lnTo>
                  <a:lnTo>
                    <a:pt x="198" y="502"/>
                  </a:lnTo>
                  <a:lnTo>
                    <a:pt x="198" y="504"/>
                  </a:lnTo>
                  <a:lnTo>
                    <a:pt x="198" y="506"/>
                  </a:lnTo>
                  <a:lnTo>
                    <a:pt x="200" y="506"/>
                  </a:lnTo>
                  <a:lnTo>
                    <a:pt x="202" y="510"/>
                  </a:lnTo>
                  <a:lnTo>
                    <a:pt x="204" y="510"/>
                  </a:lnTo>
                  <a:lnTo>
                    <a:pt x="206" y="511"/>
                  </a:lnTo>
                  <a:lnTo>
                    <a:pt x="208" y="510"/>
                  </a:lnTo>
                  <a:lnTo>
                    <a:pt x="208" y="510"/>
                  </a:lnTo>
                  <a:lnTo>
                    <a:pt x="210" y="511"/>
                  </a:lnTo>
                  <a:lnTo>
                    <a:pt x="212" y="513"/>
                  </a:lnTo>
                  <a:lnTo>
                    <a:pt x="217" y="515"/>
                  </a:lnTo>
                  <a:lnTo>
                    <a:pt x="219" y="517"/>
                  </a:lnTo>
                  <a:lnTo>
                    <a:pt x="221" y="517"/>
                  </a:lnTo>
                  <a:lnTo>
                    <a:pt x="221" y="523"/>
                  </a:lnTo>
                  <a:lnTo>
                    <a:pt x="221" y="525"/>
                  </a:lnTo>
                  <a:lnTo>
                    <a:pt x="221" y="529"/>
                  </a:lnTo>
                  <a:lnTo>
                    <a:pt x="217" y="532"/>
                  </a:lnTo>
                  <a:lnTo>
                    <a:pt x="215" y="534"/>
                  </a:lnTo>
                  <a:lnTo>
                    <a:pt x="215" y="536"/>
                  </a:lnTo>
                  <a:lnTo>
                    <a:pt x="215" y="538"/>
                  </a:lnTo>
                  <a:lnTo>
                    <a:pt x="215" y="542"/>
                  </a:lnTo>
                  <a:lnTo>
                    <a:pt x="215" y="544"/>
                  </a:lnTo>
                  <a:lnTo>
                    <a:pt x="215" y="544"/>
                  </a:lnTo>
                  <a:lnTo>
                    <a:pt x="221" y="553"/>
                  </a:lnTo>
                  <a:lnTo>
                    <a:pt x="221" y="553"/>
                  </a:lnTo>
                  <a:lnTo>
                    <a:pt x="219" y="555"/>
                  </a:lnTo>
                  <a:lnTo>
                    <a:pt x="221" y="559"/>
                  </a:lnTo>
                  <a:lnTo>
                    <a:pt x="221" y="561"/>
                  </a:lnTo>
                  <a:lnTo>
                    <a:pt x="219" y="563"/>
                  </a:lnTo>
                  <a:lnTo>
                    <a:pt x="217" y="565"/>
                  </a:lnTo>
                  <a:lnTo>
                    <a:pt x="217" y="567"/>
                  </a:lnTo>
                  <a:lnTo>
                    <a:pt x="219" y="569"/>
                  </a:lnTo>
                  <a:lnTo>
                    <a:pt x="221" y="572"/>
                  </a:lnTo>
                  <a:lnTo>
                    <a:pt x="223" y="572"/>
                  </a:lnTo>
                  <a:lnTo>
                    <a:pt x="223" y="572"/>
                  </a:lnTo>
                  <a:lnTo>
                    <a:pt x="225" y="574"/>
                  </a:lnTo>
                  <a:lnTo>
                    <a:pt x="225" y="576"/>
                  </a:lnTo>
                  <a:lnTo>
                    <a:pt x="225" y="578"/>
                  </a:lnTo>
                  <a:lnTo>
                    <a:pt x="227" y="578"/>
                  </a:lnTo>
                  <a:lnTo>
                    <a:pt x="227" y="578"/>
                  </a:lnTo>
                  <a:lnTo>
                    <a:pt x="229" y="576"/>
                  </a:lnTo>
                  <a:lnTo>
                    <a:pt x="229" y="576"/>
                  </a:lnTo>
                  <a:lnTo>
                    <a:pt x="229" y="576"/>
                  </a:lnTo>
                  <a:lnTo>
                    <a:pt x="229" y="576"/>
                  </a:lnTo>
                  <a:lnTo>
                    <a:pt x="229" y="574"/>
                  </a:lnTo>
                  <a:lnTo>
                    <a:pt x="229" y="574"/>
                  </a:lnTo>
                  <a:lnTo>
                    <a:pt x="229" y="572"/>
                  </a:lnTo>
                  <a:lnTo>
                    <a:pt x="227" y="572"/>
                  </a:lnTo>
                  <a:lnTo>
                    <a:pt x="227" y="570"/>
                  </a:lnTo>
                  <a:lnTo>
                    <a:pt x="229" y="569"/>
                  </a:lnTo>
                  <a:lnTo>
                    <a:pt x="229" y="567"/>
                  </a:lnTo>
                  <a:lnTo>
                    <a:pt x="229" y="565"/>
                  </a:lnTo>
                  <a:lnTo>
                    <a:pt x="225" y="555"/>
                  </a:lnTo>
                  <a:lnTo>
                    <a:pt x="225" y="553"/>
                  </a:lnTo>
                  <a:lnTo>
                    <a:pt x="227" y="553"/>
                  </a:lnTo>
                  <a:lnTo>
                    <a:pt x="229" y="555"/>
                  </a:lnTo>
                  <a:lnTo>
                    <a:pt x="229" y="557"/>
                  </a:lnTo>
                  <a:lnTo>
                    <a:pt x="229" y="559"/>
                  </a:lnTo>
                  <a:lnTo>
                    <a:pt x="229" y="570"/>
                  </a:lnTo>
                  <a:lnTo>
                    <a:pt x="231" y="572"/>
                  </a:lnTo>
                  <a:lnTo>
                    <a:pt x="231" y="572"/>
                  </a:lnTo>
                  <a:lnTo>
                    <a:pt x="233" y="570"/>
                  </a:lnTo>
                  <a:lnTo>
                    <a:pt x="233" y="569"/>
                  </a:lnTo>
                  <a:lnTo>
                    <a:pt x="234" y="569"/>
                  </a:lnTo>
                  <a:lnTo>
                    <a:pt x="234" y="567"/>
                  </a:lnTo>
                  <a:lnTo>
                    <a:pt x="233" y="567"/>
                  </a:lnTo>
                  <a:lnTo>
                    <a:pt x="233" y="563"/>
                  </a:lnTo>
                  <a:lnTo>
                    <a:pt x="231" y="563"/>
                  </a:lnTo>
                  <a:lnTo>
                    <a:pt x="231" y="561"/>
                  </a:lnTo>
                  <a:lnTo>
                    <a:pt x="233" y="561"/>
                  </a:lnTo>
                  <a:lnTo>
                    <a:pt x="233" y="563"/>
                  </a:lnTo>
                  <a:lnTo>
                    <a:pt x="233" y="563"/>
                  </a:lnTo>
                  <a:lnTo>
                    <a:pt x="233" y="565"/>
                  </a:lnTo>
                  <a:lnTo>
                    <a:pt x="234" y="565"/>
                  </a:lnTo>
                  <a:lnTo>
                    <a:pt x="234" y="565"/>
                  </a:lnTo>
                  <a:lnTo>
                    <a:pt x="236" y="563"/>
                  </a:lnTo>
                  <a:lnTo>
                    <a:pt x="238" y="563"/>
                  </a:lnTo>
                  <a:lnTo>
                    <a:pt x="236" y="567"/>
                  </a:lnTo>
                  <a:lnTo>
                    <a:pt x="236" y="570"/>
                  </a:lnTo>
                  <a:lnTo>
                    <a:pt x="238" y="572"/>
                  </a:lnTo>
                  <a:lnTo>
                    <a:pt x="240" y="572"/>
                  </a:lnTo>
                  <a:lnTo>
                    <a:pt x="240" y="572"/>
                  </a:lnTo>
                  <a:lnTo>
                    <a:pt x="242" y="570"/>
                  </a:lnTo>
                  <a:lnTo>
                    <a:pt x="244" y="570"/>
                  </a:lnTo>
                  <a:lnTo>
                    <a:pt x="244" y="569"/>
                  </a:lnTo>
                  <a:lnTo>
                    <a:pt x="246" y="567"/>
                  </a:lnTo>
                  <a:lnTo>
                    <a:pt x="244" y="565"/>
                  </a:lnTo>
                  <a:lnTo>
                    <a:pt x="244" y="563"/>
                  </a:lnTo>
                  <a:lnTo>
                    <a:pt x="244" y="561"/>
                  </a:lnTo>
                  <a:lnTo>
                    <a:pt x="244" y="559"/>
                  </a:lnTo>
                  <a:lnTo>
                    <a:pt x="244" y="557"/>
                  </a:lnTo>
                  <a:lnTo>
                    <a:pt x="244" y="555"/>
                  </a:lnTo>
                  <a:lnTo>
                    <a:pt x="246" y="553"/>
                  </a:lnTo>
                  <a:lnTo>
                    <a:pt x="246" y="553"/>
                  </a:lnTo>
                  <a:lnTo>
                    <a:pt x="246" y="553"/>
                  </a:lnTo>
                  <a:lnTo>
                    <a:pt x="248" y="553"/>
                  </a:lnTo>
                  <a:lnTo>
                    <a:pt x="248" y="551"/>
                  </a:lnTo>
                  <a:lnTo>
                    <a:pt x="248" y="550"/>
                  </a:lnTo>
                  <a:lnTo>
                    <a:pt x="246" y="546"/>
                  </a:lnTo>
                  <a:lnTo>
                    <a:pt x="246" y="544"/>
                  </a:lnTo>
                  <a:lnTo>
                    <a:pt x="246" y="542"/>
                  </a:lnTo>
                  <a:lnTo>
                    <a:pt x="248" y="540"/>
                  </a:lnTo>
                  <a:lnTo>
                    <a:pt x="248" y="540"/>
                  </a:lnTo>
                  <a:lnTo>
                    <a:pt x="248" y="538"/>
                  </a:lnTo>
                  <a:lnTo>
                    <a:pt x="250" y="540"/>
                  </a:lnTo>
                  <a:lnTo>
                    <a:pt x="250" y="542"/>
                  </a:lnTo>
                  <a:lnTo>
                    <a:pt x="248" y="546"/>
                  </a:lnTo>
                  <a:lnTo>
                    <a:pt x="250" y="548"/>
                  </a:lnTo>
                  <a:lnTo>
                    <a:pt x="250" y="551"/>
                  </a:lnTo>
                  <a:lnTo>
                    <a:pt x="250" y="553"/>
                  </a:lnTo>
                  <a:lnTo>
                    <a:pt x="250" y="557"/>
                  </a:lnTo>
                  <a:lnTo>
                    <a:pt x="248" y="559"/>
                  </a:lnTo>
                  <a:lnTo>
                    <a:pt x="248" y="561"/>
                  </a:lnTo>
                  <a:lnTo>
                    <a:pt x="250" y="567"/>
                  </a:lnTo>
                  <a:lnTo>
                    <a:pt x="250" y="569"/>
                  </a:lnTo>
                  <a:lnTo>
                    <a:pt x="250" y="569"/>
                  </a:lnTo>
                  <a:lnTo>
                    <a:pt x="250" y="570"/>
                  </a:lnTo>
                  <a:lnTo>
                    <a:pt x="250" y="572"/>
                  </a:lnTo>
                  <a:lnTo>
                    <a:pt x="250" y="572"/>
                  </a:lnTo>
                  <a:lnTo>
                    <a:pt x="248" y="574"/>
                  </a:lnTo>
                  <a:lnTo>
                    <a:pt x="248" y="574"/>
                  </a:lnTo>
                  <a:lnTo>
                    <a:pt x="248" y="574"/>
                  </a:lnTo>
                  <a:lnTo>
                    <a:pt x="246" y="578"/>
                  </a:lnTo>
                  <a:lnTo>
                    <a:pt x="248" y="580"/>
                  </a:lnTo>
                  <a:lnTo>
                    <a:pt x="250" y="580"/>
                  </a:lnTo>
                  <a:lnTo>
                    <a:pt x="252" y="580"/>
                  </a:lnTo>
                  <a:lnTo>
                    <a:pt x="252" y="578"/>
                  </a:lnTo>
                  <a:lnTo>
                    <a:pt x="250" y="578"/>
                  </a:lnTo>
                  <a:lnTo>
                    <a:pt x="250" y="576"/>
                  </a:lnTo>
                  <a:lnTo>
                    <a:pt x="252" y="576"/>
                  </a:lnTo>
                  <a:lnTo>
                    <a:pt x="252" y="576"/>
                  </a:lnTo>
                  <a:lnTo>
                    <a:pt x="254" y="578"/>
                  </a:lnTo>
                  <a:lnTo>
                    <a:pt x="254" y="576"/>
                  </a:lnTo>
                  <a:lnTo>
                    <a:pt x="255" y="576"/>
                  </a:lnTo>
                  <a:lnTo>
                    <a:pt x="255" y="570"/>
                  </a:lnTo>
                  <a:lnTo>
                    <a:pt x="255" y="572"/>
                  </a:lnTo>
                  <a:lnTo>
                    <a:pt x="257" y="569"/>
                  </a:lnTo>
                  <a:lnTo>
                    <a:pt x="255" y="563"/>
                  </a:lnTo>
                  <a:lnTo>
                    <a:pt x="257" y="563"/>
                  </a:lnTo>
                  <a:lnTo>
                    <a:pt x="257" y="563"/>
                  </a:lnTo>
                  <a:lnTo>
                    <a:pt x="259" y="561"/>
                  </a:lnTo>
                  <a:lnTo>
                    <a:pt x="259" y="559"/>
                  </a:lnTo>
                  <a:lnTo>
                    <a:pt x="259" y="557"/>
                  </a:lnTo>
                  <a:lnTo>
                    <a:pt x="259" y="555"/>
                  </a:lnTo>
                  <a:lnTo>
                    <a:pt x="257" y="555"/>
                  </a:lnTo>
                  <a:lnTo>
                    <a:pt x="255" y="555"/>
                  </a:lnTo>
                  <a:lnTo>
                    <a:pt x="254" y="557"/>
                  </a:lnTo>
                  <a:lnTo>
                    <a:pt x="254" y="555"/>
                  </a:lnTo>
                  <a:lnTo>
                    <a:pt x="254" y="550"/>
                  </a:lnTo>
                  <a:lnTo>
                    <a:pt x="254" y="548"/>
                  </a:lnTo>
                  <a:lnTo>
                    <a:pt x="257" y="540"/>
                  </a:lnTo>
                  <a:lnTo>
                    <a:pt x="257" y="538"/>
                  </a:lnTo>
                  <a:lnTo>
                    <a:pt x="257" y="534"/>
                  </a:lnTo>
                  <a:lnTo>
                    <a:pt x="257" y="532"/>
                  </a:lnTo>
                  <a:lnTo>
                    <a:pt x="259" y="530"/>
                  </a:lnTo>
                  <a:lnTo>
                    <a:pt x="259" y="529"/>
                  </a:lnTo>
                  <a:lnTo>
                    <a:pt x="259" y="527"/>
                  </a:lnTo>
                  <a:lnTo>
                    <a:pt x="259" y="525"/>
                  </a:lnTo>
                  <a:lnTo>
                    <a:pt x="259" y="523"/>
                  </a:lnTo>
                  <a:lnTo>
                    <a:pt x="259" y="523"/>
                  </a:lnTo>
                  <a:lnTo>
                    <a:pt x="259" y="521"/>
                  </a:lnTo>
                  <a:lnTo>
                    <a:pt x="259" y="521"/>
                  </a:lnTo>
                  <a:lnTo>
                    <a:pt x="259" y="519"/>
                  </a:lnTo>
                  <a:lnTo>
                    <a:pt x="261" y="517"/>
                  </a:lnTo>
                  <a:lnTo>
                    <a:pt x="261" y="517"/>
                  </a:lnTo>
                  <a:lnTo>
                    <a:pt x="261" y="517"/>
                  </a:lnTo>
                  <a:lnTo>
                    <a:pt x="261" y="515"/>
                  </a:lnTo>
                  <a:lnTo>
                    <a:pt x="263" y="513"/>
                  </a:lnTo>
                  <a:lnTo>
                    <a:pt x="263" y="513"/>
                  </a:lnTo>
                  <a:lnTo>
                    <a:pt x="265" y="513"/>
                  </a:lnTo>
                  <a:lnTo>
                    <a:pt x="265" y="515"/>
                  </a:lnTo>
                  <a:lnTo>
                    <a:pt x="263" y="517"/>
                  </a:lnTo>
                  <a:lnTo>
                    <a:pt x="261" y="517"/>
                  </a:lnTo>
                  <a:lnTo>
                    <a:pt x="261" y="523"/>
                  </a:lnTo>
                  <a:lnTo>
                    <a:pt x="261" y="523"/>
                  </a:lnTo>
                  <a:lnTo>
                    <a:pt x="261" y="525"/>
                  </a:lnTo>
                  <a:lnTo>
                    <a:pt x="261" y="529"/>
                  </a:lnTo>
                  <a:lnTo>
                    <a:pt x="261" y="530"/>
                  </a:lnTo>
                  <a:lnTo>
                    <a:pt x="261" y="530"/>
                  </a:lnTo>
                  <a:lnTo>
                    <a:pt x="261" y="532"/>
                  </a:lnTo>
                  <a:lnTo>
                    <a:pt x="259" y="534"/>
                  </a:lnTo>
                  <a:lnTo>
                    <a:pt x="259" y="536"/>
                  </a:lnTo>
                  <a:lnTo>
                    <a:pt x="259" y="538"/>
                  </a:lnTo>
                  <a:lnTo>
                    <a:pt x="259" y="538"/>
                  </a:lnTo>
                  <a:lnTo>
                    <a:pt x="261" y="538"/>
                  </a:lnTo>
                  <a:lnTo>
                    <a:pt x="261" y="538"/>
                  </a:lnTo>
                  <a:lnTo>
                    <a:pt x="263" y="538"/>
                  </a:lnTo>
                  <a:lnTo>
                    <a:pt x="265" y="540"/>
                  </a:lnTo>
                  <a:lnTo>
                    <a:pt x="265" y="538"/>
                  </a:lnTo>
                  <a:lnTo>
                    <a:pt x="267" y="536"/>
                  </a:lnTo>
                  <a:lnTo>
                    <a:pt x="267" y="536"/>
                  </a:lnTo>
                  <a:lnTo>
                    <a:pt x="269" y="532"/>
                  </a:lnTo>
                  <a:lnTo>
                    <a:pt x="269" y="529"/>
                  </a:lnTo>
                  <a:lnTo>
                    <a:pt x="267" y="529"/>
                  </a:lnTo>
                  <a:lnTo>
                    <a:pt x="267" y="529"/>
                  </a:lnTo>
                  <a:lnTo>
                    <a:pt x="265" y="527"/>
                  </a:lnTo>
                  <a:lnTo>
                    <a:pt x="265" y="525"/>
                  </a:lnTo>
                  <a:lnTo>
                    <a:pt x="267" y="523"/>
                  </a:lnTo>
                  <a:lnTo>
                    <a:pt x="267" y="523"/>
                  </a:lnTo>
                  <a:lnTo>
                    <a:pt x="269" y="521"/>
                  </a:lnTo>
                  <a:lnTo>
                    <a:pt x="271" y="521"/>
                  </a:lnTo>
                  <a:lnTo>
                    <a:pt x="273" y="521"/>
                  </a:lnTo>
                  <a:lnTo>
                    <a:pt x="269" y="523"/>
                  </a:lnTo>
                  <a:lnTo>
                    <a:pt x="267" y="525"/>
                  </a:lnTo>
                  <a:lnTo>
                    <a:pt x="267" y="527"/>
                  </a:lnTo>
                  <a:lnTo>
                    <a:pt x="267" y="527"/>
                  </a:lnTo>
                  <a:lnTo>
                    <a:pt x="271" y="529"/>
                  </a:lnTo>
                  <a:lnTo>
                    <a:pt x="273" y="530"/>
                  </a:lnTo>
                  <a:lnTo>
                    <a:pt x="271" y="532"/>
                  </a:lnTo>
                  <a:lnTo>
                    <a:pt x="271" y="534"/>
                  </a:lnTo>
                  <a:lnTo>
                    <a:pt x="269" y="536"/>
                  </a:lnTo>
                  <a:lnTo>
                    <a:pt x="269" y="536"/>
                  </a:lnTo>
                  <a:lnTo>
                    <a:pt x="267" y="538"/>
                  </a:lnTo>
                  <a:lnTo>
                    <a:pt x="267" y="544"/>
                  </a:lnTo>
                  <a:lnTo>
                    <a:pt x="265" y="550"/>
                  </a:lnTo>
                  <a:lnTo>
                    <a:pt x="265" y="550"/>
                  </a:lnTo>
                  <a:lnTo>
                    <a:pt x="267" y="551"/>
                  </a:lnTo>
                  <a:lnTo>
                    <a:pt x="265" y="563"/>
                  </a:lnTo>
                  <a:lnTo>
                    <a:pt x="265" y="565"/>
                  </a:lnTo>
                  <a:lnTo>
                    <a:pt x="269" y="572"/>
                  </a:lnTo>
                  <a:lnTo>
                    <a:pt x="267" y="574"/>
                  </a:lnTo>
                  <a:lnTo>
                    <a:pt x="269" y="576"/>
                  </a:lnTo>
                  <a:lnTo>
                    <a:pt x="273" y="578"/>
                  </a:lnTo>
                  <a:lnTo>
                    <a:pt x="274" y="576"/>
                  </a:lnTo>
                  <a:lnTo>
                    <a:pt x="274" y="574"/>
                  </a:lnTo>
                  <a:lnTo>
                    <a:pt x="274" y="572"/>
                  </a:lnTo>
                  <a:lnTo>
                    <a:pt x="274" y="572"/>
                  </a:lnTo>
                  <a:lnTo>
                    <a:pt x="273" y="570"/>
                  </a:lnTo>
                  <a:lnTo>
                    <a:pt x="273" y="569"/>
                  </a:lnTo>
                  <a:lnTo>
                    <a:pt x="273" y="569"/>
                  </a:lnTo>
                  <a:lnTo>
                    <a:pt x="274" y="567"/>
                  </a:lnTo>
                  <a:lnTo>
                    <a:pt x="274" y="567"/>
                  </a:lnTo>
                  <a:lnTo>
                    <a:pt x="274" y="567"/>
                  </a:lnTo>
                  <a:lnTo>
                    <a:pt x="276" y="565"/>
                  </a:lnTo>
                  <a:lnTo>
                    <a:pt x="276" y="563"/>
                  </a:lnTo>
                  <a:lnTo>
                    <a:pt x="276" y="565"/>
                  </a:lnTo>
                  <a:lnTo>
                    <a:pt x="276" y="567"/>
                  </a:lnTo>
                  <a:lnTo>
                    <a:pt x="276" y="567"/>
                  </a:lnTo>
                  <a:lnTo>
                    <a:pt x="276" y="567"/>
                  </a:lnTo>
                  <a:lnTo>
                    <a:pt x="274" y="569"/>
                  </a:lnTo>
                  <a:lnTo>
                    <a:pt x="276" y="570"/>
                  </a:lnTo>
                  <a:lnTo>
                    <a:pt x="278" y="570"/>
                  </a:lnTo>
                  <a:lnTo>
                    <a:pt x="280" y="570"/>
                  </a:lnTo>
                  <a:lnTo>
                    <a:pt x="280" y="569"/>
                  </a:lnTo>
                  <a:lnTo>
                    <a:pt x="280" y="569"/>
                  </a:lnTo>
                  <a:lnTo>
                    <a:pt x="280" y="565"/>
                  </a:lnTo>
                  <a:lnTo>
                    <a:pt x="278" y="563"/>
                  </a:lnTo>
                  <a:lnTo>
                    <a:pt x="278" y="561"/>
                  </a:lnTo>
                  <a:lnTo>
                    <a:pt x="280" y="557"/>
                  </a:lnTo>
                  <a:lnTo>
                    <a:pt x="280" y="557"/>
                  </a:lnTo>
                  <a:lnTo>
                    <a:pt x="282" y="557"/>
                  </a:lnTo>
                  <a:lnTo>
                    <a:pt x="282" y="557"/>
                  </a:lnTo>
                  <a:lnTo>
                    <a:pt x="282" y="565"/>
                  </a:lnTo>
                  <a:lnTo>
                    <a:pt x="284" y="567"/>
                  </a:lnTo>
                  <a:lnTo>
                    <a:pt x="284" y="567"/>
                  </a:lnTo>
                  <a:lnTo>
                    <a:pt x="284" y="569"/>
                  </a:lnTo>
                  <a:lnTo>
                    <a:pt x="288" y="569"/>
                  </a:lnTo>
                  <a:lnTo>
                    <a:pt x="292" y="570"/>
                  </a:lnTo>
                  <a:lnTo>
                    <a:pt x="294" y="572"/>
                  </a:lnTo>
                  <a:lnTo>
                    <a:pt x="295" y="572"/>
                  </a:lnTo>
                  <a:lnTo>
                    <a:pt x="295" y="572"/>
                  </a:lnTo>
                  <a:lnTo>
                    <a:pt x="295" y="570"/>
                  </a:lnTo>
                  <a:lnTo>
                    <a:pt x="297" y="570"/>
                  </a:lnTo>
                  <a:lnTo>
                    <a:pt x="297" y="570"/>
                  </a:lnTo>
                  <a:lnTo>
                    <a:pt x="297" y="570"/>
                  </a:lnTo>
                  <a:lnTo>
                    <a:pt x="297" y="572"/>
                  </a:lnTo>
                  <a:lnTo>
                    <a:pt x="299" y="572"/>
                  </a:lnTo>
                  <a:lnTo>
                    <a:pt x="299" y="572"/>
                  </a:lnTo>
                  <a:lnTo>
                    <a:pt x="301" y="570"/>
                  </a:lnTo>
                  <a:lnTo>
                    <a:pt x="301" y="569"/>
                  </a:lnTo>
                  <a:lnTo>
                    <a:pt x="301" y="565"/>
                  </a:lnTo>
                  <a:lnTo>
                    <a:pt x="301" y="565"/>
                  </a:lnTo>
                  <a:lnTo>
                    <a:pt x="299" y="563"/>
                  </a:lnTo>
                  <a:lnTo>
                    <a:pt x="297" y="561"/>
                  </a:lnTo>
                  <a:lnTo>
                    <a:pt x="297" y="559"/>
                  </a:lnTo>
                  <a:lnTo>
                    <a:pt x="297" y="555"/>
                  </a:lnTo>
                  <a:lnTo>
                    <a:pt x="295" y="548"/>
                  </a:lnTo>
                  <a:lnTo>
                    <a:pt x="294" y="544"/>
                  </a:lnTo>
                  <a:lnTo>
                    <a:pt x="292" y="542"/>
                  </a:lnTo>
                  <a:lnTo>
                    <a:pt x="290" y="542"/>
                  </a:lnTo>
                  <a:lnTo>
                    <a:pt x="288" y="542"/>
                  </a:lnTo>
                  <a:lnTo>
                    <a:pt x="286" y="540"/>
                  </a:lnTo>
                  <a:lnTo>
                    <a:pt x="286" y="538"/>
                  </a:lnTo>
                  <a:lnTo>
                    <a:pt x="286" y="536"/>
                  </a:lnTo>
                  <a:lnTo>
                    <a:pt x="286" y="534"/>
                  </a:lnTo>
                  <a:lnTo>
                    <a:pt x="288" y="534"/>
                  </a:lnTo>
                  <a:lnTo>
                    <a:pt x="288" y="536"/>
                  </a:lnTo>
                  <a:lnTo>
                    <a:pt x="288" y="538"/>
                  </a:lnTo>
                  <a:lnTo>
                    <a:pt x="288" y="540"/>
                  </a:lnTo>
                  <a:lnTo>
                    <a:pt x="290" y="540"/>
                  </a:lnTo>
                  <a:lnTo>
                    <a:pt x="294" y="542"/>
                  </a:lnTo>
                  <a:lnTo>
                    <a:pt x="295" y="542"/>
                  </a:lnTo>
                  <a:lnTo>
                    <a:pt x="295" y="542"/>
                  </a:lnTo>
                  <a:lnTo>
                    <a:pt x="295" y="540"/>
                  </a:lnTo>
                  <a:lnTo>
                    <a:pt x="295" y="540"/>
                  </a:lnTo>
                  <a:lnTo>
                    <a:pt x="297" y="540"/>
                  </a:lnTo>
                  <a:lnTo>
                    <a:pt x="299" y="540"/>
                  </a:lnTo>
                  <a:lnTo>
                    <a:pt x="299" y="536"/>
                  </a:lnTo>
                  <a:lnTo>
                    <a:pt x="299" y="530"/>
                  </a:lnTo>
                  <a:lnTo>
                    <a:pt x="299" y="529"/>
                  </a:lnTo>
                  <a:lnTo>
                    <a:pt x="297" y="527"/>
                  </a:lnTo>
                  <a:lnTo>
                    <a:pt x="297" y="525"/>
                  </a:lnTo>
                  <a:lnTo>
                    <a:pt x="297" y="523"/>
                  </a:lnTo>
                  <a:lnTo>
                    <a:pt x="297" y="523"/>
                  </a:lnTo>
                  <a:lnTo>
                    <a:pt x="297" y="521"/>
                  </a:lnTo>
                  <a:lnTo>
                    <a:pt x="297" y="519"/>
                  </a:lnTo>
                  <a:lnTo>
                    <a:pt x="299" y="521"/>
                  </a:lnTo>
                  <a:lnTo>
                    <a:pt x="299" y="521"/>
                  </a:lnTo>
                  <a:lnTo>
                    <a:pt x="299" y="521"/>
                  </a:lnTo>
                  <a:lnTo>
                    <a:pt x="299" y="521"/>
                  </a:lnTo>
                  <a:lnTo>
                    <a:pt x="301" y="517"/>
                  </a:lnTo>
                  <a:lnTo>
                    <a:pt x="301" y="515"/>
                  </a:lnTo>
                  <a:lnTo>
                    <a:pt x="301" y="513"/>
                  </a:lnTo>
                  <a:lnTo>
                    <a:pt x="299" y="511"/>
                  </a:lnTo>
                  <a:lnTo>
                    <a:pt x="295" y="508"/>
                  </a:lnTo>
                  <a:lnTo>
                    <a:pt x="295" y="504"/>
                  </a:lnTo>
                  <a:lnTo>
                    <a:pt x="295" y="504"/>
                  </a:lnTo>
                  <a:lnTo>
                    <a:pt x="294" y="502"/>
                  </a:lnTo>
                  <a:lnTo>
                    <a:pt x="294" y="500"/>
                  </a:lnTo>
                  <a:lnTo>
                    <a:pt x="294" y="494"/>
                  </a:lnTo>
                  <a:lnTo>
                    <a:pt x="294" y="494"/>
                  </a:lnTo>
                  <a:lnTo>
                    <a:pt x="294" y="492"/>
                  </a:lnTo>
                  <a:lnTo>
                    <a:pt x="294" y="491"/>
                  </a:lnTo>
                  <a:lnTo>
                    <a:pt x="294" y="491"/>
                  </a:lnTo>
                  <a:lnTo>
                    <a:pt x="294" y="489"/>
                  </a:lnTo>
                  <a:lnTo>
                    <a:pt x="292" y="485"/>
                  </a:lnTo>
                  <a:lnTo>
                    <a:pt x="292" y="481"/>
                  </a:lnTo>
                  <a:lnTo>
                    <a:pt x="290" y="479"/>
                  </a:lnTo>
                  <a:lnTo>
                    <a:pt x="288" y="479"/>
                  </a:lnTo>
                  <a:lnTo>
                    <a:pt x="290" y="477"/>
                  </a:lnTo>
                  <a:lnTo>
                    <a:pt x="290" y="475"/>
                  </a:lnTo>
                  <a:lnTo>
                    <a:pt x="290" y="472"/>
                  </a:lnTo>
                  <a:lnTo>
                    <a:pt x="288" y="470"/>
                  </a:lnTo>
                  <a:lnTo>
                    <a:pt x="288" y="468"/>
                  </a:lnTo>
                  <a:lnTo>
                    <a:pt x="288" y="466"/>
                  </a:lnTo>
                  <a:lnTo>
                    <a:pt x="286" y="464"/>
                  </a:lnTo>
                  <a:lnTo>
                    <a:pt x="286" y="462"/>
                  </a:lnTo>
                  <a:lnTo>
                    <a:pt x="286" y="460"/>
                  </a:lnTo>
                  <a:lnTo>
                    <a:pt x="286" y="458"/>
                  </a:lnTo>
                  <a:lnTo>
                    <a:pt x="288" y="456"/>
                  </a:lnTo>
                  <a:lnTo>
                    <a:pt x="288" y="454"/>
                  </a:lnTo>
                  <a:lnTo>
                    <a:pt x="288" y="454"/>
                  </a:lnTo>
                  <a:lnTo>
                    <a:pt x="288" y="453"/>
                  </a:lnTo>
                  <a:lnTo>
                    <a:pt x="290" y="451"/>
                  </a:lnTo>
                  <a:lnTo>
                    <a:pt x="288" y="449"/>
                  </a:lnTo>
                  <a:lnTo>
                    <a:pt x="288" y="447"/>
                  </a:lnTo>
                  <a:lnTo>
                    <a:pt x="286" y="447"/>
                  </a:lnTo>
                  <a:lnTo>
                    <a:pt x="284" y="445"/>
                  </a:lnTo>
                  <a:lnTo>
                    <a:pt x="282" y="441"/>
                  </a:lnTo>
                  <a:lnTo>
                    <a:pt x="280" y="439"/>
                  </a:lnTo>
                  <a:lnTo>
                    <a:pt x="278" y="437"/>
                  </a:lnTo>
                  <a:lnTo>
                    <a:pt x="278" y="435"/>
                  </a:lnTo>
                  <a:lnTo>
                    <a:pt x="278" y="433"/>
                  </a:lnTo>
                  <a:lnTo>
                    <a:pt x="280" y="432"/>
                  </a:lnTo>
                  <a:lnTo>
                    <a:pt x="280" y="426"/>
                  </a:lnTo>
                  <a:lnTo>
                    <a:pt x="282" y="424"/>
                  </a:lnTo>
                  <a:lnTo>
                    <a:pt x="286" y="418"/>
                  </a:lnTo>
                  <a:lnTo>
                    <a:pt x="288" y="416"/>
                  </a:lnTo>
                  <a:lnTo>
                    <a:pt x="290" y="414"/>
                  </a:lnTo>
                  <a:lnTo>
                    <a:pt x="290" y="414"/>
                  </a:lnTo>
                  <a:lnTo>
                    <a:pt x="290" y="413"/>
                  </a:lnTo>
                  <a:lnTo>
                    <a:pt x="290" y="413"/>
                  </a:lnTo>
                  <a:lnTo>
                    <a:pt x="288" y="413"/>
                  </a:lnTo>
                  <a:lnTo>
                    <a:pt x="286" y="413"/>
                  </a:lnTo>
                  <a:lnTo>
                    <a:pt x="286" y="413"/>
                  </a:lnTo>
                  <a:lnTo>
                    <a:pt x="278" y="411"/>
                  </a:lnTo>
                  <a:lnTo>
                    <a:pt x="278" y="409"/>
                  </a:lnTo>
                  <a:lnTo>
                    <a:pt x="276" y="409"/>
                  </a:lnTo>
                  <a:lnTo>
                    <a:pt x="274" y="411"/>
                  </a:lnTo>
                  <a:lnTo>
                    <a:pt x="274" y="411"/>
                  </a:lnTo>
                  <a:lnTo>
                    <a:pt x="274" y="411"/>
                  </a:lnTo>
                  <a:lnTo>
                    <a:pt x="273" y="411"/>
                  </a:lnTo>
                  <a:lnTo>
                    <a:pt x="267" y="409"/>
                  </a:lnTo>
                  <a:lnTo>
                    <a:pt x="265" y="409"/>
                  </a:lnTo>
                  <a:lnTo>
                    <a:pt x="265" y="407"/>
                  </a:lnTo>
                  <a:lnTo>
                    <a:pt x="265" y="403"/>
                  </a:lnTo>
                  <a:lnTo>
                    <a:pt x="265" y="401"/>
                  </a:lnTo>
                  <a:lnTo>
                    <a:pt x="269" y="399"/>
                  </a:lnTo>
                  <a:lnTo>
                    <a:pt x="273" y="386"/>
                  </a:lnTo>
                  <a:lnTo>
                    <a:pt x="273" y="384"/>
                  </a:lnTo>
                  <a:lnTo>
                    <a:pt x="271" y="384"/>
                  </a:lnTo>
                  <a:lnTo>
                    <a:pt x="271" y="384"/>
                  </a:lnTo>
                  <a:lnTo>
                    <a:pt x="269" y="386"/>
                  </a:lnTo>
                  <a:lnTo>
                    <a:pt x="269" y="386"/>
                  </a:lnTo>
                  <a:lnTo>
                    <a:pt x="267" y="384"/>
                  </a:lnTo>
                  <a:lnTo>
                    <a:pt x="265" y="384"/>
                  </a:lnTo>
                  <a:lnTo>
                    <a:pt x="263" y="382"/>
                  </a:lnTo>
                  <a:lnTo>
                    <a:pt x="261" y="380"/>
                  </a:lnTo>
                  <a:lnTo>
                    <a:pt x="259" y="376"/>
                  </a:lnTo>
                  <a:lnTo>
                    <a:pt x="257" y="375"/>
                  </a:lnTo>
                  <a:lnTo>
                    <a:pt x="257" y="375"/>
                  </a:lnTo>
                  <a:lnTo>
                    <a:pt x="255" y="375"/>
                  </a:lnTo>
                  <a:lnTo>
                    <a:pt x="254" y="375"/>
                  </a:lnTo>
                  <a:lnTo>
                    <a:pt x="254" y="373"/>
                  </a:lnTo>
                  <a:lnTo>
                    <a:pt x="254" y="373"/>
                  </a:lnTo>
                  <a:lnTo>
                    <a:pt x="254" y="371"/>
                  </a:lnTo>
                  <a:lnTo>
                    <a:pt x="254" y="371"/>
                  </a:lnTo>
                  <a:lnTo>
                    <a:pt x="254" y="371"/>
                  </a:lnTo>
                  <a:lnTo>
                    <a:pt x="252" y="369"/>
                  </a:lnTo>
                  <a:lnTo>
                    <a:pt x="252" y="369"/>
                  </a:lnTo>
                  <a:lnTo>
                    <a:pt x="252" y="369"/>
                  </a:lnTo>
                  <a:lnTo>
                    <a:pt x="254" y="359"/>
                  </a:lnTo>
                  <a:lnTo>
                    <a:pt x="254" y="357"/>
                  </a:lnTo>
                  <a:lnTo>
                    <a:pt x="252" y="357"/>
                  </a:lnTo>
                  <a:lnTo>
                    <a:pt x="252" y="356"/>
                  </a:lnTo>
                  <a:lnTo>
                    <a:pt x="254" y="354"/>
                  </a:lnTo>
                  <a:lnTo>
                    <a:pt x="254" y="352"/>
                  </a:lnTo>
                  <a:lnTo>
                    <a:pt x="255" y="352"/>
                  </a:lnTo>
                  <a:lnTo>
                    <a:pt x="255" y="350"/>
                  </a:lnTo>
                  <a:lnTo>
                    <a:pt x="255" y="350"/>
                  </a:lnTo>
                  <a:lnTo>
                    <a:pt x="254" y="348"/>
                  </a:lnTo>
                  <a:lnTo>
                    <a:pt x="255" y="348"/>
                  </a:lnTo>
                  <a:lnTo>
                    <a:pt x="255" y="346"/>
                  </a:lnTo>
                  <a:lnTo>
                    <a:pt x="257" y="346"/>
                  </a:lnTo>
                  <a:lnTo>
                    <a:pt x="259" y="346"/>
                  </a:lnTo>
                  <a:lnTo>
                    <a:pt x="261" y="346"/>
                  </a:lnTo>
                  <a:lnTo>
                    <a:pt x="263" y="344"/>
                  </a:lnTo>
                  <a:lnTo>
                    <a:pt x="267" y="342"/>
                  </a:lnTo>
                  <a:lnTo>
                    <a:pt x="267" y="340"/>
                  </a:lnTo>
                  <a:lnTo>
                    <a:pt x="267" y="338"/>
                  </a:lnTo>
                  <a:lnTo>
                    <a:pt x="267" y="337"/>
                  </a:lnTo>
                  <a:lnTo>
                    <a:pt x="267" y="335"/>
                  </a:lnTo>
                  <a:lnTo>
                    <a:pt x="267" y="333"/>
                  </a:lnTo>
                  <a:lnTo>
                    <a:pt x="267" y="331"/>
                  </a:lnTo>
                  <a:lnTo>
                    <a:pt x="269" y="331"/>
                  </a:lnTo>
                  <a:lnTo>
                    <a:pt x="269" y="329"/>
                  </a:lnTo>
                  <a:lnTo>
                    <a:pt x="267" y="329"/>
                  </a:lnTo>
                  <a:lnTo>
                    <a:pt x="265" y="327"/>
                  </a:lnTo>
                  <a:lnTo>
                    <a:pt x="265" y="325"/>
                  </a:lnTo>
                  <a:lnTo>
                    <a:pt x="263" y="325"/>
                  </a:lnTo>
                  <a:lnTo>
                    <a:pt x="263" y="323"/>
                  </a:lnTo>
                  <a:lnTo>
                    <a:pt x="265" y="321"/>
                  </a:lnTo>
                  <a:lnTo>
                    <a:pt x="265" y="321"/>
                  </a:lnTo>
                  <a:lnTo>
                    <a:pt x="265" y="317"/>
                  </a:lnTo>
                  <a:lnTo>
                    <a:pt x="265" y="317"/>
                  </a:lnTo>
                  <a:lnTo>
                    <a:pt x="265" y="316"/>
                  </a:lnTo>
                  <a:lnTo>
                    <a:pt x="265" y="316"/>
                  </a:lnTo>
                  <a:lnTo>
                    <a:pt x="267" y="314"/>
                  </a:lnTo>
                  <a:lnTo>
                    <a:pt x="269" y="314"/>
                  </a:lnTo>
                  <a:lnTo>
                    <a:pt x="269" y="314"/>
                  </a:lnTo>
                  <a:lnTo>
                    <a:pt x="269" y="314"/>
                  </a:lnTo>
                  <a:lnTo>
                    <a:pt x="271" y="312"/>
                  </a:lnTo>
                  <a:lnTo>
                    <a:pt x="271" y="310"/>
                  </a:lnTo>
                  <a:lnTo>
                    <a:pt x="271" y="310"/>
                  </a:lnTo>
                  <a:lnTo>
                    <a:pt x="271" y="308"/>
                  </a:lnTo>
                  <a:lnTo>
                    <a:pt x="271" y="308"/>
                  </a:lnTo>
                  <a:lnTo>
                    <a:pt x="269" y="304"/>
                  </a:lnTo>
                  <a:lnTo>
                    <a:pt x="267" y="300"/>
                  </a:lnTo>
                  <a:lnTo>
                    <a:pt x="265" y="298"/>
                  </a:lnTo>
                  <a:lnTo>
                    <a:pt x="263" y="298"/>
                  </a:lnTo>
                  <a:lnTo>
                    <a:pt x="261" y="300"/>
                  </a:lnTo>
                  <a:lnTo>
                    <a:pt x="259" y="302"/>
                  </a:lnTo>
                  <a:lnTo>
                    <a:pt x="257" y="304"/>
                  </a:lnTo>
                  <a:lnTo>
                    <a:pt x="254" y="302"/>
                  </a:lnTo>
                  <a:lnTo>
                    <a:pt x="248" y="302"/>
                  </a:lnTo>
                  <a:lnTo>
                    <a:pt x="246" y="300"/>
                  </a:lnTo>
                  <a:lnTo>
                    <a:pt x="238" y="295"/>
                  </a:lnTo>
                  <a:lnTo>
                    <a:pt x="213" y="283"/>
                  </a:lnTo>
                  <a:lnTo>
                    <a:pt x="212" y="281"/>
                  </a:lnTo>
                  <a:lnTo>
                    <a:pt x="212" y="281"/>
                  </a:lnTo>
                  <a:lnTo>
                    <a:pt x="210" y="279"/>
                  </a:lnTo>
                  <a:lnTo>
                    <a:pt x="210" y="279"/>
                  </a:lnTo>
                  <a:lnTo>
                    <a:pt x="210" y="279"/>
                  </a:lnTo>
                  <a:lnTo>
                    <a:pt x="210" y="278"/>
                  </a:lnTo>
                  <a:lnTo>
                    <a:pt x="210" y="274"/>
                  </a:lnTo>
                  <a:lnTo>
                    <a:pt x="210" y="272"/>
                  </a:lnTo>
                  <a:lnTo>
                    <a:pt x="208" y="270"/>
                  </a:lnTo>
                  <a:lnTo>
                    <a:pt x="206" y="268"/>
                  </a:lnTo>
                  <a:lnTo>
                    <a:pt x="206" y="268"/>
                  </a:lnTo>
                  <a:lnTo>
                    <a:pt x="204" y="268"/>
                  </a:lnTo>
                  <a:lnTo>
                    <a:pt x="204" y="264"/>
                  </a:lnTo>
                  <a:lnTo>
                    <a:pt x="204" y="262"/>
                  </a:lnTo>
                  <a:lnTo>
                    <a:pt x="206" y="260"/>
                  </a:lnTo>
                  <a:lnTo>
                    <a:pt x="206" y="257"/>
                  </a:lnTo>
                  <a:lnTo>
                    <a:pt x="208" y="257"/>
                  </a:lnTo>
                  <a:lnTo>
                    <a:pt x="208" y="257"/>
                  </a:lnTo>
                  <a:lnTo>
                    <a:pt x="210" y="255"/>
                  </a:lnTo>
                  <a:lnTo>
                    <a:pt x="210" y="253"/>
                  </a:lnTo>
                  <a:lnTo>
                    <a:pt x="210" y="253"/>
                  </a:lnTo>
                  <a:lnTo>
                    <a:pt x="210" y="251"/>
                  </a:lnTo>
                  <a:lnTo>
                    <a:pt x="212" y="251"/>
                  </a:lnTo>
                  <a:lnTo>
                    <a:pt x="212" y="251"/>
                  </a:lnTo>
                  <a:lnTo>
                    <a:pt x="213" y="249"/>
                  </a:lnTo>
                  <a:lnTo>
                    <a:pt x="213" y="247"/>
                  </a:lnTo>
                  <a:lnTo>
                    <a:pt x="213" y="245"/>
                  </a:lnTo>
                  <a:lnTo>
                    <a:pt x="213" y="241"/>
                  </a:lnTo>
                  <a:lnTo>
                    <a:pt x="212" y="241"/>
                  </a:lnTo>
                  <a:lnTo>
                    <a:pt x="212" y="241"/>
                  </a:lnTo>
                  <a:lnTo>
                    <a:pt x="212" y="240"/>
                  </a:lnTo>
                  <a:lnTo>
                    <a:pt x="217" y="238"/>
                  </a:lnTo>
                  <a:lnTo>
                    <a:pt x="219" y="238"/>
                  </a:lnTo>
                  <a:lnTo>
                    <a:pt x="219" y="238"/>
                  </a:lnTo>
                  <a:lnTo>
                    <a:pt x="221" y="238"/>
                  </a:lnTo>
                  <a:lnTo>
                    <a:pt x="223" y="240"/>
                  </a:lnTo>
                  <a:lnTo>
                    <a:pt x="223" y="241"/>
                  </a:lnTo>
                  <a:lnTo>
                    <a:pt x="223" y="243"/>
                  </a:lnTo>
                  <a:lnTo>
                    <a:pt x="225" y="243"/>
                  </a:lnTo>
                  <a:lnTo>
                    <a:pt x="229" y="245"/>
                  </a:lnTo>
                  <a:lnTo>
                    <a:pt x="231" y="245"/>
                  </a:lnTo>
                  <a:lnTo>
                    <a:pt x="231" y="245"/>
                  </a:lnTo>
                  <a:lnTo>
                    <a:pt x="233" y="241"/>
                  </a:lnTo>
                  <a:lnTo>
                    <a:pt x="236" y="238"/>
                  </a:lnTo>
                  <a:lnTo>
                    <a:pt x="236" y="236"/>
                  </a:lnTo>
                  <a:lnTo>
                    <a:pt x="238" y="232"/>
                  </a:lnTo>
                  <a:lnTo>
                    <a:pt x="240" y="230"/>
                  </a:lnTo>
                  <a:lnTo>
                    <a:pt x="240" y="226"/>
                  </a:lnTo>
                  <a:lnTo>
                    <a:pt x="242" y="220"/>
                  </a:lnTo>
                  <a:lnTo>
                    <a:pt x="242" y="215"/>
                  </a:lnTo>
                  <a:lnTo>
                    <a:pt x="242" y="213"/>
                  </a:lnTo>
                  <a:lnTo>
                    <a:pt x="246" y="211"/>
                  </a:lnTo>
                  <a:lnTo>
                    <a:pt x="246" y="213"/>
                  </a:lnTo>
                  <a:lnTo>
                    <a:pt x="250" y="213"/>
                  </a:lnTo>
                  <a:lnTo>
                    <a:pt x="252" y="215"/>
                  </a:lnTo>
                  <a:lnTo>
                    <a:pt x="254" y="215"/>
                  </a:lnTo>
                  <a:lnTo>
                    <a:pt x="254" y="215"/>
                  </a:lnTo>
                  <a:lnTo>
                    <a:pt x="254" y="215"/>
                  </a:lnTo>
                  <a:lnTo>
                    <a:pt x="255" y="213"/>
                  </a:lnTo>
                  <a:lnTo>
                    <a:pt x="255" y="213"/>
                  </a:lnTo>
                  <a:lnTo>
                    <a:pt x="257" y="213"/>
                  </a:lnTo>
                  <a:lnTo>
                    <a:pt x="259" y="213"/>
                  </a:lnTo>
                  <a:lnTo>
                    <a:pt x="263" y="213"/>
                  </a:lnTo>
                  <a:lnTo>
                    <a:pt x="269" y="215"/>
                  </a:lnTo>
                  <a:lnTo>
                    <a:pt x="274" y="215"/>
                  </a:lnTo>
                  <a:lnTo>
                    <a:pt x="274" y="215"/>
                  </a:lnTo>
                  <a:lnTo>
                    <a:pt x="276" y="213"/>
                  </a:lnTo>
                  <a:lnTo>
                    <a:pt x="276" y="211"/>
                  </a:lnTo>
                  <a:lnTo>
                    <a:pt x="276" y="211"/>
                  </a:lnTo>
                  <a:lnTo>
                    <a:pt x="278" y="211"/>
                  </a:lnTo>
                  <a:lnTo>
                    <a:pt x="278" y="213"/>
                  </a:lnTo>
                  <a:lnTo>
                    <a:pt x="284" y="215"/>
                  </a:lnTo>
                  <a:lnTo>
                    <a:pt x="286" y="215"/>
                  </a:lnTo>
                  <a:lnTo>
                    <a:pt x="286" y="213"/>
                  </a:lnTo>
                  <a:lnTo>
                    <a:pt x="288" y="213"/>
                  </a:lnTo>
                  <a:lnTo>
                    <a:pt x="288" y="211"/>
                  </a:lnTo>
                  <a:lnTo>
                    <a:pt x="288" y="209"/>
                  </a:lnTo>
                  <a:lnTo>
                    <a:pt x="288" y="209"/>
                  </a:lnTo>
                  <a:lnTo>
                    <a:pt x="288" y="207"/>
                  </a:lnTo>
                  <a:lnTo>
                    <a:pt x="292" y="205"/>
                  </a:lnTo>
                  <a:lnTo>
                    <a:pt x="292" y="203"/>
                  </a:lnTo>
                  <a:lnTo>
                    <a:pt x="292" y="203"/>
                  </a:lnTo>
                  <a:lnTo>
                    <a:pt x="292" y="201"/>
                  </a:lnTo>
                  <a:lnTo>
                    <a:pt x="292" y="201"/>
                  </a:lnTo>
                  <a:lnTo>
                    <a:pt x="288" y="201"/>
                  </a:lnTo>
                  <a:lnTo>
                    <a:pt x="284" y="201"/>
                  </a:lnTo>
                  <a:lnTo>
                    <a:pt x="284" y="200"/>
                  </a:lnTo>
                  <a:lnTo>
                    <a:pt x="282" y="200"/>
                  </a:lnTo>
                  <a:lnTo>
                    <a:pt x="280" y="198"/>
                  </a:lnTo>
                  <a:lnTo>
                    <a:pt x="280" y="198"/>
                  </a:lnTo>
                  <a:lnTo>
                    <a:pt x="278" y="198"/>
                  </a:lnTo>
                  <a:lnTo>
                    <a:pt x="276" y="196"/>
                  </a:lnTo>
                  <a:lnTo>
                    <a:pt x="276" y="194"/>
                  </a:lnTo>
                  <a:lnTo>
                    <a:pt x="276" y="194"/>
                  </a:lnTo>
                  <a:lnTo>
                    <a:pt x="276" y="192"/>
                  </a:lnTo>
                  <a:lnTo>
                    <a:pt x="274" y="192"/>
                  </a:lnTo>
                  <a:lnTo>
                    <a:pt x="274" y="190"/>
                  </a:lnTo>
                  <a:lnTo>
                    <a:pt x="276" y="186"/>
                  </a:lnTo>
                  <a:lnTo>
                    <a:pt x="276" y="184"/>
                  </a:lnTo>
                  <a:lnTo>
                    <a:pt x="276" y="184"/>
                  </a:lnTo>
                  <a:lnTo>
                    <a:pt x="274" y="182"/>
                  </a:lnTo>
                  <a:lnTo>
                    <a:pt x="274" y="181"/>
                  </a:lnTo>
                  <a:lnTo>
                    <a:pt x="273" y="181"/>
                  </a:lnTo>
                  <a:lnTo>
                    <a:pt x="271" y="179"/>
                  </a:lnTo>
                  <a:lnTo>
                    <a:pt x="271" y="181"/>
                  </a:lnTo>
                  <a:lnTo>
                    <a:pt x="269" y="182"/>
                  </a:lnTo>
                  <a:lnTo>
                    <a:pt x="269" y="182"/>
                  </a:lnTo>
                  <a:lnTo>
                    <a:pt x="267" y="181"/>
                  </a:lnTo>
                  <a:lnTo>
                    <a:pt x="267" y="182"/>
                  </a:lnTo>
                  <a:lnTo>
                    <a:pt x="265" y="182"/>
                  </a:lnTo>
                  <a:lnTo>
                    <a:pt x="265" y="182"/>
                  </a:lnTo>
                  <a:lnTo>
                    <a:pt x="265" y="184"/>
                  </a:lnTo>
                  <a:lnTo>
                    <a:pt x="263" y="184"/>
                  </a:lnTo>
                  <a:lnTo>
                    <a:pt x="261" y="184"/>
                  </a:lnTo>
                  <a:lnTo>
                    <a:pt x="257" y="182"/>
                  </a:lnTo>
                  <a:lnTo>
                    <a:pt x="255" y="181"/>
                  </a:lnTo>
                  <a:lnTo>
                    <a:pt x="252" y="181"/>
                  </a:lnTo>
                  <a:lnTo>
                    <a:pt x="250" y="181"/>
                  </a:lnTo>
                  <a:lnTo>
                    <a:pt x="250" y="181"/>
                  </a:lnTo>
                  <a:lnTo>
                    <a:pt x="250" y="179"/>
                  </a:lnTo>
                  <a:lnTo>
                    <a:pt x="246" y="177"/>
                  </a:lnTo>
                  <a:lnTo>
                    <a:pt x="246" y="175"/>
                  </a:lnTo>
                  <a:lnTo>
                    <a:pt x="242" y="173"/>
                  </a:lnTo>
                  <a:lnTo>
                    <a:pt x="240" y="171"/>
                  </a:lnTo>
                  <a:lnTo>
                    <a:pt x="240" y="165"/>
                  </a:lnTo>
                  <a:lnTo>
                    <a:pt x="238" y="162"/>
                  </a:lnTo>
                  <a:lnTo>
                    <a:pt x="231" y="158"/>
                  </a:lnTo>
                  <a:lnTo>
                    <a:pt x="225" y="152"/>
                  </a:lnTo>
                  <a:lnTo>
                    <a:pt x="223" y="150"/>
                  </a:lnTo>
                  <a:lnTo>
                    <a:pt x="219" y="150"/>
                  </a:lnTo>
                  <a:lnTo>
                    <a:pt x="217" y="152"/>
                  </a:lnTo>
                  <a:lnTo>
                    <a:pt x="215" y="152"/>
                  </a:lnTo>
                  <a:lnTo>
                    <a:pt x="213" y="152"/>
                  </a:lnTo>
                  <a:lnTo>
                    <a:pt x="212" y="152"/>
                  </a:lnTo>
                  <a:lnTo>
                    <a:pt x="212" y="150"/>
                  </a:lnTo>
                  <a:lnTo>
                    <a:pt x="212" y="148"/>
                  </a:lnTo>
                  <a:lnTo>
                    <a:pt x="210" y="146"/>
                  </a:lnTo>
                  <a:lnTo>
                    <a:pt x="210" y="146"/>
                  </a:lnTo>
                  <a:lnTo>
                    <a:pt x="210" y="144"/>
                  </a:lnTo>
                  <a:lnTo>
                    <a:pt x="210" y="144"/>
                  </a:lnTo>
                  <a:lnTo>
                    <a:pt x="208" y="139"/>
                  </a:lnTo>
                  <a:lnTo>
                    <a:pt x="208" y="139"/>
                  </a:lnTo>
                  <a:lnTo>
                    <a:pt x="210" y="139"/>
                  </a:lnTo>
                  <a:lnTo>
                    <a:pt x="210" y="137"/>
                  </a:lnTo>
                  <a:lnTo>
                    <a:pt x="212" y="131"/>
                  </a:lnTo>
                  <a:lnTo>
                    <a:pt x="213" y="127"/>
                  </a:lnTo>
                  <a:lnTo>
                    <a:pt x="215" y="125"/>
                  </a:lnTo>
                  <a:lnTo>
                    <a:pt x="215" y="123"/>
                  </a:lnTo>
                  <a:lnTo>
                    <a:pt x="215" y="123"/>
                  </a:lnTo>
                  <a:lnTo>
                    <a:pt x="215" y="123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13" y="122"/>
                  </a:lnTo>
                  <a:lnTo>
                    <a:pt x="215" y="120"/>
                  </a:lnTo>
                  <a:lnTo>
                    <a:pt x="215" y="120"/>
                  </a:lnTo>
                  <a:lnTo>
                    <a:pt x="215" y="116"/>
                  </a:lnTo>
                  <a:lnTo>
                    <a:pt x="217" y="116"/>
                  </a:lnTo>
                  <a:lnTo>
                    <a:pt x="219" y="114"/>
                  </a:lnTo>
                  <a:lnTo>
                    <a:pt x="221" y="112"/>
                  </a:lnTo>
                  <a:lnTo>
                    <a:pt x="221" y="112"/>
                  </a:lnTo>
                  <a:lnTo>
                    <a:pt x="221" y="110"/>
                  </a:lnTo>
                  <a:lnTo>
                    <a:pt x="223" y="110"/>
                  </a:lnTo>
                  <a:lnTo>
                    <a:pt x="225" y="110"/>
                  </a:lnTo>
                  <a:lnTo>
                    <a:pt x="231" y="108"/>
                  </a:lnTo>
                  <a:lnTo>
                    <a:pt x="231" y="108"/>
                  </a:lnTo>
                  <a:lnTo>
                    <a:pt x="233" y="106"/>
                  </a:lnTo>
                  <a:lnTo>
                    <a:pt x="233" y="103"/>
                  </a:lnTo>
                  <a:lnTo>
                    <a:pt x="233" y="101"/>
                  </a:lnTo>
                  <a:lnTo>
                    <a:pt x="234" y="99"/>
                  </a:lnTo>
                  <a:lnTo>
                    <a:pt x="234" y="97"/>
                  </a:lnTo>
                  <a:lnTo>
                    <a:pt x="240" y="95"/>
                  </a:lnTo>
                  <a:lnTo>
                    <a:pt x="240" y="93"/>
                  </a:lnTo>
                  <a:lnTo>
                    <a:pt x="240" y="93"/>
                  </a:lnTo>
                  <a:lnTo>
                    <a:pt x="242" y="93"/>
                  </a:lnTo>
                  <a:lnTo>
                    <a:pt x="242" y="93"/>
                  </a:lnTo>
                  <a:lnTo>
                    <a:pt x="242" y="93"/>
                  </a:lnTo>
                  <a:lnTo>
                    <a:pt x="244" y="93"/>
                  </a:lnTo>
                  <a:lnTo>
                    <a:pt x="244" y="93"/>
                  </a:lnTo>
                  <a:lnTo>
                    <a:pt x="246" y="93"/>
                  </a:lnTo>
                  <a:lnTo>
                    <a:pt x="248" y="93"/>
                  </a:lnTo>
                  <a:lnTo>
                    <a:pt x="248" y="91"/>
                  </a:lnTo>
                  <a:lnTo>
                    <a:pt x="246" y="85"/>
                  </a:lnTo>
                  <a:lnTo>
                    <a:pt x="244" y="84"/>
                  </a:lnTo>
                  <a:lnTo>
                    <a:pt x="242" y="82"/>
                  </a:lnTo>
                  <a:lnTo>
                    <a:pt x="236" y="82"/>
                  </a:lnTo>
                  <a:lnTo>
                    <a:pt x="234" y="80"/>
                  </a:lnTo>
                  <a:lnTo>
                    <a:pt x="233" y="80"/>
                  </a:lnTo>
                  <a:lnTo>
                    <a:pt x="233" y="80"/>
                  </a:lnTo>
                  <a:lnTo>
                    <a:pt x="233" y="84"/>
                  </a:lnTo>
                  <a:lnTo>
                    <a:pt x="233" y="84"/>
                  </a:lnTo>
                  <a:lnTo>
                    <a:pt x="231" y="84"/>
                  </a:lnTo>
                  <a:lnTo>
                    <a:pt x="231" y="82"/>
                  </a:lnTo>
                  <a:lnTo>
                    <a:pt x="231" y="80"/>
                  </a:lnTo>
                  <a:lnTo>
                    <a:pt x="231" y="78"/>
                  </a:lnTo>
                  <a:lnTo>
                    <a:pt x="233" y="76"/>
                  </a:lnTo>
                  <a:lnTo>
                    <a:pt x="234" y="70"/>
                  </a:lnTo>
                  <a:lnTo>
                    <a:pt x="234" y="68"/>
                  </a:lnTo>
                  <a:lnTo>
                    <a:pt x="236" y="66"/>
                  </a:lnTo>
                  <a:lnTo>
                    <a:pt x="236" y="65"/>
                  </a:lnTo>
                  <a:lnTo>
                    <a:pt x="238" y="66"/>
                  </a:lnTo>
                  <a:lnTo>
                    <a:pt x="238" y="68"/>
                  </a:lnTo>
                  <a:lnTo>
                    <a:pt x="238" y="70"/>
                  </a:lnTo>
                  <a:lnTo>
                    <a:pt x="238" y="72"/>
                  </a:lnTo>
                  <a:lnTo>
                    <a:pt x="240" y="74"/>
                  </a:lnTo>
                  <a:lnTo>
                    <a:pt x="242" y="74"/>
                  </a:lnTo>
                  <a:lnTo>
                    <a:pt x="244" y="76"/>
                  </a:lnTo>
                  <a:lnTo>
                    <a:pt x="246" y="76"/>
                  </a:lnTo>
                  <a:lnTo>
                    <a:pt x="246" y="78"/>
                  </a:lnTo>
                  <a:lnTo>
                    <a:pt x="248" y="78"/>
                  </a:lnTo>
                  <a:lnTo>
                    <a:pt x="248" y="80"/>
                  </a:lnTo>
                  <a:lnTo>
                    <a:pt x="250" y="80"/>
                  </a:lnTo>
                  <a:lnTo>
                    <a:pt x="252" y="82"/>
                  </a:lnTo>
                  <a:lnTo>
                    <a:pt x="254" y="82"/>
                  </a:lnTo>
                  <a:lnTo>
                    <a:pt x="255" y="82"/>
                  </a:lnTo>
                  <a:lnTo>
                    <a:pt x="255" y="82"/>
                  </a:lnTo>
                  <a:lnTo>
                    <a:pt x="257" y="84"/>
                  </a:lnTo>
                  <a:lnTo>
                    <a:pt x="257" y="84"/>
                  </a:lnTo>
                  <a:lnTo>
                    <a:pt x="257" y="85"/>
                  </a:lnTo>
                  <a:lnTo>
                    <a:pt x="259" y="85"/>
                  </a:lnTo>
                  <a:lnTo>
                    <a:pt x="259" y="85"/>
                  </a:lnTo>
                  <a:lnTo>
                    <a:pt x="261" y="87"/>
                  </a:lnTo>
                  <a:lnTo>
                    <a:pt x="261" y="87"/>
                  </a:lnTo>
                  <a:lnTo>
                    <a:pt x="261" y="89"/>
                  </a:lnTo>
                  <a:lnTo>
                    <a:pt x="261" y="89"/>
                  </a:lnTo>
                  <a:lnTo>
                    <a:pt x="263" y="89"/>
                  </a:lnTo>
                  <a:lnTo>
                    <a:pt x="263" y="89"/>
                  </a:lnTo>
                  <a:lnTo>
                    <a:pt x="263" y="91"/>
                  </a:lnTo>
                  <a:lnTo>
                    <a:pt x="263" y="93"/>
                  </a:lnTo>
                  <a:lnTo>
                    <a:pt x="265" y="93"/>
                  </a:lnTo>
                  <a:lnTo>
                    <a:pt x="267" y="95"/>
                  </a:lnTo>
                  <a:lnTo>
                    <a:pt x="267" y="95"/>
                  </a:lnTo>
                  <a:lnTo>
                    <a:pt x="267" y="97"/>
                  </a:lnTo>
                  <a:lnTo>
                    <a:pt x="265" y="99"/>
                  </a:lnTo>
                  <a:lnTo>
                    <a:pt x="261" y="101"/>
                  </a:lnTo>
                  <a:lnTo>
                    <a:pt x="261" y="101"/>
                  </a:lnTo>
                  <a:lnTo>
                    <a:pt x="263" y="103"/>
                  </a:lnTo>
                  <a:lnTo>
                    <a:pt x="271" y="99"/>
                  </a:lnTo>
                  <a:lnTo>
                    <a:pt x="274" y="101"/>
                  </a:lnTo>
                  <a:lnTo>
                    <a:pt x="274" y="103"/>
                  </a:lnTo>
                  <a:lnTo>
                    <a:pt x="274" y="104"/>
                  </a:lnTo>
                  <a:lnTo>
                    <a:pt x="276" y="106"/>
                  </a:lnTo>
                  <a:lnTo>
                    <a:pt x="278" y="106"/>
                  </a:lnTo>
                  <a:lnTo>
                    <a:pt x="278" y="106"/>
                  </a:lnTo>
                  <a:lnTo>
                    <a:pt x="280" y="103"/>
                  </a:lnTo>
                  <a:lnTo>
                    <a:pt x="282" y="101"/>
                  </a:lnTo>
                  <a:lnTo>
                    <a:pt x="284" y="101"/>
                  </a:lnTo>
                  <a:lnTo>
                    <a:pt x="290" y="106"/>
                  </a:lnTo>
                  <a:lnTo>
                    <a:pt x="292" y="106"/>
                  </a:lnTo>
                  <a:lnTo>
                    <a:pt x="295" y="106"/>
                  </a:lnTo>
                  <a:lnTo>
                    <a:pt x="297" y="104"/>
                  </a:lnTo>
                  <a:lnTo>
                    <a:pt x="297" y="103"/>
                  </a:lnTo>
                  <a:lnTo>
                    <a:pt x="295" y="103"/>
                  </a:lnTo>
                  <a:lnTo>
                    <a:pt x="295" y="103"/>
                  </a:lnTo>
                  <a:lnTo>
                    <a:pt x="294" y="101"/>
                  </a:lnTo>
                  <a:lnTo>
                    <a:pt x="295" y="99"/>
                  </a:lnTo>
                  <a:lnTo>
                    <a:pt x="294" y="99"/>
                  </a:lnTo>
                  <a:lnTo>
                    <a:pt x="294" y="101"/>
                  </a:lnTo>
                  <a:lnTo>
                    <a:pt x="292" y="99"/>
                  </a:lnTo>
                  <a:lnTo>
                    <a:pt x="292" y="99"/>
                  </a:lnTo>
                  <a:lnTo>
                    <a:pt x="290" y="95"/>
                  </a:lnTo>
                  <a:lnTo>
                    <a:pt x="288" y="95"/>
                  </a:lnTo>
                  <a:lnTo>
                    <a:pt x="286" y="93"/>
                  </a:lnTo>
                  <a:lnTo>
                    <a:pt x="284" y="91"/>
                  </a:lnTo>
                  <a:lnTo>
                    <a:pt x="284" y="89"/>
                  </a:lnTo>
                  <a:lnTo>
                    <a:pt x="284" y="87"/>
                  </a:lnTo>
                  <a:lnTo>
                    <a:pt x="286" y="85"/>
                  </a:lnTo>
                  <a:lnTo>
                    <a:pt x="286" y="85"/>
                  </a:lnTo>
                  <a:lnTo>
                    <a:pt x="288" y="84"/>
                  </a:lnTo>
                  <a:lnTo>
                    <a:pt x="290" y="85"/>
                  </a:lnTo>
                  <a:lnTo>
                    <a:pt x="290" y="85"/>
                  </a:lnTo>
                  <a:lnTo>
                    <a:pt x="292" y="87"/>
                  </a:lnTo>
                  <a:lnTo>
                    <a:pt x="292" y="87"/>
                  </a:lnTo>
                  <a:lnTo>
                    <a:pt x="294" y="89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7" y="91"/>
                  </a:lnTo>
                  <a:lnTo>
                    <a:pt x="299" y="91"/>
                  </a:lnTo>
                  <a:lnTo>
                    <a:pt x="299" y="93"/>
                  </a:lnTo>
                  <a:lnTo>
                    <a:pt x="299" y="93"/>
                  </a:lnTo>
                  <a:lnTo>
                    <a:pt x="299" y="93"/>
                  </a:lnTo>
                  <a:lnTo>
                    <a:pt x="301" y="95"/>
                  </a:lnTo>
                  <a:lnTo>
                    <a:pt x="303" y="95"/>
                  </a:lnTo>
                  <a:lnTo>
                    <a:pt x="303" y="97"/>
                  </a:lnTo>
                  <a:lnTo>
                    <a:pt x="303" y="97"/>
                  </a:lnTo>
                  <a:lnTo>
                    <a:pt x="303" y="97"/>
                  </a:lnTo>
                  <a:lnTo>
                    <a:pt x="301" y="97"/>
                  </a:lnTo>
                  <a:lnTo>
                    <a:pt x="299" y="97"/>
                  </a:lnTo>
                  <a:lnTo>
                    <a:pt x="299" y="101"/>
                  </a:lnTo>
                  <a:lnTo>
                    <a:pt x="301" y="103"/>
                  </a:lnTo>
                  <a:lnTo>
                    <a:pt x="303" y="104"/>
                  </a:lnTo>
                  <a:lnTo>
                    <a:pt x="303" y="106"/>
                  </a:lnTo>
                  <a:lnTo>
                    <a:pt x="305" y="112"/>
                  </a:lnTo>
                  <a:lnTo>
                    <a:pt x="305" y="114"/>
                  </a:lnTo>
                  <a:lnTo>
                    <a:pt x="305" y="116"/>
                  </a:lnTo>
                  <a:lnTo>
                    <a:pt x="313" y="118"/>
                  </a:lnTo>
                  <a:lnTo>
                    <a:pt x="313" y="120"/>
                  </a:lnTo>
                  <a:lnTo>
                    <a:pt x="314" y="122"/>
                  </a:lnTo>
                  <a:lnTo>
                    <a:pt x="314" y="123"/>
                  </a:lnTo>
                  <a:lnTo>
                    <a:pt x="316" y="123"/>
                  </a:lnTo>
                  <a:lnTo>
                    <a:pt x="318" y="125"/>
                  </a:lnTo>
                  <a:lnTo>
                    <a:pt x="322" y="127"/>
                  </a:lnTo>
                  <a:lnTo>
                    <a:pt x="322" y="129"/>
                  </a:lnTo>
                  <a:lnTo>
                    <a:pt x="324" y="129"/>
                  </a:lnTo>
                  <a:lnTo>
                    <a:pt x="326" y="129"/>
                  </a:lnTo>
                  <a:lnTo>
                    <a:pt x="328" y="129"/>
                  </a:lnTo>
                  <a:lnTo>
                    <a:pt x="330" y="127"/>
                  </a:lnTo>
                  <a:lnTo>
                    <a:pt x="330" y="127"/>
                  </a:lnTo>
                  <a:lnTo>
                    <a:pt x="332" y="129"/>
                  </a:lnTo>
                  <a:lnTo>
                    <a:pt x="332" y="131"/>
                  </a:lnTo>
                  <a:lnTo>
                    <a:pt x="332" y="131"/>
                  </a:lnTo>
                  <a:lnTo>
                    <a:pt x="334" y="131"/>
                  </a:lnTo>
                  <a:lnTo>
                    <a:pt x="334" y="129"/>
                  </a:lnTo>
                  <a:lnTo>
                    <a:pt x="334" y="129"/>
                  </a:lnTo>
                  <a:lnTo>
                    <a:pt x="334" y="129"/>
                  </a:lnTo>
                  <a:lnTo>
                    <a:pt x="337" y="129"/>
                  </a:lnTo>
                  <a:lnTo>
                    <a:pt x="339" y="129"/>
                  </a:lnTo>
                  <a:lnTo>
                    <a:pt x="339" y="129"/>
                  </a:lnTo>
                  <a:lnTo>
                    <a:pt x="339" y="129"/>
                  </a:lnTo>
                  <a:lnTo>
                    <a:pt x="341" y="133"/>
                  </a:lnTo>
                  <a:lnTo>
                    <a:pt x="341" y="133"/>
                  </a:lnTo>
                  <a:lnTo>
                    <a:pt x="343" y="133"/>
                  </a:lnTo>
                  <a:lnTo>
                    <a:pt x="343" y="133"/>
                  </a:lnTo>
                  <a:lnTo>
                    <a:pt x="345" y="133"/>
                  </a:lnTo>
                  <a:lnTo>
                    <a:pt x="345" y="131"/>
                  </a:lnTo>
                  <a:lnTo>
                    <a:pt x="345" y="129"/>
                  </a:lnTo>
                  <a:lnTo>
                    <a:pt x="345" y="127"/>
                  </a:lnTo>
                  <a:lnTo>
                    <a:pt x="349" y="123"/>
                  </a:lnTo>
                  <a:lnTo>
                    <a:pt x="351" y="122"/>
                  </a:lnTo>
                  <a:lnTo>
                    <a:pt x="349" y="122"/>
                  </a:lnTo>
                  <a:lnTo>
                    <a:pt x="349" y="122"/>
                  </a:lnTo>
                  <a:lnTo>
                    <a:pt x="347" y="122"/>
                  </a:lnTo>
                  <a:lnTo>
                    <a:pt x="347" y="120"/>
                  </a:lnTo>
                  <a:lnTo>
                    <a:pt x="347" y="120"/>
                  </a:lnTo>
                  <a:lnTo>
                    <a:pt x="347" y="118"/>
                  </a:lnTo>
                  <a:lnTo>
                    <a:pt x="349" y="118"/>
                  </a:lnTo>
                  <a:lnTo>
                    <a:pt x="349" y="118"/>
                  </a:lnTo>
                  <a:lnTo>
                    <a:pt x="347" y="118"/>
                  </a:lnTo>
                  <a:lnTo>
                    <a:pt x="347" y="116"/>
                  </a:lnTo>
                  <a:lnTo>
                    <a:pt x="345" y="114"/>
                  </a:lnTo>
                  <a:lnTo>
                    <a:pt x="347" y="114"/>
                  </a:lnTo>
                  <a:lnTo>
                    <a:pt x="347" y="112"/>
                  </a:lnTo>
                  <a:lnTo>
                    <a:pt x="349" y="112"/>
                  </a:lnTo>
                  <a:lnTo>
                    <a:pt x="349" y="112"/>
                  </a:lnTo>
                  <a:lnTo>
                    <a:pt x="351" y="112"/>
                  </a:lnTo>
                  <a:lnTo>
                    <a:pt x="351" y="112"/>
                  </a:lnTo>
                  <a:lnTo>
                    <a:pt x="351" y="110"/>
                  </a:lnTo>
                  <a:lnTo>
                    <a:pt x="349" y="108"/>
                  </a:lnTo>
                  <a:lnTo>
                    <a:pt x="351" y="106"/>
                  </a:lnTo>
                  <a:lnTo>
                    <a:pt x="353" y="106"/>
                  </a:lnTo>
                  <a:lnTo>
                    <a:pt x="354" y="106"/>
                  </a:lnTo>
                  <a:lnTo>
                    <a:pt x="354" y="108"/>
                  </a:lnTo>
                  <a:lnTo>
                    <a:pt x="354" y="110"/>
                  </a:lnTo>
                  <a:lnTo>
                    <a:pt x="356" y="110"/>
                  </a:lnTo>
                  <a:lnTo>
                    <a:pt x="358" y="108"/>
                  </a:lnTo>
                  <a:lnTo>
                    <a:pt x="360" y="108"/>
                  </a:lnTo>
                  <a:lnTo>
                    <a:pt x="362" y="108"/>
                  </a:lnTo>
                  <a:lnTo>
                    <a:pt x="362" y="106"/>
                  </a:lnTo>
                  <a:lnTo>
                    <a:pt x="362" y="106"/>
                  </a:lnTo>
                  <a:lnTo>
                    <a:pt x="362" y="104"/>
                  </a:lnTo>
                  <a:lnTo>
                    <a:pt x="362" y="104"/>
                  </a:lnTo>
                  <a:lnTo>
                    <a:pt x="362" y="104"/>
                  </a:lnTo>
                  <a:lnTo>
                    <a:pt x="362" y="103"/>
                  </a:lnTo>
                  <a:lnTo>
                    <a:pt x="364" y="103"/>
                  </a:lnTo>
                  <a:lnTo>
                    <a:pt x="366" y="99"/>
                  </a:lnTo>
                  <a:lnTo>
                    <a:pt x="366" y="99"/>
                  </a:lnTo>
                  <a:lnTo>
                    <a:pt x="366" y="99"/>
                  </a:lnTo>
                  <a:lnTo>
                    <a:pt x="368" y="97"/>
                  </a:lnTo>
                  <a:lnTo>
                    <a:pt x="370" y="97"/>
                  </a:lnTo>
                  <a:lnTo>
                    <a:pt x="370" y="95"/>
                  </a:lnTo>
                  <a:lnTo>
                    <a:pt x="370" y="95"/>
                  </a:lnTo>
                  <a:lnTo>
                    <a:pt x="370" y="95"/>
                  </a:lnTo>
                  <a:lnTo>
                    <a:pt x="370" y="93"/>
                  </a:lnTo>
                  <a:lnTo>
                    <a:pt x="370" y="93"/>
                  </a:lnTo>
                  <a:lnTo>
                    <a:pt x="370" y="93"/>
                  </a:lnTo>
                  <a:lnTo>
                    <a:pt x="370" y="93"/>
                  </a:lnTo>
                  <a:lnTo>
                    <a:pt x="370" y="91"/>
                  </a:lnTo>
                  <a:lnTo>
                    <a:pt x="372" y="91"/>
                  </a:lnTo>
                  <a:lnTo>
                    <a:pt x="372" y="91"/>
                  </a:lnTo>
                  <a:lnTo>
                    <a:pt x="372" y="91"/>
                  </a:lnTo>
                  <a:lnTo>
                    <a:pt x="372" y="84"/>
                  </a:lnTo>
                  <a:lnTo>
                    <a:pt x="374" y="82"/>
                  </a:lnTo>
                  <a:lnTo>
                    <a:pt x="374" y="78"/>
                  </a:lnTo>
                  <a:lnTo>
                    <a:pt x="374" y="78"/>
                  </a:lnTo>
                  <a:lnTo>
                    <a:pt x="374" y="78"/>
                  </a:lnTo>
                  <a:lnTo>
                    <a:pt x="374" y="78"/>
                  </a:lnTo>
                  <a:lnTo>
                    <a:pt x="375" y="74"/>
                  </a:lnTo>
                  <a:lnTo>
                    <a:pt x="375" y="65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04" name="Freeform 7">
              <a:extLst>
                <a:ext uri="{FF2B5EF4-FFF2-40B4-BE49-F238E27FC236}">
                  <a16:creationId xmlns:a16="http://schemas.microsoft.com/office/drawing/2014/main" id="{D41A2EA4-5817-48FB-FF5E-1BD83F5D9D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10338" y="2635250"/>
              <a:ext cx="595313" cy="920750"/>
            </a:xfrm>
            <a:custGeom>
              <a:avLst/>
              <a:gdLst>
                <a:gd name="T0" fmla="*/ 215 w 375"/>
                <a:gd name="T1" fmla="*/ 567 h 580"/>
                <a:gd name="T2" fmla="*/ 212 w 375"/>
                <a:gd name="T3" fmla="*/ 538 h 580"/>
                <a:gd name="T4" fmla="*/ 368 w 375"/>
                <a:gd name="T5" fmla="*/ 57 h 580"/>
                <a:gd name="T6" fmla="*/ 305 w 375"/>
                <a:gd name="T7" fmla="*/ 46 h 580"/>
                <a:gd name="T8" fmla="*/ 269 w 375"/>
                <a:gd name="T9" fmla="*/ 11 h 580"/>
                <a:gd name="T10" fmla="*/ 208 w 375"/>
                <a:gd name="T11" fmla="*/ 6 h 580"/>
                <a:gd name="T12" fmla="*/ 215 w 375"/>
                <a:gd name="T13" fmla="*/ 61 h 580"/>
                <a:gd name="T14" fmla="*/ 225 w 375"/>
                <a:gd name="T15" fmla="*/ 89 h 580"/>
                <a:gd name="T16" fmla="*/ 202 w 375"/>
                <a:gd name="T17" fmla="*/ 114 h 580"/>
                <a:gd name="T18" fmla="*/ 183 w 375"/>
                <a:gd name="T19" fmla="*/ 141 h 580"/>
                <a:gd name="T20" fmla="*/ 206 w 375"/>
                <a:gd name="T21" fmla="*/ 177 h 580"/>
                <a:gd name="T22" fmla="*/ 179 w 375"/>
                <a:gd name="T23" fmla="*/ 188 h 580"/>
                <a:gd name="T24" fmla="*/ 187 w 375"/>
                <a:gd name="T25" fmla="*/ 203 h 580"/>
                <a:gd name="T26" fmla="*/ 189 w 375"/>
                <a:gd name="T27" fmla="*/ 253 h 580"/>
                <a:gd name="T28" fmla="*/ 191 w 375"/>
                <a:gd name="T29" fmla="*/ 268 h 580"/>
                <a:gd name="T30" fmla="*/ 181 w 375"/>
                <a:gd name="T31" fmla="*/ 279 h 580"/>
                <a:gd name="T32" fmla="*/ 170 w 375"/>
                <a:gd name="T33" fmla="*/ 310 h 580"/>
                <a:gd name="T34" fmla="*/ 151 w 375"/>
                <a:gd name="T35" fmla="*/ 331 h 580"/>
                <a:gd name="T36" fmla="*/ 133 w 375"/>
                <a:gd name="T37" fmla="*/ 342 h 580"/>
                <a:gd name="T38" fmla="*/ 112 w 375"/>
                <a:gd name="T39" fmla="*/ 350 h 580"/>
                <a:gd name="T40" fmla="*/ 76 w 375"/>
                <a:gd name="T41" fmla="*/ 363 h 580"/>
                <a:gd name="T42" fmla="*/ 31 w 375"/>
                <a:gd name="T43" fmla="*/ 384 h 580"/>
                <a:gd name="T44" fmla="*/ 0 w 375"/>
                <a:gd name="T45" fmla="*/ 384 h 580"/>
                <a:gd name="T46" fmla="*/ 8 w 375"/>
                <a:gd name="T47" fmla="*/ 416 h 580"/>
                <a:gd name="T48" fmla="*/ 61 w 375"/>
                <a:gd name="T49" fmla="*/ 435 h 580"/>
                <a:gd name="T50" fmla="*/ 76 w 375"/>
                <a:gd name="T51" fmla="*/ 473 h 580"/>
                <a:gd name="T52" fmla="*/ 90 w 375"/>
                <a:gd name="T53" fmla="*/ 496 h 580"/>
                <a:gd name="T54" fmla="*/ 90 w 375"/>
                <a:gd name="T55" fmla="*/ 517 h 580"/>
                <a:gd name="T56" fmla="*/ 118 w 375"/>
                <a:gd name="T57" fmla="*/ 538 h 580"/>
                <a:gd name="T58" fmla="*/ 172 w 375"/>
                <a:gd name="T59" fmla="*/ 569 h 580"/>
                <a:gd name="T60" fmla="*/ 215 w 375"/>
                <a:gd name="T61" fmla="*/ 517 h 580"/>
                <a:gd name="T62" fmla="*/ 208 w 375"/>
                <a:gd name="T63" fmla="*/ 510 h 580"/>
                <a:gd name="T64" fmla="*/ 223 w 375"/>
                <a:gd name="T65" fmla="*/ 572 h 580"/>
                <a:gd name="T66" fmla="*/ 233 w 375"/>
                <a:gd name="T67" fmla="*/ 570 h 580"/>
                <a:gd name="T68" fmla="*/ 244 w 375"/>
                <a:gd name="T69" fmla="*/ 561 h 580"/>
                <a:gd name="T70" fmla="*/ 250 w 375"/>
                <a:gd name="T71" fmla="*/ 569 h 580"/>
                <a:gd name="T72" fmla="*/ 259 w 375"/>
                <a:gd name="T73" fmla="*/ 557 h 580"/>
                <a:gd name="T74" fmla="*/ 265 w 375"/>
                <a:gd name="T75" fmla="*/ 513 h 580"/>
                <a:gd name="T76" fmla="*/ 265 w 375"/>
                <a:gd name="T77" fmla="*/ 525 h 580"/>
                <a:gd name="T78" fmla="*/ 274 w 375"/>
                <a:gd name="T79" fmla="*/ 576 h 580"/>
                <a:gd name="T80" fmla="*/ 282 w 375"/>
                <a:gd name="T81" fmla="*/ 557 h 580"/>
                <a:gd name="T82" fmla="*/ 294 w 375"/>
                <a:gd name="T83" fmla="*/ 544 h 580"/>
                <a:gd name="T84" fmla="*/ 297 w 375"/>
                <a:gd name="T85" fmla="*/ 521 h 580"/>
                <a:gd name="T86" fmla="*/ 290 w 375"/>
                <a:gd name="T87" fmla="*/ 472 h 580"/>
                <a:gd name="T88" fmla="*/ 290 w 375"/>
                <a:gd name="T89" fmla="*/ 414 h 580"/>
                <a:gd name="T90" fmla="*/ 265 w 375"/>
                <a:gd name="T91" fmla="*/ 384 h 580"/>
                <a:gd name="T92" fmla="*/ 255 w 375"/>
                <a:gd name="T93" fmla="*/ 346 h 580"/>
                <a:gd name="T94" fmla="*/ 269 w 375"/>
                <a:gd name="T95" fmla="*/ 314 h 580"/>
                <a:gd name="T96" fmla="*/ 208 w 375"/>
                <a:gd name="T97" fmla="*/ 270 h 580"/>
                <a:gd name="T98" fmla="*/ 223 w 375"/>
                <a:gd name="T99" fmla="*/ 240 h 580"/>
                <a:gd name="T100" fmla="*/ 263 w 375"/>
                <a:gd name="T101" fmla="*/ 213 h 580"/>
                <a:gd name="T102" fmla="*/ 280 w 375"/>
                <a:gd name="T103" fmla="*/ 198 h 580"/>
                <a:gd name="T104" fmla="*/ 252 w 375"/>
                <a:gd name="T105" fmla="*/ 181 h 580"/>
                <a:gd name="T106" fmla="*/ 210 w 375"/>
                <a:gd name="T107" fmla="*/ 137 h 580"/>
                <a:gd name="T108" fmla="*/ 240 w 375"/>
                <a:gd name="T109" fmla="*/ 95 h 580"/>
                <a:gd name="T110" fmla="*/ 236 w 375"/>
                <a:gd name="T111" fmla="*/ 66 h 580"/>
                <a:gd name="T112" fmla="*/ 263 w 375"/>
                <a:gd name="T113" fmla="*/ 89 h 580"/>
                <a:gd name="T114" fmla="*/ 295 w 375"/>
                <a:gd name="T115" fmla="*/ 103 h 580"/>
                <a:gd name="T116" fmla="*/ 299 w 375"/>
                <a:gd name="T117" fmla="*/ 93 h 580"/>
                <a:gd name="T118" fmla="*/ 330 w 375"/>
                <a:gd name="T119" fmla="*/ 127 h 580"/>
                <a:gd name="T120" fmla="*/ 347 w 375"/>
                <a:gd name="T121" fmla="*/ 120 h 580"/>
                <a:gd name="T122" fmla="*/ 362 w 375"/>
                <a:gd name="T123" fmla="*/ 104 h 580"/>
                <a:gd name="T124" fmla="*/ 375 w 375"/>
                <a:gd name="T125" fmla="*/ 65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75" h="580">
                  <a:moveTo>
                    <a:pt x="284" y="574"/>
                  </a:moveTo>
                  <a:lnTo>
                    <a:pt x="284" y="574"/>
                  </a:lnTo>
                  <a:lnTo>
                    <a:pt x="282" y="572"/>
                  </a:lnTo>
                  <a:lnTo>
                    <a:pt x="278" y="572"/>
                  </a:lnTo>
                  <a:lnTo>
                    <a:pt x="278" y="574"/>
                  </a:lnTo>
                  <a:lnTo>
                    <a:pt x="278" y="580"/>
                  </a:lnTo>
                  <a:lnTo>
                    <a:pt x="280" y="580"/>
                  </a:lnTo>
                  <a:lnTo>
                    <a:pt x="282" y="580"/>
                  </a:lnTo>
                  <a:lnTo>
                    <a:pt x="284" y="580"/>
                  </a:lnTo>
                  <a:lnTo>
                    <a:pt x="286" y="580"/>
                  </a:lnTo>
                  <a:lnTo>
                    <a:pt x="286" y="578"/>
                  </a:lnTo>
                  <a:lnTo>
                    <a:pt x="286" y="576"/>
                  </a:lnTo>
                  <a:lnTo>
                    <a:pt x="284" y="574"/>
                  </a:lnTo>
                  <a:close/>
                  <a:moveTo>
                    <a:pt x="212" y="548"/>
                  </a:moveTo>
                  <a:lnTo>
                    <a:pt x="210" y="551"/>
                  </a:lnTo>
                  <a:lnTo>
                    <a:pt x="206" y="563"/>
                  </a:lnTo>
                  <a:lnTo>
                    <a:pt x="206" y="565"/>
                  </a:lnTo>
                  <a:lnTo>
                    <a:pt x="206" y="567"/>
                  </a:lnTo>
                  <a:lnTo>
                    <a:pt x="206" y="567"/>
                  </a:lnTo>
                  <a:lnTo>
                    <a:pt x="206" y="569"/>
                  </a:lnTo>
                  <a:lnTo>
                    <a:pt x="208" y="569"/>
                  </a:lnTo>
                  <a:lnTo>
                    <a:pt x="210" y="569"/>
                  </a:lnTo>
                  <a:lnTo>
                    <a:pt x="212" y="570"/>
                  </a:lnTo>
                  <a:lnTo>
                    <a:pt x="213" y="570"/>
                  </a:lnTo>
                  <a:lnTo>
                    <a:pt x="213" y="570"/>
                  </a:lnTo>
                  <a:lnTo>
                    <a:pt x="215" y="569"/>
                  </a:lnTo>
                  <a:lnTo>
                    <a:pt x="215" y="567"/>
                  </a:lnTo>
                  <a:lnTo>
                    <a:pt x="213" y="565"/>
                  </a:lnTo>
                  <a:lnTo>
                    <a:pt x="217" y="563"/>
                  </a:lnTo>
                  <a:lnTo>
                    <a:pt x="217" y="557"/>
                  </a:lnTo>
                  <a:lnTo>
                    <a:pt x="215" y="546"/>
                  </a:lnTo>
                  <a:lnTo>
                    <a:pt x="212" y="548"/>
                  </a:lnTo>
                  <a:close/>
                  <a:moveTo>
                    <a:pt x="261" y="540"/>
                  </a:moveTo>
                  <a:lnTo>
                    <a:pt x="259" y="540"/>
                  </a:lnTo>
                  <a:lnTo>
                    <a:pt x="259" y="544"/>
                  </a:lnTo>
                  <a:lnTo>
                    <a:pt x="257" y="546"/>
                  </a:lnTo>
                  <a:lnTo>
                    <a:pt x="255" y="550"/>
                  </a:lnTo>
                  <a:lnTo>
                    <a:pt x="255" y="550"/>
                  </a:lnTo>
                  <a:lnTo>
                    <a:pt x="255" y="550"/>
                  </a:lnTo>
                  <a:lnTo>
                    <a:pt x="255" y="551"/>
                  </a:lnTo>
                  <a:lnTo>
                    <a:pt x="255" y="553"/>
                  </a:lnTo>
                  <a:lnTo>
                    <a:pt x="257" y="553"/>
                  </a:lnTo>
                  <a:lnTo>
                    <a:pt x="259" y="553"/>
                  </a:lnTo>
                  <a:lnTo>
                    <a:pt x="261" y="553"/>
                  </a:lnTo>
                  <a:lnTo>
                    <a:pt x="261" y="550"/>
                  </a:lnTo>
                  <a:lnTo>
                    <a:pt x="261" y="546"/>
                  </a:lnTo>
                  <a:lnTo>
                    <a:pt x="263" y="544"/>
                  </a:lnTo>
                  <a:lnTo>
                    <a:pt x="263" y="542"/>
                  </a:lnTo>
                  <a:lnTo>
                    <a:pt x="263" y="540"/>
                  </a:lnTo>
                  <a:lnTo>
                    <a:pt x="261" y="540"/>
                  </a:lnTo>
                  <a:close/>
                  <a:moveTo>
                    <a:pt x="212" y="548"/>
                  </a:moveTo>
                  <a:lnTo>
                    <a:pt x="213" y="544"/>
                  </a:lnTo>
                  <a:lnTo>
                    <a:pt x="213" y="542"/>
                  </a:lnTo>
                  <a:lnTo>
                    <a:pt x="212" y="538"/>
                  </a:lnTo>
                  <a:lnTo>
                    <a:pt x="212" y="538"/>
                  </a:lnTo>
                  <a:lnTo>
                    <a:pt x="210" y="540"/>
                  </a:lnTo>
                  <a:lnTo>
                    <a:pt x="210" y="540"/>
                  </a:lnTo>
                  <a:lnTo>
                    <a:pt x="208" y="542"/>
                  </a:lnTo>
                  <a:lnTo>
                    <a:pt x="208" y="544"/>
                  </a:lnTo>
                  <a:lnTo>
                    <a:pt x="208" y="546"/>
                  </a:lnTo>
                  <a:lnTo>
                    <a:pt x="208" y="548"/>
                  </a:lnTo>
                  <a:lnTo>
                    <a:pt x="210" y="548"/>
                  </a:lnTo>
                  <a:lnTo>
                    <a:pt x="212" y="548"/>
                  </a:lnTo>
                  <a:close/>
                  <a:moveTo>
                    <a:pt x="375" y="65"/>
                  </a:moveTo>
                  <a:lnTo>
                    <a:pt x="374" y="63"/>
                  </a:lnTo>
                  <a:lnTo>
                    <a:pt x="372" y="57"/>
                  </a:lnTo>
                  <a:lnTo>
                    <a:pt x="374" y="55"/>
                  </a:lnTo>
                  <a:lnTo>
                    <a:pt x="372" y="55"/>
                  </a:lnTo>
                  <a:lnTo>
                    <a:pt x="372" y="55"/>
                  </a:lnTo>
                  <a:lnTo>
                    <a:pt x="372" y="55"/>
                  </a:lnTo>
                  <a:lnTo>
                    <a:pt x="372" y="55"/>
                  </a:lnTo>
                  <a:lnTo>
                    <a:pt x="370" y="55"/>
                  </a:lnTo>
                  <a:lnTo>
                    <a:pt x="370" y="55"/>
                  </a:lnTo>
                  <a:lnTo>
                    <a:pt x="370" y="55"/>
                  </a:lnTo>
                  <a:lnTo>
                    <a:pt x="370" y="55"/>
                  </a:lnTo>
                  <a:lnTo>
                    <a:pt x="370" y="57"/>
                  </a:lnTo>
                  <a:lnTo>
                    <a:pt x="370" y="57"/>
                  </a:lnTo>
                  <a:lnTo>
                    <a:pt x="370" y="57"/>
                  </a:lnTo>
                  <a:lnTo>
                    <a:pt x="370" y="59"/>
                  </a:lnTo>
                  <a:lnTo>
                    <a:pt x="370" y="59"/>
                  </a:lnTo>
                  <a:lnTo>
                    <a:pt x="368" y="57"/>
                  </a:lnTo>
                  <a:lnTo>
                    <a:pt x="368" y="57"/>
                  </a:lnTo>
                  <a:lnTo>
                    <a:pt x="364" y="57"/>
                  </a:lnTo>
                  <a:lnTo>
                    <a:pt x="364" y="57"/>
                  </a:lnTo>
                  <a:lnTo>
                    <a:pt x="362" y="57"/>
                  </a:lnTo>
                  <a:lnTo>
                    <a:pt x="356" y="55"/>
                  </a:lnTo>
                  <a:lnTo>
                    <a:pt x="354" y="55"/>
                  </a:lnTo>
                  <a:lnTo>
                    <a:pt x="353" y="57"/>
                  </a:lnTo>
                  <a:lnTo>
                    <a:pt x="351" y="57"/>
                  </a:lnTo>
                  <a:lnTo>
                    <a:pt x="349" y="55"/>
                  </a:lnTo>
                  <a:lnTo>
                    <a:pt x="351" y="53"/>
                  </a:lnTo>
                  <a:lnTo>
                    <a:pt x="351" y="51"/>
                  </a:lnTo>
                  <a:lnTo>
                    <a:pt x="349" y="49"/>
                  </a:lnTo>
                  <a:lnTo>
                    <a:pt x="345" y="47"/>
                  </a:lnTo>
                  <a:lnTo>
                    <a:pt x="341" y="47"/>
                  </a:lnTo>
                  <a:lnTo>
                    <a:pt x="335" y="47"/>
                  </a:lnTo>
                  <a:lnTo>
                    <a:pt x="332" y="46"/>
                  </a:lnTo>
                  <a:lnTo>
                    <a:pt x="328" y="44"/>
                  </a:lnTo>
                  <a:lnTo>
                    <a:pt x="326" y="42"/>
                  </a:lnTo>
                  <a:lnTo>
                    <a:pt x="322" y="42"/>
                  </a:lnTo>
                  <a:lnTo>
                    <a:pt x="320" y="42"/>
                  </a:lnTo>
                  <a:lnTo>
                    <a:pt x="318" y="44"/>
                  </a:lnTo>
                  <a:lnTo>
                    <a:pt x="318" y="44"/>
                  </a:lnTo>
                  <a:lnTo>
                    <a:pt x="316" y="44"/>
                  </a:lnTo>
                  <a:lnTo>
                    <a:pt x="316" y="46"/>
                  </a:lnTo>
                  <a:lnTo>
                    <a:pt x="313" y="46"/>
                  </a:lnTo>
                  <a:lnTo>
                    <a:pt x="311" y="46"/>
                  </a:lnTo>
                  <a:lnTo>
                    <a:pt x="305" y="46"/>
                  </a:lnTo>
                  <a:lnTo>
                    <a:pt x="303" y="46"/>
                  </a:lnTo>
                  <a:lnTo>
                    <a:pt x="301" y="44"/>
                  </a:lnTo>
                  <a:lnTo>
                    <a:pt x="301" y="42"/>
                  </a:lnTo>
                  <a:lnTo>
                    <a:pt x="299" y="38"/>
                  </a:lnTo>
                  <a:lnTo>
                    <a:pt x="297" y="38"/>
                  </a:lnTo>
                  <a:lnTo>
                    <a:pt x="295" y="36"/>
                  </a:lnTo>
                  <a:lnTo>
                    <a:pt x="294" y="34"/>
                  </a:lnTo>
                  <a:lnTo>
                    <a:pt x="292" y="34"/>
                  </a:lnTo>
                  <a:lnTo>
                    <a:pt x="290" y="36"/>
                  </a:lnTo>
                  <a:lnTo>
                    <a:pt x="290" y="36"/>
                  </a:lnTo>
                  <a:lnTo>
                    <a:pt x="288" y="36"/>
                  </a:lnTo>
                  <a:lnTo>
                    <a:pt x="288" y="34"/>
                  </a:lnTo>
                  <a:lnTo>
                    <a:pt x="286" y="34"/>
                  </a:lnTo>
                  <a:lnTo>
                    <a:pt x="288" y="32"/>
                  </a:lnTo>
                  <a:lnTo>
                    <a:pt x="288" y="32"/>
                  </a:lnTo>
                  <a:lnTo>
                    <a:pt x="286" y="30"/>
                  </a:lnTo>
                  <a:lnTo>
                    <a:pt x="286" y="28"/>
                  </a:lnTo>
                  <a:lnTo>
                    <a:pt x="284" y="28"/>
                  </a:lnTo>
                  <a:lnTo>
                    <a:pt x="282" y="30"/>
                  </a:lnTo>
                  <a:lnTo>
                    <a:pt x="280" y="32"/>
                  </a:lnTo>
                  <a:lnTo>
                    <a:pt x="280" y="27"/>
                  </a:lnTo>
                  <a:lnTo>
                    <a:pt x="280" y="21"/>
                  </a:lnTo>
                  <a:lnTo>
                    <a:pt x="278" y="19"/>
                  </a:lnTo>
                  <a:lnTo>
                    <a:pt x="278" y="17"/>
                  </a:lnTo>
                  <a:lnTo>
                    <a:pt x="276" y="15"/>
                  </a:lnTo>
                  <a:lnTo>
                    <a:pt x="271" y="11"/>
                  </a:lnTo>
                  <a:lnTo>
                    <a:pt x="269" y="11"/>
                  </a:lnTo>
                  <a:lnTo>
                    <a:pt x="269" y="11"/>
                  </a:lnTo>
                  <a:lnTo>
                    <a:pt x="269" y="11"/>
                  </a:lnTo>
                  <a:lnTo>
                    <a:pt x="265" y="11"/>
                  </a:lnTo>
                  <a:lnTo>
                    <a:pt x="263" y="9"/>
                  </a:lnTo>
                  <a:lnTo>
                    <a:pt x="263" y="9"/>
                  </a:lnTo>
                  <a:lnTo>
                    <a:pt x="257" y="9"/>
                  </a:lnTo>
                  <a:lnTo>
                    <a:pt x="252" y="7"/>
                  </a:lnTo>
                  <a:lnTo>
                    <a:pt x="250" y="7"/>
                  </a:lnTo>
                  <a:lnTo>
                    <a:pt x="242" y="15"/>
                  </a:lnTo>
                  <a:lnTo>
                    <a:pt x="240" y="17"/>
                  </a:lnTo>
                  <a:lnTo>
                    <a:pt x="238" y="17"/>
                  </a:lnTo>
                  <a:lnTo>
                    <a:pt x="236" y="17"/>
                  </a:lnTo>
                  <a:lnTo>
                    <a:pt x="234" y="17"/>
                  </a:lnTo>
                  <a:lnTo>
                    <a:pt x="234" y="17"/>
                  </a:lnTo>
                  <a:lnTo>
                    <a:pt x="233" y="17"/>
                  </a:lnTo>
                  <a:lnTo>
                    <a:pt x="233" y="17"/>
                  </a:lnTo>
                  <a:lnTo>
                    <a:pt x="223" y="13"/>
                  </a:lnTo>
                  <a:lnTo>
                    <a:pt x="219" y="11"/>
                  </a:lnTo>
                  <a:lnTo>
                    <a:pt x="215" y="13"/>
                  </a:lnTo>
                  <a:lnTo>
                    <a:pt x="212" y="13"/>
                  </a:lnTo>
                  <a:lnTo>
                    <a:pt x="212" y="11"/>
                  </a:lnTo>
                  <a:lnTo>
                    <a:pt x="210" y="11"/>
                  </a:lnTo>
                  <a:lnTo>
                    <a:pt x="210" y="9"/>
                  </a:lnTo>
                  <a:lnTo>
                    <a:pt x="210" y="9"/>
                  </a:lnTo>
                  <a:lnTo>
                    <a:pt x="210" y="7"/>
                  </a:lnTo>
                  <a:lnTo>
                    <a:pt x="208" y="6"/>
                  </a:lnTo>
                  <a:lnTo>
                    <a:pt x="208" y="6"/>
                  </a:lnTo>
                  <a:lnTo>
                    <a:pt x="204" y="4"/>
                  </a:lnTo>
                  <a:lnTo>
                    <a:pt x="204" y="2"/>
                  </a:lnTo>
                  <a:lnTo>
                    <a:pt x="202" y="0"/>
                  </a:lnTo>
                  <a:lnTo>
                    <a:pt x="200" y="4"/>
                  </a:lnTo>
                  <a:lnTo>
                    <a:pt x="200" y="11"/>
                  </a:lnTo>
                  <a:lnTo>
                    <a:pt x="198" y="15"/>
                  </a:lnTo>
                  <a:lnTo>
                    <a:pt x="198" y="15"/>
                  </a:lnTo>
                  <a:lnTo>
                    <a:pt x="198" y="15"/>
                  </a:lnTo>
                  <a:lnTo>
                    <a:pt x="198" y="17"/>
                  </a:lnTo>
                  <a:lnTo>
                    <a:pt x="200" y="19"/>
                  </a:lnTo>
                  <a:lnTo>
                    <a:pt x="202" y="23"/>
                  </a:lnTo>
                  <a:lnTo>
                    <a:pt x="204" y="23"/>
                  </a:lnTo>
                  <a:lnTo>
                    <a:pt x="206" y="23"/>
                  </a:lnTo>
                  <a:lnTo>
                    <a:pt x="206" y="25"/>
                  </a:lnTo>
                  <a:lnTo>
                    <a:pt x="208" y="27"/>
                  </a:lnTo>
                  <a:lnTo>
                    <a:pt x="210" y="30"/>
                  </a:lnTo>
                  <a:lnTo>
                    <a:pt x="212" y="34"/>
                  </a:lnTo>
                  <a:lnTo>
                    <a:pt x="213" y="36"/>
                  </a:lnTo>
                  <a:lnTo>
                    <a:pt x="215" y="40"/>
                  </a:lnTo>
                  <a:lnTo>
                    <a:pt x="215" y="40"/>
                  </a:lnTo>
                  <a:lnTo>
                    <a:pt x="215" y="42"/>
                  </a:lnTo>
                  <a:lnTo>
                    <a:pt x="215" y="47"/>
                  </a:lnTo>
                  <a:lnTo>
                    <a:pt x="217" y="51"/>
                  </a:lnTo>
                  <a:lnTo>
                    <a:pt x="217" y="53"/>
                  </a:lnTo>
                  <a:lnTo>
                    <a:pt x="217" y="55"/>
                  </a:lnTo>
                  <a:lnTo>
                    <a:pt x="217" y="57"/>
                  </a:lnTo>
                  <a:lnTo>
                    <a:pt x="215" y="61"/>
                  </a:lnTo>
                  <a:lnTo>
                    <a:pt x="212" y="70"/>
                  </a:lnTo>
                  <a:lnTo>
                    <a:pt x="210" y="74"/>
                  </a:lnTo>
                  <a:lnTo>
                    <a:pt x="212" y="74"/>
                  </a:lnTo>
                  <a:lnTo>
                    <a:pt x="213" y="76"/>
                  </a:lnTo>
                  <a:lnTo>
                    <a:pt x="213" y="74"/>
                  </a:lnTo>
                  <a:lnTo>
                    <a:pt x="215" y="74"/>
                  </a:lnTo>
                  <a:lnTo>
                    <a:pt x="219" y="72"/>
                  </a:lnTo>
                  <a:lnTo>
                    <a:pt x="221" y="74"/>
                  </a:lnTo>
                  <a:lnTo>
                    <a:pt x="221" y="74"/>
                  </a:lnTo>
                  <a:lnTo>
                    <a:pt x="219" y="76"/>
                  </a:lnTo>
                  <a:lnTo>
                    <a:pt x="219" y="78"/>
                  </a:lnTo>
                  <a:lnTo>
                    <a:pt x="219" y="78"/>
                  </a:lnTo>
                  <a:lnTo>
                    <a:pt x="219" y="78"/>
                  </a:lnTo>
                  <a:lnTo>
                    <a:pt x="219" y="78"/>
                  </a:lnTo>
                  <a:lnTo>
                    <a:pt x="221" y="80"/>
                  </a:lnTo>
                  <a:lnTo>
                    <a:pt x="221" y="80"/>
                  </a:lnTo>
                  <a:lnTo>
                    <a:pt x="223" y="80"/>
                  </a:lnTo>
                  <a:lnTo>
                    <a:pt x="223" y="82"/>
                  </a:lnTo>
                  <a:lnTo>
                    <a:pt x="227" y="84"/>
                  </a:lnTo>
                  <a:lnTo>
                    <a:pt x="227" y="85"/>
                  </a:lnTo>
                  <a:lnTo>
                    <a:pt x="227" y="85"/>
                  </a:lnTo>
                  <a:lnTo>
                    <a:pt x="227" y="85"/>
                  </a:lnTo>
                  <a:lnTo>
                    <a:pt x="227" y="85"/>
                  </a:lnTo>
                  <a:lnTo>
                    <a:pt x="225" y="87"/>
                  </a:lnTo>
                  <a:lnTo>
                    <a:pt x="225" y="87"/>
                  </a:lnTo>
                  <a:lnTo>
                    <a:pt x="225" y="87"/>
                  </a:lnTo>
                  <a:lnTo>
                    <a:pt x="225" y="89"/>
                  </a:lnTo>
                  <a:lnTo>
                    <a:pt x="225" y="89"/>
                  </a:lnTo>
                  <a:lnTo>
                    <a:pt x="227" y="89"/>
                  </a:lnTo>
                  <a:lnTo>
                    <a:pt x="229" y="91"/>
                  </a:lnTo>
                  <a:lnTo>
                    <a:pt x="229" y="91"/>
                  </a:lnTo>
                  <a:lnTo>
                    <a:pt x="229" y="93"/>
                  </a:lnTo>
                  <a:lnTo>
                    <a:pt x="229" y="93"/>
                  </a:lnTo>
                  <a:lnTo>
                    <a:pt x="229" y="95"/>
                  </a:lnTo>
                  <a:lnTo>
                    <a:pt x="229" y="95"/>
                  </a:lnTo>
                  <a:lnTo>
                    <a:pt x="229" y="95"/>
                  </a:lnTo>
                  <a:lnTo>
                    <a:pt x="229" y="95"/>
                  </a:lnTo>
                  <a:lnTo>
                    <a:pt x="227" y="95"/>
                  </a:lnTo>
                  <a:lnTo>
                    <a:pt x="225" y="95"/>
                  </a:lnTo>
                  <a:lnTo>
                    <a:pt x="225" y="97"/>
                  </a:lnTo>
                  <a:lnTo>
                    <a:pt x="221" y="99"/>
                  </a:lnTo>
                  <a:lnTo>
                    <a:pt x="221" y="99"/>
                  </a:lnTo>
                  <a:lnTo>
                    <a:pt x="217" y="101"/>
                  </a:lnTo>
                  <a:lnTo>
                    <a:pt x="217" y="101"/>
                  </a:lnTo>
                  <a:lnTo>
                    <a:pt x="215" y="103"/>
                  </a:lnTo>
                  <a:lnTo>
                    <a:pt x="212" y="106"/>
                  </a:lnTo>
                  <a:lnTo>
                    <a:pt x="210" y="108"/>
                  </a:lnTo>
                  <a:lnTo>
                    <a:pt x="210" y="110"/>
                  </a:lnTo>
                  <a:lnTo>
                    <a:pt x="208" y="110"/>
                  </a:lnTo>
                  <a:lnTo>
                    <a:pt x="206" y="112"/>
                  </a:lnTo>
                  <a:lnTo>
                    <a:pt x="206" y="112"/>
                  </a:lnTo>
                  <a:lnTo>
                    <a:pt x="202" y="114"/>
                  </a:lnTo>
                  <a:lnTo>
                    <a:pt x="202" y="114"/>
                  </a:lnTo>
                  <a:lnTo>
                    <a:pt x="202" y="114"/>
                  </a:lnTo>
                  <a:lnTo>
                    <a:pt x="200" y="114"/>
                  </a:lnTo>
                  <a:lnTo>
                    <a:pt x="200" y="114"/>
                  </a:lnTo>
                  <a:lnTo>
                    <a:pt x="200" y="114"/>
                  </a:lnTo>
                  <a:lnTo>
                    <a:pt x="198" y="116"/>
                  </a:lnTo>
                  <a:lnTo>
                    <a:pt x="196" y="120"/>
                  </a:lnTo>
                  <a:lnTo>
                    <a:pt x="189" y="125"/>
                  </a:lnTo>
                  <a:lnTo>
                    <a:pt x="187" y="127"/>
                  </a:lnTo>
                  <a:lnTo>
                    <a:pt x="185" y="129"/>
                  </a:lnTo>
                  <a:lnTo>
                    <a:pt x="185" y="129"/>
                  </a:lnTo>
                  <a:lnTo>
                    <a:pt x="185" y="129"/>
                  </a:lnTo>
                  <a:lnTo>
                    <a:pt x="185" y="129"/>
                  </a:lnTo>
                  <a:lnTo>
                    <a:pt x="185" y="131"/>
                  </a:lnTo>
                  <a:lnTo>
                    <a:pt x="185" y="131"/>
                  </a:lnTo>
                  <a:lnTo>
                    <a:pt x="185" y="133"/>
                  </a:lnTo>
                  <a:lnTo>
                    <a:pt x="185" y="137"/>
                  </a:lnTo>
                  <a:lnTo>
                    <a:pt x="185" y="137"/>
                  </a:lnTo>
                  <a:lnTo>
                    <a:pt x="185" y="137"/>
                  </a:lnTo>
                  <a:lnTo>
                    <a:pt x="183" y="137"/>
                  </a:lnTo>
                  <a:lnTo>
                    <a:pt x="183" y="137"/>
                  </a:lnTo>
                  <a:lnTo>
                    <a:pt x="181" y="139"/>
                  </a:lnTo>
                  <a:lnTo>
                    <a:pt x="181" y="139"/>
                  </a:lnTo>
                  <a:lnTo>
                    <a:pt x="181" y="139"/>
                  </a:lnTo>
                  <a:lnTo>
                    <a:pt x="181" y="139"/>
                  </a:lnTo>
                  <a:lnTo>
                    <a:pt x="183" y="141"/>
                  </a:lnTo>
                  <a:lnTo>
                    <a:pt x="183" y="141"/>
                  </a:lnTo>
                  <a:lnTo>
                    <a:pt x="183" y="141"/>
                  </a:lnTo>
                  <a:lnTo>
                    <a:pt x="183" y="141"/>
                  </a:lnTo>
                  <a:lnTo>
                    <a:pt x="183" y="143"/>
                  </a:lnTo>
                  <a:lnTo>
                    <a:pt x="183" y="143"/>
                  </a:lnTo>
                  <a:lnTo>
                    <a:pt x="185" y="144"/>
                  </a:lnTo>
                  <a:lnTo>
                    <a:pt x="189" y="144"/>
                  </a:lnTo>
                  <a:lnTo>
                    <a:pt x="189" y="146"/>
                  </a:lnTo>
                  <a:lnTo>
                    <a:pt x="191" y="148"/>
                  </a:lnTo>
                  <a:lnTo>
                    <a:pt x="191" y="148"/>
                  </a:lnTo>
                  <a:lnTo>
                    <a:pt x="191" y="148"/>
                  </a:lnTo>
                  <a:lnTo>
                    <a:pt x="191" y="150"/>
                  </a:lnTo>
                  <a:lnTo>
                    <a:pt x="193" y="152"/>
                  </a:lnTo>
                  <a:lnTo>
                    <a:pt x="193" y="152"/>
                  </a:lnTo>
                  <a:lnTo>
                    <a:pt x="193" y="154"/>
                  </a:lnTo>
                  <a:lnTo>
                    <a:pt x="194" y="156"/>
                  </a:lnTo>
                  <a:lnTo>
                    <a:pt x="196" y="156"/>
                  </a:lnTo>
                  <a:lnTo>
                    <a:pt x="202" y="160"/>
                  </a:lnTo>
                  <a:lnTo>
                    <a:pt x="204" y="162"/>
                  </a:lnTo>
                  <a:lnTo>
                    <a:pt x="206" y="163"/>
                  </a:lnTo>
                  <a:lnTo>
                    <a:pt x="206" y="163"/>
                  </a:lnTo>
                  <a:lnTo>
                    <a:pt x="206" y="165"/>
                  </a:lnTo>
                  <a:lnTo>
                    <a:pt x="206" y="167"/>
                  </a:lnTo>
                  <a:lnTo>
                    <a:pt x="206" y="169"/>
                  </a:lnTo>
                  <a:lnTo>
                    <a:pt x="206" y="169"/>
                  </a:lnTo>
                  <a:lnTo>
                    <a:pt x="206" y="173"/>
                  </a:lnTo>
                  <a:lnTo>
                    <a:pt x="206" y="175"/>
                  </a:lnTo>
                  <a:lnTo>
                    <a:pt x="206" y="177"/>
                  </a:lnTo>
                  <a:lnTo>
                    <a:pt x="206" y="177"/>
                  </a:lnTo>
                  <a:lnTo>
                    <a:pt x="206" y="177"/>
                  </a:lnTo>
                  <a:lnTo>
                    <a:pt x="208" y="177"/>
                  </a:lnTo>
                  <a:lnTo>
                    <a:pt x="208" y="179"/>
                  </a:lnTo>
                  <a:lnTo>
                    <a:pt x="208" y="179"/>
                  </a:lnTo>
                  <a:lnTo>
                    <a:pt x="208" y="181"/>
                  </a:lnTo>
                  <a:lnTo>
                    <a:pt x="208" y="182"/>
                  </a:lnTo>
                  <a:lnTo>
                    <a:pt x="202" y="181"/>
                  </a:lnTo>
                  <a:lnTo>
                    <a:pt x="200" y="181"/>
                  </a:lnTo>
                  <a:lnTo>
                    <a:pt x="200" y="179"/>
                  </a:lnTo>
                  <a:lnTo>
                    <a:pt x="200" y="179"/>
                  </a:lnTo>
                  <a:lnTo>
                    <a:pt x="198" y="179"/>
                  </a:lnTo>
                  <a:lnTo>
                    <a:pt x="198" y="177"/>
                  </a:lnTo>
                  <a:lnTo>
                    <a:pt x="196" y="179"/>
                  </a:lnTo>
                  <a:lnTo>
                    <a:pt x="194" y="179"/>
                  </a:lnTo>
                  <a:lnTo>
                    <a:pt x="191" y="181"/>
                  </a:lnTo>
                  <a:lnTo>
                    <a:pt x="191" y="181"/>
                  </a:lnTo>
                  <a:lnTo>
                    <a:pt x="191" y="181"/>
                  </a:lnTo>
                  <a:lnTo>
                    <a:pt x="191" y="181"/>
                  </a:lnTo>
                  <a:lnTo>
                    <a:pt x="191" y="181"/>
                  </a:lnTo>
                  <a:lnTo>
                    <a:pt x="189" y="182"/>
                  </a:lnTo>
                  <a:lnTo>
                    <a:pt x="189" y="182"/>
                  </a:lnTo>
                  <a:lnTo>
                    <a:pt x="187" y="184"/>
                  </a:lnTo>
                  <a:lnTo>
                    <a:pt x="185" y="184"/>
                  </a:lnTo>
                  <a:lnTo>
                    <a:pt x="181" y="186"/>
                  </a:lnTo>
                  <a:lnTo>
                    <a:pt x="179" y="186"/>
                  </a:lnTo>
                  <a:lnTo>
                    <a:pt x="179" y="188"/>
                  </a:lnTo>
                  <a:lnTo>
                    <a:pt x="179" y="188"/>
                  </a:lnTo>
                  <a:lnTo>
                    <a:pt x="179" y="188"/>
                  </a:lnTo>
                  <a:lnTo>
                    <a:pt x="179" y="188"/>
                  </a:lnTo>
                  <a:lnTo>
                    <a:pt x="179" y="188"/>
                  </a:lnTo>
                  <a:lnTo>
                    <a:pt x="179" y="190"/>
                  </a:lnTo>
                  <a:lnTo>
                    <a:pt x="177" y="190"/>
                  </a:lnTo>
                  <a:lnTo>
                    <a:pt x="177" y="190"/>
                  </a:lnTo>
                  <a:lnTo>
                    <a:pt x="177" y="190"/>
                  </a:lnTo>
                  <a:lnTo>
                    <a:pt x="177" y="192"/>
                  </a:lnTo>
                  <a:lnTo>
                    <a:pt x="179" y="192"/>
                  </a:lnTo>
                  <a:lnTo>
                    <a:pt x="179" y="192"/>
                  </a:lnTo>
                  <a:lnTo>
                    <a:pt x="179" y="192"/>
                  </a:lnTo>
                  <a:lnTo>
                    <a:pt x="179" y="192"/>
                  </a:lnTo>
                  <a:lnTo>
                    <a:pt x="181" y="194"/>
                  </a:lnTo>
                  <a:lnTo>
                    <a:pt x="181" y="194"/>
                  </a:lnTo>
                  <a:lnTo>
                    <a:pt x="181" y="194"/>
                  </a:lnTo>
                  <a:lnTo>
                    <a:pt x="181" y="194"/>
                  </a:lnTo>
                  <a:lnTo>
                    <a:pt x="181" y="194"/>
                  </a:lnTo>
                  <a:lnTo>
                    <a:pt x="181" y="194"/>
                  </a:lnTo>
                  <a:lnTo>
                    <a:pt x="183" y="194"/>
                  </a:lnTo>
                  <a:lnTo>
                    <a:pt x="183" y="194"/>
                  </a:lnTo>
                  <a:lnTo>
                    <a:pt x="183" y="194"/>
                  </a:lnTo>
                  <a:lnTo>
                    <a:pt x="183" y="196"/>
                  </a:lnTo>
                  <a:lnTo>
                    <a:pt x="185" y="196"/>
                  </a:lnTo>
                  <a:lnTo>
                    <a:pt x="185" y="198"/>
                  </a:lnTo>
                  <a:lnTo>
                    <a:pt x="185" y="200"/>
                  </a:lnTo>
                  <a:lnTo>
                    <a:pt x="185" y="201"/>
                  </a:lnTo>
                  <a:lnTo>
                    <a:pt x="187" y="201"/>
                  </a:lnTo>
                  <a:lnTo>
                    <a:pt x="187" y="203"/>
                  </a:lnTo>
                  <a:lnTo>
                    <a:pt x="185" y="207"/>
                  </a:lnTo>
                  <a:lnTo>
                    <a:pt x="181" y="209"/>
                  </a:lnTo>
                  <a:lnTo>
                    <a:pt x="181" y="211"/>
                  </a:lnTo>
                  <a:lnTo>
                    <a:pt x="181" y="213"/>
                  </a:lnTo>
                  <a:lnTo>
                    <a:pt x="181" y="213"/>
                  </a:lnTo>
                  <a:lnTo>
                    <a:pt x="179" y="215"/>
                  </a:lnTo>
                  <a:lnTo>
                    <a:pt x="179" y="215"/>
                  </a:lnTo>
                  <a:lnTo>
                    <a:pt x="181" y="217"/>
                  </a:lnTo>
                  <a:lnTo>
                    <a:pt x="181" y="219"/>
                  </a:lnTo>
                  <a:lnTo>
                    <a:pt x="181" y="220"/>
                  </a:lnTo>
                  <a:lnTo>
                    <a:pt x="181" y="220"/>
                  </a:lnTo>
                  <a:lnTo>
                    <a:pt x="181" y="222"/>
                  </a:lnTo>
                  <a:lnTo>
                    <a:pt x="181" y="222"/>
                  </a:lnTo>
                  <a:lnTo>
                    <a:pt x="181" y="222"/>
                  </a:lnTo>
                  <a:lnTo>
                    <a:pt x="183" y="222"/>
                  </a:lnTo>
                  <a:lnTo>
                    <a:pt x="183" y="222"/>
                  </a:lnTo>
                  <a:lnTo>
                    <a:pt x="187" y="226"/>
                  </a:lnTo>
                  <a:lnTo>
                    <a:pt x="187" y="228"/>
                  </a:lnTo>
                  <a:lnTo>
                    <a:pt x="187" y="228"/>
                  </a:lnTo>
                  <a:lnTo>
                    <a:pt x="189" y="230"/>
                  </a:lnTo>
                  <a:lnTo>
                    <a:pt x="191" y="238"/>
                  </a:lnTo>
                  <a:lnTo>
                    <a:pt x="191" y="240"/>
                  </a:lnTo>
                  <a:lnTo>
                    <a:pt x="191" y="243"/>
                  </a:lnTo>
                  <a:lnTo>
                    <a:pt x="191" y="243"/>
                  </a:lnTo>
                  <a:lnTo>
                    <a:pt x="189" y="245"/>
                  </a:lnTo>
                  <a:lnTo>
                    <a:pt x="189" y="247"/>
                  </a:lnTo>
                  <a:lnTo>
                    <a:pt x="189" y="253"/>
                  </a:lnTo>
                  <a:lnTo>
                    <a:pt x="189" y="253"/>
                  </a:lnTo>
                  <a:lnTo>
                    <a:pt x="189" y="253"/>
                  </a:lnTo>
                  <a:lnTo>
                    <a:pt x="187" y="253"/>
                  </a:lnTo>
                  <a:lnTo>
                    <a:pt x="187" y="253"/>
                  </a:lnTo>
                  <a:lnTo>
                    <a:pt x="185" y="253"/>
                  </a:lnTo>
                  <a:lnTo>
                    <a:pt x="185" y="253"/>
                  </a:lnTo>
                  <a:lnTo>
                    <a:pt x="185" y="253"/>
                  </a:lnTo>
                  <a:lnTo>
                    <a:pt x="185" y="253"/>
                  </a:lnTo>
                  <a:lnTo>
                    <a:pt x="185" y="255"/>
                  </a:lnTo>
                  <a:lnTo>
                    <a:pt x="185" y="255"/>
                  </a:lnTo>
                  <a:lnTo>
                    <a:pt x="185" y="255"/>
                  </a:lnTo>
                  <a:lnTo>
                    <a:pt x="185" y="257"/>
                  </a:lnTo>
                  <a:lnTo>
                    <a:pt x="189" y="257"/>
                  </a:lnTo>
                  <a:lnTo>
                    <a:pt x="189" y="257"/>
                  </a:lnTo>
                  <a:lnTo>
                    <a:pt x="189" y="257"/>
                  </a:lnTo>
                  <a:lnTo>
                    <a:pt x="189" y="259"/>
                  </a:lnTo>
                  <a:lnTo>
                    <a:pt x="191" y="259"/>
                  </a:lnTo>
                  <a:lnTo>
                    <a:pt x="191" y="260"/>
                  </a:lnTo>
                  <a:lnTo>
                    <a:pt x="191" y="262"/>
                  </a:lnTo>
                  <a:lnTo>
                    <a:pt x="191" y="262"/>
                  </a:lnTo>
                  <a:lnTo>
                    <a:pt x="191" y="264"/>
                  </a:lnTo>
                  <a:lnTo>
                    <a:pt x="191" y="264"/>
                  </a:lnTo>
                  <a:lnTo>
                    <a:pt x="193" y="264"/>
                  </a:lnTo>
                  <a:lnTo>
                    <a:pt x="193" y="266"/>
                  </a:lnTo>
                  <a:lnTo>
                    <a:pt x="191" y="266"/>
                  </a:lnTo>
                  <a:lnTo>
                    <a:pt x="191" y="268"/>
                  </a:lnTo>
                  <a:lnTo>
                    <a:pt x="191" y="268"/>
                  </a:lnTo>
                  <a:lnTo>
                    <a:pt x="189" y="268"/>
                  </a:lnTo>
                  <a:lnTo>
                    <a:pt x="191" y="270"/>
                  </a:lnTo>
                  <a:lnTo>
                    <a:pt x="191" y="270"/>
                  </a:lnTo>
                  <a:lnTo>
                    <a:pt x="191" y="270"/>
                  </a:lnTo>
                  <a:lnTo>
                    <a:pt x="193" y="270"/>
                  </a:lnTo>
                  <a:lnTo>
                    <a:pt x="193" y="272"/>
                  </a:lnTo>
                  <a:lnTo>
                    <a:pt x="191" y="272"/>
                  </a:lnTo>
                  <a:lnTo>
                    <a:pt x="191" y="274"/>
                  </a:lnTo>
                  <a:lnTo>
                    <a:pt x="189" y="274"/>
                  </a:lnTo>
                  <a:lnTo>
                    <a:pt x="187" y="274"/>
                  </a:lnTo>
                  <a:lnTo>
                    <a:pt x="187" y="274"/>
                  </a:lnTo>
                  <a:lnTo>
                    <a:pt x="185" y="274"/>
                  </a:lnTo>
                  <a:lnTo>
                    <a:pt x="185" y="274"/>
                  </a:lnTo>
                  <a:lnTo>
                    <a:pt x="183" y="274"/>
                  </a:lnTo>
                  <a:lnTo>
                    <a:pt x="183" y="272"/>
                  </a:lnTo>
                  <a:lnTo>
                    <a:pt x="181" y="272"/>
                  </a:lnTo>
                  <a:lnTo>
                    <a:pt x="179" y="272"/>
                  </a:lnTo>
                  <a:lnTo>
                    <a:pt x="179" y="272"/>
                  </a:lnTo>
                  <a:lnTo>
                    <a:pt x="179" y="274"/>
                  </a:lnTo>
                  <a:lnTo>
                    <a:pt x="179" y="274"/>
                  </a:lnTo>
                  <a:lnTo>
                    <a:pt x="179" y="274"/>
                  </a:lnTo>
                  <a:lnTo>
                    <a:pt x="181" y="274"/>
                  </a:lnTo>
                  <a:lnTo>
                    <a:pt x="181" y="276"/>
                  </a:lnTo>
                  <a:lnTo>
                    <a:pt x="181" y="276"/>
                  </a:lnTo>
                  <a:lnTo>
                    <a:pt x="183" y="276"/>
                  </a:lnTo>
                  <a:lnTo>
                    <a:pt x="181" y="279"/>
                  </a:lnTo>
                  <a:lnTo>
                    <a:pt x="181" y="279"/>
                  </a:lnTo>
                  <a:lnTo>
                    <a:pt x="183" y="281"/>
                  </a:lnTo>
                  <a:lnTo>
                    <a:pt x="183" y="281"/>
                  </a:lnTo>
                  <a:lnTo>
                    <a:pt x="183" y="281"/>
                  </a:lnTo>
                  <a:lnTo>
                    <a:pt x="183" y="283"/>
                  </a:lnTo>
                  <a:lnTo>
                    <a:pt x="183" y="283"/>
                  </a:lnTo>
                  <a:lnTo>
                    <a:pt x="181" y="285"/>
                  </a:lnTo>
                  <a:lnTo>
                    <a:pt x="181" y="285"/>
                  </a:lnTo>
                  <a:lnTo>
                    <a:pt x="181" y="285"/>
                  </a:lnTo>
                  <a:lnTo>
                    <a:pt x="181" y="287"/>
                  </a:lnTo>
                  <a:lnTo>
                    <a:pt x="181" y="287"/>
                  </a:lnTo>
                  <a:lnTo>
                    <a:pt x="181" y="289"/>
                  </a:lnTo>
                  <a:lnTo>
                    <a:pt x="181" y="291"/>
                  </a:lnTo>
                  <a:lnTo>
                    <a:pt x="177" y="298"/>
                  </a:lnTo>
                  <a:lnTo>
                    <a:pt x="175" y="300"/>
                  </a:lnTo>
                  <a:lnTo>
                    <a:pt x="173" y="302"/>
                  </a:lnTo>
                  <a:lnTo>
                    <a:pt x="170" y="304"/>
                  </a:lnTo>
                  <a:lnTo>
                    <a:pt x="170" y="304"/>
                  </a:lnTo>
                  <a:lnTo>
                    <a:pt x="168" y="306"/>
                  </a:lnTo>
                  <a:lnTo>
                    <a:pt x="166" y="306"/>
                  </a:lnTo>
                  <a:lnTo>
                    <a:pt x="166" y="308"/>
                  </a:lnTo>
                  <a:lnTo>
                    <a:pt x="166" y="308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8" y="310"/>
                  </a:lnTo>
                  <a:lnTo>
                    <a:pt x="168" y="310"/>
                  </a:lnTo>
                  <a:lnTo>
                    <a:pt x="168" y="310"/>
                  </a:lnTo>
                  <a:lnTo>
                    <a:pt x="170" y="310"/>
                  </a:lnTo>
                  <a:lnTo>
                    <a:pt x="170" y="310"/>
                  </a:lnTo>
                  <a:lnTo>
                    <a:pt x="170" y="312"/>
                  </a:lnTo>
                  <a:lnTo>
                    <a:pt x="170" y="314"/>
                  </a:lnTo>
                  <a:lnTo>
                    <a:pt x="170" y="316"/>
                  </a:lnTo>
                  <a:lnTo>
                    <a:pt x="168" y="316"/>
                  </a:lnTo>
                  <a:lnTo>
                    <a:pt x="166" y="314"/>
                  </a:lnTo>
                  <a:lnTo>
                    <a:pt x="164" y="316"/>
                  </a:lnTo>
                  <a:lnTo>
                    <a:pt x="164" y="316"/>
                  </a:lnTo>
                  <a:lnTo>
                    <a:pt x="164" y="317"/>
                  </a:lnTo>
                  <a:lnTo>
                    <a:pt x="162" y="319"/>
                  </a:lnTo>
                  <a:lnTo>
                    <a:pt x="162" y="321"/>
                  </a:lnTo>
                  <a:lnTo>
                    <a:pt x="162" y="321"/>
                  </a:lnTo>
                  <a:lnTo>
                    <a:pt x="160" y="321"/>
                  </a:lnTo>
                  <a:lnTo>
                    <a:pt x="158" y="319"/>
                  </a:lnTo>
                  <a:lnTo>
                    <a:pt x="156" y="319"/>
                  </a:lnTo>
                  <a:lnTo>
                    <a:pt x="156" y="319"/>
                  </a:lnTo>
                  <a:lnTo>
                    <a:pt x="154" y="319"/>
                  </a:lnTo>
                  <a:lnTo>
                    <a:pt x="154" y="319"/>
                  </a:lnTo>
                  <a:lnTo>
                    <a:pt x="154" y="321"/>
                  </a:lnTo>
                  <a:lnTo>
                    <a:pt x="154" y="323"/>
                  </a:lnTo>
                  <a:lnTo>
                    <a:pt x="154" y="325"/>
                  </a:lnTo>
                  <a:lnTo>
                    <a:pt x="154" y="327"/>
                  </a:lnTo>
                  <a:lnTo>
                    <a:pt x="154" y="329"/>
                  </a:lnTo>
                  <a:lnTo>
                    <a:pt x="154" y="329"/>
                  </a:lnTo>
                  <a:lnTo>
                    <a:pt x="153" y="329"/>
                  </a:lnTo>
                  <a:lnTo>
                    <a:pt x="151" y="331"/>
                  </a:lnTo>
                  <a:lnTo>
                    <a:pt x="151" y="331"/>
                  </a:lnTo>
                  <a:lnTo>
                    <a:pt x="147" y="331"/>
                  </a:lnTo>
                  <a:lnTo>
                    <a:pt x="145" y="331"/>
                  </a:lnTo>
                  <a:lnTo>
                    <a:pt x="141" y="333"/>
                  </a:lnTo>
                  <a:lnTo>
                    <a:pt x="139" y="333"/>
                  </a:lnTo>
                  <a:lnTo>
                    <a:pt x="139" y="333"/>
                  </a:lnTo>
                  <a:lnTo>
                    <a:pt x="139" y="331"/>
                  </a:lnTo>
                  <a:lnTo>
                    <a:pt x="139" y="329"/>
                  </a:lnTo>
                  <a:lnTo>
                    <a:pt x="139" y="329"/>
                  </a:lnTo>
                  <a:lnTo>
                    <a:pt x="139" y="327"/>
                  </a:lnTo>
                  <a:lnTo>
                    <a:pt x="137" y="327"/>
                  </a:lnTo>
                  <a:lnTo>
                    <a:pt x="137" y="327"/>
                  </a:lnTo>
                  <a:lnTo>
                    <a:pt x="133" y="329"/>
                  </a:lnTo>
                  <a:lnTo>
                    <a:pt x="132" y="329"/>
                  </a:lnTo>
                  <a:lnTo>
                    <a:pt x="130" y="329"/>
                  </a:lnTo>
                  <a:lnTo>
                    <a:pt x="130" y="331"/>
                  </a:lnTo>
                  <a:lnTo>
                    <a:pt x="130" y="331"/>
                  </a:lnTo>
                  <a:lnTo>
                    <a:pt x="132" y="333"/>
                  </a:lnTo>
                  <a:lnTo>
                    <a:pt x="132" y="333"/>
                  </a:lnTo>
                  <a:lnTo>
                    <a:pt x="132" y="333"/>
                  </a:lnTo>
                  <a:lnTo>
                    <a:pt x="132" y="335"/>
                  </a:lnTo>
                  <a:lnTo>
                    <a:pt x="133" y="335"/>
                  </a:lnTo>
                  <a:lnTo>
                    <a:pt x="135" y="337"/>
                  </a:lnTo>
                  <a:lnTo>
                    <a:pt x="135" y="337"/>
                  </a:lnTo>
                  <a:lnTo>
                    <a:pt x="135" y="338"/>
                  </a:lnTo>
                  <a:lnTo>
                    <a:pt x="135" y="340"/>
                  </a:lnTo>
                  <a:lnTo>
                    <a:pt x="135" y="342"/>
                  </a:lnTo>
                  <a:lnTo>
                    <a:pt x="133" y="342"/>
                  </a:lnTo>
                  <a:lnTo>
                    <a:pt x="133" y="342"/>
                  </a:lnTo>
                  <a:lnTo>
                    <a:pt x="132" y="342"/>
                  </a:lnTo>
                  <a:lnTo>
                    <a:pt x="132" y="344"/>
                  </a:lnTo>
                  <a:lnTo>
                    <a:pt x="132" y="346"/>
                  </a:lnTo>
                  <a:lnTo>
                    <a:pt x="132" y="346"/>
                  </a:lnTo>
                  <a:lnTo>
                    <a:pt x="132" y="348"/>
                  </a:lnTo>
                  <a:lnTo>
                    <a:pt x="130" y="348"/>
                  </a:lnTo>
                  <a:lnTo>
                    <a:pt x="130" y="348"/>
                  </a:lnTo>
                  <a:lnTo>
                    <a:pt x="130" y="346"/>
                  </a:lnTo>
                  <a:lnTo>
                    <a:pt x="128" y="346"/>
                  </a:lnTo>
                  <a:lnTo>
                    <a:pt x="128" y="346"/>
                  </a:lnTo>
                  <a:lnTo>
                    <a:pt x="126" y="346"/>
                  </a:lnTo>
                  <a:lnTo>
                    <a:pt x="124" y="346"/>
                  </a:lnTo>
                  <a:lnTo>
                    <a:pt x="124" y="344"/>
                  </a:lnTo>
                  <a:lnTo>
                    <a:pt x="122" y="346"/>
                  </a:lnTo>
                  <a:lnTo>
                    <a:pt x="122" y="346"/>
                  </a:lnTo>
                  <a:lnTo>
                    <a:pt x="122" y="346"/>
                  </a:lnTo>
                  <a:lnTo>
                    <a:pt x="122" y="348"/>
                  </a:lnTo>
                  <a:lnTo>
                    <a:pt x="122" y="348"/>
                  </a:lnTo>
                  <a:lnTo>
                    <a:pt x="124" y="350"/>
                  </a:lnTo>
                  <a:lnTo>
                    <a:pt x="124" y="350"/>
                  </a:lnTo>
                  <a:lnTo>
                    <a:pt x="124" y="350"/>
                  </a:lnTo>
                  <a:lnTo>
                    <a:pt x="124" y="352"/>
                  </a:lnTo>
                  <a:lnTo>
                    <a:pt x="122" y="354"/>
                  </a:lnTo>
                  <a:lnTo>
                    <a:pt x="116" y="352"/>
                  </a:lnTo>
                  <a:lnTo>
                    <a:pt x="114" y="350"/>
                  </a:lnTo>
                  <a:lnTo>
                    <a:pt x="112" y="350"/>
                  </a:lnTo>
                  <a:lnTo>
                    <a:pt x="111" y="348"/>
                  </a:lnTo>
                  <a:lnTo>
                    <a:pt x="111" y="346"/>
                  </a:lnTo>
                  <a:lnTo>
                    <a:pt x="109" y="346"/>
                  </a:lnTo>
                  <a:lnTo>
                    <a:pt x="107" y="346"/>
                  </a:lnTo>
                  <a:lnTo>
                    <a:pt x="105" y="346"/>
                  </a:lnTo>
                  <a:lnTo>
                    <a:pt x="101" y="342"/>
                  </a:lnTo>
                  <a:lnTo>
                    <a:pt x="99" y="342"/>
                  </a:lnTo>
                  <a:lnTo>
                    <a:pt x="97" y="342"/>
                  </a:lnTo>
                  <a:lnTo>
                    <a:pt x="97" y="342"/>
                  </a:lnTo>
                  <a:lnTo>
                    <a:pt x="97" y="342"/>
                  </a:lnTo>
                  <a:lnTo>
                    <a:pt x="97" y="344"/>
                  </a:lnTo>
                  <a:lnTo>
                    <a:pt x="95" y="344"/>
                  </a:lnTo>
                  <a:lnTo>
                    <a:pt x="95" y="344"/>
                  </a:lnTo>
                  <a:lnTo>
                    <a:pt x="95" y="346"/>
                  </a:lnTo>
                  <a:lnTo>
                    <a:pt x="95" y="346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2" y="350"/>
                  </a:lnTo>
                  <a:lnTo>
                    <a:pt x="92" y="352"/>
                  </a:lnTo>
                  <a:lnTo>
                    <a:pt x="92" y="352"/>
                  </a:lnTo>
                  <a:lnTo>
                    <a:pt x="92" y="352"/>
                  </a:lnTo>
                  <a:lnTo>
                    <a:pt x="92" y="354"/>
                  </a:lnTo>
                  <a:lnTo>
                    <a:pt x="93" y="356"/>
                  </a:lnTo>
                  <a:lnTo>
                    <a:pt x="92" y="357"/>
                  </a:lnTo>
                  <a:lnTo>
                    <a:pt x="92" y="361"/>
                  </a:lnTo>
                  <a:lnTo>
                    <a:pt x="88" y="361"/>
                  </a:lnTo>
                  <a:lnTo>
                    <a:pt x="76" y="363"/>
                  </a:lnTo>
                  <a:lnTo>
                    <a:pt x="71" y="365"/>
                  </a:lnTo>
                  <a:lnTo>
                    <a:pt x="67" y="367"/>
                  </a:lnTo>
                  <a:lnTo>
                    <a:pt x="59" y="369"/>
                  </a:lnTo>
                  <a:lnTo>
                    <a:pt x="55" y="371"/>
                  </a:lnTo>
                  <a:lnTo>
                    <a:pt x="52" y="373"/>
                  </a:lnTo>
                  <a:lnTo>
                    <a:pt x="50" y="375"/>
                  </a:lnTo>
                  <a:lnTo>
                    <a:pt x="50" y="376"/>
                  </a:lnTo>
                  <a:lnTo>
                    <a:pt x="48" y="378"/>
                  </a:lnTo>
                  <a:lnTo>
                    <a:pt x="48" y="378"/>
                  </a:lnTo>
                  <a:lnTo>
                    <a:pt x="48" y="380"/>
                  </a:lnTo>
                  <a:lnTo>
                    <a:pt x="48" y="382"/>
                  </a:lnTo>
                  <a:lnTo>
                    <a:pt x="48" y="382"/>
                  </a:lnTo>
                  <a:lnTo>
                    <a:pt x="48" y="382"/>
                  </a:lnTo>
                  <a:lnTo>
                    <a:pt x="48" y="384"/>
                  </a:lnTo>
                  <a:lnTo>
                    <a:pt x="48" y="384"/>
                  </a:lnTo>
                  <a:lnTo>
                    <a:pt x="48" y="384"/>
                  </a:lnTo>
                  <a:lnTo>
                    <a:pt x="46" y="384"/>
                  </a:lnTo>
                  <a:lnTo>
                    <a:pt x="46" y="384"/>
                  </a:lnTo>
                  <a:lnTo>
                    <a:pt x="44" y="386"/>
                  </a:lnTo>
                  <a:lnTo>
                    <a:pt x="42" y="388"/>
                  </a:lnTo>
                  <a:lnTo>
                    <a:pt x="40" y="390"/>
                  </a:lnTo>
                  <a:lnTo>
                    <a:pt x="38" y="390"/>
                  </a:lnTo>
                  <a:lnTo>
                    <a:pt x="36" y="388"/>
                  </a:lnTo>
                  <a:lnTo>
                    <a:pt x="36" y="388"/>
                  </a:lnTo>
                  <a:lnTo>
                    <a:pt x="34" y="386"/>
                  </a:lnTo>
                  <a:lnTo>
                    <a:pt x="31" y="384"/>
                  </a:lnTo>
                  <a:lnTo>
                    <a:pt x="31" y="384"/>
                  </a:lnTo>
                  <a:lnTo>
                    <a:pt x="29" y="384"/>
                  </a:lnTo>
                  <a:lnTo>
                    <a:pt x="29" y="384"/>
                  </a:lnTo>
                  <a:lnTo>
                    <a:pt x="29" y="384"/>
                  </a:lnTo>
                  <a:lnTo>
                    <a:pt x="29" y="384"/>
                  </a:lnTo>
                  <a:lnTo>
                    <a:pt x="29" y="384"/>
                  </a:lnTo>
                  <a:lnTo>
                    <a:pt x="29" y="382"/>
                  </a:lnTo>
                  <a:lnTo>
                    <a:pt x="29" y="376"/>
                  </a:lnTo>
                  <a:lnTo>
                    <a:pt x="29" y="375"/>
                  </a:lnTo>
                  <a:lnTo>
                    <a:pt x="27" y="375"/>
                  </a:lnTo>
                  <a:lnTo>
                    <a:pt x="23" y="373"/>
                  </a:lnTo>
                  <a:lnTo>
                    <a:pt x="21" y="373"/>
                  </a:lnTo>
                  <a:lnTo>
                    <a:pt x="19" y="373"/>
                  </a:lnTo>
                  <a:lnTo>
                    <a:pt x="19" y="373"/>
                  </a:lnTo>
                  <a:lnTo>
                    <a:pt x="17" y="375"/>
                  </a:lnTo>
                  <a:lnTo>
                    <a:pt x="17" y="375"/>
                  </a:lnTo>
                  <a:lnTo>
                    <a:pt x="17" y="375"/>
                  </a:lnTo>
                  <a:lnTo>
                    <a:pt x="17" y="376"/>
                  </a:lnTo>
                  <a:lnTo>
                    <a:pt x="17" y="380"/>
                  </a:lnTo>
                  <a:lnTo>
                    <a:pt x="19" y="380"/>
                  </a:lnTo>
                  <a:lnTo>
                    <a:pt x="17" y="382"/>
                  </a:lnTo>
                  <a:lnTo>
                    <a:pt x="17" y="382"/>
                  </a:lnTo>
                  <a:lnTo>
                    <a:pt x="17" y="382"/>
                  </a:lnTo>
                  <a:lnTo>
                    <a:pt x="11" y="382"/>
                  </a:lnTo>
                  <a:lnTo>
                    <a:pt x="10" y="382"/>
                  </a:lnTo>
                  <a:lnTo>
                    <a:pt x="8" y="382"/>
                  </a:lnTo>
                  <a:lnTo>
                    <a:pt x="2" y="384"/>
                  </a:lnTo>
                  <a:lnTo>
                    <a:pt x="0" y="384"/>
                  </a:lnTo>
                  <a:lnTo>
                    <a:pt x="0" y="386"/>
                  </a:lnTo>
                  <a:lnTo>
                    <a:pt x="0" y="386"/>
                  </a:lnTo>
                  <a:lnTo>
                    <a:pt x="0" y="388"/>
                  </a:lnTo>
                  <a:lnTo>
                    <a:pt x="2" y="388"/>
                  </a:lnTo>
                  <a:lnTo>
                    <a:pt x="2" y="390"/>
                  </a:lnTo>
                  <a:lnTo>
                    <a:pt x="2" y="390"/>
                  </a:lnTo>
                  <a:lnTo>
                    <a:pt x="2" y="390"/>
                  </a:lnTo>
                  <a:lnTo>
                    <a:pt x="6" y="390"/>
                  </a:lnTo>
                  <a:lnTo>
                    <a:pt x="6" y="390"/>
                  </a:lnTo>
                  <a:lnTo>
                    <a:pt x="8" y="392"/>
                  </a:lnTo>
                  <a:lnTo>
                    <a:pt x="8" y="392"/>
                  </a:lnTo>
                  <a:lnTo>
                    <a:pt x="6" y="394"/>
                  </a:lnTo>
                  <a:lnTo>
                    <a:pt x="6" y="394"/>
                  </a:lnTo>
                  <a:lnTo>
                    <a:pt x="6" y="397"/>
                  </a:lnTo>
                  <a:lnTo>
                    <a:pt x="6" y="397"/>
                  </a:lnTo>
                  <a:lnTo>
                    <a:pt x="6" y="399"/>
                  </a:lnTo>
                  <a:lnTo>
                    <a:pt x="4" y="401"/>
                  </a:lnTo>
                  <a:lnTo>
                    <a:pt x="2" y="403"/>
                  </a:lnTo>
                  <a:lnTo>
                    <a:pt x="2" y="405"/>
                  </a:lnTo>
                  <a:lnTo>
                    <a:pt x="2" y="407"/>
                  </a:lnTo>
                  <a:lnTo>
                    <a:pt x="2" y="409"/>
                  </a:lnTo>
                  <a:lnTo>
                    <a:pt x="6" y="413"/>
                  </a:lnTo>
                  <a:lnTo>
                    <a:pt x="6" y="414"/>
                  </a:lnTo>
                  <a:lnTo>
                    <a:pt x="6" y="416"/>
                  </a:lnTo>
                  <a:lnTo>
                    <a:pt x="6" y="416"/>
                  </a:lnTo>
                  <a:lnTo>
                    <a:pt x="6" y="416"/>
                  </a:lnTo>
                  <a:lnTo>
                    <a:pt x="8" y="416"/>
                  </a:lnTo>
                  <a:lnTo>
                    <a:pt x="11" y="414"/>
                  </a:lnTo>
                  <a:lnTo>
                    <a:pt x="13" y="414"/>
                  </a:lnTo>
                  <a:lnTo>
                    <a:pt x="15" y="416"/>
                  </a:lnTo>
                  <a:lnTo>
                    <a:pt x="17" y="416"/>
                  </a:lnTo>
                  <a:lnTo>
                    <a:pt x="19" y="418"/>
                  </a:lnTo>
                  <a:lnTo>
                    <a:pt x="31" y="430"/>
                  </a:lnTo>
                  <a:lnTo>
                    <a:pt x="32" y="432"/>
                  </a:lnTo>
                  <a:lnTo>
                    <a:pt x="32" y="433"/>
                  </a:lnTo>
                  <a:lnTo>
                    <a:pt x="34" y="433"/>
                  </a:lnTo>
                  <a:lnTo>
                    <a:pt x="36" y="432"/>
                  </a:lnTo>
                  <a:lnTo>
                    <a:pt x="36" y="432"/>
                  </a:lnTo>
                  <a:lnTo>
                    <a:pt x="40" y="432"/>
                  </a:lnTo>
                  <a:lnTo>
                    <a:pt x="46" y="432"/>
                  </a:lnTo>
                  <a:lnTo>
                    <a:pt x="59" y="433"/>
                  </a:lnTo>
                  <a:lnTo>
                    <a:pt x="59" y="433"/>
                  </a:lnTo>
                  <a:lnTo>
                    <a:pt x="59" y="433"/>
                  </a:lnTo>
                  <a:lnTo>
                    <a:pt x="59" y="433"/>
                  </a:lnTo>
                  <a:lnTo>
                    <a:pt x="59" y="433"/>
                  </a:lnTo>
                  <a:lnTo>
                    <a:pt x="59" y="433"/>
                  </a:lnTo>
                  <a:lnTo>
                    <a:pt x="61" y="433"/>
                  </a:lnTo>
                  <a:lnTo>
                    <a:pt x="63" y="433"/>
                  </a:lnTo>
                  <a:lnTo>
                    <a:pt x="63" y="433"/>
                  </a:lnTo>
                  <a:lnTo>
                    <a:pt x="63" y="435"/>
                  </a:lnTo>
                  <a:lnTo>
                    <a:pt x="63" y="435"/>
                  </a:lnTo>
                  <a:lnTo>
                    <a:pt x="63" y="435"/>
                  </a:lnTo>
                  <a:lnTo>
                    <a:pt x="63" y="435"/>
                  </a:lnTo>
                  <a:lnTo>
                    <a:pt x="61" y="435"/>
                  </a:lnTo>
                  <a:lnTo>
                    <a:pt x="59" y="435"/>
                  </a:lnTo>
                  <a:lnTo>
                    <a:pt x="59" y="437"/>
                  </a:lnTo>
                  <a:lnTo>
                    <a:pt x="57" y="437"/>
                  </a:lnTo>
                  <a:lnTo>
                    <a:pt x="55" y="439"/>
                  </a:lnTo>
                  <a:lnTo>
                    <a:pt x="55" y="439"/>
                  </a:lnTo>
                  <a:lnTo>
                    <a:pt x="55" y="441"/>
                  </a:lnTo>
                  <a:lnTo>
                    <a:pt x="55" y="441"/>
                  </a:lnTo>
                  <a:lnTo>
                    <a:pt x="55" y="443"/>
                  </a:lnTo>
                  <a:lnTo>
                    <a:pt x="55" y="443"/>
                  </a:lnTo>
                  <a:lnTo>
                    <a:pt x="53" y="447"/>
                  </a:lnTo>
                  <a:lnTo>
                    <a:pt x="53" y="447"/>
                  </a:lnTo>
                  <a:lnTo>
                    <a:pt x="53" y="449"/>
                  </a:lnTo>
                  <a:lnTo>
                    <a:pt x="53" y="453"/>
                  </a:lnTo>
                  <a:lnTo>
                    <a:pt x="53" y="453"/>
                  </a:lnTo>
                  <a:lnTo>
                    <a:pt x="53" y="454"/>
                  </a:lnTo>
                  <a:lnTo>
                    <a:pt x="59" y="458"/>
                  </a:lnTo>
                  <a:lnTo>
                    <a:pt x="61" y="458"/>
                  </a:lnTo>
                  <a:lnTo>
                    <a:pt x="61" y="458"/>
                  </a:lnTo>
                  <a:lnTo>
                    <a:pt x="63" y="458"/>
                  </a:lnTo>
                  <a:lnTo>
                    <a:pt x="63" y="458"/>
                  </a:lnTo>
                  <a:lnTo>
                    <a:pt x="65" y="460"/>
                  </a:lnTo>
                  <a:lnTo>
                    <a:pt x="71" y="466"/>
                  </a:lnTo>
                  <a:lnTo>
                    <a:pt x="72" y="470"/>
                  </a:lnTo>
                  <a:lnTo>
                    <a:pt x="72" y="472"/>
                  </a:lnTo>
                  <a:lnTo>
                    <a:pt x="72" y="473"/>
                  </a:lnTo>
                  <a:lnTo>
                    <a:pt x="74" y="473"/>
                  </a:lnTo>
                  <a:lnTo>
                    <a:pt x="76" y="473"/>
                  </a:lnTo>
                  <a:lnTo>
                    <a:pt x="80" y="473"/>
                  </a:lnTo>
                  <a:lnTo>
                    <a:pt x="82" y="475"/>
                  </a:lnTo>
                  <a:lnTo>
                    <a:pt x="84" y="475"/>
                  </a:lnTo>
                  <a:lnTo>
                    <a:pt x="86" y="477"/>
                  </a:lnTo>
                  <a:lnTo>
                    <a:pt x="86" y="479"/>
                  </a:lnTo>
                  <a:lnTo>
                    <a:pt x="86" y="481"/>
                  </a:lnTo>
                  <a:lnTo>
                    <a:pt x="88" y="481"/>
                  </a:lnTo>
                  <a:lnTo>
                    <a:pt x="88" y="483"/>
                  </a:lnTo>
                  <a:lnTo>
                    <a:pt x="86" y="483"/>
                  </a:lnTo>
                  <a:lnTo>
                    <a:pt x="86" y="483"/>
                  </a:lnTo>
                  <a:lnTo>
                    <a:pt x="86" y="483"/>
                  </a:lnTo>
                  <a:lnTo>
                    <a:pt x="84" y="483"/>
                  </a:lnTo>
                  <a:lnTo>
                    <a:pt x="82" y="483"/>
                  </a:lnTo>
                  <a:lnTo>
                    <a:pt x="82" y="483"/>
                  </a:lnTo>
                  <a:lnTo>
                    <a:pt x="82" y="483"/>
                  </a:lnTo>
                  <a:lnTo>
                    <a:pt x="82" y="483"/>
                  </a:lnTo>
                  <a:lnTo>
                    <a:pt x="82" y="483"/>
                  </a:lnTo>
                  <a:lnTo>
                    <a:pt x="82" y="485"/>
                  </a:lnTo>
                  <a:lnTo>
                    <a:pt x="82" y="485"/>
                  </a:lnTo>
                  <a:lnTo>
                    <a:pt x="84" y="487"/>
                  </a:lnTo>
                  <a:lnTo>
                    <a:pt x="84" y="487"/>
                  </a:lnTo>
                  <a:lnTo>
                    <a:pt x="84" y="489"/>
                  </a:lnTo>
                  <a:lnTo>
                    <a:pt x="88" y="489"/>
                  </a:lnTo>
                  <a:lnTo>
                    <a:pt x="88" y="491"/>
                  </a:lnTo>
                  <a:lnTo>
                    <a:pt x="90" y="492"/>
                  </a:lnTo>
                  <a:lnTo>
                    <a:pt x="90" y="494"/>
                  </a:lnTo>
                  <a:lnTo>
                    <a:pt x="90" y="496"/>
                  </a:lnTo>
                  <a:lnTo>
                    <a:pt x="92" y="498"/>
                  </a:lnTo>
                  <a:lnTo>
                    <a:pt x="92" y="500"/>
                  </a:lnTo>
                  <a:lnTo>
                    <a:pt x="93" y="500"/>
                  </a:lnTo>
                  <a:lnTo>
                    <a:pt x="95" y="502"/>
                  </a:lnTo>
                  <a:lnTo>
                    <a:pt x="95" y="504"/>
                  </a:lnTo>
                  <a:lnTo>
                    <a:pt x="95" y="504"/>
                  </a:lnTo>
                  <a:lnTo>
                    <a:pt x="93" y="504"/>
                  </a:lnTo>
                  <a:lnTo>
                    <a:pt x="90" y="504"/>
                  </a:lnTo>
                  <a:lnTo>
                    <a:pt x="90" y="504"/>
                  </a:lnTo>
                  <a:lnTo>
                    <a:pt x="88" y="506"/>
                  </a:lnTo>
                  <a:lnTo>
                    <a:pt x="88" y="506"/>
                  </a:lnTo>
                  <a:lnTo>
                    <a:pt x="88" y="508"/>
                  </a:lnTo>
                  <a:lnTo>
                    <a:pt x="88" y="508"/>
                  </a:lnTo>
                  <a:lnTo>
                    <a:pt x="88" y="510"/>
                  </a:lnTo>
                  <a:lnTo>
                    <a:pt x="86" y="510"/>
                  </a:lnTo>
                  <a:lnTo>
                    <a:pt x="84" y="508"/>
                  </a:lnTo>
                  <a:lnTo>
                    <a:pt x="84" y="508"/>
                  </a:lnTo>
                  <a:lnTo>
                    <a:pt x="84" y="510"/>
                  </a:lnTo>
                  <a:lnTo>
                    <a:pt x="82" y="510"/>
                  </a:lnTo>
                  <a:lnTo>
                    <a:pt x="80" y="511"/>
                  </a:lnTo>
                  <a:lnTo>
                    <a:pt x="80" y="511"/>
                  </a:lnTo>
                  <a:lnTo>
                    <a:pt x="82" y="515"/>
                  </a:lnTo>
                  <a:lnTo>
                    <a:pt x="82" y="515"/>
                  </a:lnTo>
                  <a:lnTo>
                    <a:pt x="84" y="515"/>
                  </a:lnTo>
                  <a:lnTo>
                    <a:pt x="86" y="515"/>
                  </a:lnTo>
                  <a:lnTo>
                    <a:pt x="88" y="517"/>
                  </a:lnTo>
                  <a:lnTo>
                    <a:pt x="90" y="517"/>
                  </a:lnTo>
                  <a:lnTo>
                    <a:pt x="93" y="521"/>
                  </a:lnTo>
                  <a:lnTo>
                    <a:pt x="95" y="521"/>
                  </a:lnTo>
                  <a:lnTo>
                    <a:pt x="97" y="521"/>
                  </a:lnTo>
                  <a:lnTo>
                    <a:pt x="97" y="521"/>
                  </a:lnTo>
                  <a:lnTo>
                    <a:pt x="99" y="521"/>
                  </a:lnTo>
                  <a:lnTo>
                    <a:pt x="103" y="523"/>
                  </a:lnTo>
                  <a:lnTo>
                    <a:pt x="107" y="525"/>
                  </a:lnTo>
                  <a:lnTo>
                    <a:pt x="109" y="527"/>
                  </a:lnTo>
                  <a:lnTo>
                    <a:pt x="109" y="527"/>
                  </a:lnTo>
                  <a:lnTo>
                    <a:pt x="109" y="529"/>
                  </a:lnTo>
                  <a:lnTo>
                    <a:pt x="109" y="529"/>
                  </a:lnTo>
                  <a:lnTo>
                    <a:pt x="109" y="530"/>
                  </a:lnTo>
                  <a:lnTo>
                    <a:pt x="109" y="532"/>
                  </a:lnTo>
                  <a:lnTo>
                    <a:pt x="109" y="532"/>
                  </a:lnTo>
                  <a:lnTo>
                    <a:pt x="109" y="532"/>
                  </a:lnTo>
                  <a:lnTo>
                    <a:pt x="109" y="536"/>
                  </a:lnTo>
                  <a:lnTo>
                    <a:pt x="109" y="538"/>
                  </a:lnTo>
                  <a:lnTo>
                    <a:pt x="109" y="540"/>
                  </a:lnTo>
                  <a:lnTo>
                    <a:pt x="112" y="542"/>
                  </a:lnTo>
                  <a:lnTo>
                    <a:pt x="114" y="542"/>
                  </a:lnTo>
                  <a:lnTo>
                    <a:pt x="114" y="542"/>
                  </a:lnTo>
                  <a:lnTo>
                    <a:pt x="114" y="542"/>
                  </a:lnTo>
                  <a:lnTo>
                    <a:pt x="116" y="540"/>
                  </a:lnTo>
                  <a:lnTo>
                    <a:pt x="116" y="540"/>
                  </a:lnTo>
                  <a:lnTo>
                    <a:pt x="116" y="540"/>
                  </a:lnTo>
                  <a:lnTo>
                    <a:pt x="118" y="538"/>
                  </a:lnTo>
                  <a:lnTo>
                    <a:pt x="118" y="538"/>
                  </a:lnTo>
                  <a:lnTo>
                    <a:pt x="118" y="536"/>
                  </a:lnTo>
                  <a:lnTo>
                    <a:pt x="120" y="536"/>
                  </a:lnTo>
                  <a:lnTo>
                    <a:pt x="120" y="536"/>
                  </a:lnTo>
                  <a:lnTo>
                    <a:pt x="122" y="536"/>
                  </a:lnTo>
                  <a:lnTo>
                    <a:pt x="124" y="536"/>
                  </a:lnTo>
                  <a:lnTo>
                    <a:pt x="126" y="538"/>
                  </a:lnTo>
                  <a:lnTo>
                    <a:pt x="128" y="538"/>
                  </a:lnTo>
                  <a:lnTo>
                    <a:pt x="130" y="540"/>
                  </a:lnTo>
                  <a:lnTo>
                    <a:pt x="130" y="544"/>
                  </a:lnTo>
                  <a:lnTo>
                    <a:pt x="130" y="546"/>
                  </a:lnTo>
                  <a:lnTo>
                    <a:pt x="130" y="548"/>
                  </a:lnTo>
                  <a:lnTo>
                    <a:pt x="132" y="550"/>
                  </a:lnTo>
                  <a:lnTo>
                    <a:pt x="132" y="551"/>
                  </a:lnTo>
                  <a:lnTo>
                    <a:pt x="135" y="551"/>
                  </a:lnTo>
                  <a:lnTo>
                    <a:pt x="147" y="555"/>
                  </a:lnTo>
                  <a:lnTo>
                    <a:pt x="149" y="555"/>
                  </a:lnTo>
                  <a:lnTo>
                    <a:pt x="149" y="557"/>
                  </a:lnTo>
                  <a:lnTo>
                    <a:pt x="149" y="559"/>
                  </a:lnTo>
                  <a:lnTo>
                    <a:pt x="149" y="561"/>
                  </a:lnTo>
                  <a:lnTo>
                    <a:pt x="149" y="563"/>
                  </a:lnTo>
                  <a:lnTo>
                    <a:pt x="149" y="565"/>
                  </a:lnTo>
                  <a:lnTo>
                    <a:pt x="149" y="565"/>
                  </a:lnTo>
                  <a:lnTo>
                    <a:pt x="153" y="570"/>
                  </a:lnTo>
                  <a:lnTo>
                    <a:pt x="153" y="572"/>
                  </a:lnTo>
                  <a:lnTo>
                    <a:pt x="166" y="569"/>
                  </a:lnTo>
                  <a:lnTo>
                    <a:pt x="168" y="569"/>
                  </a:lnTo>
                  <a:lnTo>
                    <a:pt x="172" y="569"/>
                  </a:lnTo>
                  <a:lnTo>
                    <a:pt x="173" y="567"/>
                  </a:lnTo>
                  <a:lnTo>
                    <a:pt x="179" y="563"/>
                  </a:lnTo>
                  <a:lnTo>
                    <a:pt x="187" y="561"/>
                  </a:lnTo>
                  <a:lnTo>
                    <a:pt x="189" y="557"/>
                  </a:lnTo>
                  <a:lnTo>
                    <a:pt x="191" y="555"/>
                  </a:lnTo>
                  <a:lnTo>
                    <a:pt x="193" y="555"/>
                  </a:lnTo>
                  <a:lnTo>
                    <a:pt x="193" y="553"/>
                  </a:lnTo>
                  <a:lnTo>
                    <a:pt x="193" y="553"/>
                  </a:lnTo>
                  <a:lnTo>
                    <a:pt x="193" y="553"/>
                  </a:lnTo>
                  <a:lnTo>
                    <a:pt x="193" y="553"/>
                  </a:lnTo>
                  <a:lnTo>
                    <a:pt x="196" y="550"/>
                  </a:lnTo>
                  <a:lnTo>
                    <a:pt x="198" y="550"/>
                  </a:lnTo>
                  <a:lnTo>
                    <a:pt x="198" y="550"/>
                  </a:lnTo>
                  <a:lnTo>
                    <a:pt x="200" y="548"/>
                  </a:lnTo>
                  <a:lnTo>
                    <a:pt x="204" y="538"/>
                  </a:lnTo>
                  <a:lnTo>
                    <a:pt x="206" y="536"/>
                  </a:lnTo>
                  <a:lnTo>
                    <a:pt x="206" y="534"/>
                  </a:lnTo>
                  <a:lnTo>
                    <a:pt x="206" y="534"/>
                  </a:lnTo>
                  <a:lnTo>
                    <a:pt x="206" y="532"/>
                  </a:lnTo>
                  <a:lnTo>
                    <a:pt x="206" y="530"/>
                  </a:lnTo>
                  <a:lnTo>
                    <a:pt x="206" y="530"/>
                  </a:lnTo>
                  <a:lnTo>
                    <a:pt x="210" y="530"/>
                  </a:lnTo>
                  <a:lnTo>
                    <a:pt x="212" y="530"/>
                  </a:lnTo>
                  <a:lnTo>
                    <a:pt x="213" y="527"/>
                  </a:lnTo>
                  <a:lnTo>
                    <a:pt x="217" y="525"/>
                  </a:lnTo>
                  <a:lnTo>
                    <a:pt x="217" y="521"/>
                  </a:lnTo>
                  <a:lnTo>
                    <a:pt x="215" y="517"/>
                  </a:lnTo>
                  <a:lnTo>
                    <a:pt x="213" y="515"/>
                  </a:lnTo>
                  <a:lnTo>
                    <a:pt x="210" y="513"/>
                  </a:lnTo>
                  <a:lnTo>
                    <a:pt x="206" y="513"/>
                  </a:lnTo>
                  <a:lnTo>
                    <a:pt x="204" y="513"/>
                  </a:lnTo>
                  <a:lnTo>
                    <a:pt x="202" y="513"/>
                  </a:lnTo>
                  <a:lnTo>
                    <a:pt x="200" y="511"/>
                  </a:lnTo>
                  <a:lnTo>
                    <a:pt x="198" y="510"/>
                  </a:lnTo>
                  <a:lnTo>
                    <a:pt x="196" y="508"/>
                  </a:lnTo>
                  <a:lnTo>
                    <a:pt x="196" y="506"/>
                  </a:lnTo>
                  <a:lnTo>
                    <a:pt x="196" y="498"/>
                  </a:lnTo>
                  <a:lnTo>
                    <a:pt x="194" y="494"/>
                  </a:lnTo>
                  <a:lnTo>
                    <a:pt x="193" y="491"/>
                  </a:lnTo>
                  <a:lnTo>
                    <a:pt x="193" y="491"/>
                  </a:lnTo>
                  <a:lnTo>
                    <a:pt x="194" y="491"/>
                  </a:lnTo>
                  <a:lnTo>
                    <a:pt x="196" y="492"/>
                  </a:lnTo>
                  <a:lnTo>
                    <a:pt x="196" y="494"/>
                  </a:lnTo>
                  <a:lnTo>
                    <a:pt x="196" y="496"/>
                  </a:lnTo>
                  <a:lnTo>
                    <a:pt x="196" y="498"/>
                  </a:lnTo>
                  <a:lnTo>
                    <a:pt x="198" y="502"/>
                  </a:lnTo>
                  <a:lnTo>
                    <a:pt x="198" y="504"/>
                  </a:lnTo>
                  <a:lnTo>
                    <a:pt x="198" y="506"/>
                  </a:lnTo>
                  <a:lnTo>
                    <a:pt x="200" y="506"/>
                  </a:lnTo>
                  <a:lnTo>
                    <a:pt x="202" y="510"/>
                  </a:lnTo>
                  <a:lnTo>
                    <a:pt x="204" y="510"/>
                  </a:lnTo>
                  <a:lnTo>
                    <a:pt x="206" y="511"/>
                  </a:lnTo>
                  <a:lnTo>
                    <a:pt x="208" y="510"/>
                  </a:lnTo>
                  <a:lnTo>
                    <a:pt x="208" y="510"/>
                  </a:lnTo>
                  <a:lnTo>
                    <a:pt x="210" y="511"/>
                  </a:lnTo>
                  <a:lnTo>
                    <a:pt x="212" y="513"/>
                  </a:lnTo>
                  <a:lnTo>
                    <a:pt x="217" y="515"/>
                  </a:lnTo>
                  <a:lnTo>
                    <a:pt x="219" y="517"/>
                  </a:lnTo>
                  <a:lnTo>
                    <a:pt x="221" y="517"/>
                  </a:lnTo>
                  <a:lnTo>
                    <a:pt x="221" y="523"/>
                  </a:lnTo>
                  <a:lnTo>
                    <a:pt x="221" y="525"/>
                  </a:lnTo>
                  <a:lnTo>
                    <a:pt x="221" y="529"/>
                  </a:lnTo>
                  <a:lnTo>
                    <a:pt x="217" y="532"/>
                  </a:lnTo>
                  <a:lnTo>
                    <a:pt x="215" y="534"/>
                  </a:lnTo>
                  <a:lnTo>
                    <a:pt x="215" y="536"/>
                  </a:lnTo>
                  <a:lnTo>
                    <a:pt x="215" y="538"/>
                  </a:lnTo>
                  <a:lnTo>
                    <a:pt x="215" y="542"/>
                  </a:lnTo>
                  <a:lnTo>
                    <a:pt x="215" y="544"/>
                  </a:lnTo>
                  <a:lnTo>
                    <a:pt x="215" y="544"/>
                  </a:lnTo>
                  <a:lnTo>
                    <a:pt x="221" y="553"/>
                  </a:lnTo>
                  <a:lnTo>
                    <a:pt x="221" y="553"/>
                  </a:lnTo>
                  <a:lnTo>
                    <a:pt x="219" y="555"/>
                  </a:lnTo>
                  <a:lnTo>
                    <a:pt x="221" y="559"/>
                  </a:lnTo>
                  <a:lnTo>
                    <a:pt x="221" y="561"/>
                  </a:lnTo>
                  <a:lnTo>
                    <a:pt x="219" y="563"/>
                  </a:lnTo>
                  <a:lnTo>
                    <a:pt x="217" y="565"/>
                  </a:lnTo>
                  <a:lnTo>
                    <a:pt x="217" y="567"/>
                  </a:lnTo>
                  <a:lnTo>
                    <a:pt x="219" y="569"/>
                  </a:lnTo>
                  <a:lnTo>
                    <a:pt x="221" y="572"/>
                  </a:lnTo>
                  <a:lnTo>
                    <a:pt x="223" y="572"/>
                  </a:lnTo>
                  <a:lnTo>
                    <a:pt x="223" y="572"/>
                  </a:lnTo>
                  <a:lnTo>
                    <a:pt x="225" y="574"/>
                  </a:lnTo>
                  <a:lnTo>
                    <a:pt x="225" y="576"/>
                  </a:lnTo>
                  <a:lnTo>
                    <a:pt x="225" y="578"/>
                  </a:lnTo>
                  <a:lnTo>
                    <a:pt x="227" y="578"/>
                  </a:lnTo>
                  <a:lnTo>
                    <a:pt x="227" y="578"/>
                  </a:lnTo>
                  <a:lnTo>
                    <a:pt x="229" y="576"/>
                  </a:lnTo>
                  <a:lnTo>
                    <a:pt x="229" y="576"/>
                  </a:lnTo>
                  <a:lnTo>
                    <a:pt x="229" y="576"/>
                  </a:lnTo>
                  <a:lnTo>
                    <a:pt x="229" y="576"/>
                  </a:lnTo>
                  <a:lnTo>
                    <a:pt x="229" y="574"/>
                  </a:lnTo>
                  <a:lnTo>
                    <a:pt x="229" y="574"/>
                  </a:lnTo>
                  <a:lnTo>
                    <a:pt x="229" y="572"/>
                  </a:lnTo>
                  <a:lnTo>
                    <a:pt x="227" y="572"/>
                  </a:lnTo>
                  <a:lnTo>
                    <a:pt x="227" y="570"/>
                  </a:lnTo>
                  <a:lnTo>
                    <a:pt x="229" y="569"/>
                  </a:lnTo>
                  <a:lnTo>
                    <a:pt x="229" y="567"/>
                  </a:lnTo>
                  <a:lnTo>
                    <a:pt x="229" y="565"/>
                  </a:lnTo>
                  <a:lnTo>
                    <a:pt x="225" y="555"/>
                  </a:lnTo>
                  <a:lnTo>
                    <a:pt x="225" y="553"/>
                  </a:lnTo>
                  <a:lnTo>
                    <a:pt x="227" y="553"/>
                  </a:lnTo>
                  <a:lnTo>
                    <a:pt x="229" y="555"/>
                  </a:lnTo>
                  <a:lnTo>
                    <a:pt x="229" y="557"/>
                  </a:lnTo>
                  <a:lnTo>
                    <a:pt x="229" y="559"/>
                  </a:lnTo>
                  <a:lnTo>
                    <a:pt x="229" y="570"/>
                  </a:lnTo>
                  <a:lnTo>
                    <a:pt x="231" y="572"/>
                  </a:lnTo>
                  <a:lnTo>
                    <a:pt x="231" y="572"/>
                  </a:lnTo>
                  <a:lnTo>
                    <a:pt x="233" y="570"/>
                  </a:lnTo>
                  <a:lnTo>
                    <a:pt x="233" y="569"/>
                  </a:lnTo>
                  <a:lnTo>
                    <a:pt x="234" y="569"/>
                  </a:lnTo>
                  <a:lnTo>
                    <a:pt x="234" y="567"/>
                  </a:lnTo>
                  <a:lnTo>
                    <a:pt x="233" y="567"/>
                  </a:lnTo>
                  <a:lnTo>
                    <a:pt x="233" y="563"/>
                  </a:lnTo>
                  <a:lnTo>
                    <a:pt x="231" y="563"/>
                  </a:lnTo>
                  <a:lnTo>
                    <a:pt x="231" y="561"/>
                  </a:lnTo>
                  <a:lnTo>
                    <a:pt x="233" y="561"/>
                  </a:lnTo>
                  <a:lnTo>
                    <a:pt x="233" y="563"/>
                  </a:lnTo>
                  <a:lnTo>
                    <a:pt x="233" y="563"/>
                  </a:lnTo>
                  <a:lnTo>
                    <a:pt x="233" y="565"/>
                  </a:lnTo>
                  <a:lnTo>
                    <a:pt x="234" y="565"/>
                  </a:lnTo>
                  <a:lnTo>
                    <a:pt x="234" y="565"/>
                  </a:lnTo>
                  <a:lnTo>
                    <a:pt x="236" y="563"/>
                  </a:lnTo>
                  <a:lnTo>
                    <a:pt x="238" y="563"/>
                  </a:lnTo>
                  <a:lnTo>
                    <a:pt x="236" y="567"/>
                  </a:lnTo>
                  <a:lnTo>
                    <a:pt x="236" y="570"/>
                  </a:lnTo>
                  <a:lnTo>
                    <a:pt x="238" y="572"/>
                  </a:lnTo>
                  <a:lnTo>
                    <a:pt x="240" y="572"/>
                  </a:lnTo>
                  <a:lnTo>
                    <a:pt x="240" y="572"/>
                  </a:lnTo>
                  <a:lnTo>
                    <a:pt x="242" y="570"/>
                  </a:lnTo>
                  <a:lnTo>
                    <a:pt x="244" y="570"/>
                  </a:lnTo>
                  <a:lnTo>
                    <a:pt x="244" y="569"/>
                  </a:lnTo>
                  <a:lnTo>
                    <a:pt x="246" y="567"/>
                  </a:lnTo>
                  <a:lnTo>
                    <a:pt x="244" y="565"/>
                  </a:lnTo>
                  <a:lnTo>
                    <a:pt x="244" y="563"/>
                  </a:lnTo>
                  <a:lnTo>
                    <a:pt x="244" y="561"/>
                  </a:lnTo>
                  <a:lnTo>
                    <a:pt x="244" y="559"/>
                  </a:lnTo>
                  <a:lnTo>
                    <a:pt x="244" y="557"/>
                  </a:lnTo>
                  <a:lnTo>
                    <a:pt x="244" y="555"/>
                  </a:lnTo>
                  <a:lnTo>
                    <a:pt x="246" y="553"/>
                  </a:lnTo>
                  <a:lnTo>
                    <a:pt x="246" y="553"/>
                  </a:lnTo>
                  <a:lnTo>
                    <a:pt x="246" y="553"/>
                  </a:lnTo>
                  <a:lnTo>
                    <a:pt x="248" y="553"/>
                  </a:lnTo>
                  <a:lnTo>
                    <a:pt x="248" y="551"/>
                  </a:lnTo>
                  <a:lnTo>
                    <a:pt x="248" y="550"/>
                  </a:lnTo>
                  <a:lnTo>
                    <a:pt x="246" y="546"/>
                  </a:lnTo>
                  <a:lnTo>
                    <a:pt x="246" y="544"/>
                  </a:lnTo>
                  <a:lnTo>
                    <a:pt x="246" y="542"/>
                  </a:lnTo>
                  <a:lnTo>
                    <a:pt x="248" y="540"/>
                  </a:lnTo>
                  <a:lnTo>
                    <a:pt x="248" y="540"/>
                  </a:lnTo>
                  <a:lnTo>
                    <a:pt x="248" y="538"/>
                  </a:lnTo>
                  <a:lnTo>
                    <a:pt x="250" y="540"/>
                  </a:lnTo>
                  <a:lnTo>
                    <a:pt x="250" y="542"/>
                  </a:lnTo>
                  <a:lnTo>
                    <a:pt x="248" y="546"/>
                  </a:lnTo>
                  <a:lnTo>
                    <a:pt x="250" y="548"/>
                  </a:lnTo>
                  <a:lnTo>
                    <a:pt x="250" y="551"/>
                  </a:lnTo>
                  <a:lnTo>
                    <a:pt x="250" y="553"/>
                  </a:lnTo>
                  <a:lnTo>
                    <a:pt x="250" y="557"/>
                  </a:lnTo>
                  <a:lnTo>
                    <a:pt x="248" y="559"/>
                  </a:lnTo>
                  <a:lnTo>
                    <a:pt x="248" y="561"/>
                  </a:lnTo>
                  <a:lnTo>
                    <a:pt x="250" y="567"/>
                  </a:lnTo>
                  <a:lnTo>
                    <a:pt x="250" y="569"/>
                  </a:lnTo>
                  <a:lnTo>
                    <a:pt x="250" y="569"/>
                  </a:lnTo>
                  <a:lnTo>
                    <a:pt x="250" y="570"/>
                  </a:lnTo>
                  <a:lnTo>
                    <a:pt x="250" y="572"/>
                  </a:lnTo>
                  <a:lnTo>
                    <a:pt x="250" y="572"/>
                  </a:lnTo>
                  <a:lnTo>
                    <a:pt x="248" y="574"/>
                  </a:lnTo>
                  <a:lnTo>
                    <a:pt x="248" y="574"/>
                  </a:lnTo>
                  <a:lnTo>
                    <a:pt x="248" y="574"/>
                  </a:lnTo>
                  <a:lnTo>
                    <a:pt x="246" y="578"/>
                  </a:lnTo>
                  <a:lnTo>
                    <a:pt x="248" y="580"/>
                  </a:lnTo>
                  <a:lnTo>
                    <a:pt x="250" y="580"/>
                  </a:lnTo>
                  <a:lnTo>
                    <a:pt x="252" y="580"/>
                  </a:lnTo>
                  <a:lnTo>
                    <a:pt x="252" y="578"/>
                  </a:lnTo>
                  <a:lnTo>
                    <a:pt x="250" y="578"/>
                  </a:lnTo>
                  <a:lnTo>
                    <a:pt x="250" y="576"/>
                  </a:lnTo>
                  <a:lnTo>
                    <a:pt x="252" y="576"/>
                  </a:lnTo>
                  <a:lnTo>
                    <a:pt x="252" y="576"/>
                  </a:lnTo>
                  <a:lnTo>
                    <a:pt x="254" y="578"/>
                  </a:lnTo>
                  <a:lnTo>
                    <a:pt x="254" y="576"/>
                  </a:lnTo>
                  <a:lnTo>
                    <a:pt x="255" y="576"/>
                  </a:lnTo>
                  <a:lnTo>
                    <a:pt x="255" y="570"/>
                  </a:lnTo>
                  <a:lnTo>
                    <a:pt x="255" y="572"/>
                  </a:lnTo>
                  <a:lnTo>
                    <a:pt x="257" y="569"/>
                  </a:lnTo>
                  <a:lnTo>
                    <a:pt x="255" y="563"/>
                  </a:lnTo>
                  <a:lnTo>
                    <a:pt x="257" y="563"/>
                  </a:lnTo>
                  <a:lnTo>
                    <a:pt x="257" y="563"/>
                  </a:lnTo>
                  <a:lnTo>
                    <a:pt x="259" y="561"/>
                  </a:lnTo>
                  <a:lnTo>
                    <a:pt x="259" y="559"/>
                  </a:lnTo>
                  <a:lnTo>
                    <a:pt x="259" y="557"/>
                  </a:lnTo>
                  <a:lnTo>
                    <a:pt x="259" y="555"/>
                  </a:lnTo>
                  <a:lnTo>
                    <a:pt x="257" y="555"/>
                  </a:lnTo>
                  <a:lnTo>
                    <a:pt x="255" y="555"/>
                  </a:lnTo>
                  <a:lnTo>
                    <a:pt x="254" y="557"/>
                  </a:lnTo>
                  <a:lnTo>
                    <a:pt x="254" y="555"/>
                  </a:lnTo>
                  <a:lnTo>
                    <a:pt x="254" y="550"/>
                  </a:lnTo>
                  <a:lnTo>
                    <a:pt x="254" y="548"/>
                  </a:lnTo>
                  <a:lnTo>
                    <a:pt x="257" y="540"/>
                  </a:lnTo>
                  <a:lnTo>
                    <a:pt x="257" y="538"/>
                  </a:lnTo>
                  <a:lnTo>
                    <a:pt x="257" y="534"/>
                  </a:lnTo>
                  <a:lnTo>
                    <a:pt x="257" y="532"/>
                  </a:lnTo>
                  <a:lnTo>
                    <a:pt x="259" y="530"/>
                  </a:lnTo>
                  <a:lnTo>
                    <a:pt x="259" y="529"/>
                  </a:lnTo>
                  <a:lnTo>
                    <a:pt x="259" y="527"/>
                  </a:lnTo>
                  <a:lnTo>
                    <a:pt x="259" y="525"/>
                  </a:lnTo>
                  <a:lnTo>
                    <a:pt x="259" y="523"/>
                  </a:lnTo>
                  <a:lnTo>
                    <a:pt x="259" y="523"/>
                  </a:lnTo>
                  <a:lnTo>
                    <a:pt x="259" y="521"/>
                  </a:lnTo>
                  <a:lnTo>
                    <a:pt x="259" y="521"/>
                  </a:lnTo>
                  <a:lnTo>
                    <a:pt x="259" y="519"/>
                  </a:lnTo>
                  <a:lnTo>
                    <a:pt x="261" y="517"/>
                  </a:lnTo>
                  <a:lnTo>
                    <a:pt x="261" y="517"/>
                  </a:lnTo>
                  <a:lnTo>
                    <a:pt x="261" y="517"/>
                  </a:lnTo>
                  <a:lnTo>
                    <a:pt x="261" y="515"/>
                  </a:lnTo>
                  <a:lnTo>
                    <a:pt x="263" y="513"/>
                  </a:lnTo>
                  <a:lnTo>
                    <a:pt x="263" y="513"/>
                  </a:lnTo>
                  <a:lnTo>
                    <a:pt x="265" y="513"/>
                  </a:lnTo>
                  <a:lnTo>
                    <a:pt x="265" y="515"/>
                  </a:lnTo>
                  <a:lnTo>
                    <a:pt x="263" y="517"/>
                  </a:lnTo>
                  <a:lnTo>
                    <a:pt x="261" y="517"/>
                  </a:lnTo>
                  <a:lnTo>
                    <a:pt x="261" y="523"/>
                  </a:lnTo>
                  <a:lnTo>
                    <a:pt x="261" y="523"/>
                  </a:lnTo>
                  <a:lnTo>
                    <a:pt x="261" y="525"/>
                  </a:lnTo>
                  <a:lnTo>
                    <a:pt x="261" y="529"/>
                  </a:lnTo>
                  <a:lnTo>
                    <a:pt x="261" y="530"/>
                  </a:lnTo>
                  <a:lnTo>
                    <a:pt x="261" y="530"/>
                  </a:lnTo>
                  <a:lnTo>
                    <a:pt x="261" y="532"/>
                  </a:lnTo>
                  <a:lnTo>
                    <a:pt x="259" y="534"/>
                  </a:lnTo>
                  <a:lnTo>
                    <a:pt x="259" y="536"/>
                  </a:lnTo>
                  <a:lnTo>
                    <a:pt x="259" y="538"/>
                  </a:lnTo>
                  <a:lnTo>
                    <a:pt x="259" y="538"/>
                  </a:lnTo>
                  <a:lnTo>
                    <a:pt x="261" y="538"/>
                  </a:lnTo>
                  <a:lnTo>
                    <a:pt x="261" y="538"/>
                  </a:lnTo>
                  <a:lnTo>
                    <a:pt x="263" y="538"/>
                  </a:lnTo>
                  <a:lnTo>
                    <a:pt x="265" y="540"/>
                  </a:lnTo>
                  <a:lnTo>
                    <a:pt x="265" y="538"/>
                  </a:lnTo>
                  <a:lnTo>
                    <a:pt x="267" y="536"/>
                  </a:lnTo>
                  <a:lnTo>
                    <a:pt x="267" y="536"/>
                  </a:lnTo>
                  <a:lnTo>
                    <a:pt x="269" y="532"/>
                  </a:lnTo>
                  <a:lnTo>
                    <a:pt x="269" y="529"/>
                  </a:lnTo>
                  <a:lnTo>
                    <a:pt x="267" y="529"/>
                  </a:lnTo>
                  <a:lnTo>
                    <a:pt x="267" y="529"/>
                  </a:lnTo>
                  <a:lnTo>
                    <a:pt x="265" y="527"/>
                  </a:lnTo>
                  <a:lnTo>
                    <a:pt x="265" y="525"/>
                  </a:lnTo>
                  <a:lnTo>
                    <a:pt x="267" y="523"/>
                  </a:lnTo>
                  <a:lnTo>
                    <a:pt x="267" y="523"/>
                  </a:lnTo>
                  <a:lnTo>
                    <a:pt x="269" y="521"/>
                  </a:lnTo>
                  <a:lnTo>
                    <a:pt x="271" y="521"/>
                  </a:lnTo>
                  <a:lnTo>
                    <a:pt x="273" y="521"/>
                  </a:lnTo>
                  <a:lnTo>
                    <a:pt x="269" y="523"/>
                  </a:lnTo>
                  <a:lnTo>
                    <a:pt x="267" y="525"/>
                  </a:lnTo>
                  <a:lnTo>
                    <a:pt x="267" y="527"/>
                  </a:lnTo>
                  <a:lnTo>
                    <a:pt x="267" y="527"/>
                  </a:lnTo>
                  <a:lnTo>
                    <a:pt x="271" y="529"/>
                  </a:lnTo>
                  <a:lnTo>
                    <a:pt x="273" y="530"/>
                  </a:lnTo>
                  <a:lnTo>
                    <a:pt x="271" y="532"/>
                  </a:lnTo>
                  <a:lnTo>
                    <a:pt x="271" y="534"/>
                  </a:lnTo>
                  <a:lnTo>
                    <a:pt x="269" y="536"/>
                  </a:lnTo>
                  <a:lnTo>
                    <a:pt x="269" y="536"/>
                  </a:lnTo>
                  <a:lnTo>
                    <a:pt x="267" y="538"/>
                  </a:lnTo>
                  <a:lnTo>
                    <a:pt x="267" y="544"/>
                  </a:lnTo>
                  <a:lnTo>
                    <a:pt x="265" y="550"/>
                  </a:lnTo>
                  <a:lnTo>
                    <a:pt x="265" y="550"/>
                  </a:lnTo>
                  <a:lnTo>
                    <a:pt x="267" y="551"/>
                  </a:lnTo>
                  <a:lnTo>
                    <a:pt x="265" y="563"/>
                  </a:lnTo>
                  <a:lnTo>
                    <a:pt x="265" y="565"/>
                  </a:lnTo>
                  <a:lnTo>
                    <a:pt x="269" y="572"/>
                  </a:lnTo>
                  <a:lnTo>
                    <a:pt x="267" y="574"/>
                  </a:lnTo>
                  <a:lnTo>
                    <a:pt x="269" y="576"/>
                  </a:lnTo>
                  <a:lnTo>
                    <a:pt x="273" y="578"/>
                  </a:lnTo>
                  <a:lnTo>
                    <a:pt x="274" y="576"/>
                  </a:lnTo>
                  <a:lnTo>
                    <a:pt x="274" y="574"/>
                  </a:lnTo>
                  <a:lnTo>
                    <a:pt x="274" y="572"/>
                  </a:lnTo>
                  <a:lnTo>
                    <a:pt x="274" y="572"/>
                  </a:lnTo>
                  <a:lnTo>
                    <a:pt x="273" y="570"/>
                  </a:lnTo>
                  <a:lnTo>
                    <a:pt x="273" y="569"/>
                  </a:lnTo>
                  <a:lnTo>
                    <a:pt x="273" y="569"/>
                  </a:lnTo>
                  <a:lnTo>
                    <a:pt x="274" y="567"/>
                  </a:lnTo>
                  <a:lnTo>
                    <a:pt x="274" y="567"/>
                  </a:lnTo>
                  <a:lnTo>
                    <a:pt x="274" y="567"/>
                  </a:lnTo>
                  <a:lnTo>
                    <a:pt x="276" y="565"/>
                  </a:lnTo>
                  <a:lnTo>
                    <a:pt x="276" y="563"/>
                  </a:lnTo>
                  <a:lnTo>
                    <a:pt x="276" y="565"/>
                  </a:lnTo>
                  <a:lnTo>
                    <a:pt x="276" y="567"/>
                  </a:lnTo>
                  <a:lnTo>
                    <a:pt x="276" y="567"/>
                  </a:lnTo>
                  <a:lnTo>
                    <a:pt x="276" y="567"/>
                  </a:lnTo>
                  <a:lnTo>
                    <a:pt x="274" y="569"/>
                  </a:lnTo>
                  <a:lnTo>
                    <a:pt x="276" y="570"/>
                  </a:lnTo>
                  <a:lnTo>
                    <a:pt x="278" y="570"/>
                  </a:lnTo>
                  <a:lnTo>
                    <a:pt x="280" y="570"/>
                  </a:lnTo>
                  <a:lnTo>
                    <a:pt x="280" y="569"/>
                  </a:lnTo>
                  <a:lnTo>
                    <a:pt x="280" y="569"/>
                  </a:lnTo>
                  <a:lnTo>
                    <a:pt x="280" y="565"/>
                  </a:lnTo>
                  <a:lnTo>
                    <a:pt x="278" y="563"/>
                  </a:lnTo>
                  <a:lnTo>
                    <a:pt x="278" y="561"/>
                  </a:lnTo>
                  <a:lnTo>
                    <a:pt x="280" y="557"/>
                  </a:lnTo>
                  <a:lnTo>
                    <a:pt x="280" y="557"/>
                  </a:lnTo>
                  <a:lnTo>
                    <a:pt x="282" y="557"/>
                  </a:lnTo>
                  <a:lnTo>
                    <a:pt x="282" y="557"/>
                  </a:lnTo>
                  <a:lnTo>
                    <a:pt x="282" y="565"/>
                  </a:lnTo>
                  <a:lnTo>
                    <a:pt x="284" y="567"/>
                  </a:lnTo>
                  <a:lnTo>
                    <a:pt x="284" y="567"/>
                  </a:lnTo>
                  <a:lnTo>
                    <a:pt x="284" y="569"/>
                  </a:lnTo>
                  <a:lnTo>
                    <a:pt x="288" y="569"/>
                  </a:lnTo>
                  <a:lnTo>
                    <a:pt x="292" y="570"/>
                  </a:lnTo>
                  <a:lnTo>
                    <a:pt x="294" y="572"/>
                  </a:lnTo>
                  <a:lnTo>
                    <a:pt x="295" y="572"/>
                  </a:lnTo>
                  <a:lnTo>
                    <a:pt x="295" y="572"/>
                  </a:lnTo>
                  <a:lnTo>
                    <a:pt x="295" y="570"/>
                  </a:lnTo>
                  <a:lnTo>
                    <a:pt x="297" y="570"/>
                  </a:lnTo>
                  <a:lnTo>
                    <a:pt x="297" y="570"/>
                  </a:lnTo>
                  <a:lnTo>
                    <a:pt x="297" y="570"/>
                  </a:lnTo>
                  <a:lnTo>
                    <a:pt x="297" y="572"/>
                  </a:lnTo>
                  <a:lnTo>
                    <a:pt x="299" y="572"/>
                  </a:lnTo>
                  <a:lnTo>
                    <a:pt x="299" y="572"/>
                  </a:lnTo>
                  <a:lnTo>
                    <a:pt x="301" y="570"/>
                  </a:lnTo>
                  <a:lnTo>
                    <a:pt x="301" y="569"/>
                  </a:lnTo>
                  <a:lnTo>
                    <a:pt x="301" y="565"/>
                  </a:lnTo>
                  <a:lnTo>
                    <a:pt x="301" y="565"/>
                  </a:lnTo>
                  <a:lnTo>
                    <a:pt x="299" y="563"/>
                  </a:lnTo>
                  <a:lnTo>
                    <a:pt x="297" y="561"/>
                  </a:lnTo>
                  <a:lnTo>
                    <a:pt x="297" y="559"/>
                  </a:lnTo>
                  <a:lnTo>
                    <a:pt x="297" y="555"/>
                  </a:lnTo>
                  <a:lnTo>
                    <a:pt x="295" y="548"/>
                  </a:lnTo>
                  <a:lnTo>
                    <a:pt x="294" y="544"/>
                  </a:lnTo>
                  <a:lnTo>
                    <a:pt x="292" y="542"/>
                  </a:lnTo>
                  <a:lnTo>
                    <a:pt x="290" y="542"/>
                  </a:lnTo>
                  <a:lnTo>
                    <a:pt x="288" y="542"/>
                  </a:lnTo>
                  <a:lnTo>
                    <a:pt x="286" y="540"/>
                  </a:lnTo>
                  <a:lnTo>
                    <a:pt x="286" y="538"/>
                  </a:lnTo>
                  <a:lnTo>
                    <a:pt x="286" y="536"/>
                  </a:lnTo>
                  <a:lnTo>
                    <a:pt x="286" y="534"/>
                  </a:lnTo>
                  <a:lnTo>
                    <a:pt x="288" y="534"/>
                  </a:lnTo>
                  <a:lnTo>
                    <a:pt x="288" y="536"/>
                  </a:lnTo>
                  <a:lnTo>
                    <a:pt x="288" y="538"/>
                  </a:lnTo>
                  <a:lnTo>
                    <a:pt x="288" y="540"/>
                  </a:lnTo>
                  <a:lnTo>
                    <a:pt x="290" y="540"/>
                  </a:lnTo>
                  <a:lnTo>
                    <a:pt x="294" y="542"/>
                  </a:lnTo>
                  <a:lnTo>
                    <a:pt x="295" y="542"/>
                  </a:lnTo>
                  <a:lnTo>
                    <a:pt x="295" y="542"/>
                  </a:lnTo>
                  <a:lnTo>
                    <a:pt x="295" y="540"/>
                  </a:lnTo>
                  <a:lnTo>
                    <a:pt x="295" y="540"/>
                  </a:lnTo>
                  <a:lnTo>
                    <a:pt x="297" y="540"/>
                  </a:lnTo>
                  <a:lnTo>
                    <a:pt x="299" y="540"/>
                  </a:lnTo>
                  <a:lnTo>
                    <a:pt x="299" y="536"/>
                  </a:lnTo>
                  <a:lnTo>
                    <a:pt x="299" y="530"/>
                  </a:lnTo>
                  <a:lnTo>
                    <a:pt x="299" y="529"/>
                  </a:lnTo>
                  <a:lnTo>
                    <a:pt x="297" y="527"/>
                  </a:lnTo>
                  <a:lnTo>
                    <a:pt x="297" y="525"/>
                  </a:lnTo>
                  <a:lnTo>
                    <a:pt x="297" y="523"/>
                  </a:lnTo>
                  <a:lnTo>
                    <a:pt x="297" y="523"/>
                  </a:lnTo>
                  <a:lnTo>
                    <a:pt x="297" y="521"/>
                  </a:lnTo>
                  <a:lnTo>
                    <a:pt x="297" y="519"/>
                  </a:lnTo>
                  <a:lnTo>
                    <a:pt x="299" y="521"/>
                  </a:lnTo>
                  <a:lnTo>
                    <a:pt x="299" y="521"/>
                  </a:lnTo>
                  <a:lnTo>
                    <a:pt x="299" y="521"/>
                  </a:lnTo>
                  <a:lnTo>
                    <a:pt x="299" y="521"/>
                  </a:lnTo>
                  <a:lnTo>
                    <a:pt x="301" y="517"/>
                  </a:lnTo>
                  <a:lnTo>
                    <a:pt x="301" y="515"/>
                  </a:lnTo>
                  <a:lnTo>
                    <a:pt x="301" y="513"/>
                  </a:lnTo>
                  <a:lnTo>
                    <a:pt x="299" y="511"/>
                  </a:lnTo>
                  <a:lnTo>
                    <a:pt x="295" y="508"/>
                  </a:lnTo>
                  <a:lnTo>
                    <a:pt x="295" y="504"/>
                  </a:lnTo>
                  <a:lnTo>
                    <a:pt x="295" y="504"/>
                  </a:lnTo>
                  <a:lnTo>
                    <a:pt x="294" y="502"/>
                  </a:lnTo>
                  <a:lnTo>
                    <a:pt x="294" y="500"/>
                  </a:lnTo>
                  <a:lnTo>
                    <a:pt x="294" y="494"/>
                  </a:lnTo>
                  <a:lnTo>
                    <a:pt x="294" y="494"/>
                  </a:lnTo>
                  <a:lnTo>
                    <a:pt x="294" y="492"/>
                  </a:lnTo>
                  <a:lnTo>
                    <a:pt x="294" y="491"/>
                  </a:lnTo>
                  <a:lnTo>
                    <a:pt x="294" y="491"/>
                  </a:lnTo>
                  <a:lnTo>
                    <a:pt x="294" y="489"/>
                  </a:lnTo>
                  <a:lnTo>
                    <a:pt x="292" y="485"/>
                  </a:lnTo>
                  <a:lnTo>
                    <a:pt x="292" y="481"/>
                  </a:lnTo>
                  <a:lnTo>
                    <a:pt x="290" y="479"/>
                  </a:lnTo>
                  <a:lnTo>
                    <a:pt x="288" y="479"/>
                  </a:lnTo>
                  <a:lnTo>
                    <a:pt x="290" y="477"/>
                  </a:lnTo>
                  <a:lnTo>
                    <a:pt x="290" y="475"/>
                  </a:lnTo>
                  <a:lnTo>
                    <a:pt x="290" y="472"/>
                  </a:lnTo>
                  <a:lnTo>
                    <a:pt x="288" y="470"/>
                  </a:lnTo>
                  <a:lnTo>
                    <a:pt x="288" y="468"/>
                  </a:lnTo>
                  <a:lnTo>
                    <a:pt x="288" y="466"/>
                  </a:lnTo>
                  <a:lnTo>
                    <a:pt x="286" y="464"/>
                  </a:lnTo>
                  <a:lnTo>
                    <a:pt x="286" y="462"/>
                  </a:lnTo>
                  <a:lnTo>
                    <a:pt x="286" y="460"/>
                  </a:lnTo>
                  <a:lnTo>
                    <a:pt x="286" y="458"/>
                  </a:lnTo>
                  <a:lnTo>
                    <a:pt x="288" y="456"/>
                  </a:lnTo>
                  <a:lnTo>
                    <a:pt x="288" y="454"/>
                  </a:lnTo>
                  <a:lnTo>
                    <a:pt x="288" y="454"/>
                  </a:lnTo>
                  <a:lnTo>
                    <a:pt x="288" y="453"/>
                  </a:lnTo>
                  <a:lnTo>
                    <a:pt x="290" y="451"/>
                  </a:lnTo>
                  <a:lnTo>
                    <a:pt x="288" y="449"/>
                  </a:lnTo>
                  <a:lnTo>
                    <a:pt x="288" y="447"/>
                  </a:lnTo>
                  <a:lnTo>
                    <a:pt x="286" y="447"/>
                  </a:lnTo>
                  <a:lnTo>
                    <a:pt x="284" y="445"/>
                  </a:lnTo>
                  <a:lnTo>
                    <a:pt x="282" y="441"/>
                  </a:lnTo>
                  <a:lnTo>
                    <a:pt x="280" y="439"/>
                  </a:lnTo>
                  <a:lnTo>
                    <a:pt x="278" y="437"/>
                  </a:lnTo>
                  <a:lnTo>
                    <a:pt x="278" y="435"/>
                  </a:lnTo>
                  <a:lnTo>
                    <a:pt x="278" y="433"/>
                  </a:lnTo>
                  <a:lnTo>
                    <a:pt x="280" y="432"/>
                  </a:lnTo>
                  <a:lnTo>
                    <a:pt x="280" y="426"/>
                  </a:lnTo>
                  <a:lnTo>
                    <a:pt x="282" y="424"/>
                  </a:lnTo>
                  <a:lnTo>
                    <a:pt x="286" y="418"/>
                  </a:lnTo>
                  <a:lnTo>
                    <a:pt x="288" y="416"/>
                  </a:lnTo>
                  <a:lnTo>
                    <a:pt x="290" y="414"/>
                  </a:lnTo>
                  <a:lnTo>
                    <a:pt x="290" y="414"/>
                  </a:lnTo>
                  <a:lnTo>
                    <a:pt x="290" y="413"/>
                  </a:lnTo>
                  <a:lnTo>
                    <a:pt x="290" y="413"/>
                  </a:lnTo>
                  <a:lnTo>
                    <a:pt x="288" y="413"/>
                  </a:lnTo>
                  <a:lnTo>
                    <a:pt x="286" y="413"/>
                  </a:lnTo>
                  <a:lnTo>
                    <a:pt x="286" y="413"/>
                  </a:lnTo>
                  <a:lnTo>
                    <a:pt x="278" y="411"/>
                  </a:lnTo>
                  <a:lnTo>
                    <a:pt x="278" y="409"/>
                  </a:lnTo>
                  <a:lnTo>
                    <a:pt x="276" y="409"/>
                  </a:lnTo>
                  <a:lnTo>
                    <a:pt x="274" y="411"/>
                  </a:lnTo>
                  <a:lnTo>
                    <a:pt x="274" y="411"/>
                  </a:lnTo>
                  <a:lnTo>
                    <a:pt x="274" y="411"/>
                  </a:lnTo>
                  <a:lnTo>
                    <a:pt x="273" y="411"/>
                  </a:lnTo>
                  <a:lnTo>
                    <a:pt x="267" y="409"/>
                  </a:lnTo>
                  <a:lnTo>
                    <a:pt x="265" y="409"/>
                  </a:lnTo>
                  <a:lnTo>
                    <a:pt x="265" y="407"/>
                  </a:lnTo>
                  <a:lnTo>
                    <a:pt x="265" y="403"/>
                  </a:lnTo>
                  <a:lnTo>
                    <a:pt x="265" y="401"/>
                  </a:lnTo>
                  <a:lnTo>
                    <a:pt x="269" y="399"/>
                  </a:lnTo>
                  <a:lnTo>
                    <a:pt x="273" y="386"/>
                  </a:lnTo>
                  <a:lnTo>
                    <a:pt x="273" y="384"/>
                  </a:lnTo>
                  <a:lnTo>
                    <a:pt x="271" y="384"/>
                  </a:lnTo>
                  <a:lnTo>
                    <a:pt x="271" y="384"/>
                  </a:lnTo>
                  <a:lnTo>
                    <a:pt x="269" y="386"/>
                  </a:lnTo>
                  <a:lnTo>
                    <a:pt x="269" y="386"/>
                  </a:lnTo>
                  <a:lnTo>
                    <a:pt x="267" y="384"/>
                  </a:lnTo>
                  <a:lnTo>
                    <a:pt x="265" y="384"/>
                  </a:lnTo>
                  <a:lnTo>
                    <a:pt x="263" y="382"/>
                  </a:lnTo>
                  <a:lnTo>
                    <a:pt x="261" y="380"/>
                  </a:lnTo>
                  <a:lnTo>
                    <a:pt x="259" y="376"/>
                  </a:lnTo>
                  <a:lnTo>
                    <a:pt x="257" y="375"/>
                  </a:lnTo>
                  <a:lnTo>
                    <a:pt x="257" y="375"/>
                  </a:lnTo>
                  <a:lnTo>
                    <a:pt x="255" y="375"/>
                  </a:lnTo>
                  <a:lnTo>
                    <a:pt x="254" y="375"/>
                  </a:lnTo>
                  <a:lnTo>
                    <a:pt x="254" y="373"/>
                  </a:lnTo>
                  <a:lnTo>
                    <a:pt x="254" y="373"/>
                  </a:lnTo>
                  <a:lnTo>
                    <a:pt x="254" y="371"/>
                  </a:lnTo>
                  <a:lnTo>
                    <a:pt x="254" y="371"/>
                  </a:lnTo>
                  <a:lnTo>
                    <a:pt x="254" y="371"/>
                  </a:lnTo>
                  <a:lnTo>
                    <a:pt x="252" y="369"/>
                  </a:lnTo>
                  <a:lnTo>
                    <a:pt x="252" y="369"/>
                  </a:lnTo>
                  <a:lnTo>
                    <a:pt x="252" y="369"/>
                  </a:lnTo>
                  <a:lnTo>
                    <a:pt x="254" y="359"/>
                  </a:lnTo>
                  <a:lnTo>
                    <a:pt x="254" y="357"/>
                  </a:lnTo>
                  <a:lnTo>
                    <a:pt x="252" y="357"/>
                  </a:lnTo>
                  <a:lnTo>
                    <a:pt x="252" y="356"/>
                  </a:lnTo>
                  <a:lnTo>
                    <a:pt x="254" y="354"/>
                  </a:lnTo>
                  <a:lnTo>
                    <a:pt x="254" y="352"/>
                  </a:lnTo>
                  <a:lnTo>
                    <a:pt x="255" y="352"/>
                  </a:lnTo>
                  <a:lnTo>
                    <a:pt x="255" y="350"/>
                  </a:lnTo>
                  <a:lnTo>
                    <a:pt x="255" y="350"/>
                  </a:lnTo>
                  <a:lnTo>
                    <a:pt x="254" y="348"/>
                  </a:lnTo>
                  <a:lnTo>
                    <a:pt x="255" y="348"/>
                  </a:lnTo>
                  <a:lnTo>
                    <a:pt x="255" y="346"/>
                  </a:lnTo>
                  <a:lnTo>
                    <a:pt x="257" y="346"/>
                  </a:lnTo>
                  <a:lnTo>
                    <a:pt x="259" y="346"/>
                  </a:lnTo>
                  <a:lnTo>
                    <a:pt x="261" y="346"/>
                  </a:lnTo>
                  <a:lnTo>
                    <a:pt x="263" y="344"/>
                  </a:lnTo>
                  <a:lnTo>
                    <a:pt x="267" y="342"/>
                  </a:lnTo>
                  <a:lnTo>
                    <a:pt x="267" y="340"/>
                  </a:lnTo>
                  <a:lnTo>
                    <a:pt x="267" y="338"/>
                  </a:lnTo>
                  <a:lnTo>
                    <a:pt x="267" y="337"/>
                  </a:lnTo>
                  <a:lnTo>
                    <a:pt x="267" y="335"/>
                  </a:lnTo>
                  <a:lnTo>
                    <a:pt x="267" y="333"/>
                  </a:lnTo>
                  <a:lnTo>
                    <a:pt x="267" y="331"/>
                  </a:lnTo>
                  <a:lnTo>
                    <a:pt x="269" y="331"/>
                  </a:lnTo>
                  <a:lnTo>
                    <a:pt x="269" y="329"/>
                  </a:lnTo>
                  <a:lnTo>
                    <a:pt x="267" y="329"/>
                  </a:lnTo>
                  <a:lnTo>
                    <a:pt x="265" y="327"/>
                  </a:lnTo>
                  <a:lnTo>
                    <a:pt x="265" y="325"/>
                  </a:lnTo>
                  <a:lnTo>
                    <a:pt x="263" y="325"/>
                  </a:lnTo>
                  <a:lnTo>
                    <a:pt x="263" y="323"/>
                  </a:lnTo>
                  <a:lnTo>
                    <a:pt x="265" y="321"/>
                  </a:lnTo>
                  <a:lnTo>
                    <a:pt x="265" y="321"/>
                  </a:lnTo>
                  <a:lnTo>
                    <a:pt x="265" y="317"/>
                  </a:lnTo>
                  <a:lnTo>
                    <a:pt x="265" y="317"/>
                  </a:lnTo>
                  <a:lnTo>
                    <a:pt x="265" y="316"/>
                  </a:lnTo>
                  <a:lnTo>
                    <a:pt x="265" y="316"/>
                  </a:lnTo>
                  <a:lnTo>
                    <a:pt x="267" y="314"/>
                  </a:lnTo>
                  <a:lnTo>
                    <a:pt x="269" y="314"/>
                  </a:lnTo>
                  <a:lnTo>
                    <a:pt x="269" y="314"/>
                  </a:lnTo>
                  <a:lnTo>
                    <a:pt x="269" y="314"/>
                  </a:lnTo>
                  <a:lnTo>
                    <a:pt x="271" y="312"/>
                  </a:lnTo>
                  <a:lnTo>
                    <a:pt x="271" y="310"/>
                  </a:lnTo>
                  <a:lnTo>
                    <a:pt x="271" y="310"/>
                  </a:lnTo>
                  <a:lnTo>
                    <a:pt x="271" y="308"/>
                  </a:lnTo>
                  <a:lnTo>
                    <a:pt x="271" y="308"/>
                  </a:lnTo>
                  <a:lnTo>
                    <a:pt x="269" y="304"/>
                  </a:lnTo>
                  <a:lnTo>
                    <a:pt x="267" y="300"/>
                  </a:lnTo>
                  <a:lnTo>
                    <a:pt x="265" y="298"/>
                  </a:lnTo>
                  <a:lnTo>
                    <a:pt x="263" y="298"/>
                  </a:lnTo>
                  <a:lnTo>
                    <a:pt x="261" y="300"/>
                  </a:lnTo>
                  <a:lnTo>
                    <a:pt x="259" y="302"/>
                  </a:lnTo>
                  <a:lnTo>
                    <a:pt x="257" y="304"/>
                  </a:lnTo>
                  <a:lnTo>
                    <a:pt x="254" y="302"/>
                  </a:lnTo>
                  <a:lnTo>
                    <a:pt x="248" y="302"/>
                  </a:lnTo>
                  <a:lnTo>
                    <a:pt x="246" y="300"/>
                  </a:lnTo>
                  <a:lnTo>
                    <a:pt x="238" y="295"/>
                  </a:lnTo>
                  <a:lnTo>
                    <a:pt x="213" y="283"/>
                  </a:lnTo>
                  <a:lnTo>
                    <a:pt x="212" y="281"/>
                  </a:lnTo>
                  <a:lnTo>
                    <a:pt x="212" y="281"/>
                  </a:lnTo>
                  <a:lnTo>
                    <a:pt x="210" y="279"/>
                  </a:lnTo>
                  <a:lnTo>
                    <a:pt x="210" y="279"/>
                  </a:lnTo>
                  <a:lnTo>
                    <a:pt x="210" y="279"/>
                  </a:lnTo>
                  <a:lnTo>
                    <a:pt x="210" y="278"/>
                  </a:lnTo>
                  <a:lnTo>
                    <a:pt x="210" y="274"/>
                  </a:lnTo>
                  <a:lnTo>
                    <a:pt x="210" y="272"/>
                  </a:lnTo>
                  <a:lnTo>
                    <a:pt x="208" y="270"/>
                  </a:lnTo>
                  <a:lnTo>
                    <a:pt x="206" y="268"/>
                  </a:lnTo>
                  <a:lnTo>
                    <a:pt x="206" y="268"/>
                  </a:lnTo>
                  <a:lnTo>
                    <a:pt x="204" y="268"/>
                  </a:lnTo>
                  <a:lnTo>
                    <a:pt x="204" y="264"/>
                  </a:lnTo>
                  <a:lnTo>
                    <a:pt x="204" y="262"/>
                  </a:lnTo>
                  <a:lnTo>
                    <a:pt x="206" y="260"/>
                  </a:lnTo>
                  <a:lnTo>
                    <a:pt x="206" y="257"/>
                  </a:lnTo>
                  <a:lnTo>
                    <a:pt x="208" y="257"/>
                  </a:lnTo>
                  <a:lnTo>
                    <a:pt x="208" y="257"/>
                  </a:lnTo>
                  <a:lnTo>
                    <a:pt x="210" y="255"/>
                  </a:lnTo>
                  <a:lnTo>
                    <a:pt x="210" y="253"/>
                  </a:lnTo>
                  <a:lnTo>
                    <a:pt x="210" y="253"/>
                  </a:lnTo>
                  <a:lnTo>
                    <a:pt x="210" y="251"/>
                  </a:lnTo>
                  <a:lnTo>
                    <a:pt x="212" y="251"/>
                  </a:lnTo>
                  <a:lnTo>
                    <a:pt x="212" y="251"/>
                  </a:lnTo>
                  <a:lnTo>
                    <a:pt x="213" y="249"/>
                  </a:lnTo>
                  <a:lnTo>
                    <a:pt x="213" y="247"/>
                  </a:lnTo>
                  <a:lnTo>
                    <a:pt x="213" y="245"/>
                  </a:lnTo>
                  <a:lnTo>
                    <a:pt x="213" y="241"/>
                  </a:lnTo>
                  <a:lnTo>
                    <a:pt x="212" y="241"/>
                  </a:lnTo>
                  <a:lnTo>
                    <a:pt x="212" y="241"/>
                  </a:lnTo>
                  <a:lnTo>
                    <a:pt x="212" y="240"/>
                  </a:lnTo>
                  <a:lnTo>
                    <a:pt x="217" y="238"/>
                  </a:lnTo>
                  <a:lnTo>
                    <a:pt x="219" y="238"/>
                  </a:lnTo>
                  <a:lnTo>
                    <a:pt x="219" y="238"/>
                  </a:lnTo>
                  <a:lnTo>
                    <a:pt x="221" y="238"/>
                  </a:lnTo>
                  <a:lnTo>
                    <a:pt x="223" y="240"/>
                  </a:lnTo>
                  <a:lnTo>
                    <a:pt x="223" y="241"/>
                  </a:lnTo>
                  <a:lnTo>
                    <a:pt x="223" y="243"/>
                  </a:lnTo>
                  <a:lnTo>
                    <a:pt x="225" y="243"/>
                  </a:lnTo>
                  <a:lnTo>
                    <a:pt x="229" y="245"/>
                  </a:lnTo>
                  <a:lnTo>
                    <a:pt x="231" y="245"/>
                  </a:lnTo>
                  <a:lnTo>
                    <a:pt x="231" y="245"/>
                  </a:lnTo>
                  <a:lnTo>
                    <a:pt x="233" y="241"/>
                  </a:lnTo>
                  <a:lnTo>
                    <a:pt x="236" y="238"/>
                  </a:lnTo>
                  <a:lnTo>
                    <a:pt x="236" y="236"/>
                  </a:lnTo>
                  <a:lnTo>
                    <a:pt x="238" y="232"/>
                  </a:lnTo>
                  <a:lnTo>
                    <a:pt x="240" y="230"/>
                  </a:lnTo>
                  <a:lnTo>
                    <a:pt x="240" y="226"/>
                  </a:lnTo>
                  <a:lnTo>
                    <a:pt x="242" y="220"/>
                  </a:lnTo>
                  <a:lnTo>
                    <a:pt x="242" y="215"/>
                  </a:lnTo>
                  <a:lnTo>
                    <a:pt x="242" y="213"/>
                  </a:lnTo>
                  <a:lnTo>
                    <a:pt x="246" y="211"/>
                  </a:lnTo>
                  <a:lnTo>
                    <a:pt x="246" y="213"/>
                  </a:lnTo>
                  <a:lnTo>
                    <a:pt x="250" y="213"/>
                  </a:lnTo>
                  <a:lnTo>
                    <a:pt x="252" y="215"/>
                  </a:lnTo>
                  <a:lnTo>
                    <a:pt x="254" y="215"/>
                  </a:lnTo>
                  <a:lnTo>
                    <a:pt x="254" y="215"/>
                  </a:lnTo>
                  <a:lnTo>
                    <a:pt x="254" y="215"/>
                  </a:lnTo>
                  <a:lnTo>
                    <a:pt x="255" y="213"/>
                  </a:lnTo>
                  <a:lnTo>
                    <a:pt x="255" y="213"/>
                  </a:lnTo>
                  <a:lnTo>
                    <a:pt x="257" y="213"/>
                  </a:lnTo>
                  <a:lnTo>
                    <a:pt x="259" y="213"/>
                  </a:lnTo>
                  <a:lnTo>
                    <a:pt x="263" y="213"/>
                  </a:lnTo>
                  <a:lnTo>
                    <a:pt x="269" y="215"/>
                  </a:lnTo>
                  <a:lnTo>
                    <a:pt x="274" y="215"/>
                  </a:lnTo>
                  <a:lnTo>
                    <a:pt x="274" y="215"/>
                  </a:lnTo>
                  <a:lnTo>
                    <a:pt x="276" y="213"/>
                  </a:lnTo>
                  <a:lnTo>
                    <a:pt x="276" y="211"/>
                  </a:lnTo>
                  <a:lnTo>
                    <a:pt x="276" y="211"/>
                  </a:lnTo>
                  <a:lnTo>
                    <a:pt x="278" y="211"/>
                  </a:lnTo>
                  <a:lnTo>
                    <a:pt x="278" y="213"/>
                  </a:lnTo>
                  <a:lnTo>
                    <a:pt x="284" y="215"/>
                  </a:lnTo>
                  <a:lnTo>
                    <a:pt x="286" y="215"/>
                  </a:lnTo>
                  <a:lnTo>
                    <a:pt x="286" y="213"/>
                  </a:lnTo>
                  <a:lnTo>
                    <a:pt x="288" y="213"/>
                  </a:lnTo>
                  <a:lnTo>
                    <a:pt x="288" y="211"/>
                  </a:lnTo>
                  <a:lnTo>
                    <a:pt x="288" y="209"/>
                  </a:lnTo>
                  <a:lnTo>
                    <a:pt x="288" y="209"/>
                  </a:lnTo>
                  <a:lnTo>
                    <a:pt x="288" y="207"/>
                  </a:lnTo>
                  <a:lnTo>
                    <a:pt x="292" y="205"/>
                  </a:lnTo>
                  <a:lnTo>
                    <a:pt x="292" y="203"/>
                  </a:lnTo>
                  <a:lnTo>
                    <a:pt x="292" y="203"/>
                  </a:lnTo>
                  <a:lnTo>
                    <a:pt x="292" y="201"/>
                  </a:lnTo>
                  <a:lnTo>
                    <a:pt x="292" y="201"/>
                  </a:lnTo>
                  <a:lnTo>
                    <a:pt x="288" y="201"/>
                  </a:lnTo>
                  <a:lnTo>
                    <a:pt x="284" y="201"/>
                  </a:lnTo>
                  <a:lnTo>
                    <a:pt x="284" y="200"/>
                  </a:lnTo>
                  <a:lnTo>
                    <a:pt x="282" y="200"/>
                  </a:lnTo>
                  <a:lnTo>
                    <a:pt x="280" y="198"/>
                  </a:lnTo>
                  <a:lnTo>
                    <a:pt x="280" y="198"/>
                  </a:lnTo>
                  <a:lnTo>
                    <a:pt x="278" y="198"/>
                  </a:lnTo>
                  <a:lnTo>
                    <a:pt x="276" y="196"/>
                  </a:lnTo>
                  <a:lnTo>
                    <a:pt x="276" y="194"/>
                  </a:lnTo>
                  <a:lnTo>
                    <a:pt x="276" y="194"/>
                  </a:lnTo>
                  <a:lnTo>
                    <a:pt x="276" y="192"/>
                  </a:lnTo>
                  <a:lnTo>
                    <a:pt x="274" y="192"/>
                  </a:lnTo>
                  <a:lnTo>
                    <a:pt x="274" y="190"/>
                  </a:lnTo>
                  <a:lnTo>
                    <a:pt x="276" y="186"/>
                  </a:lnTo>
                  <a:lnTo>
                    <a:pt x="276" y="184"/>
                  </a:lnTo>
                  <a:lnTo>
                    <a:pt x="276" y="184"/>
                  </a:lnTo>
                  <a:lnTo>
                    <a:pt x="274" y="182"/>
                  </a:lnTo>
                  <a:lnTo>
                    <a:pt x="274" y="181"/>
                  </a:lnTo>
                  <a:lnTo>
                    <a:pt x="273" y="181"/>
                  </a:lnTo>
                  <a:lnTo>
                    <a:pt x="271" y="179"/>
                  </a:lnTo>
                  <a:lnTo>
                    <a:pt x="271" y="181"/>
                  </a:lnTo>
                  <a:lnTo>
                    <a:pt x="269" y="182"/>
                  </a:lnTo>
                  <a:lnTo>
                    <a:pt x="269" y="182"/>
                  </a:lnTo>
                  <a:lnTo>
                    <a:pt x="267" y="181"/>
                  </a:lnTo>
                  <a:lnTo>
                    <a:pt x="267" y="182"/>
                  </a:lnTo>
                  <a:lnTo>
                    <a:pt x="265" y="182"/>
                  </a:lnTo>
                  <a:lnTo>
                    <a:pt x="265" y="182"/>
                  </a:lnTo>
                  <a:lnTo>
                    <a:pt x="265" y="184"/>
                  </a:lnTo>
                  <a:lnTo>
                    <a:pt x="263" y="184"/>
                  </a:lnTo>
                  <a:lnTo>
                    <a:pt x="261" y="184"/>
                  </a:lnTo>
                  <a:lnTo>
                    <a:pt x="257" y="182"/>
                  </a:lnTo>
                  <a:lnTo>
                    <a:pt x="255" y="181"/>
                  </a:lnTo>
                  <a:lnTo>
                    <a:pt x="252" y="181"/>
                  </a:lnTo>
                  <a:lnTo>
                    <a:pt x="250" y="181"/>
                  </a:lnTo>
                  <a:lnTo>
                    <a:pt x="250" y="181"/>
                  </a:lnTo>
                  <a:lnTo>
                    <a:pt x="250" y="179"/>
                  </a:lnTo>
                  <a:lnTo>
                    <a:pt x="246" y="177"/>
                  </a:lnTo>
                  <a:lnTo>
                    <a:pt x="246" y="175"/>
                  </a:lnTo>
                  <a:lnTo>
                    <a:pt x="242" y="173"/>
                  </a:lnTo>
                  <a:lnTo>
                    <a:pt x="240" y="171"/>
                  </a:lnTo>
                  <a:lnTo>
                    <a:pt x="240" y="165"/>
                  </a:lnTo>
                  <a:lnTo>
                    <a:pt x="238" y="162"/>
                  </a:lnTo>
                  <a:lnTo>
                    <a:pt x="231" y="158"/>
                  </a:lnTo>
                  <a:lnTo>
                    <a:pt x="225" y="152"/>
                  </a:lnTo>
                  <a:lnTo>
                    <a:pt x="223" y="150"/>
                  </a:lnTo>
                  <a:lnTo>
                    <a:pt x="219" y="150"/>
                  </a:lnTo>
                  <a:lnTo>
                    <a:pt x="217" y="152"/>
                  </a:lnTo>
                  <a:lnTo>
                    <a:pt x="215" y="152"/>
                  </a:lnTo>
                  <a:lnTo>
                    <a:pt x="213" y="152"/>
                  </a:lnTo>
                  <a:lnTo>
                    <a:pt x="212" y="152"/>
                  </a:lnTo>
                  <a:lnTo>
                    <a:pt x="212" y="150"/>
                  </a:lnTo>
                  <a:lnTo>
                    <a:pt x="212" y="148"/>
                  </a:lnTo>
                  <a:lnTo>
                    <a:pt x="210" y="146"/>
                  </a:lnTo>
                  <a:lnTo>
                    <a:pt x="210" y="146"/>
                  </a:lnTo>
                  <a:lnTo>
                    <a:pt x="210" y="144"/>
                  </a:lnTo>
                  <a:lnTo>
                    <a:pt x="210" y="144"/>
                  </a:lnTo>
                  <a:lnTo>
                    <a:pt x="208" y="139"/>
                  </a:lnTo>
                  <a:lnTo>
                    <a:pt x="208" y="139"/>
                  </a:lnTo>
                  <a:lnTo>
                    <a:pt x="210" y="139"/>
                  </a:lnTo>
                  <a:lnTo>
                    <a:pt x="210" y="137"/>
                  </a:lnTo>
                  <a:lnTo>
                    <a:pt x="212" y="131"/>
                  </a:lnTo>
                  <a:lnTo>
                    <a:pt x="213" y="127"/>
                  </a:lnTo>
                  <a:lnTo>
                    <a:pt x="215" y="125"/>
                  </a:lnTo>
                  <a:lnTo>
                    <a:pt x="215" y="123"/>
                  </a:lnTo>
                  <a:lnTo>
                    <a:pt x="215" y="123"/>
                  </a:lnTo>
                  <a:lnTo>
                    <a:pt x="215" y="123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13" y="122"/>
                  </a:lnTo>
                  <a:lnTo>
                    <a:pt x="215" y="120"/>
                  </a:lnTo>
                  <a:lnTo>
                    <a:pt x="215" y="120"/>
                  </a:lnTo>
                  <a:lnTo>
                    <a:pt x="215" y="116"/>
                  </a:lnTo>
                  <a:lnTo>
                    <a:pt x="217" y="116"/>
                  </a:lnTo>
                  <a:lnTo>
                    <a:pt x="219" y="114"/>
                  </a:lnTo>
                  <a:lnTo>
                    <a:pt x="221" y="112"/>
                  </a:lnTo>
                  <a:lnTo>
                    <a:pt x="221" y="112"/>
                  </a:lnTo>
                  <a:lnTo>
                    <a:pt x="221" y="110"/>
                  </a:lnTo>
                  <a:lnTo>
                    <a:pt x="223" y="110"/>
                  </a:lnTo>
                  <a:lnTo>
                    <a:pt x="225" y="110"/>
                  </a:lnTo>
                  <a:lnTo>
                    <a:pt x="231" y="108"/>
                  </a:lnTo>
                  <a:lnTo>
                    <a:pt x="231" y="108"/>
                  </a:lnTo>
                  <a:lnTo>
                    <a:pt x="233" y="106"/>
                  </a:lnTo>
                  <a:lnTo>
                    <a:pt x="233" y="103"/>
                  </a:lnTo>
                  <a:lnTo>
                    <a:pt x="233" y="101"/>
                  </a:lnTo>
                  <a:lnTo>
                    <a:pt x="234" y="99"/>
                  </a:lnTo>
                  <a:lnTo>
                    <a:pt x="234" y="97"/>
                  </a:lnTo>
                  <a:lnTo>
                    <a:pt x="240" y="95"/>
                  </a:lnTo>
                  <a:lnTo>
                    <a:pt x="240" y="93"/>
                  </a:lnTo>
                  <a:lnTo>
                    <a:pt x="240" y="93"/>
                  </a:lnTo>
                  <a:lnTo>
                    <a:pt x="242" y="93"/>
                  </a:lnTo>
                  <a:lnTo>
                    <a:pt x="242" y="93"/>
                  </a:lnTo>
                  <a:lnTo>
                    <a:pt x="242" y="93"/>
                  </a:lnTo>
                  <a:lnTo>
                    <a:pt x="244" y="93"/>
                  </a:lnTo>
                  <a:lnTo>
                    <a:pt x="244" y="93"/>
                  </a:lnTo>
                  <a:lnTo>
                    <a:pt x="246" y="93"/>
                  </a:lnTo>
                  <a:lnTo>
                    <a:pt x="248" y="93"/>
                  </a:lnTo>
                  <a:lnTo>
                    <a:pt x="248" y="91"/>
                  </a:lnTo>
                  <a:lnTo>
                    <a:pt x="246" y="85"/>
                  </a:lnTo>
                  <a:lnTo>
                    <a:pt x="244" y="84"/>
                  </a:lnTo>
                  <a:lnTo>
                    <a:pt x="242" y="82"/>
                  </a:lnTo>
                  <a:lnTo>
                    <a:pt x="236" y="82"/>
                  </a:lnTo>
                  <a:lnTo>
                    <a:pt x="234" y="80"/>
                  </a:lnTo>
                  <a:lnTo>
                    <a:pt x="233" y="80"/>
                  </a:lnTo>
                  <a:lnTo>
                    <a:pt x="233" y="80"/>
                  </a:lnTo>
                  <a:lnTo>
                    <a:pt x="233" y="84"/>
                  </a:lnTo>
                  <a:lnTo>
                    <a:pt x="233" y="84"/>
                  </a:lnTo>
                  <a:lnTo>
                    <a:pt x="231" y="84"/>
                  </a:lnTo>
                  <a:lnTo>
                    <a:pt x="231" y="82"/>
                  </a:lnTo>
                  <a:lnTo>
                    <a:pt x="231" y="80"/>
                  </a:lnTo>
                  <a:lnTo>
                    <a:pt x="231" y="78"/>
                  </a:lnTo>
                  <a:lnTo>
                    <a:pt x="233" y="76"/>
                  </a:lnTo>
                  <a:lnTo>
                    <a:pt x="234" y="70"/>
                  </a:lnTo>
                  <a:lnTo>
                    <a:pt x="234" y="68"/>
                  </a:lnTo>
                  <a:lnTo>
                    <a:pt x="236" y="66"/>
                  </a:lnTo>
                  <a:lnTo>
                    <a:pt x="236" y="65"/>
                  </a:lnTo>
                  <a:lnTo>
                    <a:pt x="238" y="66"/>
                  </a:lnTo>
                  <a:lnTo>
                    <a:pt x="238" y="68"/>
                  </a:lnTo>
                  <a:lnTo>
                    <a:pt x="238" y="70"/>
                  </a:lnTo>
                  <a:lnTo>
                    <a:pt x="238" y="72"/>
                  </a:lnTo>
                  <a:lnTo>
                    <a:pt x="240" y="74"/>
                  </a:lnTo>
                  <a:lnTo>
                    <a:pt x="242" y="74"/>
                  </a:lnTo>
                  <a:lnTo>
                    <a:pt x="244" y="76"/>
                  </a:lnTo>
                  <a:lnTo>
                    <a:pt x="246" y="76"/>
                  </a:lnTo>
                  <a:lnTo>
                    <a:pt x="246" y="78"/>
                  </a:lnTo>
                  <a:lnTo>
                    <a:pt x="248" y="78"/>
                  </a:lnTo>
                  <a:lnTo>
                    <a:pt x="248" y="80"/>
                  </a:lnTo>
                  <a:lnTo>
                    <a:pt x="250" y="80"/>
                  </a:lnTo>
                  <a:lnTo>
                    <a:pt x="252" y="82"/>
                  </a:lnTo>
                  <a:lnTo>
                    <a:pt x="254" y="82"/>
                  </a:lnTo>
                  <a:lnTo>
                    <a:pt x="255" y="82"/>
                  </a:lnTo>
                  <a:lnTo>
                    <a:pt x="255" y="82"/>
                  </a:lnTo>
                  <a:lnTo>
                    <a:pt x="257" y="84"/>
                  </a:lnTo>
                  <a:lnTo>
                    <a:pt x="257" y="84"/>
                  </a:lnTo>
                  <a:lnTo>
                    <a:pt x="257" y="85"/>
                  </a:lnTo>
                  <a:lnTo>
                    <a:pt x="259" y="85"/>
                  </a:lnTo>
                  <a:lnTo>
                    <a:pt x="259" y="85"/>
                  </a:lnTo>
                  <a:lnTo>
                    <a:pt x="261" y="87"/>
                  </a:lnTo>
                  <a:lnTo>
                    <a:pt x="261" y="87"/>
                  </a:lnTo>
                  <a:lnTo>
                    <a:pt x="261" y="89"/>
                  </a:lnTo>
                  <a:lnTo>
                    <a:pt x="261" y="89"/>
                  </a:lnTo>
                  <a:lnTo>
                    <a:pt x="263" y="89"/>
                  </a:lnTo>
                  <a:lnTo>
                    <a:pt x="263" y="89"/>
                  </a:lnTo>
                  <a:lnTo>
                    <a:pt x="263" y="91"/>
                  </a:lnTo>
                  <a:lnTo>
                    <a:pt x="263" y="93"/>
                  </a:lnTo>
                  <a:lnTo>
                    <a:pt x="265" y="93"/>
                  </a:lnTo>
                  <a:lnTo>
                    <a:pt x="267" y="95"/>
                  </a:lnTo>
                  <a:lnTo>
                    <a:pt x="267" y="95"/>
                  </a:lnTo>
                  <a:lnTo>
                    <a:pt x="267" y="97"/>
                  </a:lnTo>
                  <a:lnTo>
                    <a:pt x="265" y="99"/>
                  </a:lnTo>
                  <a:lnTo>
                    <a:pt x="261" y="101"/>
                  </a:lnTo>
                  <a:lnTo>
                    <a:pt x="261" y="101"/>
                  </a:lnTo>
                  <a:lnTo>
                    <a:pt x="263" y="103"/>
                  </a:lnTo>
                  <a:lnTo>
                    <a:pt x="271" y="99"/>
                  </a:lnTo>
                  <a:lnTo>
                    <a:pt x="274" y="101"/>
                  </a:lnTo>
                  <a:lnTo>
                    <a:pt x="274" y="103"/>
                  </a:lnTo>
                  <a:lnTo>
                    <a:pt x="274" y="104"/>
                  </a:lnTo>
                  <a:lnTo>
                    <a:pt x="276" y="106"/>
                  </a:lnTo>
                  <a:lnTo>
                    <a:pt x="278" y="106"/>
                  </a:lnTo>
                  <a:lnTo>
                    <a:pt x="278" y="106"/>
                  </a:lnTo>
                  <a:lnTo>
                    <a:pt x="280" y="103"/>
                  </a:lnTo>
                  <a:lnTo>
                    <a:pt x="282" y="101"/>
                  </a:lnTo>
                  <a:lnTo>
                    <a:pt x="284" y="101"/>
                  </a:lnTo>
                  <a:lnTo>
                    <a:pt x="290" y="106"/>
                  </a:lnTo>
                  <a:lnTo>
                    <a:pt x="292" y="106"/>
                  </a:lnTo>
                  <a:lnTo>
                    <a:pt x="295" y="106"/>
                  </a:lnTo>
                  <a:lnTo>
                    <a:pt x="297" y="104"/>
                  </a:lnTo>
                  <a:lnTo>
                    <a:pt x="297" y="103"/>
                  </a:lnTo>
                  <a:lnTo>
                    <a:pt x="295" y="103"/>
                  </a:lnTo>
                  <a:lnTo>
                    <a:pt x="295" y="103"/>
                  </a:lnTo>
                  <a:lnTo>
                    <a:pt x="294" y="101"/>
                  </a:lnTo>
                  <a:lnTo>
                    <a:pt x="295" y="99"/>
                  </a:lnTo>
                  <a:lnTo>
                    <a:pt x="294" y="99"/>
                  </a:lnTo>
                  <a:lnTo>
                    <a:pt x="294" y="101"/>
                  </a:lnTo>
                  <a:lnTo>
                    <a:pt x="292" y="99"/>
                  </a:lnTo>
                  <a:lnTo>
                    <a:pt x="292" y="99"/>
                  </a:lnTo>
                  <a:lnTo>
                    <a:pt x="290" y="95"/>
                  </a:lnTo>
                  <a:lnTo>
                    <a:pt x="288" y="95"/>
                  </a:lnTo>
                  <a:lnTo>
                    <a:pt x="286" y="93"/>
                  </a:lnTo>
                  <a:lnTo>
                    <a:pt x="284" y="91"/>
                  </a:lnTo>
                  <a:lnTo>
                    <a:pt x="284" y="89"/>
                  </a:lnTo>
                  <a:lnTo>
                    <a:pt x="284" y="87"/>
                  </a:lnTo>
                  <a:lnTo>
                    <a:pt x="286" y="85"/>
                  </a:lnTo>
                  <a:lnTo>
                    <a:pt x="286" y="85"/>
                  </a:lnTo>
                  <a:lnTo>
                    <a:pt x="288" y="84"/>
                  </a:lnTo>
                  <a:lnTo>
                    <a:pt x="290" y="85"/>
                  </a:lnTo>
                  <a:lnTo>
                    <a:pt x="290" y="85"/>
                  </a:lnTo>
                  <a:lnTo>
                    <a:pt x="292" y="87"/>
                  </a:lnTo>
                  <a:lnTo>
                    <a:pt x="292" y="87"/>
                  </a:lnTo>
                  <a:lnTo>
                    <a:pt x="294" y="89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7" y="91"/>
                  </a:lnTo>
                  <a:lnTo>
                    <a:pt x="299" y="91"/>
                  </a:lnTo>
                  <a:lnTo>
                    <a:pt x="299" y="93"/>
                  </a:lnTo>
                  <a:lnTo>
                    <a:pt x="299" y="93"/>
                  </a:lnTo>
                  <a:lnTo>
                    <a:pt x="299" y="93"/>
                  </a:lnTo>
                  <a:lnTo>
                    <a:pt x="301" y="95"/>
                  </a:lnTo>
                  <a:lnTo>
                    <a:pt x="303" y="95"/>
                  </a:lnTo>
                  <a:lnTo>
                    <a:pt x="303" y="97"/>
                  </a:lnTo>
                  <a:lnTo>
                    <a:pt x="303" y="97"/>
                  </a:lnTo>
                  <a:lnTo>
                    <a:pt x="303" y="97"/>
                  </a:lnTo>
                  <a:lnTo>
                    <a:pt x="301" y="97"/>
                  </a:lnTo>
                  <a:lnTo>
                    <a:pt x="299" y="97"/>
                  </a:lnTo>
                  <a:lnTo>
                    <a:pt x="299" y="101"/>
                  </a:lnTo>
                  <a:lnTo>
                    <a:pt x="301" y="103"/>
                  </a:lnTo>
                  <a:lnTo>
                    <a:pt x="303" y="104"/>
                  </a:lnTo>
                  <a:lnTo>
                    <a:pt x="303" y="106"/>
                  </a:lnTo>
                  <a:lnTo>
                    <a:pt x="305" y="112"/>
                  </a:lnTo>
                  <a:lnTo>
                    <a:pt x="305" y="114"/>
                  </a:lnTo>
                  <a:lnTo>
                    <a:pt x="305" y="116"/>
                  </a:lnTo>
                  <a:lnTo>
                    <a:pt x="313" y="118"/>
                  </a:lnTo>
                  <a:lnTo>
                    <a:pt x="313" y="120"/>
                  </a:lnTo>
                  <a:lnTo>
                    <a:pt x="314" y="122"/>
                  </a:lnTo>
                  <a:lnTo>
                    <a:pt x="314" y="123"/>
                  </a:lnTo>
                  <a:lnTo>
                    <a:pt x="316" y="123"/>
                  </a:lnTo>
                  <a:lnTo>
                    <a:pt x="318" y="125"/>
                  </a:lnTo>
                  <a:lnTo>
                    <a:pt x="322" y="127"/>
                  </a:lnTo>
                  <a:lnTo>
                    <a:pt x="322" y="129"/>
                  </a:lnTo>
                  <a:lnTo>
                    <a:pt x="324" y="129"/>
                  </a:lnTo>
                  <a:lnTo>
                    <a:pt x="326" y="129"/>
                  </a:lnTo>
                  <a:lnTo>
                    <a:pt x="328" y="129"/>
                  </a:lnTo>
                  <a:lnTo>
                    <a:pt x="330" y="127"/>
                  </a:lnTo>
                  <a:lnTo>
                    <a:pt x="330" y="127"/>
                  </a:lnTo>
                  <a:lnTo>
                    <a:pt x="332" y="129"/>
                  </a:lnTo>
                  <a:lnTo>
                    <a:pt x="332" y="131"/>
                  </a:lnTo>
                  <a:lnTo>
                    <a:pt x="332" y="131"/>
                  </a:lnTo>
                  <a:lnTo>
                    <a:pt x="334" y="131"/>
                  </a:lnTo>
                  <a:lnTo>
                    <a:pt x="334" y="129"/>
                  </a:lnTo>
                  <a:lnTo>
                    <a:pt x="334" y="129"/>
                  </a:lnTo>
                  <a:lnTo>
                    <a:pt x="334" y="129"/>
                  </a:lnTo>
                  <a:lnTo>
                    <a:pt x="337" y="129"/>
                  </a:lnTo>
                  <a:lnTo>
                    <a:pt x="339" y="129"/>
                  </a:lnTo>
                  <a:lnTo>
                    <a:pt x="339" y="129"/>
                  </a:lnTo>
                  <a:lnTo>
                    <a:pt x="339" y="129"/>
                  </a:lnTo>
                  <a:lnTo>
                    <a:pt x="341" y="133"/>
                  </a:lnTo>
                  <a:lnTo>
                    <a:pt x="341" y="133"/>
                  </a:lnTo>
                  <a:lnTo>
                    <a:pt x="343" y="133"/>
                  </a:lnTo>
                  <a:lnTo>
                    <a:pt x="343" y="133"/>
                  </a:lnTo>
                  <a:lnTo>
                    <a:pt x="345" y="133"/>
                  </a:lnTo>
                  <a:lnTo>
                    <a:pt x="345" y="131"/>
                  </a:lnTo>
                  <a:lnTo>
                    <a:pt x="345" y="129"/>
                  </a:lnTo>
                  <a:lnTo>
                    <a:pt x="345" y="127"/>
                  </a:lnTo>
                  <a:lnTo>
                    <a:pt x="349" y="123"/>
                  </a:lnTo>
                  <a:lnTo>
                    <a:pt x="351" y="122"/>
                  </a:lnTo>
                  <a:lnTo>
                    <a:pt x="349" y="122"/>
                  </a:lnTo>
                  <a:lnTo>
                    <a:pt x="349" y="122"/>
                  </a:lnTo>
                  <a:lnTo>
                    <a:pt x="347" y="122"/>
                  </a:lnTo>
                  <a:lnTo>
                    <a:pt x="347" y="120"/>
                  </a:lnTo>
                  <a:lnTo>
                    <a:pt x="347" y="120"/>
                  </a:lnTo>
                  <a:lnTo>
                    <a:pt x="347" y="118"/>
                  </a:lnTo>
                  <a:lnTo>
                    <a:pt x="349" y="118"/>
                  </a:lnTo>
                  <a:lnTo>
                    <a:pt x="349" y="118"/>
                  </a:lnTo>
                  <a:lnTo>
                    <a:pt x="347" y="118"/>
                  </a:lnTo>
                  <a:lnTo>
                    <a:pt x="347" y="116"/>
                  </a:lnTo>
                  <a:lnTo>
                    <a:pt x="345" y="114"/>
                  </a:lnTo>
                  <a:lnTo>
                    <a:pt x="347" y="114"/>
                  </a:lnTo>
                  <a:lnTo>
                    <a:pt x="347" y="112"/>
                  </a:lnTo>
                  <a:lnTo>
                    <a:pt x="349" y="112"/>
                  </a:lnTo>
                  <a:lnTo>
                    <a:pt x="349" y="112"/>
                  </a:lnTo>
                  <a:lnTo>
                    <a:pt x="351" y="112"/>
                  </a:lnTo>
                  <a:lnTo>
                    <a:pt x="351" y="112"/>
                  </a:lnTo>
                  <a:lnTo>
                    <a:pt x="351" y="110"/>
                  </a:lnTo>
                  <a:lnTo>
                    <a:pt x="349" y="108"/>
                  </a:lnTo>
                  <a:lnTo>
                    <a:pt x="351" y="106"/>
                  </a:lnTo>
                  <a:lnTo>
                    <a:pt x="353" y="106"/>
                  </a:lnTo>
                  <a:lnTo>
                    <a:pt x="354" y="106"/>
                  </a:lnTo>
                  <a:lnTo>
                    <a:pt x="354" y="108"/>
                  </a:lnTo>
                  <a:lnTo>
                    <a:pt x="354" y="110"/>
                  </a:lnTo>
                  <a:lnTo>
                    <a:pt x="356" y="110"/>
                  </a:lnTo>
                  <a:lnTo>
                    <a:pt x="358" y="108"/>
                  </a:lnTo>
                  <a:lnTo>
                    <a:pt x="360" y="108"/>
                  </a:lnTo>
                  <a:lnTo>
                    <a:pt x="362" y="108"/>
                  </a:lnTo>
                  <a:lnTo>
                    <a:pt x="362" y="106"/>
                  </a:lnTo>
                  <a:lnTo>
                    <a:pt x="362" y="106"/>
                  </a:lnTo>
                  <a:lnTo>
                    <a:pt x="362" y="104"/>
                  </a:lnTo>
                  <a:lnTo>
                    <a:pt x="362" y="104"/>
                  </a:lnTo>
                  <a:lnTo>
                    <a:pt x="362" y="104"/>
                  </a:lnTo>
                  <a:lnTo>
                    <a:pt x="362" y="103"/>
                  </a:lnTo>
                  <a:lnTo>
                    <a:pt x="364" y="103"/>
                  </a:lnTo>
                  <a:lnTo>
                    <a:pt x="366" y="99"/>
                  </a:lnTo>
                  <a:lnTo>
                    <a:pt x="366" y="99"/>
                  </a:lnTo>
                  <a:lnTo>
                    <a:pt x="366" y="99"/>
                  </a:lnTo>
                  <a:lnTo>
                    <a:pt x="368" y="97"/>
                  </a:lnTo>
                  <a:lnTo>
                    <a:pt x="370" y="97"/>
                  </a:lnTo>
                  <a:lnTo>
                    <a:pt x="370" y="95"/>
                  </a:lnTo>
                  <a:lnTo>
                    <a:pt x="370" y="95"/>
                  </a:lnTo>
                  <a:lnTo>
                    <a:pt x="370" y="95"/>
                  </a:lnTo>
                  <a:lnTo>
                    <a:pt x="370" y="93"/>
                  </a:lnTo>
                  <a:lnTo>
                    <a:pt x="370" y="93"/>
                  </a:lnTo>
                  <a:lnTo>
                    <a:pt x="370" y="93"/>
                  </a:lnTo>
                  <a:lnTo>
                    <a:pt x="370" y="93"/>
                  </a:lnTo>
                  <a:lnTo>
                    <a:pt x="370" y="91"/>
                  </a:lnTo>
                  <a:lnTo>
                    <a:pt x="372" y="91"/>
                  </a:lnTo>
                  <a:lnTo>
                    <a:pt x="372" y="91"/>
                  </a:lnTo>
                  <a:lnTo>
                    <a:pt x="372" y="91"/>
                  </a:lnTo>
                  <a:lnTo>
                    <a:pt x="372" y="84"/>
                  </a:lnTo>
                  <a:lnTo>
                    <a:pt x="374" y="82"/>
                  </a:lnTo>
                  <a:lnTo>
                    <a:pt x="374" y="78"/>
                  </a:lnTo>
                  <a:lnTo>
                    <a:pt x="374" y="78"/>
                  </a:lnTo>
                  <a:lnTo>
                    <a:pt x="374" y="78"/>
                  </a:lnTo>
                  <a:lnTo>
                    <a:pt x="374" y="78"/>
                  </a:lnTo>
                  <a:lnTo>
                    <a:pt x="375" y="74"/>
                  </a:lnTo>
                  <a:lnTo>
                    <a:pt x="375" y="6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05" name="Freeform 8">
              <a:extLst>
                <a:ext uri="{FF2B5EF4-FFF2-40B4-BE49-F238E27FC236}">
                  <a16:creationId xmlns:a16="http://schemas.microsoft.com/office/drawing/2014/main" id="{59305013-4E81-CA0F-06E9-FC2A01868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0663" y="1935163"/>
              <a:ext cx="504825" cy="455613"/>
            </a:xfrm>
            <a:custGeom>
              <a:avLst/>
              <a:gdLst>
                <a:gd name="T0" fmla="*/ 293 w 318"/>
                <a:gd name="T1" fmla="*/ 112 h 287"/>
                <a:gd name="T2" fmla="*/ 272 w 318"/>
                <a:gd name="T3" fmla="*/ 104 h 287"/>
                <a:gd name="T4" fmla="*/ 244 w 318"/>
                <a:gd name="T5" fmla="*/ 89 h 287"/>
                <a:gd name="T6" fmla="*/ 242 w 318"/>
                <a:gd name="T7" fmla="*/ 80 h 287"/>
                <a:gd name="T8" fmla="*/ 240 w 318"/>
                <a:gd name="T9" fmla="*/ 68 h 287"/>
                <a:gd name="T10" fmla="*/ 219 w 318"/>
                <a:gd name="T11" fmla="*/ 61 h 287"/>
                <a:gd name="T12" fmla="*/ 202 w 318"/>
                <a:gd name="T13" fmla="*/ 49 h 287"/>
                <a:gd name="T14" fmla="*/ 183 w 318"/>
                <a:gd name="T15" fmla="*/ 51 h 287"/>
                <a:gd name="T16" fmla="*/ 177 w 318"/>
                <a:gd name="T17" fmla="*/ 45 h 287"/>
                <a:gd name="T18" fmla="*/ 168 w 318"/>
                <a:gd name="T19" fmla="*/ 38 h 287"/>
                <a:gd name="T20" fmla="*/ 158 w 318"/>
                <a:gd name="T21" fmla="*/ 26 h 287"/>
                <a:gd name="T22" fmla="*/ 152 w 318"/>
                <a:gd name="T23" fmla="*/ 17 h 287"/>
                <a:gd name="T24" fmla="*/ 150 w 318"/>
                <a:gd name="T25" fmla="*/ 9 h 287"/>
                <a:gd name="T26" fmla="*/ 139 w 318"/>
                <a:gd name="T27" fmla="*/ 0 h 287"/>
                <a:gd name="T28" fmla="*/ 124 w 318"/>
                <a:gd name="T29" fmla="*/ 11 h 287"/>
                <a:gd name="T30" fmla="*/ 131 w 318"/>
                <a:gd name="T31" fmla="*/ 30 h 287"/>
                <a:gd name="T32" fmla="*/ 116 w 318"/>
                <a:gd name="T33" fmla="*/ 28 h 287"/>
                <a:gd name="T34" fmla="*/ 101 w 318"/>
                <a:gd name="T35" fmla="*/ 22 h 287"/>
                <a:gd name="T36" fmla="*/ 86 w 318"/>
                <a:gd name="T37" fmla="*/ 22 h 287"/>
                <a:gd name="T38" fmla="*/ 76 w 318"/>
                <a:gd name="T39" fmla="*/ 15 h 287"/>
                <a:gd name="T40" fmla="*/ 57 w 318"/>
                <a:gd name="T41" fmla="*/ 19 h 287"/>
                <a:gd name="T42" fmla="*/ 34 w 318"/>
                <a:gd name="T43" fmla="*/ 28 h 287"/>
                <a:gd name="T44" fmla="*/ 23 w 318"/>
                <a:gd name="T45" fmla="*/ 45 h 287"/>
                <a:gd name="T46" fmla="*/ 17 w 318"/>
                <a:gd name="T47" fmla="*/ 49 h 287"/>
                <a:gd name="T48" fmla="*/ 19 w 318"/>
                <a:gd name="T49" fmla="*/ 61 h 287"/>
                <a:gd name="T50" fmla="*/ 13 w 318"/>
                <a:gd name="T51" fmla="*/ 72 h 287"/>
                <a:gd name="T52" fmla="*/ 19 w 318"/>
                <a:gd name="T53" fmla="*/ 87 h 287"/>
                <a:gd name="T54" fmla="*/ 23 w 318"/>
                <a:gd name="T55" fmla="*/ 95 h 287"/>
                <a:gd name="T56" fmla="*/ 11 w 318"/>
                <a:gd name="T57" fmla="*/ 104 h 287"/>
                <a:gd name="T58" fmla="*/ 2 w 318"/>
                <a:gd name="T59" fmla="*/ 112 h 287"/>
                <a:gd name="T60" fmla="*/ 36 w 318"/>
                <a:gd name="T61" fmla="*/ 129 h 287"/>
                <a:gd name="T62" fmla="*/ 17 w 318"/>
                <a:gd name="T63" fmla="*/ 161 h 287"/>
                <a:gd name="T64" fmla="*/ 36 w 318"/>
                <a:gd name="T65" fmla="*/ 182 h 287"/>
                <a:gd name="T66" fmla="*/ 57 w 318"/>
                <a:gd name="T67" fmla="*/ 184 h 287"/>
                <a:gd name="T68" fmla="*/ 57 w 318"/>
                <a:gd name="T69" fmla="*/ 157 h 287"/>
                <a:gd name="T70" fmla="*/ 74 w 318"/>
                <a:gd name="T71" fmla="*/ 177 h 287"/>
                <a:gd name="T72" fmla="*/ 114 w 318"/>
                <a:gd name="T73" fmla="*/ 211 h 287"/>
                <a:gd name="T74" fmla="*/ 118 w 318"/>
                <a:gd name="T75" fmla="*/ 222 h 287"/>
                <a:gd name="T76" fmla="*/ 112 w 318"/>
                <a:gd name="T77" fmla="*/ 224 h 287"/>
                <a:gd name="T78" fmla="*/ 107 w 318"/>
                <a:gd name="T79" fmla="*/ 226 h 287"/>
                <a:gd name="T80" fmla="*/ 124 w 318"/>
                <a:gd name="T81" fmla="*/ 241 h 287"/>
                <a:gd name="T82" fmla="*/ 145 w 318"/>
                <a:gd name="T83" fmla="*/ 247 h 287"/>
                <a:gd name="T84" fmla="*/ 164 w 318"/>
                <a:gd name="T85" fmla="*/ 262 h 287"/>
                <a:gd name="T86" fmla="*/ 171 w 318"/>
                <a:gd name="T87" fmla="*/ 268 h 287"/>
                <a:gd name="T88" fmla="*/ 188 w 318"/>
                <a:gd name="T89" fmla="*/ 275 h 287"/>
                <a:gd name="T90" fmla="*/ 202 w 318"/>
                <a:gd name="T91" fmla="*/ 272 h 287"/>
                <a:gd name="T92" fmla="*/ 209 w 318"/>
                <a:gd name="T93" fmla="*/ 279 h 287"/>
                <a:gd name="T94" fmla="*/ 215 w 318"/>
                <a:gd name="T95" fmla="*/ 283 h 287"/>
                <a:gd name="T96" fmla="*/ 221 w 318"/>
                <a:gd name="T97" fmla="*/ 287 h 287"/>
                <a:gd name="T98" fmla="*/ 230 w 318"/>
                <a:gd name="T99" fmla="*/ 279 h 287"/>
                <a:gd name="T100" fmla="*/ 230 w 318"/>
                <a:gd name="T101" fmla="*/ 264 h 287"/>
                <a:gd name="T102" fmla="*/ 236 w 318"/>
                <a:gd name="T103" fmla="*/ 247 h 287"/>
                <a:gd name="T104" fmla="*/ 246 w 318"/>
                <a:gd name="T105" fmla="*/ 237 h 287"/>
                <a:gd name="T106" fmla="*/ 249 w 318"/>
                <a:gd name="T107" fmla="*/ 226 h 287"/>
                <a:gd name="T108" fmla="*/ 249 w 318"/>
                <a:gd name="T109" fmla="*/ 211 h 287"/>
                <a:gd name="T110" fmla="*/ 255 w 318"/>
                <a:gd name="T111" fmla="*/ 205 h 287"/>
                <a:gd name="T112" fmla="*/ 257 w 318"/>
                <a:gd name="T113" fmla="*/ 199 h 287"/>
                <a:gd name="T114" fmla="*/ 259 w 318"/>
                <a:gd name="T115" fmla="*/ 178 h 287"/>
                <a:gd name="T116" fmla="*/ 278 w 318"/>
                <a:gd name="T117" fmla="*/ 157 h 287"/>
                <a:gd name="T118" fmla="*/ 295 w 318"/>
                <a:gd name="T119" fmla="*/ 144 h 287"/>
                <a:gd name="T120" fmla="*/ 309 w 318"/>
                <a:gd name="T121" fmla="*/ 135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8" h="287">
                  <a:moveTo>
                    <a:pt x="316" y="129"/>
                  </a:moveTo>
                  <a:lnTo>
                    <a:pt x="314" y="125"/>
                  </a:lnTo>
                  <a:lnTo>
                    <a:pt x="312" y="123"/>
                  </a:lnTo>
                  <a:lnTo>
                    <a:pt x="305" y="121"/>
                  </a:lnTo>
                  <a:lnTo>
                    <a:pt x="297" y="119"/>
                  </a:lnTo>
                  <a:lnTo>
                    <a:pt x="295" y="118"/>
                  </a:lnTo>
                  <a:lnTo>
                    <a:pt x="295" y="116"/>
                  </a:lnTo>
                  <a:lnTo>
                    <a:pt x="293" y="112"/>
                  </a:lnTo>
                  <a:lnTo>
                    <a:pt x="291" y="112"/>
                  </a:lnTo>
                  <a:lnTo>
                    <a:pt x="289" y="110"/>
                  </a:lnTo>
                  <a:lnTo>
                    <a:pt x="280" y="104"/>
                  </a:lnTo>
                  <a:lnTo>
                    <a:pt x="278" y="102"/>
                  </a:lnTo>
                  <a:lnTo>
                    <a:pt x="276" y="104"/>
                  </a:lnTo>
                  <a:lnTo>
                    <a:pt x="274" y="104"/>
                  </a:lnTo>
                  <a:lnTo>
                    <a:pt x="274" y="104"/>
                  </a:lnTo>
                  <a:lnTo>
                    <a:pt x="272" y="104"/>
                  </a:lnTo>
                  <a:lnTo>
                    <a:pt x="269" y="102"/>
                  </a:lnTo>
                  <a:lnTo>
                    <a:pt x="265" y="100"/>
                  </a:lnTo>
                  <a:lnTo>
                    <a:pt x="255" y="95"/>
                  </a:lnTo>
                  <a:lnTo>
                    <a:pt x="248" y="93"/>
                  </a:lnTo>
                  <a:lnTo>
                    <a:pt x="246" y="93"/>
                  </a:lnTo>
                  <a:lnTo>
                    <a:pt x="242" y="93"/>
                  </a:lnTo>
                  <a:lnTo>
                    <a:pt x="242" y="91"/>
                  </a:lnTo>
                  <a:lnTo>
                    <a:pt x="244" y="89"/>
                  </a:lnTo>
                  <a:lnTo>
                    <a:pt x="244" y="89"/>
                  </a:lnTo>
                  <a:lnTo>
                    <a:pt x="244" y="85"/>
                  </a:lnTo>
                  <a:lnTo>
                    <a:pt x="242" y="85"/>
                  </a:lnTo>
                  <a:lnTo>
                    <a:pt x="242" y="83"/>
                  </a:lnTo>
                  <a:lnTo>
                    <a:pt x="240" y="81"/>
                  </a:lnTo>
                  <a:lnTo>
                    <a:pt x="240" y="81"/>
                  </a:lnTo>
                  <a:lnTo>
                    <a:pt x="240" y="80"/>
                  </a:lnTo>
                  <a:lnTo>
                    <a:pt x="242" y="80"/>
                  </a:lnTo>
                  <a:lnTo>
                    <a:pt x="242" y="80"/>
                  </a:lnTo>
                  <a:lnTo>
                    <a:pt x="244" y="80"/>
                  </a:lnTo>
                  <a:lnTo>
                    <a:pt x="244" y="80"/>
                  </a:lnTo>
                  <a:lnTo>
                    <a:pt x="246" y="76"/>
                  </a:lnTo>
                  <a:lnTo>
                    <a:pt x="246" y="74"/>
                  </a:lnTo>
                  <a:lnTo>
                    <a:pt x="244" y="74"/>
                  </a:lnTo>
                  <a:lnTo>
                    <a:pt x="240" y="70"/>
                  </a:lnTo>
                  <a:lnTo>
                    <a:pt x="240" y="68"/>
                  </a:lnTo>
                  <a:lnTo>
                    <a:pt x="238" y="68"/>
                  </a:lnTo>
                  <a:lnTo>
                    <a:pt x="234" y="70"/>
                  </a:lnTo>
                  <a:lnTo>
                    <a:pt x="234" y="70"/>
                  </a:lnTo>
                  <a:lnTo>
                    <a:pt x="230" y="70"/>
                  </a:lnTo>
                  <a:lnTo>
                    <a:pt x="229" y="66"/>
                  </a:lnTo>
                  <a:lnTo>
                    <a:pt x="227" y="64"/>
                  </a:lnTo>
                  <a:lnTo>
                    <a:pt x="225" y="62"/>
                  </a:lnTo>
                  <a:lnTo>
                    <a:pt x="219" y="61"/>
                  </a:lnTo>
                  <a:lnTo>
                    <a:pt x="217" y="59"/>
                  </a:lnTo>
                  <a:lnTo>
                    <a:pt x="217" y="59"/>
                  </a:lnTo>
                  <a:lnTo>
                    <a:pt x="215" y="59"/>
                  </a:lnTo>
                  <a:lnTo>
                    <a:pt x="213" y="55"/>
                  </a:lnTo>
                  <a:lnTo>
                    <a:pt x="211" y="53"/>
                  </a:lnTo>
                  <a:lnTo>
                    <a:pt x="211" y="51"/>
                  </a:lnTo>
                  <a:lnTo>
                    <a:pt x="209" y="51"/>
                  </a:lnTo>
                  <a:lnTo>
                    <a:pt x="202" y="49"/>
                  </a:lnTo>
                  <a:lnTo>
                    <a:pt x="200" y="49"/>
                  </a:lnTo>
                  <a:lnTo>
                    <a:pt x="196" y="49"/>
                  </a:lnTo>
                  <a:lnTo>
                    <a:pt x="192" y="49"/>
                  </a:lnTo>
                  <a:lnTo>
                    <a:pt x="190" y="51"/>
                  </a:lnTo>
                  <a:lnTo>
                    <a:pt x="187" y="53"/>
                  </a:lnTo>
                  <a:lnTo>
                    <a:pt x="187" y="53"/>
                  </a:lnTo>
                  <a:lnTo>
                    <a:pt x="185" y="53"/>
                  </a:lnTo>
                  <a:lnTo>
                    <a:pt x="183" y="51"/>
                  </a:lnTo>
                  <a:lnTo>
                    <a:pt x="181" y="51"/>
                  </a:lnTo>
                  <a:lnTo>
                    <a:pt x="179" y="49"/>
                  </a:lnTo>
                  <a:lnTo>
                    <a:pt x="179" y="47"/>
                  </a:lnTo>
                  <a:lnTo>
                    <a:pt x="177" y="47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5" y="43"/>
                  </a:lnTo>
                  <a:lnTo>
                    <a:pt x="173" y="43"/>
                  </a:lnTo>
                  <a:lnTo>
                    <a:pt x="171" y="43"/>
                  </a:lnTo>
                  <a:lnTo>
                    <a:pt x="171" y="43"/>
                  </a:lnTo>
                  <a:lnTo>
                    <a:pt x="169" y="43"/>
                  </a:lnTo>
                  <a:lnTo>
                    <a:pt x="169" y="41"/>
                  </a:lnTo>
                  <a:lnTo>
                    <a:pt x="168" y="38"/>
                  </a:lnTo>
                  <a:lnTo>
                    <a:pt x="168" y="38"/>
                  </a:lnTo>
                  <a:lnTo>
                    <a:pt x="168" y="36"/>
                  </a:lnTo>
                  <a:lnTo>
                    <a:pt x="164" y="34"/>
                  </a:lnTo>
                  <a:lnTo>
                    <a:pt x="162" y="34"/>
                  </a:lnTo>
                  <a:lnTo>
                    <a:pt x="160" y="32"/>
                  </a:lnTo>
                  <a:lnTo>
                    <a:pt x="158" y="32"/>
                  </a:lnTo>
                  <a:lnTo>
                    <a:pt x="158" y="30"/>
                  </a:lnTo>
                  <a:lnTo>
                    <a:pt x="158" y="28"/>
                  </a:lnTo>
                  <a:lnTo>
                    <a:pt x="158" y="26"/>
                  </a:lnTo>
                  <a:lnTo>
                    <a:pt x="158" y="22"/>
                  </a:lnTo>
                  <a:lnTo>
                    <a:pt x="156" y="22"/>
                  </a:lnTo>
                  <a:lnTo>
                    <a:pt x="154" y="22"/>
                  </a:lnTo>
                  <a:lnTo>
                    <a:pt x="152" y="21"/>
                  </a:lnTo>
                  <a:lnTo>
                    <a:pt x="152" y="21"/>
                  </a:lnTo>
                  <a:lnTo>
                    <a:pt x="152" y="19"/>
                  </a:lnTo>
                  <a:lnTo>
                    <a:pt x="152" y="19"/>
                  </a:lnTo>
                  <a:lnTo>
                    <a:pt x="152" y="17"/>
                  </a:lnTo>
                  <a:lnTo>
                    <a:pt x="152" y="17"/>
                  </a:lnTo>
                  <a:lnTo>
                    <a:pt x="150" y="15"/>
                  </a:lnTo>
                  <a:lnTo>
                    <a:pt x="150" y="15"/>
                  </a:lnTo>
                  <a:lnTo>
                    <a:pt x="150" y="13"/>
                  </a:lnTo>
                  <a:lnTo>
                    <a:pt x="150" y="13"/>
                  </a:lnTo>
                  <a:lnTo>
                    <a:pt x="150" y="11"/>
                  </a:lnTo>
                  <a:lnTo>
                    <a:pt x="150" y="9"/>
                  </a:lnTo>
                  <a:lnTo>
                    <a:pt x="150" y="9"/>
                  </a:lnTo>
                  <a:lnTo>
                    <a:pt x="148" y="9"/>
                  </a:lnTo>
                  <a:lnTo>
                    <a:pt x="147" y="9"/>
                  </a:lnTo>
                  <a:lnTo>
                    <a:pt x="147" y="7"/>
                  </a:lnTo>
                  <a:lnTo>
                    <a:pt x="147" y="5"/>
                  </a:lnTo>
                  <a:lnTo>
                    <a:pt x="145" y="3"/>
                  </a:lnTo>
                  <a:lnTo>
                    <a:pt x="143" y="2"/>
                  </a:lnTo>
                  <a:lnTo>
                    <a:pt x="139" y="0"/>
                  </a:lnTo>
                  <a:lnTo>
                    <a:pt x="139" y="0"/>
                  </a:lnTo>
                  <a:lnTo>
                    <a:pt x="133" y="0"/>
                  </a:lnTo>
                  <a:lnTo>
                    <a:pt x="131" y="3"/>
                  </a:lnTo>
                  <a:lnTo>
                    <a:pt x="131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6" y="9"/>
                  </a:lnTo>
                  <a:lnTo>
                    <a:pt x="126" y="7"/>
                  </a:lnTo>
                  <a:lnTo>
                    <a:pt x="124" y="11"/>
                  </a:lnTo>
                  <a:lnTo>
                    <a:pt x="122" y="13"/>
                  </a:lnTo>
                  <a:lnTo>
                    <a:pt x="122" y="13"/>
                  </a:lnTo>
                  <a:lnTo>
                    <a:pt x="124" y="17"/>
                  </a:lnTo>
                  <a:lnTo>
                    <a:pt x="124" y="17"/>
                  </a:lnTo>
                  <a:lnTo>
                    <a:pt x="128" y="21"/>
                  </a:lnTo>
                  <a:lnTo>
                    <a:pt x="129" y="24"/>
                  </a:lnTo>
                  <a:lnTo>
                    <a:pt x="131" y="28"/>
                  </a:lnTo>
                  <a:lnTo>
                    <a:pt x="131" y="30"/>
                  </a:lnTo>
                  <a:lnTo>
                    <a:pt x="131" y="32"/>
                  </a:lnTo>
                  <a:lnTo>
                    <a:pt x="129" y="32"/>
                  </a:lnTo>
                  <a:lnTo>
                    <a:pt x="128" y="34"/>
                  </a:lnTo>
                  <a:lnTo>
                    <a:pt x="126" y="34"/>
                  </a:lnTo>
                  <a:lnTo>
                    <a:pt x="120" y="32"/>
                  </a:lnTo>
                  <a:lnTo>
                    <a:pt x="118" y="32"/>
                  </a:lnTo>
                  <a:lnTo>
                    <a:pt x="118" y="30"/>
                  </a:lnTo>
                  <a:lnTo>
                    <a:pt x="116" y="28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12" y="24"/>
                  </a:lnTo>
                  <a:lnTo>
                    <a:pt x="110" y="24"/>
                  </a:lnTo>
                  <a:lnTo>
                    <a:pt x="107" y="22"/>
                  </a:lnTo>
                  <a:lnTo>
                    <a:pt x="103" y="22"/>
                  </a:lnTo>
                  <a:lnTo>
                    <a:pt x="101" y="22"/>
                  </a:lnTo>
                  <a:lnTo>
                    <a:pt x="101" y="22"/>
                  </a:lnTo>
                  <a:lnTo>
                    <a:pt x="99" y="22"/>
                  </a:lnTo>
                  <a:lnTo>
                    <a:pt x="97" y="22"/>
                  </a:lnTo>
                  <a:lnTo>
                    <a:pt x="95" y="21"/>
                  </a:lnTo>
                  <a:lnTo>
                    <a:pt x="93" y="21"/>
                  </a:lnTo>
                  <a:lnTo>
                    <a:pt x="89" y="22"/>
                  </a:lnTo>
                  <a:lnTo>
                    <a:pt x="87" y="22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4" y="21"/>
                  </a:lnTo>
                  <a:lnTo>
                    <a:pt x="82" y="19"/>
                  </a:lnTo>
                  <a:lnTo>
                    <a:pt x="80" y="17"/>
                  </a:lnTo>
                  <a:lnTo>
                    <a:pt x="80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6" y="17"/>
                  </a:lnTo>
                  <a:lnTo>
                    <a:pt x="76" y="15"/>
                  </a:lnTo>
                  <a:lnTo>
                    <a:pt x="76" y="15"/>
                  </a:lnTo>
                  <a:lnTo>
                    <a:pt x="74" y="15"/>
                  </a:lnTo>
                  <a:lnTo>
                    <a:pt x="72" y="15"/>
                  </a:lnTo>
                  <a:lnTo>
                    <a:pt x="68" y="15"/>
                  </a:lnTo>
                  <a:lnTo>
                    <a:pt x="68" y="15"/>
                  </a:lnTo>
                  <a:lnTo>
                    <a:pt x="67" y="15"/>
                  </a:lnTo>
                  <a:lnTo>
                    <a:pt x="63" y="19"/>
                  </a:lnTo>
                  <a:lnTo>
                    <a:pt x="57" y="19"/>
                  </a:lnTo>
                  <a:lnTo>
                    <a:pt x="51" y="22"/>
                  </a:lnTo>
                  <a:lnTo>
                    <a:pt x="47" y="26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2" y="28"/>
                  </a:lnTo>
                  <a:lnTo>
                    <a:pt x="36" y="26"/>
                  </a:lnTo>
                  <a:lnTo>
                    <a:pt x="36" y="26"/>
                  </a:lnTo>
                  <a:lnTo>
                    <a:pt x="34" y="28"/>
                  </a:lnTo>
                  <a:lnTo>
                    <a:pt x="34" y="28"/>
                  </a:lnTo>
                  <a:lnTo>
                    <a:pt x="30" y="32"/>
                  </a:lnTo>
                  <a:lnTo>
                    <a:pt x="28" y="36"/>
                  </a:lnTo>
                  <a:lnTo>
                    <a:pt x="23" y="41"/>
                  </a:lnTo>
                  <a:lnTo>
                    <a:pt x="21" y="41"/>
                  </a:lnTo>
                  <a:lnTo>
                    <a:pt x="21" y="43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7"/>
                  </a:lnTo>
                  <a:lnTo>
                    <a:pt x="21" y="47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9" y="47"/>
                  </a:lnTo>
                  <a:lnTo>
                    <a:pt x="17" y="47"/>
                  </a:lnTo>
                  <a:lnTo>
                    <a:pt x="17" y="49"/>
                  </a:lnTo>
                  <a:lnTo>
                    <a:pt x="17" y="49"/>
                  </a:lnTo>
                  <a:lnTo>
                    <a:pt x="19" y="51"/>
                  </a:lnTo>
                  <a:lnTo>
                    <a:pt x="19" y="53"/>
                  </a:lnTo>
                  <a:lnTo>
                    <a:pt x="21" y="53"/>
                  </a:lnTo>
                  <a:lnTo>
                    <a:pt x="21" y="53"/>
                  </a:lnTo>
                  <a:lnTo>
                    <a:pt x="21" y="55"/>
                  </a:lnTo>
                  <a:lnTo>
                    <a:pt x="21" y="57"/>
                  </a:lnTo>
                  <a:lnTo>
                    <a:pt x="21" y="61"/>
                  </a:lnTo>
                  <a:lnTo>
                    <a:pt x="19" y="61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7" y="59"/>
                  </a:lnTo>
                  <a:lnTo>
                    <a:pt x="17" y="61"/>
                  </a:lnTo>
                  <a:lnTo>
                    <a:pt x="15" y="64"/>
                  </a:lnTo>
                  <a:lnTo>
                    <a:pt x="13" y="68"/>
                  </a:lnTo>
                  <a:lnTo>
                    <a:pt x="13" y="70"/>
                  </a:lnTo>
                  <a:lnTo>
                    <a:pt x="13" y="72"/>
                  </a:lnTo>
                  <a:lnTo>
                    <a:pt x="15" y="74"/>
                  </a:lnTo>
                  <a:lnTo>
                    <a:pt x="17" y="76"/>
                  </a:lnTo>
                  <a:lnTo>
                    <a:pt x="17" y="78"/>
                  </a:lnTo>
                  <a:lnTo>
                    <a:pt x="17" y="80"/>
                  </a:lnTo>
                  <a:lnTo>
                    <a:pt x="19" y="81"/>
                  </a:lnTo>
                  <a:lnTo>
                    <a:pt x="19" y="83"/>
                  </a:lnTo>
                  <a:lnTo>
                    <a:pt x="19" y="85"/>
                  </a:lnTo>
                  <a:lnTo>
                    <a:pt x="19" y="87"/>
                  </a:lnTo>
                  <a:lnTo>
                    <a:pt x="19" y="87"/>
                  </a:lnTo>
                  <a:lnTo>
                    <a:pt x="17" y="89"/>
                  </a:lnTo>
                  <a:lnTo>
                    <a:pt x="17" y="89"/>
                  </a:lnTo>
                  <a:lnTo>
                    <a:pt x="19" y="93"/>
                  </a:lnTo>
                  <a:lnTo>
                    <a:pt x="19" y="93"/>
                  </a:lnTo>
                  <a:lnTo>
                    <a:pt x="21" y="95"/>
                  </a:lnTo>
                  <a:lnTo>
                    <a:pt x="21" y="95"/>
                  </a:lnTo>
                  <a:lnTo>
                    <a:pt x="23" y="95"/>
                  </a:lnTo>
                  <a:lnTo>
                    <a:pt x="23" y="95"/>
                  </a:lnTo>
                  <a:lnTo>
                    <a:pt x="23" y="95"/>
                  </a:lnTo>
                  <a:lnTo>
                    <a:pt x="23" y="97"/>
                  </a:lnTo>
                  <a:lnTo>
                    <a:pt x="23" y="97"/>
                  </a:lnTo>
                  <a:lnTo>
                    <a:pt x="23" y="99"/>
                  </a:lnTo>
                  <a:lnTo>
                    <a:pt x="21" y="99"/>
                  </a:lnTo>
                  <a:lnTo>
                    <a:pt x="19" y="100"/>
                  </a:lnTo>
                  <a:lnTo>
                    <a:pt x="11" y="104"/>
                  </a:lnTo>
                  <a:lnTo>
                    <a:pt x="9" y="106"/>
                  </a:lnTo>
                  <a:lnTo>
                    <a:pt x="7" y="106"/>
                  </a:lnTo>
                  <a:lnTo>
                    <a:pt x="6" y="106"/>
                  </a:lnTo>
                  <a:lnTo>
                    <a:pt x="4" y="106"/>
                  </a:lnTo>
                  <a:lnTo>
                    <a:pt x="2" y="108"/>
                  </a:lnTo>
                  <a:lnTo>
                    <a:pt x="0" y="108"/>
                  </a:lnTo>
                  <a:lnTo>
                    <a:pt x="0" y="110"/>
                  </a:lnTo>
                  <a:lnTo>
                    <a:pt x="2" y="112"/>
                  </a:lnTo>
                  <a:lnTo>
                    <a:pt x="2" y="112"/>
                  </a:lnTo>
                  <a:lnTo>
                    <a:pt x="6" y="110"/>
                  </a:lnTo>
                  <a:lnTo>
                    <a:pt x="7" y="110"/>
                  </a:lnTo>
                  <a:lnTo>
                    <a:pt x="9" y="110"/>
                  </a:lnTo>
                  <a:lnTo>
                    <a:pt x="17" y="118"/>
                  </a:lnTo>
                  <a:lnTo>
                    <a:pt x="23" y="121"/>
                  </a:lnTo>
                  <a:lnTo>
                    <a:pt x="34" y="127"/>
                  </a:lnTo>
                  <a:lnTo>
                    <a:pt x="36" y="129"/>
                  </a:lnTo>
                  <a:lnTo>
                    <a:pt x="34" y="131"/>
                  </a:lnTo>
                  <a:lnTo>
                    <a:pt x="32" y="131"/>
                  </a:lnTo>
                  <a:lnTo>
                    <a:pt x="28" y="135"/>
                  </a:lnTo>
                  <a:lnTo>
                    <a:pt x="25" y="138"/>
                  </a:lnTo>
                  <a:lnTo>
                    <a:pt x="21" y="148"/>
                  </a:lnTo>
                  <a:lnTo>
                    <a:pt x="17" y="156"/>
                  </a:lnTo>
                  <a:lnTo>
                    <a:pt x="17" y="157"/>
                  </a:lnTo>
                  <a:lnTo>
                    <a:pt x="17" y="161"/>
                  </a:lnTo>
                  <a:lnTo>
                    <a:pt x="17" y="165"/>
                  </a:lnTo>
                  <a:lnTo>
                    <a:pt x="17" y="167"/>
                  </a:lnTo>
                  <a:lnTo>
                    <a:pt x="19" y="173"/>
                  </a:lnTo>
                  <a:lnTo>
                    <a:pt x="19" y="178"/>
                  </a:lnTo>
                  <a:lnTo>
                    <a:pt x="21" y="180"/>
                  </a:lnTo>
                  <a:lnTo>
                    <a:pt x="25" y="190"/>
                  </a:lnTo>
                  <a:lnTo>
                    <a:pt x="32" y="184"/>
                  </a:lnTo>
                  <a:lnTo>
                    <a:pt x="36" y="182"/>
                  </a:lnTo>
                  <a:lnTo>
                    <a:pt x="38" y="182"/>
                  </a:lnTo>
                  <a:lnTo>
                    <a:pt x="38" y="182"/>
                  </a:lnTo>
                  <a:lnTo>
                    <a:pt x="44" y="186"/>
                  </a:lnTo>
                  <a:lnTo>
                    <a:pt x="47" y="188"/>
                  </a:lnTo>
                  <a:lnTo>
                    <a:pt x="47" y="190"/>
                  </a:lnTo>
                  <a:lnTo>
                    <a:pt x="49" y="190"/>
                  </a:lnTo>
                  <a:lnTo>
                    <a:pt x="55" y="188"/>
                  </a:lnTo>
                  <a:lnTo>
                    <a:pt x="57" y="184"/>
                  </a:lnTo>
                  <a:lnTo>
                    <a:pt x="59" y="180"/>
                  </a:lnTo>
                  <a:lnTo>
                    <a:pt x="57" y="175"/>
                  </a:lnTo>
                  <a:lnTo>
                    <a:pt x="55" y="165"/>
                  </a:lnTo>
                  <a:lnTo>
                    <a:pt x="55" y="163"/>
                  </a:lnTo>
                  <a:lnTo>
                    <a:pt x="55" y="161"/>
                  </a:lnTo>
                  <a:lnTo>
                    <a:pt x="55" y="159"/>
                  </a:lnTo>
                  <a:lnTo>
                    <a:pt x="55" y="159"/>
                  </a:lnTo>
                  <a:lnTo>
                    <a:pt x="57" y="157"/>
                  </a:lnTo>
                  <a:lnTo>
                    <a:pt x="59" y="157"/>
                  </a:lnTo>
                  <a:lnTo>
                    <a:pt x="59" y="157"/>
                  </a:lnTo>
                  <a:lnTo>
                    <a:pt x="61" y="157"/>
                  </a:lnTo>
                  <a:lnTo>
                    <a:pt x="61" y="159"/>
                  </a:lnTo>
                  <a:lnTo>
                    <a:pt x="67" y="165"/>
                  </a:lnTo>
                  <a:lnTo>
                    <a:pt x="70" y="169"/>
                  </a:lnTo>
                  <a:lnTo>
                    <a:pt x="72" y="175"/>
                  </a:lnTo>
                  <a:lnTo>
                    <a:pt x="74" y="177"/>
                  </a:lnTo>
                  <a:lnTo>
                    <a:pt x="76" y="178"/>
                  </a:lnTo>
                  <a:lnTo>
                    <a:pt x="84" y="182"/>
                  </a:lnTo>
                  <a:lnTo>
                    <a:pt x="87" y="186"/>
                  </a:lnTo>
                  <a:lnTo>
                    <a:pt x="89" y="190"/>
                  </a:lnTo>
                  <a:lnTo>
                    <a:pt x="91" y="194"/>
                  </a:lnTo>
                  <a:lnTo>
                    <a:pt x="95" y="197"/>
                  </a:lnTo>
                  <a:lnTo>
                    <a:pt x="99" y="201"/>
                  </a:lnTo>
                  <a:lnTo>
                    <a:pt x="114" y="211"/>
                  </a:lnTo>
                  <a:lnTo>
                    <a:pt x="118" y="213"/>
                  </a:lnTo>
                  <a:lnTo>
                    <a:pt x="124" y="213"/>
                  </a:lnTo>
                  <a:lnTo>
                    <a:pt x="126" y="215"/>
                  </a:lnTo>
                  <a:lnTo>
                    <a:pt x="126" y="215"/>
                  </a:lnTo>
                  <a:lnTo>
                    <a:pt x="126" y="216"/>
                  </a:lnTo>
                  <a:lnTo>
                    <a:pt x="124" y="218"/>
                  </a:lnTo>
                  <a:lnTo>
                    <a:pt x="120" y="222"/>
                  </a:lnTo>
                  <a:lnTo>
                    <a:pt x="118" y="222"/>
                  </a:lnTo>
                  <a:lnTo>
                    <a:pt x="118" y="222"/>
                  </a:lnTo>
                  <a:lnTo>
                    <a:pt x="116" y="222"/>
                  </a:lnTo>
                  <a:lnTo>
                    <a:pt x="116" y="222"/>
                  </a:lnTo>
                  <a:lnTo>
                    <a:pt x="116" y="222"/>
                  </a:lnTo>
                  <a:lnTo>
                    <a:pt x="114" y="222"/>
                  </a:lnTo>
                  <a:lnTo>
                    <a:pt x="114" y="224"/>
                  </a:lnTo>
                  <a:lnTo>
                    <a:pt x="112" y="226"/>
                  </a:lnTo>
                  <a:lnTo>
                    <a:pt x="112" y="224"/>
                  </a:lnTo>
                  <a:lnTo>
                    <a:pt x="110" y="224"/>
                  </a:lnTo>
                  <a:lnTo>
                    <a:pt x="110" y="224"/>
                  </a:lnTo>
                  <a:lnTo>
                    <a:pt x="110" y="224"/>
                  </a:lnTo>
                  <a:lnTo>
                    <a:pt x="108" y="224"/>
                  </a:lnTo>
                  <a:lnTo>
                    <a:pt x="108" y="226"/>
                  </a:lnTo>
                  <a:lnTo>
                    <a:pt x="107" y="226"/>
                  </a:lnTo>
                  <a:lnTo>
                    <a:pt x="107" y="226"/>
                  </a:lnTo>
                  <a:lnTo>
                    <a:pt x="107" y="226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07" y="230"/>
                  </a:lnTo>
                  <a:lnTo>
                    <a:pt x="120" y="235"/>
                  </a:lnTo>
                  <a:lnTo>
                    <a:pt x="122" y="237"/>
                  </a:lnTo>
                  <a:lnTo>
                    <a:pt x="124" y="239"/>
                  </a:lnTo>
                  <a:lnTo>
                    <a:pt x="124" y="241"/>
                  </a:lnTo>
                  <a:lnTo>
                    <a:pt x="124" y="247"/>
                  </a:lnTo>
                  <a:lnTo>
                    <a:pt x="128" y="245"/>
                  </a:lnTo>
                  <a:lnTo>
                    <a:pt x="133" y="243"/>
                  </a:lnTo>
                  <a:lnTo>
                    <a:pt x="135" y="243"/>
                  </a:lnTo>
                  <a:lnTo>
                    <a:pt x="137" y="243"/>
                  </a:lnTo>
                  <a:lnTo>
                    <a:pt x="137" y="243"/>
                  </a:lnTo>
                  <a:lnTo>
                    <a:pt x="145" y="247"/>
                  </a:lnTo>
                  <a:lnTo>
                    <a:pt x="145" y="247"/>
                  </a:lnTo>
                  <a:lnTo>
                    <a:pt x="147" y="249"/>
                  </a:lnTo>
                  <a:lnTo>
                    <a:pt x="147" y="249"/>
                  </a:lnTo>
                  <a:lnTo>
                    <a:pt x="147" y="251"/>
                  </a:lnTo>
                  <a:lnTo>
                    <a:pt x="147" y="253"/>
                  </a:lnTo>
                  <a:lnTo>
                    <a:pt x="148" y="253"/>
                  </a:lnTo>
                  <a:lnTo>
                    <a:pt x="160" y="262"/>
                  </a:lnTo>
                  <a:lnTo>
                    <a:pt x="162" y="262"/>
                  </a:lnTo>
                  <a:lnTo>
                    <a:pt x="164" y="262"/>
                  </a:lnTo>
                  <a:lnTo>
                    <a:pt x="166" y="262"/>
                  </a:lnTo>
                  <a:lnTo>
                    <a:pt x="166" y="262"/>
                  </a:lnTo>
                  <a:lnTo>
                    <a:pt x="168" y="262"/>
                  </a:lnTo>
                  <a:lnTo>
                    <a:pt x="168" y="262"/>
                  </a:lnTo>
                  <a:lnTo>
                    <a:pt x="168" y="264"/>
                  </a:lnTo>
                  <a:lnTo>
                    <a:pt x="169" y="266"/>
                  </a:lnTo>
                  <a:lnTo>
                    <a:pt x="169" y="266"/>
                  </a:lnTo>
                  <a:lnTo>
                    <a:pt x="171" y="268"/>
                  </a:lnTo>
                  <a:lnTo>
                    <a:pt x="171" y="272"/>
                  </a:lnTo>
                  <a:lnTo>
                    <a:pt x="173" y="275"/>
                  </a:lnTo>
                  <a:lnTo>
                    <a:pt x="181" y="272"/>
                  </a:lnTo>
                  <a:lnTo>
                    <a:pt x="185" y="272"/>
                  </a:lnTo>
                  <a:lnTo>
                    <a:pt x="185" y="272"/>
                  </a:lnTo>
                  <a:lnTo>
                    <a:pt x="187" y="274"/>
                  </a:lnTo>
                  <a:lnTo>
                    <a:pt x="187" y="275"/>
                  </a:lnTo>
                  <a:lnTo>
                    <a:pt x="188" y="275"/>
                  </a:lnTo>
                  <a:lnTo>
                    <a:pt x="188" y="274"/>
                  </a:lnTo>
                  <a:lnTo>
                    <a:pt x="190" y="274"/>
                  </a:lnTo>
                  <a:lnTo>
                    <a:pt x="198" y="275"/>
                  </a:lnTo>
                  <a:lnTo>
                    <a:pt x="200" y="274"/>
                  </a:lnTo>
                  <a:lnTo>
                    <a:pt x="200" y="274"/>
                  </a:lnTo>
                  <a:lnTo>
                    <a:pt x="200" y="272"/>
                  </a:lnTo>
                  <a:lnTo>
                    <a:pt x="200" y="272"/>
                  </a:lnTo>
                  <a:lnTo>
                    <a:pt x="202" y="272"/>
                  </a:lnTo>
                  <a:lnTo>
                    <a:pt x="204" y="272"/>
                  </a:lnTo>
                  <a:lnTo>
                    <a:pt x="208" y="272"/>
                  </a:lnTo>
                  <a:lnTo>
                    <a:pt x="209" y="274"/>
                  </a:lnTo>
                  <a:lnTo>
                    <a:pt x="209" y="274"/>
                  </a:lnTo>
                  <a:lnTo>
                    <a:pt x="209" y="275"/>
                  </a:lnTo>
                  <a:lnTo>
                    <a:pt x="209" y="277"/>
                  </a:lnTo>
                  <a:lnTo>
                    <a:pt x="209" y="279"/>
                  </a:lnTo>
                  <a:lnTo>
                    <a:pt x="209" y="279"/>
                  </a:lnTo>
                  <a:lnTo>
                    <a:pt x="211" y="279"/>
                  </a:lnTo>
                  <a:lnTo>
                    <a:pt x="213" y="277"/>
                  </a:lnTo>
                  <a:lnTo>
                    <a:pt x="215" y="277"/>
                  </a:lnTo>
                  <a:lnTo>
                    <a:pt x="215" y="279"/>
                  </a:lnTo>
                  <a:lnTo>
                    <a:pt x="215" y="279"/>
                  </a:lnTo>
                  <a:lnTo>
                    <a:pt x="215" y="281"/>
                  </a:lnTo>
                  <a:lnTo>
                    <a:pt x="215" y="281"/>
                  </a:lnTo>
                  <a:lnTo>
                    <a:pt x="215" y="283"/>
                  </a:lnTo>
                  <a:lnTo>
                    <a:pt x="217" y="283"/>
                  </a:lnTo>
                  <a:lnTo>
                    <a:pt x="217" y="281"/>
                  </a:lnTo>
                  <a:lnTo>
                    <a:pt x="219" y="281"/>
                  </a:lnTo>
                  <a:lnTo>
                    <a:pt x="219" y="283"/>
                  </a:lnTo>
                  <a:lnTo>
                    <a:pt x="219" y="283"/>
                  </a:lnTo>
                  <a:lnTo>
                    <a:pt x="219" y="285"/>
                  </a:lnTo>
                  <a:lnTo>
                    <a:pt x="219" y="285"/>
                  </a:lnTo>
                  <a:lnTo>
                    <a:pt x="221" y="287"/>
                  </a:lnTo>
                  <a:lnTo>
                    <a:pt x="223" y="287"/>
                  </a:lnTo>
                  <a:lnTo>
                    <a:pt x="223" y="287"/>
                  </a:lnTo>
                  <a:lnTo>
                    <a:pt x="225" y="287"/>
                  </a:lnTo>
                  <a:lnTo>
                    <a:pt x="227" y="285"/>
                  </a:lnTo>
                  <a:lnTo>
                    <a:pt x="227" y="285"/>
                  </a:lnTo>
                  <a:lnTo>
                    <a:pt x="230" y="283"/>
                  </a:lnTo>
                  <a:lnTo>
                    <a:pt x="230" y="281"/>
                  </a:lnTo>
                  <a:lnTo>
                    <a:pt x="230" y="279"/>
                  </a:lnTo>
                  <a:lnTo>
                    <a:pt x="232" y="277"/>
                  </a:lnTo>
                  <a:lnTo>
                    <a:pt x="230" y="277"/>
                  </a:lnTo>
                  <a:lnTo>
                    <a:pt x="229" y="275"/>
                  </a:lnTo>
                  <a:lnTo>
                    <a:pt x="229" y="272"/>
                  </a:lnTo>
                  <a:lnTo>
                    <a:pt x="229" y="270"/>
                  </a:lnTo>
                  <a:lnTo>
                    <a:pt x="229" y="268"/>
                  </a:lnTo>
                  <a:lnTo>
                    <a:pt x="229" y="266"/>
                  </a:lnTo>
                  <a:lnTo>
                    <a:pt x="230" y="264"/>
                  </a:lnTo>
                  <a:lnTo>
                    <a:pt x="230" y="264"/>
                  </a:lnTo>
                  <a:lnTo>
                    <a:pt x="232" y="262"/>
                  </a:lnTo>
                  <a:lnTo>
                    <a:pt x="234" y="262"/>
                  </a:lnTo>
                  <a:lnTo>
                    <a:pt x="234" y="260"/>
                  </a:lnTo>
                  <a:lnTo>
                    <a:pt x="234" y="260"/>
                  </a:lnTo>
                  <a:lnTo>
                    <a:pt x="234" y="256"/>
                  </a:lnTo>
                  <a:lnTo>
                    <a:pt x="236" y="251"/>
                  </a:lnTo>
                  <a:lnTo>
                    <a:pt x="236" y="247"/>
                  </a:lnTo>
                  <a:lnTo>
                    <a:pt x="240" y="245"/>
                  </a:lnTo>
                  <a:lnTo>
                    <a:pt x="242" y="247"/>
                  </a:lnTo>
                  <a:lnTo>
                    <a:pt x="244" y="247"/>
                  </a:lnTo>
                  <a:lnTo>
                    <a:pt x="246" y="245"/>
                  </a:lnTo>
                  <a:lnTo>
                    <a:pt x="246" y="245"/>
                  </a:lnTo>
                  <a:lnTo>
                    <a:pt x="246" y="243"/>
                  </a:lnTo>
                  <a:lnTo>
                    <a:pt x="244" y="237"/>
                  </a:lnTo>
                  <a:lnTo>
                    <a:pt x="246" y="237"/>
                  </a:lnTo>
                  <a:lnTo>
                    <a:pt x="248" y="235"/>
                  </a:lnTo>
                  <a:lnTo>
                    <a:pt x="248" y="237"/>
                  </a:lnTo>
                  <a:lnTo>
                    <a:pt x="249" y="237"/>
                  </a:lnTo>
                  <a:lnTo>
                    <a:pt x="251" y="230"/>
                  </a:lnTo>
                  <a:lnTo>
                    <a:pt x="251" y="228"/>
                  </a:lnTo>
                  <a:lnTo>
                    <a:pt x="251" y="226"/>
                  </a:lnTo>
                  <a:lnTo>
                    <a:pt x="249" y="226"/>
                  </a:lnTo>
                  <a:lnTo>
                    <a:pt x="249" y="226"/>
                  </a:lnTo>
                  <a:lnTo>
                    <a:pt x="248" y="226"/>
                  </a:lnTo>
                  <a:lnTo>
                    <a:pt x="248" y="224"/>
                  </a:lnTo>
                  <a:lnTo>
                    <a:pt x="248" y="220"/>
                  </a:lnTo>
                  <a:lnTo>
                    <a:pt x="246" y="216"/>
                  </a:lnTo>
                  <a:lnTo>
                    <a:pt x="244" y="215"/>
                  </a:lnTo>
                  <a:lnTo>
                    <a:pt x="246" y="213"/>
                  </a:lnTo>
                  <a:lnTo>
                    <a:pt x="246" y="213"/>
                  </a:lnTo>
                  <a:lnTo>
                    <a:pt x="249" y="211"/>
                  </a:lnTo>
                  <a:lnTo>
                    <a:pt x="249" y="211"/>
                  </a:lnTo>
                  <a:lnTo>
                    <a:pt x="249" y="209"/>
                  </a:lnTo>
                  <a:lnTo>
                    <a:pt x="249" y="209"/>
                  </a:lnTo>
                  <a:lnTo>
                    <a:pt x="251" y="207"/>
                  </a:lnTo>
                  <a:lnTo>
                    <a:pt x="251" y="207"/>
                  </a:lnTo>
                  <a:lnTo>
                    <a:pt x="251" y="207"/>
                  </a:lnTo>
                  <a:lnTo>
                    <a:pt x="253" y="205"/>
                  </a:lnTo>
                  <a:lnTo>
                    <a:pt x="255" y="205"/>
                  </a:lnTo>
                  <a:lnTo>
                    <a:pt x="255" y="203"/>
                  </a:lnTo>
                  <a:lnTo>
                    <a:pt x="255" y="203"/>
                  </a:lnTo>
                  <a:lnTo>
                    <a:pt x="255" y="203"/>
                  </a:lnTo>
                  <a:lnTo>
                    <a:pt x="255" y="201"/>
                  </a:lnTo>
                  <a:lnTo>
                    <a:pt x="255" y="201"/>
                  </a:lnTo>
                  <a:lnTo>
                    <a:pt x="255" y="201"/>
                  </a:lnTo>
                  <a:lnTo>
                    <a:pt x="257" y="199"/>
                  </a:lnTo>
                  <a:lnTo>
                    <a:pt x="257" y="199"/>
                  </a:lnTo>
                  <a:lnTo>
                    <a:pt x="259" y="197"/>
                  </a:lnTo>
                  <a:lnTo>
                    <a:pt x="261" y="196"/>
                  </a:lnTo>
                  <a:lnTo>
                    <a:pt x="261" y="192"/>
                  </a:lnTo>
                  <a:lnTo>
                    <a:pt x="259" y="190"/>
                  </a:lnTo>
                  <a:lnTo>
                    <a:pt x="259" y="188"/>
                  </a:lnTo>
                  <a:lnTo>
                    <a:pt x="257" y="184"/>
                  </a:lnTo>
                  <a:lnTo>
                    <a:pt x="257" y="182"/>
                  </a:lnTo>
                  <a:lnTo>
                    <a:pt x="259" y="178"/>
                  </a:lnTo>
                  <a:lnTo>
                    <a:pt x="261" y="177"/>
                  </a:lnTo>
                  <a:lnTo>
                    <a:pt x="267" y="175"/>
                  </a:lnTo>
                  <a:lnTo>
                    <a:pt x="269" y="173"/>
                  </a:lnTo>
                  <a:lnTo>
                    <a:pt x="274" y="167"/>
                  </a:lnTo>
                  <a:lnTo>
                    <a:pt x="276" y="165"/>
                  </a:lnTo>
                  <a:lnTo>
                    <a:pt x="276" y="161"/>
                  </a:lnTo>
                  <a:lnTo>
                    <a:pt x="278" y="159"/>
                  </a:lnTo>
                  <a:lnTo>
                    <a:pt x="278" y="157"/>
                  </a:lnTo>
                  <a:lnTo>
                    <a:pt x="282" y="157"/>
                  </a:lnTo>
                  <a:lnTo>
                    <a:pt x="284" y="157"/>
                  </a:lnTo>
                  <a:lnTo>
                    <a:pt x="286" y="156"/>
                  </a:lnTo>
                  <a:lnTo>
                    <a:pt x="288" y="154"/>
                  </a:lnTo>
                  <a:lnTo>
                    <a:pt x="291" y="152"/>
                  </a:lnTo>
                  <a:lnTo>
                    <a:pt x="291" y="150"/>
                  </a:lnTo>
                  <a:lnTo>
                    <a:pt x="295" y="146"/>
                  </a:lnTo>
                  <a:lnTo>
                    <a:pt x="295" y="144"/>
                  </a:lnTo>
                  <a:lnTo>
                    <a:pt x="301" y="140"/>
                  </a:lnTo>
                  <a:lnTo>
                    <a:pt x="303" y="138"/>
                  </a:lnTo>
                  <a:lnTo>
                    <a:pt x="303" y="135"/>
                  </a:lnTo>
                  <a:lnTo>
                    <a:pt x="303" y="133"/>
                  </a:lnTo>
                  <a:lnTo>
                    <a:pt x="305" y="131"/>
                  </a:lnTo>
                  <a:lnTo>
                    <a:pt x="307" y="131"/>
                  </a:lnTo>
                  <a:lnTo>
                    <a:pt x="307" y="133"/>
                  </a:lnTo>
                  <a:lnTo>
                    <a:pt x="309" y="135"/>
                  </a:lnTo>
                  <a:lnTo>
                    <a:pt x="310" y="135"/>
                  </a:lnTo>
                  <a:lnTo>
                    <a:pt x="316" y="133"/>
                  </a:lnTo>
                  <a:lnTo>
                    <a:pt x="316" y="133"/>
                  </a:lnTo>
                  <a:lnTo>
                    <a:pt x="318" y="131"/>
                  </a:lnTo>
                  <a:lnTo>
                    <a:pt x="316" y="129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06" name="Freeform 9">
              <a:extLst>
                <a:ext uri="{FF2B5EF4-FFF2-40B4-BE49-F238E27FC236}">
                  <a16:creationId xmlns:a16="http://schemas.microsoft.com/office/drawing/2014/main" id="{48D0E228-F6EA-0AD7-0AD6-D820F294B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0663" y="1935163"/>
              <a:ext cx="504825" cy="455613"/>
            </a:xfrm>
            <a:custGeom>
              <a:avLst/>
              <a:gdLst>
                <a:gd name="T0" fmla="*/ 293 w 318"/>
                <a:gd name="T1" fmla="*/ 112 h 287"/>
                <a:gd name="T2" fmla="*/ 272 w 318"/>
                <a:gd name="T3" fmla="*/ 104 h 287"/>
                <a:gd name="T4" fmla="*/ 244 w 318"/>
                <a:gd name="T5" fmla="*/ 89 h 287"/>
                <a:gd name="T6" fmla="*/ 242 w 318"/>
                <a:gd name="T7" fmla="*/ 80 h 287"/>
                <a:gd name="T8" fmla="*/ 240 w 318"/>
                <a:gd name="T9" fmla="*/ 68 h 287"/>
                <a:gd name="T10" fmla="*/ 219 w 318"/>
                <a:gd name="T11" fmla="*/ 61 h 287"/>
                <a:gd name="T12" fmla="*/ 202 w 318"/>
                <a:gd name="T13" fmla="*/ 49 h 287"/>
                <a:gd name="T14" fmla="*/ 183 w 318"/>
                <a:gd name="T15" fmla="*/ 51 h 287"/>
                <a:gd name="T16" fmla="*/ 177 w 318"/>
                <a:gd name="T17" fmla="*/ 45 h 287"/>
                <a:gd name="T18" fmla="*/ 168 w 318"/>
                <a:gd name="T19" fmla="*/ 38 h 287"/>
                <a:gd name="T20" fmla="*/ 158 w 318"/>
                <a:gd name="T21" fmla="*/ 26 h 287"/>
                <a:gd name="T22" fmla="*/ 152 w 318"/>
                <a:gd name="T23" fmla="*/ 17 h 287"/>
                <a:gd name="T24" fmla="*/ 150 w 318"/>
                <a:gd name="T25" fmla="*/ 9 h 287"/>
                <a:gd name="T26" fmla="*/ 139 w 318"/>
                <a:gd name="T27" fmla="*/ 0 h 287"/>
                <a:gd name="T28" fmla="*/ 124 w 318"/>
                <a:gd name="T29" fmla="*/ 11 h 287"/>
                <a:gd name="T30" fmla="*/ 131 w 318"/>
                <a:gd name="T31" fmla="*/ 30 h 287"/>
                <a:gd name="T32" fmla="*/ 116 w 318"/>
                <a:gd name="T33" fmla="*/ 28 h 287"/>
                <a:gd name="T34" fmla="*/ 101 w 318"/>
                <a:gd name="T35" fmla="*/ 22 h 287"/>
                <a:gd name="T36" fmla="*/ 86 w 318"/>
                <a:gd name="T37" fmla="*/ 22 h 287"/>
                <a:gd name="T38" fmla="*/ 76 w 318"/>
                <a:gd name="T39" fmla="*/ 15 h 287"/>
                <a:gd name="T40" fmla="*/ 57 w 318"/>
                <a:gd name="T41" fmla="*/ 19 h 287"/>
                <a:gd name="T42" fmla="*/ 34 w 318"/>
                <a:gd name="T43" fmla="*/ 28 h 287"/>
                <a:gd name="T44" fmla="*/ 23 w 318"/>
                <a:gd name="T45" fmla="*/ 45 h 287"/>
                <a:gd name="T46" fmla="*/ 17 w 318"/>
                <a:gd name="T47" fmla="*/ 49 h 287"/>
                <a:gd name="T48" fmla="*/ 19 w 318"/>
                <a:gd name="T49" fmla="*/ 61 h 287"/>
                <a:gd name="T50" fmla="*/ 13 w 318"/>
                <a:gd name="T51" fmla="*/ 72 h 287"/>
                <a:gd name="T52" fmla="*/ 19 w 318"/>
                <a:gd name="T53" fmla="*/ 87 h 287"/>
                <a:gd name="T54" fmla="*/ 23 w 318"/>
                <a:gd name="T55" fmla="*/ 95 h 287"/>
                <a:gd name="T56" fmla="*/ 11 w 318"/>
                <a:gd name="T57" fmla="*/ 104 h 287"/>
                <a:gd name="T58" fmla="*/ 2 w 318"/>
                <a:gd name="T59" fmla="*/ 112 h 287"/>
                <a:gd name="T60" fmla="*/ 36 w 318"/>
                <a:gd name="T61" fmla="*/ 129 h 287"/>
                <a:gd name="T62" fmla="*/ 17 w 318"/>
                <a:gd name="T63" fmla="*/ 161 h 287"/>
                <a:gd name="T64" fmla="*/ 36 w 318"/>
                <a:gd name="T65" fmla="*/ 182 h 287"/>
                <a:gd name="T66" fmla="*/ 57 w 318"/>
                <a:gd name="T67" fmla="*/ 184 h 287"/>
                <a:gd name="T68" fmla="*/ 57 w 318"/>
                <a:gd name="T69" fmla="*/ 157 h 287"/>
                <a:gd name="T70" fmla="*/ 74 w 318"/>
                <a:gd name="T71" fmla="*/ 177 h 287"/>
                <a:gd name="T72" fmla="*/ 114 w 318"/>
                <a:gd name="T73" fmla="*/ 211 h 287"/>
                <a:gd name="T74" fmla="*/ 118 w 318"/>
                <a:gd name="T75" fmla="*/ 222 h 287"/>
                <a:gd name="T76" fmla="*/ 112 w 318"/>
                <a:gd name="T77" fmla="*/ 224 h 287"/>
                <a:gd name="T78" fmla="*/ 107 w 318"/>
                <a:gd name="T79" fmla="*/ 226 h 287"/>
                <a:gd name="T80" fmla="*/ 124 w 318"/>
                <a:gd name="T81" fmla="*/ 241 h 287"/>
                <a:gd name="T82" fmla="*/ 145 w 318"/>
                <a:gd name="T83" fmla="*/ 247 h 287"/>
                <a:gd name="T84" fmla="*/ 164 w 318"/>
                <a:gd name="T85" fmla="*/ 262 h 287"/>
                <a:gd name="T86" fmla="*/ 171 w 318"/>
                <a:gd name="T87" fmla="*/ 268 h 287"/>
                <a:gd name="T88" fmla="*/ 188 w 318"/>
                <a:gd name="T89" fmla="*/ 275 h 287"/>
                <a:gd name="T90" fmla="*/ 202 w 318"/>
                <a:gd name="T91" fmla="*/ 272 h 287"/>
                <a:gd name="T92" fmla="*/ 209 w 318"/>
                <a:gd name="T93" fmla="*/ 279 h 287"/>
                <a:gd name="T94" fmla="*/ 215 w 318"/>
                <a:gd name="T95" fmla="*/ 283 h 287"/>
                <a:gd name="T96" fmla="*/ 221 w 318"/>
                <a:gd name="T97" fmla="*/ 287 h 287"/>
                <a:gd name="T98" fmla="*/ 230 w 318"/>
                <a:gd name="T99" fmla="*/ 279 h 287"/>
                <a:gd name="T100" fmla="*/ 230 w 318"/>
                <a:gd name="T101" fmla="*/ 264 h 287"/>
                <a:gd name="T102" fmla="*/ 236 w 318"/>
                <a:gd name="T103" fmla="*/ 247 h 287"/>
                <a:gd name="T104" fmla="*/ 246 w 318"/>
                <a:gd name="T105" fmla="*/ 237 h 287"/>
                <a:gd name="T106" fmla="*/ 249 w 318"/>
                <a:gd name="T107" fmla="*/ 226 h 287"/>
                <a:gd name="T108" fmla="*/ 249 w 318"/>
                <a:gd name="T109" fmla="*/ 211 h 287"/>
                <a:gd name="T110" fmla="*/ 255 w 318"/>
                <a:gd name="T111" fmla="*/ 205 h 287"/>
                <a:gd name="T112" fmla="*/ 257 w 318"/>
                <a:gd name="T113" fmla="*/ 199 h 287"/>
                <a:gd name="T114" fmla="*/ 259 w 318"/>
                <a:gd name="T115" fmla="*/ 178 h 287"/>
                <a:gd name="T116" fmla="*/ 278 w 318"/>
                <a:gd name="T117" fmla="*/ 157 h 287"/>
                <a:gd name="T118" fmla="*/ 295 w 318"/>
                <a:gd name="T119" fmla="*/ 144 h 287"/>
                <a:gd name="T120" fmla="*/ 309 w 318"/>
                <a:gd name="T121" fmla="*/ 135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8" h="287">
                  <a:moveTo>
                    <a:pt x="316" y="129"/>
                  </a:moveTo>
                  <a:lnTo>
                    <a:pt x="314" y="125"/>
                  </a:lnTo>
                  <a:lnTo>
                    <a:pt x="312" y="123"/>
                  </a:lnTo>
                  <a:lnTo>
                    <a:pt x="305" y="121"/>
                  </a:lnTo>
                  <a:lnTo>
                    <a:pt x="297" y="119"/>
                  </a:lnTo>
                  <a:lnTo>
                    <a:pt x="295" y="118"/>
                  </a:lnTo>
                  <a:lnTo>
                    <a:pt x="295" y="116"/>
                  </a:lnTo>
                  <a:lnTo>
                    <a:pt x="293" y="112"/>
                  </a:lnTo>
                  <a:lnTo>
                    <a:pt x="291" y="112"/>
                  </a:lnTo>
                  <a:lnTo>
                    <a:pt x="289" y="110"/>
                  </a:lnTo>
                  <a:lnTo>
                    <a:pt x="280" y="104"/>
                  </a:lnTo>
                  <a:lnTo>
                    <a:pt x="278" y="102"/>
                  </a:lnTo>
                  <a:lnTo>
                    <a:pt x="276" y="104"/>
                  </a:lnTo>
                  <a:lnTo>
                    <a:pt x="274" y="104"/>
                  </a:lnTo>
                  <a:lnTo>
                    <a:pt x="274" y="104"/>
                  </a:lnTo>
                  <a:lnTo>
                    <a:pt x="272" y="104"/>
                  </a:lnTo>
                  <a:lnTo>
                    <a:pt x="269" y="102"/>
                  </a:lnTo>
                  <a:lnTo>
                    <a:pt x="265" y="100"/>
                  </a:lnTo>
                  <a:lnTo>
                    <a:pt x="255" y="95"/>
                  </a:lnTo>
                  <a:lnTo>
                    <a:pt x="248" y="93"/>
                  </a:lnTo>
                  <a:lnTo>
                    <a:pt x="246" y="93"/>
                  </a:lnTo>
                  <a:lnTo>
                    <a:pt x="242" y="93"/>
                  </a:lnTo>
                  <a:lnTo>
                    <a:pt x="242" y="91"/>
                  </a:lnTo>
                  <a:lnTo>
                    <a:pt x="244" y="89"/>
                  </a:lnTo>
                  <a:lnTo>
                    <a:pt x="244" y="89"/>
                  </a:lnTo>
                  <a:lnTo>
                    <a:pt x="244" y="85"/>
                  </a:lnTo>
                  <a:lnTo>
                    <a:pt x="242" y="85"/>
                  </a:lnTo>
                  <a:lnTo>
                    <a:pt x="242" y="83"/>
                  </a:lnTo>
                  <a:lnTo>
                    <a:pt x="240" y="81"/>
                  </a:lnTo>
                  <a:lnTo>
                    <a:pt x="240" y="81"/>
                  </a:lnTo>
                  <a:lnTo>
                    <a:pt x="240" y="80"/>
                  </a:lnTo>
                  <a:lnTo>
                    <a:pt x="242" y="80"/>
                  </a:lnTo>
                  <a:lnTo>
                    <a:pt x="242" y="80"/>
                  </a:lnTo>
                  <a:lnTo>
                    <a:pt x="244" y="80"/>
                  </a:lnTo>
                  <a:lnTo>
                    <a:pt x="244" y="80"/>
                  </a:lnTo>
                  <a:lnTo>
                    <a:pt x="246" y="76"/>
                  </a:lnTo>
                  <a:lnTo>
                    <a:pt x="246" y="74"/>
                  </a:lnTo>
                  <a:lnTo>
                    <a:pt x="244" y="74"/>
                  </a:lnTo>
                  <a:lnTo>
                    <a:pt x="240" y="70"/>
                  </a:lnTo>
                  <a:lnTo>
                    <a:pt x="240" y="68"/>
                  </a:lnTo>
                  <a:lnTo>
                    <a:pt x="238" y="68"/>
                  </a:lnTo>
                  <a:lnTo>
                    <a:pt x="234" y="70"/>
                  </a:lnTo>
                  <a:lnTo>
                    <a:pt x="234" y="70"/>
                  </a:lnTo>
                  <a:lnTo>
                    <a:pt x="230" y="70"/>
                  </a:lnTo>
                  <a:lnTo>
                    <a:pt x="229" y="66"/>
                  </a:lnTo>
                  <a:lnTo>
                    <a:pt x="227" y="64"/>
                  </a:lnTo>
                  <a:lnTo>
                    <a:pt x="225" y="62"/>
                  </a:lnTo>
                  <a:lnTo>
                    <a:pt x="219" y="61"/>
                  </a:lnTo>
                  <a:lnTo>
                    <a:pt x="217" y="59"/>
                  </a:lnTo>
                  <a:lnTo>
                    <a:pt x="217" y="59"/>
                  </a:lnTo>
                  <a:lnTo>
                    <a:pt x="215" y="59"/>
                  </a:lnTo>
                  <a:lnTo>
                    <a:pt x="213" y="55"/>
                  </a:lnTo>
                  <a:lnTo>
                    <a:pt x="211" y="53"/>
                  </a:lnTo>
                  <a:lnTo>
                    <a:pt x="211" y="51"/>
                  </a:lnTo>
                  <a:lnTo>
                    <a:pt x="209" y="51"/>
                  </a:lnTo>
                  <a:lnTo>
                    <a:pt x="202" y="49"/>
                  </a:lnTo>
                  <a:lnTo>
                    <a:pt x="200" y="49"/>
                  </a:lnTo>
                  <a:lnTo>
                    <a:pt x="196" y="49"/>
                  </a:lnTo>
                  <a:lnTo>
                    <a:pt x="192" y="49"/>
                  </a:lnTo>
                  <a:lnTo>
                    <a:pt x="190" y="51"/>
                  </a:lnTo>
                  <a:lnTo>
                    <a:pt x="187" y="53"/>
                  </a:lnTo>
                  <a:lnTo>
                    <a:pt x="187" y="53"/>
                  </a:lnTo>
                  <a:lnTo>
                    <a:pt x="185" y="53"/>
                  </a:lnTo>
                  <a:lnTo>
                    <a:pt x="183" y="51"/>
                  </a:lnTo>
                  <a:lnTo>
                    <a:pt x="181" y="51"/>
                  </a:lnTo>
                  <a:lnTo>
                    <a:pt x="179" y="49"/>
                  </a:lnTo>
                  <a:lnTo>
                    <a:pt x="179" y="47"/>
                  </a:lnTo>
                  <a:lnTo>
                    <a:pt x="177" y="47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5" y="43"/>
                  </a:lnTo>
                  <a:lnTo>
                    <a:pt x="173" y="43"/>
                  </a:lnTo>
                  <a:lnTo>
                    <a:pt x="171" y="43"/>
                  </a:lnTo>
                  <a:lnTo>
                    <a:pt x="171" y="43"/>
                  </a:lnTo>
                  <a:lnTo>
                    <a:pt x="169" y="43"/>
                  </a:lnTo>
                  <a:lnTo>
                    <a:pt x="169" y="41"/>
                  </a:lnTo>
                  <a:lnTo>
                    <a:pt x="168" y="38"/>
                  </a:lnTo>
                  <a:lnTo>
                    <a:pt x="168" y="38"/>
                  </a:lnTo>
                  <a:lnTo>
                    <a:pt x="168" y="36"/>
                  </a:lnTo>
                  <a:lnTo>
                    <a:pt x="164" y="34"/>
                  </a:lnTo>
                  <a:lnTo>
                    <a:pt x="162" y="34"/>
                  </a:lnTo>
                  <a:lnTo>
                    <a:pt x="160" y="32"/>
                  </a:lnTo>
                  <a:lnTo>
                    <a:pt x="158" y="32"/>
                  </a:lnTo>
                  <a:lnTo>
                    <a:pt x="158" y="30"/>
                  </a:lnTo>
                  <a:lnTo>
                    <a:pt x="158" y="28"/>
                  </a:lnTo>
                  <a:lnTo>
                    <a:pt x="158" y="26"/>
                  </a:lnTo>
                  <a:lnTo>
                    <a:pt x="158" y="22"/>
                  </a:lnTo>
                  <a:lnTo>
                    <a:pt x="156" y="22"/>
                  </a:lnTo>
                  <a:lnTo>
                    <a:pt x="154" y="22"/>
                  </a:lnTo>
                  <a:lnTo>
                    <a:pt x="152" y="21"/>
                  </a:lnTo>
                  <a:lnTo>
                    <a:pt x="152" y="21"/>
                  </a:lnTo>
                  <a:lnTo>
                    <a:pt x="152" y="19"/>
                  </a:lnTo>
                  <a:lnTo>
                    <a:pt x="152" y="19"/>
                  </a:lnTo>
                  <a:lnTo>
                    <a:pt x="152" y="17"/>
                  </a:lnTo>
                  <a:lnTo>
                    <a:pt x="152" y="17"/>
                  </a:lnTo>
                  <a:lnTo>
                    <a:pt x="150" y="15"/>
                  </a:lnTo>
                  <a:lnTo>
                    <a:pt x="150" y="15"/>
                  </a:lnTo>
                  <a:lnTo>
                    <a:pt x="150" y="13"/>
                  </a:lnTo>
                  <a:lnTo>
                    <a:pt x="150" y="13"/>
                  </a:lnTo>
                  <a:lnTo>
                    <a:pt x="150" y="11"/>
                  </a:lnTo>
                  <a:lnTo>
                    <a:pt x="150" y="9"/>
                  </a:lnTo>
                  <a:lnTo>
                    <a:pt x="150" y="9"/>
                  </a:lnTo>
                  <a:lnTo>
                    <a:pt x="148" y="9"/>
                  </a:lnTo>
                  <a:lnTo>
                    <a:pt x="147" y="9"/>
                  </a:lnTo>
                  <a:lnTo>
                    <a:pt x="147" y="7"/>
                  </a:lnTo>
                  <a:lnTo>
                    <a:pt x="147" y="5"/>
                  </a:lnTo>
                  <a:lnTo>
                    <a:pt x="145" y="3"/>
                  </a:lnTo>
                  <a:lnTo>
                    <a:pt x="143" y="2"/>
                  </a:lnTo>
                  <a:lnTo>
                    <a:pt x="139" y="0"/>
                  </a:lnTo>
                  <a:lnTo>
                    <a:pt x="139" y="0"/>
                  </a:lnTo>
                  <a:lnTo>
                    <a:pt x="133" y="0"/>
                  </a:lnTo>
                  <a:lnTo>
                    <a:pt x="131" y="3"/>
                  </a:lnTo>
                  <a:lnTo>
                    <a:pt x="131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6" y="9"/>
                  </a:lnTo>
                  <a:lnTo>
                    <a:pt x="126" y="7"/>
                  </a:lnTo>
                  <a:lnTo>
                    <a:pt x="124" y="11"/>
                  </a:lnTo>
                  <a:lnTo>
                    <a:pt x="122" y="13"/>
                  </a:lnTo>
                  <a:lnTo>
                    <a:pt x="122" y="13"/>
                  </a:lnTo>
                  <a:lnTo>
                    <a:pt x="124" y="17"/>
                  </a:lnTo>
                  <a:lnTo>
                    <a:pt x="124" y="17"/>
                  </a:lnTo>
                  <a:lnTo>
                    <a:pt x="128" y="21"/>
                  </a:lnTo>
                  <a:lnTo>
                    <a:pt x="129" y="24"/>
                  </a:lnTo>
                  <a:lnTo>
                    <a:pt x="131" y="28"/>
                  </a:lnTo>
                  <a:lnTo>
                    <a:pt x="131" y="30"/>
                  </a:lnTo>
                  <a:lnTo>
                    <a:pt x="131" y="32"/>
                  </a:lnTo>
                  <a:lnTo>
                    <a:pt x="129" y="32"/>
                  </a:lnTo>
                  <a:lnTo>
                    <a:pt x="128" y="34"/>
                  </a:lnTo>
                  <a:lnTo>
                    <a:pt x="126" y="34"/>
                  </a:lnTo>
                  <a:lnTo>
                    <a:pt x="120" y="32"/>
                  </a:lnTo>
                  <a:lnTo>
                    <a:pt x="118" y="32"/>
                  </a:lnTo>
                  <a:lnTo>
                    <a:pt x="118" y="30"/>
                  </a:lnTo>
                  <a:lnTo>
                    <a:pt x="116" y="28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12" y="24"/>
                  </a:lnTo>
                  <a:lnTo>
                    <a:pt x="110" y="24"/>
                  </a:lnTo>
                  <a:lnTo>
                    <a:pt x="107" y="22"/>
                  </a:lnTo>
                  <a:lnTo>
                    <a:pt x="103" y="22"/>
                  </a:lnTo>
                  <a:lnTo>
                    <a:pt x="101" y="22"/>
                  </a:lnTo>
                  <a:lnTo>
                    <a:pt x="101" y="22"/>
                  </a:lnTo>
                  <a:lnTo>
                    <a:pt x="99" y="22"/>
                  </a:lnTo>
                  <a:lnTo>
                    <a:pt x="97" y="22"/>
                  </a:lnTo>
                  <a:lnTo>
                    <a:pt x="95" y="21"/>
                  </a:lnTo>
                  <a:lnTo>
                    <a:pt x="93" y="21"/>
                  </a:lnTo>
                  <a:lnTo>
                    <a:pt x="89" y="22"/>
                  </a:lnTo>
                  <a:lnTo>
                    <a:pt x="87" y="22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4" y="21"/>
                  </a:lnTo>
                  <a:lnTo>
                    <a:pt x="82" y="19"/>
                  </a:lnTo>
                  <a:lnTo>
                    <a:pt x="80" y="17"/>
                  </a:lnTo>
                  <a:lnTo>
                    <a:pt x="80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6" y="17"/>
                  </a:lnTo>
                  <a:lnTo>
                    <a:pt x="76" y="15"/>
                  </a:lnTo>
                  <a:lnTo>
                    <a:pt x="76" y="15"/>
                  </a:lnTo>
                  <a:lnTo>
                    <a:pt x="74" y="15"/>
                  </a:lnTo>
                  <a:lnTo>
                    <a:pt x="72" y="15"/>
                  </a:lnTo>
                  <a:lnTo>
                    <a:pt x="68" y="15"/>
                  </a:lnTo>
                  <a:lnTo>
                    <a:pt x="68" y="15"/>
                  </a:lnTo>
                  <a:lnTo>
                    <a:pt x="67" y="15"/>
                  </a:lnTo>
                  <a:lnTo>
                    <a:pt x="63" y="19"/>
                  </a:lnTo>
                  <a:lnTo>
                    <a:pt x="57" y="19"/>
                  </a:lnTo>
                  <a:lnTo>
                    <a:pt x="51" y="22"/>
                  </a:lnTo>
                  <a:lnTo>
                    <a:pt x="47" y="26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2" y="28"/>
                  </a:lnTo>
                  <a:lnTo>
                    <a:pt x="36" y="26"/>
                  </a:lnTo>
                  <a:lnTo>
                    <a:pt x="36" y="26"/>
                  </a:lnTo>
                  <a:lnTo>
                    <a:pt x="34" y="28"/>
                  </a:lnTo>
                  <a:lnTo>
                    <a:pt x="34" y="28"/>
                  </a:lnTo>
                  <a:lnTo>
                    <a:pt x="30" y="32"/>
                  </a:lnTo>
                  <a:lnTo>
                    <a:pt x="28" y="36"/>
                  </a:lnTo>
                  <a:lnTo>
                    <a:pt x="23" y="41"/>
                  </a:lnTo>
                  <a:lnTo>
                    <a:pt x="21" y="41"/>
                  </a:lnTo>
                  <a:lnTo>
                    <a:pt x="21" y="43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7"/>
                  </a:lnTo>
                  <a:lnTo>
                    <a:pt x="21" y="47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9" y="47"/>
                  </a:lnTo>
                  <a:lnTo>
                    <a:pt x="17" y="47"/>
                  </a:lnTo>
                  <a:lnTo>
                    <a:pt x="17" y="49"/>
                  </a:lnTo>
                  <a:lnTo>
                    <a:pt x="17" y="49"/>
                  </a:lnTo>
                  <a:lnTo>
                    <a:pt x="19" y="51"/>
                  </a:lnTo>
                  <a:lnTo>
                    <a:pt x="19" y="53"/>
                  </a:lnTo>
                  <a:lnTo>
                    <a:pt x="21" y="53"/>
                  </a:lnTo>
                  <a:lnTo>
                    <a:pt x="21" y="53"/>
                  </a:lnTo>
                  <a:lnTo>
                    <a:pt x="21" y="55"/>
                  </a:lnTo>
                  <a:lnTo>
                    <a:pt x="21" y="57"/>
                  </a:lnTo>
                  <a:lnTo>
                    <a:pt x="21" y="61"/>
                  </a:lnTo>
                  <a:lnTo>
                    <a:pt x="19" y="61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7" y="59"/>
                  </a:lnTo>
                  <a:lnTo>
                    <a:pt x="17" y="61"/>
                  </a:lnTo>
                  <a:lnTo>
                    <a:pt x="15" y="64"/>
                  </a:lnTo>
                  <a:lnTo>
                    <a:pt x="13" y="68"/>
                  </a:lnTo>
                  <a:lnTo>
                    <a:pt x="13" y="70"/>
                  </a:lnTo>
                  <a:lnTo>
                    <a:pt x="13" y="72"/>
                  </a:lnTo>
                  <a:lnTo>
                    <a:pt x="15" y="74"/>
                  </a:lnTo>
                  <a:lnTo>
                    <a:pt x="17" y="76"/>
                  </a:lnTo>
                  <a:lnTo>
                    <a:pt x="17" y="78"/>
                  </a:lnTo>
                  <a:lnTo>
                    <a:pt x="17" y="80"/>
                  </a:lnTo>
                  <a:lnTo>
                    <a:pt x="19" y="81"/>
                  </a:lnTo>
                  <a:lnTo>
                    <a:pt x="19" y="83"/>
                  </a:lnTo>
                  <a:lnTo>
                    <a:pt x="19" y="85"/>
                  </a:lnTo>
                  <a:lnTo>
                    <a:pt x="19" y="87"/>
                  </a:lnTo>
                  <a:lnTo>
                    <a:pt x="19" y="87"/>
                  </a:lnTo>
                  <a:lnTo>
                    <a:pt x="17" y="89"/>
                  </a:lnTo>
                  <a:lnTo>
                    <a:pt x="17" y="89"/>
                  </a:lnTo>
                  <a:lnTo>
                    <a:pt x="19" y="93"/>
                  </a:lnTo>
                  <a:lnTo>
                    <a:pt x="19" y="93"/>
                  </a:lnTo>
                  <a:lnTo>
                    <a:pt x="21" y="95"/>
                  </a:lnTo>
                  <a:lnTo>
                    <a:pt x="21" y="95"/>
                  </a:lnTo>
                  <a:lnTo>
                    <a:pt x="23" y="95"/>
                  </a:lnTo>
                  <a:lnTo>
                    <a:pt x="23" y="95"/>
                  </a:lnTo>
                  <a:lnTo>
                    <a:pt x="23" y="95"/>
                  </a:lnTo>
                  <a:lnTo>
                    <a:pt x="23" y="97"/>
                  </a:lnTo>
                  <a:lnTo>
                    <a:pt x="23" y="97"/>
                  </a:lnTo>
                  <a:lnTo>
                    <a:pt x="23" y="99"/>
                  </a:lnTo>
                  <a:lnTo>
                    <a:pt x="21" y="99"/>
                  </a:lnTo>
                  <a:lnTo>
                    <a:pt x="19" y="100"/>
                  </a:lnTo>
                  <a:lnTo>
                    <a:pt x="11" y="104"/>
                  </a:lnTo>
                  <a:lnTo>
                    <a:pt x="9" y="106"/>
                  </a:lnTo>
                  <a:lnTo>
                    <a:pt x="7" y="106"/>
                  </a:lnTo>
                  <a:lnTo>
                    <a:pt x="6" y="106"/>
                  </a:lnTo>
                  <a:lnTo>
                    <a:pt x="4" y="106"/>
                  </a:lnTo>
                  <a:lnTo>
                    <a:pt x="2" y="108"/>
                  </a:lnTo>
                  <a:lnTo>
                    <a:pt x="0" y="108"/>
                  </a:lnTo>
                  <a:lnTo>
                    <a:pt x="0" y="110"/>
                  </a:lnTo>
                  <a:lnTo>
                    <a:pt x="2" y="112"/>
                  </a:lnTo>
                  <a:lnTo>
                    <a:pt x="2" y="112"/>
                  </a:lnTo>
                  <a:lnTo>
                    <a:pt x="6" y="110"/>
                  </a:lnTo>
                  <a:lnTo>
                    <a:pt x="7" y="110"/>
                  </a:lnTo>
                  <a:lnTo>
                    <a:pt x="9" y="110"/>
                  </a:lnTo>
                  <a:lnTo>
                    <a:pt x="17" y="118"/>
                  </a:lnTo>
                  <a:lnTo>
                    <a:pt x="23" y="121"/>
                  </a:lnTo>
                  <a:lnTo>
                    <a:pt x="34" y="127"/>
                  </a:lnTo>
                  <a:lnTo>
                    <a:pt x="36" y="129"/>
                  </a:lnTo>
                  <a:lnTo>
                    <a:pt x="34" y="131"/>
                  </a:lnTo>
                  <a:lnTo>
                    <a:pt x="32" y="131"/>
                  </a:lnTo>
                  <a:lnTo>
                    <a:pt x="28" y="135"/>
                  </a:lnTo>
                  <a:lnTo>
                    <a:pt x="25" y="138"/>
                  </a:lnTo>
                  <a:lnTo>
                    <a:pt x="21" y="148"/>
                  </a:lnTo>
                  <a:lnTo>
                    <a:pt x="17" y="156"/>
                  </a:lnTo>
                  <a:lnTo>
                    <a:pt x="17" y="157"/>
                  </a:lnTo>
                  <a:lnTo>
                    <a:pt x="17" y="161"/>
                  </a:lnTo>
                  <a:lnTo>
                    <a:pt x="17" y="165"/>
                  </a:lnTo>
                  <a:lnTo>
                    <a:pt x="17" y="167"/>
                  </a:lnTo>
                  <a:lnTo>
                    <a:pt x="19" y="173"/>
                  </a:lnTo>
                  <a:lnTo>
                    <a:pt x="19" y="178"/>
                  </a:lnTo>
                  <a:lnTo>
                    <a:pt x="21" y="180"/>
                  </a:lnTo>
                  <a:lnTo>
                    <a:pt x="25" y="190"/>
                  </a:lnTo>
                  <a:lnTo>
                    <a:pt x="32" y="184"/>
                  </a:lnTo>
                  <a:lnTo>
                    <a:pt x="36" y="182"/>
                  </a:lnTo>
                  <a:lnTo>
                    <a:pt x="38" y="182"/>
                  </a:lnTo>
                  <a:lnTo>
                    <a:pt x="38" y="182"/>
                  </a:lnTo>
                  <a:lnTo>
                    <a:pt x="44" y="186"/>
                  </a:lnTo>
                  <a:lnTo>
                    <a:pt x="47" y="188"/>
                  </a:lnTo>
                  <a:lnTo>
                    <a:pt x="47" y="190"/>
                  </a:lnTo>
                  <a:lnTo>
                    <a:pt x="49" y="190"/>
                  </a:lnTo>
                  <a:lnTo>
                    <a:pt x="55" y="188"/>
                  </a:lnTo>
                  <a:lnTo>
                    <a:pt x="57" y="184"/>
                  </a:lnTo>
                  <a:lnTo>
                    <a:pt x="59" y="180"/>
                  </a:lnTo>
                  <a:lnTo>
                    <a:pt x="57" y="175"/>
                  </a:lnTo>
                  <a:lnTo>
                    <a:pt x="55" y="165"/>
                  </a:lnTo>
                  <a:lnTo>
                    <a:pt x="55" y="163"/>
                  </a:lnTo>
                  <a:lnTo>
                    <a:pt x="55" y="161"/>
                  </a:lnTo>
                  <a:lnTo>
                    <a:pt x="55" y="159"/>
                  </a:lnTo>
                  <a:lnTo>
                    <a:pt x="55" y="159"/>
                  </a:lnTo>
                  <a:lnTo>
                    <a:pt x="57" y="157"/>
                  </a:lnTo>
                  <a:lnTo>
                    <a:pt x="59" y="157"/>
                  </a:lnTo>
                  <a:lnTo>
                    <a:pt x="59" y="157"/>
                  </a:lnTo>
                  <a:lnTo>
                    <a:pt x="61" y="157"/>
                  </a:lnTo>
                  <a:lnTo>
                    <a:pt x="61" y="159"/>
                  </a:lnTo>
                  <a:lnTo>
                    <a:pt x="67" y="165"/>
                  </a:lnTo>
                  <a:lnTo>
                    <a:pt x="70" y="169"/>
                  </a:lnTo>
                  <a:lnTo>
                    <a:pt x="72" y="175"/>
                  </a:lnTo>
                  <a:lnTo>
                    <a:pt x="74" y="177"/>
                  </a:lnTo>
                  <a:lnTo>
                    <a:pt x="76" y="178"/>
                  </a:lnTo>
                  <a:lnTo>
                    <a:pt x="84" y="182"/>
                  </a:lnTo>
                  <a:lnTo>
                    <a:pt x="87" y="186"/>
                  </a:lnTo>
                  <a:lnTo>
                    <a:pt x="89" y="190"/>
                  </a:lnTo>
                  <a:lnTo>
                    <a:pt x="91" y="194"/>
                  </a:lnTo>
                  <a:lnTo>
                    <a:pt x="95" y="197"/>
                  </a:lnTo>
                  <a:lnTo>
                    <a:pt x="99" y="201"/>
                  </a:lnTo>
                  <a:lnTo>
                    <a:pt x="114" y="211"/>
                  </a:lnTo>
                  <a:lnTo>
                    <a:pt x="118" y="213"/>
                  </a:lnTo>
                  <a:lnTo>
                    <a:pt x="124" y="213"/>
                  </a:lnTo>
                  <a:lnTo>
                    <a:pt x="126" y="215"/>
                  </a:lnTo>
                  <a:lnTo>
                    <a:pt x="126" y="215"/>
                  </a:lnTo>
                  <a:lnTo>
                    <a:pt x="126" y="216"/>
                  </a:lnTo>
                  <a:lnTo>
                    <a:pt x="124" y="218"/>
                  </a:lnTo>
                  <a:lnTo>
                    <a:pt x="120" y="222"/>
                  </a:lnTo>
                  <a:lnTo>
                    <a:pt x="118" y="222"/>
                  </a:lnTo>
                  <a:lnTo>
                    <a:pt x="118" y="222"/>
                  </a:lnTo>
                  <a:lnTo>
                    <a:pt x="116" y="222"/>
                  </a:lnTo>
                  <a:lnTo>
                    <a:pt x="116" y="222"/>
                  </a:lnTo>
                  <a:lnTo>
                    <a:pt x="116" y="222"/>
                  </a:lnTo>
                  <a:lnTo>
                    <a:pt x="114" y="222"/>
                  </a:lnTo>
                  <a:lnTo>
                    <a:pt x="114" y="224"/>
                  </a:lnTo>
                  <a:lnTo>
                    <a:pt x="112" y="226"/>
                  </a:lnTo>
                  <a:lnTo>
                    <a:pt x="112" y="224"/>
                  </a:lnTo>
                  <a:lnTo>
                    <a:pt x="110" y="224"/>
                  </a:lnTo>
                  <a:lnTo>
                    <a:pt x="110" y="224"/>
                  </a:lnTo>
                  <a:lnTo>
                    <a:pt x="110" y="224"/>
                  </a:lnTo>
                  <a:lnTo>
                    <a:pt x="108" y="224"/>
                  </a:lnTo>
                  <a:lnTo>
                    <a:pt x="108" y="226"/>
                  </a:lnTo>
                  <a:lnTo>
                    <a:pt x="107" y="226"/>
                  </a:lnTo>
                  <a:lnTo>
                    <a:pt x="107" y="226"/>
                  </a:lnTo>
                  <a:lnTo>
                    <a:pt x="107" y="226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07" y="230"/>
                  </a:lnTo>
                  <a:lnTo>
                    <a:pt x="120" y="235"/>
                  </a:lnTo>
                  <a:lnTo>
                    <a:pt x="122" y="237"/>
                  </a:lnTo>
                  <a:lnTo>
                    <a:pt x="124" y="239"/>
                  </a:lnTo>
                  <a:lnTo>
                    <a:pt x="124" y="241"/>
                  </a:lnTo>
                  <a:lnTo>
                    <a:pt x="124" y="247"/>
                  </a:lnTo>
                  <a:lnTo>
                    <a:pt x="128" y="245"/>
                  </a:lnTo>
                  <a:lnTo>
                    <a:pt x="133" y="243"/>
                  </a:lnTo>
                  <a:lnTo>
                    <a:pt x="135" y="243"/>
                  </a:lnTo>
                  <a:lnTo>
                    <a:pt x="137" y="243"/>
                  </a:lnTo>
                  <a:lnTo>
                    <a:pt x="137" y="243"/>
                  </a:lnTo>
                  <a:lnTo>
                    <a:pt x="145" y="247"/>
                  </a:lnTo>
                  <a:lnTo>
                    <a:pt x="145" y="247"/>
                  </a:lnTo>
                  <a:lnTo>
                    <a:pt x="147" y="249"/>
                  </a:lnTo>
                  <a:lnTo>
                    <a:pt x="147" y="249"/>
                  </a:lnTo>
                  <a:lnTo>
                    <a:pt x="147" y="251"/>
                  </a:lnTo>
                  <a:lnTo>
                    <a:pt x="147" y="253"/>
                  </a:lnTo>
                  <a:lnTo>
                    <a:pt x="148" y="253"/>
                  </a:lnTo>
                  <a:lnTo>
                    <a:pt x="160" y="262"/>
                  </a:lnTo>
                  <a:lnTo>
                    <a:pt x="162" y="262"/>
                  </a:lnTo>
                  <a:lnTo>
                    <a:pt x="164" y="262"/>
                  </a:lnTo>
                  <a:lnTo>
                    <a:pt x="166" y="262"/>
                  </a:lnTo>
                  <a:lnTo>
                    <a:pt x="166" y="262"/>
                  </a:lnTo>
                  <a:lnTo>
                    <a:pt x="168" y="262"/>
                  </a:lnTo>
                  <a:lnTo>
                    <a:pt x="168" y="262"/>
                  </a:lnTo>
                  <a:lnTo>
                    <a:pt x="168" y="264"/>
                  </a:lnTo>
                  <a:lnTo>
                    <a:pt x="169" y="266"/>
                  </a:lnTo>
                  <a:lnTo>
                    <a:pt x="169" y="266"/>
                  </a:lnTo>
                  <a:lnTo>
                    <a:pt x="171" y="268"/>
                  </a:lnTo>
                  <a:lnTo>
                    <a:pt x="171" y="272"/>
                  </a:lnTo>
                  <a:lnTo>
                    <a:pt x="173" y="275"/>
                  </a:lnTo>
                  <a:lnTo>
                    <a:pt x="181" y="272"/>
                  </a:lnTo>
                  <a:lnTo>
                    <a:pt x="185" y="272"/>
                  </a:lnTo>
                  <a:lnTo>
                    <a:pt x="185" y="272"/>
                  </a:lnTo>
                  <a:lnTo>
                    <a:pt x="187" y="274"/>
                  </a:lnTo>
                  <a:lnTo>
                    <a:pt x="187" y="275"/>
                  </a:lnTo>
                  <a:lnTo>
                    <a:pt x="188" y="275"/>
                  </a:lnTo>
                  <a:lnTo>
                    <a:pt x="188" y="274"/>
                  </a:lnTo>
                  <a:lnTo>
                    <a:pt x="190" y="274"/>
                  </a:lnTo>
                  <a:lnTo>
                    <a:pt x="198" y="275"/>
                  </a:lnTo>
                  <a:lnTo>
                    <a:pt x="200" y="274"/>
                  </a:lnTo>
                  <a:lnTo>
                    <a:pt x="200" y="274"/>
                  </a:lnTo>
                  <a:lnTo>
                    <a:pt x="200" y="272"/>
                  </a:lnTo>
                  <a:lnTo>
                    <a:pt x="200" y="272"/>
                  </a:lnTo>
                  <a:lnTo>
                    <a:pt x="202" y="272"/>
                  </a:lnTo>
                  <a:lnTo>
                    <a:pt x="204" y="272"/>
                  </a:lnTo>
                  <a:lnTo>
                    <a:pt x="208" y="272"/>
                  </a:lnTo>
                  <a:lnTo>
                    <a:pt x="209" y="274"/>
                  </a:lnTo>
                  <a:lnTo>
                    <a:pt x="209" y="274"/>
                  </a:lnTo>
                  <a:lnTo>
                    <a:pt x="209" y="275"/>
                  </a:lnTo>
                  <a:lnTo>
                    <a:pt x="209" y="277"/>
                  </a:lnTo>
                  <a:lnTo>
                    <a:pt x="209" y="279"/>
                  </a:lnTo>
                  <a:lnTo>
                    <a:pt x="209" y="279"/>
                  </a:lnTo>
                  <a:lnTo>
                    <a:pt x="211" y="279"/>
                  </a:lnTo>
                  <a:lnTo>
                    <a:pt x="213" y="277"/>
                  </a:lnTo>
                  <a:lnTo>
                    <a:pt x="215" y="277"/>
                  </a:lnTo>
                  <a:lnTo>
                    <a:pt x="215" y="279"/>
                  </a:lnTo>
                  <a:lnTo>
                    <a:pt x="215" y="279"/>
                  </a:lnTo>
                  <a:lnTo>
                    <a:pt x="215" y="281"/>
                  </a:lnTo>
                  <a:lnTo>
                    <a:pt x="215" y="281"/>
                  </a:lnTo>
                  <a:lnTo>
                    <a:pt x="215" y="283"/>
                  </a:lnTo>
                  <a:lnTo>
                    <a:pt x="217" y="283"/>
                  </a:lnTo>
                  <a:lnTo>
                    <a:pt x="217" y="281"/>
                  </a:lnTo>
                  <a:lnTo>
                    <a:pt x="219" y="281"/>
                  </a:lnTo>
                  <a:lnTo>
                    <a:pt x="219" y="283"/>
                  </a:lnTo>
                  <a:lnTo>
                    <a:pt x="219" y="283"/>
                  </a:lnTo>
                  <a:lnTo>
                    <a:pt x="219" y="285"/>
                  </a:lnTo>
                  <a:lnTo>
                    <a:pt x="219" y="285"/>
                  </a:lnTo>
                  <a:lnTo>
                    <a:pt x="221" y="287"/>
                  </a:lnTo>
                  <a:lnTo>
                    <a:pt x="223" y="287"/>
                  </a:lnTo>
                  <a:lnTo>
                    <a:pt x="223" y="287"/>
                  </a:lnTo>
                  <a:lnTo>
                    <a:pt x="225" y="287"/>
                  </a:lnTo>
                  <a:lnTo>
                    <a:pt x="227" y="285"/>
                  </a:lnTo>
                  <a:lnTo>
                    <a:pt x="227" y="285"/>
                  </a:lnTo>
                  <a:lnTo>
                    <a:pt x="230" y="283"/>
                  </a:lnTo>
                  <a:lnTo>
                    <a:pt x="230" y="281"/>
                  </a:lnTo>
                  <a:lnTo>
                    <a:pt x="230" y="279"/>
                  </a:lnTo>
                  <a:lnTo>
                    <a:pt x="232" y="277"/>
                  </a:lnTo>
                  <a:lnTo>
                    <a:pt x="230" y="277"/>
                  </a:lnTo>
                  <a:lnTo>
                    <a:pt x="229" y="275"/>
                  </a:lnTo>
                  <a:lnTo>
                    <a:pt x="229" y="272"/>
                  </a:lnTo>
                  <a:lnTo>
                    <a:pt x="229" y="270"/>
                  </a:lnTo>
                  <a:lnTo>
                    <a:pt x="229" y="268"/>
                  </a:lnTo>
                  <a:lnTo>
                    <a:pt x="229" y="266"/>
                  </a:lnTo>
                  <a:lnTo>
                    <a:pt x="230" y="264"/>
                  </a:lnTo>
                  <a:lnTo>
                    <a:pt x="230" y="264"/>
                  </a:lnTo>
                  <a:lnTo>
                    <a:pt x="232" y="262"/>
                  </a:lnTo>
                  <a:lnTo>
                    <a:pt x="234" y="262"/>
                  </a:lnTo>
                  <a:lnTo>
                    <a:pt x="234" y="260"/>
                  </a:lnTo>
                  <a:lnTo>
                    <a:pt x="234" y="260"/>
                  </a:lnTo>
                  <a:lnTo>
                    <a:pt x="234" y="256"/>
                  </a:lnTo>
                  <a:lnTo>
                    <a:pt x="236" y="251"/>
                  </a:lnTo>
                  <a:lnTo>
                    <a:pt x="236" y="247"/>
                  </a:lnTo>
                  <a:lnTo>
                    <a:pt x="240" y="245"/>
                  </a:lnTo>
                  <a:lnTo>
                    <a:pt x="242" y="247"/>
                  </a:lnTo>
                  <a:lnTo>
                    <a:pt x="244" y="247"/>
                  </a:lnTo>
                  <a:lnTo>
                    <a:pt x="246" y="245"/>
                  </a:lnTo>
                  <a:lnTo>
                    <a:pt x="246" y="245"/>
                  </a:lnTo>
                  <a:lnTo>
                    <a:pt x="246" y="243"/>
                  </a:lnTo>
                  <a:lnTo>
                    <a:pt x="244" y="237"/>
                  </a:lnTo>
                  <a:lnTo>
                    <a:pt x="246" y="237"/>
                  </a:lnTo>
                  <a:lnTo>
                    <a:pt x="248" y="235"/>
                  </a:lnTo>
                  <a:lnTo>
                    <a:pt x="248" y="237"/>
                  </a:lnTo>
                  <a:lnTo>
                    <a:pt x="249" y="237"/>
                  </a:lnTo>
                  <a:lnTo>
                    <a:pt x="251" y="230"/>
                  </a:lnTo>
                  <a:lnTo>
                    <a:pt x="251" y="228"/>
                  </a:lnTo>
                  <a:lnTo>
                    <a:pt x="251" y="226"/>
                  </a:lnTo>
                  <a:lnTo>
                    <a:pt x="249" y="226"/>
                  </a:lnTo>
                  <a:lnTo>
                    <a:pt x="249" y="226"/>
                  </a:lnTo>
                  <a:lnTo>
                    <a:pt x="248" y="226"/>
                  </a:lnTo>
                  <a:lnTo>
                    <a:pt x="248" y="224"/>
                  </a:lnTo>
                  <a:lnTo>
                    <a:pt x="248" y="220"/>
                  </a:lnTo>
                  <a:lnTo>
                    <a:pt x="246" y="216"/>
                  </a:lnTo>
                  <a:lnTo>
                    <a:pt x="244" y="215"/>
                  </a:lnTo>
                  <a:lnTo>
                    <a:pt x="246" y="213"/>
                  </a:lnTo>
                  <a:lnTo>
                    <a:pt x="246" y="213"/>
                  </a:lnTo>
                  <a:lnTo>
                    <a:pt x="249" y="211"/>
                  </a:lnTo>
                  <a:lnTo>
                    <a:pt x="249" y="211"/>
                  </a:lnTo>
                  <a:lnTo>
                    <a:pt x="249" y="209"/>
                  </a:lnTo>
                  <a:lnTo>
                    <a:pt x="249" y="209"/>
                  </a:lnTo>
                  <a:lnTo>
                    <a:pt x="251" y="207"/>
                  </a:lnTo>
                  <a:lnTo>
                    <a:pt x="251" y="207"/>
                  </a:lnTo>
                  <a:lnTo>
                    <a:pt x="251" y="207"/>
                  </a:lnTo>
                  <a:lnTo>
                    <a:pt x="253" y="205"/>
                  </a:lnTo>
                  <a:lnTo>
                    <a:pt x="255" y="205"/>
                  </a:lnTo>
                  <a:lnTo>
                    <a:pt x="255" y="203"/>
                  </a:lnTo>
                  <a:lnTo>
                    <a:pt x="255" y="203"/>
                  </a:lnTo>
                  <a:lnTo>
                    <a:pt x="255" y="203"/>
                  </a:lnTo>
                  <a:lnTo>
                    <a:pt x="255" y="201"/>
                  </a:lnTo>
                  <a:lnTo>
                    <a:pt x="255" y="201"/>
                  </a:lnTo>
                  <a:lnTo>
                    <a:pt x="255" y="201"/>
                  </a:lnTo>
                  <a:lnTo>
                    <a:pt x="257" y="199"/>
                  </a:lnTo>
                  <a:lnTo>
                    <a:pt x="257" y="199"/>
                  </a:lnTo>
                  <a:lnTo>
                    <a:pt x="259" y="197"/>
                  </a:lnTo>
                  <a:lnTo>
                    <a:pt x="261" y="196"/>
                  </a:lnTo>
                  <a:lnTo>
                    <a:pt x="261" y="192"/>
                  </a:lnTo>
                  <a:lnTo>
                    <a:pt x="259" y="190"/>
                  </a:lnTo>
                  <a:lnTo>
                    <a:pt x="259" y="188"/>
                  </a:lnTo>
                  <a:lnTo>
                    <a:pt x="257" y="184"/>
                  </a:lnTo>
                  <a:lnTo>
                    <a:pt x="257" y="182"/>
                  </a:lnTo>
                  <a:lnTo>
                    <a:pt x="259" y="178"/>
                  </a:lnTo>
                  <a:lnTo>
                    <a:pt x="261" y="177"/>
                  </a:lnTo>
                  <a:lnTo>
                    <a:pt x="267" y="175"/>
                  </a:lnTo>
                  <a:lnTo>
                    <a:pt x="269" y="173"/>
                  </a:lnTo>
                  <a:lnTo>
                    <a:pt x="274" y="167"/>
                  </a:lnTo>
                  <a:lnTo>
                    <a:pt x="276" y="165"/>
                  </a:lnTo>
                  <a:lnTo>
                    <a:pt x="276" y="161"/>
                  </a:lnTo>
                  <a:lnTo>
                    <a:pt x="278" y="159"/>
                  </a:lnTo>
                  <a:lnTo>
                    <a:pt x="278" y="157"/>
                  </a:lnTo>
                  <a:lnTo>
                    <a:pt x="282" y="157"/>
                  </a:lnTo>
                  <a:lnTo>
                    <a:pt x="284" y="157"/>
                  </a:lnTo>
                  <a:lnTo>
                    <a:pt x="286" y="156"/>
                  </a:lnTo>
                  <a:lnTo>
                    <a:pt x="288" y="154"/>
                  </a:lnTo>
                  <a:lnTo>
                    <a:pt x="291" y="152"/>
                  </a:lnTo>
                  <a:lnTo>
                    <a:pt x="291" y="150"/>
                  </a:lnTo>
                  <a:lnTo>
                    <a:pt x="295" y="146"/>
                  </a:lnTo>
                  <a:lnTo>
                    <a:pt x="295" y="144"/>
                  </a:lnTo>
                  <a:lnTo>
                    <a:pt x="301" y="140"/>
                  </a:lnTo>
                  <a:lnTo>
                    <a:pt x="303" y="138"/>
                  </a:lnTo>
                  <a:lnTo>
                    <a:pt x="303" y="135"/>
                  </a:lnTo>
                  <a:lnTo>
                    <a:pt x="303" y="133"/>
                  </a:lnTo>
                  <a:lnTo>
                    <a:pt x="305" y="131"/>
                  </a:lnTo>
                  <a:lnTo>
                    <a:pt x="307" y="131"/>
                  </a:lnTo>
                  <a:lnTo>
                    <a:pt x="307" y="133"/>
                  </a:lnTo>
                  <a:lnTo>
                    <a:pt x="309" y="135"/>
                  </a:lnTo>
                  <a:lnTo>
                    <a:pt x="310" y="135"/>
                  </a:lnTo>
                  <a:lnTo>
                    <a:pt x="316" y="133"/>
                  </a:lnTo>
                  <a:lnTo>
                    <a:pt x="316" y="133"/>
                  </a:lnTo>
                  <a:lnTo>
                    <a:pt x="318" y="131"/>
                  </a:lnTo>
                  <a:lnTo>
                    <a:pt x="316" y="12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07" name="Freeform 10">
              <a:extLst>
                <a:ext uri="{FF2B5EF4-FFF2-40B4-BE49-F238E27FC236}">
                  <a16:creationId xmlns:a16="http://schemas.microsoft.com/office/drawing/2014/main" id="{364F24DD-7D0B-E69B-4FDC-EA4D57BA5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7638" y="2109788"/>
              <a:ext cx="1108075" cy="1068388"/>
            </a:xfrm>
            <a:custGeom>
              <a:avLst/>
              <a:gdLst>
                <a:gd name="T0" fmla="*/ 652 w 698"/>
                <a:gd name="T1" fmla="*/ 453 h 673"/>
                <a:gd name="T2" fmla="*/ 656 w 698"/>
                <a:gd name="T3" fmla="*/ 426 h 673"/>
                <a:gd name="T4" fmla="*/ 635 w 698"/>
                <a:gd name="T5" fmla="*/ 405 h 673"/>
                <a:gd name="T6" fmla="*/ 677 w 698"/>
                <a:gd name="T7" fmla="*/ 392 h 673"/>
                <a:gd name="T8" fmla="*/ 642 w 698"/>
                <a:gd name="T9" fmla="*/ 354 h 673"/>
                <a:gd name="T10" fmla="*/ 610 w 698"/>
                <a:gd name="T11" fmla="*/ 312 h 673"/>
                <a:gd name="T12" fmla="*/ 517 w 698"/>
                <a:gd name="T13" fmla="*/ 285 h 673"/>
                <a:gd name="T14" fmla="*/ 404 w 698"/>
                <a:gd name="T15" fmla="*/ 243 h 673"/>
                <a:gd name="T16" fmla="*/ 355 w 698"/>
                <a:gd name="T17" fmla="*/ 207 h 673"/>
                <a:gd name="T18" fmla="*/ 307 w 698"/>
                <a:gd name="T19" fmla="*/ 188 h 673"/>
                <a:gd name="T20" fmla="*/ 263 w 698"/>
                <a:gd name="T21" fmla="*/ 171 h 673"/>
                <a:gd name="T22" fmla="*/ 217 w 698"/>
                <a:gd name="T23" fmla="*/ 162 h 673"/>
                <a:gd name="T24" fmla="*/ 153 w 698"/>
                <a:gd name="T25" fmla="*/ 116 h 673"/>
                <a:gd name="T26" fmla="*/ 118 w 698"/>
                <a:gd name="T27" fmla="*/ 65 h 673"/>
                <a:gd name="T28" fmla="*/ 63 w 698"/>
                <a:gd name="T29" fmla="*/ 46 h 673"/>
                <a:gd name="T30" fmla="*/ 21 w 698"/>
                <a:gd name="T31" fmla="*/ 40 h 673"/>
                <a:gd name="T32" fmla="*/ 0 w 698"/>
                <a:gd name="T33" fmla="*/ 89 h 673"/>
                <a:gd name="T34" fmla="*/ 6 w 698"/>
                <a:gd name="T35" fmla="*/ 137 h 673"/>
                <a:gd name="T36" fmla="*/ 23 w 698"/>
                <a:gd name="T37" fmla="*/ 192 h 673"/>
                <a:gd name="T38" fmla="*/ 38 w 698"/>
                <a:gd name="T39" fmla="*/ 224 h 673"/>
                <a:gd name="T40" fmla="*/ 38 w 698"/>
                <a:gd name="T41" fmla="*/ 262 h 673"/>
                <a:gd name="T42" fmla="*/ 23 w 698"/>
                <a:gd name="T43" fmla="*/ 293 h 673"/>
                <a:gd name="T44" fmla="*/ 52 w 698"/>
                <a:gd name="T45" fmla="*/ 329 h 673"/>
                <a:gd name="T46" fmla="*/ 52 w 698"/>
                <a:gd name="T47" fmla="*/ 354 h 673"/>
                <a:gd name="T48" fmla="*/ 31 w 698"/>
                <a:gd name="T49" fmla="*/ 380 h 673"/>
                <a:gd name="T50" fmla="*/ 86 w 698"/>
                <a:gd name="T51" fmla="*/ 369 h 673"/>
                <a:gd name="T52" fmla="*/ 105 w 698"/>
                <a:gd name="T53" fmla="*/ 369 h 673"/>
                <a:gd name="T54" fmla="*/ 139 w 698"/>
                <a:gd name="T55" fmla="*/ 382 h 673"/>
                <a:gd name="T56" fmla="*/ 175 w 698"/>
                <a:gd name="T57" fmla="*/ 401 h 673"/>
                <a:gd name="T58" fmla="*/ 172 w 698"/>
                <a:gd name="T59" fmla="*/ 447 h 673"/>
                <a:gd name="T60" fmla="*/ 153 w 698"/>
                <a:gd name="T61" fmla="*/ 498 h 673"/>
                <a:gd name="T62" fmla="*/ 118 w 698"/>
                <a:gd name="T63" fmla="*/ 557 h 673"/>
                <a:gd name="T64" fmla="*/ 109 w 698"/>
                <a:gd name="T65" fmla="*/ 614 h 673"/>
                <a:gd name="T66" fmla="*/ 130 w 698"/>
                <a:gd name="T67" fmla="*/ 622 h 673"/>
                <a:gd name="T68" fmla="*/ 177 w 698"/>
                <a:gd name="T69" fmla="*/ 616 h 673"/>
                <a:gd name="T70" fmla="*/ 154 w 698"/>
                <a:gd name="T71" fmla="*/ 591 h 673"/>
                <a:gd name="T72" fmla="*/ 139 w 698"/>
                <a:gd name="T73" fmla="*/ 523 h 673"/>
                <a:gd name="T74" fmla="*/ 154 w 698"/>
                <a:gd name="T75" fmla="*/ 512 h 673"/>
                <a:gd name="T76" fmla="*/ 170 w 698"/>
                <a:gd name="T77" fmla="*/ 517 h 673"/>
                <a:gd name="T78" fmla="*/ 174 w 698"/>
                <a:gd name="T79" fmla="*/ 540 h 673"/>
                <a:gd name="T80" fmla="*/ 189 w 698"/>
                <a:gd name="T81" fmla="*/ 548 h 673"/>
                <a:gd name="T82" fmla="*/ 206 w 698"/>
                <a:gd name="T83" fmla="*/ 532 h 673"/>
                <a:gd name="T84" fmla="*/ 210 w 698"/>
                <a:gd name="T85" fmla="*/ 551 h 673"/>
                <a:gd name="T86" fmla="*/ 233 w 698"/>
                <a:gd name="T87" fmla="*/ 546 h 673"/>
                <a:gd name="T88" fmla="*/ 271 w 698"/>
                <a:gd name="T89" fmla="*/ 531 h 673"/>
                <a:gd name="T90" fmla="*/ 305 w 698"/>
                <a:gd name="T91" fmla="*/ 538 h 673"/>
                <a:gd name="T92" fmla="*/ 295 w 698"/>
                <a:gd name="T93" fmla="*/ 553 h 673"/>
                <a:gd name="T94" fmla="*/ 318 w 698"/>
                <a:gd name="T95" fmla="*/ 557 h 673"/>
                <a:gd name="T96" fmla="*/ 332 w 698"/>
                <a:gd name="T97" fmla="*/ 555 h 673"/>
                <a:gd name="T98" fmla="*/ 351 w 698"/>
                <a:gd name="T99" fmla="*/ 542 h 673"/>
                <a:gd name="T100" fmla="*/ 360 w 698"/>
                <a:gd name="T101" fmla="*/ 567 h 673"/>
                <a:gd name="T102" fmla="*/ 385 w 698"/>
                <a:gd name="T103" fmla="*/ 546 h 673"/>
                <a:gd name="T104" fmla="*/ 416 w 698"/>
                <a:gd name="T105" fmla="*/ 548 h 673"/>
                <a:gd name="T106" fmla="*/ 444 w 698"/>
                <a:gd name="T107" fmla="*/ 565 h 673"/>
                <a:gd name="T108" fmla="*/ 475 w 698"/>
                <a:gd name="T109" fmla="*/ 586 h 673"/>
                <a:gd name="T110" fmla="*/ 496 w 698"/>
                <a:gd name="T111" fmla="*/ 597 h 673"/>
                <a:gd name="T112" fmla="*/ 530 w 698"/>
                <a:gd name="T113" fmla="*/ 607 h 673"/>
                <a:gd name="T114" fmla="*/ 522 w 698"/>
                <a:gd name="T115" fmla="*/ 652 h 673"/>
                <a:gd name="T116" fmla="*/ 572 w 698"/>
                <a:gd name="T117" fmla="*/ 660 h 673"/>
                <a:gd name="T118" fmla="*/ 585 w 698"/>
                <a:gd name="T119" fmla="*/ 612 h 673"/>
                <a:gd name="T120" fmla="*/ 581 w 698"/>
                <a:gd name="T121" fmla="*/ 571 h 673"/>
                <a:gd name="T122" fmla="*/ 633 w 698"/>
                <a:gd name="T123" fmla="*/ 506 h 673"/>
                <a:gd name="T124" fmla="*/ 671 w 698"/>
                <a:gd name="T125" fmla="*/ 49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98" h="673">
                  <a:moveTo>
                    <a:pt x="698" y="483"/>
                  </a:moveTo>
                  <a:lnTo>
                    <a:pt x="696" y="481"/>
                  </a:lnTo>
                  <a:lnTo>
                    <a:pt x="696" y="481"/>
                  </a:lnTo>
                  <a:lnTo>
                    <a:pt x="690" y="475"/>
                  </a:lnTo>
                  <a:lnTo>
                    <a:pt x="688" y="474"/>
                  </a:lnTo>
                  <a:lnTo>
                    <a:pt x="686" y="474"/>
                  </a:lnTo>
                  <a:lnTo>
                    <a:pt x="684" y="474"/>
                  </a:lnTo>
                  <a:lnTo>
                    <a:pt x="682" y="474"/>
                  </a:lnTo>
                  <a:lnTo>
                    <a:pt x="678" y="472"/>
                  </a:lnTo>
                  <a:lnTo>
                    <a:pt x="678" y="472"/>
                  </a:lnTo>
                  <a:lnTo>
                    <a:pt x="678" y="470"/>
                  </a:lnTo>
                  <a:lnTo>
                    <a:pt x="677" y="468"/>
                  </a:lnTo>
                  <a:lnTo>
                    <a:pt x="675" y="468"/>
                  </a:lnTo>
                  <a:lnTo>
                    <a:pt x="675" y="466"/>
                  </a:lnTo>
                  <a:lnTo>
                    <a:pt x="673" y="466"/>
                  </a:lnTo>
                  <a:lnTo>
                    <a:pt x="671" y="466"/>
                  </a:lnTo>
                  <a:lnTo>
                    <a:pt x="667" y="468"/>
                  </a:lnTo>
                  <a:lnTo>
                    <a:pt x="665" y="468"/>
                  </a:lnTo>
                  <a:lnTo>
                    <a:pt x="665" y="468"/>
                  </a:lnTo>
                  <a:lnTo>
                    <a:pt x="663" y="466"/>
                  </a:lnTo>
                  <a:lnTo>
                    <a:pt x="661" y="466"/>
                  </a:lnTo>
                  <a:lnTo>
                    <a:pt x="661" y="464"/>
                  </a:lnTo>
                  <a:lnTo>
                    <a:pt x="661" y="464"/>
                  </a:lnTo>
                  <a:lnTo>
                    <a:pt x="659" y="460"/>
                  </a:lnTo>
                  <a:lnTo>
                    <a:pt x="659" y="458"/>
                  </a:lnTo>
                  <a:lnTo>
                    <a:pt x="658" y="458"/>
                  </a:lnTo>
                  <a:lnTo>
                    <a:pt x="658" y="458"/>
                  </a:lnTo>
                  <a:lnTo>
                    <a:pt x="656" y="458"/>
                  </a:lnTo>
                  <a:lnTo>
                    <a:pt x="656" y="456"/>
                  </a:lnTo>
                  <a:lnTo>
                    <a:pt x="656" y="454"/>
                  </a:lnTo>
                  <a:lnTo>
                    <a:pt x="654" y="454"/>
                  </a:lnTo>
                  <a:lnTo>
                    <a:pt x="654" y="453"/>
                  </a:lnTo>
                  <a:lnTo>
                    <a:pt x="652" y="453"/>
                  </a:lnTo>
                  <a:lnTo>
                    <a:pt x="650" y="451"/>
                  </a:lnTo>
                  <a:lnTo>
                    <a:pt x="650" y="451"/>
                  </a:lnTo>
                  <a:lnTo>
                    <a:pt x="648" y="451"/>
                  </a:lnTo>
                  <a:lnTo>
                    <a:pt x="646" y="451"/>
                  </a:lnTo>
                  <a:lnTo>
                    <a:pt x="646" y="451"/>
                  </a:lnTo>
                  <a:lnTo>
                    <a:pt x="644" y="443"/>
                  </a:lnTo>
                  <a:lnTo>
                    <a:pt x="642" y="441"/>
                  </a:lnTo>
                  <a:lnTo>
                    <a:pt x="640" y="439"/>
                  </a:lnTo>
                  <a:lnTo>
                    <a:pt x="638" y="439"/>
                  </a:lnTo>
                  <a:lnTo>
                    <a:pt x="638" y="437"/>
                  </a:lnTo>
                  <a:lnTo>
                    <a:pt x="638" y="437"/>
                  </a:lnTo>
                  <a:lnTo>
                    <a:pt x="638" y="435"/>
                  </a:lnTo>
                  <a:lnTo>
                    <a:pt x="640" y="435"/>
                  </a:lnTo>
                  <a:lnTo>
                    <a:pt x="640" y="435"/>
                  </a:lnTo>
                  <a:lnTo>
                    <a:pt x="640" y="435"/>
                  </a:lnTo>
                  <a:lnTo>
                    <a:pt x="640" y="435"/>
                  </a:lnTo>
                  <a:lnTo>
                    <a:pt x="642" y="434"/>
                  </a:lnTo>
                  <a:lnTo>
                    <a:pt x="648" y="434"/>
                  </a:lnTo>
                  <a:lnTo>
                    <a:pt x="648" y="434"/>
                  </a:lnTo>
                  <a:lnTo>
                    <a:pt x="650" y="434"/>
                  </a:lnTo>
                  <a:lnTo>
                    <a:pt x="650" y="432"/>
                  </a:lnTo>
                  <a:lnTo>
                    <a:pt x="650" y="432"/>
                  </a:lnTo>
                  <a:lnTo>
                    <a:pt x="652" y="432"/>
                  </a:lnTo>
                  <a:lnTo>
                    <a:pt x="652" y="432"/>
                  </a:lnTo>
                  <a:lnTo>
                    <a:pt x="654" y="432"/>
                  </a:lnTo>
                  <a:lnTo>
                    <a:pt x="654" y="432"/>
                  </a:lnTo>
                  <a:lnTo>
                    <a:pt x="656" y="432"/>
                  </a:lnTo>
                  <a:lnTo>
                    <a:pt x="658" y="432"/>
                  </a:lnTo>
                  <a:lnTo>
                    <a:pt x="658" y="432"/>
                  </a:lnTo>
                  <a:lnTo>
                    <a:pt x="658" y="430"/>
                  </a:lnTo>
                  <a:lnTo>
                    <a:pt x="656" y="428"/>
                  </a:lnTo>
                  <a:lnTo>
                    <a:pt x="656" y="426"/>
                  </a:lnTo>
                  <a:lnTo>
                    <a:pt x="656" y="426"/>
                  </a:lnTo>
                  <a:lnTo>
                    <a:pt x="656" y="426"/>
                  </a:lnTo>
                  <a:lnTo>
                    <a:pt x="658" y="422"/>
                  </a:lnTo>
                  <a:lnTo>
                    <a:pt x="658" y="420"/>
                  </a:lnTo>
                  <a:lnTo>
                    <a:pt x="658" y="420"/>
                  </a:lnTo>
                  <a:lnTo>
                    <a:pt x="658" y="420"/>
                  </a:lnTo>
                  <a:lnTo>
                    <a:pt x="656" y="418"/>
                  </a:lnTo>
                  <a:lnTo>
                    <a:pt x="650" y="418"/>
                  </a:lnTo>
                  <a:lnTo>
                    <a:pt x="648" y="416"/>
                  </a:lnTo>
                  <a:lnTo>
                    <a:pt x="646" y="416"/>
                  </a:lnTo>
                  <a:lnTo>
                    <a:pt x="644" y="413"/>
                  </a:lnTo>
                  <a:lnTo>
                    <a:pt x="642" y="413"/>
                  </a:lnTo>
                  <a:lnTo>
                    <a:pt x="642" y="413"/>
                  </a:lnTo>
                  <a:lnTo>
                    <a:pt x="640" y="413"/>
                  </a:lnTo>
                  <a:lnTo>
                    <a:pt x="640" y="413"/>
                  </a:lnTo>
                  <a:lnTo>
                    <a:pt x="640" y="413"/>
                  </a:lnTo>
                  <a:lnTo>
                    <a:pt x="640" y="413"/>
                  </a:lnTo>
                  <a:lnTo>
                    <a:pt x="638" y="413"/>
                  </a:lnTo>
                  <a:lnTo>
                    <a:pt x="638" y="415"/>
                  </a:lnTo>
                  <a:lnTo>
                    <a:pt x="637" y="415"/>
                  </a:lnTo>
                  <a:lnTo>
                    <a:pt x="637" y="415"/>
                  </a:lnTo>
                  <a:lnTo>
                    <a:pt x="635" y="413"/>
                  </a:lnTo>
                  <a:lnTo>
                    <a:pt x="633" y="413"/>
                  </a:lnTo>
                  <a:lnTo>
                    <a:pt x="633" y="413"/>
                  </a:lnTo>
                  <a:lnTo>
                    <a:pt x="633" y="411"/>
                  </a:lnTo>
                  <a:lnTo>
                    <a:pt x="633" y="409"/>
                  </a:lnTo>
                  <a:lnTo>
                    <a:pt x="633" y="409"/>
                  </a:lnTo>
                  <a:lnTo>
                    <a:pt x="633" y="405"/>
                  </a:lnTo>
                  <a:lnTo>
                    <a:pt x="633" y="405"/>
                  </a:lnTo>
                  <a:lnTo>
                    <a:pt x="633" y="405"/>
                  </a:lnTo>
                  <a:lnTo>
                    <a:pt x="635" y="403"/>
                  </a:lnTo>
                  <a:lnTo>
                    <a:pt x="635" y="403"/>
                  </a:lnTo>
                  <a:lnTo>
                    <a:pt x="635" y="403"/>
                  </a:lnTo>
                  <a:lnTo>
                    <a:pt x="635" y="405"/>
                  </a:lnTo>
                  <a:lnTo>
                    <a:pt x="635" y="405"/>
                  </a:lnTo>
                  <a:lnTo>
                    <a:pt x="637" y="405"/>
                  </a:lnTo>
                  <a:lnTo>
                    <a:pt x="637" y="407"/>
                  </a:lnTo>
                  <a:lnTo>
                    <a:pt x="637" y="407"/>
                  </a:lnTo>
                  <a:lnTo>
                    <a:pt x="637" y="407"/>
                  </a:lnTo>
                  <a:lnTo>
                    <a:pt x="637" y="407"/>
                  </a:lnTo>
                  <a:lnTo>
                    <a:pt x="637" y="407"/>
                  </a:lnTo>
                  <a:lnTo>
                    <a:pt x="637" y="407"/>
                  </a:lnTo>
                  <a:lnTo>
                    <a:pt x="638" y="405"/>
                  </a:lnTo>
                  <a:lnTo>
                    <a:pt x="638" y="405"/>
                  </a:lnTo>
                  <a:lnTo>
                    <a:pt x="638" y="405"/>
                  </a:lnTo>
                  <a:lnTo>
                    <a:pt x="640" y="405"/>
                  </a:lnTo>
                  <a:lnTo>
                    <a:pt x="644" y="403"/>
                  </a:lnTo>
                  <a:lnTo>
                    <a:pt x="644" y="403"/>
                  </a:lnTo>
                  <a:lnTo>
                    <a:pt x="644" y="403"/>
                  </a:lnTo>
                  <a:lnTo>
                    <a:pt x="646" y="401"/>
                  </a:lnTo>
                  <a:lnTo>
                    <a:pt x="646" y="401"/>
                  </a:lnTo>
                  <a:lnTo>
                    <a:pt x="646" y="399"/>
                  </a:lnTo>
                  <a:lnTo>
                    <a:pt x="648" y="396"/>
                  </a:lnTo>
                  <a:lnTo>
                    <a:pt x="648" y="396"/>
                  </a:lnTo>
                  <a:lnTo>
                    <a:pt x="648" y="394"/>
                  </a:lnTo>
                  <a:lnTo>
                    <a:pt x="650" y="394"/>
                  </a:lnTo>
                  <a:lnTo>
                    <a:pt x="650" y="394"/>
                  </a:lnTo>
                  <a:lnTo>
                    <a:pt x="654" y="394"/>
                  </a:lnTo>
                  <a:lnTo>
                    <a:pt x="654" y="394"/>
                  </a:lnTo>
                  <a:lnTo>
                    <a:pt x="656" y="394"/>
                  </a:lnTo>
                  <a:lnTo>
                    <a:pt x="658" y="394"/>
                  </a:lnTo>
                  <a:lnTo>
                    <a:pt x="661" y="396"/>
                  </a:lnTo>
                  <a:lnTo>
                    <a:pt x="675" y="394"/>
                  </a:lnTo>
                  <a:lnTo>
                    <a:pt x="677" y="394"/>
                  </a:lnTo>
                  <a:lnTo>
                    <a:pt x="677" y="394"/>
                  </a:lnTo>
                  <a:lnTo>
                    <a:pt x="677" y="392"/>
                  </a:lnTo>
                  <a:lnTo>
                    <a:pt x="677" y="392"/>
                  </a:lnTo>
                  <a:lnTo>
                    <a:pt x="675" y="392"/>
                  </a:lnTo>
                  <a:lnTo>
                    <a:pt x="669" y="384"/>
                  </a:lnTo>
                  <a:lnTo>
                    <a:pt x="667" y="384"/>
                  </a:lnTo>
                  <a:lnTo>
                    <a:pt x="667" y="382"/>
                  </a:lnTo>
                  <a:lnTo>
                    <a:pt x="665" y="382"/>
                  </a:lnTo>
                  <a:lnTo>
                    <a:pt x="663" y="382"/>
                  </a:lnTo>
                  <a:lnTo>
                    <a:pt x="663" y="382"/>
                  </a:lnTo>
                  <a:lnTo>
                    <a:pt x="663" y="382"/>
                  </a:lnTo>
                  <a:lnTo>
                    <a:pt x="663" y="380"/>
                  </a:lnTo>
                  <a:lnTo>
                    <a:pt x="663" y="377"/>
                  </a:lnTo>
                  <a:lnTo>
                    <a:pt x="663" y="375"/>
                  </a:lnTo>
                  <a:lnTo>
                    <a:pt x="663" y="373"/>
                  </a:lnTo>
                  <a:lnTo>
                    <a:pt x="663" y="371"/>
                  </a:lnTo>
                  <a:lnTo>
                    <a:pt x="661" y="369"/>
                  </a:lnTo>
                  <a:lnTo>
                    <a:pt x="661" y="369"/>
                  </a:lnTo>
                  <a:lnTo>
                    <a:pt x="659" y="369"/>
                  </a:lnTo>
                  <a:lnTo>
                    <a:pt x="659" y="369"/>
                  </a:lnTo>
                  <a:lnTo>
                    <a:pt x="658" y="369"/>
                  </a:lnTo>
                  <a:lnTo>
                    <a:pt x="658" y="369"/>
                  </a:lnTo>
                  <a:lnTo>
                    <a:pt x="658" y="369"/>
                  </a:lnTo>
                  <a:lnTo>
                    <a:pt x="656" y="369"/>
                  </a:lnTo>
                  <a:lnTo>
                    <a:pt x="656" y="371"/>
                  </a:lnTo>
                  <a:lnTo>
                    <a:pt x="656" y="371"/>
                  </a:lnTo>
                  <a:lnTo>
                    <a:pt x="654" y="371"/>
                  </a:lnTo>
                  <a:lnTo>
                    <a:pt x="652" y="369"/>
                  </a:lnTo>
                  <a:lnTo>
                    <a:pt x="650" y="367"/>
                  </a:lnTo>
                  <a:lnTo>
                    <a:pt x="650" y="367"/>
                  </a:lnTo>
                  <a:lnTo>
                    <a:pt x="648" y="367"/>
                  </a:lnTo>
                  <a:lnTo>
                    <a:pt x="646" y="365"/>
                  </a:lnTo>
                  <a:lnTo>
                    <a:pt x="646" y="363"/>
                  </a:lnTo>
                  <a:lnTo>
                    <a:pt x="642" y="358"/>
                  </a:lnTo>
                  <a:lnTo>
                    <a:pt x="642" y="358"/>
                  </a:lnTo>
                  <a:lnTo>
                    <a:pt x="642" y="354"/>
                  </a:lnTo>
                  <a:lnTo>
                    <a:pt x="642" y="354"/>
                  </a:lnTo>
                  <a:lnTo>
                    <a:pt x="642" y="352"/>
                  </a:lnTo>
                  <a:lnTo>
                    <a:pt x="642" y="350"/>
                  </a:lnTo>
                  <a:lnTo>
                    <a:pt x="640" y="350"/>
                  </a:lnTo>
                  <a:lnTo>
                    <a:pt x="638" y="348"/>
                  </a:lnTo>
                  <a:lnTo>
                    <a:pt x="638" y="346"/>
                  </a:lnTo>
                  <a:lnTo>
                    <a:pt x="638" y="344"/>
                  </a:lnTo>
                  <a:lnTo>
                    <a:pt x="635" y="342"/>
                  </a:lnTo>
                  <a:lnTo>
                    <a:pt x="635" y="342"/>
                  </a:lnTo>
                  <a:lnTo>
                    <a:pt x="635" y="340"/>
                  </a:lnTo>
                  <a:lnTo>
                    <a:pt x="635" y="338"/>
                  </a:lnTo>
                  <a:lnTo>
                    <a:pt x="635" y="337"/>
                  </a:lnTo>
                  <a:lnTo>
                    <a:pt x="635" y="335"/>
                  </a:lnTo>
                  <a:lnTo>
                    <a:pt x="633" y="333"/>
                  </a:lnTo>
                  <a:lnTo>
                    <a:pt x="633" y="333"/>
                  </a:lnTo>
                  <a:lnTo>
                    <a:pt x="633" y="331"/>
                  </a:lnTo>
                  <a:lnTo>
                    <a:pt x="631" y="331"/>
                  </a:lnTo>
                  <a:lnTo>
                    <a:pt x="631" y="329"/>
                  </a:lnTo>
                  <a:lnTo>
                    <a:pt x="629" y="329"/>
                  </a:lnTo>
                  <a:lnTo>
                    <a:pt x="629" y="327"/>
                  </a:lnTo>
                  <a:lnTo>
                    <a:pt x="631" y="325"/>
                  </a:lnTo>
                  <a:lnTo>
                    <a:pt x="631" y="323"/>
                  </a:lnTo>
                  <a:lnTo>
                    <a:pt x="631" y="323"/>
                  </a:lnTo>
                  <a:lnTo>
                    <a:pt x="629" y="323"/>
                  </a:lnTo>
                  <a:lnTo>
                    <a:pt x="627" y="323"/>
                  </a:lnTo>
                  <a:lnTo>
                    <a:pt x="627" y="323"/>
                  </a:lnTo>
                  <a:lnTo>
                    <a:pt x="627" y="323"/>
                  </a:lnTo>
                  <a:lnTo>
                    <a:pt x="627" y="323"/>
                  </a:lnTo>
                  <a:lnTo>
                    <a:pt x="627" y="321"/>
                  </a:lnTo>
                  <a:lnTo>
                    <a:pt x="627" y="321"/>
                  </a:lnTo>
                  <a:lnTo>
                    <a:pt x="627" y="321"/>
                  </a:lnTo>
                  <a:lnTo>
                    <a:pt x="621" y="319"/>
                  </a:lnTo>
                  <a:lnTo>
                    <a:pt x="610" y="312"/>
                  </a:lnTo>
                  <a:lnTo>
                    <a:pt x="602" y="310"/>
                  </a:lnTo>
                  <a:lnTo>
                    <a:pt x="593" y="308"/>
                  </a:lnTo>
                  <a:lnTo>
                    <a:pt x="583" y="308"/>
                  </a:lnTo>
                  <a:lnTo>
                    <a:pt x="581" y="310"/>
                  </a:lnTo>
                  <a:lnTo>
                    <a:pt x="581" y="310"/>
                  </a:lnTo>
                  <a:lnTo>
                    <a:pt x="581" y="312"/>
                  </a:lnTo>
                  <a:lnTo>
                    <a:pt x="581" y="314"/>
                  </a:lnTo>
                  <a:lnTo>
                    <a:pt x="581" y="316"/>
                  </a:lnTo>
                  <a:lnTo>
                    <a:pt x="581" y="316"/>
                  </a:lnTo>
                  <a:lnTo>
                    <a:pt x="581" y="318"/>
                  </a:lnTo>
                  <a:lnTo>
                    <a:pt x="579" y="321"/>
                  </a:lnTo>
                  <a:lnTo>
                    <a:pt x="577" y="321"/>
                  </a:lnTo>
                  <a:lnTo>
                    <a:pt x="576" y="323"/>
                  </a:lnTo>
                  <a:lnTo>
                    <a:pt x="574" y="323"/>
                  </a:lnTo>
                  <a:lnTo>
                    <a:pt x="572" y="323"/>
                  </a:lnTo>
                  <a:lnTo>
                    <a:pt x="572" y="321"/>
                  </a:lnTo>
                  <a:lnTo>
                    <a:pt x="570" y="319"/>
                  </a:lnTo>
                  <a:lnTo>
                    <a:pt x="570" y="318"/>
                  </a:lnTo>
                  <a:lnTo>
                    <a:pt x="568" y="318"/>
                  </a:lnTo>
                  <a:lnTo>
                    <a:pt x="564" y="314"/>
                  </a:lnTo>
                  <a:lnTo>
                    <a:pt x="560" y="312"/>
                  </a:lnTo>
                  <a:lnTo>
                    <a:pt x="549" y="312"/>
                  </a:lnTo>
                  <a:lnTo>
                    <a:pt x="543" y="310"/>
                  </a:lnTo>
                  <a:lnTo>
                    <a:pt x="539" y="308"/>
                  </a:lnTo>
                  <a:lnTo>
                    <a:pt x="536" y="306"/>
                  </a:lnTo>
                  <a:lnTo>
                    <a:pt x="524" y="306"/>
                  </a:lnTo>
                  <a:lnTo>
                    <a:pt x="522" y="304"/>
                  </a:lnTo>
                  <a:lnTo>
                    <a:pt x="522" y="300"/>
                  </a:lnTo>
                  <a:lnTo>
                    <a:pt x="520" y="293"/>
                  </a:lnTo>
                  <a:lnTo>
                    <a:pt x="520" y="289"/>
                  </a:lnTo>
                  <a:lnTo>
                    <a:pt x="518" y="285"/>
                  </a:lnTo>
                  <a:lnTo>
                    <a:pt x="518" y="285"/>
                  </a:lnTo>
                  <a:lnTo>
                    <a:pt x="517" y="285"/>
                  </a:lnTo>
                  <a:lnTo>
                    <a:pt x="503" y="287"/>
                  </a:lnTo>
                  <a:lnTo>
                    <a:pt x="496" y="289"/>
                  </a:lnTo>
                  <a:lnTo>
                    <a:pt x="492" y="287"/>
                  </a:lnTo>
                  <a:lnTo>
                    <a:pt x="488" y="281"/>
                  </a:lnTo>
                  <a:lnTo>
                    <a:pt x="480" y="280"/>
                  </a:lnTo>
                  <a:lnTo>
                    <a:pt x="469" y="270"/>
                  </a:lnTo>
                  <a:lnTo>
                    <a:pt x="465" y="268"/>
                  </a:lnTo>
                  <a:lnTo>
                    <a:pt x="463" y="266"/>
                  </a:lnTo>
                  <a:lnTo>
                    <a:pt x="461" y="264"/>
                  </a:lnTo>
                  <a:lnTo>
                    <a:pt x="459" y="264"/>
                  </a:lnTo>
                  <a:lnTo>
                    <a:pt x="459" y="264"/>
                  </a:lnTo>
                  <a:lnTo>
                    <a:pt x="457" y="262"/>
                  </a:lnTo>
                  <a:lnTo>
                    <a:pt x="454" y="262"/>
                  </a:lnTo>
                  <a:lnTo>
                    <a:pt x="450" y="264"/>
                  </a:lnTo>
                  <a:lnTo>
                    <a:pt x="446" y="268"/>
                  </a:lnTo>
                  <a:lnTo>
                    <a:pt x="444" y="270"/>
                  </a:lnTo>
                  <a:lnTo>
                    <a:pt x="442" y="270"/>
                  </a:lnTo>
                  <a:lnTo>
                    <a:pt x="440" y="268"/>
                  </a:lnTo>
                  <a:lnTo>
                    <a:pt x="436" y="266"/>
                  </a:lnTo>
                  <a:lnTo>
                    <a:pt x="433" y="262"/>
                  </a:lnTo>
                  <a:lnTo>
                    <a:pt x="429" y="259"/>
                  </a:lnTo>
                  <a:lnTo>
                    <a:pt x="427" y="257"/>
                  </a:lnTo>
                  <a:lnTo>
                    <a:pt x="425" y="257"/>
                  </a:lnTo>
                  <a:lnTo>
                    <a:pt x="419" y="255"/>
                  </a:lnTo>
                  <a:lnTo>
                    <a:pt x="417" y="255"/>
                  </a:lnTo>
                  <a:lnTo>
                    <a:pt x="417" y="255"/>
                  </a:lnTo>
                  <a:lnTo>
                    <a:pt x="417" y="255"/>
                  </a:lnTo>
                  <a:lnTo>
                    <a:pt x="417" y="253"/>
                  </a:lnTo>
                  <a:lnTo>
                    <a:pt x="416" y="251"/>
                  </a:lnTo>
                  <a:lnTo>
                    <a:pt x="406" y="247"/>
                  </a:lnTo>
                  <a:lnTo>
                    <a:pt x="406" y="245"/>
                  </a:lnTo>
                  <a:lnTo>
                    <a:pt x="406" y="245"/>
                  </a:lnTo>
                  <a:lnTo>
                    <a:pt x="404" y="243"/>
                  </a:lnTo>
                  <a:lnTo>
                    <a:pt x="404" y="241"/>
                  </a:lnTo>
                  <a:lnTo>
                    <a:pt x="404" y="240"/>
                  </a:lnTo>
                  <a:lnTo>
                    <a:pt x="402" y="238"/>
                  </a:lnTo>
                  <a:lnTo>
                    <a:pt x="400" y="238"/>
                  </a:lnTo>
                  <a:lnTo>
                    <a:pt x="398" y="236"/>
                  </a:lnTo>
                  <a:lnTo>
                    <a:pt x="396" y="236"/>
                  </a:lnTo>
                  <a:lnTo>
                    <a:pt x="396" y="238"/>
                  </a:lnTo>
                  <a:lnTo>
                    <a:pt x="395" y="238"/>
                  </a:lnTo>
                  <a:lnTo>
                    <a:pt x="395" y="240"/>
                  </a:lnTo>
                  <a:lnTo>
                    <a:pt x="393" y="240"/>
                  </a:lnTo>
                  <a:lnTo>
                    <a:pt x="391" y="241"/>
                  </a:lnTo>
                  <a:lnTo>
                    <a:pt x="391" y="240"/>
                  </a:lnTo>
                  <a:lnTo>
                    <a:pt x="391" y="240"/>
                  </a:lnTo>
                  <a:lnTo>
                    <a:pt x="389" y="238"/>
                  </a:lnTo>
                  <a:lnTo>
                    <a:pt x="389" y="238"/>
                  </a:lnTo>
                  <a:lnTo>
                    <a:pt x="389" y="238"/>
                  </a:lnTo>
                  <a:lnTo>
                    <a:pt x="391" y="236"/>
                  </a:lnTo>
                  <a:lnTo>
                    <a:pt x="389" y="234"/>
                  </a:lnTo>
                  <a:lnTo>
                    <a:pt x="383" y="228"/>
                  </a:lnTo>
                  <a:lnTo>
                    <a:pt x="383" y="224"/>
                  </a:lnTo>
                  <a:lnTo>
                    <a:pt x="381" y="219"/>
                  </a:lnTo>
                  <a:lnTo>
                    <a:pt x="379" y="217"/>
                  </a:lnTo>
                  <a:lnTo>
                    <a:pt x="377" y="215"/>
                  </a:lnTo>
                  <a:lnTo>
                    <a:pt x="368" y="213"/>
                  </a:lnTo>
                  <a:lnTo>
                    <a:pt x="364" y="213"/>
                  </a:lnTo>
                  <a:lnTo>
                    <a:pt x="362" y="211"/>
                  </a:lnTo>
                  <a:lnTo>
                    <a:pt x="362" y="209"/>
                  </a:lnTo>
                  <a:lnTo>
                    <a:pt x="362" y="209"/>
                  </a:lnTo>
                  <a:lnTo>
                    <a:pt x="360" y="207"/>
                  </a:lnTo>
                  <a:lnTo>
                    <a:pt x="360" y="209"/>
                  </a:lnTo>
                  <a:lnTo>
                    <a:pt x="358" y="209"/>
                  </a:lnTo>
                  <a:lnTo>
                    <a:pt x="356" y="207"/>
                  </a:lnTo>
                  <a:lnTo>
                    <a:pt x="355" y="207"/>
                  </a:lnTo>
                  <a:lnTo>
                    <a:pt x="353" y="207"/>
                  </a:lnTo>
                  <a:lnTo>
                    <a:pt x="353" y="205"/>
                  </a:lnTo>
                  <a:lnTo>
                    <a:pt x="353" y="203"/>
                  </a:lnTo>
                  <a:lnTo>
                    <a:pt x="351" y="202"/>
                  </a:lnTo>
                  <a:lnTo>
                    <a:pt x="351" y="202"/>
                  </a:lnTo>
                  <a:lnTo>
                    <a:pt x="347" y="202"/>
                  </a:lnTo>
                  <a:lnTo>
                    <a:pt x="345" y="202"/>
                  </a:lnTo>
                  <a:lnTo>
                    <a:pt x="343" y="200"/>
                  </a:lnTo>
                  <a:lnTo>
                    <a:pt x="339" y="196"/>
                  </a:lnTo>
                  <a:lnTo>
                    <a:pt x="337" y="196"/>
                  </a:lnTo>
                  <a:lnTo>
                    <a:pt x="335" y="194"/>
                  </a:lnTo>
                  <a:lnTo>
                    <a:pt x="334" y="194"/>
                  </a:lnTo>
                  <a:lnTo>
                    <a:pt x="332" y="192"/>
                  </a:lnTo>
                  <a:lnTo>
                    <a:pt x="330" y="188"/>
                  </a:lnTo>
                  <a:lnTo>
                    <a:pt x="330" y="188"/>
                  </a:lnTo>
                  <a:lnTo>
                    <a:pt x="326" y="188"/>
                  </a:lnTo>
                  <a:lnTo>
                    <a:pt x="324" y="186"/>
                  </a:lnTo>
                  <a:lnTo>
                    <a:pt x="322" y="186"/>
                  </a:lnTo>
                  <a:lnTo>
                    <a:pt x="322" y="184"/>
                  </a:lnTo>
                  <a:lnTo>
                    <a:pt x="322" y="184"/>
                  </a:lnTo>
                  <a:lnTo>
                    <a:pt x="322" y="183"/>
                  </a:lnTo>
                  <a:lnTo>
                    <a:pt x="322" y="183"/>
                  </a:lnTo>
                  <a:lnTo>
                    <a:pt x="320" y="183"/>
                  </a:lnTo>
                  <a:lnTo>
                    <a:pt x="318" y="183"/>
                  </a:lnTo>
                  <a:lnTo>
                    <a:pt x="316" y="184"/>
                  </a:lnTo>
                  <a:lnTo>
                    <a:pt x="316" y="184"/>
                  </a:lnTo>
                  <a:lnTo>
                    <a:pt x="316" y="186"/>
                  </a:lnTo>
                  <a:lnTo>
                    <a:pt x="316" y="194"/>
                  </a:lnTo>
                  <a:lnTo>
                    <a:pt x="316" y="194"/>
                  </a:lnTo>
                  <a:lnTo>
                    <a:pt x="315" y="194"/>
                  </a:lnTo>
                  <a:lnTo>
                    <a:pt x="311" y="188"/>
                  </a:lnTo>
                  <a:lnTo>
                    <a:pt x="309" y="188"/>
                  </a:lnTo>
                  <a:lnTo>
                    <a:pt x="307" y="188"/>
                  </a:lnTo>
                  <a:lnTo>
                    <a:pt x="305" y="188"/>
                  </a:lnTo>
                  <a:lnTo>
                    <a:pt x="303" y="188"/>
                  </a:lnTo>
                  <a:lnTo>
                    <a:pt x="301" y="188"/>
                  </a:lnTo>
                  <a:lnTo>
                    <a:pt x="299" y="186"/>
                  </a:lnTo>
                  <a:lnTo>
                    <a:pt x="297" y="181"/>
                  </a:lnTo>
                  <a:lnTo>
                    <a:pt x="297" y="181"/>
                  </a:lnTo>
                  <a:lnTo>
                    <a:pt x="295" y="181"/>
                  </a:lnTo>
                  <a:lnTo>
                    <a:pt x="295" y="181"/>
                  </a:lnTo>
                  <a:lnTo>
                    <a:pt x="294" y="179"/>
                  </a:lnTo>
                  <a:lnTo>
                    <a:pt x="294" y="177"/>
                  </a:lnTo>
                  <a:lnTo>
                    <a:pt x="292" y="177"/>
                  </a:lnTo>
                  <a:lnTo>
                    <a:pt x="292" y="177"/>
                  </a:lnTo>
                  <a:lnTo>
                    <a:pt x="288" y="175"/>
                  </a:lnTo>
                  <a:lnTo>
                    <a:pt x="286" y="175"/>
                  </a:lnTo>
                  <a:lnTo>
                    <a:pt x="284" y="173"/>
                  </a:lnTo>
                  <a:lnTo>
                    <a:pt x="282" y="169"/>
                  </a:lnTo>
                  <a:lnTo>
                    <a:pt x="278" y="167"/>
                  </a:lnTo>
                  <a:lnTo>
                    <a:pt x="278" y="167"/>
                  </a:lnTo>
                  <a:lnTo>
                    <a:pt x="276" y="169"/>
                  </a:lnTo>
                  <a:lnTo>
                    <a:pt x="276" y="171"/>
                  </a:lnTo>
                  <a:lnTo>
                    <a:pt x="276" y="173"/>
                  </a:lnTo>
                  <a:lnTo>
                    <a:pt x="273" y="175"/>
                  </a:lnTo>
                  <a:lnTo>
                    <a:pt x="273" y="175"/>
                  </a:lnTo>
                  <a:lnTo>
                    <a:pt x="271" y="177"/>
                  </a:lnTo>
                  <a:lnTo>
                    <a:pt x="269" y="177"/>
                  </a:lnTo>
                  <a:lnTo>
                    <a:pt x="269" y="177"/>
                  </a:lnTo>
                  <a:lnTo>
                    <a:pt x="267" y="177"/>
                  </a:lnTo>
                  <a:lnTo>
                    <a:pt x="265" y="175"/>
                  </a:lnTo>
                  <a:lnTo>
                    <a:pt x="265" y="175"/>
                  </a:lnTo>
                  <a:lnTo>
                    <a:pt x="265" y="173"/>
                  </a:lnTo>
                  <a:lnTo>
                    <a:pt x="265" y="173"/>
                  </a:lnTo>
                  <a:lnTo>
                    <a:pt x="265" y="171"/>
                  </a:lnTo>
                  <a:lnTo>
                    <a:pt x="263" y="171"/>
                  </a:lnTo>
                  <a:lnTo>
                    <a:pt x="263" y="173"/>
                  </a:lnTo>
                  <a:lnTo>
                    <a:pt x="261" y="173"/>
                  </a:lnTo>
                  <a:lnTo>
                    <a:pt x="261" y="171"/>
                  </a:lnTo>
                  <a:lnTo>
                    <a:pt x="261" y="171"/>
                  </a:lnTo>
                  <a:lnTo>
                    <a:pt x="261" y="169"/>
                  </a:lnTo>
                  <a:lnTo>
                    <a:pt x="261" y="169"/>
                  </a:lnTo>
                  <a:lnTo>
                    <a:pt x="261" y="167"/>
                  </a:lnTo>
                  <a:lnTo>
                    <a:pt x="259" y="167"/>
                  </a:lnTo>
                  <a:lnTo>
                    <a:pt x="257" y="169"/>
                  </a:lnTo>
                  <a:lnTo>
                    <a:pt x="255" y="169"/>
                  </a:lnTo>
                  <a:lnTo>
                    <a:pt x="255" y="169"/>
                  </a:lnTo>
                  <a:lnTo>
                    <a:pt x="255" y="167"/>
                  </a:lnTo>
                  <a:lnTo>
                    <a:pt x="255" y="165"/>
                  </a:lnTo>
                  <a:lnTo>
                    <a:pt x="255" y="164"/>
                  </a:lnTo>
                  <a:lnTo>
                    <a:pt x="255" y="164"/>
                  </a:lnTo>
                  <a:lnTo>
                    <a:pt x="254" y="162"/>
                  </a:lnTo>
                  <a:lnTo>
                    <a:pt x="250" y="162"/>
                  </a:lnTo>
                  <a:lnTo>
                    <a:pt x="248" y="162"/>
                  </a:lnTo>
                  <a:lnTo>
                    <a:pt x="246" y="162"/>
                  </a:lnTo>
                  <a:lnTo>
                    <a:pt x="246" y="162"/>
                  </a:lnTo>
                  <a:lnTo>
                    <a:pt x="246" y="164"/>
                  </a:lnTo>
                  <a:lnTo>
                    <a:pt x="246" y="164"/>
                  </a:lnTo>
                  <a:lnTo>
                    <a:pt x="244" y="165"/>
                  </a:lnTo>
                  <a:lnTo>
                    <a:pt x="236" y="164"/>
                  </a:lnTo>
                  <a:lnTo>
                    <a:pt x="234" y="164"/>
                  </a:lnTo>
                  <a:lnTo>
                    <a:pt x="234" y="165"/>
                  </a:lnTo>
                  <a:lnTo>
                    <a:pt x="233" y="165"/>
                  </a:lnTo>
                  <a:lnTo>
                    <a:pt x="233" y="164"/>
                  </a:lnTo>
                  <a:lnTo>
                    <a:pt x="231" y="162"/>
                  </a:lnTo>
                  <a:lnTo>
                    <a:pt x="231" y="162"/>
                  </a:lnTo>
                  <a:lnTo>
                    <a:pt x="227" y="162"/>
                  </a:lnTo>
                  <a:lnTo>
                    <a:pt x="219" y="165"/>
                  </a:lnTo>
                  <a:lnTo>
                    <a:pt x="217" y="162"/>
                  </a:lnTo>
                  <a:lnTo>
                    <a:pt x="217" y="158"/>
                  </a:lnTo>
                  <a:lnTo>
                    <a:pt x="215" y="156"/>
                  </a:lnTo>
                  <a:lnTo>
                    <a:pt x="215" y="156"/>
                  </a:lnTo>
                  <a:lnTo>
                    <a:pt x="214" y="154"/>
                  </a:lnTo>
                  <a:lnTo>
                    <a:pt x="214" y="152"/>
                  </a:lnTo>
                  <a:lnTo>
                    <a:pt x="214" y="152"/>
                  </a:lnTo>
                  <a:lnTo>
                    <a:pt x="212" y="152"/>
                  </a:lnTo>
                  <a:lnTo>
                    <a:pt x="212" y="152"/>
                  </a:lnTo>
                  <a:lnTo>
                    <a:pt x="210" y="152"/>
                  </a:lnTo>
                  <a:lnTo>
                    <a:pt x="208" y="152"/>
                  </a:lnTo>
                  <a:lnTo>
                    <a:pt x="206" y="152"/>
                  </a:lnTo>
                  <a:lnTo>
                    <a:pt x="194" y="143"/>
                  </a:lnTo>
                  <a:lnTo>
                    <a:pt x="193" y="143"/>
                  </a:lnTo>
                  <a:lnTo>
                    <a:pt x="193" y="141"/>
                  </a:lnTo>
                  <a:lnTo>
                    <a:pt x="193" y="139"/>
                  </a:lnTo>
                  <a:lnTo>
                    <a:pt x="193" y="139"/>
                  </a:lnTo>
                  <a:lnTo>
                    <a:pt x="191" y="137"/>
                  </a:lnTo>
                  <a:lnTo>
                    <a:pt x="191" y="137"/>
                  </a:lnTo>
                  <a:lnTo>
                    <a:pt x="183" y="133"/>
                  </a:lnTo>
                  <a:lnTo>
                    <a:pt x="183" y="133"/>
                  </a:lnTo>
                  <a:lnTo>
                    <a:pt x="181" y="133"/>
                  </a:lnTo>
                  <a:lnTo>
                    <a:pt x="179" y="133"/>
                  </a:lnTo>
                  <a:lnTo>
                    <a:pt x="174" y="135"/>
                  </a:lnTo>
                  <a:lnTo>
                    <a:pt x="170" y="137"/>
                  </a:lnTo>
                  <a:lnTo>
                    <a:pt x="170" y="131"/>
                  </a:lnTo>
                  <a:lnTo>
                    <a:pt x="170" y="129"/>
                  </a:lnTo>
                  <a:lnTo>
                    <a:pt x="168" y="127"/>
                  </a:lnTo>
                  <a:lnTo>
                    <a:pt x="166" y="125"/>
                  </a:lnTo>
                  <a:lnTo>
                    <a:pt x="153" y="120"/>
                  </a:lnTo>
                  <a:lnTo>
                    <a:pt x="153" y="118"/>
                  </a:lnTo>
                  <a:lnTo>
                    <a:pt x="153" y="118"/>
                  </a:lnTo>
                  <a:lnTo>
                    <a:pt x="153" y="118"/>
                  </a:lnTo>
                  <a:lnTo>
                    <a:pt x="153" y="116"/>
                  </a:lnTo>
                  <a:lnTo>
                    <a:pt x="153" y="116"/>
                  </a:lnTo>
                  <a:lnTo>
                    <a:pt x="153" y="116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6" y="114"/>
                  </a:lnTo>
                  <a:lnTo>
                    <a:pt x="156" y="114"/>
                  </a:lnTo>
                  <a:lnTo>
                    <a:pt x="156" y="114"/>
                  </a:lnTo>
                  <a:lnTo>
                    <a:pt x="158" y="114"/>
                  </a:lnTo>
                  <a:lnTo>
                    <a:pt x="158" y="116"/>
                  </a:lnTo>
                  <a:lnTo>
                    <a:pt x="160" y="114"/>
                  </a:lnTo>
                  <a:lnTo>
                    <a:pt x="160" y="112"/>
                  </a:lnTo>
                  <a:lnTo>
                    <a:pt x="162" y="112"/>
                  </a:lnTo>
                  <a:lnTo>
                    <a:pt x="162" y="112"/>
                  </a:lnTo>
                  <a:lnTo>
                    <a:pt x="162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6" y="112"/>
                  </a:lnTo>
                  <a:lnTo>
                    <a:pt x="170" y="108"/>
                  </a:lnTo>
                  <a:lnTo>
                    <a:pt x="172" y="106"/>
                  </a:lnTo>
                  <a:lnTo>
                    <a:pt x="172" y="105"/>
                  </a:lnTo>
                  <a:lnTo>
                    <a:pt x="172" y="105"/>
                  </a:lnTo>
                  <a:lnTo>
                    <a:pt x="170" y="103"/>
                  </a:lnTo>
                  <a:lnTo>
                    <a:pt x="164" y="103"/>
                  </a:lnTo>
                  <a:lnTo>
                    <a:pt x="160" y="101"/>
                  </a:lnTo>
                  <a:lnTo>
                    <a:pt x="145" y="91"/>
                  </a:lnTo>
                  <a:lnTo>
                    <a:pt x="141" y="87"/>
                  </a:lnTo>
                  <a:lnTo>
                    <a:pt x="137" y="84"/>
                  </a:lnTo>
                  <a:lnTo>
                    <a:pt x="135" y="80"/>
                  </a:lnTo>
                  <a:lnTo>
                    <a:pt x="133" y="76"/>
                  </a:lnTo>
                  <a:lnTo>
                    <a:pt x="130" y="72"/>
                  </a:lnTo>
                  <a:lnTo>
                    <a:pt x="122" y="68"/>
                  </a:lnTo>
                  <a:lnTo>
                    <a:pt x="120" y="67"/>
                  </a:lnTo>
                  <a:lnTo>
                    <a:pt x="118" y="65"/>
                  </a:lnTo>
                  <a:lnTo>
                    <a:pt x="116" y="59"/>
                  </a:lnTo>
                  <a:lnTo>
                    <a:pt x="113" y="55"/>
                  </a:lnTo>
                  <a:lnTo>
                    <a:pt x="107" y="49"/>
                  </a:lnTo>
                  <a:lnTo>
                    <a:pt x="107" y="47"/>
                  </a:lnTo>
                  <a:lnTo>
                    <a:pt x="105" y="47"/>
                  </a:lnTo>
                  <a:lnTo>
                    <a:pt x="105" y="47"/>
                  </a:lnTo>
                  <a:lnTo>
                    <a:pt x="103" y="47"/>
                  </a:lnTo>
                  <a:lnTo>
                    <a:pt x="101" y="49"/>
                  </a:lnTo>
                  <a:lnTo>
                    <a:pt x="101" y="49"/>
                  </a:lnTo>
                  <a:lnTo>
                    <a:pt x="101" y="51"/>
                  </a:lnTo>
                  <a:lnTo>
                    <a:pt x="101" y="53"/>
                  </a:lnTo>
                  <a:lnTo>
                    <a:pt x="101" y="55"/>
                  </a:lnTo>
                  <a:lnTo>
                    <a:pt x="103" y="65"/>
                  </a:lnTo>
                  <a:lnTo>
                    <a:pt x="105" y="70"/>
                  </a:lnTo>
                  <a:lnTo>
                    <a:pt x="103" y="74"/>
                  </a:lnTo>
                  <a:lnTo>
                    <a:pt x="101" y="78"/>
                  </a:lnTo>
                  <a:lnTo>
                    <a:pt x="95" y="80"/>
                  </a:lnTo>
                  <a:lnTo>
                    <a:pt x="93" y="80"/>
                  </a:lnTo>
                  <a:lnTo>
                    <a:pt x="93" y="78"/>
                  </a:lnTo>
                  <a:lnTo>
                    <a:pt x="90" y="76"/>
                  </a:lnTo>
                  <a:lnTo>
                    <a:pt x="84" y="72"/>
                  </a:lnTo>
                  <a:lnTo>
                    <a:pt x="84" y="72"/>
                  </a:lnTo>
                  <a:lnTo>
                    <a:pt x="82" y="72"/>
                  </a:lnTo>
                  <a:lnTo>
                    <a:pt x="78" y="74"/>
                  </a:lnTo>
                  <a:lnTo>
                    <a:pt x="71" y="80"/>
                  </a:lnTo>
                  <a:lnTo>
                    <a:pt x="67" y="70"/>
                  </a:lnTo>
                  <a:lnTo>
                    <a:pt x="65" y="68"/>
                  </a:lnTo>
                  <a:lnTo>
                    <a:pt x="65" y="63"/>
                  </a:lnTo>
                  <a:lnTo>
                    <a:pt x="63" y="57"/>
                  </a:lnTo>
                  <a:lnTo>
                    <a:pt x="63" y="55"/>
                  </a:lnTo>
                  <a:lnTo>
                    <a:pt x="63" y="51"/>
                  </a:lnTo>
                  <a:lnTo>
                    <a:pt x="63" y="47"/>
                  </a:lnTo>
                  <a:lnTo>
                    <a:pt x="63" y="46"/>
                  </a:lnTo>
                  <a:lnTo>
                    <a:pt x="67" y="38"/>
                  </a:lnTo>
                  <a:lnTo>
                    <a:pt x="71" y="28"/>
                  </a:lnTo>
                  <a:lnTo>
                    <a:pt x="74" y="25"/>
                  </a:lnTo>
                  <a:lnTo>
                    <a:pt x="78" y="21"/>
                  </a:lnTo>
                  <a:lnTo>
                    <a:pt x="80" y="21"/>
                  </a:lnTo>
                  <a:lnTo>
                    <a:pt x="82" y="19"/>
                  </a:lnTo>
                  <a:lnTo>
                    <a:pt x="80" y="17"/>
                  </a:lnTo>
                  <a:lnTo>
                    <a:pt x="69" y="11"/>
                  </a:lnTo>
                  <a:lnTo>
                    <a:pt x="63" y="8"/>
                  </a:lnTo>
                  <a:lnTo>
                    <a:pt x="55" y="0"/>
                  </a:lnTo>
                  <a:lnTo>
                    <a:pt x="53" y="0"/>
                  </a:lnTo>
                  <a:lnTo>
                    <a:pt x="52" y="0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8" y="4"/>
                  </a:lnTo>
                  <a:lnTo>
                    <a:pt x="48" y="8"/>
                  </a:lnTo>
                  <a:lnTo>
                    <a:pt x="46" y="13"/>
                  </a:lnTo>
                  <a:lnTo>
                    <a:pt x="44" y="15"/>
                  </a:lnTo>
                  <a:lnTo>
                    <a:pt x="40" y="19"/>
                  </a:lnTo>
                  <a:lnTo>
                    <a:pt x="34" y="25"/>
                  </a:lnTo>
                  <a:lnTo>
                    <a:pt x="33" y="27"/>
                  </a:lnTo>
                  <a:lnTo>
                    <a:pt x="31" y="28"/>
                  </a:lnTo>
                  <a:lnTo>
                    <a:pt x="31" y="30"/>
                  </a:lnTo>
                  <a:lnTo>
                    <a:pt x="29" y="32"/>
                  </a:lnTo>
                  <a:lnTo>
                    <a:pt x="25" y="36"/>
                  </a:lnTo>
                  <a:lnTo>
                    <a:pt x="23" y="36"/>
                  </a:lnTo>
                  <a:lnTo>
                    <a:pt x="23" y="36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1" y="40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19" y="40"/>
                  </a:lnTo>
                  <a:lnTo>
                    <a:pt x="19" y="40"/>
                  </a:lnTo>
                  <a:lnTo>
                    <a:pt x="19" y="40"/>
                  </a:lnTo>
                  <a:lnTo>
                    <a:pt x="19" y="42"/>
                  </a:lnTo>
                  <a:lnTo>
                    <a:pt x="15" y="46"/>
                  </a:lnTo>
                  <a:lnTo>
                    <a:pt x="15" y="46"/>
                  </a:lnTo>
                  <a:lnTo>
                    <a:pt x="13" y="47"/>
                  </a:lnTo>
                  <a:lnTo>
                    <a:pt x="13" y="51"/>
                  </a:lnTo>
                  <a:lnTo>
                    <a:pt x="10" y="65"/>
                  </a:lnTo>
                  <a:lnTo>
                    <a:pt x="10" y="67"/>
                  </a:lnTo>
                  <a:lnTo>
                    <a:pt x="8" y="68"/>
                  </a:lnTo>
                  <a:lnTo>
                    <a:pt x="8" y="67"/>
                  </a:lnTo>
                  <a:lnTo>
                    <a:pt x="8" y="67"/>
                  </a:lnTo>
                  <a:lnTo>
                    <a:pt x="6" y="68"/>
                  </a:lnTo>
                  <a:lnTo>
                    <a:pt x="6" y="68"/>
                  </a:lnTo>
                  <a:lnTo>
                    <a:pt x="6" y="70"/>
                  </a:lnTo>
                  <a:lnTo>
                    <a:pt x="6" y="70"/>
                  </a:lnTo>
                  <a:lnTo>
                    <a:pt x="8" y="72"/>
                  </a:lnTo>
                  <a:lnTo>
                    <a:pt x="6" y="72"/>
                  </a:lnTo>
                  <a:lnTo>
                    <a:pt x="6" y="74"/>
                  </a:lnTo>
                  <a:lnTo>
                    <a:pt x="4" y="74"/>
                  </a:lnTo>
                  <a:lnTo>
                    <a:pt x="4" y="76"/>
                  </a:lnTo>
                  <a:lnTo>
                    <a:pt x="2" y="80"/>
                  </a:lnTo>
                  <a:lnTo>
                    <a:pt x="2" y="82"/>
                  </a:lnTo>
                  <a:lnTo>
                    <a:pt x="2" y="84"/>
                  </a:lnTo>
                  <a:lnTo>
                    <a:pt x="2" y="84"/>
                  </a:lnTo>
                  <a:lnTo>
                    <a:pt x="2" y="86"/>
                  </a:lnTo>
                  <a:lnTo>
                    <a:pt x="4" y="87"/>
                  </a:lnTo>
                  <a:lnTo>
                    <a:pt x="2" y="87"/>
                  </a:lnTo>
                  <a:lnTo>
                    <a:pt x="2" y="87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4" y="97"/>
                  </a:lnTo>
                  <a:lnTo>
                    <a:pt x="6" y="97"/>
                  </a:lnTo>
                  <a:lnTo>
                    <a:pt x="4" y="99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8" y="105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6" y="110"/>
                  </a:lnTo>
                  <a:lnTo>
                    <a:pt x="6" y="112"/>
                  </a:lnTo>
                  <a:lnTo>
                    <a:pt x="6" y="114"/>
                  </a:lnTo>
                  <a:lnTo>
                    <a:pt x="8" y="114"/>
                  </a:lnTo>
                  <a:lnTo>
                    <a:pt x="8" y="116"/>
                  </a:lnTo>
                  <a:lnTo>
                    <a:pt x="8" y="118"/>
                  </a:lnTo>
                  <a:lnTo>
                    <a:pt x="6" y="118"/>
                  </a:lnTo>
                  <a:lnTo>
                    <a:pt x="6" y="120"/>
                  </a:lnTo>
                  <a:lnTo>
                    <a:pt x="8" y="135"/>
                  </a:lnTo>
                  <a:lnTo>
                    <a:pt x="8" y="135"/>
                  </a:lnTo>
                  <a:lnTo>
                    <a:pt x="6" y="137"/>
                  </a:lnTo>
                  <a:lnTo>
                    <a:pt x="6" y="137"/>
                  </a:lnTo>
                  <a:lnTo>
                    <a:pt x="6" y="137"/>
                  </a:lnTo>
                  <a:lnTo>
                    <a:pt x="6" y="137"/>
                  </a:lnTo>
                  <a:lnTo>
                    <a:pt x="8" y="137"/>
                  </a:lnTo>
                  <a:lnTo>
                    <a:pt x="8" y="139"/>
                  </a:lnTo>
                  <a:lnTo>
                    <a:pt x="8" y="139"/>
                  </a:lnTo>
                  <a:lnTo>
                    <a:pt x="10" y="144"/>
                  </a:lnTo>
                  <a:lnTo>
                    <a:pt x="12" y="148"/>
                  </a:lnTo>
                  <a:lnTo>
                    <a:pt x="12" y="150"/>
                  </a:lnTo>
                  <a:lnTo>
                    <a:pt x="10" y="150"/>
                  </a:lnTo>
                  <a:lnTo>
                    <a:pt x="10" y="152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8"/>
                  </a:lnTo>
                  <a:lnTo>
                    <a:pt x="13" y="158"/>
                  </a:lnTo>
                  <a:lnTo>
                    <a:pt x="13" y="158"/>
                  </a:lnTo>
                  <a:lnTo>
                    <a:pt x="13" y="160"/>
                  </a:lnTo>
                  <a:lnTo>
                    <a:pt x="12" y="162"/>
                  </a:lnTo>
                  <a:lnTo>
                    <a:pt x="13" y="165"/>
                  </a:lnTo>
                  <a:lnTo>
                    <a:pt x="13" y="167"/>
                  </a:lnTo>
                  <a:lnTo>
                    <a:pt x="13" y="169"/>
                  </a:lnTo>
                  <a:lnTo>
                    <a:pt x="15" y="171"/>
                  </a:lnTo>
                  <a:lnTo>
                    <a:pt x="23" y="179"/>
                  </a:lnTo>
                  <a:lnTo>
                    <a:pt x="23" y="179"/>
                  </a:lnTo>
                  <a:lnTo>
                    <a:pt x="23" y="181"/>
                  </a:lnTo>
                  <a:lnTo>
                    <a:pt x="23" y="183"/>
                  </a:lnTo>
                  <a:lnTo>
                    <a:pt x="23" y="183"/>
                  </a:lnTo>
                  <a:lnTo>
                    <a:pt x="25" y="186"/>
                  </a:lnTo>
                  <a:lnTo>
                    <a:pt x="25" y="188"/>
                  </a:lnTo>
                  <a:lnTo>
                    <a:pt x="25" y="188"/>
                  </a:lnTo>
                  <a:lnTo>
                    <a:pt x="25" y="188"/>
                  </a:lnTo>
                  <a:lnTo>
                    <a:pt x="25" y="190"/>
                  </a:lnTo>
                  <a:lnTo>
                    <a:pt x="25" y="190"/>
                  </a:lnTo>
                  <a:lnTo>
                    <a:pt x="23" y="192"/>
                  </a:lnTo>
                  <a:lnTo>
                    <a:pt x="23" y="192"/>
                  </a:lnTo>
                  <a:lnTo>
                    <a:pt x="21" y="192"/>
                  </a:lnTo>
                  <a:lnTo>
                    <a:pt x="21" y="194"/>
                  </a:lnTo>
                  <a:lnTo>
                    <a:pt x="21" y="194"/>
                  </a:lnTo>
                  <a:lnTo>
                    <a:pt x="25" y="200"/>
                  </a:lnTo>
                  <a:lnTo>
                    <a:pt x="25" y="200"/>
                  </a:lnTo>
                  <a:lnTo>
                    <a:pt x="25" y="202"/>
                  </a:lnTo>
                  <a:lnTo>
                    <a:pt x="27" y="202"/>
                  </a:lnTo>
                  <a:lnTo>
                    <a:pt x="27" y="202"/>
                  </a:lnTo>
                  <a:lnTo>
                    <a:pt x="29" y="203"/>
                  </a:lnTo>
                  <a:lnTo>
                    <a:pt x="29" y="203"/>
                  </a:lnTo>
                  <a:lnTo>
                    <a:pt x="29" y="205"/>
                  </a:lnTo>
                  <a:lnTo>
                    <a:pt x="29" y="205"/>
                  </a:lnTo>
                  <a:lnTo>
                    <a:pt x="29" y="205"/>
                  </a:lnTo>
                  <a:lnTo>
                    <a:pt x="31" y="205"/>
                  </a:lnTo>
                  <a:lnTo>
                    <a:pt x="31" y="205"/>
                  </a:lnTo>
                  <a:lnTo>
                    <a:pt x="33" y="205"/>
                  </a:lnTo>
                  <a:lnTo>
                    <a:pt x="33" y="205"/>
                  </a:lnTo>
                  <a:lnTo>
                    <a:pt x="33" y="205"/>
                  </a:lnTo>
                  <a:lnTo>
                    <a:pt x="33" y="207"/>
                  </a:lnTo>
                  <a:lnTo>
                    <a:pt x="33" y="207"/>
                  </a:lnTo>
                  <a:lnTo>
                    <a:pt x="33" y="209"/>
                  </a:lnTo>
                  <a:lnTo>
                    <a:pt x="34" y="209"/>
                  </a:lnTo>
                  <a:lnTo>
                    <a:pt x="36" y="209"/>
                  </a:lnTo>
                  <a:lnTo>
                    <a:pt x="36" y="209"/>
                  </a:lnTo>
                  <a:lnTo>
                    <a:pt x="36" y="209"/>
                  </a:lnTo>
                  <a:lnTo>
                    <a:pt x="36" y="213"/>
                  </a:lnTo>
                  <a:lnTo>
                    <a:pt x="38" y="213"/>
                  </a:lnTo>
                  <a:lnTo>
                    <a:pt x="40" y="213"/>
                  </a:lnTo>
                  <a:lnTo>
                    <a:pt x="38" y="219"/>
                  </a:lnTo>
                  <a:lnTo>
                    <a:pt x="36" y="221"/>
                  </a:lnTo>
                  <a:lnTo>
                    <a:pt x="38" y="222"/>
                  </a:lnTo>
                  <a:lnTo>
                    <a:pt x="38" y="224"/>
                  </a:lnTo>
                  <a:lnTo>
                    <a:pt x="38" y="224"/>
                  </a:lnTo>
                  <a:lnTo>
                    <a:pt x="40" y="226"/>
                  </a:lnTo>
                  <a:lnTo>
                    <a:pt x="40" y="226"/>
                  </a:lnTo>
                  <a:lnTo>
                    <a:pt x="42" y="226"/>
                  </a:lnTo>
                  <a:lnTo>
                    <a:pt x="44" y="228"/>
                  </a:lnTo>
                  <a:lnTo>
                    <a:pt x="44" y="228"/>
                  </a:lnTo>
                  <a:lnTo>
                    <a:pt x="42" y="228"/>
                  </a:lnTo>
                  <a:lnTo>
                    <a:pt x="42" y="230"/>
                  </a:lnTo>
                  <a:lnTo>
                    <a:pt x="42" y="230"/>
                  </a:lnTo>
                  <a:lnTo>
                    <a:pt x="42" y="230"/>
                  </a:lnTo>
                  <a:lnTo>
                    <a:pt x="40" y="232"/>
                  </a:lnTo>
                  <a:lnTo>
                    <a:pt x="40" y="232"/>
                  </a:lnTo>
                  <a:lnTo>
                    <a:pt x="40" y="232"/>
                  </a:lnTo>
                  <a:lnTo>
                    <a:pt x="40" y="234"/>
                  </a:lnTo>
                  <a:lnTo>
                    <a:pt x="42" y="234"/>
                  </a:lnTo>
                  <a:lnTo>
                    <a:pt x="44" y="234"/>
                  </a:lnTo>
                  <a:lnTo>
                    <a:pt x="40" y="236"/>
                  </a:lnTo>
                  <a:lnTo>
                    <a:pt x="40" y="238"/>
                  </a:lnTo>
                  <a:lnTo>
                    <a:pt x="40" y="241"/>
                  </a:lnTo>
                  <a:lnTo>
                    <a:pt x="40" y="243"/>
                  </a:lnTo>
                  <a:lnTo>
                    <a:pt x="36" y="241"/>
                  </a:lnTo>
                  <a:lnTo>
                    <a:pt x="38" y="243"/>
                  </a:lnTo>
                  <a:lnTo>
                    <a:pt x="38" y="245"/>
                  </a:lnTo>
                  <a:lnTo>
                    <a:pt x="36" y="249"/>
                  </a:lnTo>
                  <a:lnTo>
                    <a:pt x="38" y="249"/>
                  </a:lnTo>
                  <a:lnTo>
                    <a:pt x="40" y="251"/>
                  </a:lnTo>
                  <a:lnTo>
                    <a:pt x="40" y="251"/>
                  </a:lnTo>
                  <a:lnTo>
                    <a:pt x="42" y="253"/>
                  </a:lnTo>
                  <a:lnTo>
                    <a:pt x="42" y="257"/>
                  </a:lnTo>
                  <a:lnTo>
                    <a:pt x="42" y="259"/>
                  </a:lnTo>
                  <a:lnTo>
                    <a:pt x="40" y="261"/>
                  </a:lnTo>
                  <a:lnTo>
                    <a:pt x="40" y="261"/>
                  </a:lnTo>
                  <a:lnTo>
                    <a:pt x="38" y="262"/>
                  </a:lnTo>
                  <a:lnTo>
                    <a:pt x="38" y="264"/>
                  </a:lnTo>
                  <a:lnTo>
                    <a:pt x="36" y="266"/>
                  </a:lnTo>
                  <a:lnTo>
                    <a:pt x="36" y="266"/>
                  </a:lnTo>
                  <a:lnTo>
                    <a:pt x="34" y="264"/>
                  </a:lnTo>
                  <a:lnTo>
                    <a:pt x="34" y="264"/>
                  </a:lnTo>
                  <a:lnTo>
                    <a:pt x="33" y="264"/>
                  </a:lnTo>
                  <a:lnTo>
                    <a:pt x="31" y="268"/>
                  </a:lnTo>
                  <a:lnTo>
                    <a:pt x="31" y="268"/>
                  </a:lnTo>
                  <a:lnTo>
                    <a:pt x="27" y="268"/>
                  </a:lnTo>
                  <a:lnTo>
                    <a:pt x="25" y="270"/>
                  </a:lnTo>
                  <a:lnTo>
                    <a:pt x="25" y="270"/>
                  </a:lnTo>
                  <a:lnTo>
                    <a:pt x="25" y="270"/>
                  </a:lnTo>
                  <a:lnTo>
                    <a:pt x="23" y="270"/>
                  </a:lnTo>
                  <a:lnTo>
                    <a:pt x="23" y="270"/>
                  </a:lnTo>
                  <a:lnTo>
                    <a:pt x="23" y="272"/>
                  </a:lnTo>
                  <a:lnTo>
                    <a:pt x="19" y="274"/>
                  </a:lnTo>
                  <a:lnTo>
                    <a:pt x="21" y="278"/>
                  </a:lnTo>
                  <a:lnTo>
                    <a:pt x="21" y="280"/>
                  </a:lnTo>
                  <a:lnTo>
                    <a:pt x="21" y="283"/>
                  </a:lnTo>
                  <a:lnTo>
                    <a:pt x="21" y="283"/>
                  </a:lnTo>
                  <a:lnTo>
                    <a:pt x="21" y="283"/>
                  </a:lnTo>
                  <a:lnTo>
                    <a:pt x="21" y="283"/>
                  </a:lnTo>
                  <a:lnTo>
                    <a:pt x="23" y="283"/>
                  </a:lnTo>
                  <a:lnTo>
                    <a:pt x="23" y="285"/>
                  </a:lnTo>
                  <a:lnTo>
                    <a:pt x="23" y="285"/>
                  </a:lnTo>
                  <a:lnTo>
                    <a:pt x="25" y="285"/>
                  </a:lnTo>
                  <a:lnTo>
                    <a:pt x="25" y="287"/>
                  </a:lnTo>
                  <a:lnTo>
                    <a:pt x="25" y="289"/>
                  </a:lnTo>
                  <a:lnTo>
                    <a:pt x="25" y="291"/>
                  </a:lnTo>
                  <a:lnTo>
                    <a:pt x="25" y="291"/>
                  </a:lnTo>
                  <a:lnTo>
                    <a:pt x="23" y="291"/>
                  </a:lnTo>
                  <a:lnTo>
                    <a:pt x="23" y="293"/>
                  </a:lnTo>
                  <a:lnTo>
                    <a:pt x="23" y="293"/>
                  </a:lnTo>
                  <a:lnTo>
                    <a:pt x="23" y="293"/>
                  </a:lnTo>
                  <a:lnTo>
                    <a:pt x="23" y="295"/>
                  </a:lnTo>
                  <a:lnTo>
                    <a:pt x="25" y="295"/>
                  </a:lnTo>
                  <a:lnTo>
                    <a:pt x="25" y="295"/>
                  </a:lnTo>
                  <a:lnTo>
                    <a:pt x="25" y="297"/>
                  </a:lnTo>
                  <a:lnTo>
                    <a:pt x="25" y="297"/>
                  </a:lnTo>
                  <a:lnTo>
                    <a:pt x="25" y="299"/>
                  </a:lnTo>
                  <a:lnTo>
                    <a:pt x="25" y="299"/>
                  </a:lnTo>
                  <a:lnTo>
                    <a:pt x="25" y="300"/>
                  </a:lnTo>
                  <a:lnTo>
                    <a:pt x="25" y="302"/>
                  </a:lnTo>
                  <a:lnTo>
                    <a:pt x="31" y="306"/>
                  </a:lnTo>
                  <a:lnTo>
                    <a:pt x="31" y="308"/>
                  </a:lnTo>
                  <a:lnTo>
                    <a:pt x="33" y="310"/>
                  </a:lnTo>
                  <a:lnTo>
                    <a:pt x="33" y="314"/>
                  </a:lnTo>
                  <a:lnTo>
                    <a:pt x="34" y="316"/>
                  </a:lnTo>
                  <a:lnTo>
                    <a:pt x="34" y="316"/>
                  </a:lnTo>
                  <a:lnTo>
                    <a:pt x="36" y="318"/>
                  </a:lnTo>
                  <a:lnTo>
                    <a:pt x="36" y="318"/>
                  </a:lnTo>
                  <a:lnTo>
                    <a:pt x="36" y="318"/>
                  </a:lnTo>
                  <a:lnTo>
                    <a:pt x="38" y="318"/>
                  </a:lnTo>
                  <a:lnTo>
                    <a:pt x="40" y="318"/>
                  </a:lnTo>
                  <a:lnTo>
                    <a:pt x="40" y="319"/>
                  </a:lnTo>
                  <a:lnTo>
                    <a:pt x="46" y="323"/>
                  </a:lnTo>
                  <a:lnTo>
                    <a:pt x="46" y="323"/>
                  </a:lnTo>
                  <a:lnTo>
                    <a:pt x="46" y="323"/>
                  </a:lnTo>
                  <a:lnTo>
                    <a:pt x="48" y="323"/>
                  </a:lnTo>
                  <a:lnTo>
                    <a:pt x="50" y="323"/>
                  </a:lnTo>
                  <a:lnTo>
                    <a:pt x="50" y="323"/>
                  </a:lnTo>
                  <a:lnTo>
                    <a:pt x="50" y="325"/>
                  </a:lnTo>
                  <a:lnTo>
                    <a:pt x="50" y="325"/>
                  </a:lnTo>
                  <a:lnTo>
                    <a:pt x="50" y="327"/>
                  </a:lnTo>
                  <a:lnTo>
                    <a:pt x="50" y="329"/>
                  </a:lnTo>
                  <a:lnTo>
                    <a:pt x="52" y="329"/>
                  </a:lnTo>
                  <a:lnTo>
                    <a:pt x="52" y="331"/>
                  </a:lnTo>
                  <a:lnTo>
                    <a:pt x="52" y="333"/>
                  </a:lnTo>
                  <a:lnTo>
                    <a:pt x="53" y="335"/>
                  </a:lnTo>
                  <a:lnTo>
                    <a:pt x="53" y="335"/>
                  </a:lnTo>
                  <a:lnTo>
                    <a:pt x="53" y="335"/>
                  </a:lnTo>
                  <a:lnTo>
                    <a:pt x="53" y="335"/>
                  </a:lnTo>
                  <a:lnTo>
                    <a:pt x="55" y="337"/>
                  </a:lnTo>
                  <a:lnTo>
                    <a:pt x="53" y="338"/>
                  </a:lnTo>
                  <a:lnTo>
                    <a:pt x="52" y="340"/>
                  </a:lnTo>
                  <a:lnTo>
                    <a:pt x="50" y="340"/>
                  </a:lnTo>
                  <a:lnTo>
                    <a:pt x="50" y="342"/>
                  </a:lnTo>
                  <a:lnTo>
                    <a:pt x="50" y="342"/>
                  </a:lnTo>
                  <a:lnTo>
                    <a:pt x="48" y="344"/>
                  </a:lnTo>
                  <a:lnTo>
                    <a:pt x="48" y="344"/>
                  </a:lnTo>
                  <a:lnTo>
                    <a:pt x="42" y="346"/>
                  </a:lnTo>
                  <a:lnTo>
                    <a:pt x="40" y="346"/>
                  </a:lnTo>
                  <a:lnTo>
                    <a:pt x="40" y="348"/>
                  </a:lnTo>
                  <a:lnTo>
                    <a:pt x="40" y="348"/>
                  </a:lnTo>
                  <a:lnTo>
                    <a:pt x="40" y="348"/>
                  </a:lnTo>
                  <a:lnTo>
                    <a:pt x="40" y="348"/>
                  </a:lnTo>
                  <a:lnTo>
                    <a:pt x="40" y="350"/>
                  </a:lnTo>
                  <a:lnTo>
                    <a:pt x="40" y="350"/>
                  </a:lnTo>
                  <a:lnTo>
                    <a:pt x="42" y="350"/>
                  </a:lnTo>
                  <a:lnTo>
                    <a:pt x="42" y="350"/>
                  </a:lnTo>
                  <a:lnTo>
                    <a:pt x="42" y="350"/>
                  </a:lnTo>
                  <a:lnTo>
                    <a:pt x="44" y="350"/>
                  </a:lnTo>
                  <a:lnTo>
                    <a:pt x="44" y="350"/>
                  </a:lnTo>
                  <a:lnTo>
                    <a:pt x="44" y="352"/>
                  </a:lnTo>
                  <a:lnTo>
                    <a:pt x="44" y="354"/>
                  </a:lnTo>
                  <a:lnTo>
                    <a:pt x="44" y="354"/>
                  </a:lnTo>
                  <a:lnTo>
                    <a:pt x="46" y="354"/>
                  </a:lnTo>
                  <a:lnTo>
                    <a:pt x="50" y="354"/>
                  </a:lnTo>
                  <a:lnTo>
                    <a:pt x="52" y="354"/>
                  </a:lnTo>
                  <a:lnTo>
                    <a:pt x="52" y="354"/>
                  </a:lnTo>
                  <a:lnTo>
                    <a:pt x="52" y="354"/>
                  </a:lnTo>
                  <a:lnTo>
                    <a:pt x="52" y="354"/>
                  </a:lnTo>
                  <a:lnTo>
                    <a:pt x="52" y="354"/>
                  </a:lnTo>
                  <a:lnTo>
                    <a:pt x="53" y="354"/>
                  </a:lnTo>
                  <a:lnTo>
                    <a:pt x="53" y="354"/>
                  </a:lnTo>
                  <a:lnTo>
                    <a:pt x="53" y="354"/>
                  </a:lnTo>
                  <a:lnTo>
                    <a:pt x="53" y="354"/>
                  </a:lnTo>
                  <a:lnTo>
                    <a:pt x="55" y="356"/>
                  </a:lnTo>
                  <a:lnTo>
                    <a:pt x="55" y="358"/>
                  </a:lnTo>
                  <a:lnTo>
                    <a:pt x="57" y="358"/>
                  </a:lnTo>
                  <a:lnTo>
                    <a:pt x="57" y="358"/>
                  </a:lnTo>
                  <a:lnTo>
                    <a:pt x="57" y="356"/>
                  </a:lnTo>
                  <a:lnTo>
                    <a:pt x="57" y="356"/>
                  </a:lnTo>
                  <a:lnTo>
                    <a:pt x="59" y="356"/>
                  </a:lnTo>
                  <a:lnTo>
                    <a:pt x="59" y="356"/>
                  </a:lnTo>
                  <a:lnTo>
                    <a:pt x="59" y="356"/>
                  </a:lnTo>
                  <a:lnTo>
                    <a:pt x="61" y="356"/>
                  </a:lnTo>
                  <a:lnTo>
                    <a:pt x="61" y="358"/>
                  </a:lnTo>
                  <a:lnTo>
                    <a:pt x="59" y="358"/>
                  </a:lnTo>
                  <a:lnTo>
                    <a:pt x="59" y="359"/>
                  </a:lnTo>
                  <a:lnTo>
                    <a:pt x="53" y="359"/>
                  </a:lnTo>
                  <a:lnTo>
                    <a:pt x="52" y="359"/>
                  </a:lnTo>
                  <a:lnTo>
                    <a:pt x="36" y="367"/>
                  </a:lnTo>
                  <a:lnTo>
                    <a:pt x="33" y="369"/>
                  </a:lnTo>
                  <a:lnTo>
                    <a:pt x="33" y="371"/>
                  </a:lnTo>
                  <a:lnTo>
                    <a:pt x="31" y="371"/>
                  </a:lnTo>
                  <a:lnTo>
                    <a:pt x="31" y="373"/>
                  </a:lnTo>
                  <a:lnTo>
                    <a:pt x="31" y="373"/>
                  </a:lnTo>
                  <a:lnTo>
                    <a:pt x="31" y="375"/>
                  </a:lnTo>
                  <a:lnTo>
                    <a:pt x="31" y="377"/>
                  </a:lnTo>
                  <a:lnTo>
                    <a:pt x="31" y="380"/>
                  </a:lnTo>
                  <a:lnTo>
                    <a:pt x="31" y="380"/>
                  </a:lnTo>
                  <a:lnTo>
                    <a:pt x="31" y="380"/>
                  </a:lnTo>
                  <a:lnTo>
                    <a:pt x="31" y="380"/>
                  </a:lnTo>
                  <a:lnTo>
                    <a:pt x="34" y="380"/>
                  </a:lnTo>
                  <a:lnTo>
                    <a:pt x="34" y="378"/>
                  </a:lnTo>
                  <a:lnTo>
                    <a:pt x="36" y="378"/>
                  </a:lnTo>
                  <a:lnTo>
                    <a:pt x="36" y="375"/>
                  </a:lnTo>
                  <a:lnTo>
                    <a:pt x="38" y="375"/>
                  </a:lnTo>
                  <a:lnTo>
                    <a:pt x="38" y="375"/>
                  </a:lnTo>
                  <a:lnTo>
                    <a:pt x="40" y="375"/>
                  </a:lnTo>
                  <a:lnTo>
                    <a:pt x="40" y="375"/>
                  </a:lnTo>
                  <a:lnTo>
                    <a:pt x="40" y="375"/>
                  </a:lnTo>
                  <a:lnTo>
                    <a:pt x="53" y="369"/>
                  </a:lnTo>
                  <a:lnTo>
                    <a:pt x="55" y="369"/>
                  </a:lnTo>
                  <a:lnTo>
                    <a:pt x="57" y="365"/>
                  </a:lnTo>
                  <a:lnTo>
                    <a:pt x="59" y="365"/>
                  </a:lnTo>
                  <a:lnTo>
                    <a:pt x="61" y="365"/>
                  </a:lnTo>
                  <a:lnTo>
                    <a:pt x="61" y="365"/>
                  </a:lnTo>
                  <a:lnTo>
                    <a:pt x="65" y="365"/>
                  </a:lnTo>
                  <a:lnTo>
                    <a:pt x="71" y="365"/>
                  </a:lnTo>
                  <a:lnTo>
                    <a:pt x="71" y="367"/>
                  </a:lnTo>
                  <a:lnTo>
                    <a:pt x="71" y="367"/>
                  </a:lnTo>
                  <a:lnTo>
                    <a:pt x="73" y="367"/>
                  </a:lnTo>
                  <a:lnTo>
                    <a:pt x="73" y="367"/>
                  </a:lnTo>
                  <a:lnTo>
                    <a:pt x="73" y="367"/>
                  </a:lnTo>
                  <a:lnTo>
                    <a:pt x="73" y="367"/>
                  </a:lnTo>
                  <a:lnTo>
                    <a:pt x="74" y="367"/>
                  </a:lnTo>
                  <a:lnTo>
                    <a:pt x="74" y="367"/>
                  </a:lnTo>
                  <a:lnTo>
                    <a:pt x="76" y="367"/>
                  </a:lnTo>
                  <a:lnTo>
                    <a:pt x="78" y="367"/>
                  </a:lnTo>
                  <a:lnTo>
                    <a:pt x="84" y="367"/>
                  </a:lnTo>
                  <a:lnTo>
                    <a:pt x="86" y="367"/>
                  </a:lnTo>
                  <a:lnTo>
                    <a:pt x="86" y="369"/>
                  </a:lnTo>
                  <a:lnTo>
                    <a:pt x="86" y="369"/>
                  </a:lnTo>
                  <a:lnTo>
                    <a:pt x="86" y="371"/>
                  </a:lnTo>
                  <a:lnTo>
                    <a:pt x="86" y="371"/>
                  </a:lnTo>
                  <a:lnTo>
                    <a:pt x="88" y="371"/>
                  </a:lnTo>
                  <a:lnTo>
                    <a:pt x="88" y="371"/>
                  </a:lnTo>
                  <a:lnTo>
                    <a:pt x="88" y="371"/>
                  </a:lnTo>
                  <a:lnTo>
                    <a:pt x="88" y="371"/>
                  </a:lnTo>
                  <a:lnTo>
                    <a:pt x="88" y="369"/>
                  </a:lnTo>
                  <a:lnTo>
                    <a:pt x="88" y="367"/>
                  </a:lnTo>
                  <a:lnTo>
                    <a:pt x="88" y="367"/>
                  </a:lnTo>
                  <a:lnTo>
                    <a:pt x="90" y="367"/>
                  </a:lnTo>
                  <a:lnTo>
                    <a:pt x="90" y="367"/>
                  </a:lnTo>
                  <a:lnTo>
                    <a:pt x="92" y="367"/>
                  </a:lnTo>
                  <a:lnTo>
                    <a:pt x="92" y="367"/>
                  </a:lnTo>
                  <a:lnTo>
                    <a:pt x="93" y="367"/>
                  </a:lnTo>
                  <a:lnTo>
                    <a:pt x="93" y="365"/>
                  </a:lnTo>
                  <a:lnTo>
                    <a:pt x="93" y="365"/>
                  </a:lnTo>
                  <a:lnTo>
                    <a:pt x="93" y="365"/>
                  </a:lnTo>
                  <a:lnTo>
                    <a:pt x="95" y="363"/>
                  </a:lnTo>
                  <a:lnTo>
                    <a:pt x="95" y="363"/>
                  </a:lnTo>
                  <a:lnTo>
                    <a:pt x="97" y="363"/>
                  </a:lnTo>
                  <a:lnTo>
                    <a:pt x="101" y="363"/>
                  </a:lnTo>
                  <a:lnTo>
                    <a:pt x="101" y="363"/>
                  </a:lnTo>
                  <a:lnTo>
                    <a:pt x="103" y="363"/>
                  </a:lnTo>
                  <a:lnTo>
                    <a:pt x="103" y="363"/>
                  </a:lnTo>
                  <a:lnTo>
                    <a:pt x="105" y="363"/>
                  </a:lnTo>
                  <a:lnTo>
                    <a:pt x="107" y="363"/>
                  </a:lnTo>
                  <a:lnTo>
                    <a:pt x="107" y="365"/>
                  </a:lnTo>
                  <a:lnTo>
                    <a:pt x="109" y="365"/>
                  </a:lnTo>
                  <a:lnTo>
                    <a:pt x="109" y="365"/>
                  </a:lnTo>
                  <a:lnTo>
                    <a:pt x="109" y="365"/>
                  </a:lnTo>
                  <a:lnTo>
                    <a:pt x="109" y="367"/>
                  </a:lnTo>
                  <a:lnTo>
                    <a:pt x="109" y="367"/>
                  </a:lnTo>
                  <a:lnTo>
                    <a:pt x="105" y="369"/>
                  </a:lnTo>
                  <a:lnTo>
                    <a:pt x="105" y="371"/>
                  </a:lnTo>
                  <a:lnTo>
                    <a:pt x="103" y="371"/>
                  </a:lnTo>
                  <a:lnTo>
                    <a:pt x="103" y="371"/>
                  </a:lnTo>
                  <a:lnTo>
                    <a:pt x="103" y="371"/>
                  </a:lnTo>
                  <a:lnTo>
                    <a:pt x="103" y="371"/>
                  </a:lnTo>
                  <a:lnTo>
                    <a:pt x="103" y="371"/>
                  </a:lnTo>
                  <a:lnTo>
                    <a:pt x="103" y="373"/>
                  </a:lnTo>
                  <a:lnTo>
                    <a:pt x="103" y="373"/>
                  </a:lnTo>
                  <a:lnTo>
                    <a:pt x="105" y="375"/>
                  </a:lnTo>
                  <a:lnTo>
                    <a:pt x="105" y="375"/>
                  </a:lnTo>
                  <a:lnTo>
                    <a:pt x="105" y="377"/>
                  </a:lnTo>
                  <a:lnTo>
                    <a:pt x="107" y="377"/>
                  </a:lnTo>
                  <a:lnTo>
                    <a:pt x="109" y="377"/>
                  </a:lnTo>
                  <a:lnTo>
                    <a:pt x="111" y="377"/>
                  </a:lnTo>
                  <a:lnTo>
                    <a:pt x="111" y="377"/>
                  </a:lnTo>
                  <a:lnTo>
                    <a:pt x="111" y="373"/>
                  </a:lnTo>
                  <a:lnTo>
                    <a:pt x="113" y="373"/>
                  </a:lnTo>
                  <a:lnTo>
                    <a:pt x="113" y="373"/>
                  </a:lnTo>
                  <a:lnTo>
                    <a:pt x="116" y="373"/>
                  </a:lnTo>
                  <a:lnTo>
                    <a:pt x="118" y="373"/>
                  </a:lnTo>
                  <a:lnTo>
                    <a:pt x="120" y="373"/>
                  </a:lnTo>
                  <a:lnTo>
                    <a:pt x="122" y="375"/>
                  </a:lnTo>
                  <a:lnTo>
                    <a:pt x="122" y="377"/>
                  </a:lnTo>
                  <a:lnTo>
                    <a:pt x="124" y="377"/>
                  </a:lnTo>
                  <a:lnTo>
                    <a:pt x="126" y="377"/>
                  </a:lnTo>
                  <a:lnTo>
                    <a:pt x="126" y="377"/>
                  </a:lnTo>
                  <a:lnTo>
                    <a:pt x="126" y="377"/>
                  </a:lnTo>
                  <a:lnTo>
                    <a:pt x="128" y="378"/>
                  </a:lnTo>
                  <a:lnTo>
                    <a:pt x="130" y="378"/>
                  </a:lnTo>
                  <a:lnTo>
                    <a:pt x="132" y="380"/>
                  </a:lnTo>
                  <a:lnTo>
                    <a:pt x="133" y="380"/>
                  </a:lnTo>
                  <a:lnTo>
                    <a:pt x="137" y="382"/>
                  </a:lnTo>
                  <a:lnTo>
                    <a:pt x="139" y="382"/>
                  </a:lnTo>
                  <a:lnTo>
                    <a:pt x="141" y="382"/>
                  </a:lnTo>
                  <a:lnTo>
                    <a:pt x="141" y="382"/>
                  </a:lnTo>
                  <a:lnTo>
                    <a:pt x="143" y="380"/>
                  </a:lnTo>
                  <a:lnTo>
                    <a:pt x="143" y="380"/>
                  </a:lnTo>
                  <a:lnTo>
                    <a:pt x="143" y="380"/>
                  </a:lnTo>
                  <a:lnTo>
                    <a:pt x="145" y="380"/>
                  </a:lnTo>
                  <a:lnTo>
                    <a:pt x="147" y="380"/>
                  </a:lnTo>
                  <a:lnTo>
                    <a:pt x="151" y="378"/>
                  </a:lnTo>
                  <a:lnTo>
                    <a:pt x="153" y="378"/>
                  </a:lnTo>
                  <a:lnTo>
                    <a:pt x="153" y="380"/>
                  </a:lnTo>
                  <a:lnTo>
                    <a:pt x="154" y="380"/>
                  </a:lnTo>
                  <a:lnTo>
                    <a:pt x="154" y="378"/>
                  </a:lnTo>
                  <a:lnTo>
                    <a:pt x="156" y="380"/>
                  </a:lnTo>
                  <a:lnTo>
                    <a:pt x="156" y="380"/>
                  </a:lnTo>
                  <a:lnTo>
                    <a:pt x="156" y="382"/>
                  </a:lnTo>
                  <a:lnTo>
                    <a:pt x="158" y="382"/>
                  </a:lnTo>
                  <a:lnTo>
                    <a:pt x="158" y="382"/>
                  </a:lnTo>
                  <a:lnTo>
                    <a:pt x="160" y="382"/>
                  </a:lnTo>
                  <a:lnTo>
                    <a:pt x="162" y="384"/>
                  </a:lnTo>
                  <a:lnTo>
                    <a:pt x="164" y="388"/>
                  </a:lnTo>
                  <a:lnTo>
                    <a:pt x="166" y="388"/>
                  </a:lnTo>
                  <a:lnTo>
                    <a:pt x="166" y="388"/>
                  </a:lnTo>
                  <a:lnTo>
                    <a:pt x="170" y="388"/>
                  </a:lnTo>
                  <a:lnTo>
                    <a:pt x="172" y="388"/>
                  </a:lnTo>
                  <a:lnTo>
                    <a:pt x="172" y="388"/>
                  </a:lnTo>
                  <a:lnTo>
                    <a:pt x="174" y="390"/>
                  </a:lnTo>
                  <a:lnTo>
                    <a:pt x="174" y="390"/>
                  </a:lnTo>
                  <a:lnTo>
                    <a:pt x="174" y="392"/>
                  </a:lnTo>
                  <a:lnTo>
                    <a:pt x="174" y="392"/>
                  </a:lnTo>
                  <a:lnTo>
                    <a:pt x="174" y="392"/>
                  </a:lnTo>
                  <a:lnTo>
                    <a:pt x="174" y="396"/>
                  </a:lnTo>
                  <a:lnTo>
                    <a:pt x="175" y="399"/>
                  </a:lnTo>
                  <a:lnTo>
                    <a:pt x="175" y="401"/>
                  </a:lnTo>
                  <a:lnTo>
                    <a:pt x="181" y="409"/>
                  </a:lnTo>
                  <a:lnTo>
                    <a:pt x="183" y="413"/>
                  </a:lnTo>
                  <a:lnTo>
                    <a:pt x="183" y="415"/>
                  </a:lnTo>
                  <a:lnTo>
                    <a:pt x="183" y="418"/>
                  </a:lnTo>
                  <a:lnTo>
                    <a:pt x="183" y="422"/>
                  </a:lnTo>
                  <a:lnTo>
                    <a:pt x="183" y="422"/>
                  </a:lnTo>
                  <a:lnTo>
                    <a:pt x="183" y="424"/>
                  </a:lnTo>
                  <a:lnTo>
                    <a:pt x="183" y="424"/>
                  </a:lnTo>
                  <a:lnTo>
                    <a:pt x="185" y="424"/>
                  </a:lnTo>
                  <a:lnTo>
                    <a:pt x="185" y="424"/>
                  </a:lnTo>
                  <a:lnTo>
                    <a:pt x="183" y="426"/>
                  </a:lnTo>
                  <a:lnTo>
                    <a:pt x="181" y="428"/>
                  </a:lnTo>
                  <a:lnTo>
                    <a:pt x="181" y="430"/>
                  </a:lnTo>
                  <a:lnTo>
                    <a:pt x="181" y="430"/>
                  </a:lnTo>
                  <a:lnTo>
                    <a:pt x="179" y="432"/>
                  </a:lnTo>
                  <a:lnTo>
                    <a:pt x="177" y="432"/>
                  </a:lnTo>
                  <a:lnTo>
                    <a:pt x="175" y="432"/>
                  </a:lnTo>
                  <a:lnTo>
                    <a:pt x="175" y="432"/>
                  </a:lnTo>
                  <a:lnTo>
                    <a:pt x="174" y="432"/>
                  </a:lnTo>
                  <a:lnTo>
                    <a:pt x="174" y="434"/>
                  </a:lnTo>
                  <a:lnTo>
                    <a:pt x="174" y="434"/>
                  </a:lnTo>
                  <a:lnTo>
                    <a:pt x="174" y="435"/>
                  </a:lnTo>
                  <a:lnTo>
                    <a:pt x="174" y="437"/>
                  </a:lnTo>
                  <a:lnTo>
                    <a:pt x="174" y="437"/>
                  </a:lnTo>
                  <a:lnTo>
                    <a:pt x="174" y="439"/>
                  </a:lnTo>
                  <a:lnTo>
                    <a:pt x="175" y="441"/>
                  </a:lnTo>
                  <a:lnTo>
                    <a:pt x="174" y="441"/>
                  </a:lnTo>
                  <a:lnTo>
                    <a:pt x="174" y="441"/>
                  </a:lnTo>
                  <a:lnTo>
                    <a:pt x="172" y="443"/>
                  </a:lnTo>
                  <a:lnTo>
                    <a:pt x="172" y="443"/>
                  </a:lnTo>
                  <a:lnTo>
                    <a:pt x="172" y="443"/>
                  </a:lnTo>
                  <a:lnTo>
                    <a:pt x="172" y="445"/>
                  </a:lnTo>
                  <a:lnTo>
                    <a:pt x="172" y="447"/>
                  </a:lnTo>
                  <a:lnTo>
                    <a:pt x="172" y="447"/>
                  </a:lnTo>
                  <a:lnTo>
                    <a:pt x="174" y="449"/>
                  </a:lnTo>
                  <a:lnTo>
                    <a:pt x="174" y="449"/>
                  </a:lnTo>
                  <a:lnTo>
                    <a:pt x="174" y="451"/>
                  </a:lnTo>
                  <a:lnTo>
                    <a:pt x="174" y="451"/>
                  </a:lnTo>
                  <a:lnTo>
                    <a:pt x="170" y="456"/>
                  </a:lnTo>
                  <a:lnTo>
                    <a:pt x="168" y="460"/>
                  </a:lnTo>
                  <a:lnTo>
                    <a:pt x="168" y="462"/>
                  </a:lnTo>
                  <a:lnTo>
                    <a:pt x="168" y="464"/>
                  </a:lnTo>
                  <a:lnTo>
                    <a:pt x="168" y="466"/>
                  </a:lnTo>
                  <a:lnTo>
                    <a:pt x="164" y="470"/>
                  </a:lnTo>
                  <a:lnTo>
                    <a:pt x="162" y="474"/>
                  </a:lnTo>
                  <a:lnTo>
                    <a:pt x="160" y="477"/>
                  </a:lnTo>
                  <a:lnTo>
                    <a:pt x="158" y="479"/>
                  </a:lnTo>
                  <a:lnTo>
                    <a:pt x="158" y="479"/>
                  </a:lnTo>
                  <a:lnTo>
                    <a:pt x="156" y="479"/>
                  </a:lnTo>
                  <a:lnTo>
                    <a:pt x="154" y="481"/>
                  </a:lnTo>
                  <a:lnTo>
                    <a:pt x="154" y="481"/>
                  </a:lnTo>
                  <a:lnTo>
                    <a:pt x="154" y="483"/>
                  </a:lnTo>
                  <a:lnTo>
                    <a:pt x="154" y="485"/>
                  </a:lnTo>
                  <a:lnTo>
                    <a:pt x="153" y="487"/>
                  </a:lnTo>
                  <a:lnTo>
                    <a:pt x="153" y="487"/>
                  </a:lnTo>
                  <a:lnTo>
                    <a:pt x="153" y="489"/>
                  </a:lnTo>
                  <a:lnTo>
                    <a:pt x="154" y="489"/>
                  </a:lnTo>
                  <a:lnTo>
                    <a:pt x="154" y="491"/>
                  </a:lnTo>
                  <a:lnTo>
                    <a:pt x="156" y="493"/>
                  </a:lnTo>
                  <a:lnTo>
                    <a:pt x="156" y="494"/>
                  </a:lnTo>
                  <a:lnTo>
                    <a:pt x="156" y="494"/>
                  </a:lnTo>
                  <a:lnTo>
                    <a:pt x="156" y="496"/>
                  </a:lnTo>
                  <a:lnTo>
                    <a:pt x="156" y="496"/>
                  </a:lnTo>
                  <a:lnTo>
                    <a:pt x="156" y="496"/>
                  </a:lnTo>
                  <a:lnTo>
                    <a:pt x="154" y="496"/>
                  </a:lnTo>
                  <a:lnTo>
                    <a:pt x="153" y="498"/>
                  </a:lnTo>
                  <a:lnTo>
                    <a:pt x="143" y="500"/>
                  </a:lnTo>
                  <a:lnTo>
                    <a:pt x="139" y="502"/>
                  </a:lnTo>
                  <a:lnTo>
                    <a:pt x="139" y="504"/>
                  </a:lnTo>
                  <a:lnTo>
                    <a:pt x="137" y="504"/>
                  </a:lnTo>
                  <a:lnTo>
                    <a:pt x="137" y="504"/>
                  </a:lnTo>
                  <a:lnTo>
                    <a:pt x="135" y="504"/>
                  </a:lnTo>
                  <a:lnTo>
                    <a:pt x="132" y="504"/>
                  </a:lnTo>
                  <a:lnTo>
                    <a:pt x="132" y="504"/>
                  </a:lnTo>
                  <a:lnTo>
                    <a:pt x="128" y="504"/>
                  </a:lnTo>
                  <a:lnTo>
                    <a:pt x="120" y="506"/>
                  </a:lnTo>
                  <a:lnTo>
                    <a:pt x="118" y="508"/>
                  </a:lnTo>
                  <a:lnTo>
                    <a:pt x="118" y="513"/>
                  </a:lnTo>
                  <a:lnTo>
                    <a:pt x="116" y="515"/>
                  </a:lnTo>
                  <a:lnTo>
                    <a:pt x="111" y="521"/>
                  </a:lnTo>
                  <a:lnTo>
                    <a:pt x="111" y="521"/>
                  </a:lnTo>
                  <a:lnTo>
                    <a:pt x="109" y="523"/>
                  </a:lnTo>
                  <a:lnTo>
                    <a:pt x="109" y="523"/>
                  </a:lnTo>
                  <a:lnTo>
                    <a:pt x="111" y="525"/>
                  </a:lnTo>
                  <a:lnTo>
                    <a:pt x="111" y="527"/>
                  </a:lnTo>
                  <a:lnTo>
                    <a:pt x="113" y="527"/>
                  </a:lnTo>
                  <a:lnTo>
                    <a:pt x="114" y="529"/>
                  </a:lnTo>
                  <a:lnTo>
                    <a:pt x="118" y="540"/>
                  </a:lnTo>
                  <a:lnTo>
                    <a:pt x="120" y="542"/>
                  </a:lnTo>
                  <a:lnTo>
                    <a:pt x="120" y="542"/>
                  </a:lnTo>
                  <a:lnTo>
                    <a:pt x="120" y="544"/>
                  </a:lnTo>
                  <a:lnTo>
                    <a:pt x="120" y="546"/>
                  </a:lnTo>
                  <a:lnTo>
                    <a:pt x="118" y="548"/>
                  </a:lnTo>
                  <a:lnTo>
                    <a:pt x="118" y="550"/>
                  </a:lnTo>
                  <a:lnTo>
                    <a:pt x="118" y="551"/>
                  </a:lnTo>
                  <a:lnTo>
                    <a:pt x="116" y="553"/>
                  </a:lnTo>
                  <a:lnTo>
                    <a:pt x="116" y="553"/>
                  </a:lnTo>
                  <a:lnTo>
                    <a:pt x="116" y="555"/>
                  </a:lnTo>
                  <a:lnTo>
                    <a:pt x="118" y="557"/>
                  </a:lnTo>
                  <a:lnTo>
                    <a:pt x="116" y="561"/>
                  </a:lnTo>
                  <a:lnTo>
                    <a:pt x="116" y="563"/>
                  </a:lnTo>
                  <a:lnTo>
                    <a:pt x="114" y="565"/>
                  </a:lnTo>
                  <a:lnTo>
                    <a:pt x="111" y="569"/>
                  </a:lnTo>
                  <a:lnTo>
                    <a:pt x="107" y="571"/>
                  </a:lnTo>
                  <a:lnTo>
                    <a:pt x="103" y="574"/>
                  </a:lnTo>
                  <a:lnTo>
                    <a:pt x="101" y="574"/>
                  </a:lnTo>
                  <a:lnTo>
                    <a:pt x="101" y="576"/>
                  </a:lnTo>
                  <a:lnTo>
                    <a:pt x="103" y="578"/>
                  </a:lnTo>
                  <a:lnTo>
                    <a:pt x="103" y="578"/>
                  </a:lnTo>
                  <a:lnTo>
                    <a:pt x="105" y="578"/>
                  </a:lnTo>
                  <a:lnTo>
                    <a:pt x="105" y="578"/>
                  </a:lnTo>
                  <a:lnTo>
                    <a:pt x="107" y="584"/>
                  </a:lnTo>
                  <a:lnTo>
                    <a:pt x="107" y="586"/>
                  </a:lnTo>
                  <a:lnTo>
                    <a:pt x="107" y="588"/>
                  </a:lnTo>
                  <a:lnTo>
                    <a:pt x="107" y="590"/>
                  </a:lnTo>
                  <a:lnTo>
                    <a:pt x="109" y="591"/>
                  </a:lnTo>
                  <a:lnTo>
                    <a:pt x="109" y="591"/>
                  </a:lnTo>
                  <a:lnTo>
                    <a:pt x="111" y="593"/>
                  </a:lnTo>
                  <a:lnTo>
                    <a:pt x="111" y="597"/>
                  </a:lnTo>
                  <a:lnTo>
                    <a:pt x="111" y="597"/>
                  </a:lnTo>
                  <a:lnTo>
                    <a:pt x="111" y="599"/>
                  </a:lnTo>
                  <a:lnTo>
                    <a:pt x="111" y="599"/>
                  </a:lnTo>
                  <a:lnTo>
                    <a:pt x="111" y="601"/>
                  </a:lnTo>
                  <a:lnTo>
                    <a:pt x="111" y="601"/>
                  </a:lnTo>
                  <a:lnTo>
                    <a:pt x="111" y="603"/>
                  </a:lnTo>
                  <a:lnTo>
                    <a:pt x="111" y="605"/>
                  </a:lnTo>
                  <a:lnTo>
                    <a:pt x="109" y="607"/>
                  </a:lnTo>
                  <a:lnTo>
                    <a:pt x="107" y="610"/>
                  </a:lnTo>
                  <a:lnTo>
                    <a:pt x="107" y="612"/>
                  </a:lnTo>
                  <a:lnTo>
                    <a:pt x="107" y="612"/>
                  </a:lnTo>
                  <a:lnTo>
                    <a:pt x="109" y="614"/>
                  </a:lnTo>
                  <a:lnTo>
                    <a:pt x="109" y="614"/>
                  </a:lnTo>
                  <a:lnTo>
                    <a:pt x="109" y="614"/>
                  </a:lnTo>
                  <a:lnTo>
                    <a:pt x="111" y="616"/>
                  </a:lnTo>
                  <a:lnTo>
                    <a:pt x="111" y="616"/>
                  </a:lnTo>
                  <a:lnTo>
                    <a:pt x="111" y="616"/>
                  </a:lnTo>
                  <a:lnTo>
                    <a:pt x="113" y="618"/>
                  </a:lnTo>
                  <a:lnTo>
                    <a:pt x="113" y="620"/>
                  </a:lnTo>
                  <a:lnTo>
                    <a:pt x="114" y="620"/>
                  </a:lnTo>
                  <a:lnTo>
                    <a:pt x="116" y="622"/>
                  </a:lnTo>
                  <a:lnTo>
                    <a:pt x="118" y="622"/>
                  </a:lnTo>
                  <a:lnTo>
                    <a:pt x="118" y="622"/>
                  </a:lnTo>
                  <a:lnTo>
                    <a:pt x="118" y="624"/>
                  </a:lnTo>
                  <a:lnTo>
                    <a:pt x="118" y="624"/>
                  </a:lnTo>
                  <a:lnTo>
                    <a:pt x="116" y="628"/>
                  </a:lnTo>
                  <a:lnTo>
                    <a:pt x="116" y="628"/>
                  </a:lnTo>
                  <a:lnTo>
                    <a:pt x="116" y="629"/>
                  </a:lnTo>
                  <a:lnTo>
                    <a:pt x="116" y="631"/>
                  </a:lnTo>
                  <a:lnTo>
                    <a:pt x="118" y="631"/>
                  </a:lnTo>
                  <a:lnTo>
                    <a:pt x="118" y="633"/>
                  </a:lnTo>
                  <a:lnTo>
                    <a:pt x="120" y="633"/>
                  </a:lnTo>
                  <a:lnTo>
                    <a:pt x="122" y="633"/>
                  </a:lnTo>
                  <a:lnTo>
                    <a:pt x="124" y="633"/>
                  </a:lnTo>
                  <a:lnTo>
                    <a:pt x="126" y="631"/>
                  </a:lnTo>
                  <a:lnTo>
                    <a:pt x="126" y="631"/>
                  </a:lnTo>
                  <a:lnTo>
                    <a:pt x="128" y="629"/>
                  </a:lnTo>
                  <a:lnTo>
                    <a:pt x="128" y="629"/>
                  </a:lnTo>
                  <a:lnTo>
                    <a:pt x="128" y="628"/>
                  </a:lnTo>
                  <a:lnTo>
                    <a:pt x="128" y="628"/>
                  </a:lnTo>
                  <a:lnTo>
                    <a:pt x="128" y="626"/>
                  </a:lnTo>
                  <a:lnTo>
                    <a:pt x="128" y="626"/>
                  </a:lnTo>
                  <a:lnTo>
                    <a:pt x="128" y="624"/>
                  </a:lnTo>
                  <a:lnTo>
                    <a:pt x="130" y="624"/>
                  </a:lnTo>
                  <a:lnTo>
                    <a:pt x="130" y="622"/>
                  </a:lnTo>
                  <a:lnTo>
                    <a:pt x="130" y="622"/>
                  </a:lnTo>
                  <a:lnTo>
                    <a:pt x="132" y="622"/>
                  </a:lnTo>
                  <a:lnTo>
                    <a:pt x="133" y="624"/>
                  </a:lnTo>
                  <a:lnTo>
                    <a:pt x="135" y="624"/>
                  </a:lnTo>
                  <a:lnTo>
                    <a:pt x="141" y="629"/>
                  </a:lnTo>
                  <a:lnTo>
                    <a:pt x="143" y="629"/>
                  </a:lnTo>
                  <a:lnTo>
                    <a:pt x="145" y="633"/>
                  </a:lnTo>
                  <a:lnTo>
                    <a:pt x="147" y="633"/>
                  </a:lnTo>
                  <a:lnTo>
                    <a:pt x="149" y="635"/>
                  </a:lnTo>
                  <a:lnTo>
                    <a:pt x="151" y="635"/>
                  </a:lnTo>
                  <a:lnTo>
                    <a:pt x="153" y="635"/>
                  </a:lnTo>
                  <a:lnTo>
                    <a:pt x="154" y="635"/>
                  </a:lnTo>
                  <a:lnTo>
                    <a:pt x="154" y="635"/>
                  </a:lnTo>
                  <a:lnTo>
                    <a:pt x="156" y="635"/>
                  </a:lnTo>
                  <a:lnTo>
                    <a:pt x="156" y="637"/>
                  </a:lnTo>
                  <a:lnTo>
                    <a:pt x="156" y="637"/>
                  </a:lnTo>
                  <a:lnTo>
                    <a:pt x="156" y="639"/>
                  </a:lnTo>
                  <a:lnTo>
                    <a:pt x="156" y="641"/>
                  </a:lnTo>
                  <a:lnTo>
                    <a:pt x="158" y="641"/>
                  </a:lnTo>
                  <a:lnTo>
                    <a:pt x="160" y="643"/>
                  </a:lnTo>
                  <a:lnTo>
                    <a:pt x="160" y="641"/>
                  </a:lnTo>
                  <a:lnTo>
                    <a:pt x="162" y="641"/>
                  </a:lnTo>
                  <a:lnTo>
                    <a:pt x="164" y="639"/>
                  </a:lnTo>
                  <a:lnTo>
                    <a:pt x="166" y="637"/>
                  </a:lnTo>
                  <a:lnTo>
                    <a:pt x="168" y="633"/>
                  </a:lnTo>
                  <a:lnTo>
                    <a:pt x="168" y="631"/>
                  </a:lnTo>
                  <a:lnTo>
                    <a:pt x="170" y="629"/>
                  </a:lnTo>
                  <a:lnTo>
                    <a:pt x="174" y="626"/>
                  </a:lnTo>
                  <a:lnTo>
                    <a:pt x="174" y="626"/>
                  </a:lnTo>
                  <a:lnTo>
                    <a:pt x="174" y="624"/>
                  </a:lnTo>
                  <a:lnTo>
                    <a:pt x="175" y="624"/>
                  </a:lnTo>
                  <a:lnTo>
                    <a:pt x="175" y="622"/>
                  </a:lnTo>
                  <a:lnTo>
                    <a:pt x="177" y="620"/>
                  </a:lnTo>
                  <a:lnTo>
                    <a:pt x="177" y="616"/>
                  </a:lnTo>
                  <a:lnTo>
                    <a:pt x="175" y="616"/>
                  </a:lnTo>
                  <a:lnTo>
                    <a:pt x="174" y="616"/>
                  </a:lnTo>
                  <a:lnTo>
                    <a:pt x="172" y="616"/>
                  </a:lnTo>
                  <a:lnTo>
                    <a:pt x="172" y="614"/>
                  </a:lnTo>
                  <a:lnTo>
                    <a:pt x="172" y="614"/>
                  </a:lnTo>
                  <a:lnTo>
                    <a:pt x="170" y="614"/>
                  </a:lnTo>
                  <a:lnTo>
                    <a:pt x="170" y="614"/>
                  </a:lnTo>
                  <a:lnTo>
                    <a:pt x="170" y="614"/>
                  </a:lnTo>
                  <a:lnTo>
                    <a:pt x="170" y="612"/>
                  </a:lnTo>
                  <a:lnTo>
                    <a:pt x="170" y="612"/>
                  </a:lnTo>
                  <a:lnTo>
                    <a:pt x="172" y="610"/>
                  </a:lnTo>
                  <a:lnTo>
                    <a:pt x="172" y="610"/>
                  </a:lnTo>
                  <a:lnTo>
                    <a:pt x="170" y="609"/>
                  </a:lnTo>
                  <a:lnTo>
                    <a:pt x="168" y="607"/>
                  </a:lnTo>
                  <a:lnTo>
                    <a:pt x="168" y="605"/>
                  </a:lnTo>
                  <a:lnTo>
                    <a:pt x="168" y="603"/>
                  </a:lnTo>
                  <a:lnTo>
                    <a:pt x="168" y="603"/>
                  </a:lnTo>
                  <a:lnTo>
                    <a:pt x="166" y="601"/>
                  </a:lnTo>
                  <a:lnTo>
                    <a:pt x="166" y="599"/>
                  </a:lnTo>
                  <a:lnTo>
                    <a:pt x="164" y="599"/>
                  </a:lnTo>
                  <a:lnTo>
                    <a:pt x="162" y="599"/>
                  </a:lnTo>
                  <a:lnTo>
                    <a:pt x="162" y="599"/>
                  </a:lnTo>
                  <a:lnTo>
                    <a:pt x="160" y="599"/>
                  </a:lnTo>
                  <a:lnTo>
                    <a:pt x="156" y="599"/>
                  </a:lnTo>
                  <a:lnTo>
                    <a:pt x="156" y="601"/>
                  </a:lnTo>
                  <a:lnTo>
                    <a:pt x="154" y="601"/>
                  </a:lnTo>
                  <a:lnTo>
                    <a:pt x="154" y="599"/>
                  </a:lnTo>
                  <a:lnTo>
                    <a:pt x="153" y="599"/>
                  </a:lnTo>
                  <a:lnTo>
                    <a:pt x="153" y="597"/>
                  </a:lnTo>
                  <a:lnTo>
                    <a:pt x="153" y="597"/>
                  </a:lnTo>
                  <a:lnTo>
                    <a:pt x="153" y="595"/>
                  </a:lnTo>
                  <a:lnTo>
                    <a:pt x="153" y="593"/>
                  </a:lnTo>
                  <a:lnTo>
                    <a:pt x="154" y="591"/>
                  </a:lnTo>
                  <a:lnTo>
                    <a:pt x="154" y="591"/>
                  </a:lnTo>
                  <a:lnTo>
                    <a:pt x="154" y="591"/>
                  </a:lnTo>
                  <a:lnTo>
                    <a:pt x="154" y="590"/>
                  </a:lnTo>
                  <a:lnTo>
                    <a:pt x="154" y="586"/>
                  </a:lnTo>
                  <a:lnTo>
                    <a:pt x="154" y="582"/>
                  </a:lnTo>
                  <a:lnTo>
                    <a:pt x="154" y="580"/>
                  </a:lnTo>
                  <a:lnTo>
                    <a:pt x="153" y="578"/>
                  </a:lnTo>
                  <a:lnTo>
                    <a:pt x="153" y="576"/>
                  </a:lnTo>
                  <a:lnTo>
                    <a:pt x="151" y="574"/>
                  </a:lnTo>
                  <a:lnTo>
                    <a:pt x="147" y="571"/>
                  </a:lnTo>
                  <a:lnTo>
                    <a:pt x="147" y="569"/>
                  </a:lnTo>
                  <a:lnTo>
                    <a:pt x="145" y="567"/>
                  </a:lnTo>
                  <a:lnTo>
                    <a:pt x="143" y="555"/>
                  </a:lnTo>
                  <a:lnTo>
                    <a:pt x="143" y="551"/>
                  </a:lnTo>
                  <a:lnTo>
                    <a:pt x="143" y="550"/>
                  </a:lnTo>
                  <a:lnTo>
                    <a:pt x="139" y="542"/>
                  </a:lnTo>
                  <a:lnTo>
                    <a:pt x="137" y="540"/>
                  </a:lnTo>
                  <a:lnTo>
                    <a:pt x="137" y="538"/>
                  </a:lnTo>
                  <a:lnTo>
                    <a:pt x="135" y="536"/>
                  </a:lnTo>
                  <a:lnTo>
                    <a:pt x="133" y="536"/>
                  </a:lnTo>
                  <a:lnTo>
                    <a:pt x="133" y="536"/>
                  </a:lnTo>
                  <a:lnTo>
                    <a:pt x="133" y="534"/>
                  </a:lnTo>
                  <a:lnTo>
                    <a:pt x="133" y="534"/>
                  </a:lnTo>
                  <a:lnTo>
                    <a:pt x="133" y="532"/>
                  </a:lnTo>
                  <a:lnTo>
                    <a:pt x="133" y="532"/>
                  </a:lnTo>
                  <a:lnTo>
                    <a:pt x="135" y="531"/>
                  </a:lnTo>
                  <a:lnTo>
                    <a:pt x="137" y="527"/>
                  </a:lnTo>
                  <a:lnTo>
                    <a:pt x="137" y="527"/>
                  </a:lnTo>
                  <a:lnTo>
                    <a:pt x="139" y="525"/>
                  </a:lnTo>
                  <a:lnTo>
                    <a:pt x="139" y="525"/>
                  </a:lnTo>
                  <a:lnTo>
                    <a:pt x="139" y="525"/>
                  </a:lnTo>
                  <a:lnTo>
                    <a:pt x="139" y="523"/>
                  </a:lnTo>
                  <a:lnTo>
                    <a:pt x="139" y="523"/>
                  </a:lnTo>
                  <a:lnTo>
                    <a:pt x="139" y="523"/>
                  </a:lnTo>
                  <a:lnTo>
                    <a:pt x="139" y="521"/>
                  </a:lnTo>
                  <a:lnTo>
                    <a:pt x="139" y="521"/>
                  </a:lnTo>
                  <a:lnTo>
                    <a:pt x="141" y="521"/>
                  </a:lnTo>
                  <a:lnTo>
                    <a:pt x="141" y="521"/>
                  </a:lnTo>
                  <a:lnTo>
                    <a:pt x="143" y="521"/>
                  </a:lnTo>
                  <a:lnTo>
                    <a:pt x="145" y="521"/>
                  </a:lnTo>
                  <a:lnTo>
                    <a:pt x="147" y="521"/>
                  </a:lnTo>
                  <a:lnTo>
                    <a:pt x="147" y="521"/>
                  </a:lnTo>
                  <a:lnTo>
                    <a:pt x="147" y="521"/>
                  </a:lnTo>
                  <a:lnTo>
                    <a:pt x="149" y="523"/>
                  </a:lnTo>
                  <a:lnTo>
                    <a:pt x="149" y="523"/>
                  </a:lnTo>
                  <a:lnTo>
                    <a:pt x="151" y="525"/>
                  </a:lnTo>
                  <a:lnTo>
                    <a:pt x="151" y="525"/>
                  </a:lnTo>
                  <a:lnTo>
                    <a:pt x="153" y="527"/>
                  </a:lnTo>
                  <a:lnTo>
                    <a:pt x="153" y="527"/>
                  </a:lnTo>
                  <a:lnTo>
                    <a:pt x="153" y="527"/>
                  </a:lnTo>
                  <a:lnTo>
                    <a:pt x="154" y="527"/>
                  </a:lnTo>
                  <a:lnTo>
                    <a:pt x="154" y="527"/>
                  </a:lnTo>
                  <a:lnTo>
                    <a:pt x="154" y="525"/>
                  </a:lnTo>
                  <a:lnTo>
                    <a:pt x="154" y="523"/>
                  </a:lnTo>
                  <a:lnTo>
                    <a:pt x="154" y="523"/>
                  </a:lnTo>
                  <a:lnTo>
                    <a:pt x="154" y="523"/>
                  </a:lnTo>
                  <a:lnTo>
                    <a:pt x="154" y="521"/>
                  </a:lnTo>
                  <a:lnTo>
                    <a:pt x="154" y="521"/>
                  </a:lnTo>
                  <a:lnTo>
                    <a:pt x="154" y="519"/>
                  </a:lnTo>
                  <a:lnTo>
                    <a:pt x="154" y="519"/>
                  </a:lnTo>
                  <a:lnTo>
                    <a:pt x="154" y="517"/>
                  </a:lnTo>
                  <a:lnTo>
                    <a:pt x="153" y="515"/>
                  </a:lnTo>
                  <a:lnTo>
                    <a:pt x="153" y="515"/>
                  </a:lnTo>
                  <a:lnTo>
                    <a:pt x="153" y="513"/>
                  </a:lnTo>
                  <a:lnTo>
                    <a:pt x="153" y="512"/>
                  </a:lnTo>
                  <a:lnTo>
                    <a:pt x="154" y="512"/>
                  </a:lnTo>
                  <a:lnTo>
                    <a:pt x="154" y="512"/>
                  </a:lnTo>
                  <a:lnTo>
                    <a:pt x="156" y="512"/>
                  </a:lnTo>
                  <a:lnTo>
                    <a:pt x="156" y="510"/>
                  </a:lnTo>
                  <a:lnTo>
                    <a:pt x="158" y="510"/>
                  </a:lnTo>
                  <a:lnTo>
                    <a:pt x="160" y="512"/>
                  </a:lnTo>
                  <a:lnTo>
                    <a:pt x="160" y="512"/>
                  </a:lnTo>
                  <a:lnTo>
                    <a:pt x="160" y="512"/>
                  </a:lnTo>
                  <a:lnTo>
                    <a:pt x="160" y="513"/>
                  </a:lnTo>
                  <a:lnTo>
                    <a:pt x="160" y="517"/>
                  </a:lnTo>
                  <a:lnTo>
                    <a:pt x="160" y="519"/>
                  </a:lnTo>
                  <a:lnTo>
                    <a:pt x="160" y="519"/>
                  </a:lnTo>
                  <a:lnTo>
                    <a:pt x="162" y="521"/>
                  </a:lnTo>
                  <a:lnTo>
                    <a:pt x="164" y="519"/>
                  </a:lnTo>
                  <a:lnTo>
                    <a:pt x="164" y="519"/>
                  </a:lnTo>
                  <a:lnTo>
                    <a:pt x="166" y="519"/>
                  </a:lnTo>
                  <a:lnTo>
                    <a:pt x="166" y="517"/>
                  </a:lnTo>
                  <a:lnTo>
                    <a:pt x="164" y="513"/>
                  </a:lnTo>
                  <a:lnTo>
                    <a:pt x="164" y="513"/>
                  </a:lnTo>
                  <a:lnTo>
                    <a:pt x="166" y="512"/>
                  </a:lnTo>
                  <a:lnTo>
                    <a:pt x="166" y="512"/>
                  </a:lnTo>
                  <a:lnTo>
                    <a:pt x="166" y="510"/>
                  </a:lnTo>
                  <a:lnTo>
                    <a:pt x="166" y="510"/>
                  </a:lnTo>
                  <a:lnTo>
                    <a:pt x="168" y="508"/>
                  </a:lnTo>
                  <a:lnTo>
                    <a:pt x="168" y="508"/>
                  </a:lnTo>
                  <a:lnTo>
                    <a:pt x="170" y="508"/>
                  </a:lnTo>
                  <a:lnTo>
                    <a:pt x="170" y="510"/>
                  </a:lnTo>
                  <a:lnTo>
                    <a:pt x="172" y="510"/>
                  </a:lnTo>
                  <a:lnTo>
                    <a:pt x="172" y="512"/>
                  </a:lnTo>
                  <a:lnTo>
                    <a:pt x="172" y="513"/>
                  </a:lnTo>
                  <a:lnTo>
                    <a:pt x="172" y="513"/>
                  </a:lnTo>
                  <a:lnTo>
                    <a:pt x="170" y="515"/>
                  </a:lnTo>
                  <a:lnTo>
                    <a:pt x="170" y="517"/>
                  </a:lnTo>
                  <a:lnTo>
                    <a:pt x="170" y="517"/>
                  </a:lnTo>
                  <a:lnTo>
                    <a:pt x="170" y="517"/>
                  </a:lnTo>
                  <a:lnTo>
                    <a:pt x="172" y="517"/>
                  </a:lnTo>
                  <a:lnTo>
                    <a:pt x="172" y="517"/>
                  </a:lnTo>
                  <a:lnTo>
                    <a:pt x="174" y="517"/>
                  </a:lnTo>
                  <a:lnTo>
                    <a:pt x="174" y="517"/>
                  </a:lnTo>
                  <a:lnTo>
                    <a:pt x="174" y="517"/>
                  </a:lnTo>
                  <a:lnTo>
                    <a:pt x="175" y="517"/>
                  </a:lnTo>
                  <a:lnTo>
                    <a:pt x="175" y="519"/>
                  </a:lnTo>
                  <a:lnTo>
                    <a:pt x="175" y="519"/>
                  </a:lnTo>
                  <a:lnTo>
                    <a:pt x="175" y="523"/>
                  </a:lnTo>
                  <a:lnTo>
                    <a:pt x="174" y="523"/>
                  </a:lnTo>
                  <a:lnTo>
                    <a:pt x="174" y="527"/>
                  </a:lnTo>
                  <a:lnTo>
                    <a:pt x="172" y="527"/>
                  </a:lnTo>
                  <a:lnTo>
                    <a:pt x="172" y="529"/>
                  </a:lnTo>
                  <a:lnTo>
                    <a:pt x="174" y="531"/>
                  </a:lnTo>
                  <a:lnTo>
                    <a:pt x="174" y="531"/>
                  </a:lnTo>
                  <a:lnTo>
                    <a:pt x="172" y="532"/>
                  </a:lnTo>
                  <a:lnTo>
                    <a:pt x="172" y="532"/>
                  </a:lnTo>
                  <a:lnTo>
                    <a:pt x="172" y="532"/>
                  </a:lnTo>
                  <a:lnTo>
                    <a:pt x="170" y="534"/>
                  </a:lnTo>
                  <a:lnTo>
                    <a:pt x="168" y="536"/>
                  </a:lnTo>
                  <a:lnTo>
                    <a:pt x="168" y="536"/>
                  </a:lnTo>
                  <a:lnTo>
                    <a:pt x="166" y="538"/>
                  </a:lnTo>
                  <a:lnTo>
                    <a:pt x="166" y="540"/>
                  </a:lnTo>
                  <a:lnTo>
                    <a:pt x="166" y="542"/>
                  </a:lnTo>
                  <a:lnTo>
                    <a:pt x="166" y="544"/>
                  </a:lnTo>
                  <a:lnTo>
                    <a:pt x="166" y="544"/>
                  </a:lnTo>
                  <a:lnTo>
                    <a:pt x="168" y="546"/>
                  </a:lnTo>
                  <a:lnTo>
                    <a:pt x="168" y="544"/>
                  </a:lnTo>
                  <a:lnTo>
                    <a:pt x="170" y="544"/>
                  </a:lnTo>
                  <a:lnTo>
                    <a:pt x="172" y="542"/>
                  </a:lnTo>
                  <a:lnTo>
                    <a:pt x="172" y="540"/>
                  </a:lnTo>
                  <a:lnTo>
                    <a:pt x="174" y="540"/>
                  </a:lnTo>
                  <a:lnTo>
                    <a:pt x="174" y="540"/>
                  </a:lnTo>
                  <a:lnTo>
                    <a:pt x="175" y="540"/>
                  </a:lnTo>
                  <a:lnTo>
                    <a:pt x="175" y="540"/>
                  </a:lnTo>
                  <a:lnTo>
                    <a:pt x="177" y="538"/>
                  </a:lnTo>
                  <a:lnTo>
                    <a:pt x="177" y="538"/>
                  </a:lnTo>
                  <a:lnTo>
                    <a:pt x="177" y="536"/>
                  </a:lnTo>
                  <a:lnTo>
                    <a:pt x="177" y="534"/>
                  </a:lnTo>
                  <a:lnTo>
                    <a:pt x="177" y="534"/>
                  </a:lnTo>
                  <a:lnTo>
                    <a:pt x="177" y="534"/>
                  </a:lnTo>
                  <a:lnTo>
                    <a:pt x="179" y="534"/>
                  </a:lnTo>
                  <a:lnTo>
                    <a:pt x="179" y="534"/>
                  </a:lnTo>
                  <a:lnTo>
                    <a:pt x="181" y="534"/>
                  </a:lnTo>
                  <a:lnTo>
                    <a:pt x="181" y="534"/>
                  </a:lnTo>
                  <a:lnTo>
                    <a:pt x="181" y="534"/>
                  </a:lnTo>
                  <a:lnTo>
                    <a:pt x="181" y="536"/>
                  </a:lnTo>
                  <a:lnTo>
                    <a:pt x="183" y="536"/>
                  </a:lnTo>
                  <a:lnTo>
                    <a:pt x="183" y="536"/>
                  </a:lnTo>
                  <a:lnTo>
                    <a:pt x="183" y="536"/>
                  </a:lnTo>
                  <a:lnTo>
                    <a:pt x="183" y="536"/>
                  </a:lnTo>
                  <a:lnTo>
                    <a:pt x="179" y="540"/>
                  </a:lnTo>
                  <a:lnTo>
                    <a:pt x="179" y="540"/>
                  </a:lnTo>
                  <a:lnTo>
                    <a:pt x="179" y="542"/>
                  </a:lnTo>
                  <a:lnTo>
                    <a:pt x="179" y="544"/>
                  </a:lnTo>
                  <a:lnTo>
                    <a:pt x="179" y="544"/>
                  </a:lnTo>
                  <a:lnTo>
                    <a:pt x="179" y="544"/>
                  </a:lnTo>
                  <a:lnTo>
                    <a:pt x="181" y="546"/>
                  </a:lnTo>
                  <a:lnTo>
                    <a:pt x="181" y="544"/>
                  </a:lnTo>
                  <a:lnTo>
                    <a:pt x="183" y="544"/>
                  </a:lnTo>
                  <a:lnTo>
                    <a:pt x="187" y="542"/>
                  </a:lnTo>
                  <a:lnTo>
                    <a:pt x="187" y="542"/>
                  </a:lnTo>
                  <a:lnTo>
                    <a:pt x="189" y="542"/>
                  </a:lnTo>
                  <a:lnTo>
                    <a:pt x="189" y="544"/>
                  </a:lnTo>
                  <a:lnTo>
                    <a:pt x="189" y="548"/>
                  </a:lnTo>
                  <a:lnTo>
                    <a:pt x="189" y="548"/>
                  </a:lnTo>
                  <a:lnTo>
                    <a:pt x="191" y="548"/>
                  </a:lnTo>
                  <a:lnTo>
                    <a:pt x="191" y="548"/>
                  </a:lnTo>
                  <a:lnTo>
                    <a:pt x="193" y="548"/>
                  </a:lnTo>
                  <a:lnTo>
                    <a:pt x="193" y="546"/>
                  </a:lnTo>
                  <a:lnTo>
                    <a:pt x="193" y="546"/>
                  </a:lnTo>
                  <a:lnTo>
                    <a:pt x="194" y="544"/>
                  </a:lnTo>
                  <a:lnTo>
                    <a:pt x="194" y="544"/>
                  </a:lnTo>
                  <a:lnTo>
                    <a:pt x="196" y="544"/>
                  </a:lnTo>
                  <a:lnTo>
                    <a:pt x="198" y="546"/>
                  </a:lnTo>
                  <a:lnTo>
                    <a:pt x="198" y="546"/>
                  </a:lnTo>
                  <a:lnTo>
                    <a:pt x="200" y="544"/>
                  </a:lnTo>
                  <a:lnTo>
                    <a:pt x="200" y="544"/>
                  </a:lnTo>
                  <a:lnTo>
                    <a:pt x="202" y="546"/>
                  </a:lnTo>
                  <a:lnTo>
                    <a:pt x="204" y="546"/>
                  </a:lnTo>
                  <a:lnTo>
                    <a:pt x="204" y="546"/>
                  </a:lnTo>
                  <a:lnTo>
                    <a:pt x="206" y="546"/>
                  </a:lnTo>
                  <a:lnTo>
                    <a:pt x="206" y="544"/>
                  </a:lnTo>
                  <a:lnTo>
                    <a:pt x="206" y="544"/>
                  </a:lnTo>
                  <a:lnTo>
                    <a:pt x="206" y="542"/>
                  </a:lnTo>
                  <a:lnTo>
                    <a:pt x="202" y="534"/>
                  </a:lnTo>
                  <a:lnTo>
                    <a:pt x="202" y="532"/>
                  </a:lnTo>
                  <a:lnTo>
                    <a:pt x="202" y="532"/>
                  </a:lnTo>
                  <a:lnTo>
                    <a:pt x="202" y="531"/>
                  </a:lnTo>
                  <a:lnTo>
                    <a:pt x="204" y="529"/>
                  </a:lnTo>
                  <a:lnTo>
                    <a:pt x="206" y="525"/>
                  </a:lnTo>
                  <a:lnTo>
                    <a:pt x="208" y="525"/>
                  </a:lnTo>
                  <a:lnTo>
                    <a:pt x="208" y="525"/>
                  </a:lnTo>
                  <a:lnTo>
                    <a:pt x="208" y="527"/>
                  </a:lnTo>
                  <a:lnTo>
                    <a:pt x="208" y="527"/>
                  </a:lnTo>
                  <a:lnTo>
                    <a:pt x="208" y="529"/>
                  </a:lnTo>
                  <a:lnTo>
                    <a:pt x="206" y="532"/>
                  </a:lnTo>
                  <a:lnTo>
                    <a:pt x="206" y="532"/>
                  </a:lnTo>
                  <a:lnTo>
                    <a:pt x="206" y="532"/>
                  </a:lnTo>
                  <a:lnTo>
                    <a:pt x="206" y="534"/>
                  </a:lnTo>
                  <a:lnTo>
                    <a:pt x="206" y="534"/>
                  </a:lnTo>
                  <a:lnTo>
                    <a:pt x="206" y="536"/>
                  </a:lnTo>
                  <a:lnTo>
                    <a:pt x="206" y="538"/>
                  </a:lnTo>
                  <a:lnTo>
                    <a:pt x="208" y="538"/>
                  </a:lnTo>
                  <a:lnTo>
                    <a:pt x="208" y="538"/>
                  </a:lnTo>
                  <a:lnTo>
                    <a:pt x="208" y="538"/>
                  </a:lnTo>
                  <a:lnTo>
                    <a:pt x="210" y="538"/>
                  </a:lnTo>
                  <a:lnTo>
                    <a:pt x="210" y="536"/>
                  </a:lnTo>
                  <a:lnTo>
                    <a:pt x="210" y="536"/>
                  </a:lnTo>
                  <a:lnTo>
                    <a:pt x="210" y="536"/>
                  </a:lnTo>
                  <a:lnTo>
                    <a:pt x="210" y="534"/>
                  </a:lnTo>
                  <a:lnTo>
                    <a:pt x="212" y="534"/>
                  </a:lnTo>
                  <a:lnTo>
                    <a:pt x="214" y="534"/>
                  </a:lnTo>
                  <a:lnTo>
                    <a:pt x="214" y="534"/>
                  </a:lnTo>
                  <a:lnTo>
                    <a:pt x="214" y="534"/>
                  </a:lnTo>
                  <a:lnTo>
                    <a:pt x="215" y="534"/>
                  </a:lnTo>
                  <a:lnTo>
                    <a:pt x="215" y="534"/>
                  </a:lnTo>
                  <a:lnTo>
                    <a:pt x="217" y="532"/>
                  </a:lnTo>
                  <a:lnTo>
                    <a:pt x="217" y="532"/>
                  </a:lnTo>
                  <a:lnTo>
                    <a:pt x="219" y="532"/>
                  </a:lnTo>
                  <a:lnTo>
                    <a:pt x="219" y="532"/>
                  </a:lnTo>
                  <a:lnTo>
                    <a:pt x="219" y="534"/>
                  </a:lnTo>
                  <a:lnTo>
                    <a:pt x="217" y="536"/>
                  </a:lnTo>
                  <a:lnTo>
                    <a:pt x="215" y="540"/>
                  </a:lnTo>
                  <a:lnTo>
                    <a:pt x="214" y="544"/>
                  </a:lnTo>
                  <a:lnTo>
                    <a:pt x="212" y="544"/>
                  </a:lnTo>
                  <a:lnTo>
                    <a:pt x="210" y="548"/>
                  </a:lnTo>
                  <a:lnTo>
                    <a:pt x="210" y="548"/>
                  </a:lnTo>
                  <a:lnTo>
                    <a:pt x="210" y="548"/>
                  </a:lnTo>
                  <a:lnTo>
                    <a:pt x="210" y="550"/>
                  </a:lnTo>
                  <a:lnTo>
                    <a:pt x="210" y="551"/>
                  </a:lnTo>
                  <a:lnTo>
                    <a:pt x="210" y="553"/>
                  </a:lnTo>
                  <a:lnTo>
                    <a:pt x="210" y="553"/>
                  </a:lnTo>
                  <a:lnTo>
                    <a:pt x="210" y="555"/>
                  </a:lnTo>
                  <a:lnTo>
                    <a:pt x="210" y="555"/>
                  </a:lnTo>
                  <a:lnTo>
                    <a:pt x="212" y="555"/>
                  </a:lnTo>
                  <a:lnTo>
                    <a:pt x="215" y="555"/>
                  </a:lnTo>
                  <a:lnTo>
                    <a:pt x="215" y="553"/>
                  </a:lnTo>
                  <a:lnTo>
                    <a:pt x="215" y="553"/>
                  </a:lnTo>
                  <a:lnTo>
                    <a:pt x="215" y="551"/>
                  </a:lnTo>
                  <a:lnTo>
                    <a:pt x="215" y="550"/>
                  </a:lnTo>
                  <a:lnTo>
                    <a:pt x="215" y="550"/>
                  </a:lnTo>
                  <a:lnTo>
                    <a:pt x="215" y="548"/>
                  </a:lnTo>
                  <a:lnTo>
                    <a:pt x="215" y="548"/>
                  </a:lnTo>
                  <a:lnTo>
                    <a:pt x="217" y="548"/>
                  </a:lnTo>
                  <a:lnTo>
                    <a:pt x="219" y="548"/>
                  </a:lnTo>
                  <a:lnTo>
                    <a:pt x="219" y="550"/>
                  </a:lnTo>
                  <a:lnTo>
                    <a:pt x="219" y="550"/>
                  </a:lnTo>
                  <a:lnTo>
                    <a:pt x="219" y="550"/>
                  </a:lnTo>
                  <a:lnTo>
                    <a:pt x="219" y="551"/>
                  </a:lnTo>
                  <a:lnTo>
                    <a:pt x="221" y="551"/>
                  </a:lnTo>
                  <a:lnTo>
                    <a:pt x="221" y="551"/>
                  </a:lnTo>
                  <a:lnTo>
                    <a:pt x="221" y="551"/>
                  </a:lnTo>
                  <a:lnTo>
                    <a:pt x="223" y="551"/>
                  </a:lnTo>
                  <a:lnTo>
                    <a:pt x="225" y="551"/>
                  </a:lnTo>
                  <a:lnTo>
                    <a:pt x="225" y="550"/>
                  </a:lnTo>
                  <a:lnTo>
                    <a:pt x="225" y="550"/>
                  </a:lnTo>
                  <a:lnTo>
                    <a:pt x="227" y="546"/>
                  </a:lnTo>
                  <a:lnTo>
                    <a:pt x="227" y="546"/>
                  </a:lnTo>
                  <a:lnTo>
                    <a:pt x="229" y="544"/>
                  </a:lnTo>
                  <a:lnTo>
                    <a:pt x="229" y="544"/>
                  </a:lnTo>
                  <a:lnTo>
                    <a:pt x="231" y="544"/>
                  </a:lnTo>
                  <a:lnTo>
                    <a:pt x="231" y="544"/>
                  </a:lnTo>
                  <a:lnTo>
                    <a:pt x="233" y="546"/>
                  </a:lnTo>
                  <a:lnTo>
                    <a:pt x="236" y="546"/>
                  </a:lnTo>
                  <a:lnTo>
                    <a:pt x="238" y="548"/>
                  </a:lnTo>
                  <a:lnTo>
                    <a:pt x="240" y="548"/>
                  </a:lnTo>
                  <a:lnTo>
                    <a:pt x="246" y="548"/>
                  </a:lnTo>
                  <a:lnTo>
                    <a:pt x="250" y="546"/>
                  </a:lnTo>
                  <a:lnTo>
                    <a:pt x="250" y="548"/>
                  </a:lnTo>
                  <a:lnTo>
                    <a:pt x="250" y="548"/>
                  </a:lnTo>
                  <a:lnTo>
                    <a:pt x="250" y="548"/>
                  </a:lnTo>
                  <a:lnTo>
                    <a:pt x="252" y="550"/>
                  </a:lnTo>
                  <a:lnTo>
                    <a:pt x="252" y="550"/>
                  </a:lnTo>
                  <a:lnTo>
                    <a:pt x="254" y="550"/>
                  </a:lnTo>
                  <a:lnTo>
                    <a:pt x="255" y="548"/>
                  </a:lnTo>
                  <a:lnTo>
                    <a:pt x="257" y="548"/>
                  </a:lnTo>
                  <a:lnTo>
                    <a:pt x="257" y="548"/>
                  </a:lnTo>
                  <a:lnTo>
                    <a:pt x="259" y="548"/>
                  </a:lnTo>
                  <a:lnTo>
                    <a:pt x="259" y="546"/>
                  </a:lnTo>
                  <a:lnTo>
                    <a:pt x="259" y="546"/>
                  </a:lnTo>
                  <a:lnTo>
                    <a:pt x="257" y="544"/>
                  </a:lnTo>
                  <a:lnTo>
                    <a:pt x="257" y="542"/>
                  </a:lnTo>
                  <a:lnTo>
                    <a:pt x="255" y="542"/>
                  </a:lnTo>
                  <a:lnTo>
                    <a:pt x="255" y="542"/>
                  </a:lnTo>
                  <a:lnTo>
                    <a:pt x="255" y="540"/>
                  </a:lnTo>
                  <a:lnTo>
                    <a:pt x="255" y="540"/>
                  </a:lnTo>
                  <a:lnTo>
                    <a:pt x="255" y="540"/>
                  </a:lnTo>
                  <a:lnTo>
                    <a:pt x="255" y="538"/>
                  </a:lnTo>
                  <a:lnTo>
                    <a:pt x="255" y="538"/>
                  </a:lnTo>
                  <a:lnTo>
                    <a:pt x="257" y="538"/>
                  </a:lnTo>
                  <a:lnTo>
                    <a:pt x="259" y="536"/>
                  </a:lnTo>
                  <a:lnTo>
                    <a:pt x="261" y="536"/>
                  </a:lnTo>
                  <a:lnTo>
                    <a:pt x="263" y="536"/>
                  </a:lnTo>
                  <a:lnTo>
                    <a:pt x="265" y="534"/>
                  </a:lnTo>
                  <a:lnTo>
                    <a:pt x="269" y="532"/>
                  </a:lnTo>
                  <a:lnTo>
                    <a:pt x="271" y="531"/>
                  </a:lnTo>
                  <a:lnTo>
                    <a:pt x="273" y="529"/>
                  </a:lnTo>
                  <a:lnTo>
                    <a:pt x="278" y="525"/>
                  </a:lnTo>
                  <a:lnTo>
                    <a:pt x="280" y="527"/>
                  </a:lnTo>
                  <a:lnTo>
                    <a:pt x="282" y="527"/>
                  </a:lnTo>
                  <a:lnTo>
                    <a:pt x="282" y="527"/>
                  </a:lnTo>
                  <a:lnTo>
                    <a:pt x="282" y="527"/>
                  </a:lnTo>
                  <a:lnTo>
                    <a:pt x="286" y="523"/>
                  </a:lnTo>
                  <a:lnTo>
                    <a:pt x="288" y="523"/>
                  </a:lnTo>
                  <a:lnTo>
                    <a:pt x="288" y="523"/>
                  </a:lnTo>
                  <a:lnTo>
                    <a:pt x="288" y="521"/>
                  </a:lnTo>
                  <a:lnTo>
                    <a:pt x="288" y="521"/>
                  </a:lnTo>
                  <a:lnTo>
                    <a:pt x="290" y="521"/>
                  </a:lnTo>
                  <a:lnTo>
                    <a:pt x="290" y="521"/>
                  </a:lnTo>
                  <a:lnTo>
                    <a:pt x="292" y="521"/>
                  </a:lnTo>
                  <a:lnTo>
                    <a:pt x="292" y="521"/>
                  </a:lnTo>
                  <a:lnTo>
                    <a:pt x="292" y="521"/>
                  </a:lnTo>
                  <a:lnTo>
                    <a:pt x="294" y="521"/>
                  </a:lnTo>
                  <a:lnTo>
                    <a:pt x="295" y="521"/>
                  </a:lnTo>
                  <a:lnTo>
                    <a:pt x="295" y="521"/>
                  </a:lnTo>
                  <a:lnTo>
                    <a:pt x="297" y="521"/>
                  </a:lnTo>
                  <a:lnTo>
                    <a:pt x="297" y="521"/>
                  </a:lnTo>
                  <a:lnTo>
                    <a:pt x="299" y="523"/>
                  </a:lnTo>
                  <a:lnTo>
                    <a:pt x="299" y="525"/>
                  </a:lnTo>
                  <a:lnTo>
                    <a:pt x="299" y="525"/>
                  </a:lnTo>
                  <a:lnTo>
                    <a:pt x="299" y="529"/>
                  </a:lnTo>
                  <a:lnTo>
                    <a:pt x="301" y="532"/>
                  </a:lnTo>
                  <a:lnTo>
                    <a:pt x="301" y="532"/>
                  </a:lnTo>
                  <a:lnTo>
                    <a:pt x="301" y="534"/>
                  </a:lnTo>
                  <a:lnTo>
                    <a:pt x="303" y="534"/>
                  </a:lnTo>
                  <a:lnTo>
                    <a:pt x="303" y="534"/>
                  </a:lnTo>
                  <a:lnTo>
                    <a:pt x="305" y="536"/>
                  </a:lnTo>
                  <a:lnTo>
                    <a:pt x="305" y="536"/>
                  </a:lnTo>
                  <a:lnTo>
                    <a:pt x="305" y="538"/>
                  </a:lnTo>
                  <a:lnTo>
                    <a:pt x="305" y="538"/>
                  </a:lnTo>
                  <a:lnTo>
                    <a:pt x="305" y="538"/>
                  </a:lnTo>
                  <a:lnTo>
                    <a:pt x="307" y="538"/>
                  </a:lnTo>
                  <a:lnTo>
                    <a:pt x="307" y="538"/>
                  </a:lnTo>
                  <a:lnTo>
                    <a:pt x="307" y="538"/>
                  </a:lnTo>
                  <a:lnTo>
                    <a:pt x="307" y="538"/>
                  </a:lnTo>
                  <a:lnTo>
                    <a:pt x="309" y="538"/>
                  </a:lnTo>
                  <a:lnTo>
                    <a:pt x="309" y="538"/>
                  </a:lnTo>
                  <a:lnTo>
                    <a:pt x="309" y="540"/>
                  </a:lnTo>
                  <a:lnTo>
                    <a:pt x="309" y="542"/>
                  </a:lnTo>
                  <a:lnTo>
                    <a:pt x="309" y="542"/>
                  </a:lnTo>
                  <a:lnTo>
                    <a:pt x="309" y="544"/>
                  </a:lnTo>
                  <a:lnTo>
                    <a:pt x="311" y="544"/>
                  </a:lnTo>
                  <a:lnTo>
                    <a:pt x="311" y="544"/>
                  </a:lnTo>
                  <a:lnTo>
                    <a:pt x="309" y="544"/>
                  </a:lnTo>
                  <a:lnTo>
                    <a:pt x="309" y="546"/>
                  </a:lnTo>
                  <a:lnTo>
                    <a:pt x="309" y="546"/>
                  </a:lnTo>
                  <a:lnTo>
                    <a:pt x="307" y="546"/>
                  </a:lnTo>
                  <a:lnTo>
                    <a:pt x="305" y="548"/>
                  </a:lnTo>
                  <a:lnTo>
                    <a:pt x="305" y="548"/>
                  </a:lnTo>
                  <a:lnTo>
                    <a:pt x="305" y="548"/>
                  </a:lnTo>
                  <a:lnTo>
                    <a:pt x="303" y="548"/>
                  </a:lnTo>
                  <a:lnTo>
                    <a:pt x="303" y="548"/>
                  </a:lnTo>
                  <a:lnTo>
                    <a:pt x="303" y="550"/>
                  </a:lnTo>
                  <a:lnTo>
                    <a:pt x="303" y="550"/>
                  </a:lnTo>
                  <a:lnTo>
                    <a:pt x="301" y="551"/>
                  </a:lnTo>
                  <a:lnTo>
                    <a:pt x="299" y="553"/>
                  </a:lnTo>
                  <a:lnTo>
                    <a:pt x="299" y="553"/>
                  </a:lnTo>
                  <a:lnTo>
                    <a:pt x="297" y="553"/>
                  </a:lnTo>
                  <a:lnTo>
                    <a:pt x="297" y="553"/>
                  </a:lnTo>
                  <a:lnTo>
                    <a:pt x="295" y="553"/>
                  </a:lnTo>
                  <a:lnTo>
                    <a:pt x="295" y="553"/>
                  </a:lnTo>
                  <a:lnTo>
                    <a:pt x="295" y="553"/>
                  </a:lnTo>
                  <a:lnTo>
                    <a:pt x="295" y="553"/>
                  </a:lnTo>
                  <a:lnTo>
                    <a:pt x="295" y="555"/>
                  </a:lnTo>
                  <a:lnTo>
                    <a:pt x="295" y="555"/>
                  </a:lnTo>
                  <a:lnTo>
                    <a:pt x="295" y="559"/>
                  </a:lnTo>
                  <a:lnTo>
                    <a:pt x="295" y="559"/>
                  </a:lnTo>
                  <a:lnTo>
                    <a:pt x="297" y="561"/>
                  </a:lnTo>
                  <a:lnTo>
                    <a:pt x="297" y="561"/>
                  </a:lnTo>
                  <a:lnTo>
                    <a:pt x="299" y="561"/>
                  </a:lnTo>
                  <a:lnTo>
                    <a:pt x="301" y="561"/>
                  </a:lnTo>
                  <a:lnTo>
                    <a:pt x="303" y="561"/>
                  </a:lnTo>
                  <a:lnTo>
                    <a:pt x="305" y="561"/>
                  </a:lnTo>
                  <a:lnTo>
                    <a:pt x="305" y="561"/>
                  </a:lnTo>
                  <a:lnTo>
                    <a:pt x="307" y="561"/>
                  </a:lnTo>
                  <a:lnTo>
                    <a:pt x="307" y="561"/>
                  </a:lnTo>
                  <a:lnTo>
                    <a:pt x="307" y="561"/>
                  </a:lnTo>
                  <a:lnTo>
                    <a:pt x="309" y="561"/>
                  </a:lnTo>
                  <a:lnTo>
                    <a:pt x="309" y="561"/>
                  </a:lnTo>
                  <a:lnTo>
                    <a:pt x="309" y="559"/>
                  </a:lnTo>
                  <a:lnTo>
                    <a:pt x="309" y="557"/>
                  </a:lnTo>
                  <a:lnTo>
                    <a:pt x="309" y="557"/>
                  </a:lnTo>
                  <a:lnTo>
                    <a:pt x="309" y="557"/>
                  </a:lnTo>
                  <a:lnTo>
                    <a:pt x="309" y="555"/>
                  </a:lnTo>
                  <a:lnTo>
                    <a:pt x="309" y="557"/>
                  </a:lnTo>
                  <a:lnTo>
                    <a:pt x="311" y="557"/>
                  </a:lnTo>
                  <a:lnTo>
                    <a:pt x="313" y="561"/>
                  </a:lnTo>
                  <a:lnTo>
                    <a:pt x="313" y="561"/>
                  </a:lnTo>
                  <a:lnTo>
                    <a:pt x="313" y="561"/>
                  </a:lnTo>
                  <a:lnTo>
                    <a:pt x="315" y="561"/>
                  </a:lnTo>
                  <a:lnTo>
                    <a:pt x="315" y="561"/>
                  </a:lnTo>
                  <a:lnTo>
                    <a:pt x="318" y="559"/>
                  </a:lnTo>
                  <a:lnTo>
                    <a:pt x="318" y="557"/>
                  </a:lnTo>
                  <a:lnTo>
                    <a:pt x="318" y="557"/>
                  </a:lnTo>
                  <a:lnTo>
                    <a:pt x="318" y="557"/>
                  </a:lnTo>
                  <a:lnTo>
                    <a:pt x="315" y="555"/>
                  </a:lnTo>
                  <a:lnTo>
                    <a:pt x="315" y="555"/>
                  </a:lnTo>
                  <a:lnTo>
                    <a:pt x="315" y="555"/>
                  </a:lnTo>
                  <a:lnTo>
                    <a:pt x="313" y="553"/>
                  </a:lnTo>
                  <a:lnTo>
                    <a:pt x="313" y="553"/>
                  </a:lnTo>
                  <a:lnTo>
                    <a:pt x="313" y="551"/>
                  </a:lnTo>
                  <a:lnTo>
                    <a:pt x="313" y="551"/>
                  </a:lnTo>
                  <a:lnTo>
                    <a:pt x="313" y="551"/>
                  </a:lnTo>
                  <a:lnTo>
                    <a:pt x="313" y="551"/>
                  </a:lnTo>
                  <a:lnTo>
                    <a:pt x="315" y="551"/>
                  </a:lnTo>
                  <a:lnTo>
                    <a:pt x="316" y="551"/>
                  </a:lnTo>
                  <a:lnTo>
                    <a:pt x="318" y="551"/>
                  </a:lnTo>
                  <a:lnTo>
                    <a:pt x="320" y="551"/>
                  </a:lnTo>
                  <a:lnTo>
                    <a:pt x="320" y="551"/>
                  </a:lnTo>
                  <a:lnTo>
                    <a:pt x="322" y="551"/>
                  </a:lnTo>
                  <a:lnTo>
                    <a:pt x="322" y="551"/>
                  </a:lnTo>
                  <a:lnTo>
                    <a:pt x="322" y="551"/>
                  </a:lnTo>
                  <a:lnTo>
                    <a:pt x="322" y="550"/>
                  </a:lnTo>
                  <a:lnTo>
                    <a:pt x="322" y="550"/>
                  </a:lnTo>
                  <a:lnTo>
                    <a:pt x="322" y="548"/>
                  </a:lnTo>
                  <a:lnTo>
                    <a:pt x="322" y="548"/>
                  </a:lnTo>
                  <a:lnTo>
                    <a:pt x="322" y="548"/>
                  </a:lnTo>
                  <a:lnTo>
                    <a:pt x="322" y="548"/>
                  </a:lnTo>
                  <a:lnTo>
                    <a:pt x="324" y="548"/>
                  </a:lnTo>
                  <a:lnTo>
                    <a:pt x="324" y="548"/>
                  </a:lnTo>
                  <a:lnTo>
                    <a:pt x="324" y="548"/>
                  </a:lnTo>
                  <a:lnTo>
                    <a:pt x="326" y="550"/>
                  </a:lnTo>
                  <a:lnTo>
                    <a:pt x="326" y="551"/>
                  </a:lnTo>
                  <a:lnTo>
                    <a:pt x="326" y="551"/>
                  </a:lnTo>
                  <a:lnTo>
                    <a:pt x="330" y="555"/>
                  </a:lnTo>
                  <a:lnTo>
                    <a:pt x="330" y="555"/>
                  </a:lnTo>
                  <a:lnTo>
                    <a:pt x="330" y="555"/>
                  </a:lnTo>
                  <a:lnTo>
                    <a:pt x="332" y="555"/>
                  </a:lnTo>
                  <a:lnTo>
                    <a:pt x="334" y="555"/>
                  </a:lnTo>
                  <a:lnTo>
                    <a:pt x="334" y="555"/>
                  </a:lnTo>
                  <a:lnTo>
                    <a:pt x="335" y="555"/>
                  </a:lnTo>
                  <a:lnTo>
                    <a:pt x="337" y="553"/>
                  </a:lnTo>
                  <a:lnTo>
                    <a:pt x="337" y="553"/>
                  </a:lnTo>
                  <a:lnTo>
                    <a:pt x="337" y="553"/>
                  </a:lnTo>
                  <a:lnTo>
                    <a:pt x="337" y="551"/>
                  </a:lnTo>
                  <a:lnTo>
                    <a:pt x="337" y="551"/>
                  </a:lnTo>
                  <a:lnTo>
                    <a:pt x="334" y="548"/>
                  </a:lnTo>
                  <a:lnTo>
                    <a:pt x="332" y="548"/>
                  </a:lnTo>
                  <a:lnTo>
                    <a:pt x="332" y="548"/>
                  </a:lnTo>
                  <a:lnTo>
                    <a:pt x="332" y="548"/>
                  </a:lnTo>
                  <a:lnTo>
                    <a:pt x="334" y="548"/>
                  </a:lnTo>
                  <a:lnTo>
                    <a:pt x="334" y="548"/>
                  </a:lnTo>
                  <a:lnTo>
                    <a:pt x="334" y="548"/>
                  </a:lnTo>
                  <a:lnTo>
                    <a:pt x="341" y="546"/>
                  </a:lnTo>
                  <a:lnTo>
                    <a:pt x="341" y="546"/>
                  </a:lnTo>
                  <a:lnTo>
                    <a:pt x="343" y="546"/>
                  </a:lnTo>
                  <a:lnTo>
                    <a:pt x="343" y="546"/>
                  </a:lnTo>
                  <a:lnTo>
                    <a:pt x="343" y="546"/>
                  </a:lnTo>
                  <a:lnTo>
                    <a:pt x="345" y="542"/>
                  </a:lnTo>
                  <a:lnTo>
                    <a:pt x="345" y="542"/>
                  </a:lnTo>
                  <a:lnTo>
                    <a:pt x="345" y="542"/>
                  </a:lnTo>
                  <a:lnTo>
                    <a:pt x="345" y="542"/>
                  </a:lnTo>
                  <a:lnTo>
                    <a:pt x="345" y="542"/>
                  </a:lnTo>
                  <a:lnTo>
                    <a:pt x="345" y="540"/>
                  </a:lnTo>
                  <a:lnTo>
                    <a:pt x="347" y="540"/>
                  </a:lnTo>
                  <a:lnTo>
                    <a:pt x="347" y="540"/>
                  </a:lnTo>
                  <a:lnTo>
                    <a:pt x="349" y="540"/>
                  </a:lnTo>
                  <a:lnTo>
                    <a:pt x="349" y="540"/>
                  </a:lnTo>
                  <a:lnTo>
                    <a:pt x="349" y="540"/>
                  </a:lnTo>
                  <a:lnTo>
                    <a:pt x="351" y="542"/>
                  </a:lnTo>
                  <a:lnTo>
                    <a:pt x="351" y="542"/>
                  </a:lnTo>
                  <a:lnTo>
                    <a:pt x="351" y="544"/>
                  </a:lnTo>
                  <a:lnTo>
                    <a:pt x="347" y="550"/>
                  </a:lnTo>
                  <a:lnTo>
                    <a:pt x="347" y="551"/>
                  </a:lnTo>
                  <a:lnTo>
                    <a:pt x="347" y="553"/>
                  </a:lnTo>
                  <a:lnTo>
                    <a:pt x="347" y="553"/>
                  </a:lnTo>
                  <a:lnTo>
                    <a:pt x="345" y="555"/>
                  </a:lnTo>
                  <a:lnTo>
                    <a:pt x="345" y="555"/>
                  </a:lnTo>
                  <a:lnTo>
                    <a:pt x="345" y="557"/>
                  </a:lnTo>
                  <a:lnTo>
                    <a:pt x="345" y="557"/>
                  </a:lnTo>
                  <a:lnTo>
                    <a:pt x="343" y="557"/>
                  </a:lnTo>
                  <a:lnTo>
                    <a:pt x="343" y="559"/>
                  </a:lnTo>
                  <a:lnTo>
                    <a:pt x="343" y="559"/>
                  </a:lnTo>
                  <a:lnTo>
                    <a:pt x="343" y="561"/>
                  </a:lnTo>
                  <a:lnTo>
                    <a:pt x="343" y="561"/>
                  </a:lnTo>
                  <a:lnTo>
                    <a:pt x="343" y="561"/>
                  </a:lnTo>
                  <a:lnTo>
                    <a:pt x="341" y="563"/>
                  </a:lnTo>
                  <a:lnTo>
                    <a:pt x="341" y="563"/>
                  </a:lnTo>
                  <a:lnTo>
                    <a:pt x="341" y="563"/>
                  </a:lnTo>
                  <a:lnTo>
                    <a:pt x="341" y="565"/>
                  </a:lnTo>
                  <a:lnTo>
                    <a:pt x="341" y="565"/>
                  </a:lnTo>
                  <a:lnTo>
                    <a:pt x="343" y="565"/>
                  </a:lnTo>
                  <a:lnTo>
                    <a:pt x="345" y="567"/>
                  </a:lnTo>
                  <a:lnTo>
                    <a:pt x="347" y="565"/>
                  </a:lnTo>
                  <a:lnTo>
                    <a:pt x="349" y="565"/>
                  </a:lnTo>
                  <a:lnTo>
                    <a:pt x="353" y="565"/>
                  </a:lnTo>
                  <a:lnTo>
                    <a:pt x="355" y="565"/>
                  </a:lnTo>
                  <a:lnTo>
                    <a:pt x="355" y="565"/>
                  </a:lnTo>
                  <a:lnTo>
                    <a:pt x="355" y="565"/>
                  </a:lnTo>
                  <a:lnTo>
                    <a:pt x="356" y="567"/>
                  </a:lnTo>
                  <a:lnTo>
                    <a:pt x="356" y="567"/>
                  </a:lnTo>
                  <a:lnTo>
                    <a:pt x="358" y="567"/>
                  </a:lnTo>
                  <a:lnTo>
                    <a:pt x="360" y="567"/>
                  </a:lnTo>
                  <a:lnTo>
                    <a:pt x="360" y="567"/>
                  </a:lnTo>
                  <a:lnTo>
                    <a:pt x="362" y="567"/>
                  </a:lnTo>
                  <a:lnTo>
                    <a:pt x="364" y="567"/>
                  </a:lnTo>
                  <a:lnTo>
                    <a:pt x="364" y="567"/>
                  </a:lnTo>
                  <a:lnTo>
                    <a:pt x="366" y="567"/>
                  </a:lnTo>
                  <a:lnTo>
                    <a:pt x="370" y="571"/>
                  </a:lnTo>
                  <a:lnTo>
                    <a:pt x="372" y="572"/>
                  </a:lnTo>
                  <a:lnTo>
                    <a:pt x="376" y="569"/>
                  </a:lnTo>
                  <a:lnTo>
                    <a:pt x="376" y="569"/>
                  </a:lnTo>
                  <a:lnTo>
                    <a:pt x="376" y="569"/>
                  </a:lnTo>
                  <a:lnTo>
                    <a:pt x="377" y="567"/>
                  </a:lnTo>
                  <a:lnTo>
                    <a:pt x="379" y="567"/>
                  </a:lnTo>
                  <a:lnTo>
                    <a:pt x="379" y="567"/>
                  </a:lnTo>
                  <a:lnTo>
                    <a:pt x="379" y="567"/>
                  </a:lnTo>
                  <a:lnTo>
                    <a:pt x="379" y="567"/>
                  </a:lnTo>
                  <a:lnTo>
                    <a:pt x="379" y="565"/>
                  </a:lnTo>
                  <a:lnTo>
                    <a:pt x="379" y="565"/>
                  </a:lnTo>
                  <a:lnTo>
                    <a:pt x="379" y="565"/>
                  </a:lnTo>
                  <a:lnTo>
                    <a:pt x="379" y="563"/>
                  </a:lnTo>
                  <a:lnTo>
                    <a:pt x="379" y="563"/>
                  </a:lnTo>
                  <a:lnTo>
                    <a:pt x="379" y="563"/>
                  </a:lnTo>
                  <a:lnTo>
                    <a:pt x="379" y="563"/>
                  </a:lnTo>
                  <a:lnTo>
                    <a:pt x="379" y="561"/>
                  </a:lnTo>
                  <a:lnTo>
                    <a:pt x="379" y="561"/>
                  </a:lnTo>
                  <a:lnTo>
                    <a:pt x="379" y="561"/>
                  </a:lnTo>
                  <a:lnTo>
                    <a:pt x="383" y="557"/>
                  </a:lnTo>
                  <a:lnTo>
                    <a:pt x="383" y="555"/>
                  </a:lnTo>
                  <a:lnTo>
                    <a:pt x="385" y="553"/>
                  </a:lnTo>
                  <a:lnTo>
                    <a:pt x="385" y="553"/>
                  </a:lnTo>
                  <a:lnTo>
                    <a:pt x="385" y="551"/>
                  </a:lnTo>
                  <a:lnTo>
                    <a:pt x="385" y="551"/>
                  </a:lnTo>
                  <a:lnTo>
                    <a:pt x="385" y="550"/>
                  </a:lnTo>
                  <a:lnTo>
                    <a:pt x="385" y="546"/>
                  </a:lnTo>
                  <a:lnTo>
                    <a:pt x="385" y="546"/>
                  </a:lnTo>
                  <a:lnTo>
                    <a:pt x="385" y="546"/>
                  </a:lnTo>
                  <a:lnTo>
                    <a:pt x="387" y="546"/>
                  </a:lnTo>
                  <a:lnTo>
                    <a:pt x="389" y="546"/>
                  </a:lnTo>
                  <a:lnTo>
                    <a:pt x="389" y="546"/>
                  </a:lnTo>
                  <a:lnTo>
                    <a:pt x="391" y="546"/>
                  </a:lnTo>
                  <a:lnTo>
                    <a:pt x="393" y="546"/>
                  </a:lnTo>
                  <a:lnTo>
                    <a:pt x="393" y="546"/>
                  </a:lnTo>
                  <a:lnTo>
                    <a:pt x="395" y="546"/>
                  </a:lnTo>
                  <a:lnTo>
                    <a:pt x="396" y="546"/>
                  </a:lnTo>
                  <a:lnTo>
                    <a:pt x="396" y="548"/>
                  </a:lnTo>
                  <a:lnTo>
                    <a:pt x="396" y="548"/>
                  </a:lnTo>
                  <a:lnTo>
                    <a:pt x="398" y="548"/>
                  </a:lnTo>
                  <a:lnTo>
                    <a:pt x="396" y="548"/>
                  </a:lnTo>
                  <a:lnTo>
                    <a:pt x="396" y="550"/>
                  </a:lnTo>
                  <a:lnTo>
                    <a:pt x="396" y="550"/>
                  </a:lnTo>
                  <a:lnTo>
                    <a:pt x="396" y="551"/>
                  </a:lnTo>
                  <a:lnTo>
                    <a:pt x="396" y="551"/>
                  </a:lnTo>
                  <a:lnTo>
                    <a:pt x="398" y="551"/>
                  </a:lnTo>
                  <a:lnTo>
                    <a:pt x="398" y="551"/>
                  </a:lnTo>
                  <a:lnTo>
                    <a:pt x="402" y="551"/>
                  </a:lnTo>
                  <a:lnTo>
                    <a:pt x="404" y="551"/>
                  </a:lnTo>
                  <a:lnTo>
                    <a:pt x="406" y="551"/>
                  </a:lnTo>
                  <a:lnTo>
                    <a:pt x="406" y="551"/>
                  </a:lnTo>
                  <a:lnTo>
                    <a:pt x="406" y="550"/>
                  </a:lnTo>
                  <a:lnTo>
                    <a:pt x="406" y="550"/>
                  </a:lnTo>
                  <a:lnTo>
                    <a:pt x="406" y="548"/>
                  </a:lnTo>
                  <a:lnTo>
                    <a:pt x="404" y="546"/>
                  </a:lnTo>
                  <a:lnTo>
                    <a:pt x="402" y="546"/>
                  </a:lnTo>
                  <a:lnTo>
                    <a:pt x="402" y="546"/>
                  </a:lnTo>
                  <a:lnTo>
                    <a:pt x="404" y="546"/>
                  </a:lnTo>
                  <a:lnTo>
                    <a:pt x="414" y="542"/>
                  </a:lnTo>
                  <a:lnTo>
                    <a:pt x="416" y="546"/>
                  </a:lnTo>
                  <a:lnTo>
                    <a:pt x="416" y="548"/>
                  </a:lnTo>
                  <a:lnTo>
                    <a:pt x="416" y="550"/>
                  </a:lnTo>
                  <a:lnTo>
                    <a:pt x="416" y="550"/>
                  </a:lnTo>
                  <a:lnTo>
                    <a:pt x="417" y="551"/>
                  </a:lnTo>
                  <a:lnTo>
                    <a:pt x="417" y="551"/>
                  </a:lnTo>
                  <a:lnTo>
                    <a:pt x="417" y="551"/>
                  </a:lnTo>
                  <a:lnTo>
                    <a:pt x="416" y="551"/>
                  </a:lnTo>
                  <a:lnTo>
                    <a:pt x="416" y="553"/>
                  </a:lnTo>
                  <a:lnTo>
                    <a:pt x="416" y="553"/>
                  </a:lnTo>
                  <a:lnTo>
                    <a:pt x="417" y="553"/>
                  </a:lnTo>
                  <a:lnTo>
                    <a:pt x="417" y="555"/>
                  </a:lnTo>
                  <a:lnTo>
                    <a:pt x="419" y="555"/>
                  </a:lnTo>
                  <a:lnTo>
                    <a:pt x="421" y="555"/>
                  </a:lnTo>
                  <a:lnTo>
                    <a:pt x="425" y="555"/>
                  </a:lnTo>
                  <a:lnTo>
                    <a:pt x="429" y="555"/>
                  </a:lnTo>
                  <a:lnTo>
                    <a:pt x="429" y="557"/>
                  </a:lnTo>
                  <a:lnTo>
                    <a:pt x="429" y="557"/>
                  </a:lnTo>
                  <a:lnTo>
                    <a:pt x="429" y="559"/>
                  </a:lnTo>
                  <a:lnTo>
                    <a:pt x="431" y="559"/>
                  </a:lnTo>
                  <a:lnTo>
                    <a:pt x="431" y="561"/>
                  </a:lnTo>
                  <a:lnTo>
                    <a:pt x="433" y="561"/>
                  </a:lnTo>
                  <a:lnTo>
                    <a:pt x="435" y="561"/>
                  </a:lnTo>
                  <a:lnTo>
                    <a:pt x="435" y="561"/>
                  </a:lnTo>
                  <a:lnTo>
                    <a:pt x="436" y="559"/>
                  </a:lnTo>
                  <a:lnTo>
                    <a:pt x="436" y="559"/>
                  </a:lnTo>
                  <a:lnTo>
                    <a:pt x="438" y="559"/>
                  </a:lnTo>
                  <a:lnTo>
                    <a:pt x="438" y="559"/>
                  </a:lnTo>
                  <a:lnTo>
                    <a:pt x="440" y="559"/>
                  </a:lnTo>
                  <a:lnTo>
                    <a:pt x="440" y="559"/>
                  </a:lnTo>
                  <a:lnTo>
                    <a:pt x="442" y="561"/>
                  </a:lnTo>
                  <a:lnTo>
                    <a:pt x="442" y="563"/>
                  </a:lnTo>
                  <a:lnTo>
                    <a:pt x="442" y="563"/>
                  </a:lnTo>
                  <a:lnTo>
                    <a:pt x="442" y="563"/>
                  </a:lnTo>
                  <a:lnTo>
                    <a:pt x="444" y="565"/>
                  </a:lnTo>
                  <a:lnTo>
                    <a:pt x="444" y="565"/>
                  </a:lnTo>
                  <a:lnTo>
                    <a:pt x="444" y="567"/>
                  </a:lnTo>
                  <a:lnTo>
                    <a:pt x="444" y="567"/>
                  </a:lnTo>
                  <a:lnTo>
                    <a:pt x="444" y="569"/>
                  </a:lnTo>
                  <a:lnTo>
                    <a:pt x="444" y="569"/>
                  </a:lnTo>
                  <a:lnTo>
                    <a:pt x="444" y="569"/>
                  </a:lnTo>
                  <a:lnTo>
                    <a:pt x="444" y="571"/>
                  </a:lnTo>
                  <a:lnTo>
                    <a:pt x="444" y="571"/>
                  </a:lnTo>
                  <a:lnTo>
                    <a:pt x="452" y="576"/>
                  </a:lnTo>
                  <a:lnTo>
                    <a:pt x="452" y="576"/>
                  </a:lnTo>
                  <a:lnTo>
                    <a:pt x="454" y="576"/>
                  </a:lnTo>
                  <a:lnTo>
                    <a:pt x="456" y="576"/>
                  </a:lnTo>
                  <a:lnTo>
                    <a:pt x="457" y="576"/>
                  </a:lnTo>
                  <a:lnTo>
                    <a:pt x="459" y="576"/>
                  </a:lnTo>
                  <a:lnTo>
                    <a:pt x="461" y="578"/>
                  </a:lnTo>
                  <a:lnTo>
                    <a:pt x="465" y="582"/>
                  </a:lnTo>
                  <a:lnTo>
                    <a:pt x="467" y="582"/>
                  </a:lnTo>
                  <a:lnTo>
                    <a:pt x="467" y="582"/>
                  </a:lnTo>
                  <a:lnTo>
                    <a:pt x="467" y="582"/>
                  </a:lnTo>
                  <a:lnTo>
                    <a:pt x="469" y="582"/>
                  </a:lnTo>
                  <a:lnTo>
                    <a:pt x="469" y="582"/>
                  </a:lnTo>
                  <a:lnTo>
                    <a:pt x="469" y="582"/>
                  </a:lnTo>
                  <a:lnTo>
                    <a:pt x="473" y="578"/>
                  </a:lnTo>
                  <a:lnTo>
                    <a:pt x="475" y="578"/>
                  </a:lnTo>
                  <a:lnTo>
                    <a:pt x="475" y="578"/>
                  </a:lnTo>
                  <a:lnTo>
                    <a:pt x="475" y="578"/>
                  </a:lnTo>
                  <a:lnTo>
                    <a:pt x="475" y="580"/>
                  </a:lnTo>
                  <a:lnTo>
                    <a:pt x="475" y="580"/>
                  </a:lnTo>
                  <a:lnTo>
                    <a:pt x="475" y="582"/>
                  </a:lnTo>
                  <a:lnTo>
                    <a:pt x="475" y="584"/>
                  </a:lnTo>
                  <a:lnTo>
                    <a:pt x="475" y="584"/>
                  </a:lnTo>
                  <a:lnTo>
                    <a:pt x="475" y="586"/>
                  </a:lnTo>
                  <a:lnTo>
                    <a:pt x="475" y="586"/>
                  </a:lnTo>
                  <a:lnTo>
                    <a:pt x="475" y="586"/>
                  </a:lnTo>
                  <a:lnTo>
                    <a:pt x="476" y="588"/>
                  </a:lnTo>
                  <a:lnTo>
                    <a:pt x="476" y="588"/>
                  </a:lnTo>
                  <a:lnTo>
                    <a:pt x="476" y="588"/>
                  </a:lnTo>
                  <a:lnTo>
                    <a:pt x="478" y="586"/>
                  </a:lnTo>
                  <a:lnTo>
                    <a:pt x="478" y="586"/>
                  </a:lnTo>
                  <a:lnTo>
                    <a:pt x="478" y="584"/>
                  </a:lnTo>
                  <a:lnTo>
                    <a:pt x="478" y="584"/>
                  </a:lnTo>
                  <a:lnTo>
                    <a:pt x="478" y="584"/>
                  </a:lnTo>
                  <a:lnTo>
                    <a:pt x="480" y="584"/>
                  </a:lnTo>
                  <a:lnTo>
                    <a:pt x="480" y="584"/>
                  </a:lnTo>
                  <a:lnTo>
                    <a:pt x="480" y="586"/>
                  </a:lnTo>
                  <a:lnTo>
                    <a:pt x="480" y="591"/>
                  </a:lnTo>
                  <a:lnTo>
                    <a:pt x="480" y="591"/>
                  </a:lnTo>
                  <a:lnTo>
                    <a:pt x="480" y="591"/>
                  </a:lnTo>
                  <a:lnTo>
                    <a:pt x="480" y="593"/>
                  </a:lnTo>
                  <a:lnTo>
                    <a:pt x="482" y="593"/>
                  </a:lnTo>
                  <a:lnTo>
                    <a:pt x="482" y="593"/>
                  </a:lnTo>
                  <a:lnTo>
                    <a:pt x="482" y="591"/>
                  </a:lnTo>
                  <a:lnTo>
                    <a:pt x="482" y="591"/>
                  </a:lnTo>
                  <a:lnTo>
                    <a:pt x="484" y="591"/>
                  </a:lnTo>
                  <a:lnTo>
                    <a:pt x="484" y="593"/>
                  </a:lnTo>
                  <a:lnTo>
                    <a:pt x="484" y="593"/>
                  </a:lnTo>
                  <a:lnTo>
                    <a:pt x="486" y="593"/>
                  </a:lnTo>
                  <a:lnTo>
                    <a:pt x="486" y="595"/>
                  </a:lnTo>
                  <a:lnTo>
                    <a:pt x="484" y="599"/>
                  </a:lnTo>
                  <a:lnTo>
                    <a:pt x="484" y="599"/>
                  </a:lnTo>
                  <a:lnTo>
                    <a:pt x="484" y="599"/>
                  </a:lnTo>
                  <a:lnTo>
                    <a:pt x="488" y="599"/>
                  </a:lnTo>
                  <a:lnTo>
                    <a:pt x="492" y="599"/>
                  </a:lnTo>
                  <a:lnTo>
                    <a:pt x="494" y="599"/>
                  </a:lnTo>
                  <a:lnTo>
                    <a:pt x="494" y="599"/>
                  </a:lnTo>
                  <a:lnTo>
                    <a:pt x="496" y="597"/>
                  </a:lnTo>
                  <a:lnTo>
                    <a:pt x="496" y="597"/>
                  </a:lnTo>
                  <a:lnTo>
                    <a:pt x="496" y="595"/>
                  </a:lnTo>
                  <a:lnTo>
                    <a:pt x="494" y="593"/>
                  </a:lnTo>
                  <a:lnTo>
                    <a:pt x="494" y="593"/>
                  </a:lnTo>
                  <a:lnTo>
                    <a:pt x="496" y="591"/>
                  </a:lnTo>
                  <a:lnTo>
                    <a:pt x="496" y="591"/>
                  </a:lnTo>
                  <a:lnTo>
                    <a:pt x="496" y="591"/>
                  </a:lnTo>
                  <a:lnTo>
                    <a:pt x="497" y="591"/>
                  </a:lnTo>
                  <a:lnTo>
                    <a:pt x="507" y="593"/>
                  </a:lnTo>
                  <a:lnTo>
                    <a:pt x="511" y="595"/>
                  </a:lnTo>
                  <a:lnTo>
                    <a:pt x="513" y="593"/>
                  </a:lnTo>
                  <a:lnTo>
                    <a:pt x="513" y="593"/>
                  </a:lnTo>
                  <a:lnTo>
                    <a:pt x="520" y="591"/>
                  </a:lnTo>
                  <a:lnTo>
                    <a:pt x="520" y="591"/>
                  </a:lnTo>
                  <a:lnTo>
                    <a:pt x="520" y="591"/>
                  </a:lnTo>
                  <a:lnTo>
                    <a:pt x="522" y="591"/>
                  </a:lnTo>
                  <a:lnTo>
                    <a:pt x="522" y="591"/>
                  </a:lnTo>
                  <a:lnTo>
                    <a:pt x="522" y="595"/>
                  </a:lnTo>
                  <a:lnTo>
                    <a:pt x="522" y="595"/>
                  </a:lnTo>
                  <a:lnTo>
                    <a:pt x="522" y="595"/>
                  </a:lnTo>
                  <a:lnTo>
                    <a:pt x="522" y="595"/>
                  </a:lnTo>
                  <a:lnTo>
                    <a:pt x="526" y="595"/>
                  </a:lnTo>
                  <a:lnTo>
                    <a:pt x="526" y="597"/>
                  </a:lnTo>
                  <a:lnTo>
                    <a:pt x="528" y="597"/>
                  </a:lnTo>
                  <a:lnTo>
                    <a:pt x="528" y="597"/>
                  </a:lnTo>
                  <a:lnTo>
                    <a:pt x="528" y="601"/>
                  </a:lnTo>
                  <a:lnTo>
                    <a:pt x="528" y="601"/>
                  </a:lnTo>
                  <a:lnTo>
                    <a:pt x="530" y="603"/>
                  </a:lnTo>
                  <a:lnTo>
                    <a:pt x="530" y="603"/>
                  </a:lnTo>
                  <a:lnTo>
                    <a:pt x="532" y="605"/>
                  </a:lnTo>
                  <a:lnTo>
                    <a:pt x="532" y="605"/>
                  </a:lnTo>
                  <a:lnTo>
                    <a:pt x="530" y="607"/>
                  </a:lnTo>
                  <a:lnTo>
                    <a:pt x="530" y="607"/>
                  </a:lnTo>
                  <a:lnTo>
                    <a:pt x="528" y="607"/>
                  </a:lnTo>
                  <a:lnTo>
                    <a:pt x="526" y="607"/>
                  </a:lnTo>
                  <a:lnTo>
                    <a:pt x="524" y="607"/>
                  </a:lnTo>
                  <a:lnTo>
                    <a:pt x="524" y="607"/>
                  </a:lnTo>
                  <a:lnTo>
                    <a:pt x="524" y="607"/>
                  </a:lnTo>
                  <a:lnTo>
                    <a:pt x="524" y="609"/>
                  </a:lnTo>
                  <a:lnTo>
                    <a:pt x="524" y="609"/>
                  </a:lnTo>
                  <a:lnTo>
                    <a:pt x="524" y="610"/>
                  </a:lnTo>
                  <a:lnTo>
                    <a:pt x="524" y="612"/>
                  </a:lnTo>
                  <a:lnTo>
                    <a:pt x="524" y="614"/>
                  </a:lnTo>
                  <a:lnTo>
                    <a:pt x="522" y="620"/>
                  </a:lnTo>
                  <a:lnTo>
                    <a:pt x="522" y="620"/>
                  </a:lnTo>
                  <a:lnTo>
                    <a:pt x="524" y="622"/>
                  </a:lnTo>
                  <a:lnTo>
                    <a:pt x="524" y="622"/>
                  </a:lnTo>
                  <a:lnTo>
                    <a:pt x="526" y="622"/>
                  </a:lnTo>
                  <a:lnTo>
                    <a:pt x="526" y="624"/>
                  </a:lnTo>
                  <a:lnTo>
                    <a:pt x="526" y="626"/>
                  </a:lnTo>
                  <a:lnTo>
                    <a:pt x="526" y="631"/>
                  </a:lnTo>
                  <a:lnTo>
                    <a:pt x="526" y="631"/>
                  </a:lnTo>
                  <a:lnTo>
                    <a:pt x="526" y="633"/>
                  </a:lnTo>
                  <a:lnTo>
                    <a:pt x="524" y="635"/>
                  </a:lnTo>
                  <a:lnTo>
                    <a:pt x="522" y="643"/>
                  </a:lnTo>
                  <a:lnTo>
                    <a:pt x="522" y="643"/>
                  </a:lnTo>
                  <a:lnTo>
                    <a:pt x="520" y="645"/>
                  </a:lnTo>
                  <a:lnTo>
                    <a:pt x="518" y="645"/>
                  </a:lnTo>
                  <a:lnTo>
                    <a:pt x="518" y="645"/>
                  </a:lnTo>
                  <a:lnTo>
                    <a:pt x="518" y="645"/>
                  </a:lnTo>
                  <a:lnTo>
                    <a:pt x="518" y="647"/>
                  </a:lnTo>
                  <a:lnTo>
                    <a:pt x="518" y="647"/>
                  </a:lnTo>
                  <a:lnTo>
                    <a:pt x="518" y="648"/>
                  </a:lnTo>
                  <a:lnTo>
                    <a:pt x="520" y="650"/>
                  </a:lnTo>
                  <a:lnTo>
                    <a:pt x="522" y="650"/>
                  </a:lnTo>
                  <a:lnTo>
                    <a:pt x="522" y="652"/>
                  </a:lnTo>
                  <a:lnTo>
                    <a:pt x="524" y="652"/>
                  </a:lnTo>
                  <a:lnTo>
                    <a:pt x="524" y="652"/>
                  </a:lnTo>
                  <a:lnTo>
                    <a:pt x="524" y="654"/>
                  </a:lnTo>
                  <a:lnTo>
                    <a:pt x="524" y="656"/>
                  </a:lnTo>
                  <a:lnTo>
                    <a:pt x="522" y="656"/>
                  </a:lnTo>
                  <a:lnTo>
                    <a:pt x="524" y="658"/>
                  </a:lnTo>
                  <a:lnTo>
                    <a:pt x="524" y="658"/>
                  </a:lnTo>
                  <a:lnTo>
                    <a:pt x="524" y="658"/>
                  </a:lnTo>
                  <a:lnTo>
                    <a:pt x="526" y="660"/>
                  </a:lnTo>
                  <a:lnTo>
                    <a:pt x="530" y="664"/>
                  </a:lnTo>
                  <a:lnTo>
                    <a:pt x="534" y="666"/>
                  </a:lnTo>
                  <a:lnTo>
                    <a:pt x="537" y="669"/>
                  </a:lnTo>
                  <a:lnTo>
                    <a:pt x="539" y="671"/>
                  </a:lnTo>
                  <a:lnTo>
                    <a:pt x="541" y="671"/>
                  </a:lnTo>
                  <a:lnTo>
                    <a:pt x="545" y="673"/>
                  </a:lnTo>
                  <a:lnTo>
                    <a:pt x="545" y="673"/>
                  </a:lnTo>
                  <a:lnTo>
                    <a:pt x="549" y="671"/>
                  </a:lnTo>
                  <a:lnTo>
                    <a:pt x="551" y="673"/>
                  </a:lnTo>
                  <a:lnTo>
                    <a:pt x="557" y="673"/>
                  </a:lnTo>
                  <a:lnTo>
                    <a:pt x="557" y="673"/>
                  </a:lnTo>
                  <a:lnTo>
                    <a:pt x="558" y="673"/>
                  </a:lnTo>
                  <a:lnTo>
                    <a:pt x="560" y="671"/>
                  </a:lnTo>
                  <a:lnTo>
                    <a:pt x="562" y="671"/>
                  </a:lnTo>
                  <a:lnTo>
                    <a:pt x="564" y="669"/>
                  </a:lnTo>
                  <a:lnTo>
                    <a:pt x="566" y="669"/>
                  </a:lnTo>
                  <a:lnTo>
                    <a:pt x="568" y="669"/>
                  </a:lnTo>
                  <a:lnTo>
                    <a:pt x="568" y="669"/>
                  </a:lnTo>
                  <a:lnTo>
                    <a:pt x="568" y="668"/>
                  </a:lnTo>
                  <a:lnTo>
                    <a:pt x="570" y="664"/>
                  </a:lnTo>
                  <a:lnTo>
                    <a:pt x="572" y="664"/>
                  </a:lnTo>
                  <a:lnTo>
                    <a:pt x="572" y="664"/>
                  </a:lnTo>
                  <a:lnTo>
                    <a:pt x="572" y="660"/>
                  </a:lnTo>
                  <a:lnTo>
                    <a:pt x="572" y="660"/>
                  </a:lnTo>
                  <a:lnTo>
                    <a:pt x="572" y="658"/>
                  </a:lnTo>
                  <a:lnTo>
                    <a:pt x="576" y="656"/>
                  </a:lnTo>
                  <a:lnTo>
                    <a:pt x="576" y="656"/>
                  </a:lnTo>
                  <a:lnTo>
                    <a:pt x="577" y="654"/>
                  </a:lnTo>
                  <a:lnTo>
                    <a:pt x="577" y="650"/>
                  </a:lnTo>
                  <a:lnTo>
                    <a:pt x="579" y="650"/>
                  </a:lnTo>
                  <a:lnTo>
                    <a:pt x="581" y="645"/>
                  </a:lnTo>
                  <a:lnTo>
                    <a:pt x="581" y="643"/>
                  </a:lnTo>
                  <a:lnTo>
                    <a:pt x="583" y="641"/>
                  </a:lnTo>
                  <a:lnTo>
                    <a:pt x="585" y="637"/>
                  </a:lnTo>
                  <a:lnTo>
                    <a:pt x="585" y="637"/>
                  </a:lnTo>
                  <a:lnTo>
                    <a:pt x="587" y="635"/>
                  </a:lnTo>
                  <a:lnTo>
                    <a:pt x="587" y="635"/>
                  </a:lnTo>
                  <a:lnTo>
                    <a:pt x="587" y="633"/>
                  </a:lnTo>
                  <a:lnTo>
                    <a:pt x="587" y="633"/>
                  </a:lnTo>
                  <a:lnTo>
                    <a:pt x="587" y="631"/>
                  </a:lnTo>
                  <a:lnTo>
                    <a:pt x="589" y="629"/>
                  </a:lnTo>
                  <a:lnTo>
                    <a:pt x="589" y="628"/>
                  </a:lnTo>
                  <a:lnTo>
                    <a:pt x="589" y="628"/>
                  </a:lnTo>
                  <a:lnTo>
                    <a:pt x="589" y="626"/>
                  </a:lnTo>
                  <a:lnTo>
                    <a:pt x="589" y="626"/>
                  </a:lnTo>
                  <a:lnTo>
                    <a:pt x="589" y="624"/>
                  </a:lnTo>
                  <a:lnTo>
                    <a:pt x="587" y="622"/>
                  </a:lnTo>
                  <a:lnTo>
                    <a:pt x="587" y="622"/>
                  </a:lnTo>
                  <a:lnTo>
                    <a:pt x="585" y="620"/>
                  </a:lnTo>
                  <a:lnTo>
                    <a:pt x="585" y="618"/>
                  </a:lnTo>
                  <a:lnTo>
                    <a:pt x="585" y="616"/>
                  </a:lnTo>
                  <a:lnTo>
                    <a:pt x="585" y="616"/>
                  </a:lnTo>
                  <a:lnTo>
                    <a:pt x="585" y="616"/>
                  </a:lnTo>
                  <a:lnTo>
                    <a:pt x="585" y="614"/>
                  </a:lnTo>
                  <a:lnTo>
                    <a:pt x="585" y="614"/>
                  </a:lnTo>
                  <a:lnTo>
                    <a:pt x="585" y="614"/>
                  </a:lnTo>
                  <a:lnTo>
                    <a:pt x="585" y="612"/>
                  </a:lnTo>
                  <a:lnTo>
                    <a:pt x="587" y="612"/>
                  </a:lnTo>
                  <a:lnTo>
                    <a:pt x="589" y="610"/>
                  </a:lnTo>
                  <a:lnTo>
                    <a:pt x="597" y="610"/>
                  </a:lnTo>
                  <a:lnTo>
                    <a:pt x="597" y="607"/>
                  </a:lnTo>
                  <a:lnTo>
                    <a:pt x="597" y="605"/>
                  </a:lnTo>
                  <a:lnTo>
                    <a:pt x="597" y="601"/>
                  </a:lnTo>
                  <a:lnTo>
                    <a:pt x="597" y="601"/>
                  </a:lnTo>
                  <a:lnTo>
                    <a:pt x="597" y="599"/>
                  </a:lnTo>
                  <a:lnTo>
                    <a:pt x="595" y="597"/>
                  </a:lnTo>
                  <a:lnTo>
                    <a:pt x="595" y="597"/>
                  </a:lnTo>
                  <a:lnTo>
                    <a:pt x="595" y="595"/>
                  </a:lnTo>
                  <a:lnTo>
                    <a:pt x="597" y="593"/>
                  </a:lnTo>
                  <a:lnTo>
                    <a:pt x="597" y="591"/>
                  </a:lnTo>
                  <a:lnTo>
                    <a:pt x="597" y="590"/>
                  </a:lnTo>
                  <a:lnTo>
                    <a:pt x="597" y="588"/>
                  </a:lnTo>
                  <a:lnTo>
                    <a:pt x="597" y="588"/>
                  </a:lnTo>
                  <a:lnTo>
                    <a:pt x="595" y="588"/>
                  </a:lnTo>
                  <a:lnTo>
                    <a:pt x="591" y="586"/>
                  </a:lnTo>
                  <a:lnTo>
                    <a:pt x="591" y="586"/>
                  </a:lnTo>
                  <a:lnTo>
                    <a:pt x="589" y="584"/>
                  </a:lnTo>
                  <a:lnTo>
                    <a:pt x="587" y="584"/>
                  </a:lnTo>
                  <a:lnTo>
                    <a:pt x="587" y="582"/>
                  </a:lnTo>
                  <a:lnTo>
                    <a:pt x="585" y="580"/>
                  </a:lnTo>
                  <a:lnTo>
                    <a:pt x="585" y="580"/>
                  </a:lnTo>
                  <a:lnTo>
                    <a:pt x="583" y="578"/>
                  </a:lnTo>
                  <a:lnTo>
                    <a:pt x="583" y="578"/>
                  </a:lnTo>
                  <a:lnTo>
                    <a:pt x="581" y="576"/>
                  </a:lnTo>
                  <a:lnTo>
                    <a:pt x="581" y="576"/>
                  </a:lnTo>
                  <a:lnTo>
                    <a:pt x="581" y="574"/>
                  </a:lnTo>
                  <a:lnTo>
                    <a:pt x="581" y="572"/>
                  </a:lnTo>
                  <a:lnTo>
                    <a:pt x="581" y="572"/>
                  </a:lnTo>
                  <a:lnTo>
                    <a:pt x="581" y="571"/>
                  </a:lnTo>
                  <a:lnTo>
                    <a:pt x="581" y="571"/>
                  </a:lnTo>
                  <a:lnTo>
                    <a:pt x="581" y="567"/>
                  </a:lnTo>
                  <a:lnTo>
                    <a:pt x="581" y="563"/>
                  </a:lnTo>
                  <a:lnTo>
                    <a:pt x="581" y="563"/>
                  </a:lnTo>
                  <a:lnTo>
                    <a:pt x="581" y="561"/>
                  </a:lnTo>
                  <a:lnTo>
                    <a:pt x="579" y="559"/>
                  </a:lnTo>
                  <a:lnTo>
                    <a:pt x="577" y="557"/>
                  </a:lnTo>
                  <a:lnTo>
                    <a:pt x="577" y="555"/>
                  </a:lnTo>
                  <a:lnTo>
                    <a:pt x="577" y="555"/>
                  </a:lnTo>
                  <a:lnTo>
                    <a:pt x="577" y="553"/>
                  </a:lnTo>
                  <a:lnTo>
                    <a:pt x="577" y="548"/>
                  </a:lnTo>
                  <a:lnTo>
                    <a:pt x="579" y="546"/>
                  </a:lnTo>
                  <a:lnTo>
                    <a:pt x="579" y="544"/>
                  </a:lnTo>
                  <a:lnTo>
                    <a:pt x="579" y="544"/>
                  </a:lnTo>
                  <a:lnTo>
                    <a:pt x="579" y="542"/>
                  </a:lnTo>
                  <a:lnTo>
                    <a:pt x="581" y="540"/>
                  </a:lnTo>
                  <a:lnTo>
                    <a:pt x="581" y="540"/>
                  </a:lnTo>
                  <a:lnTo>
                    <a:pt x="583" y="538"/>
                  </a:lnTo>
                  <a:lnTo>
                    <a:pt x="587" y="536"/>
                  </a:lnTo>
                  <a:lnTo>
                    <a:pt x="591" y="534"/>
                  </a:lnTo>
                  <a:lnTo>
                    <a:pt x="593" y="534"/>
                  </a:lnTo>
                  <a:lnTo>
                    <a:pt x="595" y="531"/>
                  </a:lnTo>
                  <a:lnTo>
                    <a:pt x="597" y="531"/>
                  </a:lnTo>
                  <a:lnTo>
                    <a:pt x="610" y="523"/>
                  </a:lnTo>
                  <a:lnTo>
                    <a:pt x="619" y="517"/>
                  </a:lnTo>
                  <a:lnTo>
                    <a:pt x="621" y="515"/>
                  </a:lnTo>
                  <a:lnTo>
                    <a:pt x="621" y="513"/>
                  </a:lnTo>
                  <a:lnTo>
                    <a:pt x="623" y="513"/>
                  </a:lnTo>
                  <a:lnTo>
                    <a:pt x="623" y="513"/>
                  </a:lnTo>
                  <a:lnTo>
                    <a:pt x="627" y="512"/>
                  </a:lnTo>
                  <a:lnTo>
                    <a:pt x="629" y="510"/>
                  </a:lnTo>
                  <a:lnTo>
                    <a:pt x="631" y="508"/>
                  </a:lnTo>
                  <a:lnTo>
                    <a:pt x="631" y="508"/>
                  </a:lnTo>
                  <a:lnTo>
                    <a:pt x="633" y="506"/>
                  </a:lnTo>
                  <a:lnTo>
                    <a:pt x="638" y="502"/>
                  </a:lnTo>
                  <a:lnTo>
                    <a:pt x="640" y="500"/>
                  </a:lnTo>
                  <a:lnTo>
                    <a:pt x="646" y="494"/>
                  </a:lnTo>
                  <a:lnTo>
                    <a:pt x="654" y="487"/>
                  </a:lnTo>
                  <a:lnTo>
                    <a:pt x="658" y="487"/>
                  </a:lnTo>
                  <a:lnTo>
                    <a:pt x="659" y="489"/>
                  </a:lnTo>
                  <a:lnTo>
                    <a:pt x="659" y="489"/>
                  </a:lnTo>
                  <a:lnTo>
                    <a:pt x="659" y="491"/>
                  </a:lnTo>
                  <a:lnTo>
                    <a:pt x="659" y="491"/>
                  </a:lnTo>
                  <a:lnTo>
                    <a:pt x="659" y="493"/>
                  </a:lnTo>
                  <a:lnTo>
                    <a:pt x="659" y="493"/>
                  </a:lnTo>
                  <a:lnTo>
                    <a:pt x="659" y="493"/>
                  </a:lnTo>
                  <a:lnTo>
                    <a:pt x="659" y="494"/>
                  </a:lnTo>
                  <a:lnTo>
                    <a:pt x="659" y="494"/>
                  </a:lnTo>
                  <a:lnTo>
                    <a:pt x="661" y="494"/>
                  </a:lnTo>
                  <a:lnTo>
                    <a:pt x="661" y="494"/>
                  </a:lnTo>
                  <a:lnTo>
                    <a:pt x="661" y="496"/>
                  </a:lnTo>
                  <a:lnTo>
                    <a:pt x="661" y="496"/>
                  </a:lnTo>
                  <a:lnTo>
                    <a:pt x="661" y="496"/>
                  </a:lnTo>
                  <a:lnTo>
                    <a:pt x="663" y="496"/>
                  </a:lnTo>
                  <a:lnTo>
                    <a:pt x="663" y="496"/>
                  </a:lnTo>
                  <a:lnTo>
                    <a:pt x="663" y="496"/>
                  </a:lnTo>
                  <a:lnTo>
                    <a:pt x="665" y="496"/>
                  </a:lnTo>
                  <a:lnTo>
                    <a:pt x="667" y="496"/>
                  </a:lnTo>
                  <a:lnTo>
                    <a:pt x="669" y="496"/>
                  </a:lnTo>
                  <a:lnTo>
                    <a:pt x="669" y="496"/>
                  </a:lnTo>
                  <a:lnTo>
                    <a:pt x="671" y="496"/>
                  </a:lnTo>
                  <a:lnTo>
                    <a:pt x="671" y="494"/>
                  </a:lnTo>
                  <a:lnTo>
                    <a:pt x="671" y="494"/>
                  </a:lnTo>
                  <a:lnTo>
                    <a:pt x="671" y="494"/>
                  </a:lnTo>
                  <a:lnTo>
                    <a:pt x="671" y="493"/>
                  </a:lnTo>
                  <a:lnTo>
                    <a:pt x="671" y="493"/>
                  </a:lnTo>
                  <a:lnTo>
                    <a:pt x="671" y="493"/>
                  </a:lnTo>
                  <a:lnTo>
                    <a:pt x="669" y="489"/>
                  </a:lnTo>
                  <a:lnTo>
                    <a:pt x="669" y="487"/>
                  </a:lnTo>
                  <a:lnTo>
                    <a:pt x="671" y="487"/>
                  </a:lnTo>
                  <a:lnTo>
                    <a:pt x="671" y="485"/>
                  </a:lnTo>
                  <a:lnTo>
                    <a:pt x="673" y="485"/>
                  </a:lnTo>
                  <a:lnTo>
                    <a:pt x="675" y="485"/>
                  </a:lnTo>
                  <a:lnTo>
                    <a:pt x="677" y="485"/>
                  </a:lnTo>
                  <a:lnTo>
                    <a:pt x="678" y="489"/>
                  </a:lnTo>
                  <a:lnTo>
                    <a:pt x="680" y="489"/>
                  </a:lnTo>
                  <a:lnTo>
                    <a:pt x="682" y="491"/>
                  </a:lnTo>
                  <a:lnTo>
                    <a:pt x="684" y="491"/>
                  </a:lnTo>
                  <a:lnTo>
                    <a:pt x="684" y="491"/>
                  </a:lnTo>
                  <a:lnTo>
                    <a:pt x="686" y="491"/>
                  </a:lnTo>
                  <a:lnTo>
                    <a:pt x="688" y="491"/>
                  </a:lnTo>
                  <a:lnTo>
                    <a:pt x="690" y="491"/>
                  </a:lnTo>
                  <a:lnTo>
                    <a:pt x="690" y="491"/>
                  </a:lnTo>
                  <a:lnTo>
                    <a:pt x="694" y="487"/>
                  </a:lnTo>
                  <a:lnTo>
                    <a:pt x="696" y="487"/>
                  </a:lnTo>
                  <a:lnTo>
                    <a:pt x="696" y="487"/>
                  </a:lnTo>
                  <a:lnTo>
                    <a:pt x="696" y="485"/>
                  </a:lnTo>
                  <a:lnTo>
                    <a:pt x="696" y="483"/>
                  </a:lnTo>
                  <a:lnTo>
                    <a:pt x="698" y="483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08" name="Freeform 11">
              <a:extLst>
                <a:ext uri="{FF2B5EF4-FFF2-40B4-BE49-F238E27FC236}">
                  <a16:creationId xmlns:a16="http://schemas.microsoft.com/office/drawing/2014/main" id="{10C77081-D9CD-12D9-D091-1DE792789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7638" y="2109788"/>
              <a:ext cx="1108075" cy="1068388"/>
            </a:xfrm>
            <a:custGeom>
              <a:avLst/>
              <a:gdLst>
                <a:gd name="T0" fmla="*/ 652 w 698"/>
                <a:gd name="T1" fmla="*/ 453 h 673"/>
                <a:gd name="T2" fmla="*/ 656 w 698"/>
                <a:gd name="T3" fmla="*/ 426 h 673"/>
                <a:gd name="T4" fmla="*/ 635 w 698"/>
                <a:gd name="T5" fmla="*/ 405 h 673"/>
                <a:gd name="T6" fmla="*/ 677 w 698"/>
                <a:gd name="T7" fmla="*/ 392 h 673"/>
                <a:gd name="T8" fmla="*/ 642 w 698"/>
                <a:gd name="T9" fmla="*/ 354 h 673"/>
                <a:gd name="T10" fmla="*/ 610 w 698"/>
                <a:gd name="T11" fmla="*/ 312 h 673"/>
                <a:gd name="T12" fmla="*/ 517 w 698"/>
                <a:gd name="T13" fmla="*/ 285 h 673"/>
                <a:gd name="T14" fmla="*/ 404 w 698"/>
                <a:gd name="T15" fmla="*/ 243 h 673"/>
                <a:gd name="T16" fmla="*/ 355 w 698"/>
                <a:gd name="T17" fmla="*/ 207 h 673"/>
                <a:gd name="T18" fmla="*/ 307 w 698"/>
                <a:gd name="T19" fmla="*/ 188 h 673"/>
                <a:gd name="T20" fmla="*/ 263 w 698"/>
                <a:gd name="T21" fmla="*/ 171 h 673"/>
                <a:gd name="T22" fmla="*/ 217 w 698"/>
                <a:gd name="T23" fmla="*/ 162 h 673"/>
                <a:gd name="T24" fmla="*/ 153 w 698"/>
                <a:gd name="T25" fmla="*/ 116 h 673"/>
                <a:gd name="T26" fmla="*/ 118 w 698"/>
                <a:gd name="T27" fmla="*/ 65 h 673"/>
                <a:gd name="T28" fmla="*/ 63 w 698"/>
                <a:gd name="T29" fmla="*/ 46 h 673"/>
                <a:gd name="T30" fmla="*/ 21 w 698"/>
                <a:gd name="T31" fmla="*/ 40 h 673"/>
                <a:gd name="T32" fmla="*/ 0 w 698"/>
                <a:gd name="T33" fmla="*/ 89 h 673"/>
                <a:gd name="T34" fmla="*/ 6 w 698"/>
                <a:gd name="T35" fmla="*/ 137 h 673"/>
                <a:gd name="T36" fmla="*/ 23 w 698"/>
                <a:gd name="T37" fmla="*/ 192 h 673"/>
                <a:gd name="T38" fmla="*/ 38 w 698"/>
                <a:gd name="T39" fmla="*/ 224 h 673"/>
                <a:gd name="T40" fmla="*/ 38 w 698"/>
                <a:gd name="T41" fmla="*/ 262 h 673"/>
                <a:gd name="T42" fmla="*/ 23 w 698"/>
                <a:gd name="T43" fmla="*/ 293 h 673"/>
                <a:gd name="T44" fmla="*/ 52 w 698"/>
                <a:gd name="T45" fmla="*/ 329 h 673"/>
                <a:gd name="T46" fmla="*/ 52 w 698"/>
                <a:gd name="T47" fmla="*/ 354 h 673"/>
                <a:gd name="T48" fmla="*/ 31 w 698"/>
                <a:gd name="T49" fmla="*/ 380 h 673"/>
                <a:gd name="T50" fmla="*/ 86 w 698"/>
                <a:gd name="T51" fmla="*/ 369 h 673"/>
                <a:gd name="T52" fmla="*/ 105 w 698"/>
                <a:gd name="T53" fmla="*/ 369 h 673"/>
                <a:gd name="T54" fmla="*/ 139 w 698"/>
                <a:gd name="T55" fmla="*/ 382 h 673"/>
                <a:gd name="T56" fmla="*/ 175 w 698"/>
                <a:gd name="T57" fmla="*/ 401 h 673"/>
                <a:gd name="T58" fmla="*/ 172 w 698"/>
                <a:gd name="T59" fmla="*/ 447 h 673"/>
                <a:gd name="T60" fmla="*/ 153 w 698"/>
                <a:gd name="T61" fmla="*/ 498 h 673"/>
                <a:gd name="T62" fmla="*/ 118 w 698"/>
                <a:gd name="T63" fmla="*/ 557 h 673"/>
                <a:gd name="T64" fmla="*/ 109 w 698"/>
                <a:gd name="T65" fmla="*/ 614 h 673"/>
                <a:gd name="T66" fmla="*/ 130 w 698"/>
                <a:gd name="T67" fmla="*/ 622 h 673"/>
                <a:gd name="T68" fmla="*/ 177 w 698"/>
                <a:gd name="T69" fmla="*/ 616 h 673"/>
                <a:gd name="T70" fmla="*/ 154 w 698"/>
                <a:gd name="T71" fmla="*/ 591 h 673"/>
                <a:gd name="T72" fmla="*/ 139 w 698"/>
                <a:gd name="T73" fmla="*/ 523 h 673"/>
                <a:gd name="T74" fmla="*/ 154 w 698"/>
                <a:gd name="T75" fmla="*/ 512 h 673"/>
                <a:gd name="T76" fmla="*/ 170 w 698"/>
                <a:gd name="T77" fmla="*/ 517 h 673"/>
                <a:gd name="T78" fmla="*/ 174 w 698"/>
                <a:gd name="T79" fmla="*/ 540 h 673"/>
                <a:gd name="T80" fmla="*/ 189 w 698"/>
                <a:gd name="T81" fmla="*/ 548 h 673"/>
                <a:gd name="T82" fmla="*/ 206 w 698"/>
                <a:gd name="T83" fmla="*/ 532 h 673"/>
                <a:gd name="T84" fmla="*/ 210 w 698"/>
                <a:gd name="T85" fmla="*/ 551 h 673"/>
                <a:gd name="T86" fmla="*/ 233 w 698"/>
                <a:gd name="T87" fmla="*/ 546 h 673"/>
                <a:gd name="T88" fmla="*/ 271 w 698"/>
                <a:gd name="T89" fmla="*/ 531 h 673"/>
                <a:gd name="T90" fmla="*/ 305 w 698"/>
                <a:gd name="T91" fmla="*/ 538 h 673"/>
                <a:gd name="T92" fmla="*/ 295 w 698"/>
                <a:gd name="T93" fmla="*/ 553 h 673"/>
                <a:gd name="T94" fmla="*/ 318 w 698"/>
                <a:gd name="T95" fmla="*/ 557 h 673"/>
                <a:gd name="T96" fmla="*/ 332 w 698"/>
                <a:gd name="T97" fmla="*/ 555 h 673"/>
                <a:gd name="T98" fmla="*/ 351 w 698"/>
                <a:gd name="T99" fmla="*/ 542 h 673"/>
                <a:gd name="T100" fmla="*/ 360 w 698"/>
                <a:gd name="T101" fmla="*/ 567 h 673"/>
                <a:gd name="T102" fmla="*/ 385 w 698"/>
                <a:gd name="T103" fmla="*/ 546 h 673"/>
                <a:gd name="T104" fmla="*/ 416 w 698"/>
                <a:gd name="T105" fmla="*/ 548 h 673"/>
                <a:gd name="T106" fmla="*/ 444 w 698"/>
                <a:gd name="T107" fmla="*/ 565 h 673"/>
                <a:gd name="T108" fmla="*/ 475 w 698"/>
                <a:gd name="T109" fmla="*/ 586 h 673"/>
                <a:gd name="T110" fmla="*/ 496 w 698"/>
                <a:gd name="T111" fmla="*/ 597 h 673"/>
                <a:gd name="T112" fmla="*/ 530 w 698"/>
                <a:gd name="T113" fmla="*/ 607 h 673"/>
                <a:gd name="T114" fmla="*/ 522 w 698"/>
                <a:gd name="T115" fmla="*/ 652 h 673"/>
                <a:gd name="T116" fmla="*/ 572 w 698"/>
                <a:gd name="T117" fmla="*/ 660 h 673"/>
                <a:gd name="T118" fmla="*/ 585 w 698"/>
                <a:gd name="T119" fmla="*/ 612 h 673"/>
                <a:gd name="T120" fmla="*/ 581 w 698"/>
                <a:gd name="T121" fmla="*/ 571 h 673"/>
                <a:gd name="T122" fmla="*/ 633 w 698"/>
                <a:gd name="T123" fmla="*/ 506 h 673"/>
                <a:gd name="T124" fmla="*/ 671 w 698"/>
                <a:gd name="T125" fmla="*/ 49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98" h="673">
                  <a:moveTo>
                    <a:pt x="698" y="483"/>
                  </a:moveTo>
                  <a:lnTo>
                    <a:pt x="696" y="481"/>
                  </a:lnTo>
                  <a:lnTo>
                    <a:pt x="696" y="481"/>
                  </a:lnTo>
                  <a:lnTo>
                    <a:pt x="690" y="475"/>
                  </a:lnTo>
                  <a:lnTo>
                    <a:pt x="688" y="474"/>
                  </a:lnTo>
                  <a:lnTo>
                    <a:pt x="686" y="474"/>
                  </a:lnTo>
                  <a:lnTo>
                    <a:pt x="684" y="474"/>
                  </a:lnTo>
                  <a:lnTo>
                    <a:pt x="682" y="474"/>
                  </a:lnTo>
                  <a:lnTo>
                    <a:pt x="678" y="472"/>
                  </a:lnTo>
                  <a:lnTo>
                    <a:pt x="678" y="472"/>
                  </a:lnTo>
                  <a:lnTo>
                    <a:pt x="678" y="470"/>
                  </a:lnTo>
                  <a:lnTo>
                    <a:pt x="677" y="468"/>
                  </a:lnTo>
                  <a:lnTo>
                    <a:pt x="675" y="468"/>
                  </a:lnTo>
                  <a:lnTo>
                    <a:pt x="675" y="466"/>
                  </a:lnTo>
                  <a:lnTo>
                    <a:pt x="673" y="466"/>
                  </a:lnTo>
                  <a:lnTo>
                    <a:pt x="671" y="466"/>
                  </a:lnTo>
                  <a:lnTo>
                    <a:pt x="667" y="468"/>
                  </a:lnTo>
                  <a:lnTo>
                    <a:pt x="665" y="468"/>
                  </a:lnTo>
                  <a:lnTo>
                    <a:pt x="665" y="468"/>
                  </a:lnTo>
                  <a:lnTo>
                    <a:pt x="663" y="466"/>
                  </a:lnTo>
                  <a:lnTo>
                    <a:pt x="661" y="466"/>
                  </a:lnTo>
                  <a:lnTo>
                    <a:pt x="661" y="464"/>
                  </a:lnTo>
                  <a:lnTo>
                    <a:pt x="661" y="464"/>
                  </a:lnTo>
                  <a:lnTo>
                    <a:pt x="659" y="460"/>
                  </a:lnTo>
                  <a:lnTo>
                    <a:pt x="659" y="458"/>
                  </a:lnTo>
                  <a:lnTo>
                    <a:pt x="658" y="458"/>
                  </a:lnTo>
                  <a:lnTo>
                    <a:pt x="658" y="458"/>
                  </a:lnTo>
                  <a:lnTo>
                    <a:pt x="656" y="458"/>
                  </a:lnTo>
                  <a:lnTo>
                    <a:pt x="656" y="456"/>
                  </a:lnTo>
                  <a:lnTo>
                    <a:pt x="656" y="454"/>
                  </a:lnTo>
                  <a:lnTo>
                    <a:pt x="654" y="454"/>
                  </a:lnTo>
                  <a:lnTo>
                    <a:pt x="654" y="453"/>
                  </a:lnTo>
                  <a:lnTo>
                    <a:pt x="652" y="453"/>
                  </a:lnTo>
                  <a:lnTo>
                    <a:pt x="650" y="451"/>
                  </a:lnTo>
                  <a:lnTo>
                    <a:pt x="650" y="451"/>
                  </a:lnTo>
                  <a:lnTo>
                    <a:pt x="648" y="451"/>
                  </a:lnTo>
                  <a:lnTo>
                    <a:pt x="646" y="451"/>
                  </a:lnTo>
                  <a:lnTo>
                    <a:pt x="646" y="451"/>
                  </a:lnTo>
                  <a:lnTo>
                    <a:pt x="644" y="443"/>
                  </a:lnTo>
                  <a:lnTo>
                    <a:pt x="642" y="441"/>
                  </a:lnTo>
                  <a:lnTo>
                    <a:pt x="640" y="439"/>
                  </a:lnTo>
                  <a:lnTo>
                    <a:pt x="638" y="439"/>
                  </a:lnTo>
                  <a:lnTo>
                    <a:pt x="638" y="437"/>
                  </a:lnTo>
                  <a:lnTo>
                    <a:pt x="638" y="437"/>
                  </a:lnTo>
                  <a:lnTo>
                    <a:pt x="638" y="435"/>
                  </a:lnTo>
                  <a:lnTo>
                    <a:pt x="640" y="435"/>
                  </a:lnTo>
                  <a:lnTo>
                    <a:pt x="640" y="435"/>
                  </a:lnTo>
                  <a:lnTo>
                    <a:pt x="640" y="435"/>
                  </a:lnTo>
                  <a:lnTo>
                    <a:pt x="640" y="435"/>
                  </a:lnTo>
                  <a:lnTo>
                    <a:pt x="642" y="434"/>
                  </a:lnTo>
                  <a:lnTo>
                    <a:pt x="648" y="434"/>
                  </a:lnTo>
                  <a:lnTo>
                    <a:pt x="648" y="434"/>
                  </a:lnTo>
                  <a:lnTo>
                    <a:pt x="650" y="434"/>
                  </a:lnTo>
                  <a:lnTo>
                    <a:pt x="650" y="432"/>
                  </a:lnTo>
                  <a:lnTo>
                    <a:pt x="650" y="432"/>
                  </a:lnTo>
                  <a:lnTo>
                    <a:pt x="652" y="432"/>
                  </a:lnTo>
                  <a:lnTo>
                    <a:pt x="652" y="432"/>
                  </a:lnTo>
                  <a:lnTo>
                    <a:pt x="654" y="432"/>
                  </a:lnTo>
                  <a:lnTo>
                    <a:pt x="654" y="432"/>
                  </a:lnTo>
                  <a:lnTo>
                    <a:pt x="656" y="432"/>
                  </a:lnTo>
                  <a:lnTo>
                    <a:pt x="658" y="432"/>
                  </a:lnTo>
                  <a:lnTo>
                    <a:pt x="658" y="432"/>
                  </a:lnTo>
                  <a:lnTo>
                    <a:pt x="658" y="430"/>
                  </a:lnTo>
                  <a:lnTo>
                    <a:pt x="656" y="428"/>
                  </a:lnTo>
                  <a:lnTo>
                    <a:pt x="656" y="426"/>
                  </a:lnTo>
                  <a:lnTo>
                    <a:pt x="656" y="426"/>
                  </a:lnTo>
                  <a:lnTo>
                    <a:pt x="656" y="426"/>
                  </a:lnTo>
                  <a:lnTo>
                    <a:pt x="658" y="422"/>
                  </a:lnTo>
                  <a:lnTo>
                    <a:pt x="658" y="420"/>
                  </a:lnTo>
                  <a:lnTo>
                    <a:pt x="658" y="420"/>
                  </a:lnTo>
                  <a:lnTo>
                    <a:pt x="658" y="420"/>
                  </a:lnTo>
                  <a:lnTo>
                    <a:pt x="656" y="418"/>
                  </a:lnTo>
                  <a:lnTo>
                    <a:pt x="650" y="418"/>
                  </a:lnTo>
                  <a:lnTo>
                    <a:pt x="648" y="416"/>
                  </a:lnTo>
                  <a:lnTo>
                    <a:pt x="646" y="416"/>
                  </a:lnTo>
                  <a:lnTo>
                    <a:pt x="644" y="413"/>
                  </a:lnTo>
                  <a:lnTo>
                    <a:pt x="642" y="413"/>
                  </a:lnTo>
                  <a:lnTo>
                    <a:pt x="642" y="413"/>
                  </a:lnTo>
                  <a:lnTo>
                    <a:pt x="640" y="413"/>
                  </a:lnTo>
                  <a:lnTo>
                    <a:pt x="640" y="413"/>
                  </a:lnTo>
                  <a:lnTo>
                    <a:pt x="640" y="413"/>
                  </a:lnTo>
                  <a:lnTo>
                    <a:pt x="640" y="413"/>
                  </a:lnTo>
                  <a:lnTo>
                    <a:pt x="638" y="413"/>
                  </a:lnTo>
                  <a:lnTo>
                    <a:pt x="638" y="415"/>
                  </a:lnTo>
                  <a:lnTo>
                    <a:pt x="637" y="415"/>
                  </a:lnTo>
                  <a:lnTo>
                    <a:pt x="637" y="415"/>
                  </a:lnTo>
                  <a:lnTo>
                    <a:pt x="635" y="413"/>
                  </a:lnTo>
                  <a:lnTo>
                    <a:pt x="633" y="413"/>
                  </a:lnTo>
                  <a:lnTo>
                    <a:pt x="633" y="413"/>
                  </a:lnTo>
                  <a:lnTo>
                    <a:pt x="633" y="411"/>
                  </a:lnTo>
                  <a:lnTo>
                    <a:pt x="633" y="409"/>
                  </a:lnTo>
                  <a:lnTo>
                    <a:pt x="633" y="409"/>
                  </a:lnTo>
                  <a:lnTo>
                    <a:pt x="633" y="405"/>
                  </a:lnTo>
                  <a:lnTo>
                    <a:pt x="633" y="405"/>
                  </a:lnTo>
                  <a:lnTo>
                    <a:pt x="633" y="405"/>
                  </a:lnTo>
                  <a:lnTo>
                    <a:pt x="635" y="403"/>
                  </a:lnTo>
                  <a:lnTo>
                    <a:pt x="635" y="403"/>
                  </a:lnTo>
                  <a:lnTo>
                    <a:pt x="635" y="403"/>
                  </a:lnTo>
                  <a:lnTo>
                    <a:pt x="635" y="405"/>
                  </a:lnTo>
                  <a:lnTo>
                    <a:pt x="635" y="405"/>
                  </a:lnTo>
                  <a:lnTo>
                    <a:pt x="637" y="405"/>
                  </a:lnTo>
                  <a:lnTo>
                    <a:pt x="637" y="407"/>
                  </a:lnTo>
                  <a:lnTo>
                    <a:pt x="637" y="407"/>
                  </a:lnTo>
                  <a:lnTo>
                    <a:pt x="637" y="407"/>
                  </a:lnTo>
                  <a:lnTo>
                    <a:pt x="637" y="407"/>
                  </a:lnTo>
                  <a:lnTo>
                    <a:pt x="637" y="407"/>
                  </a:lnTo>
                  <a:lnTo>
                    <a:pt x="637" y="407"/>
                  </a:lnTo>
                  <a:lnTo>
                    <a:pt x="638" y="405"/>
                  </a:lnTo>
                  <a:lnTo>
                    <a:pt x="638" y="405"/>
                  </a:lnTo>
                  <a:lnTo>
                    <a:pt x="638" y="405"/>
                  </a:lnTo>
                  <a:lnTo>
                    <a:pt x="640" y="405"/>
                  </a:lnTo>
                  <a:lnTo>
                    <a:pt x="644" y="403"/>
                  </a:lnTo>
                  <a:lnTo>
                    <a:pt x="644" y="403"/>
                  </a:lnTo>
                  <a:lnTo>
                    <a:pt x="644" y="403"/>
                  </a:lnTo>
                  <a:lnTo>
                    <a:pt x="646" y="401"/>
                  </a:lnTo>
                  <a:lnTo>
                    <a:pt x="646" y="401"/>
                  </a:lnTo>
                  <a:lnTo>
                    <a:pt x="646" y="399"/>
                  </a:lnTo>
                  <a:lnTo>
                    <a:pt x="648" y="396"/>
                  </a:lnTo>
                  <a:lnTo>
                    <a:pt x="648" y="396"/>
                  </a:lnTo>
                  <a:lnTo>
                    <a:pt x="648" y="394"/>
                  </a:lnTo>
                  <a:lnTo>
                    <a:pt x="650" y="394"/>
                  </a:lnTo>
                  <a:lnTo>
                    <a:pt x="650" y="394"/>
                  </a:lnTo>
                  <a:lnTo>
                    <a:pt x="654" y="394"/>
                  </a:lnTo>
                  <a:lnTo>
                    <a:pt x="654" y="394"/>
                  </a:lnTo>
                  <a:lnTo>
                    <a:pt x="656" y="394"/>
                  </a:lnTo>
                  <a:lnTo>
                    <a:pt x="658" y="394"/>
                  </a:lnTo>
                  <a:lnTo>
                    <a:pt x="661" y="396"/>
                  </a:lnTo>
                  <a:lnTo>
                    <a:pt x="675" y="394"/>
                  </a:lnTo>
                  <a:lnTo>
                    <a:pt x="677" y="394"/>
                  </a:lnTo>
                  <a:lnTo>
                    <a:pt x="677" y="394"/>
                  </a:lnTo>
                  <a:lnTo>
                    <a:pt x="677" y="392"/>
                  </a:lnTo>
                  <a:lnTo>
                    <a:pt x="677" y="392"/>
                  </a:lnTo>
                  <a:lnTo>
                    <a:pt x="675" y="392"/>
                  </a:lnTo>
                  <a:lnTo>
                    <a:pt x="669" y="384"/>
                  </a:lnTo>
                  <a:lnTo>
                    <a:pt x="667" y="384"/>
                  </a:lnTo>
                  <a:lnTo>
                    <a:pt x="667" y="382"/>
                  </a:lnTo>
                  <a:lnTo>
                    <a:pt x="665" y="382"/>
                  </a:lnTo>
                  <a:lnTo>
                    <a:pt x="663" y="382"/>
                  </a:lnTo>
                  <a:lnTo>
                    <a:pt x="663" y="382"/>
                  </a:lnTo>
                  <a:lnTo>
                    <a:pt x="663" y="382"/>
                  </a:lnTo>
                  <a:lnTo>
                    <a:pt x="663" y="380"/>
                  </a:lnTo>
                  <a:lnTo>
                    <a:pt x="663" y="377"/>
                  </a:lnTo>
                  <a:lnTo>
                    <a:pt x="663" y="375"/>
                  </a:lnTo>
                  <a:lnTo>
                    <a:pt x="663" y="373"/>
                  </a:lnTo>
                  <a:lnTo>
                    <a:pt x="663" y="371"/>
                  </a:lnTo>
                  <a:lnTo>
                    <a:pt x="661" y="369"/>
                  </a:lnTo>
                  <a:lnTo>
                    <a:pt x="661" y="369"/>
                  </a:lnTo>
                  <a:lnTo>
                    <a:pt x="659" y="369"/>
                  </a:lnTo>
                  <a:lnTo>
                    <a:pt x="659" y="369"/>
                  </a:lnTo>
                  <a:lnTo>
                    <a:pt x="658" y="369"/>
                  </a:lnTo>
                  <a:lnTo>
                    <a:pt x="658" y="369"/>
                  </a:lnTo>
                  <a:lnTo>
                    <a:pt x="658" y="369"/>
                  </a:lnTo>
                  <a:lnTo>
                    <a:pt x="656" y="369"/>
                  </a:lnTo>
                  <a:lnTo>
                    <a:pt x="656" y="371"/>
                  </a:lnTo>
                  <a:lnTo>
                    <a:pt x="656" y="371"/>
                  </a:lnTo>
                  <a:lnTo>
                    <a:pt x="654" y="371"/>
                  </a:lnTo>
                  <a:lnTo>
                    <a:pt x="652" y="369"/>
                  </a:lnTo>
                  <a:lnTo>
                    <a:pt x="650" y="367"/>
                  </a:lnTo>
                  <a:lnTo>
                    <a:pt x="650" y="367"/>
                  </a:lnTo>
                  <a:lnTo>
                    <a:pt x="648" y="367"/>
                  </a:lnTo>
                  <a:lnTo>
                    <a:pt x="646" y="365"/>
                  </a:lnTo>
                  <a:lnTo>
                    <a:pt x="646" y="363"/>
                  </a:lnTo>
                  <a:lnTo>
                    <a:pt x="642" y="358"/>
                  </a:lnTo>
                  <a:lnTo>
                    <a:pt x="642" y="358"/>
                  </a:lnTo>
                  <a:lnTo>
                    <a:pt x="642" y="354"/>
                  </a:lnTo>
                  <a:lnTo>
                    <a:pt x="642" y="354"/>
                  </a:lnTo>
                  <a:lnTo>
                    <a:pt x="642" y="352"/>
                  </a:lnTo>
                  <a:lnTo>
                    <a:pt x="642" y="350"/>
                  </a:lnTo>
                  <a:lnTo>
                    <a:pt x="640" y="350"/>
                  </a:lnTo>
                  <a:lnTo>
                    <a:pt x="638" y="348"/>
                  </a:lnTo>
                  <a:lnTo>
                    <a:pt x="638" y="346"/>
                  </a:lnTo>
                  <a:lnTo>
                    <a:pt x="638" y="344"/>
                  </a:lnTo>
                  <a:lnTo>
                    <a:pt x="635" y="342"/>
                  </a:lnTo>
                  <a:lnTo>
                    <a:pt x="635" y="342"/>
                  </a:lnTo>
                  <a:lnTo>
                    <a:pt x="635" y="340"/>
                  </a:lnTo>
                  <a:lnTo>
                    <a:pt x="635" y="338"/>
                  </a:lnTo>
                  <a:lnTo>
                    <a:pt x="635" y="337"/>
                  </a:lnTo>
                  <a:lnTo>
                    <a:pt x="635" y="335"/>
                  </a:lnTo>
                  <a:lnTo>
                    <a:pt x="633" y="333"/>
                  </a:lnTo>
                  <a:lnTo>
                    <a:pt x="633" y="333"/>
                  </a:lnTo>
                  <a:lnTo>
                    <a:pt x="633" y="331"/>
                  </a:lnTo>
                  <a:lnTo>
                    <a:pt x="631" y="331"/>
                  </a:lnTo>
                  <a:lnTo>
                    <a:pt x="631" y="329"/>
                  </a:lnTo>
                  <a:lnTo>
                    <a:pt x="629" y="329"/>
                  </a:lnTo>
                  <a:lnTo>
                    <a:pt x="629" y="327"/>
                  </a:lnTo>
                  <a:lnTo>
                    <a:pt x="631" y="325"/>
                  </a:lnTo>
                  <a:lnTo>
                    <a:pt x="631" y="323"/>
                  </a:lnTo>
                  <a:lnTo>
                    <a:pt x="631" y="323"/>
                  </a:lnTo>
                  <a:lnTo>
                    <a:pt x="629" y="323"/>
                  </a:lnTo>
                  <a:lnTo>
                    <a:pt x="627" y="323"/>
                  </a:lnTo>
                  <a:lnTo>
                    <a:pt x="627" y="323"/>
                  </a:lnTo>
                  <a:lnTo>
                    <a:pt x="627" y="323"/>
                  </a:lnTo>
                  <a:lnTo>
                    <a:pt x="627" y="323"/>
                  </a:lnTo>
                  <a:lnTo>
                    <a:pt x="627" y="321"/>
                  </a:lnTo>
                  <a:lnTo>
                    <a:pt x="627" y="321"/>
                  </a:lnTo>
                  <a:lnTo>
                    <a:pt x="627" y="321"/>
                  </a:lnTo>
                  <a:lnTo>
                    <a:pt x="621" y="319"/>
                  </a:lnTo>
                  <a:lnTo>
                    <a:pt x="610" y="312"/>
                  </a:lnTo>
                  <a:lnTo>
                    <a:pt x="602" y="310"/>
                  </a:lnTo>
                  <a:lnTo>
                    <a:pt x="593" y="308"/>
                  </a:lnTo>
                  <a:lnTo>
                    <a:pt x="583" y="308"/>
                  </a:lnTo>
                  <a:lnTo>
                    <a:pt x="581" y="310"/>
                  </a:lnTo>
                  <a:lnTo>
                    <a:pt x="581" y="310"/>
                  </a:lnTo>
                  <a:lnTo>
                    <a:pt x="581" y="312"/>
                  </a:lnTo>
                  <a:lnTo>
                    <a:pt x="581" y="314"/>
                  </a:lnTo>
                  <a:lnTo>
                    <a:pt x="581" y="316"/>
                  </a:lnTo>
                  <a:lnTo>
                    <a:pt x="581" y="316"/>
                  </a:lnTo>
                  <a:lnTo>
                    <a:pt x="581" y="318"/>
                  </a:lnTo>
                  <a:lnTo>
                    <a:pt x="579" y="321"/>
                  </a:lnTo>
                  <a:lnTo>
                    <a:pt x="577" y="321"/>
                  </a:lnTo>
                  <a:lnTo>
                    <a:pt x="576" y="323"/>
                  </a:lnTo>
                  <a:lnTo>
                    <a:pt x="574" y="323"/>
                  </a:lnTo>
                  <a:lnTo>
                    <a:pt x="572" y="323"/>
                  </a:lnTo>
                  <a:lnTo>
                    <a:pt x="572" y="321"/>
                  </a:lnTo>
                  <a:lnTo>
                    <a:pt x="570" y="319"/>
                  </a:lnTo>
                  <a:lnTo>
                    <a:pt x="570" y="318"/>
                  </a:lnTo>
                  <a:lnTo>
                    <a:pt x="568" y="318"/>
                  </a:lnTo>
                  <a:lnTo>
                    <a:pt x="564" y="314"/>
                  </a:lnTo>
                  <a:lnTo>
                    <a:pt x="560" y="312"/>
                  </a:lnTo>
                  <a:lnTo>
                    <a:pt x="549" y="312"/>
                  </a:lnTo>
                  <a:lnTo>
                    <a:pt x="543" y="310"/>
                  </a:lnTo>
                  <a:lnTo>
                    <a:pt x="539" y="308"/>
                  </a:lnTo>
                  <a:lnTo>
                    <a:pt x="536" y="306"/>
                  </a:lnTo>
                  <a:lnTo>
                    <a:pt x="524" y="306"/>
                  </a:lnTo>
                  <a:lnTo>
                    <a:pt x="522" y="304"/>
                  </a:lnTo>
                  <a:lnTo>
                    <a:pt x="522" y="300"/>
                  </a:lnTo>
                  <a:lnTo>
                    <a:pt x="520" y="293"/>
                  </a:lnTo>
                  <a:lnTo>
                    <a:pt x="520" y="289"/>
                  </a:lnTo>
                  <a:lnTo>
                    <a:pt x="518" y="285"/>
                  </a:lnTo>
                  <a:lnTo>
                    <a:pt x="518" y="285"/>
                  </a:lnTo>
                  <a:lnTo>
                    <a:pt x="517" y="285"/>
                  </a:lnTo>
                  <a:lnTo>
                    <a:pt x="503" y="287"/>
                  </a:lnTo>
                  <a:lnTo>
                    <a:pt x="496" y="289"/>
                  </a:lnTo>
                  <a:lnTo>
                    <a:pt x="492" y="287"/>
                  </a:lnTo>
                  <a:lnTo>
                    <a:pt x="488" y="281"/>
                  </a:lnTo>
                  <a:lnTo>
                    <a:pt x="480" y="280"/>
                  </a:lnTo>
                  <a:lnTo>
                    <a:pt x="469" y="270"/>
                  </a:lnTo>
                  <a:lnTo>
                    <a:pt x="465" y="268"/>
                  </a:lnTo>
                  <a:lnTo>
                    <a:pt x="463" y="266"/>
                  </a:lnTo>
                  <a:lnTo>
                    <a:pt x="461" y="264"/>
                  </a:lnTo>
                  <a:lnTo>
                    <a:pt x="459" y="264"/>
                  </a:lnTo>
                  <a:lnTo>
                    <a:pt x="459" y="264"/>
                  </a:lnTo>
                  <a:lnTo>
                    <a:pt x="457" y="262"/>
                  </a:lnTo>
                  <a:lnTo>
                    <a:pt x="454" y="262"/>
                  </a:lnTo>
                  <a:lnTo>
                    <a:pt x="450" y="264"/>
                  </a:lnTo>
                  <a:lnTo>
                    <a:pt x="446" y="268"/>
                  </a:lnTo>
                  <a:lnTo>
                    <a:pt x="444" y="270"/>
                  </a:lnTo>
                  <a:lnTo>
                    <a:pt x="442" y="270"/>
                  </a:lnTo>
                  <a:lnTo>
                    <a:pt x="440" y="268"/>
                  </a:lnTo>
                  <a:lnTo>
                    <a:pt x="436" y="266"/>
                  </a:lnTo>
                  <a:lnTo>
                    <a:pt x="433" y="262"/>
                  </a:lnTo>
                  <a:lnTo>
                    <a:pt x="429" y="259"/>
                  </a:lnTo>
                  <a:lnTo>
                    <a:pt x="427" y="257"/>
                  </a:lnTo>
                  <a:lnTo>
                    <a:pt x="425" y="257"/>
                  </a:lnTo>
                  <a:lnTo>
                    <a:pt x="419" y="255"/>
                  </a:lnTo>
                  <a:lnTo>
                    <a:pt x="417" y="255"/>
                  </a:lnTo>
                  <a:lnTo>
                    <a:pt x="417" y="255"/>
                  </a:lnTo>
                  <a:lnTo>
                    <a:pt x="417" y="255"/>
                  </a:lnTo>
                  <a:lnTo>
                    <a:pt x="417" y="253"/>
                  </a:lnTo>
                  <a:lnTo>
                    <a:pt x="416" y="251"/>
                  </a:lnTo>
                  <a:lnTo>
                    <a:pt x="406" y="247"/>
                  </a:lnTo>
                  <a:lnTo>
                    <a:pt x="406" y="245"/>
                  </a:lnTo>
                  <a:lnTo>
                    <a:pt x="406" y="245"/>
                  </a:lnTo>
                  <a:lnTo>
                    <a:pt x="404" y="243"/>
                  </a:lnTo>
                  <a:lnTo>
                    <a:pt x="404" y="241"/>
                  </a:lnTo>
                  <a:lnTo>
                    <a:pt x="404" y="240"/>
                  </a:lnTo>
                  <a:lnTo>
                    <a:pt x="402" y="238"/>
                  </a:lnTo>
                  <a:lnTo>
                    <a:pt x="400" y="238"/>
                  </a:lnTo>
                  <a:lnTo>
                    <a:pt x="398" y="236"/>
                  </a:lnTo>
                  <a:lnTo>
                    <a:pt x="396" y="236"/>
                  </a:lnTo>
                  <a:lnTo>
                    <a:pt x="396" y="238"/>
                  </a:lnTo>
                  <a:lnTo>
                    <a:pt x="395" y="238"/>
                  </a:lnTo>
                  <a:lnTo>
                    <a:pt x="395" y="240"/>
                  </a:lnTo>
                  <a:lnTo>
                    <a:pt x="393" y="240"/>
                  </a:lnTo>
                  <a:lnTo>
                    <a:pt x="391" y="241"/>
                  </a:lnTo>
                  <a:lnTo>
                    <a:pt x="391" y="240"/>
                  </a:lnTo>
                  <a:lnTo>
                    <a:pt x="391" y="240"/>
                  </a:lnTo>
                  <a:lnTo>
                    <a:pt x="389" y="238"/>
                  </a:lnTo>
                  <a:lnTo>
                    <a:pt x="389" y="238"/>
                  </a:lnTo>
                  <a:lnTo>
                    <a:pt x="389" y="238"/>
                  </a:lnTo>
                  <a:lnTo>
                    <a:pt x="391" y="236"/>
                  </a:lnTo>
                  <a:lnTo>
                    <a:pt x="389" y="234"/>
                  </a:lnTo>
                  <a:lnTo>
                    <a:pt x="383" y="228"/>
                  </a:lnTo>
                  <a:lnTo>
                    <a:pt x="383" y="224"/>
                  </a:lnTo>
                  <a:lnTo>
                    <a:pt x="381" y="219"/>
                  </a:lnTo>
                  <a:lnTo>
                    <a:pt x="379" y="217"/>
                  </a:lnTo>
                  <a:lnTo>
                    <a:pt x="377" y="215"/>
                  </a:lnTo>
                  <a:lnTo>
                    <a:pt x="368" y="213"/>
                  </a:lnTo>
                  <a:lnTo>
                    <a:pt x="364" y="213"/>
                  </a:lnTo>
                  <a:lnTo>
                    <a:pt x="362" y="211"/>
                  </a:lnTo>
                  <a:lnTo>
                    <a:pt x="362" y="209"/>
                  </a:lnTo>
                  <a:lnTo>
                    <a:pt x="362" y="209"/>
                  </a:lnTo>
                  <a:lnTo>
                    <a:pt x="360" y="207"/>
                  </a:lnTo>
                  <a:lnTo>
                    <a:pt x="360" y="209"/>
                  </a:lnTo>
                  <a:lnTo>
                    <a:pt x="358" y="209"/>
                  </a:lnTo>
                  <a:lnTo>
                    <a:pt x="356" y="207"/>
                  </a:lnTo>
                  <a:lnTo>
                    <a:pt x="355" y="207"/>
                  </a:lnTo>
                  <a:lnTo>
                    <a:pt x="353" y="207"/>
                  </a:lnTo>
                  <a:lnTo>
                    <a:pt x="353" y="205"/>
                  </a:lnTo>
                  <a:lnTo>
                    <a:pt x="353" y="203"/>
                  </a:lnTo>
                  <a:lnTo>
                    <a:pt x="351" y="202"/>
                  </a:lnTo>
                  <a:lnTo>
                    <a:pt x="351" y="202"/>
                  </a:lnTo>
                  <a:lnTo>
                    <a:pt x="347" y="202"/>
                  </a:lnTo>
                  <a:lnTo>
                    <a:pt x="345" y="202"/>
                  </a:lnTo>
                  <a:lnTo>
                    <a:pt x="343" y="200"/>
                  </a:lnTo>
                  <a:lnTo>
                    <a:pt x="339" y="196"/>
                  </a:lnTo>
                  <a:lnTo>
                    <a:pt x="337" y="196"/>
                  </a:lnTo>
                  <a:lnTo>
                    <a:pt x="335" y="194"/>
                  </a:lnTo>
                  <a:lnTo>
                    <a:pt x="334" y="194"/>
                  </a:lnTo>
                  <a:lnTo>
                    <a:pt x="332" y="192"/>
                  </a:lnTo>
                  <a:lnTo>
                    <a:pt x="330" y="188"/>
                  </a:lnTo>
                  <a:lnTo>
                    <a:pt x="330" y="188"/>
                  </a:lnTo>
                  <a:lnTo>
                    <a:pt x="326" y="188"/>
                  </a:lnTo>
                  <a:lnTo>
                    <a:pt x="324" y="186"/>
                  </a:lnTo>
                  <a:lnTo>
                    <a:pt x="322" y="186"/>
                  </a:lnTo>
                  <a:lnTo>
                    <a:pt x="322" y="184"/>
                  </a:lnTo>
                  <a:lnTo>
                    <a:pt x="322" y="184"/>
                  </a:lnTo>
                  <a:lnTo>
                    <a:pt x="322" y="183"/>
                  </a:lnTo>
                  <a:lnTo>
                    <a:pt x="322" y="183"/>
                  </a:lnTo>
                  <a:lnTo>
                    <a:pt x="320" y="183"/>
                  </a:lnTo>
                  <a:lnTo>
                    <a:pt x="318" y="183"/>
                  </a:lnTo>
                  <a:lnTo>
                    <a:pt x="316" y="184"/>
                  </a:lnTo>
                  <a:lnTo>
                    <a:pt x="316" y="184"/>
                  </a:lnTo>
                  <a:lnTo>
                    <a:pt x="316" y="186"/>
                  </a:lnTo>
                  <a:lnTo>
                    <a:pt x="316" y="194"/>
                  </a:lnTo>
                  <a:lnTo>
                    <a:pt x="316" y="194"/>
                  </a:lnTo>
                  <a:lnTo>
                    <a:pt x="315" y="194"/>
                  </a:lnTo>
                  <a:lnTo>
                    <a:pt x="311" y="188"/>
                  </a:lnTo>
                  <a:lnTo>
                    <a:pt x="309" y="188"/>
                  </a:lnTo>
                  <a:lnTo>
                    <a:pt x="307" y="188"/>
                  </a:lnTo>
                  <a:lnTo>
                    <a:pt x="305" y="188"/>
                  </a:lnTo>
                  <a:lnTo>
                    <a:pt x="303" y="188"/>
                  </a:lnTo>
                  <a:lnTo>
                    <a:pt x="301" y="188"/>
                  </a:lnTo>
                  <a:lnTo>
                    <a:pt x="299" y="186"/>
                  </a:lnTo>
                  <a:lnTo>
                    <a:pt x="297" y="181"/>
                  </a:lnTo>
                  <a:lnTo>
                    <a:pt x="297" y="181"/>
                  </a:lnTo>
                  <a:lnTo>
                    <a:pt x="295" y="181"/>
                  </a:lnTo>
                  <a:lnTo>
                    <a:pt x="295" y="181"/>
                  </a:lnTo>
                  <a:lnTo>
                    <a:pt x="294" y="179"/>
                  </a:lnTo>
                  <a:lnTo>
                    <a:pt x="294" y="177"/>
                  </a:lnTo>
                  <a:lnTo>
                    <a:pt x="292" y="177"/>
                  </a:lnTo>
                  <a:lnTo>
                    <a:pt x="292" y="177"/>
                  </a:lnTo>
                  <a:lnTo>
                    <a:pt x="288" y="175"/>
                  </a:lnTo>
                  <a:lnTo>
                    <a:pt x="286" y="175"/>
                  </a:lnTo>
                  <a:lnTo>
                    <a:pt x="284" y="173"/>
                  </a:lnTo>
                  <a:lnTo>
                    <a:pt x="282" y="169"/>
                  </a:lnTo>
                  <a:lnTo>
                    <a:pt x="278" y="167"/>
                  </a:lnTo>
                  <a:lnTo>
                    <a:pt x="278" y="167"/>
                  </a:lnTo>
                  <a:lnTo>
                    <a:pt x="276" y="169"/>
                  </a:lnTo>
                  <a:lnTo>
                    <a:pt x="276" y="171"/>
                  </a:lnTo>
                  <a:lnTo>
                    <a:pt x="276" y="173"/>
                  </a:lnTo>
                  <a:lnTo>
                    <a:pt x="273" y="175"/>
                  </a:lnTo>
                  <a:lnTo>
                    <a:pt x="273" y="175"/>
                  </a:lnTo>
                  <a:lnTo>
                    <a:pt x="271" y="177"/>
                  </a:lnTo>
                  <a:lnTo>
                    <a:pt x="269" y="177"/>
                  </a:lnTo>
                  <a:lnTo>
                    <a:pt x="269" y="177"/>
                  </a:lnTo>
                  <a:lnTo>
                    <a:pt x="267" y="177"/>
                  </a:lnTo>
                  <a:lnTo>
                    <a:pt x="265" y="175"/>
                  </a:lnTo>
                  <a:lnTo>
                    <a:pt x="265" y="175"/>
                  </a:lnTo>
                  <a:lnTo>
                    <a:pt x="265" y="173"/>
                  </a:lnTo>
                  <a:lnTo>
                    <a:pt x="265" y="173"/>
                  </a:lnTo>
                  <a:lnTo>
                    <a:pt x="265" y="171"/>
                  </a:lnTo>
                  <a:lnTo>
                    <a:pt x="263" y="171"/>
                  </a:lnTo>
                  <a:lnTo>
                    <a:pt x="263" y="173"/>
                  </a:lnTo>
                  <a:lnTo>
                    <a:pt x="261" y="173"/>
                  </a:lnTo>
                  <a:lnTo>
                    <a:pt x="261" y="171"/>
                  </a:lnTo>
                  <a:lnTo>
                    <a:pt x="261" y="171"/>
                  </a:lnTo>
                  <a:lnTo>
                    <a:pt x="261" y="169"/>
                  </a:lnTo>
                  <a:lnTo>
                    <a:pt x="261" y="169"/>
                  </a:lnTo>
                  <a:lnTo>
                    <a:pt x="261" y="167"/>
                  </a:lnTo>
                  <a:lnTo>
                    <a:pt x="259" y="167"/>
                  </a:lnTo>
                  <a:lnTo>
                    <a:pt x="257" y="169"/>
                  </a:lnTo>
                  <a:lnTo>
                    <a:pt x="255" y="169"/>
                  </a:lnTo>
                  <a:lnTo>
                    <a:pt x="255" y="169"/>
                  </a:lnTo>
                  <a:lnTo>
                    <a:pt x="255" y="167"/>
                  </a:lnTo>
                  <a:lnTo>
                    <a:pt x="255" y="165"/>
                  </a:lnTo>
                  <a:lnTo>
                    <a:pt x="255" y="164"/>
                  </a:lnTo>
                  <a:lnTo>
                    <a:pt x="255" y="164"/>
                  </a:lnTo>
                  <a:lnTo>
                    <a:pt x="254" y="162"/>
                  </a:lnTo>
                  <a:lnTo>
                    <a:pt x="250" y="162"/>
                  </a:lnTo>
                  <a:lnTo>
                    <a:pt x="248" y="162"/>
                  </a:lnTo>
                  <a:lnTo>
                    <a:pt x="246" y="162"/>
                  </a:lnTo>
                  <a:lnTo>
                    <a:pt x="246" y="162"/>
                  </a:lnTo>
                  <a:lnTo>
                    <a:pt x="246" y="164"/>
                  </a:lnTo>
                  <a:lnTo>
                    <a:pt x="246" y="164"/>
                  </a:lnTo>
                  <a:lnTo>
                    <a:pt x="244" y="165"/>
                  </a:lnTo>
                  <a:lnTo>
                    <a:pt x="236" y="164"/>
                  </a:lnTo>
                  <a:lnTo>
                    <a:pt x="234" y="164"/>
                  </a:lnTo>
                  <a:lnTo>
                    <a:pt x="234" y="165"/>
                  </a:lnTo>
                  <a:lnTo>
                    <a:pt x="233" y="165"/>
                  </a:lnTo>
                  <a:lnTo>
                    <a:pt x="233" y="164"/>
                  </a:lnTo>
                  <a:lnTo>
                    <a:pt x="231" y="162"/>
                  </a:lnTo>
                  <a:lnTo>
                    <a:pt x="231" y="162"/>
                  </a:lnTo>
                  <a:lnTo>
                    <a:pt x="227" y="162"/>
                  </a:lnTo>
                  <a:lnTo>
                    <a:pt x="219" y="165"/>
                  </a:lnTo>
                  <a:lnTo>
                    <a:pt x="217" y="162"/>
                  </a:lnTo>
                  <a:lnTo>
                    <a:pt x="217" y="158"/>
                  </a:lnTo>
                  <a:lnTo>
                    <a:pt x="215" y="156"/>
                  </a:lnTo>
                  <a:lnTo>
                    <a:pt x="215" y="156"/>
                  </a:lnTo>
                  <a:lnTo>
                    <a:pt x="214" y="154"/>
                  </a:lnTo>
                  <a:lnTo>
                    <a:pt x="214" y="152"/>
                  </a:lnTo>
                  <a:lnTo>
                    <a:pt x="214" y="152"/>
                  </a:lnTo>
                  <a:lnTo>
                    <a:pt x="212" y="152"/>
                  </a:lnTo>
                  <a:lnTo>
                    <a:pt x="212" y="152"/>
                  </a:lnTo>
                  <a:lnTo>
                    <a:pt x="210" y="152"/>
                  </a:lnTo>
                  <a:lnTo>
                    <a:pt x="208" y="152"/>
                  </a:lnTo>
                  <a:lnTo>
                    <a:pt x="206" y="152"/>
                  </a:lnTo>
                  <a:lnTo>
                    <a:pt x="194" y="143"/>
                  </a:lnTo>
                  <a:lnTo>
                    <a:pt x="193" y="143"/>
                  </a:lnTo>
                  <a:lnTo>
                    <a:pt x="193" y="141"/>
                  </a:lnTo>
                  <a:lnTo>
                    <a:pt x="193" y="139"/>
                  </a:lnTo>
                  <a:lnTo>
                    <a:pt x="193" y="139"/>
                  </a:lnTo>
                  <a:lnTo>
                    <a:pt x="191" y="137"/>
                  </a:lnTo>
                  <a:lnTo>
                    <a:pt x="191" y="137"/>
                  </a:lnTo>
                  <a:lnTo>
                    <a:pt x="183" y="133"/>
                  </a:lnTo>
                  <a:lnTo>
                    <a:pt x="183" y="133"/>
                  </a:lnTo>
                  <a:lnTo>
                    <a:pt x="181" y="133"/>
                  </a:lnTo>
                  <a:lnTo>
                    <a:pt x="179" y="133"/>
                  </a:lnTo>
                  <a:lnTo>
                    <a:pt x="174" y="135"/>
                  </a:lnTo>
                  <a:lnTo>
                    <a:pt x="170" y="137"/>
                  </a:lnTo>
                  <a:lnTo>
                    <a:pt x="170" y="131"/>
                  </a:lnTo>
                  <a:lnTo>
                    <a:pt x="170" y="129"/>
                  </a:lnTo>
                  <a:lnTo>
                    <a:pt x="168" y="127"/>
                  </a:lnTo>
                  <a:lnTo>
                    <a:pt x="166" y="125"/>
                  </a:lnTo>
                  <a:lnTo>
                    <a:pt x="153" y="120"/>
                  </a:lnTo>
                  <a:lnTo>
                    <a:pt x="153" y="118"/>
                  </a:lnTo>
                  <a:lnTo>
                    <a:pt x="153" y="118"/>
                  </a:lnTo>
                  <a:lnTo>
                    <a:pt x="153" y="118"/>
                  </a:lnTo>
                  <a:lnTo>
                    <a:pt x="153" y="116"/>
                  </a:lnTo>
                  <a:lnTo>
                    <a:pt x="153" y="116"/>
                  </a:lnTo>
                  <a:lnTo>
                    <a:pt x="153" y="116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6" y="114"/>
                  </a:lnTo>
                  <a:lnTo>
                    <a:pt x="156" y="114"/>
                  </a:lnTo>
                  <a:lnTo>
                    <a:pt x="156" y="114"/>
                  </a:lnTo>
                  <a:lnTo>
                    <a:pt x="158" y="114"/>
                  </a:lnTo>
                  <a:lnTo>
                    <a:pt x="158" y="116"/>
                  </a:lnTo>
                  <a:lnTo>
                    <a:pt x="160" y="114"/>
                  </a:lnTo>
                  <a:lnTo>
                    <a:pt x="160" y="112"/>
                  </a:lnTo>
                  <a:lnTo>
                    <a:pt x="162" y="112"/>
                  </a:lnTo>
                  <a:lnTo>
                    <a:pt x="162" y="112"/>
                  </a:lnTo>
                  <a:lnTo>
                    <a:pt x="162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6" y="112"/>
                  </a:lnTo>
                  <a:lnTo>
                    <a:pt x="170" y="108"/>
                  </a:lnTo>
                  <a:lnTo>
                    <a:pt x="172" y="106"/>
                  </a:lnTo>
                  <a:lnTo>
                    <a:pt x="172" y="105"/>
                  </a:lnTo>
                  <a:lnTo>
                    <a:pt x="172" y="105"/>
                  </a:lnTo>
                  <a:lnTo>
                    <a:pt x="170" y="103"/>
                  </a:lnTo>
                  <a:lnTo>
                    <a:pt x="164" y="103"/>
                  </a:lnTo>
                  <a:lnTo>
                    <a:pt x="160" y="101"/>
                  </a:lnTo>
                  <a:lnTo>
                    <a:pt x="145" y="91"/>
                  </a:lnTo>
                  <a:lnTo>
                    <a:pt x="141" y="87"/>
                  </a:lnTo>
                  <a:lnTo>
                    <a:pt x="137" y="84"/>
                  </a:lnTo>
                  <a:lnTo>
                    <a:pt x="135" y="80"/>
                  </a:lnTo>
                  <a:lnTo>
                    <a:pt x="133" y="76"/>
                  </a:lnTo>
                  <a:lnTo>
                    <a:pt x="130" y="72"/>
                  </a:lnTo>
                  <a:lnTo>
                    <a:pt x="122" y="68"/>
                  </a:lnTo>
                  <a:lnTo>
                    <a:pt x="120" y="67"/>
                  </a:lnTo>
                  <a:lnTo>
                    <a:pt x="118" y="65"/>
                  </a:lnTo>
                  <a:lnTo>
                    <a:pt x="116" y="59"/>
                  </a:lnTo>
                  <a:lnTo>
                    <a:pt x="113" y="55"/>
                  </a:lnTo>
                  <a:lnTo>
                    <a:pt x="107" y="49"/>
                  </a:lnTo>
                  <a:lnTo>
                    <a:pt x="107" y="47"/>
                  </a:lnTo>
                  <a:lnTo>
                    <a:pt x="105" y="47"/>
                  </a:lnTo>
                  <a:lnTo>
                    <a:pt x="105" y="47"/>
                  </a:lnTo>
                  <a:lnTo>
                    <a:pt x="103" y="47"/>
                  </a:lnTo>
                  <a:lnTo>
                    <a:pt x="101" y="49"/>
                  </a:lnTo>
                  <a:lnTo>
                    <a:pt x="101" y="49"/>
                  </a:lnTo>
                  <a:lnTo>
                    <a:pt x="101" y="51"/>
                  </a:lnTo>
                  <a:lnTo>
                    <a:pt x="101" y="53"/>
                  </a:lnTo>
                  <a:lnTo>
                    <a:pt x="101" y="55"/>
                  </a:lnTo>
                  <a:lnTo>
                    <a:pt x="103" y="65"/>
                  </a:lnTo>
                  <a:lnTo>
                    <a:pt x="105" y="70"/>
                  </a:lnTo>
                  <a:lnTo>
                    <a:pt x="103" y="74"/>
                  </a:lnTo>
                  <a:lnTo>
                    <a:pt x="101" y="78"/>
                  </a:lnTo>
                  <a:lnTo>
                    <a:pt x="95" y="80"/>
                  </a:lnTo>
                  <a:lnTo>
                    <a:pt x="93" y="80"/>
                  </a:lnTo>
                  <a:lnTo>
                    <a:pt x="93" y="78"/>
                  </a:lnTo>
                  <a:lnTo>
                    <a:pt x="90" y="76"/>
                  </a:lnTo>
                  <a:lnTo>
                    <a:pt x="84" y="72"/>
                  </a:lnTo>
                  <a:lnTo>
                    <a:pt x="84" y="72"/>
                  </a:lnTo>
                  <a:lnTo>
                    <a:pt x="82" y="72"/>
                  </a:lnTo>
                  <a:lnTo>
                    <a:pt x="78" y="74"/>
                  </a:lnTo>
                  <a:lnTo>
                    <a:pt x="71" y="80"/>
                  </a:lnTo>
                  <a:lnTo>
                    <a:pt x="67" y="70"/>
                  </a:lnTo>
                  <a:lnTo>
                    <a:pt x="65" y="68"/>
                  </a:lnTo>
                  <a:lnTo>
                    <a:pt x="65" y="63"/>
                  </a:lnTo>
                  <a:lnTo>
                    <a:pt x="63" y="57"/>
                  </a:lnTo>
                  <a:lnTo>
                    <a:pt x="63" y="55"/>
                  </a:lnTo>
                  <a:lnTo>
                    <a:pt x="63" y="51"/>
                  </a:lnTo>
                  <a:lnTo>
                    <a:pt x="63" y="47"/>
                  </a:lnTo>
                  <a:lnTo>
                    <a:pt x="63" y="46"/>
                  </a:lnTo>
                  <a:lnTo>
                    <a:pt x="67" y="38"/>
                  </a:lnTo>
                  <a:lnTo>
                    <a:pt x="71" y="28"/>
                  </a:lnTo>
                  <a:lnTo>
                    <a:pt x="74" y="25"/>
                  </a:lnTo>
                  <a:lnTo>
                    <a:pt x="78" y="21"/>
                  </a:lnTo>
                  <a:lnTo>
                    <a:pt x="80" y="21"/>
                  </a:lnTo>
                  <a:lnTo>
                    <a:pt x="82" y="19"/>
                  </a:lnTo>
                  <a:lnTo>
                    <a:pt x="80" y="17"/>
                  </a:lnTo>
                  <a:lnTo>
                    <a:pt x="69" y="11"/>
                  </a:lnTo>
                  <a:lnTo>
                    <a:pt x="63" y="8"/>
                  </a:lnTo>
                  <a:lnTo>
                    <a:pt x="55" y="0"/>
                  </a:lnTo>
                  <a:lnTo>
                    <a:pt x="53" y="0"/>
                  </a:lnTo>
                  <a:lnTo>
                    <a:pt x="52" y="0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8" y="4"/>
                  </a:lnTo>
                  <a:lnTo>
                    <a:pt x="48" y="8"/>
                  </a:lnTo>
                  <a:lnTo>
                    <a:pt x="46" y="13"/>
                  </a:lnTo>
                  <a:lnTo>
                    <a:pt x="44" y="15"/>
                  </a:lnTo>
                  <a:lnTo>
                    <a:pt x="40" y="19"/>
                  </a:lnTo>
                  <a:lnTo>
                    <a:pt x="34" y="25"/>
                  </a:lnTo>
                  <a:lnTo>
                    <a:pt x="33" y="27"/>
                  </a:lnTo>
                  <a:lnTo>
                    <a:pt x="31" y="28"/>
                  </a:lnTo>
                  <a:lnTo>
                    <a:pt x="31" y="30"/>
                  </a:lnTo>
                  <a:lnTo>
                    <a:pt x="29" y="32"/>
                  </a:lnTo>
                  <a:lnTo>
                    <a:pt x="25" y="36"/>
                  </a:lnTo>
                  <a:lnTo>
                    <a:pt x="23" y="36"/>
                  </a:lnTo>
                  <a:lnTo>
                    <a:pt x="23" y="36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1" y="40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19" y="40"/>
                  </a:lnTo>
                  <a:lnTo>
                    <a:pt x="19" y="40"/>
                  </a:lnTo>
                  <a:lnTo>
                    <a:pt x="19" y="40"/>
                  </a:lnTo>
                  <a:lnTo>
                    <a:pt x="19" y="42"/>
                  </a:lnTo>
                  <a:lnTo>
                    <a:pt x="15" y="46"/>
                  </a:lnTo>
                  <a:lnTo>
                    <a:pt x="15" y="46"/>
                  </a:lnTo>
                  <a:lnTo>
                    <a:pt x="13" y="47"/>
                  </a:lnTo>
                  <a:lnTo>
                    <a:pt x="13" y="51"/>
                  </a:lnTo>
                  <a:lnTo>
                    <a:pt x="10" y="65"/>
                  </a:lnTo>
                  <a:lnTo>
                    <a:pt x="10" y="67"/>
                  </a:lnTo>
                  <a:lnTo>
                    <a:pt x="8" y="68"/>
                  </a:lnTo>
                  <a:lnTo>
                    <a:pt x="8" y="67"/>
                  </a:lnTo>
                  <a:lnTo>
                    <a:pt x="8" y="67"/>
                  </a:lnTo>
                  <a:lnTo>
                    <a:pt x="6" y="68"/>
                  </a:lnTo>
                  <a:lnTo>
                    <a:pt x="6" y="68"/>
                  </a:lnTo>
                  <a:lnTo>
                    <a:pt x="6" y="70"/>
                  </a:lnTo>
                  <a:lnTo>
                    <a:pt x="6" y="70"/>
                  </a:lnTo>
                  <a:lnTo>
                    <a:pt x="8" y="72"/>
                  </a:lnTo>
                  <a:lnTo>
                    <a:pt x="6" y="72"/>
                  </a:lnTo>
                  <a:lnTo>
                    <a:pt x="6" y="74"/>
                  </a:lnTo>
                  <a:lnTo>
                    <a:pt x="4" y="74"/>
                  </a:lnTo>
                  <a:lnTo>
                    <a:pt x="4" y="76"/>
                  </a:lnTo>
                  <a:lnTo>
                    <a:pt x="2" y="80"/>
                  </a:lnTo>
                  <a:lnTo>
                    <a:pt x="2" y="82"/>
                  </a:lnTo>
                  <a:lnTo>
                    <a:pt x="2" y="84"/>
                  </a:lnTo>
                  <a:lnTo>
                    <a:pt x="2" y="84"/>
                  </a:lnTo>
                  <a:lnTo>
                    <a:pt x="2" y="86"/>
                  </a:lnTo>
                  <a:lnTo>
                    <a:pt x="4" y="87"/>
                  </a:lnTo>
                  <a:lnTo>
                    <a:pt x="2" y="87"/>
                  </a:lnTo>
                  <a:lnTo>
                    <a:pt x="2" y="87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4" y="97"/>
                  </a:lnTo>
                  <a:lnTo>
                    <a:pt x="6" y="97"/>
                  </a:lnTo>
                  <a:lnTo>
                    <a:pt x="4" y="99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8" y="105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6" y="110"/>
                  </a:lnTo>
                  <a:lnTo>
                    <a:pt x="6" y="112"/>
                  </a:lnTo>
                  <a:lnTo>
                    <a:pt x="6" y="114"/>
                  </a:lnTo>
                  <a:lnTo>
                    <a:pt x="8" y="114"/>
                  </a:lnTo>
                  <a:lnTo>
                    <a:pt x="8" y="116"/>
                  </a:lnTo>
                  <a:lnTo>
                    <a:pt x="8" y="118"/>
                  </a:lnTo>
                  <a:lnTo>
                    <a:pt x="6" y="118"/>
                  </a:lnTo>
                  <a:lnTo>
                    <a:pt x="6" y="120"/>
                  </a:lnTo>
                  <a:lnTo>
                    <a:pt x="8" y="135"/>
                  </a:lnTo>
                  <a:lnTo>
                    <a:pt x="8" y="135"/>
                  </a:lnTo>
                  <a:lnTo>
                    <a:pt x="6" y="137"/>
                  </a:lnTo>
                  <a:lnTo>
                    <a:pt x="6" y="137"/>
                  </a:lnTo>
                  <a:lnTo>
                    <a:pt x="6" y="137"/>
                  </a:lnTo>
                  <a:lnTo>
                    <a:pt x="6" y="137"/>
                  </a:lnTo>
                  <a:lnTo>
                    <a:pt x="8" y="137"/>
                  </a:lnTo>
                  <a:lnTo>
                    <a:pt x="8" y="139"/>
                  </a:lnTo>
                  <a:lnTo>
                    <a:pt x="8" y="139"/>
                  </a:lnTo>
                  <a:lnTo>
                    <a:pt x="10" y="144"/>
                  </a:lnTo>
                  <a:lnTo>
                    <a:pt x="12" y="148"/>
                  </a:lnTo>
                  <a:lnTo>
                    <a:pt x="12" y="150"/>
                  </a:lnTo>
                  <a:lnTo>
                    <a:pt x="10" y="150"/>
                  </a:lnTo>
                  <a:lnTo>
                    <a:pt x="10" y="152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8"/>
                  </a:lnTo>
                  <a:lnTo>
                    <a:pt x="13" y="158"/>
                  </a:lnTo>
                  <a:lnTo>
                    <a:pt x="13" y="158"/>
                  </a:lnTo>
                  <a:lnTo>
                    <a:pt x="13" y="160"/>
                  </a:lnTo>
                  <a:lnTo>
                    <a:pt x="12" y="162"/>
                  </a:lnTo>
                  <a:lnTo>
                    <a:pt x="13" y="165"/>
                  </a:lnTo>
                  <a:lnTo>
                    <a:pt x="13" y="167"/>
                  </a:lnTo>
                  <a:lnTo>
                    <a:pt x="13" y="169"/>
                  </a:lnTo>
                  <a:lnTo>
                    <a:pt x="15" y="171"/>
                  </a:lnTo>
                  <a:lnTo>
                    <a:pt x="23" y="179"/>
                  </a:lnTo>
                  <a:lnTo>
                    <a:pt x="23" y="179"/>
                  </a:lnTo>
                  <a:lnTo>
                    <a:pt x="23" y="181"/>
                  </a:lnTo>
                  <a:lnTo>
                    <a:pt x="23" y="183"/>
                  </a:lnTo>
                  <a:lnTo>
                    <a:pt x="23" y="183"/>
                  </a:lnTo>
                  <a:lnTo>
                    <a:pt x="25" y="186"/>
                  </a:lnTo>
                  <a:lnTo>
                    <a:pt x="25" y="188"/>
                  </a:lnTo>
                  <a:lnTo>
                    <a:pt x="25" y="188"/>
                  </a:lnTo>
                  <a:lnTo>
                    <a:pt x="25" y="188"/>
                  </a:lnTo>
                  <a:lnTo>
                    <a:pt x="25" y="190"/>
                  </a:lnTo>
                  <a:lnTo>
                    <a:pt x="25" y="190"/>
                  </a:lnTo>
                  <a:lnTo>
                    <a:pt x="23" y="192"/>
                  </a:lnTo>
                  <a:lnTo>
                    <a:pt x="23" y="192"/>
                  </a:lnTo>
                  <a:lnTo>
                    <a:pt x="21" y="192"/>
                  </a:lnTo>
                  <a:lnTo>
                    <a:pt x="21" y="194"/>
                  </a:lnTo>
                  <a:lnTo>
                    <a:pt x="21" y="194"/>
                  </a:lnTo>
                  <a:lnTo>
                    <a:pt x="25" y="200"/>
                  </a:lnTo>
                  <a:lnTo>
                    <a:pt x="25" y="200"/>
                  </a:lnTo>
                  <a:lnTo>
                    <a:pt x="25" y="202"/>
                  </a:lnTo>
                  <a:lnTo>
                    <a:pt x="27" y="202"/>
                  </a:lnTo>
                  <a:lnTo>
                    <a:pt x="27" y="202"/>
                  </a:lnTo>
                  <a:lnTo>
                    <a:pt x="29" y="203"/>
                  </a:lnTo>
                  <a:lnTo>
                    <a:pt x="29" y="203"/>
                  </a:lnTo>
                  <a:lnTo>
                    <a:pt x="29" y="205"/>
                  </a:lnTo>
                  <a:lnTo>
                    <a:pt x="29" y="205"/>
                  </a:lnTo>
                  <a:lnTo>
                    <a:pt x="29" y="205"/>
                  </a:lnTo>
                  <a:lnTo>
                    <a:pt x="31" y="205"/>
                  </a:lnTo>
                  <a:lnTo>
                    <a:pt x="31" y="205"/>
                  </a:lnTo>
                  <a:lnTo>
                    <a:pt x="33" y="205"/>
                  </a:lnTo>
                  <a:lnTo>
                    <a:pt x="33" y="205"/>
                  </a:lnTo>
                  <a:lnTo>
                    <a:pt x="33" y="205"/>
                  </a:lnTo>
                  <a:lnTo>
                    <a:pt x="33" y="207"/>
                  </a:lnTo>
                  <a:lnTo>
                    <a:pt x="33" y="207"/>
                  </a:lnTo>
                  <a:lnTo>
                    <a:pt x="33" y="209"/>
                  </a:lnTo>
                  <a:lnTo>
                    <a:pt x="34" y="209"/>
                  </a:lnTo>
                  <a:lnTo>
                    <a:pt x="36" y="209"/>
                  </a:lnTo>
                  <a:lnTo>
                    <a:pt x="36" y="209"/>
                  </a:lnTo>
                  <a:lnTo>
                    <a:pt x="36" y="209"/>
                  </a:lnTo>
                  <a:lnTo>
                    <a:pt x="36" y="213"/>
                  </a:lnTo>
                  <a:lnTo>
                    <a:pt x="38" y="213"/>
                  </a:lnTo>
                  <a:lnTo>
                    <a:pt x="40" y="213"/>
                  </a:lnTo>
                  <a:lnTo>
                    <a:pt x="38" y="219"/>
                  </a:lnTo>
                  <a:lnTo>
                    <a:pt x="36" y="221"/>
                  </a:lnTo>
                  <a:lnTo>
                    <a:pt x="38" y="222"/>
                  </a:lnTo>
                  <a:lnTo>
                    <a:pt x="38" y="224"/>
                  </a:lnTo>
                  <a:lnTo>
                    <a:pt x="38" y="224"/>
                  </a:lnTo>
                  <a:lnTo>
                    <a:pt x="40" y="226"/>
                  </a:lnTo>
                  <a:lnTo>
                    <a:pt x="40" y="226"/>
                  </a:lnTo>
                  <a:lnTo>
                    <a:pt x="42" y="226"/>
                  </a:lnTo>
                  <a:lnTo>
                    <a:pt x="44" y="228"/>
                  </a:lnTo>
                  <a:lnTo>
                    <a:pt x="44" y="228"/>
                  </a:lnTo>
                  <a:lnTo>
                    <a:pt x="42" y="228"/>
                  </a:lnTo>
                  <a:lnTo>
                    <a:pt x="42" y="230"/>
                  </a:lnTo>
                  <a:lnTo>
                    <a:pt x="42" y="230"/>
                  </a:lnTo>
                  <a:lnTo>
                    <a:pt x="42" y="230"/>
                  </a:lnTo>
                  <a:lnTo>
                    <a:pt x="40" y="232"/>
                  </a:lnTo>
                  <a:lnTo>
                    <a:pt x="40" y="232"/>
                  </a:lnTo>
                  <a:lnTo>
                    <a:pt x="40" y="232"/>
                  </a:lnTo>
                  <a:lnTo>
                    <a:pt x="40" y="234"/>
                  </a:lnTo>
                  <a:lnTo>
                    <a:pt x="42" y="234"/>
                  </a:lnTo>
                  <a:lnTo>
                    <a:pt x="44" y="234"/>
                  </a:lnTo>
                  <a:lnTo>
                    <a:pt x="40" y="236"/>
                  </a:lnTo>
                  <a:lnTo>
                    <a:pt x="40" y="238"/>
                  </a:lnTo>
                  <a:lnTo>
                    <a:pt x="40" y="241"/>
                  </a:lnTo>
                  <a:lnTo>
                    <a:pt x="40" y="243"/>
                  </a:lnTo>
                  <a:lnTo>
                    <a:pt x="36" y="241"/>
                  </a:lnTo>
                  <a:lnTo>
                    <a:pt x="38" y="243"/>
                  </a:lnTo>
                  <a:lnTo>
                    <a:pt x="38" y="245"/>
                  </a:lnTo>
                  <a:lnTo>
                    <a:pt x="36" y="249"/>
                  </a:lnTo>
                  <a:lnTo>
                    <a:pt x="38" y="249"/>
                  </a:lnTo>
                  <a:lnTo>
                    <a:pt x="40" y="251"/>
                  </a:lnTo>
                  <a:lnTo>
                    <a:pt x="40" y="251"/>
                  </a:lnTo>
                  <a:lnTo>
                    <a:pt x="42" y="253"/>
                  </a:lnTo>
                  <a:lnTo>
                    <a:pt x="42" y="257"/>
                  </a:lnTo>
                  <a:lnTo>
                    <a:pt x="42" y="259"/>
                  </a:lnTo>
                  <a:lnTo>
                    <a:pt x="40" y="261"/>
                  </a:lnTo>
                  <a:lnTo>
                    <a:pt x="40" y="261"/>
                  </a:lnTo>
                  <a:lnTo>
                    <a:pt x="38" y="262"/>
                  </a:lnTo>
                  <a:lnTo>
                    <a:pt x="38" y="264"/>
                  </a:lnTo>
                  <a:lnTo>
                    <a:pt x="36" y="266"/>
                  </a:lnTo>
                  <a:lnTo>
                    <a:pt x="36" y="266"/>
                  </a:lnTo>
                  <a:lnTo>
                    <a:pt x="34" y="264"/>
                  </a:lnTo>
                  <a:lnTo>
                    <a:pt x="34" y="264"/>
                  </a:lnTo>
                  <a:lnTo>
                    <a:pt x="33" y="264"/>
                  </a:lnTo>
                  <a:lnTo>
                    <a:pt x="31" y="268"/>
                  </a:lnTo>
                  <a:lnTo>
                    <a:pt x="31" y="268"/>
                  </a:lnTo>
                  <a:lnTo>
                    <a:pt x="27" y="268"/>
                  </a:lnTo>
                  <a:lnTo>
                    <a:pt x="25" y="270"/>
                  </a:lnTo>
                  <a:lnTo>
                    <a:pt x="25" y="270"/>
                  </a:lnTo>
                  <a:lnTo>
                    <a:pt x="25" y="270"/>
                  </a:lnTo>
                  <a:lnTo>
                    <a:pt x="23" y="270"/>
                  </a:lnTo>
                  <a:lnTo>
                    <a:pt x="23" y="270"/>
                  </a:lnTo>
                  <a:lnTo>
                    <a:pt x="23" y="272"/>
                  </a:lnTo>
                  <a:lnTo>
                    <a:pt x="19" y="274"/>
                  </a:lnTo>
                  <a:lnTo>
                    <a:pt x="21" y="278"/>
                  </a:lnTo>
                  <a:lnTo>
                    <a:pt x="21" y="280"/>
                  </a:lnTo>
                  <a:lnTo>
                    <a:pt x="21" y="283"/>
                  </a:lnTo>
                  <a:lnTo>
                    <a:pt x="21" y="283"/>
                  </a:lnTo>
                  <a:lnTo>
                    <a:pt x="21" y="283"/>
                  </a:lnTo>
                  <a:lnTo>
                    <a:pt x="21" y="283"/>
                  </a:lnTo>
                  <a:lnTo>
                    <a:pt x="23" y="283"/>
                  </a:lnTo>
                  <a:lnTo>
                    <a:pt x="23" y="285"/>
                  </a:lnTo>
                  <a:lnTo>
                    <a:pt x="23" y="285"/>
                  </a:lnTo>
                  <a:lnTo>
                    <a:pt x="25" y="285"/>
                  </a:lnTo>
                  <a:lnTo>
                    <a:pt x="25" y="287"/>
                  </a:lnTo>
                  <a:lnTo>
                    <a:pt x="25" y="289"/>
                  </a:lnTo>
                  <a:lnTo>
                    <a:pt x="25" y="291"/>
                  </a:lnTo>
                  <a:lnTo>
                    <a:pt x="25" y="291"/>
                  </a:lnTo>
                  <a:lnTo>
                    <a:pt x="23" y="291"/>
                  </a:lnTo>
                  <a:lnTo>
                    <a:pt x="23" y="293"/>
                  </a:lnTo>
                  <a:lnTo>
                    <a:pt x="23" y="293"/>
                  </a:lnTo>
                  <a:lnTo>
                    <a:pt x="23" y="293"/>
                  </a:lnTo>
                  <a:lnTo>
                    <a:pt x="23" y="295"/>
                  </a:lnTo>
                  <a:lnTo>
                    <a:pt x="25" y="295"/>
                  </a:lnTo>
                  <a:lnTo>
                    <a:pt x="25" y="295"/>
                  </a:lnTo>
                  <a:lnTo>
                    <a:pt x="25" y="297"/>
                  </a:lnTo>
                  <a:lnTo>
                    <a:pt x="25" y="297"/>
                  </a:lnTo>
                  <a:lnTo>
                    <a:pt x="25" y="299"/>
                  </a:lnTo>
                  <a:lnTo>
                    <a:pt x="25" y="299"/>
                  </a:lnTo>
                  <a:lnTo>
                    <a:pt x="25" y="300"/>
                  </a:lnTo>
                  <a:lnTo>
                    <a:pt x="25" y="302"/>
                  </a:lnTo>
                  <a:lnTo>
                    <a:pt x="31" y="306"/>
                  </a:lnTo>
                  <a:lnTo>
                    <a:pt x="31" y="308"/>
                  </a:lnTo>
                  <a:lnTo>
                    <a:pt x="33" y="310"/>
                  </a:lnTo>
                  <a:lnTo>
                    <a:pt x="33" y="314"/>
                  </a:lnTo>
                  <a:lnTo>
                    <a:pt x="34" y="316"/>
                  </a:lnTo>
                  <a:lnTo>
                    <a:pt x="34" y="316"/>
                  </a:lnTo>
                  <a:lnTo>
                    <a:pt x="36" y="318"/>
                  </a:lnTo>
                  <a:lnTo>
                    <a:pt x="36" y="318"/>
                  </a:lnTo>
                  <a:lnTo>
                    <a:pt x="36" y="318"/>
                  </a:lnTo>
                  <a:lnTo>
                    <a:pt x="38" y="318"/>
                  </a:lnTo>
                  <a:lnTo>
                    <a:pt x="40" y="318"/>
                  </a:lnTo>
                  <a:lnTo>
                    <a:pt x="40" y="319"/>
                  </a:lnTo>
                  <a:lnTo>
                    <a:pt x="46" y="323"/>
                  </a:lnTo>
                  <a:lnTo>
                    <a:pt x="46" y="323"/>
                  </a:lnTo>
                  <a:lnTo>
                    <a:pt x="46" y="323"/>
                  </a:lnTo>
                  <a:lnTo>
                    <a:pt x="48" y="323"/>
                  </a:lnTo>
                  <a:lnTo>
                    <a:pt x="50" y="323"/>
                  </a:lnTo>
                  <a:lnTo>
                    <a:pt x="50" y="323"/>
                  </a:lnTo>
                  <a:lnTo>
                    <a:pt x="50" y="325"/>
                  </a:lnTo>
                  <a:lnTo>
                    <a:pt x="50" y="325"/>
                  </a:lnTo>
                  <a:lnTo>
                    <a:pt x="50" y="327"/>
                  </a:lnTo>
                  <a:lnTo>
                    <a:pt x="50" y="329"/>
                  </a:lnTo>
                  <a:lnTo>
                    <a:pt x="52" y="329"/>
                  </a:lnTo>
                  <a:lnTo>
                    <a:pt x="52" y="331"/>
                  </a:lnTo>
                  <a:lnTo>
                    <a:pt x="52" y="333"/>
                  </a:lnTo>
                  <a:lnTo>
                    <a:pt x="53" y="335"/>
                  </a:lnTo>
                  <a:lnTo>
                    <a:pt x="53" y="335"/>
                  </a:lnTo>
                  <a:lnTo>
                    <a:pt x="53" y="335"/>
                  </a:lnTo>
                  <a:lnTo>
                    <a:pt x="53" y="335"/>
                  </a:lnTo>
                  <a:lnTo>
                    <a:pt x="55" y="337"/>
                  </a:lnTo>
                  <a:lnTo>
                    <a:pt x="53" y="338"/>
                  </a:lnTo>
                  <a:lnTo>
                    <a:pt x="52" y="340"/>
                  </a:lnTo>
                  <a:lnTo>
                    <a:pt x="50" y="340"/>
                  </a:lnTo>
                  <a:lnTo>
                    <a:pt x="50" y="342"/>
                  </a:lnTo>
                  <a:lnTo>
                    <a:pt x="50" y="342"/>
                  </a:lnTo>
                  <a:lnTo>
                    <a:pt x="48" y="344"/>
                  </a:lnTo>
                  <a:lnTo>
                    <a:pt x="48" y="344"/>
                  </a:lnTo>
                  <a:lnTo>
                    <a:pt x="42" y="346"/>
                  </a:lnTo>
                  <a:lnTo>
                    <a:pt x="40" y="346"/>
                  </a:lnTo>
                  <a:lnTo>
                    <a:pt x="40" y="348"/>
                  </a:lnTo>
                  <a:lnTo>
                    <a:pt x="40" y="348"/>
                  </a:lnTo>
                  <a:lnTo>
                    <a:pt x="40" y="348"/>
                  </a:lnTo>
                  <a:lnTo>
                    <a:pt x="40" y="348"/>
                  </a:lnTo>
                  <a:lnTo>
                    <a:pt x="40" y="350"/>
                  </a:lnTo>
                  <a:lnTo>
                    <a:pt x="40" y="350"/>
                  </a:lnTo>
                  <a:lnTo>
                    <a:pt x="42" y="350"/>
                  </a:lnTo>
                  <a:lnTo>
                    <a:pt x="42" y="350"/>
                  </a:lnTo>
                  <a:lnTo>
                    <a:pt x="42" y="350"/>
                  </a:lnTo>
                  <a:lnTo>
                    <a:pt x="44" y="350"/>
                  </a:lnTo>
                  <a:lnTo>
                    <a:pt x="44" y="350"/>
                  </a:lnTo>
                  <a:lnTo>
                    <a:pt x="44" y="352"/>
                  </a:lnTo>
                  <a:lnTo>
                    <a:pt x="44" y="354"/>
                  </a:lnTo>
                  <a:lnTo>
                    <a:pt x="44" y="354"/>
                  </a:lnTo>
                  <a:lnTo>
                    <a:pt x="46" y="354"/>
                  </a:lnTo>
                  <a:lnTo>
                    <a:pt x="50" y="354"/>
                  </a:lnTo>
                  <a:lnTo>
                    <a:pt x="52" y="354"/>
                  </a:lnTo>
                  <a:lnTo>
                    <a:pt x="52" y="354"/>
                  </a:lnTo>
                  <a:lnTo>
                    <a:pt x="52" y="354"/>
                  </a:lnTo>
                  <a:lnTo>
                    <a:pt x="52" y="354"/>
                  </a:lnTo>
                  <a:lnTo>
                    <a:pt x="52" y="354"/>
                  </a:lnTo>
                  <a:lnTo>
                    <a:pt x="53" y="354"/>
                  </a:lnTo>
                  <a:lnTo>
                    <a:pt x="53" y="354"/>
                  </a:lnTo>
                  <a:lnTo>
                    <a:pt x="53" y="354"/>
                  </a:lnTo>
                  <a:lnTo>
                    <a:pt x="53" y="354"/>
                  </a:lnTo>
                  <a:lnTo>
                    <a:pt x="55" y="356"/>
                  </a:lnTo>
                  <a:lnTo>
                    <a:pt x="55" y="358"/>
                  </a:lnTo>
                  <a:lnTo>
                    <a:pt x="57" y="358"/>
                  </a:lnTo>
                  <a:lnTo>
                    <a:pt x="57" y="358"/>
                  </a:lnTo>
                  <a:lnTo>
                    <a:pt x="57" y="356"/>
                  </a:lnTo>
                  <a:lnTo>
                    <a:pt x="57" y="356"/>
                  </a:lnTo>
                  <a:lnTo>
                    <a:pt x="59" y="356"/>
                  </a:lnTo>
                  <a:lnTo>
                    <a:pt x="59" y="356"/>
                  </a:lnTo>
                  <a:lnTo>
                    <a:pt x="59" y="356"/>
                  </a:lnTo>
                  <a:lnTo>
                    <a:pt x="61" y="356"/>
                  </a:lnTo>
                  <a:lnTo>
                    <a:pt x="61" y="358"/>
                  </a:lnTo>
                  <a:lnTo>
                    <a:pt x="59" y="358"/>
                  </a:lnTo>
                  <a:lnTo>
                    <a:pt x="59" y="359"/>
                  </a:lnTo>
                  <a:lnTo>
                    <a:pt x="53" y="359"/>
                  </a:lnTo>
                  <a:lnTo>
                    <a:pt x="52" y="359"/>
                  </a:lnTo>
                  <a:lnTo>
                    <a:pt x="36" y="367"/>
                  </a:lnTo>
                  <a:lnTo>
                    <a:pt x="33" y="369"/>
                  </a:lnTo>
                  <a:lnTo>
                    <a:pt x="33" y="371"/>
                  </a:lnTo>
                  <a:lnTo>
                    <a:pt x="31" y="371"/>
                  </a:lnTo>
                  <a:lnTo>
                    <a:pt x="31" y="373"/>
                  </a:lnTo>
                  <a:lnTo>
                    <a:pt x="31" y="373"/>
                  </a:lnTo>
                  <a:lnTo>
                    <a:pt x="31" y="375"/>
                  </a:lnTo>
                  <a:lnTo>
                    <a:pt x="31" y="377"/>
                  </a:lnTo>
                  <a:lnTo>
                    <a:pt x="31" y="380"/>
                  </a:lnTo>
                  <a:lnTo>
                    <a:pt x="31" y="380"/>
                  </a:lnTo>
                  <a:lnTo>
                    <a:pt x="31" y="380"/>
                  </a:lnTo>
                  <a:lnTo>
                    <a:pt x="31" y="380"/>
                  </a:lnTo>
                  <a:lnTo>
                    <a:pt x="34" y="380"/>
                  </a:lnTo>
                  <a:lnTo>
                    <a:pt x="34" y="378"/>
                  </a:lnTo>
                  <a:lnTo>
                    <a:pt x="36" y="378"/>
                  </a:lnTo>
                  <a:lnTo>
                    <a:pt x="36" y="375"/>
                  </a:lnTo>
                  <a:lnTo>
                    <a:pt x="38" y="375"/>
                  </a:lnTo>
                  <a:lnTo>
                    <a:pt x="38" y="375"/>
                  </a:lnTo>
                  <a:lnTo>
                    <a:pt x="40" y="375"/>
                  </a:lnTo>
                  <a:lnTo>
                    <a:pt x="40" y="375"/>
                  </a:lnTo>
                  <a:lnTo>
                    <a:pt x="40" y="375"/>
                  </a:lnTo>
                  <a:lnTo>
                    <a:pt x="53" y="369"/>
                  </a:lnTo>
                  <a:lnTo>
                    <a:pt x="55" y="369"/>
                  </a:lnTo>
                  <a:lnTo>
                    <a:pt x="57" y="365"/>
                  </a:lnTo>
                  <a:lnTo>
                    <a:pt x="59" y="365"/>
                  </a:lnTo>
                  <a:lnTo>
                    <a:pt x="61" y="365"/>
                  </a:lnTo>
                  <a:lnTo>
                    <a:pt x="61" y="365"/>
                  </a:lnTo>
                  <a:lnTo>
                    <a:pt x="65" y="365"/>
                  </a:lnTo>
                  <a:lnTo>
                    <a:pt x="71" y="365"/>
                  </a:lnTo>
                  <a:lnTo>
                    <a:pt x="71" y="367"/>
                  </a:lnTo>
                  <a:lnTo>
                    <a:pt x="71" y="367"/>
                  </a:lnTo>
                  <a:lnTo>
                    <a:pt x="73" y="367"/>
                  </a:lnTo>
                  <a:lnTo>
                    <a:pt x="73" y="367"/>
                  </a:lnTo>
                  <a:lnTo>
                    <a:pt x="73" y="367"/>
                  </a:lnTo>
                  <a:lnTo>
                    <a:pt x="73" y="367"/>
                  </a:lnTo>
                  <a:lnTo>
                    <a:pt x="74" y="367"/>
                  </a:lnTo>
                  <a:lnTo>
                    <a:pt x="74" y="367"/>
                  </a:lnTo>
                  <a:lnTo>
                    <a:pt x="76" y="367"/>
                  </a:lnTo>
                  <a:lnTo>
                    <a:pt x="78" y="367"/>
                  </a:lnTo>
                  <a:lnTo>
                    <a:pt x="84" y="367"/>
                  </a:lnTo>
                  <a:lnTo>
                    <a:pt x="86" y="367"/>
                  </a:lnTo>
                  <a:lnTo>
                    <a:pt x="86" y="369"/>
                  </a:lnTo>
                  <a:lnTo>
                    <a:pt x="86" y="369"/>
                  </a:lnTo>
                  <a:lnTo>
                    <a:pt x="86" y="371"/>
                  </a:lnTo>
                  <a:lnTo>
                    <a:pt x="86" y="371"/>
                  </a:lnTo>
                  <a:lnTo>
                    <a:pt x="88" y="371"/>
                  </a:lnTo>
                  <a:lnTo>
                    <a:pt x="88" y="371"/>
                  </a:lnTo>
                  <a:lnTo>
                    <a:pt x="88" y="371"/>
                  </a:lnTo>
                  <a:lnTo>
                    <a:pt x="88" y="371"/>
                  </a:lnTo>
                  <a:lnTo>
                    <a:pt x="88" y="369"/>
                  </a:lnTo>
                  <a:lnTo>
                    <a:pt x="88" y="367"/>
                  </a:lnTo>
                  <a:lnTo>
                    <a:pt x="88" y="367"/>
                  </a:lnTo>
                  <a:lnTo>
                    <a:pt x="90" y="367"/>
                  </a:lnTo>
                  <a:lnTo>
                    <a:pt x="90" y="367"/>
                  </a:lnTo>
                  <a:lnTo>
                    <a:pt x="92" y="367"/>
                  </a:lnTo>
                  <a:lnTo>
                    <a:pt x="92" y="367"/>
                  </a:lnTo>
                  <a:lnTo>
                    <a:pt x="93" y="367"/>
                  </a:lnTo>
                  <a:lnTo>
                    <a:pt x="93" y="365"/>
                  </a:lnTo>
                  <a:lnTo>
                    <a:pt x="93" y="365"/>
                  </a:lnTo>
                  <a:lnTo>
                    <a:pt x="93" y="365"/>
                  </a:lnTo>
                  <a:lnTo>
                    <a:pt x="95" y="363"/>
                  </a:lnTo>
                  <a:lnTo>
                    <a:pt x="95" y="363"/>
                  </a:lnTo>
                  <a:lnTo>
                    <a:pt x="97" y="363"/>
                  </a:lnTo>
                  <a:lnTo>
                    <a:pt x="101" y="363"/>
                  </a:lnTo>
                  <a:lnTo>
                    <a:pt x="101" y="363"/>
                  </a:lnTo>
                  <a:lnTo>
                    <a:pt x="103" y="363"/>
                  </a:lnTo>
                  <a:lnTo>
                    <a:pt x="103" y="363"/>
                  </a:lnTo>
                  <a:lnTo>
                    <a:pt x="105" y="363"/>
                  </a:lnTo>
                  <a:lnTo>
                    <a:pt x="107" y="363"/>
                  </a:lnTo>
                  <a:lnTo>
                    <a:pt x="107" y="365"/>
                  </a:lnTo>
                  <a:lnTo>
                    <a:pt x="109" y="365"/>
                  </a:lnTo>
                  <a:lnTo>
                    <a:pt x="109" y="365"/>
                  </a:lnTo>
                  <a:lnTo>
                    <a:pt x="109" y="365"/>
                  </a:lnTo>
                  <a:lnTo>
                    <a:pt x="109" y="367"/>
                  </a:lnTo>
                  <a:lnTo>
                    <a:pt x="109" y="367"/>
                  </a:lnTo>
                  <a:lnTo>
                    <a:pt x="105" y="369"/>
                  </a:lnTo>
                  <a:lnTo>
                    <a:pt x="105" y="371"/>
                  </a:lnTo>
                  <a:lnTo>
                    <a:pt x="103" y="371"/>
                  </a:lnTo>
                  <a:lnTo>
                    <a:pt x="103" y="371"/>
                  </a:lnTo>
                  <a:lnTo>
                    <a:pt x="103" y="371"/>
                  </a:lnTo>
                  <a:lnTo>
                    <a:pt x="103" y="371"/>
                  </a:lnTo>
                  <a:lnTo>
                    <a:pt x="103" y="371"/>
                  </a:lnTo>
                  <a:lnTo>
                    <a:pt x="103" y="373"/>
                  </a:lnTo>
                  <a:lnTo>
                    <a:pt x="103" y="373"/>
                  </a:lnTo>
                  <a:lnTo>
                    <a:pt x="105" y="375"/>
                  </a:lnTo>
                  <a:lnTo>
                    <a:pt x="105" y="375"/>
                  </a:lnTo>
                  <a:lnTo>
                    <a:pt x="105" y="377"/>
                  </a:lnTo>
                  <a:lnTo>
                    <a:pt x="107" y="377"/>
                  </a:lnTo>
                  <a:lnTo>
                    <a:pt x="109" y="377"/>
                  </a:lnTo>
                  <a:lnTo>
                    <a:pt x="111" y="377"/>
                  </a:lnTo>
                  <a:lnTo>
                    <a:pt x="111" y="377"/>
                  </a:lnTo>
                  <a:lnTo>
                    <a:pt x="111" y="373"/>
                  </a:lnTo>
                  <a:lnTo>
                    <a:pt x="113" y="373"/>
                  </a:lnTo>
                  <a:lnTo>
                    <a:pt x="113" y="373"/>
                  </a:lnTo>
                  <a:lnTo>
                    <a:pt x="116" y="373"/>
                  </a:lnTo>
                  <a:lnTo>
                    <a:pt x="118" y="373"/>
                  </a:lnTo>
                  <a:lnTo>
                    <a:pt x="120" y="373"/>
                  </a:lnTo>
                  <a:lnTo>
                    <a:pt x="122" y="375"/>
                  </a:lnTo>
                  <a:lnTo>
                    <a:pt x="122" y="377"/>
                  </a:lnTo>
                  <a:lnTo>
                    <a:pt x="124" y="377"/>
                  </a:lnTo>
                  <a:lnTo>
                    <a:pt x="126" y="377"/>
                  </a:lnTo>
                  <a:lnTo>
                    <a:pt x="126" y="377"/>
                  </a:lnTo>
                  <a:lnTo>
                    <a:pt x="126" y="377"/>
                  </a:lnTo>
                  <a:lnTo>
                    <a:pt x="128" y="378"/>
                  </a:lnTo>
                  <a:lnTo>
                    <a:pt x="130" y="378"/>
                  </a:lnTo>
                  <a:lnTo>
                    <a:pt x="132" y="380"/>
                  </a:lnTo>
                  <a:lnTo>
                    <a:pt x="133" y="380"/>
                  </a:lnTo>
                  <a:lnTo>
                    <a:pt x="137" y="382"/>
                  </a:lnTo>
                  <a:lnTo>
                    <a:pt x="139" y="382"/>
                  </a:lnTo>
                  <a:lnTo>
                    <a:pt x="141" y="382"/>
                  </a:lnTo>
                  <a:lnTo>
                    <a:pt x="141" y="382"/>
                  </a:lnTo>
                  <a:lnTo>
                    <a:pt x="143" y="380"/>
                  </a:lnTo>
                  <a:lnTo>
                    <a:pt x="143" y="380"/>
                  </a:lnTo>
                  <a:lnTo>
                    <a:pt x="143" y="380"/>
                  </a:lnTo>
                  <a:lnTo>
                    <a:pt x="145" y="380"/>
                  </a:lnTo>
                  <a:lnTo>
                    <a:pt x="147" y="380"/>
                  </a:lnTo>
                  <a:lnTo>
                    <a:pt x="151" y="378"/>
                  </a:lnTo>
                  <a:lnTo>
                    <a:pt x="153" y="378"/>
                  </a:lnTo>
                  <a:lnTo>
                    <a:pt x="153" y="380"/>
                  </a:lnTo>
                  <a:lnTo>
                    <a:pt x="154" y="380"/>
                  </a:lnTo>
                  <a:lnTo>
                    <a:pt x="154" y="378"/>
                  </a:lnTo>
                  <a:lnTo>
                    <a:pt x="156" y="380"/>
                  </a:lnTo>
                  <a:lnTo>
                    <a:pt x="156" y="380"/>
                  </a:lnTo>
                  <a:lnTo>
                    <a:pt x="156" y="382"/>
                  </a:lnTo>
                  <a:lnTo>
                    <a:pt x="158" y="382"/>
                  </a:lnTo>
                  <a:lnTo>
                    <a:pt x="158" y="382"/>
                  </a:lnTo>
                  <a:lnTo>
                    <a:pt x="160" y="382"/>
                  </a:lnTo>
                  <a:lnTo>
                    <a:pt x="162" y="384"/>
                  </a:lnTo>
                  <a:lnTo>
                    <a:pt x="164" y="388"/>
                  </a:lnTo>
                  <a:lnTo>
                    <a:pt x="166" y="388"/>
                  </a:lnTo>
                  <a:lnTo>
                    <a:pt x="166" y="388"/>
                  </a:lnTo>
                  <a:lnTo>
                    <a:pt x="170" y="388"/>
                  </a:lnTo>
                  <a:lnTo>
                    <a:pt x="172" y="388"/>
                  </a:lnTo>
                  <a:lnTo>
                    <a:pt x="172" y="388"/>
                  </a:lnTo>
                  <a:lnTo>
                    <a:pt x="174" y="390"/>
                  </a:lnTo>
                  <a:lnTo>
                    <a:pt x="174" y="390"/>
                  </a:lnTo>
                  <a:lnTo>
                    <a:pt x="174" y="392"/>
                  </a:lnTo>
                  <a:lnTo>
                    <a:pt x="174" y="392"/>
                  </a:lnTo>
                  <a:lnTo>
                    <a:pt x="174" y="392"/>
                  </a:lnTo>
                  <a:lnTo>
                    <a:pt x="174" y="396"/>
                  </a:lnTo>
                  <a:lnTo>
                    <a:pt x="175" y="399"/>
                  </a:lnTo>
                  <a:lnTo>
                    <a:pt x="175" y="401"/>
                  </a:lnTo>
                  <a:lnTo>
                    <a:pt x="181" y="409"/>
                  </a:lnTo>
                  <a:lnTo>
                    <a:pt x="183" y="413"/>
                  </a:lnTo>
                  <a:lnTo>
                    <a:pt x="183" y="415"/>
                  </a:lnTo>
                  <a:lnTo>
                    <a:pt x="183" y="418"/>
                  </a:lnTo>
                  <a:lnTo>
                    <a:pt x="183" y="422"/>
                  </a:lnTo>
                  <a:lnTo>
                    <a:pt x="183" y="422"/>
                  </a:lnTo>
                  <a:lnTo>
                    <a:pt x="183" y="424"/>
                  </a:lnTo>
                  <a:lnTo>
                    <a:pt x="183" y="424"/>
                  </a:lnTo>
                  <a:lnTo>
                    <a:pt x="185" y="424"/>
                  </a:lnTo>
                  <a:lnTo>
                    <a:pt x="185" y="424"/>
                  </a:lnTo>
                  <a:lnTo>
                    <a:pt x="183" y="426"/>
                  </a:lnTo>
                  <a:lnTo>
                    <a:pt x="181" y="428"/>
                  </a:lnTo>
                  <a:lnTo>
                    <a:pt x="181" y="430"/>
                  </a:lnTo>
                  <a:lnTo>
                    <a:pt x="181" y="430"/>
                  </a:lnTo>
                  <a:lnTo>
                    <a:pt x="179" y="432"/>
                  </a:lnTo>
                  <a:lnTo>
                    <a:pt x="177" y="432"/>
                  </a:lnTo>
                  <a:lnTo>
                    <a:pt x="175" y="432"/>
                  </a:lnTo>
                  <a:lnTo>
                    <a:pt x="175" y="432"/>
                  </a:lnTo>
                  <a:lnTo>
                    <a:pt x="174" y="432"/>
                  </a:lnTo>
                  <a:lnTo>
                    <a:pt x="174" y="434"/>
                  </a:lnTo>
                  <a:lnTo>
                    <a:pt x="174" y="434"/>
                  </a:lnTo>
                  <a:lnTo>
                    <a:pt x="174" y="435"/>
                  </a:lnTo>
                  <a:lnTo>
                    <a:pt x="174" y="437"/>
                  </a:lnTo>
                  <a:lnTo>
                    <a:pt x="174" y="437"/>
                  </a:lnTo>
                  <a:lnTo>
                    <a:pt x="174" y="439"/>
                  </a:lnTo>
                  <a:lnTo>
                    <a:pt x="175" y="441"/>
                  </a:lnTo>
                  <a:lnTo>
                    <a:pt x="174" y="441"/>
                  </a:lnTo>
                  <a:lnTo>
                    <a:pt x="174" y="441"/>
                  </a:lnTo>
                  <a:lnTo>
                    <a:pt x="172" y="443"/>
                  </a:lnTo>
                  <a:lnTo>
                    <a:pt x="172" y="443"/>
                  </a:lnTo>
                  <a:lnTo>
                    <a:pt x="172" y="443"/>
                  </a:lnTo>
                  <a:lnTo>
                    <a:pt x="172" y="445"/>
                  </a:lnTo>
                  <a:lnTo>
                    <a:pt x="172" y="447"/>
                  </a:lnTo>
                  <a:lnTo>
                    <a:pt x="172" y="447"/>
                  </a:lnTo>
                  <a:lnTo>
                    <a:pt x="174" y="449"/>
                  </a:lnTo>
                  <a:lnTo>
                    <a:pt x="174" y="449"/>
                  </a:lnTo>
                  <a:lnTo>
                    <a:pt x="174" y="451"/>
                  </a:lnTo>
                  <a:lnTo>
                    <a:pt x="174" y="451"/>
                  </a:lnTo>
                  <a:lnTo>
                    <a:pt x="170" y="456"/>
                  </a:lnTo>
                  <a:lnTo>
                    <a:pt x="168" y="460"/>
                  </a:lnTo>
                  <a:lnTo>
                    <a:pt x="168" y="462"/>
                  </a:lnTo>
                  <a:lnTo>
                    <a:pt x="168" y="464"/>
                  </a:lnTo>
                  <a:lnTo>
                    <a:pt x="168" y="466"/>
                  </a:lnTo>
                  <a:lnTo>
                    <a:pt x="164" y="470"/>
                  </a:lnTo>
                  <a:lnTo>
                    <a:pt x="162" y="474"/>
                  </a:lnTo>
                  <a:lnTo>
                    <a:pt x="160" y="477"/>
                  </a:lnTo>
                  <a:lnTo>
                    <a:pt x="158" y="479"/>
                  </a:lnTo>
                  <a:lnTo>
                    <a:pt x="158" y="479"/>
                  </a:lnTo>
                  <a:lnTo>
                    <a:pt x="156" y="479"/>
                  </a:lnTo>
                  <a:lnTo>
                    <a:pt x="154" y="481"/>
                  </a:lnTo>
                  <a:lnTo>
                    <a:pt x="154" y="481"/>
                  </a:lnTo>
                  <a:lnTo>
                    <a:pt x="154" y="483"/>
                  </a:lnTo>
                  <a:lnTo>
                    <a:pt x="154" y="485"/>
                  </a:lnTo>
                  <a:lnTo>
                    <a:pt x="153" y="487"/>
                  </a:lnTo>
                  <a:lnTo>
                    <a:pt x="153" y="487"/>
                  </a:lnTo>
                  <a:lnTo>
                    <a:pt x="153" y="489"/>
                  </a:lnTo>
                  <a:lnTo>
                    <a:pt x="154" y="489"/>
                  </a:lnTo>
                  <a:lnTo>
                    <a:pt x="154" y="491"/>
                  </a:lnTo>
                  <a:lnTo>
                    <a:pt x="156" y="493"/>
                  </a:lnTo>
                  <a:lnTo>
                    <a:pt x="156" y="494"/>
                  </a:lnTo>
                  <a:lnTo>
                    <a:pt x="156" y="494"/>
                  </a:lnTo>
                  <a:lnTo>
                    <a:pt x="156" y="496"/>
                  </a:lnTo>
                  <a:lnTo>
                    <a:pt x="156" y="496"/>
                  </a:lnTo>
                  <a:lnTo>
                    <a:pt x="156" y="496"/>
                  </a:lnTo>
                  <a:lnTo>
                    <a:pt x="154" y="496"/>
                  </a:lnTo>
                  <a:lnTo>
                    <a:pt x="153" y="498"/>
                  </a:lnTo>
                  <a:lnTo>
                    <a:pt x="143" y="500"/>
                  </a:lnTo>
                  <a:lnTo>
                    <a:pt x="139" y="502"/>
                  </a:lnTo>
                  <a:lnTo>
                    <a:pt x="139" y="504"/>
                  </a:lnTo>
                  <a:lnTo>
                    <a:pt x="137" y="504"/>
                  </a:lnTo>
                  <a:lnTo>
                    <a:pt x="137" y="504"/>
                  </a:lnTo>
                  <a:lnTo>
                    <a:pt x="135" y="504"/>
                  </a:lnTo>
                  <a:lnTo>
                    <a:pt x="132" y="504"/>
                  </a:lnTo>
                  <a:lnTo>
                    <a:pt x="132" y="504"/>
                  </a:lnTo>
                  <a:lnTo>
                    <a:pt x="128" y="504"/>
                  </a:lnTo>
                  <a:lnTo>
                    <a:pt x="120" y="506"/>
                  </a:lnTo>
                  <a:lnTo>
                    <a:pt x="118" y="508"/>
                  </a:lnTo>
                  <a:lnTo>
                    <a:pt x="118" y="513"/>
                  </a:lnTo>
                  <a:lnTo>
                    <a:pt x="116" y="515"/>
                  </a:lnTo>
                  <a:lnTo>
                    <a:pt x="111" y="521"/>
                  </a:lnTo>
                  <a:lnTo>
                    <a:pt x="111" y="521"/>
                  </a:lnTo>
                  <a:lnTo>
                    <a:pt x="109" y="523"/>
                  </a:lnTo>
                  <a:lnTo>
                    <a:pt x="109" y="523"/>
                  </a:lnTo>
                  <a:lnTo>
                    <a:pt x="111" y="525"/>
                  </a:lnTo>
                  <a:lnTo>
                    <a:pt x="111" y="527"/>
                  </a:lnTo>
                  <a:lnTo>
                    <a:pt x="113" y="527"/>
                  </a:lnTo>
                  <a:lnTo>
                    <a:pt x="114" y="529"/>
                  </a:lnTo>
                  <a:lnTo>
                    <a:pt x="118" y="540"/>
                  </a:lnTo>
                  <a:lnTo>
                    <a:pt x="120" y="542"/>
                  </a:lnTo>
                  <a:lnTo>
                    <a:pt x="120" y="542"/>
                  </a:lnTo>
                  <a:lnTo>
                    <a:pt x="120" y="544"/>
                  </a:lnTo>
                  <a:lnTo>
                    <a:pt x="120" y="546"/>
                  </a:lnTo>
                  <a:lnTo>
                    <a:pt x="118" y="548"/>
                  </a:lnTo>
                  <a:lnTo>
                    <a:pt x="118" y="550"/>
                  </a:lnTo>
                  <a:lnTo>
                    <a:pt x="118" y="551"/>
                  </a:lnTo>
                  <a:lnTo>
                    <a:pt x="116" y="553"/>
                  </a:lnTo>
                  <a:lnTo>
                    <a:pt x="116" y="553"/>
                  </a:lnTo>
                  <a:lnTo>
                    <a:pt x="116" y="555"/>
                  </a:lnTo>
                  <a:lnTo>
                    <a:pt x="118" y="557"/>
                  </a:lnTo>
                  <a:lnTo>
                    <a:pt x="116" y="561"/>
                  </a:lnTo>
                  <a:lnTo>
                    <a:pt x="116" y="563"/>
                  </a:lnTo>
                  <a:lnTo>
                    <a:pt x="114" y="565"/>
                  </a:lnTo>
                  <a:lnTo>
                    <a:pt x="111" y="569"/>
                  </a:lnTo>
                  <a:lnTo>
                    <a:pt x="107" y="571"/>
                  </a:lnTo>
                  <a:lnTo>
                    <a:pt x="103" y="574"/>
                  </a:lnTo>
                  <a:lnTo>
                    <a:pt x="101" y="574"/>
                  </a:lnTo>
                  <a:lnTo>
                    <a:pt x="101" y="576"/>
                  </a:lnTo>
                  <a:lnTo>
                    <a:pt x="103" y="578"/>
                  </a:lnTo>
                  <a:lnTo>
                    <a:pt x="103" y="578"/>
                  </a:lnTo>
                  <a:lnTo>
                    <a:pt x="105" y="578"/>
                  </a:lnTo>
                  <a:lnTo>
                    <a:pt x="105" y="578"/>
                  </a:lnTo>
                  <a:lnTo>
                    <a:pt x="107" y="584"/>
                  </a:lnTo>
                  <a:lnTo>
                    <a:pt x="107" y="586"/>
                  </a:lnTo>
                  <a:lnTo>
                    <a:pt x="107" y="588"/>
                  </a:lnTo>
                  <a:lnTo>
                    <a:pt x="107" y="590"/>
                  </a:lnTo>
                  <a:lnTo>
                    <a:pt x="109" y="591"/>
                  </a:lnTo>
                  <a:lnTo>
                    <a:pt x="109" y="591"/>
                  </a:lnTo>
                  <a:lnTo>
                    <a:pt x="111" y="593"/>
                  </a:lnTo>
                  <a:lnTo>
                    <a:pt x="111" y="597"/>
                  </a:lnTo>
                  <a:lnTo>
                    <a:pt x="111" y="597"/>
                  </a:lnTo>
                  <a:lnTo>
                    <a:pt x="111" y="599"/>
                  </a:lnTo>
                  <a:lnTo>
                    <a:pt x="111" y="599"/>
                  </a:lnTo>
                  <a:lnTo>
                    <a:pt x="111" y="601"/>
                  </a:lnTo>
                  <a:lnTo>
                    <a:pt x="111" y="601"/>
                  </a:lnTo>
                  <a:lnTo>
                    <a:pt x="111" y="603"/>
                  </a:lnTo>
                  <a:lnTo>
                    <a:pt x="111" y="605"/>
                  </a:lnTo>
                  <a:lnTo>
                    <a:pt x="109" y="607"/>
                  </a:lnTo>
                  <a:lnTo>
                    <a:pt x="107" y="610"/>
                  </a:lnTo>
                  <a:lnTo>
                    <a:pt x="107" y="612"/>
                  </a:lnTo>
                  <a:lnTo>
                    <a:pt x="107" y="612"/>
                  </a:lnTo>
                  <a:lnTo>
                    <a:pt x="109" y="614"/>
                  </a:lnTo>
                  <a:lnTo>
                    <a:pt x="109" y="614"/>
                  </a:lnTo>
                  <a:lnTo>
                    <a:pt x="109" y="614"/>
                  </a:lnTo>
                  <a:lnTo>
                    <a:pt x="111" y="616"/>
                  </a:lnTo>
                  <a:lnTo>
                    <a:pt x="111" y="616"/>
                  </a:lnTo>
                  <a:lnTo>
                    <a:pt x="111" y="616"/>
                  </a:lnTo>
                  <a:lnTo>
                    <a:pt x="113" y="618"/>
                  </a:lnTo>
                  <a:lnTo>
                    <a:pt x="113" y="620"/>
                  </a:lnTo>
                  <a:lnTo>
                    <a:pt x="114" y="620"/>
                  </a:lnTo>
                  <a:lnTo>
                    <a:pt x="116" y="622"/>
                  </a:lnTo>
                  <a:lnTo>
                    <a:pt x="118" y="622"/>
                  </a:lnTo>
                  <a:lnTo>
                    <a:pt x="118" y="622"/>
                  </a:lnTo>
                  <a:lnTo>
                    <a:pt x="118" y="624"/>
                  </a:lnTo>
                  <a:lnTo>
                    <a:pt x="118" y="624"/>
                  </a:lnTo>
                  <a:lnTo>
                    <a:pt x="116" y="628"/>
                  </a:lnTo>
                  <a:lnTo>
                    <a:pt x="116" y="628"/>
                  </a:lnTo>
                  <a:lnTo>
                    <a:pt x="116" y="629"/>
                  </a:lnTo>
                  <a:lnTo>
                    <a:pt x="116" y="631"/>
                  </a:lnTo>
                  <a:lnTo>
                    <a:pt x="118" y="631"/>
                  </a:lnTo>
                  <a:lnTo>
                    <a:pt x="118" y="633"/>
                  </a:lnTo>
                  <a:lnTo>
                    <a:pt x="120" y="633"/>
                  </a:lnTo>
                  <a:lnTo>
                    <a:pt x="122" y="633"/>
                  </a:lnTo>
                  <a:lnTo>
                    <a:pt x="124" y="633"/>
                  </a:lnTo>
                  <a:lnTo>
                    <a:pt x="126" y="631"/>
                  </a:lnTo>
                  <a:lnTo>
                    <a:pt x="126" y="631"/>
                  </a:lnTo>
                  <a:lnTo>
                    <a:pt x="128" y="629"/>
                  </a:lnTo>
                  <a:lnTo>
                    <a:pt x="128" y="629"/>
                  </a:lnTo>
                  <a:lnTo>
                    <a:pt x="128" y="628"/>
                  </a:lnTo>
                  <a:lnTo>
                    <a:pt x="128" y="628"/>
                  </a:lnTo>
                  <a:lnTo>
                    <a:pt x="128" y="626"/>
                  </a:lnTo>
                  <a:lnTo>
                    <a:pt x="128" y="626"/>
                  </a:lnTo>
                  <a:lnTo>
                    <a:pt x="128" y="624"/>
                  </a:lnTo>
                  <a:lnTo>
                    <a:pt x="130" y="624"/>
                  </a:lnTo>
                  <a:lnTo>
                    <a:pt x="130" y="622"/>
                  </a:lnTo>
                  <a:lnTo>
                    <a:pt x="130" y="622"/>
                  </a:lnTo>
                  <a:lnTo>
                    <a:pt x="132" y="622"/>
                  </a:lnTo>
                  <a:lnTo>
                    <a:pt x="133" y="624"/>
                  </a:lnTo>
                  <a:lnTo>
                    <a:pt x="135" y="624"/>
                  </a:lnTo>
                  <a:lnTo>
                    <a:pt x="141" y="629"/>
                  </a:lnTo>
                  <a:lnTo>
                    <a:pt x="143" y="629"/>
                  </a:lnTo>
                  <a:lnTo>
                    <a:pt x="145" y="633"/>
                  </a:lnTo>
                  <a:lnTo>
                    <a:pt x="147" y="633"/>
                  </a:lnTo>
                  <a:lnTo>
                    <a:pt x="149" y="635"/>
                  </a:lnTo>
                  <a:lnTo>
                    <a:pt x="151" y="635"/>
                  </a:lnTo>
                  <a:lnTo>
                    <a:pt x="153" y="635"/>
                  </a:lnTo>
                  <a:lnTo>
                    <a:pt x="154" y="635"/>
                  </a:lnTo>
                  <a:lnTo>
                    <a:pt x="154" y="635"/>
                  </a:lnTo>
                  <a:lnTo>
                    <a:pt x="156" y="635"/>
                  </a:lnTo>
                  <a:lnTo>
                    <a:pt x="156" y="637"/>
                  </a:lnTo>
                  <a:lnTo>
                    <a:pt x="156" y="637"/>
                  </a:lnTo>
                  <a:lnTo>
                    <a:pt x="156" y="639"/>
                  </a:lnTo>
                  <a:lnTo>
                    <a:pt x="156" y="641"/>
                  </a:lnTo>
                  <a:lnTo>
                    <a:pt x="158" y="641"/>
                  </a:lnTo>
                  <a:lnTo>
                    <a:pt x="160" y="643"/>
                  </a:lnTo>
                  <a:lnTo>
                    <a:pt x="160" y="641"/>
                  </a:lnTo>
                  <a:lnTo>
                    <a:pt x="162" y="641"/>
                  </a:lnTo>
                  <a:lnTo>
                    <a:pt x="164" y="639"/>
                  </a:lnTo>
                  <a:lnTo>
                    <a:pt x="166" y="637"/>
                  </a:lnTo>
                  <a:lnTo>
                    <a:pt x="168" y="633"/>
                  </a:lnTo>
                  <a:lnTo>
                    <a:pt x="168" y="631"/>
                  </a:lnTo>
                  <a:lnTo>
                    <a:pt x="170" y="629"/>
                  </a:lnTo>
                  <a:lnTo>
                    <a:pt x="174" y="626"/>
                  </a:lnTo>
                  <a:lnTo>
                    <a:pt x="174" y="626"/>
                  </a:lnTo>
                  <a:lnTo>
                    <a:pt x="174" y="624"/>
                  </a:lnTo>
                  <a:lnTo>
                    <a:pt x="175" y="624"/>
                  </a:lnTo>
                  <a:lnTo>
                    <a:pt x="175" y="622"/>
                  </a:lnTo>
                  <a:lnTo>
                    <a:pt x="177" y="620"/>
                  </a:lnTo>
                  <a:lnTo>
                    <a:pt x="177" y="616"/>
                  </a:lnTo>
                  <a:lnTo>
                    <a:pt x="175" y="616"/>
                  </a:lnTo>
                  <a:lnTo>
                    <a:pt x="174" y="616"/>
                  </a:lnTo>
                  <a:lnTo>
                    <a:pt x="172" y="616"/>
                  </a:lnTo>
                  <a:lnTo>
                    <a:pt x="172" y="614"/>
                  </a:lnTo>
                  <a:lnTo>
                    <a:pt x="172" y="614"/>
                  </a:lnTo>
                  <a:lnTo>
                    <a:pt x="170" y="614"/>
                  </a:lnTo>
                  <a:lnTo>
                    <a:pt x="170" y="614"/>
                  </a:lnTo>
                  <a:lnTo>
                    <a:pt x="170" y="614"/>
                  </a:lnTo>
                  <a:lnTo>
                    <a:pt x="170" y="612"/>
                  </a:lnTo>
                  <a:lnTo>
                    <a:pt x="170" y="612"/>
                  </a:lnTo>
                  <a:lnTo>
                    <a:pt x="172" y="610"/>
                  </a:lnTo>
                  <a:lnTo>
                    <a:pt x="172" y="610"/>
                  </a:lnTo>
                  <a:lnTo>
                    <a:pt x="170" y="609"/>
                  </a:lnTo>
                  <a:lnTo>
                    <a:pt x="168" y="607"/>
                  </a:lnTo>
                  <a:lnTo>
                    <a:pt x="168" y="605"/>
                  </a:lnTo>
                  <a:lnTo>
                    <a:pt x="168" y="603"/>
                  </a:lnTo>
                  <a:lnTo>
                    <a:pt x="168" y="603"/>
                  </a:lnTo>
                  <a:lnTo>
                    <a:pt x="166" y="601"/>
                  </a:lnTo>
                  <a:lnTo>
                    <a:pt x="166" y="599"/>
                  </a:lnTo>
                  <a:lnTo>
                    <a:pt x="164" y="599"/>
                  </a:lnTo>
                  <a:lnTo>
                    <a:pt x="162" y="599"/>
                  </a:lnTo>
                  <a:lnTo>
                    <a:pt x="162" y="599"/>
                  </a:lnTo>
                  <a:lnTo>
                    <a:pt x="160" y="599"/>
                  </a:lnTo>
                  <a:lnTo>
                    <a:pt x="156" y="599"/>
                  </a:lnTo>
                  <a:lnTo>
                    <a:pt x="156" y="601"/>
                  </a:lnTo>
                  <a:lnTo>
                    <a:pt x="154" y="601"/>
                  </a:lnTo>
                  <a:lnTo>
                    <a:pt x="154" y="599"/>
                  </a:lnTo>
                  <a:lnTo>
                    <a:pt x="153" y="599"/>
                  </a:lnTo>
                  <a:lnTo>
                    <a:pt x="153" y="597"/>
                  </a:lnTo>
                  <a:lnTo>
                    <a:pt x="153" y="597"/>
                  </a:lnTo>
                  <a:lnTo>
                    <a:pt x="153" y="595"/>
                  </a:lnTo>
                  <a:lnTo>
                    <a:pt x="153" y="593"/>
                  </a:lnTo>
                  <a:lnTo>
                    <a:pt x="154" y="591"/>
                  </a:lnTo>
                  <a:lnTo>
                    <a:pt x="154" y="591"/>
                  </a:lnTo>
                  <a:lnTo>
                    <a:pt x="154" y="591"/>
                  </a:lnTo>
                  <a:lnTo>
                    <a:pt x="154" y="590"/>
                  </a:lnTo>
                  <a:lnTo>
                    <a:pt x="154" y="586"/>
                  </a:lnTo>
                  <a:lnTo>
                    <a:pt x="154" y="582"/>
                  </a:lnTo>
                  <a:lnTo>
                    <a:pt x="154" y="580"/>
                  </a:lnTo>
                  <a:lnTo>
                    <a:pt x="153" y="578"/>
                  </a:lnTo>
                  <a:lnTo>
                    <a:pt x="153" y="576"/>
                  </a:lnTo>
                  <a:lnTo>
                    <a:pt x="151" y="574"/>
                  </a:lnTo>
                  <a:lnTo>
                    <a:pt x="147" y="571"/>
                  </a:lnTo>
                  <a:lnTo>
                    <a:pt x="147" y="569"/>
                  </a:lnTo>
                  <a:lnTo>
                    <a:pt x="145" y="567"/>
                  </a:lnTo>
                  <a:lnTo>
                    <a:pt x="143" y="555"/>
                  </a:lnTo>
                  <a:lnTo>
                    <a:pt x="143" y="551"/>
                  </a:lnTo>
                  <a:lnTo>
                    <a:pt x="143" y="550"/>
                  </a:lnTo>
                  <a:lnTo>
                    <a:pt x="139" y="542"/>
                  </a:lnTo>
                  <a:lnTo>
                    <a:pt x="137" y="540"/>
                  </a:lnTo>
                  <a:lnTo>
                    <a:pt x="137" y="538"/>
                  </a:lnTo>
                  <a:lnTo>
                    <a:pt x="135" y="536"/>
                  </a:lnTo>
                  <a:lnTo>
                    <a:pt x="133" y="536"/>
                  </a:lnTo>
                  <a:lnTo>
                    <a:pt x="133" y="536"/>
                  </a:lnTo>
                  <a:lnTo>
                    <a:pt x="133" y="534"/>
                  </a:lnTo>
                  <a:lnTo>
                    <a:pt x="133" y="534"/>
                  </a:lnTo>
                  <a:lnTo>
                    <a:pt x="133" y="532"/>
                  </a:lnTo>
                  <a:lnTo>
                    <a:pt x="133" y="532"/>
                  </a:lnTo>
                  <a:lnTo>
                    <a:pt x="135" y="531"/>
                  </a:lnTo>
                  <a:lnTo>
                    <a:pt x="137" y="527"/>
                  </a:lnTo>
                  <a:lnTo>
                    <a:pt x="137" y="527"/>
                  </a:lnTo>
                  <a:lnTo>
                    <a:pt x="139" y="525"/>
                  </a:lnTo>
                  <a:lnTo>
                    <a:pt x="139" y="525"/>
                  </a:lnTo>
                  <a:lnTo>
                    <a:pt x="139" y="525"/>
                  </a:lnTo>
                  <a:lnTo>
                    <a:pt x="139" y="523"/>
                  </a:lnTo>
                  <a:lnTo>
                    <a:pt x="139" y="523"/>
                  </a:lnTo>
                  <a:lnTo>
                    <a:pt x="139" y="523"/>
                  </a:lnTo>
                  <a:lnTo>
                    <a:pt x="139" y="521"/>
                  </a:lnTo>
                  <a:lnTo>
                    <a:pt x="139" y="521"/>
                  </a:lnTo>
                  <a:lnTo>
                    <a:pt x="141" y="521"/>
                  </a:lnTo>
                  <a:lnTo>
                    <a:pt x="141" y="521"/>
                  </a:lnTo>
                  <a:lnTo>
                    <a:pt x="143" y="521"/>
                  </a:lnTo>
                  <a:lnTo>
                    <a:pt x="145" y="521"/>
                  </a:lnTo>
                  <a:lnTo>
                    <a:pt x="147" y="521"/>
                  </a:lnTo>
                  <a:lnTo>
                    <a:pt x="147" y="521"/>
                  </a:lnTo>
                  <a:lnTo>
                    <a:pt x="147" y="521"/>
                  </a:lnTo>
                  <a:lnTo>
                    <a:pt x="149" y="523"/>
                  </a:lnTo>
                  <a:lnTo>
                    <a:pt x="149" y="523"/>
                  </a:lnTo>
                  <a:lnTo>
                    <a:pt x="151" y="525"/>
                  </a:lnTo>
                  <a:lnTo>
                    <a:pt x="151" y="525"/>
                  </a:lnTo>
                  <a:lnTo>
                    <a:pt x="153" y="527"/>
                  </a:lnTo>
                  <a:lnTo>
                    <a:pt x="153" y="527"/>
                  </a:lnTo>
                  <a:lnTo>
                    <a:pt x="153" y="527"/>
                  </a:lnTo>
                  <a:lnTo>
                    <a:pt x="154" y="527"/>
                  </a:lnTo>
                  <a:lnTo>
                    <a:pt x="154" y="527"/>
                  </a:lnTo>
                  <a:lnTo>
                    <a:pt x="154" y="525"/>
                  </a:lnTo>
                  <a:lnTo>
                    <a:pt x="154" y="523"/>
                  </a:lnTo>
                  <a:lnTo>
                    <a:pt x="154" y="523"/>
                  </a:lnTo>
                  <a:lnTo>
                    <a:pt x="154" y="523"/>
                  </a:lnTo>
                  <a:lnTo>
                    <a:pt x="154" y="521"/>
                  </a:lnTo>
                  <a:lnTo>
                    <a:pt x="154" y="521"/>
                  </a:lnTo>
                  <a:lnTo>
                    <a:pt x="154" y="519"/>
                  </a:lnTo>
                  <a:lnTo>
                    <a:pt x="154" y="519"/>
                  </a:lnTo>
                  <a:lnTo>
                    <a:pt x="154" y="517"/>
                  </a:lnTo>
                  <a:lnTo>
                    <a:pt x="153" y="515"/>
                  </a:lnTo>
                  <a:lnTo>
                    <a:pt x="153" y="515"/>
                  </a:lnTo>
                  <a:lnTo>
                    <a:pt x="153" y="513"/>
                  </a:lnTo>
                  <a:lnTo>
                    <a:pt x="153" y="512"/>
                  </a:lnTo>
                  <a:lnTo>
                    <a:pt x="154" y="512"/>
                  </a:lnTo>
                  <a:lnTo>
                    <a:pt x="154" y="512"/>
                  </a:lnTo>
                  <a:lnTo>
                    <a:pt x="156" y="512"/>
                  </a:lnTo>
                  <a:lnTo>
                    <a:pt x="156" y="510"/>
                  </a:lnTo>
                  <a:lnTo>
                    <a:pt x="158" y="510"/>
                  </a:lnTo>
                  <a:lnTo>
                    <a:pt x="160" y="512"/>
                  </a:lnTo>
                  <a:lnTo>
                    <a:pt x="160" y="512"/>
                  </a:lnTo>
                  <a:lnTo>
                    <a:pt x="160" y="512"/>
                  </a:lnTo>
                  <a:lnTo>
                    <a:pt x="160" y="513"/>
                  </a:lnTo>
                  <a:lnTo>
                    <a:pt x="160" y="517"/>
                  </a:lnTo>
                  <a:lnTo>
                    <a:pt x="160" y="519"/>
                  </a:lnTo>
                  <a:lnTo>
                    <a:pt x="160" y="519"/>
                  </a:lnTo>
                  <a:lnTo>
                    <a:pt x="162" y="521"/>
                  </a:lnTo>
                  <a:lnTo>
                    <a:pt x="164" y="519"/>
                  </a:lnTo>
                  <a:lnTo>
                    <a:pt x="164" y="519"/>
                  </a:lnTo>
                  <a:lnTo>
                    <a:pt x="166" y="519"/>
                  </a:lnTo>
                  <a:lnTo>
                    <a:pt x="166" y="517"/>
                  </a:lnTo>
                  <a:lnTo>
                    <a:pt x="164" y="513"/>
                  </a:lnTo>
                  <a:lnTo>
                    <a:pt x="164" y="513"/>
                  </a:lnTo>
                  <a:lnTo>
                    <a:pt x="166" y="512"/>
                  </a:lnTo>
                  <a:lnTo>
                    <a:pt x="166" y="512"/>
                  </a:lnTo>
                  <a:lnTo>
                    <a:pt x="166" y="510"/>
                  </a:lnTo>
                  <a:lnTo>
                    <a:pt x="166" y="510"/>
                  </a:lnTo>
                  <a:lnTo>
                    <a:pt x="168" y="508"/>
                  </a:lnTo>
                  <a:lnTo>
                    <a:pt x="168" y="508"/>
                  </a:lnTo>
                  <a:lnTo>
                    <a:pt x="170" y="508"/>
                  </a:lnTo>
                  <a:lnTo>
                    <a:pt x="170" y="510"/>
                  </a:lnTo>
                  <a:lnTo>
                    <a:pt x="172" y="510"/>
                  </a:lnTo>
                  <a:lnTo>
                    <a:pt x="172" y="512"/>
                  </a:lnTo>
                  <a:lnTo>
                    <a:pt x="172" y="513"/>
                  </a:lnTo>
                  <a:lnTo>
                    <a:pt x="172" y="513"/>
                  </a:lnTo>
                  <a:lnTo>
                    <a:pt x="170" y="515"/>
                  </a:lnTo>
                  <a:lnTo>
                    <a:pt x="170" y="517"/>
                  </a:lnTo>
                  <a:lnTo>
                    <a:pt x="170" y="517"/>
                  </a:lnTo>
                  <a:lnTo>
                    <a:pt x="170" y="517"/>
                  </a:lnTo>
                  <a:lnTo>
                    <a:pt x="172" y="517"/>
                  </a:lnTo>
                  <a:lnTo>
                    <a:pt x="172" y="517"/>
                  </a:lnTo>
                  <a:lnTo>
                    <a:pt x="174" y="517"/>
                  </a:lnTo>
                  <a:lnTo>
                    <a:pt x="174" y="517"/>
                  </a:lnTo>
                  <a:lnTo>
                    <a:pt x="174" y="517"/>
                  </a:lnTo>
                  <a:lnTo>
                    <a:pt x="175" y="517"/>
                  </a:lnTo>
                  <a:lnTo>
                    <a:pt x="175" y="519"/>
                  </a:lnTo>
                  <a:lnTo>
                    <a:pt x="175" y="519"/>
                  </a:lnTo>
                  <a:lnTo>
                    <a:pt x="175" y="523"/>
                  </a:lnTo>
                  <a:lnTo>
                    <a:pt x="174" y="523"/>
                  </a:lnTo>
                  <a:lnTo>
                    <a:pt x="174" y="527"/>
                  </a:lnTo>
                  <a:lnTo>
                    <a:pt x="172" y="527"/>
                  </a:lnTo>
                  <a:lnTo>
                    <a:pt x="172" y="529"/>
                  </a:lnTo>
                  <a:lnTo>
                    <a:pt x="174" y="531"/>
                  </a:lnTo>
                  <a:lnTo>
                    <a:pt x="174" y="531"/>
                  </a:lnTo>
                  <a:lnTo>
                    <a:pt x="172" y="532"/>
                  </a:lnTo>
                  <a:lnTo>
                    <a:pt x="172" y="532"/>
                  </a:lnTo>
                  <a:lnTo>
                    <a:pt x="172" y="532"/>
                  </a:lnTo>
                  <a:lnTo>
                    <a:pt x="170" y="534"/>
                  </a:lnTo>
                  <a:lnTo>
                    <a:pt x="168" y="536"/>
                  </a:lnTo>
                  <a:lnTo>
                    <a:pt x="168" y="536"/>
                  </a:lnTo>
                  <a:lnTo>
                    <a:pt x="166" y="538"/>
                  </a:lnTo>
                  <a:lnTo>
                    <a:pt x="166" y="540"/>
                  </a:lnTo>
                  <a:lnTo>
                    <a:pt x="166" y="542"/>
                  </a:lnTo>
                  <a:lnTo>
                    <a:pt x="166" y="544"/>
                  </a:lnTo>
                  <a:lnTo>
                    <a:pt x="166" y="544"/>
                  </a:lnTo>
                  <a:lnTo>
                    <a:pt x="168" y="546"/>
                  </a:lnTo>
                  <a:lnTo>
                    <a:pt x="168" y="544"/>
                  </a:lnTo>
                  <a:lnTo>
                    <a:pt x="170" y="544"/>
                  </a:lnTo>
                  <a:lnTo>
                    <a:pt x="172" y="542"/>
                  </a:lnTo>
                  <a:lnTo>
                    <a:pt x="172" y="540"/>
                  </a:lnTo>
                  <a:lnTo>
                    <a:pt x="174" y="540"/>
                  </a:lnTo>
                  <a:lnTo>
                    <a:pt x="174" y="540"/>
                  </a:lnTo>
                  <a:lnTo>
                    <a:pt x="175" y="540"/>
                  </a:lnTo>
                  <a:lnTo>
                    <a:pt x="175" y="540"/>
                  </a:lnTo>
                  <a:lnTo>
                    <a:pt x="177" y="538"/>
                  </a:lnTo>
                  <a:lnTo>
                    <a:pt x="177" y="538"/>
                  </a:lnTo>
                  <a:lnTo>
                    <a:pt x="177" y="536"/>
                  </a:lnTo>
                  <a:lnTo>
                    <a:pt x="177" y="534"/>
                  </a:lnTo>
                  <a:lnTo>
                    <a:pt x="177" y="534"/>
                  </a:lnTo>
                  <a:lnTo>
                    <a:pt x="177" y="534"/>
                  </a:lnTo>
                  <a:lnTo>
                    <a:pt x="179" y="534"/>
                  </a:lnTo>
                  <a:lnTo>
                    <a:pt x="179" y="534"/>
                  </a:lnTo>
                  <a:lnTo>
                    <a:pt x="181" y="534"/>
                  </a:lnTo>
                  <a:lnTo>
                    <a:pt x="181" y="534"/>
                  </a:lnTo>
                  <a:lnTo>
                    <a:pt x="181" y="534"/>
                  </a:lnTo>
                  <a:lnTo>
                    <a:pt x="181" y="536"/>
                  </a:lnTo>
                  <a:lnTo>
                    <a:pt x="183" y="536"/>
                  </a:lnTo>
                  <a:lnTo>
                    <a:pt x="183" y="536"/>
                  </a:lnTo>
                  <a:lnTo>
                    <a:pt x="183" y="536"/>
                  </a:lnTo>
                  <a:lnTo>
                    <a:pt x="183" y="536"/>
                  </a:lnTo>
                  <a:lnTo>
                    <a:pt x="179" y="540"/>
                  </a:lnTo>
                  <a:lnTo>
                    <a:pt x="179" y="540"/>
                  </a:lnTo>
                  <a:lnTo>
                    <a:pt x="179" y="542"/>
                  </a:lnTo>
                  <a:lnTo>
                    <a:pt x="179" y="544"/>
                  </a:lnTo>
                  <a:lnTo>
                    <a:pt x="179" y="544"/>
                  </a:lnTo>
                  <a:lnTo>
                    <a:pt x="179" y="544"/>
                  </a:lnTo>
                  <a:lnTo>
                    <a:pt x="181" y="546"/>
                  </a:lnTo>
                  <a:lnTo>
                    <a:pt x="181" y="544"/>
                  </a:lnTo>
                  <a:lnTo>
                    <a:pt x="183" y="544"/>
                  </a:lnTo>
                  <a:lnTo>
                    <a:pt x="187" y="542"/>
                  </a:lnTo>
                  <a:lnTo>
                    <a:pt x="187" y="542"/>
                  </a:lnTo>
                  <a:lnTo>
                    <a:pt x="189" y="542"/>
                  </a:lnTo>
                  <a:lnTo>
                    <a:pt x="189" y="544"/>
                  </a:lnTo>
                  <a:lnTo>
                    <a:pt x="189" y="548"/>
                  </a:lnTo>
                  <a:lnTo>
                    <a:pt x="189" y="548"/>
                  </a:lnTo>
                  <a:lnTo>
                    <a:pt x="191" y="548"/>
                  </a:lnTo>
                  <a:lnTo>
                    <a:pt x="191" y="548"/>
                  </a:lnTo>
                  <a:lnTo>
                    <a:pt x="193" y="548"/>
                  </a:lnTo>
                  <a:lnTo>
                    <a:pt x="193" y="546"/>
                  </a:lnTo>
                  <a:lnTo>
                    <a:pt x="193" y="546"/>
                  </a:lnTo>
                  <a:lnTo>
                    <a:pt x="194" y="544"/>
                  </a:lnTo>
                  <a:lnTo>
                    <a:pt x="194" y="544"/>
                  </a:lnTo>
                  <a:lnTo>
                    <a:pt x="196" y="544"/>
                  </a:lnTo>
                  <a:lnTo>
                    <a:pt x="198" y="546"/>
                  </a:lnTo>
                  <a:lnTo>
                    <a:pt x="198" y="546"/>
                  </a:lnTo>
                  <a:lnTo>
                    <a:pt x="200" y="544"/>
                  </a:lnTo>
                  <a:lnTo>
                    <a:pt x="200" y="544"/>
                  </a:lnTo>
                  <a:lnTo>
                    <a:pt x="202" y="546"/>
                  </a:lnTo>
                  <a:lnTo>
                    <a:pt x="204" y="546"/>
                  </a:lnTo>
                  <a:lnTo>
                    <a:pt x="204" y="546"/>
                  </a:lnTo>
                  <a:lnTo>
                    <a:pt x="206" y="546"/>
                  </a:lnTo>
                  <a:lnTo>
                    <a:pt x="206" y="544"/>
                  </a:lnTo>
                  <a:lnTo>
                    <a:pt x="206" y="544"/>
                  </a:lnTo>
                  <a:lnTo>
                    <a:pt x="206" y="542"/>
                  </a:lnTo>
                  <a:lnTo>
                    <a:pt x="202" y="534"/>
                  </a:lnTo>
                  <a:lnTo>
                    <a:pt x="202" y="532"/>
                  </a:lnTo>
                  <a:lnTo>
                    <a:pt x="202" y="532"/>
                  </a:lnTo>
                  <a:lnTo>
                    <a:pt x="202" y="531"/>
                  </a:lnTo>
                  <a:lnTo>
                    <a:pt x="204" y="529"/>
                  </a:lnTo>
                  <a:lnTo>
                    <a:pt x="206" y="525"/>
                  </a:lnTo>
                  <a:lnTo>
                    <a:pt x="208" y="525"/>
                  </a:lnTo>
                  <a:lnTo>
                    <a:pt x="208" y="525"/>
                  </a:lnTo>
                  <a:lnTo>
                    <a:pt x="208" y="527"/>
                  </a:lnTo>
                  <a:lnTo>
                    <a:pt x="208" y="527"/>
                  </a:lnTo>
                  <a:lnTo>
                    <a:pt x="208" y="529"/>
                  </a:lnTo>
                  <a:lnTo>
                    <a:pt x="206" y="532"/>
                  </a:lnTo>
                  <a:lnTo>
                    <a:pt x="206" y="532"/>
                  </a:lnTo>
                  <a:lnTo>
                    <a:pt x="206" y="532"/>
                  </a:lnTo>
                  <a:lnTo>
                    <a:pt x="206" y="534"/>
                  </a:lnTo>
                  <a:lnTo>
                    <a:pt x="206" y="534"/>
                  </a:lnTo>
                  <a:lnTo>
                    <a:pt x="206" y="536"/>
                  </a:lnTo>
                  <a:lnTo>
                    <a:pt x="206" y="538"/>
                  </a:lnTo>
                  <a:lnTo>
                    <a:pt x="208" y="538"/>
                  </a:lnTo>
                  <a:lnTo>
                    <a:pt x="208" y="538"/>
                  </a:lnTo>
                  <a:lnTo>
                    <a:pt x="208" y="538"/>
                  </a:lnTo>
                  <a:lnTo>
                    <a:pt x="210" y="538"/>
                  </a:lnTo>
                  <a:lnTo>
                    <a:pt x="210" y="536"/>
                  </a:lnTo>
                  <a:lnTo>
                    <a:pt x="210" y="536"/>
                  </a:lnTo>
                  <a:lnTo>
                    <a:pt x="210" y="536"/>
                  </a:lnTo>
                  <a:lnTo>
                    <a:pt x="210" y="534"/>
                  </a:lnTo>
                  <a:lnTo>
                    <a:pt x="212" y="534"/>
                  </a:lnTo>
                  <a:lnTo>
                    <a:pt x="214" y="534"/>
                  </a:lnTo>
                  <a:lnTo>
                    <a:pt x="214" y="534"/>
                  </a:lnTo>
                  <a:lnTo>
                    <a:pt x="214" y="534"/>
                  </a:lnTo>
                  <a:lnTo>
                    <a:pt x="215" y="534"/>
                  </a:lnTo>
                  <a:lnTo>
                    <a:pt x="215" y="534"/>
                  </a:lnTo>
                  <a:lnTo>
                    <a:pt x="217" y="532"/>
                  </a:lnTo>
                  <a:lnTo>
                    <a:pt x="217" y="532"/>
                  </a:lnTo>
                  <a:lnTo>
                    <a:pt x="219" y="532"/>
                  </a:lnTo>
                  <a:lnTo>
                    <a:pt x="219" y="532"/>
                  </a:lnTo>
                  <a:lnTo>
                    <a:pt x="219" y="534"/>
                  </a:lnTo>
                  <a:lnTo>
                    <a:pt x="217" y="536"/>
                  </a:lnTo>
                  <a:lnTo>
                    <a:pt x="215" y="540"/>
                  </a:lnTo>
                  <a:lnTo>
                    <a:pt x="214" y="544"/>
                  </a:lnTo>
                  <a:lnTo>
                    <a:pt x="212" y="544"/>
                  </a:lnTo>
                  <a:lnTo>
                    <a:pt x="210" y="548"/>
                  </a:lnTo>
                  <a:lnTo>
                    <a:pt x="210" y="548"/>
                  </a:lnTo>
                  <a:lnTo>
                    <a:pt x="210" y="548"/>
                  </a:lnTo>
                  <a:lnTo>
                    <a:pt x="210" y="550"/>
                  </a:lnTo>
                  <a:lnTo>
                    <a:pt x="210" y="551"/>
                  </a:lnTo>
                  <a:lnTo>
                    <a:pt x="210" y="553"/>
                  </a:lnTo>
                  <a:lnTo>
                    <a:pt x="210" y="553"/>
                  </a:lnTo>
                  <a:lnTo>
                    <a:pt x="210" y="555"/>
                  </a:lnTo>
                  <a:lnTo>
                    <a:pt x="210" y="555"/>
                  </a:lnTo>
                  <a:lnTo>
                    <a:pt x="212" y="555"/>
                  </a:lnTo>
                  <a:lnTo>
                    <a:pt x="215" y="555"/>
                  </a:lnTo>
                  <a:lnTo>
                    <a:pt x="215" y="553"/>
                  </a:lnTo>
                  <a:lnTo>
                    <a:pt x="215" y="553"/>
                  </a:lnTo>
                  <a:lnTo>
                    <a:pt x="215" y="551"/>
                  </a:lnTo>
                  <a:lnTo>
                    <a:pt x="215" y="550"/>
                  </a:lnTo>
                  <a:lnTo>
                    <a:pt x="215" y="550"/>
                  </a:lnTo>
                  <a:lnTo>
                    <a:pt x="215" y="548"/>
                  </a:lnTo>
                  <a:lnTo>
                    <a:pt x="215" y="548"/>
                  </a:lnTo>
                  <a:lnTo>
                    <a:pt x="217" y="548"/>
                  </a:lnTo>
                  <a:lnTo>
                    <a:pt x="219" y="548"/>
                  </a:lnTo>
                  <a:lnTo>
                    <a:pt x="219" y="550"/>
                  </a:lnTo>
                  <a:lnTo>
                    <a:pt x="219" y="550"/>
                  </a:lnTo>
                  <a:lnTo>
                    <a:pt x="219" y="550"/>
                  </a:lnTo>
                  <a:lnTo>
                    <a:pt x="219" y="551"/>
                  </a:lnTo>
                  <a:lnTo>
                    <a:pt x="221" y="551"/>
                  </a:lnTo>
                  <a:lnTo>
                    <a:pt x="221" y="551"/>
                  </a:lnTo>
                  <a:lnTo>
                    <a:pt x="221" y="551"/>
                  </a:lnTo>
                  <a:lnTo>
                    <a:pt x="223" y="551"/>
                  </a:lnTo>
                  <a:lnTo>
                    <a:pt x="225" y="551"/>
                  </a:lnTo>
                  <a:lnTo>
                    <a:pt x="225" y="550"/>
                  </a:lnTo>
                  <a:lnTo>
                    <a:pt x="225" y="550"/>
                  </a:lnTo>
                  <a:lnTo>
                    <a:pt x="227" y="546"/>
                  </a:lnTo>
                  <a:lnTo>
                    <a:pt x="227" y="546"/>
                  </a:lnTo>
                  <a:lnTo>
                    <a:pt x="229" y="544"/>
                  </a:lnTo>
                  <a:lnTo>
                    <a:pt x="229" y="544"/>
                  </a:lnTo>
                  <a:lnTo>
                    <a:pt x="231" y="544"/>
                  </a:lnTo>
                  <a:lnTo>
                    <a:pt x="231" y="544"/>
                  </a:lnTo>
                  <a:lnTo>
                    <a:pt x="233" y="546"/>
                  </a:lnTo>
                  <a:lnTo>
                    <a:pt x="236" y="546"/>
                  </a:lnTo>
                  <a:lnTo>
                    <a:pt x="238" y="548"/>
                  </a:lnTo>
                  <a:lnTo>
                    <a:pt x="240" y="548"/>
                  </a:lnTo>
                  <a:lnTo>
                    <a:pt x="246" y="548"/>
                  </a:lnTo>
                  <a:lnTo>
                    <a:pt x="250" y="546"/>
                  </a:lnTo>
                  <a:lnTo>
                    <a:pt x="250" y="548"/>
                  </a:lnTo>
                  <a:lnTo>
                    <a:pt x="250" y="548"/>
                  </a:lnTo>
                  <a:lnTo>
                    <a:pt x="250" y="548"/>
                  </a:lnTo>
                  <a:lnTo>
                    <a:pt x="252" y="550"/>
                  </a:lnTo>
                  <a:lnTo>
                    <a:pt x="252" y="550"/>
                  </a:lnTo>
                  <a:lnTo>
                    <a:pt x="254" y="550"/>
                  </a:lnTo>
                  <a:lnTo>
                    <a:pt x="255" y="548"/>
                  </a:lnTo>
                  <a:lnTo>
                    <a:pt x="257" y="548"/>
                  </a:lnTo>
                  <a:lnTo>
                    <a:pt x="257" y="548"/>
                  </a:lnTo>
                  <a:lnTo>
                    <a:pt x="259" y="548"/>
                  </a:lnTo>
                  <a:lnTo>
                    <a:pt x="259" y="546"/>
                  </a:lnTo>
                  <a:lnTo>
                    <a:pt x="259" y="546"/>
                  </a:lnTo>
                  <a:lnTo>
                    <a:pt x="257" y="544"/>
                  </a:lnTo>
                  <a:lnTo>
                    <a:pt x="257" y="542"/>
                  </a:lnTo>
                  <a:lnTo>
                    <a:pt x="255" y="542"/>
                  </a:lnTo>
                  <a:lnTo>
                    <a:pt x="255" y="542"/>
                  </a:lnTo>
                  <a:lnTo>
                    <a:pt x="255" y="540"/>
                  </a:lnTo>
                  <a:lnTo>
                    <a:pt x="255" y="540"/>
                  </a:lnTo>
                  <a:lnTo>
                    <a:pt x="255" y="540"/>
                  </a:lnTo>
                  <a:lnTo>
                    <a:pt x="255" y="538"/>
                  </a:lnTo>
                  <a:lnTo>
                    <a:pt x="255" y="538"/>
                  </a:lnTo>
                  <a:lnTo>
                    <a:pt x="257" y="538"/>
                  </a:lnTo>
                  <a:lnTo>
                    <a:pt x="259" y="536"/>
                  </a:lnTo>
                  <a:lnTo>
                    <a:pt x="261" y="536"/>
                  </a:lnTo>
                  <a:lnTo>
                    <a:pt x="263" y="536"/>
                  </a:lnTo>
                  <a:lnTo>
                    <a:pt x="265" y="534"/>
                  </a:lnTo>
                  <a:lnTo>
                    <a:pt x="269" y="532"/>
                  </a:lnTo>
                  <a:lnTo>
                    <a:pt x="271" y="531"/>
                  </a:lnTo>
                  <a:lnTo>
                    <a:pt x="273" y="529"/>
                  </a:lnTo>
                  <a:lnTo>
                    <a:pt x="278" y="525"/>
                  </a:lnTo>
                  <a:lnTo>
                    <a:pt x="280" y="527"/>
                  </a:lnTo>
                  <a:lnTo>
                    <a:pt x="282" y="527"/>
                  </a:lnTo>
                  <a:lnTo>
                    <a:pt x="282" y="527"/>
                  </a:lnTo>
                  <a:lnTo>
                    <a:pt x="282" y="527"/>
                  </a:lnTo>
                  <a:lnTo>
                    <a:pt x="286" y="523"/>
                  </a:lnTo>
                  <a:lnTo>
                    <a:pt x="288" y="523"/>
                  </a:lnTo>
                  <a:lnTo>
                    <a:pt x="288" y="523"/>
                  </a:lnTo>
                  <a:lnTo>
                    <a:pt x="288" y="521"/>
                  </a:lnTo>
                  <a:lnTo>
                    <a:pt x="288" y="521"/>
                  </a:lnTo>
                  <a:lnTo>
                    <a:pt x="290" y="521"/>
                  </a:lnTo>
                  <a:lnTo>
                    <a:pt x="290" y="521"/>
                  </a:lnTo>
                  <a:lnTo>
                    <a:pt x="292" y="521"/>
                  </a:lnTo>
                  <a:lnTo>
                    <a:pt x="292" y="521"/>
                  </a:lnTo>
                  <a:lnTo>
                    <a:pt x="292" y="521"/>
                  </a:lnTo>
                  <a:lnTo>
                    <a:pt x="294" y="521"/>
                  </a:lnTo>
                  <a:lnTo>
                    <a:pt x="295" y="521"/>
                  </a:lnTo>
                  <a:lnTo>
                    <a:pt x="295" y="521"/>
                  </a:lnTo>
                  <a:lnTo>
                    <a:pt x="297" y="521"/>
                  </a:lnTo>
                  <a:lnTo>
                    <a:pt x="297" y="521"/>
                  </a:lnTo>
                  <a:lnTo>
                    <a:pt x="299" y="523"/>
                  </a:lnTo>
                  <a:lnTo>
                    <a:pt x="299" y="525"/>
                  </a:lnTo>
                  <a:lnTo>
                    <a:pt x="299" y="525"/>
                  </a:lnTo>
                  <a:lnTo>
                    <a:pt x="299" y="529"/>
                  </a:lnTo>
                  <a:lnTo>
                    <a:pt x="301" y="532"/>
                  </a:lnTo>
                  <a:lnTo>
                    <a:pt x="301" y="532"/>
                  </a:lnTo>
                  <a:lnTo>
                    <a:pt x="301" y="534"/>
                  </a:lnTo>
                  <a:lnTo>
                    <a:pt x="303" y="534"/>
                  </a:lnTo>
                  <a:lnTo>
                    <a:pt x="303" y="534"/>
                  </a:lnTo>
                  <a:lnTo>
                    <a:pt x="305" y="536"/>
                  </a:lnTo>
                  <a:lnTo>
                    <a:pt x="305" y="536"/>
                  </a:lnTo>
                  <a:lnTo>
                    <a:pt x="305" y="538"/>
                  </a:lnTo>
                  <a:lnTo>
                    <a:pt x="305" y="538"/>
                  </a:lnTo>
                  <a:lnTo>
                    <a:pt x="305" y="538"/>
                  </a:lnTo>
                  <a:lnTo>
                    <a:pt x="307" y="538"/>
                  </a:lnTo>
                  <a:lnTo>
                    <a:pt x="307" y="538"/>
                  </a:lnTo>
                  <a:lnTo>
                    <a:pt x="307" y="538"/>
                  </a:lnTo>
                  <a:lnTo>
                    <a:pt x="307" y="538"/>
                  </a:lnTo>
                  <a:lnTo>
                    <a:pt x="309" y="538"/>
                  </a:lnTo>
                  <a:lnTo>
                    <a:pt x="309" y="538"/>
                  </a:lnTo>
                  <a:lnTo>
                    <a:pt x="309" y="540"/>
                  </a:lnTo>
                  <a:lnTo>
                    <a:pt x="309" y="542"/>
                  </a:lnTo>
                  <a:lnTo>
                    <a:pt x="309" y="542"/>
                  </a:lnTo>
                  <a:lnTo>
                    <a:pt x="309" y="544"/>
                  </a:lnTo>
                  <a:lnTo>
                    <a:pt x="311" y="544"/>
                  </a:lnTo>
                  <a:lnTo>
                    <a:pt x="311" y="544"/>
                  </a:lnTo>
                  <a:lnTo>
                    <a:pt x="309" y="544"/>
                  </a:lnTo>
                  <a:lnTo>
                    <a:pt x="309" y="546"/>
                  </a:lnTo>
                  <a:lnTo>
                    <a:pt x="309" y="546"/>
                  </a:lnTo>
                  <a:lnTo>
                    <a:pt x="307" y="546"/>
                  </a:lnTo>
                  <a:lnTo>
                    <a:pt x="305" y="548"/>
                  </a:lnTo>
                  <a:lnTo>
                    <a:pt x="305" y="548"/>
                  </a:lnTo>
                  <a:lnTo>
                    <a:pt x="305" y="548"/>
                  </a:lnTo>
                  <a:lnTo>
                    <a:pt x="303" y="548"/>
                  </a:lnTo>
                  <a:lnTo>
                    <a:pt x="303" y="548"/>
                  </a:lnTo>
                  <a:lnTo>
                    <a:pt x="303" y="550"/>
                  </a:lnTo>
                  <a:lnTo>
                    <a:pt x="303" y="550"/>
                  </a:lnTo>
                  <a:lnTo>
                    <a:pt x="301" y="551"/>
                  </a:lnTo>
                  <a:lnTo>
                    <a:pt x="299" y="553"/>
                  </a:lnTo>
                  <a:lnTo>
                    <a:pt x="299" y="553"/>
                  </a:lnTo>
                  <a:lnTo>
                    <a:pt x="297" y="553"/>
                  </a:lnTo>
                  <a:lnTo>
                    <a:pt x="297" y="553"/>
                  </a:lnTo>
                  <a:lnTo>
                    <a:pt x="295" y="553"/>
                  </a:lnTo>
                  <a:lnTo>
                    <a:pt x="295" y="553"/>
                  </a:lnTo>
                  <a:lnTo>
                    <a:pt x="295" y="553"/>
                  </a:lnTo>
                  <a:lnTo>
                    <a:pt x="295" y="553"/>
                  </a:lnTo>
                  <a:lnTo>
                    <a:pt x="295" y="555"/>
                  </a:lnTo>
                  <a:lnTo>
                    <a:pt x="295" y="555"/>
                  </a:lnTo>
                  <a:lnTo>
                    <a:pt x="295" y="559"/>
                  </a:lnTo>
                  <a:lnTo>
                    <a:pt x="295" y="559"/>
                  </a:lnTo>
                  <a:lnTo>
                    <a:pt x="297" y="561"/>
                  </a:lnTo>
                  <a:lnTo>
                    <a:pt x="297" y="561"/>
                  </a:lnTo>
                  <a:lnTo>
                    <a:pt x="299" y="561"/>
                  </a:lnTo>
                  <a:lnTo>
                    <a:pt x="301" y="561"/>
                  </a:lnTo>
                  <a:lnTo>
                    <a:pt x="303" y="561"/>
                  </a:lnTo>
                  <a:lnTo>
                    <a:pt x="305" y="561"/>
                  </a:lnTo>
                  <a:lnTo>
                    <a:pt x="305" y="561"/>
                  </a:lnTo>
                  <a:lnTo>
                    <a:pt x="307" y="561"/>
                  </a:lnTo>
                  <a:lnTo>
                    <a:pt x="307" y="561"/>
                  </a:lnTo>
                  <a:lnTo>
                    <a:pt x="307" y="561"/>
                  </a:lnTo>
                  <a:lnTo>
                    <a:pt x="309" y="561"/>
                  </a:lnTo>
                  <a:lnTo>
                    <a:pt x="309" y="561"/>
                  </a:lnTo>
                  <a:lnTo>
                    <a:pt x="309" y="559"/>
                  </a:lnTo>
                  <a:lnTo>
                    <a:pt x="309" y="557"/>
                  </a:lnTo>
                  <a:lnTo>
                    <a:pt x="309" y="557"/>
                  </a:lnTo>
                  <a:lnTo>
                    <a:pt x="309" y="557"/>
                  </a:lnTo>
                  <a:lnTo>
                    <a:pt x="309" y="555"/>
                  </a:lnTo>
                  <a:lnTo>
                    <a:pt x="309" y="557"/>
                  </a:lnTo>
                  <a:lnTo>
                    <a:pt x="311" y="557"/>
                  </a:lnTo>
                  <a:lnTo>
                    <a:pt x="313" y="561"/>
                  </a:lnTo>
                  <a:lnTo>
                    <a:pt x="313" y="561"/>
                  </a:lnTo>
                  <a:lnTo>
                    <a:pt x="313" y="561"/>
                  </a:lnTo>
                  <a:lnTo>
                    <a:pt x="315" y="561"/>
                  </a:lnTo>
                  <a:lnTo>
                    <a:pt x="315" y="561"/>
                  </a:lnTo>
                  <a:lnTo>
                    <a:pt x="318" y="559"/>
                  </a:lnTo>
                  <a:lnTo>
                    <a:pt x="318" y="557"/>
                  </a:lnTo>
                  <a:lnTo>
                    <a:pt x="318" y="557"/>
                  </a:lnTo>
                  <a:lnTo>
                    <a:pt x="318" y="557"/>
                  </a:lnTo>
                  <a:lnTo>
                    <a:pt x="315" y="555"/>
                  </a:lnTo>
                  <a:lnTo>
                    <a:pt x="315" y="555"/>
                  </a:lnTo>
                  <a:lnTo>
                    <a:pt x="315" y="555"/>
                  </a:lnTo>
                  <a:lnTo>
                    <a:pt x="313" y="553"/>
                  </a:lnTo>
                  <a:lnTo>
                    <a:pt x="313" y="553"/>
                  </a:lnTo>
                  <a:lnTo>
                    <a:pt x="313" y="551"/>
                  </a:lnTo>
                  <a:lnTo>
                    <a:pt x="313" y="551"/>
                  </a:lnTo>
                  <a:lnTo>
                    <a:pt x="313" y="551"/>
                  </a:lnTo>
                  <a:lnTo>
                    <a:pt x="313" y="551"/>
                  </a:lnTo>
                  <a:lnTo>
                    <a:pt x="315" y="551"/>
                  </a:lnTo>
                  <a:lnTo>
                    <a:pt x="316" y="551"/>
                  </a:lnTo>
                  <a:lnTo>
                    <a:pt x="318" y="551"/>
                  </a:lnTo>
                  <a:lnTo>
                    <a:pt x="320" y="551"/>
                  </a:lnTo>
                  <a:lnTo>
                    <a:pt x="320" y="551"/>
                  </a:lnTo>
                  <a:lnTo>
                    <a:pt x="322" y="551"/>
                  </a:lnTo>
                  <a:lnTo>
                    <a:pt x="322" y="551"/>
                  </a:lnTo>
                  <a:lnTo>
                    <a:pt x="322" y="551"/>
                  </a:lnTo>
                  <a:lnTo>
                    <a:pt x="322" y="550"/>
                  </a:lnTo>
                  <a:lnTo>
                    <a:pt x="322" y="550"/>
                  </a:lnTo>
                  <a:lnTo>
                    <a:pt x="322" y="548"/>
                  </a:lnTo>
                  <a:lnTo>
                    <a:pt x="322" y="548"/>
                  </a:lnTo>
                  <a:lnTo>
                    <a:pt x="322" y="548"/>
                  </a:lnTo>
                  <a:lnTo>
                    <a:pt x="322" y="548"/>
                  </a:lnTo>
                  <a:lnTo>
                    <a:pt x="324" y="548"/>
                  </a:lnTo>
                  <a:lnTo>
                    <a:pt x="324" y="548"/>
                  </a:lnTo>
                  <a:lnTo>
                    <a:pt x="324" y="548"/>
                  </a:lnTo>
                  <a:lnTo>
                    <a:pt x="326" y="550"/>
                  </a:lnTo>
                  <a:lnTo>
                    <a:pt x="326" y="551"/>
                  </a:lnTo>
                  <a:lnTo>
                    <a:pt x="326" y="551"/>
                  </a:lnTo>
                  <a:lnTo>
                    <a:pt x="330" y="555"/>
                  </a:lnTo>
                  <a:lnTo>
                    <a:pt x="330" y="555"/>
                  </a:lnTo>
                  <a:lnTo>
                    <a:pt x="330" y="555"/>
                  </a:lnTo>
                  <a:lnTo>
                    <a:pt x="332" y="555"/>
                  </a:lnTo>
                  <a:lnTo>
                    <a:pt x="334" y="555"/>
                  </a:lnTo>
                  <a:lnTo>
                    <a:pt x="334" y="555"/>
                  </a:lnTo>
                  <a:lnTo>
                    <a:pt x="335" y="555"/>
                  </a:lnTo>
                  <a:lnTo>
                    <a:pt x="337" y="553"/>
                  </a:lnTo>
                  <a:lnTo>
                    <a:pt x="337" y="553"/>
                  </a:lnTo>
                  <a:lnTo>
                    <a:pt x="337" y="553"/>
                  </a:lnTo>
                  <a:lnTo>
                    <a:pt x="337" y="551"/>
                  </a:lnTo>
                  <a:lnTo>
                    <a:pt x="337" y="551"/>
                  </a:lnTo>
                  <a:lnTo>
                    <a:pt x="334" y="548"/>
                  </a:lnTo>
                  <a:lnTo>
                    <a:pt x="332" y="548"/>
                  </a:lnTo>
                  <a:lnTo>
                    <a:pt x="332" y="548"/>
                  </a:lnTo>
                  <a:lnTo>
                    <a:pt x="332" y="548"/>
                  </a:lnTo>
                  <a:lnTo>
                    <a:pt x="334" y="548"/>
                  </a:lnTo>
                  <a:lnTo>
                    <a:pt x="334" y="548"/>
                  </a:lnTo>
                  <a:lnTo>
                    <a:pt x="334" y="548"/>
                  </a:lnTo>
                  <a:lnTo>
                    <a:pt x="341" y="546"/>
                  </a:lnTo>
                  <a:lnTo>
                    <a:pt x="341" y="546"/>
                  </a:lnTo>
                  <a:lnTo>
                    <a:pt x="343" y="546"/>
                  </a:lnTo>
                  <a:lnTo>
                    <a:pt x="343" y="546"/>
                  </a:lnTo>
                  <a:lnTo>
                    <a:pt x="343" y="546"/>
                  </a:lnTo>
                  <a:lnTo>
                    <a:pt x="345" y="542"/>
                  </a:lnTo>
                  <a:lnTo>
                    <a:pt x="345" y="542"/>
                  </a:lnTo>
                  <a:lnTo>
                    <a:pt x="345" y="542"/>
                  </a:lnTo>
                  <a:lnTo>
                    <a:pt x="345" y="542"/>
                  </a:lnTo>
                  <a:lnTo>
                    <a:pt x="345" y="542"/>
                  </a:lnTo>
                  <a:lnTo>
                    <a:pt x="345" y="540"/>
                  </a:lnTo>
                  <a:lnTo>
                    <a:pt x="347" y="540"/>
                  </a:lnTo>
                  <a:lnTo>
                    <a:pt x="347" y="540"/>
                  </a:lnTo>
                  <a:lnTo>
                    <a:pt x="349" y="540"/>
                  </a:lnTo>
                  <a:lnTo>
                    <a:pt x="349" y="540"/>
                  </a:lnTo>
                  <a:lnTo>
                    <a:pt x="349" y="540"/>
                  </a:lnTo>
                  <a:lnTo>
                    <a:pt x="351" y="542"/>
                  </a:lnTo>
                  <a:lnTo>
                    <a:pt x="351" y="542"/>
                  </a:lnTo>
                  <a:lnTo>
                    <a:pt x="351" y="544"/>
                  </a:lnTo>
                  <a:lnTo>
                    <a:pt x="347" y="550"/>
                  </a:lnTo>
                  <a:lnTo>
                    <a:pt x="347" y="551"/>
                  </a:lnTo>
                  <a:lnTo>
                    <a:pt x="347" y="553"/>
                  </a:lnTo>
                  <a:lnTo>
                    <a:pt x="347" y="553"/>
                  </a:lnTo>
                  <a:lnTo>
                    <a:pt x="345" y="555"/>
                  </a:lnTo>
                  <a:lnTo>
                    <a:pt x="345" y="555"/>
                  </a:lnTo>
                  <a:lnTo>
                    <a:pt x="345" y="557"/>
                  </a:lnTo>
                  <a:lnTo>
                    <a:pt x="345" y="557"/>
                  </a:lnTo>
                  <a:lnTo>
                    <a:pt x="343" y="557"/>
                  </a:lnTo>
                  <a:lnTo>
                    <a:pt x="343" y="559"/>
                  </a:lnTo>
                  <a:lnTo>
                    <a:pt x="343" y="559"/>
                  </a:lnTo>
                  <a:lnTo>
                    <a:pt x="343" y="561"/>
                  </a:lnTo>
                  <a:lnTo>
                    <a:pt x="343" y="561"/>
                  </a:lnTo>
                  <a:lnTo>
                    <a:pt x="343" y="561"/>
                  </a:lnTo>
                  <a:lnTo>
                    <a:pt x="341" y="563"/>
                  </a:lnTo>
                  <a:lnTo>
                    <a:pt x="341" y="563"/>
                  </a:lnTo>
                  <a:lnTo>
                    <a:pt x="341" y="563"/>
                  </a:lnTo>
                  <a:lnTo>
                    <a:pt x="341" y="565"/>
                  </a:lnTo>
                  <a:lnTo>
                    <a:pt x="341" y="565"/>
                  </a:lnTo>
                  <a:lnTo>
                    <a:pt x="343" y="565"/>
                  </a:lnTo>
                  <a:lnTo>
                    <a:pt x="345" y="567"/>
                  </a:lnTo>
                  <a:lnTo>
                    <a:pt x="347" y="565"/>
                  </a:lnTo>
                  <a:lnTo>
                    <a:pt x="349" y="565"/>
                  </a:lnTo>
                  <a:lnTo>
                    <a:pt x="353" y="565"/>
                  </a:lnTo>
                  <a:lnTo>
                    <a:pt x="355" y="565"/>
                  </a:lnTo>
                  <a:lnTo>
                    <a:pt x="355" y="565"/>
                  </a:lnTo>
                  <a:lnTo>
                    <a:pt x="355" y="565"/>
                  </a:lnTo>
                  <a:lnTo>
                    <a:pt x="356" y="567"/>
                  </a:lnTo>
                  <a:lnTo>
                    <a:pt x="356" y="567"/>
                  </a:lnTo>
                  <a:lnTo>
                    <a:pt x="358" y="567"/>
                  </a:lnTo>
                  <a:lnTo>
                    <a:pt x="360" y="567"/>
                  </a:lnTo>
                  <a:lnTo>
                    <a:pt x="360" y="567"/>
                  </a:lnTo>
                  <a:lnTo>
                    <a:pt x="362" y="567"/>
                  </a:lnTo>
                  <a:lnTo>
                    <a:pt x="364" y="567"/>
                  </a:lnTo>
                  <a:lnTo>
                    <a:pt x="364" y="567"/>
                  </a:lnTo>
                  <a:lnTo>
                    <a:pt x="366" y="567"/>
                  </a:lnTo>
                  <a:lnTo>
                    <a:pt x="370" y="571"/>
                  </a:lnTo>
                  <a:lnTo>
                    <a:pt x="372" y="572"/>
                  </a:lnTo>
                  <a:lnTo>
                    <a:pt x="376" y="569"/>
                  </a:lnTo>
                  <a:lnTo>
                    <a:pt x="376" y="569"/>
                  </a:lnTo>
                  <a:lnTo>
                    <a:pt x="376" y="569"/>
                  </a:lnTo>
                  <a:lnTo>
                    <a:pt x="377" y="567"/>
                  </a:lnTo>
                  <a:lnTo>
                    <a:pt x="379" y="567"/>
                  </a:lnTo>
                  <a:lnTo>
                    <a:pt x="379" y="567"/>
                  </a:lnTo>
                  <a:lnTo>
                    <a:pt x="379" y="567"/>
                  </a:lnTo>
                  <a:lnTo>
                    <a:pt x="379" y="567"/>
                  </a:lnTo>
                  <a:lnTo>
                    <a:pt x="379" y="565"/>
                  </a:lnTo>
                  <a:lnTo>
                    <a:pt x="379" y="565"/>
                  </a:lnTo>
                  <a:lnTo>
                    <a:pt x="379" y="565"/>
                  </a:lnTo>
                  <a:lnTo>
                    <a:pt x="379" y="563"/>
                  </a:lnTo>
                  <a:lnTo>
                    <a:pt x="379" y="563"/>
                  </a:lnTo>
                  <a:lnTo>
                    <a:pt x="379" y="563"/>
                  </a:lnTo>
                  <a:lnTo>
                    <a:pt x="379" y="563"/>
                  </a:lnTo>
                  <a:lnTo>
                    <a:pt x="379" y="561"/>
                  </a:lnTo>
                  <a:lnTo>
                    <a:pt x="379" y="561"/>
                  </a:lnTo>
                  <a:lnTo>
                    <a:pt x="379" y="561"/>
                  </a:lnTo>
                  <a:lnTo>
                    <a:pt x="383" y="557"/>
                  </a:lnTo>
                  <a:lnTo>
                    <a:pt x="383" y="555"/>
                  </a:lnTo>
                  <a:lnTo>
                    <a:pt x="385" y="553"/>
                  </a:lnTo>
                  <a:lnTo>
                    <a:pt x="385" y="553"/>
                  </a:lnTo>
                  <a:lnTo>
                    <a:pt x="385" y="551"/>
                  </a:lnTo>
                  <a:lnTo>
                    <a:pt x="385" y="551"/>
                  </a:lnTo>
                  <a:lnTo>
                    <a:pt x="385" y="550"/>
                  </a:lnTo>
                  <a:lnTo>
                    <a:pt x="385" y="546"/>
                  </a:lnTo>
                  <a:lnTo>
                    <a:pt x="385" y="546"/>
                  </a:lnTo>
                  <a:lnTo>
                    <a:pt x="385" y="546"/>
                  </a:lnTo>
                  <a:lnTo>
                    <a:pt x="387" y="546"/>
                  </a:lnTo>
                  <a:lnTo>
                    <a:pt x="389" y="546"/>
                  </a:lnTo>
                  <a:lnTo>
                    <a:pt x="389" y="546"/>
                  </a:lnTo>
                  <a:lnTo>
                    <a:pt x="391" y="546"/>
                  </a:lnTo>
                  <a:lnTo>
                    <a:pt x="393" y="546"/>
                  </a:lnTo>
                  <a:lnTo>
                    <a:pt x="393" y="546"/>
                  </a:lnTo>
                  <a:lnTo>
                    <a:pt x="395" y="546"/>
                  </a:lnTo>
                  <a:lnTo>
                    <a:pt x="396" y="546"/>
                  </a:lnTo>
                  <a:lnTo>
                    <a:pt x="396" y="548"/>
                  </a:lnTo>
                  <a:lnTo>
                    <a:pt x="396" y="548"/>
                  </a:lnTo>
                  <a:lnTo>
                    <a:pt x="398" y="548"/>
                  </a:lnTo>
                  <a:lnTo>
                    <a:pt x="396" y="548"/>
                  </a:lnTo>
                  <a:lnTo>
                    <a:pt x="396" y="550"/>
                  </a:lnTo>
                  <a:lnTo>
                    <a:pt x="396" y="550"/>
                  </a:lnTo>
                  <a:lnTo>
                    <a:pt x="396" y="551"/>
                  </a:lnTo>
                  <a:lnTo>
                    <a:pt x="396" y="551"/>
                  </a:lnTo>
                  <a:lnTo>
                    <a:pt x="398" y="551"/>
                  </a:lnTo>
                  <a:lnTo>
                    <a:pt x="398" y="551"/>
                  </a:lnTo>
                  <a:lnTo>
                    <a:pt x="402" y="551"/>
                  </a:lnTo>
                  <a:lnTo>
                    <a:pt x="404" y="551"/>
                  </a:lnTo>
                  <a:lnTo>
                    <a:pt x="406" y="551"/>
                  </a:lnTo>
                  <a:lnTo>
                    <a:pt x="406" y="551"/>
                  </a:lnTo>
                  <a:lnTo>
                    <a:pt x="406" y="550"/>
                  </a:lnTo>
                  <a:lnTo>
                    <a:pt x="406" y="550"/>
                  </a:lnTo>
                  <a:lnTo>
                    <a:pt x="406" y="548"/>
                  </a:lnTo>
                  <a:lnTo>
                    <a:pt x="404" y="546"/>
                  </a:lnTo>
                  <a:lnTo>
                    <a:pt x="402" y="546"/>
                  </a:lnTo>
                  <a:lnTo>
                    <a:pt x="402" y="546"/>
                  </a:lnTo>
                  <a:lnTo>
                    <a:pt x="404" y="546"/>
                  </a:lnTo>
                  <a:lnTo>
                    <a:pt x="414" y="542"/>
                  </a:lnTo>
                  <a:lnTo>
                    <a:pt x="416" y="546"/>
                  </a:lnTo>
                  <a:lnTo>
                    <a:pt x="416" y="548"/>
                  </a:lnTo>
                  <a:lnTo>
                    <a:pt x="416" y="550"/>
                  </a:lnTo>
                  <a:lnTo>
                    <a:pt x="416" y="550"/>
                  </a:lnTo>
                  <a:lnTo>
                    <a:pt x="417" y="551"/>
                  </a:lnTo>
                  <a:lnTo>
                    <a:pt x="417" y="551"/>
                  </a:lnTo>
                  <a:lnTo>
                    <a:pt x="417" y="551"/>
                  </a:lnTo>
                  <a:lnTo>
                    <a:pt x="416" y="551"/>
                  </a:lnTo>
                  <a:lnTo>
                    <a:pt x="416" y="553"/>
                  </a:lnTo>
                  <a:lnTo>
                    <a:pt x="416" y="553"/>
                  </a:lnTo>
                  <a:lnTo>
                    <a:pt x="417" y="553"/>
                  </a:lnTo>
                  <a:lnTo>
                    <a:pt x="417" y="555"/>
                  </a:lnTo>
                  <a:lnTo>
                    <a:pt x="419" y="555"/>
                  </a:lnTo>
                  <a:lnTo>
                    <a:pt x="421" y="555"/>
                  </a:lnTo>
                  <a:lnTo>
                    <a:pt x="425" y="555"/>
                  </a:lnTo>
                  <a:lnTo>
                    <a:pt x="429" y="555"/>
                  </a:lnTo>
                  <a:lnTo>
                    <a:pt x="429" y="557"/>
                  </a:lnTo>
                  <a:lnTo>
                    <a:pt x="429" y="557"/>
                  </a:lnTo>
                  <a:lnTo>
                    <a:pt x="429" y="559"/>
                  </a:lnTo>
                  <a:lnTo>
                    <a:pt x="431" y="559"/>
                  </a:lnTo>
                  <a:lnTo>
                    <a:pt x="431" y="561"/>
                  </a:lnTo>
                  <a:lnTo>
                    <a:pt x="433" y="561"/>
                  </a:lnTo>
                  <a:lnTo>
                    <a:pt x="435" y="561"/>
                  </a:lnTo>
                  <a:lnTo>
                    <a:pt x="435" y="561"/>
                  </a:lnTo>
                  <a:lnTo>
                    <a:pt x="436" y="559"/>
                  </a:lnTo>
                  <a:lnTo>
                    <a:pt x="436" y="559"/>
                  </a:lnTo>
                  <a:lnTo>
                    <a:pt x="438" y="559"/>
                  </a:lnTo>
                  <a:lnTo>
                    <a:pt x="438" y="559"/>
                  </a:lnTo>
                  <a:lnTo>
                    <a:pt x="440" y="559"/>
                  </a:lnTo>
                  <a:lnTo>
                    <a:pt x="440" y="559"/>
                  </a:lnTo>
                  <a:lnTo>
                    <a:pt x="442" y="561"/>
                  </a:lnTo>
                  <a:lnTo>
                    <a:pt x="442" y="563"/>
                  </a:lnTo>
                  <a:lnTo>
                    <a:pt x="442" y="563"/>
                  </a:lnTo>
                  <a:lnTo>
                    <a:pt x="442" y="563"/>
                  </a:lnTo>
                  <a:lnTo>
                    <a:pt x="444" y="565"/>
                  </a:lnTo>
                  <a:lnTo>
                    <a:pt x="444" y="565"/>
                  </a:lnTo>
                  <a:lnTo>
                    <a:pt x="444" y="567"/>
                  </a:lnTo>
                  <a:lnTo>
                    <a:pt x="444" y="567"/>
                  </a:lnTo>
                  <a:lnTo>
                    <a:pt x="444" y="569"/>
                  </a:lnTo>
                  <a:lnTo>
                    <a:pt x="444" y="569"/>
                  </a:lnTo>
                  <a:lnTo>
                    <a:pt x="444" y="569"/>
                  </a:lnTo>
                  <a:lnTo>
                    <a:pt x="444" y="571"/>
                  </a:lnTo>
                  <a:lnTo>
                    <a:pt x="444" y="571"/>
                  </a:lnTo>
                  <a:lnTo>
                    <a:pt x="452" y="576"/>
                  </a:lnTo>
                  <a:lnTo>
                    <a:pt x="452" y="576"/>
                  </a:lnTo>
                  <a:lnTo>
                    <a:pt x="454" y="576"/>
                  </a:lnTo>
                  <a:lnTo>
                    <a:pt x="456" y="576"/>
                  </a:lnTo>
                  <a:lnTo>
                    <a:pt x="457" y="576"/>
                  </a:lnTo>
                  <a:lnTo>
                    <a:pt x="459" y="576"/>
                  </a:lnTo>
                  <a:lnTo>
                    <a:pt x="461" y="578"/>
                  </a:lnTo>
                  <a:lnTo>
                    <a:pt x="465" y="582"/>
                  </a:lnTo>
                  <a:lnTo>
                    <a:pt x="467" y="582"/>
                  </a:lnTo>
                  <a:lnTo>
                    <a:pt x="467" y="582"/>
                  </a:lnTo>
                  <a:lnTo>
                    <a:pt x="467" y="582"/>
                  </a:lnTo>
                  <a:lnTo>
                    <a:pt x="469" y="582"/>
                  </a:lnTo>
                  <a:lnTo>
                    <a:pt x="469" y="582"/>
                  </a:lnTo>
                  <a:lnTo>
                    <a:pt x="469" y="582"/>
                  </a:lnTo>
                  <a:lnTo>
                    <a:pt x="473" y="578"/>
                  </a:lnTo>
                  <a:lnTo>
                    <a:pt x="475" y="578"/>
                  </a:lnTo>
                  <a:lnTo>
                    <a:pt x="475" y="578"/>
                  </a:lnTo>
                  <a:lnTo>
                    <a:pt x="475" y="578"/>
                  </a:lnTo>
                  <a:lnTo>
                    <a:pt x="475" y="580"/>
                  </a:lnTo>
                  <a:lnTo>
                    <a:pt x="475" y="580"/>
                  </a:lnTo>
                  <a:lnTo>
                    <a:pt x="475" y="582"/>
                  </a:lnTo>
                  <a:lnTo>
                    <a:pt x="475" y="584"/>
                  </a:lnTo>
                  <a:lnTo>
                    <a:pt x="475" y="584"/>
                  </a:lnTo>
                  <a:lnTo>
                    <a:pt x="475" y="586"/>
                  </a:lnTo>
                  <a:lnTo>
                    <a:pt x="475" y="586"/>
                  </a:lnTo>
                  <a:lnTo>
                    <a:pt x="475" y="586"/>
                  </a:lnTo>
                  <a:lnTo>
                    <a:pt x="476" y="588"/>
                  </a:lnTo>
                  <a:lnTo>
                    <a:pt x="476" y="588"/>
                  </a:lnTo>
                  <a:lnTo>
                    <a:pt x="476" y="588"/>
                  </a:lnTo>
                  <a:lnTo>
                    <a:pt x="478" y="586"/>
                  </a:lnTo>
                  <a:lnTo>
                    <a:pt x="478" y="586"/>
                  </a:lnTo>
                  <a:lnTo>
                    <a:pt x="478" y="584"/>
                  </a:lnTo>
                  <a:lnTo>
                    <a:pt x="478" y="584"/>
                  </a:lnTo>
                  <a:lnTo>
                    <a:pt x="478" y="584"/>
                  </a:lnTo>
                  <a:lnTo>
                    <a:pt x="480" y="584"/>
                  </a:lnTo>
                  <a:lnTo>
                    <a:pt x="480" y="584"/>
                  </a:lnTo>
                  <a:lnTo>
                    <a:pt x="480" y="586"/>
                  </a:lnTo>
                  <a:lnTo>
                    <a:pt x="480" y="591"/>
                  </a:lnTo>
                  <a:lnTo>
                    <a:pt x="480" y="591"/>
                  </a:lnTo>
                  <a:lnTo>
                    <a:pt x="480" y="591"/>
                  </a:lnTo>
                  <a:lnTo>
                    <a:pt x="480" y="593"/>
                  </a:lnTo>
                  <a:lnTo>
                    <a:pt x="482" y="593"/>
                  </a:lnTo>
                  <a:lnTo>
                    <a:pt x="482" y="593"/>
                  </a:lnTo>
                  <a:lnTo>
                    <a:pt x="482" y="591"/>
                  </a:lnTo>
                  <a:lnTo>
                    <a:pt x="482" y="591"/>
                  </a:lnTo>
                  <a:lnTo>
                    <a:pt x="484" y="591"/>
                  </a:lnTo>
                  <a:lnTo>
                    <a:pt x="484" y="593"/>
                  </a:lnTo>
                  <a:lnTo>
                    <a:pt x="484" y="593"/>
                  </a:lnTo>
                  <a:lnTo>
                    <a:pt x="486" y="593"/>
                  </a:lnTo>
                  <a:lnTo>
                    <a:pt x="486" y="595"/>
                  </a:lnTo>
                  <a:lnTo>
                    <a:pt x="484" y="599"/>
                  </a:lnTo>
                  <a:lnTo>
                    <a:pt x="484" y="599"/>
                  </a:lnTo>
                  <a:lnTo>
                    <a:pt x="484" y="599"/>
                  </a:lnTo>
                  <a:lnTo>
                    <a:pt x="488" y="599"/>
                  </a:lnTo>
                  <a:lnTo>
                    <a:pt x="492" y="599"/>
                  </a:lnTo>
                  <a:lnTo>
                    <a:pt x="494" y="599"/>
                  </a:lnTo>
                  <a:lnTo>
                    <a:pt x="494" y="599"/>
                  </a:lnTo>
                  <a:lnTo>
                    <a:pt x="496" y="597"/>
                  </a:lnTo>
                  <a:lnTo>
                    <a:pt x="496" y="597"/>
                  </a:lnTo>
                  <a:lnTo>
                    <a:pt x="496" y="595"/>
                  </a:lnTo>
                  <a:lnTo>
                    <a:pt x="494" y="593"/>
                  </a:lnTo>
                  <a:lnTo>
                    <a:pt x="494" y="593"/>
                  </a:lnTo>
                  <a:lnTo>
                    <a:pt x="496" y="591"/>
                  </a:lnTo>
                  <a:lnTo>
                    <a:pt x="496" y="591"/>
                  </a:lnTo>
                  <a:lnTo>
                    <a:pt x="496" y="591"/>
                  </a:lnTo>
                  <a:lnTo>
                    <a:pt x="497" y="591"/>
                  </a:lnTo>
                  <a:lnTo>
                    <a:pt x="507" y="593"/>
                  </a:lnTo>
                  <a:lnTo>
                    <a:pt x="511" y="595"/>
                  </a:lnTo>
                  <a:lnTo>
                    <a:pt x="513" y="593"/>
                  </a:lnTo>
                  <a:lnTo>
                    <a:pt x="513" y="593"/>
                  </a:lnTo>
                  <a:lnTo>
                    <a:pt x="520" y="591"/>
                  </a:lnTo>
                  <a:lnTo>
                    <a:pt x="520" y="591"/>
                  </a:lnTo>
                  <a:lnTo>
                    <a:pt x="520" y="591"/>
                  </a:lnTo>
                  <a:lnTo>
                    <a:pt x="522" y="591"/>
                  </a:lnTo>
                  <a:lnTo>
                    <a:pt x="522" y="591"/>
                  </a:lnTo>
                  <a:lnTo>
                    <a:pt x="522" y="595"/>
                  </a:lnTo>
                  <a:lnTo>
                    <a:pt x="522" y="595"/>
                  </a:lnTo>
                  <a:lnTo>
                    <a:pt x="522" y="595"/>
                  </a:lnTo>
                  <a:lnTo>
                    <a:pt x="522" y="595"/>
                  </a:lnTo>
                  <a:lnTo>
                    <a:pt x="526" y="595"/>
                  </a:lnTo>
                  <a:lnTo>
                    <a:pt x="526" y="597"/>
                  </a:lnTo>
                  <a:lnTo>
                    <a:pt x="528" y="597"/>
                  </a:lnTo>
                  <a:lnTo>
                    <a:pt x="528" y="597"/>
                  </a:lnTo>
                  <a:lnTo>
                    <a:pt x="528" y="601"/>
                  </a:lnTo>
                  <a:lnTo>
                    <a:pt x="528" y="601"/>
                  </a:lnTo>
                  <a:lnTo>
                    <a:pt x="530" y="603"/>
                  </a:lnTo>
                  <a:lnTo>
                    <a:pt x="530" y="603"/>
                  </a:lnTo>
                  <a:lnTo>
                    <a:pt x="532" y="605"/>
                  </a:lnTo>
                  <a:lnTo>
                    <a:pt x="532" y="605"/>
                  </a:lnTo>
                  <a:lnTo>
                    <a:pt x="530" y="607"/>
                  </a:lnTo>
                  <a:lnTo>
                    <a:pt x="530" y="607"/>
                  </a:lnTo>
                  <a:lnTo>
                    <a:pt x="528" y="607"/>
                  </a:lnTo>
                  <a:lnTo>
                    <a:pt x="526" y="607"/>
                  </a:lnTo>
                  <a:lnTo>
                    <a:pt x="524" y="607"/>
                  </a:lnTo>
                  <a:lnTo>
                    <a:pt x="524" y="607"/>
                  </a:lnTo>
                  <a:lnTo>
                    <a:pt x="524" y="607"/>
                  </a:lnTo>
                  <a:lnTo>
                    <a:pt x="524" y="609"/>
                  </a:lnTo>
                  <a:lnTo>
                    <a:pt x="524" y="609"/>
                  </a:lnTo>
                  <a:lnTo>
                    <a:pt x="524" y="610"/>
                  </a:lnTo>
                  <a:lnTo>
                    <a:pt x="524" y="612"/>
                  </a:lnTo>
                  <a:lnTo>
                    <a:pt x="524" y="614"/>
                  </a:lnTo>
                  <a:lnTo>
                    <a:pt x="522" y="620"/>
                  </a:lnTo>
                  <a:lnTo>
                    <a:pt x="522" y="620"/>
                  </a:lnTo>
                  <a:lnTo>
                    <a:pt x="524" y="622"/>
                  </a:lnTo>
                  <a:lnTo>
                    <a:pt x="524" y="622"/>
                  </a:lnTo>
                  <a:lnTo>
                    <a:pt x="526" y="622"/>
                  </a:lnTo>
                  <a:lnTo>
                    <a:pt x="526" y="624"/>
                  </a:lnTo>
                  <a:lnTo>
                    <a:pt x="526" y="626"/>
                  </a:lnTo>
                  <a:lnTo>
                    <a:pt x="526" y="631"/>
                  </a:lnTo>
                  <a:lnTo>
                    <a:pt x="526" y="631"/>
                  </a:lnTo>
                  <a:lnTo>
                    <a:pt x="526" y="633"/>
                  </a:lnTo>
                  <a:lnTo>
                    <a:pt x="524" y="635"/>
                  </a:lnTo>
                  <a:lnTo>
                    <a:pt x="522" y="643"/>
                  </a:lnTo>
                  <a:lnTo>
                    <a:pt x="522" y="643"/>
                  </a:lnTo>
                  <a:lnTo>
                    <a:pt x="520" y="645"/>
                  </a:lnTo>
                  <a:lnTo>
                    <a:pt x="518" y="645"/>
                  </a:lnTo>
                  <a:lnTo>
                    <a:pt x="518" y="645"/>
                  </a:lnTo>
                  <a:lnTo>
                    <a:pt x="518" y="645"/>
                  </a:lnTo>
                  <a:lnTo>
                    <a:pt x="518" y="647"/>
                  </a:lnTo>
                  <a:lnTo>
                    <a:pt x="518" y="647"/>
                  </a:lnTo>
                  <a:lnTo>
                    <a:pt x="518" y="648"/>
                  </a:lnTo>
                  <a:lnTo>
                    <a:pt x="520" y="650"/>
                  </a:lnTo>
                  <a:lnTo>
                    <a:pt x="522" y="650"/>
                  </a:lnTo>
                  <a:lnTo>
                    <a:pt x="522" y="652"/>
                  </a:lnTo>
                  <a:lnTo>
                    <a:pt x="524" y="652"/>
                  </a:lnTo>
                  <a:lnTo>
                    <a:pt x="524" y="652"/>
                  </a:lnTo>
                  <a:lnTo>
                    <a:pt x="524" y="654"/>
                  </a:lnTo>
                  <a:lnTo>
                    <a:pt x="524" y="656"/>
                  </a:lnTo>
                  <a:lnTo>
                    <a:pt x="522" y="656"/>
                  </a:lnTo>
                  <a:lnTo>
                    <a:pt x="524" y="658"/>
                  </a:lnTo>
                  <a:lnTo>
                    <a:pt x="524" y="658"/>
                  </a:lnTo>
                  <a:lnTo>
                    <a:pt x="524" y="658"/>
                  </a:lnTo>
                  <a:lnTo>
                    <a:pt x="526" y="660"/>
                  </a:lnTo>
                  <a:lnTo>
                    <a:pt x="530" y="664"/>
                  </a:lnTo>
                  <a:lnTo>
                    <a:pt x="534" y="666"/>
                  </a:lnTo>
                  <a:lnTo>
                    <a:pt x="537" y="669"/>
                  </a:lnTo>
                  <a:lnTo>
                    <a:pt x="539" y="671"/>
                  </a:lnTo>
                  <a:lnTo>
                    <a:pt x="541" y="671"/>
                  </a:lnTo>
                  <a:lnTo>
                    <a:pt x="545" y="673"/>
                  </a:lnTo>
                  <a:lnTo>
                    <a:pt x="545" y="673"/>
                  </a:lnTo>
                  <a:lnTo>
                    <a:pt x="549" y="671"/>
                  </a:lnTo>
                  <a:lnTo>
                    <a:pt x="551" y="673"/>
                  </a:lnTo>
                  <a:lnTo>
                    <a:pt x="557" y="673"/>
                  </a:lnTo>
                  <a:lnTo>
                    <a:pt x="557" y="673"/>
                  </a:lnTo>
                  <a:lnTo>
                    <a:pt x="558" y="673"/>
                  </a:lnTo>
                  <a:lnTo>
                    <a:pt x="560" y="671"/>
                  </a:lnTo>
                  <a:lnTo>
                    <a:pt x="562" y="671"/>
                  </a:lnTo>
                  <a:lnTo>
                    <a:pt x="564" y="669"/>
                  </a:lnTo>
                  <a:lnTo>
                    <a:pt x="566" y="669"/>
                  </a:lnTo>
                  <a:lnTo>
                    <a:pt x="568" y="669"/>
                  </a:lnTo>
                  <a:lnTo>
                    <a:pt x="568" y="669"/>
                  </a:lnTo>
                  <a:lnTo>
                    <a:pt x="568" y="668"/>
                  </a:lnTo>
                  <a:lnTo>
                    <a:pt x="570" y="664"/>
                  </a:lnTo>
                  <a:lnTo>
                    <a:pt x="572" y="664"/>
                  </a:lnTo>
                  <a:lnTo>
                    <a:pt x="572" y="664"/>
                  </a:lnTo>
                  <a:lnTo>
                    <a:pt x="572" y="660"/>
                  </a:lnTo>
                  <a:lnTo>
                    <a:pt x="572" y="660"/>
                  </a:lnTo>
                  <a:lnTo>
                    <a:pt x="572" y="658"/>
                  </a:lnTo>
                  <a:lnTo>
                    <a:pt x="576" y="656"/>
                  </a:lnTo>
                  <a:lnTo>
                    <a:pt x="576" y="656"/>
                  </a:lnTo>
                  <a:lnTo>
                    <a:pt x="577" y="654"/>
                  </a:lnTo>
                  <a:lnTo>
                    <a:pt x="577" y="650"/>
                  </a:lnTo>
                  <a:lnTo>
                    <a:pt x="579" y="650"/>
                  </a:lnTo>
                  <a:lnTo>
                    <a:pt x="581" y="645"/>
                  </a:lnTo>
                  <a:lnTo>
                    <a:pt x="581" y="643"/>
                  </a:lnTo>
                  <a:lnTo>
                    <a:pt x="583" y="641"/>
                  </a:lnTo>
                  <a:lnTo>
                    <a:pt x="585" y="637"/>
                  </a:lnTo>
                  <a:lnTo>
                    <a:pt x="585" y="637"/>
                  </a:lnTo>
                  <a:lnTo>
                    <a:pt x="587" y="635"/>
                  </a:lnTo>
                  <a:lnTo>
                    <a:pt x="587" y="635"/>
                  </a:lnTo>
                  <a:lnTo>
                    <a:pt x="587" y="633"/>
                  </a:lnTo>
                  <a:lnTo>
                    <a:pt x="587" y="633"/>
                  </a:lnTo>
                  <a:lnTo>
                    <a:pt x="587" y="631"/>
                  </a:lnTo>
                  <a:lnTo>
                    <a:pt x="589" y="629"/>
                  </a:lnTo>
                  <a:lnTo>
                    <a:pt x="589" y="628"/>
                  </a:lnTo>
                  <a:lnTo>
                    <a:pt x="589" y="628"/>
                  </a:lnTo>
                  <a:lnTo>
                    <a:pt x="589" y="626"/>
                  </a:lnTo>
                  <a:lnTo>
                    <a:pt x="589" y="626"/>
                  </a:lnTo>
                  <a:lnTo>
                    <a:pt x="589" y="624"/>
                  </a:lnTo>
                  <a:lnTo>
                    <a:pt x="587" y="622"/>
                  </a:lnTo>
                  <a:lnTo>
                    <a:pt x="587" y="622"/>
                  </a:lnTo>
                  <a:lnTo>
                    <a:pt x="585" y="620"/>
                  </a:lnTo>
                  <a:lnTo>
                    <a:pt x="585" y="618"/>
                  </a:lnTo>
                  <a:lnTo>
                    <a:pt x="585" y="616"/>
                  </a:lnTo>
                  <a:lnTo>
                    <a:pt x="585" y="616"/>
                  </a:lnTo>
                  <a:lnTo>
                    <a:pt x="585" y="616"/>
                  </a:lnTo>
                  <a:lnTo>
                    <a:pt x="585" y="614"/>
                  </a:lnTo>
                  <a:lnTo>
                    <a:pt x="585" y="614"/>
                  </a:lnTo>
                  <a:lnTo>
                    <a:pt x="585" y="614"/>
                  </a:lnTo>
                  <a:lnTo>
                    <a:pt x="585" y="612"/>
                  </a:lnTo>
                  <a:lnTo>
                    <a:pt x="587" y="612"/>
                  </a:lnTo>
                  <a:lnTo>
                    <a:pt x="589" y="610"/>
                  </a:lnTo>
                  <a:lnTo>
                    <a:pt x="597" y="610"/>
                  </a:lnTo>
                  <a:lnTo>
                    <a:pt x="597" y="607"/>
                  </a:lnTo>
                  <a:lnTo>
                    <a:pt x="597" y="605"/>
                  </a:lnTo>
                  <a:lnTo>
                    <a:pt x="597" y="601"/>
                  </a:lnTo>
                  <a:lnTo>
                    <a:pt x="597" y="601"/>
                  </a:lnTo>
                  <a:lnTo>
                    <a:pt x="597" y="599"/>
                  </a:lnTo>
                  <a:lnTo>
                    <a:pt x="595" y="597"/>
                  </a:lnTo>
                  <a:lnTo>
                    <a:pt x="595" y="597"/>
                  </a:lnTo>
                  <a:lnTo>
                    <a:pt x="595" y="595"/>
                  </a:lnTo>
                  <a:lnTo>
                    <a:pt x="597" y="593"/>
                  </a:lnTo>
                  <a:lnTo>
                    <a:pt x="597" y="591"/>
                  </a:lnTo>
                  <a:lnTo>
                    <a:pt x="597" y="590"/>
                  </a:lnTo>
                  <a:lnTo>
                    <a:pt x="597" y="588"/>
                  </a:lnTo>
                  <a:lnTo>
                    <a:pt x="597" y="588"/>
                  </a:lnTo>
                  <a:lnTo>
                    <a:pt x="595" y="588"/>
                  </a:lnTo>
                  <a:lnTo>
                    <a:pt x="591" y="586"/>
                  </a:lnTo>
                  <a:lnTo>
                    <a:pt x="591" y="586"/>
                  </a:lnTo>
                  <a:lnTo>
                    <a:pt x="589" y="584"/>
                  </a:lnTo>
                  <a:lnTo>
                    <a:pt x="587" y="584"/>
                  </a:lnTo>
                  <a:lnTo>
                    <a:pt x="587" y="582"/>
                  </a:lnTo>
                  <a:lnTo>
                    <a:pt x="585" y="580"/>
                  </a:lnTo>
                  <a:lnTo>
                    <a:pt x="585" y="580"/>
                  </a:lnTo>
                  <a:lnTo>
                    <a:pt x="583" y="578"/>
                  </a:lnTo>
                  <a:lnTo>
                    <a:pt x="583" y="578"/>
                  </a:lnTo>
                  <a:lnTo>
                    <a:pt x="581" y="576"/>
                  </a:lnTo>
                  <a:lnTo>
                    <a:pt x="581" y="576"/>
                  </a:lnTo>
                  <a:lnTo>
                    <a:pt x="581" y="574"/>
                  </a:lnTo>
                  <a:lnTo>
                    <a:pt x="581" y="572"/>
                  </a:lnTo>
                  <a:lnTo>
                    <a:pt x="581" y="572"/>
                  </a:lnTo>
                  <a:lnTo>
                    <a:pt x="581" y="571"/>
                  </a:lnTo>
                  <a:lnTo>
                    <a:pt x="581" y="571"/>
                  </a:lnTo>
                  <a:lnTo>
                    <a:pt x="581" y="567"/>
                  </a:lnTo>
                  <a:lnTo>
                    <a:pt x="581" y="563"/>
                  </a:lnTo>
                  <a:lnTo>
                    <a:pt x="581" y="563"/>
                  </a:lnTo>
                  <a:lnTo>
                    <a:pt x="581" y="561"/>
                  </a:lnTo>
                  <a:lnTo>
                    <a:pt x="579" y="559"/>
                  </a:lnTo>
                  <a:lnTo>
                    <a:pt x="577" y="557"/>
                  </a:lnTo>
                  <a:lnTo>
                    <a:pt x="577" y="555"/>
                  </a:lnTo>
                  <a:lnTo>
                    <a:pt x="577" y="555"/>
                  </a:lnTo>
                  <a:lnTo>
                    <a:pt x="577" y="553"/>
                  </a:lnTo>
                  <a:lnTo>
                    <a:pt x="577" y="548"/>
                  </a:lnTo>
                  <a:lnTo>
                    <a:pt x="579" y="546"/>
                  </a:lnTo>
                  <a:lnTo>
                    <a:pt x="579" y="544"/>
                  </a:lnTo>
                  <a:lnTo>
                    <a:pt x="579" y="544"/>
                  </a:lnTo>
                  <a:lnTo>
                    <a:pt x="579" y="542"/>
                  </a:lnTo>
                  <a:lnTo>
                    <a:pt x="581" y="540"/>
                  </a:lnTo>
                  <a:lnTo>
                    <a:pt x="581" y="540"/>
                  </a:lnTo>
                  <a:lnTo>
                    <a:pt x="583" y="538"/>
                  </a:lnTo>
                  <a:lnTo>
                    <a:pt x="587" y="536"/>
                  </a:lnTo>
                  <a:lnTo>
                    <a:pt x="591" y="534"/>
                  </a:lnTo>
                  <a:lnTo>
                    <a:pt x="593" y="534"/>
                  </a:lnTo>
                  <a:lnTo>
                    <a:pt x="595" y="531"/>
                  </a:lnTo>
                  <a:lnTo>
                    <a:pt x="597" y="531"/>
                  </a:lnTo>
                  <a:lnTo>
                    <a:pt x="610" y="523"/>
                  </a:lnTo>
                  <a:lnTo>
                    <a:pt x="619" y="517"/>
                  </a:lnTo>
                  <a:lnTo>
                    <a:pt x="621" y="515"/>
                  </a:lnTo>
                  <a:lnTo>
                    <a:pt x="621" y="513"/>
                  </a:lnTo>
                  <a:lnTo>
                    <a:pt x="623" y="513"/>
                  </a:lnTo>
                  <a:lnTo>
                    <a:pt x="623" y="513"/>
                  </a:lnTo>
                  <a:lnTo>
                    <a:pt x="627" y="512"/>
                  </a:lnTo>
                  <a:lnTo>
                    <a:pt x="629" y="510"/>
                  </a:lnTo>
                  <a:lnTo>
                    <a:pt x="631" y="508"/>
                  </a:lnTo>
                  <a:lnTo>
                    <a:pt x="631" y="508"/>
                  </a:lnTo>
                  <a:lnTo>
                    <a:pt x="633" y="506"/>
                  </a:lnTo>
                  <a:lnTo>
                    <a:pt x="638" y="502"/>
                  </a:lnTo>
                  <a:lnTo>
                    <a:pt x="640" y="500"/>
                  </a:lnTo>
                  <a:lnTo>
                    <a:pt x="646" y="494"/>
                  </a:lnTo>
                  <a:lnTo>
                    <a:pt x="654" y="487"/>
                  </a:lnTo>
                  <a:lnTo>
                    <a:pt x="658" y="487"/>
                  </a:lnTo>
                  <a:lnTo>
                    <a:pt x="659" y="489"/>
                  </a:lnTo>
                  <a:lnTo>
                    <a:pt x="659" y="489"/>
                  </a:lnTo>
                  <a:lnTo>
                    <a:pt x="659" y="491"/>
                  </a:lnTo>
                  <a:lnTo>
                    <a:pt x="659" y="491"/>
                  </a:lnTo>
                  <a:lnTo>
                    <a:pt x="659" y="493"/>
                  </a:lnTo>
                  <a:lnTo>
                    <a:pt x="659" y="493"/>
                  </a:lnTo>
                  <a:lnTo>
                    <a:pt x="659" y="493"/>
                  </a:lnTo>
                  <a:lnTo>
                    <a:pt x="659" y="494"/>
                  </a:lnTo>
                  <a:lnTo>
                    <a:pt x="659" y="494"/>
                  </a:lnTo>
                  <a:lnTo>
                    <a:pt x="661" y="494"/>
                  </a:lnTo>
                  <a:lnTo>
                    <a:pt x="661" y="494"/>
                  </a:lnTo>
                  <a:lnTo>
                    <a:pt x="661" y="496"/>
                  </a:lnTo>
                  <a:lnTo>
                    <a:pt x="661" y="496"/>
                  </a:lnTo>
                  <a:lnTo>
                    <a:pt x="661" y="496"/>
                  </a:lnTo>
                  <a:lnTo>
                    <a:pt x="663" y="496"/>
                  </a:lnTo>
                  <a:lnTo>
                    <a:pt x="663" y="496"/>
                  </a:lnTo>
                  <a:lnTo>
                    <a:pt x="663" y="496"/>
                  </a:lnTo>
                  <a:lnTo>
                    <a:pt x="665" y="496"/>
                  </a:lnTo>
                  <a:lnTo>
                    <a:pt x="667" y="496"/>
                  </a:lnTo>
                  <a:lnTo>
                    <a:pt x="669" y="496"/>
                  </a:lnTo>
                  <a:lnTo>
                    <a:pt x="669" y="496"/>
                  </a:lnTo>
                  <a:lnTo>
                    <a:pt x="671" y="496"/>
                  </a:lnTo>
                  <a:lnTo>
                    <a:pt x="671" y="494"/>
                  </a:lnTo>
                  <a:lnTo>
                    <a:pt x="671" y="494"/>
                  </a:lnTo>
                  <a:lnTo>
                    <a:pt x="671" y="494"/>
                  </a:lnTo>
                  <a:lnTo>
                    <a:pt x="671" y="493"/>
                  </a:lnTo>
                  <a:lnTo>
                    <a:pt x="671" y="493"/>
                  </a:lnTo>
                  <a:lnTo>
                    <a:pt x="671" y="493"/>
                  </a:lnTo>
                  <a:lnTo>
                    <a:pt x="669" y="489"/>
                  </a:lnTo>
                  <a:lnTo>
                    <a:pt x="669" y="487"/>
                  </a:lnTo>
                  <a:lnTo>
                    <a:pt x="671" y="487"/>
                  </a:lnTo>
                  <a:lnTo>
                    <a:pt x="671" y="485"/>
                  </a:lnTo>
                  <a:lnTo>
                    <a:pt x="673" y="485"/>
                  </a:lnTo>
                  <a:lnTo>
                    <a:pt x="675" y="485"/>
                  </a:lnTo>
                  <a:lnTo>
                    <a:pt x="677" y="485"/>
                  </a:lnTo>
                  <a:lnTo>
                    <a:pt x="678" y="489"/>
                  </a:lnTo>
                  <a:lnTo>
                    <a:pt x="680" y="489"/>
                  </a:lnTo>
                  <a:lnTo>
                    <a:pt x="682" y="491"/>
                  </a:lnTo>
                  <a:lnTo>
                    <a:pt x="684" y="491"/>
                  </a:lnTo>
                  <a:lnTo>
                    <a:pt x="684" y="491"/>
                  </a:lnTo>
                  <a:lnTo>
                    <a:pt x="686" y="491"/>
                  </a:lnTo>
                  <a:lnTo>
                    <a:pt x="688" y="491"/>
                  </a:lnTo>
                  <a:lnTo>
                    <a:pt x="690" y="491"/>
                  </a:lnTo>
                  <a:lnTo>
                    <a:pt x="690" y="491"/>
                  </a:lnTo>
                  <a:lnTo>
                    <a:pt x="694" y="487"/>
                  </a:lnTo>
                  <a:lnTo>
                    <a:pt x="696" y="487"/>
                  </a:lnTo>
                  <a:lnTo>
                    <a:pt x="696" y="487"/>
                  </a:lnTo>
                  <a:lnTo>
                    <a:pt x="696" y="485"/>
                  </a:lnTo>
                  <a:lnTo>
                    <a:pt x="696" y="483"/>
                  </a:lnTo>
                  <a:lnTo>
                    <a:pt x="698" y="48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09" name="Freeform 12">
              <a:extLst>
                <a:ext uri="{FF2B5EF4-FFF2-40B4-BE49-F238E27FC236}">
                  <a16:creationId xmlns:a16="http://schemas.microsoft.com/office/drawing/2014/main" id="{E270DC46-2F1B-C603-680D-994D3A2DB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8213" y="3076575"/>
              <a:ext cx="177800" cy="255588"/>
            </a:xfrm>
            <a:custGeom>
              <a:avLst/>
              <a:gdLst>
                <a:gd name="T0" fmla="*/ 112 w 112"/>
                <a:gd name="T1" fmla="*/ 55 h 161"/>
                <a:gd name="T2" fmla="*/ 110 w 112"/>
                <a:gd name="T3" fmla="*/ 51 h 161"/>
                <a:gd name="T4" fmla="*/ 110 w 112"/>
                <a:gd name="T5" fmla="*/ 36 h 161"/>
                <a:gd name="T6" fmla="*/ 108 w 112"/>
                <a:gd name="T7" fmla="*/ 32 h 161"/>
                <a:gd name="T8" fmla="*/ 105 w 112"/>
                <a:gd name="T9" fmla="*/ 20 h 161"/>
                <a:gd name="T10" fmla="*/ 103 w 112"/>
                <a:gd name="T11" fmla="*/ 11 h 161"/>
                <a:gd name="T12" fmla="*/ 103 w 112"/>
                <a:gd name="T13" fmla="*/ 5 h 161"/>
                <a:gd name="T14" fmla="*/ 91 w 112"/>
                <a:gd name="T15" fmla="*/ 1 h 161"/>
                <a:gd name="T16" fmla="*/ 89 w 112"/>
                <a:gd name="T17" fmla="*/ 17 h 161"/>
                <a:gd name="T18" fmla="*/ 78 w 112"/>
                <a:gd name="T19" fmla="*/ 22 h 161"/>
                <a:gd name="T20" fmla="*/ 72 w 112"/>
                <a:gd name="T21" fmla="*/ 20 h 161"/>
                <a:gd name="T22" fmla="*/ 70 w 112"/>
                <a:gd name="T23" fmla="*/ 39 h 161"/>
                <a:gd name="T24" fmla="*/ 63 w 112"/>
                <a:gd name="T25" fmla="*/ 34 h 161"/>
                <a:gd name="T26" fmla="*/ 55 w 112"/>
                <a:gd name="T27" fmla="*/ 34 h 161"/>
                <a:gd name="T28" fmla="*/ 51 w 112"/>
                <a:gd name="T29" fmla="*/ 39 h 161"/>
                <a:gd name="T30" fmla="*/ 46 w 112"/>
                <a:gd name="T31" fmla="*/ 34 h 161"/>
                <a:gd name="T32" fmla="*/ 40 w 112"/>
                <a:gd name="T33" fmla="*/ 45 h 161"/>
                <a:gd name="T34" fmla="*/ 21 w 112"/>
                <a:gd name="T35" fmla="*/ 47 h 161"/>
                <a:gd name="T36" fmla="*/ 17 w 112"/>
                <a:gd name="T37" fmla="*/ 55 h 161"/>
                <a:gd name="T38" fmla="*/ 11 w 112"/>
                <a:gd name="T39" fmla="*/ 59 h 161"/>
                <a:gd name="T40" fmla="*/ 9 w 112"/>
                <a:gd name="T41" fmla="*/ 70 h 161"/>
                <a:gd name="T42" fmla="*/ 4 w 112"/>
                <a:gd name="T43" fmla="*/ 81 h 161"/>
                <a:gd name="T44" fmla="*/ 4 w 112"/>
                <a:gd name="T45" fmla="*/ 87 h 161"/>
                <a:gd name="T46" fmla="*/ 2 w 112"/>
                <a:gd name="T47" fmla="*/ 93 h 161"/>
                <a:gd name="T48" fmla="*/ 6 w 112"/>
                <a:gd name="T49" fmla="*/ 106 h 161"/>
                <a:gd name="T50" fmla="*/ 9 w 112"/>
                <a:gd name="T51" fmla="*/ 112 h 161"/>
                <a:gd name="T52" fmla="*/ 15 w 112"/>
                <a:gd name="T53" fmla="*/ 119 h 161"/>
                <a:gd name="T54" fmla="*/ 13 w 112"/>
                <a:gd name="T55" fmla="*/ 123 h 161"/>
                <a:gd name="T56" fmla="*/ 23 w 112"/>
                <a:gd name="T57" fmla="*/ 150 h 161"/>
                <a:gd name="T58" fmla="*/ 23 w 112"/>
                <a:gd name="T59" fmla="*/ 129 h 161"/>
                <a:gd name="T60" fmla="*/ 28 w 112"/>
                <a:gd name="T61" fmla="*/ 135 h 161"/>
                <a:gd name="T62" fmla="*/ 30 w 112"/>
                <a:gd name="T63" fmla="*/ 135 h 161"/>
                <a:gd name="T64" fmla="*/ 32 w 112"/>
                <a:gd name="T65" fmla="*/ 140 h 161"/>
                <a:gd name="T66" fmla="*/ 36 w 112"/>
                <a:gd name="T67" fmla="*/ 152 h 161"/>
                <a:gd name="T68" fmla="*/ 40 w 112"/>
                <a:gd name="T69" fmla="*/ 157 h 161"/>
                <a:gd name="T70" fmla="*/ 44 w 112"/>
                <a:gd name="T71" fmla="*/ 159 h 161"/>
                <a:gd name="T72" fmla="*/ 47 w 112"/>
                <a:gd name="T73" fmla="*/ 157 h 161"/>
                <a:gd name="T74" fmla="*/ 53 w 112"/>
                <a:gd name="T75" fmla="*/ 157 h 161"/>
                <a:gd name="T76" fmla="*/ 59 w 112"/>
                <a:gd name="T77" fmla="*/ 150 h 161"/>
                <a:gd name="T78" fmla="*/ 59 w 112"/>
                <a:gd name="T79" fmla="*/ 148 h 161"/>
                <a:gd name="T80" fmla="*/ 61 w 112"/>
                <a:gd name="T81" fmla="*/ 146 h 161"/>
                <a:gd name="T82" fmla="*/ 59 w 112"/>
                <a:gd name="T83" fmla="*/ 123 h 161"/>
                <a:gd name="T84" fmla="*/ 72 w 112"/>
                <a:gd name="T85" fmla="*/ 110 h 161"/>
                <a:gd name="T86" fmla="*/ 72 w 112"/>
                <a:gd name="T87" fmla="*/ 87 h 161"/>
                <a:gd name="T88" fmla="*/ 78 w 112"/>
                <a:gd name="T89" fmla="*/ 85 h 161"/>
                <a:gd name="T90" fmla="*/ 89 w 112"/>
                <a:gd name="T91" fmla="*/ 85 h 161"/>
                <a:gd name="T92" fmla="*/ 99 w 112"/>
                <a:gd name="T93" fmla="*/ 91 h 161"/>
                <a:gd name="T94" fmla="*/ 105 w 112"/>
                <a:gd name="T95" fmla="*/ 85 h 161"/>
                <a:gd name="T96" fmla="*/ 107 w 112"/>
                <a:gd name="T97" fmla="*/ 74 h 161"/>
                <a:gd name="T98" fmla="*/ 107 w 112"/>
                <a:gd name="T99" fmla="*/ 70 h 161"/>
                <a:gd name="T100" fmla="*/ 108 w 112"/>
                <a:gd name="T101" fmla="*/ 70 h 161"/>
                <a:gd name="T102" fmla="*/ 110 w 112"/>
                <a:gd name="T103" fmla="*/ 70 h 161"/>
                <a:gd name="T104" fmla="*/ 110 w 112"/>
                <a:gd name="T105" fmla="*/ 68 h 161"/>
                <a:gd name="T106" fmla="*/ 110 w 112"/>
                <a:gd name="T107" fmla="*/ 6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2" h="161">
                  <a:moveTo>
                    <a:pt x="110" y="60"/>
                  </a:moveTo>
                  <a:lnTo>
                    <a:pt x="110" y="60"/>
                  </a:lnTo>
                  <a:lnTo>
                    <a:pt x="110" y="57"/>
                  </a:lnTo>
                  <a:lnTo>
                    <a:pt x="112" y="55"/>
                  </a:lnTo>
                  <a:lnTo>
                    <a:pt x="112" y="55"/>
                  </a:lnTo>
                  <a:lnTo>
                    <a:pt x="110" y="55"/>
                  </a:lnTo>
                  <a:lnTo>
                    <a:pt x="110" y="53"/>
                  </a:lnTo>
                  <a:lnTo>
                    <a:pt x="110" y="53"/>
                  </a:lnTo>
                  <a:lnTo>
                    <a:pt x="110" y="53"/>
                  </a:lnTo>
                  <a:lnTo>
                    <a:pt x="110" y="51"/>
                  </a:lnTo>
                  <a:lnTo>
                    <a:pt x="110" y="49"/>
                  </a:lnTo>
                  <a:lnTo>
                    <a:pt x="110" y="45"/>
                  </a:lnTo>
                  <a:lnTo>
                    <a:pt x="110" y="45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10" y="34"/>
                  </a:lnTo>
                  <a:lnTo>
                    <a:pt x="110" y="34"/>
                  </a:lnTo>
                  <a:lnTo>
                    <a:pt x="110" y="34"/>
                  </a:lnTo>
                  <a:lnTo>
                    <a:pt x="108" y="34"/>
                  </a:lnTo>
                  <a:lnTo>
                    <a:pt x="108" y="32"/>
                  </a:lnTo>
                  <a:lnTo>
                    <a:pt x="108" y="30"/>
                  </a:lnTo>
                  <a:lnTo>
                    <a:pt x="103" y="30"/>
                  </a:lnTo>
                  <a:lnTo>
                    <a:pt x="101" y="30"/>
                  </a:lnTo>
                  <a:lnTo>
                    <a:pt x="101" y="28"/>
                  </a:lnTo>
                  <a:lnTo>
                    <a:pt x="105" y="20"/>
                  </a:lnTo>
                  <a:lnTo>
                    <a:pt x="105" y="19"/>
                  </a:lnTo>
                  <a:lnTo>
                    <a:pt x="105" y="19"/>
                  </a:lnTo>
                  <a:lnTo>
                    <a:pt x="105" y="17"/>
                  </a:lnTo>
                  <a:lnTo>
                    <a:pt x="105" y="15"/>
                  </a:lnTo>
                  <a:lnTo>
                    <a:pt x="103" y="11"/>
                  </a:lnTo>
                  <a:lnTo>
                    <a:pt x="103" y="11"/>
                  </a:lnTo>
                  <a:lnTo>
                    <a:pt x="103" y="9"/>
                  </a:lnTo>
                  <a:lnTo>
                    <a:pt x="103" y="7"/>
                  </a:lnTo>
                  <a:lnTo>
                    <a:pt x="103" y="5"/>
                  </a:lnTo>
                  <a:lnTo>
                    <a:pt x="103" y="5"/>
                  </a:lnTo>
                  <a:lnTo>
                    <a:pt x="101" y="5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3" y="1"/>
                  </a:lnTo>
                  <a:lnTo>
                    <a:pt x="91" y="1"/>
                  </a:lnTo>
                  <a:lnTo>
                    <a:pt x="91" y="3"/>
                  </a:lnTo>
                  <a:lnTo>
                    <a:pt x="91" y="5"/>
                  </a:lnTo>
                  <a:lnTo>
                    <a:pt x="91" y="11"/>
                  </a:lnTo>
                  <a:lnTo>
                    <a:pt x="91" y="15"/>
                  </a:lnTo>
                  <a:lnTo>
                    <a:pt x="89" y="17"/>
                  </a:lnTo>
                  <a:lnTo>
                    <a:pt x="87" y="17"/>
                  </a:lnTo>
                  <a:lnTo>
                    <a:pt x="84" y="19"/>
                  </a:lnTo>
                  <a:lnTo>
                    <a:pt x="76" y="17"/>
                  </a:lnTo>
                  <a:lnTo>
                    <a:pt x="76" y="19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76" y="22"/>
                  </a:lnTo>
                  <a:lnTo>
                    <a:pt x="74" y="20"/>
                  </a:lnTo>
                  <a:lnTo>
                    <a:pt x="74" y="20"/>
                  </a:lnTo>
                  <a:lnTo>
                    <a:pt x="72" y="20"/>
                  </a:lnTo>
                  <a:lnTo>
                    <a:pt x="70" y="22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0" y="38"/>
                  </a:lnTo>
                  <a:lnTo>
                    <a:pt x="70" y="39"/>
                  </a:lnTo>
                  <a:lnTo>
                    <a:pt x="68" y="39"/>
                  </a:lnTo>
                  <a:lnTo>
                    <a:pt x="66" y="39"/>
                  </a:lnTo>
                  <a:lnTo>
                    <a:pt x="63" y="36"/>
                  </a:lnTo>
                  <a:lnTo>
                    <a:pt x="63" y="36"/>
                  </a:lnTo>
                  <a:lnTo>
                    <a:pt x="63" y="34"/>
                  </a:lnTo>
                  <a:lnTo>
                    <a:pt x="63" y="32"/>
                  </a:lnTo>
                  <a:lnTo>
                    <a:pt x="63" y="32"/>
                  </a:lnTo>
                  <a:lnTo>
                    <a:pt x="57" y="32"/>
                  </a:lnTo>
                  <a:lnTo>
                    <a:pt x="55" y="32"/>
                  </a:lnTo>
                  <a:lnTo>
                    <a:pt x="55" y="34"/>
                  </a:lnTo>
                  <a:lnTo>
                    <a:pt x="55" y="36"/>
                  </a:lnTo>
                  <a:lnTo>
                    <a:pt x="57" y="38"/>
                  </a:lnTo>
                  <a:lnTo>
                    <a:pt x="55" y="39"/>
                  </a:lnTo>
                  <a:lnTo>
                    <a:pt x="53" y="41"/>
                  </a:lnTo>
                  <a:lnTo>
                    <a:pt x="51" y="39"/>
                  </a:lnTo>
                  <a:lnTo>
                    <a:pt x="49" y="39"/>
                  </a:lnTo>
                  <a:lnTo>
                    <a:pt x="49" y="38"/>
                  </a:lnTo>
                  <a:lnTo>
                    <a:pt x="47" y="34"/>
                  </a:lnTo>
                  <a:lnTo>
                    <a:pt x="46" y="34"/>
                  </a:lnTo>
                  <a:lnTo>
                    <a:pt x="46" y="34"/>
                  </a:lnTo>
                  <a:lnTo>
                    <a:pt x="46" y="41"/>
                  </a:lnTo>
                  <a:lnTo>
                    <a:pt x="44" y="43"/>
                  </a:lnTo>
                  <a:lnTo>
                    <a:pt x="44" y="45"/>
                  </a:lnTo>
                  <a:lnTo>
                    <a:pt x="42" y="45"/>
                  </a:lnTo>
                  <a:lnTo>
                    <a:pt x="40" y="45"/>
                  </a:lnTo>
                  <a:lnTo>
                    <a:pt x="36" y="47"/>
                  </a:lnTo>
                  <a:lnTo>
                    <a:pt x="32" y="45"/>
                  </a:lnTo>
                  <a:lnTo>
                    <a:pt x="26" y="45"/>
                  </a:lnTo>
                  <a:lnTo>
                    <a:pt x="23" y="45"/>
                  </a:lnTo>
                  <a:lnTo>
                    <a:pt x="21" y="47"/>
                  </a:lnTo>
                  <a:lnTo>
                    <a:pt x="21" y="51"/>
                  </a:lnTo>
                  <a:lnTo>
                    <a:pt x="19" y="55"/>
                  </a:lnTo>
                  <a:lnTo>
                    <a:pt x="19" y="57"/>
                  </a:lnTo>
                  <a:lnTo>
                    <a:pt x="17" y="57"/>
                  </a:lnTo>
                  <a:lnTo>
                    <a:pt x="17" y="55"/>
                  </a:lnTo>
                  <a:lnTo>
                    <a:pt x="17" y="55"/>
                  </a:lnTo>
                  <a:lnTo>
                    <a:pt x="15" y="55"/>
                  </a:lnTo>
                  <a:lnTo>
                    <a:pt x="13" y="57"/>
                  </a:lnTo>
                  <a:lnTo>
                    <a:pt x="13" y="57"/>
                  </a:lnTo>
                  <a:lnTo>
                    <a:pt x="11" y="59"/>
                  </a:lnTo>
                  <a:lnTo>
                    <a:pt x="7" y="64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9" y="70"/>
                  </a:lnTo>
                  <a:lnTo>
                    <a:pt x="9" y="70"/>
                  </a:lnTo>
                  <a:lnTo>
                    <a:pt x="9" y="72"/>
                  </a:lnTo>
                  <a:lnTo>
                    <a:pt x="7" y="78"/>
                  </a:lnTo>
                  <a:lnTo>
                    <a:pt x="6" y="79"/>
                  </a:lnTo>
                  <a:lnTo>
                    <a:pt x="6" y="81"/>
                  </a:lnTo>
                  <a:lnTo>
                    <a:pt x="4" y="81"/>
                  </a:lnTo>
                  <a:lnTo>
                    <a:pt x="2" y="81"/>
                  </a:lnTo>
                  <a:lnTo>
                    <a:pt x="0" y="83"/>
                  </a:lnTo>
                  <a:lnTo>
                    <a:pt x="2" y="85"/>
                  </a:lnTo>
                  <a:lnTo>
                    <a:pt x="2" y="85"/>
                  </a:lnTo>
                  <a:lnTo>
                    <a:pt x="4" y="87"/>
                  </a:lnTo>
                  <a:lnTo>
                    <a:pt x="6" y="89"/>
                  </a:lnTo>
                  <a:lnTo>
                    <a:pt x="4" y="89"/>
                  </a:lnTo>
                  <a:lnTo>
                    <a:pt x="2" y="89"/>
                  </a:lnTo>
                  <a:lnTo>
                    <a:pt x="2" y="89"/>
                  </a:lnTo>
                  <a:lnTo>
                    <a:pt x="2" y="93"/>
                  </a:lnTo>
                  <a:lnTo>
                    <a:pt x="2" y="95"/>
                  </a:lnTo>
                  <a:lnTo>
                    <a:pt x="4" y="98"/>
                  </a:lnTo>
                  <a:lnTo>
                    <a:pt x="6" y="100"/>
                  </a:lnTo>
                  <a:lnTo>
                    <a:pt x="6" y="104"/>
                  </a:lnTo>
                  <a:lnTo>
                    <a:pt x="6" y="106"/>
                  </a:lnTo>
                  <a:lnTo>
                    <a:pt x="7" y="106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9" y="110"/>
                  </a:lnTo>
                  <a:lnTo>
                    <a:pt x="9" y="112"/>
                  </a:lnTo>
                  <a:lnTo>
                    <a:pt x="11" y="116"/>
                  </a:lnTo>
                  <a:lnTo>
                    <a:pt x="13" y="117"/>
                  </a:lnTo>
                  <a:lnTo>
                    <a:pt x="13" y="119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5" y="121"/>
                  </a:lnTo>
                  <a:lnTo>
                    <a:pt x="13" y="121"/>
                  </a:lnTo>
                  <a:lnTo>
                    <a:pt x="13" y="123"/>
                  </a:lnTo>
                  <a:lnTo>
                    <a:pt x="13" y="123"/>
                  </a:lnTo>
                  <a:lnTo>
                    <a:pt x="13" y="123"/>
                  </a:lnTo>
                  <a:lnTo>
                    <a:pt x="13" y="125"/>
                  </a:lnTo>
                  <a:lnTo>
                    <a:pt x="17" y="140"/>
                  </a:lnTo>
                  <a:lnTo>
                    <a:pt x="17" y="146"/>
                  </a:lnTo>
                  <a:lnTo>
                    <a:pt x="19" y="148"/>
                  </a:lnTo>
                  <a:lnTo>
                    <a:pt x="23" y="150"/>
                  </a:lnTo>
                  <a:lnTo>
                    <a:pt x="23" y="146"/>
                  </a:lnTo>
                  <a:lnTo>
                    <a:pt x="21" y="136"/>
                  </a:lnTo>
                  <a:lnTo>
                    <a:pt x="21" y="133"/>
                  </a:lnTo>
                  <a:lnTo>
                    <a:pt x="23" y="131"/>
                  </a:lnTo>
                  <a:lnTo>
                    <a:pt x="23" y="129"/>
                  </a:lnTo>
                  <a:lnTo>
                    <a:pt x="25" y="129"/>
                  </a:lnTo>
                  <a:lnTo>
                    <a:pt x="26" y="131"/>
                  </a:lnTo>
                  <a:lnTo>
                    <a:pt x="28" y="133"/>
                  </a:lnTo>
                  <a:lnTo>
                    <a:pt x="28" y="135"/>
                  </a:lnTo>
                  <a:lnTo>
                    <a:pt x="28" y="135"/>
                  </a:lnTo>
                  <a:lnTo>
                    <a:pt x="28" y="133"/>
                  </a:lnTo>
                  <a:lnTo>
                    <a:pt x="28" y="133"/>
                  </a:lnTo>
                  <a:lnTo>
                    <a:pt x="30" y="135"/>
                  </a:lnTo>
                  <a:lnTo>
                    <a:pt x="30" y="135"/>
                  </a:lnTo>
                  <a:lnTo>
                    <a:pt x="30" y="135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2" y="140"/>
                  </a:lnTo>
                  <a:lnTo>
                    <a:pt x="32" y="140"/>
                  </a:lnTo>
                  <a:lnTo>
                    <a:pt x="34" y="148"/>
                  </a:lnTo>
                  <a:lnTo>
                    <a:pt x="34" y="152"/>
                  </a:lnTo>
                  <a:lnTo>
                    <a:pt x="36" y="152"/>
                  </a:lnTo>
                  <a:lnTo>
                    <a:pt x="36" y="152"/>
                  </a:lnTo>
                  <a:lnTo>
                    <a:pt x="36" y="152"/>
                  </a:lnTo>
                  <a:lnTo>
                    <a:pt x="36" y="155"/>
                  </a:lnTo>
                  <a:lnTo>
                    <a:pt x="36" y="155"/>
                  </a:lnTo>
                  <a:lnTo>
                    <a:pt x="38" y="157"/>
                  </a:lnTo>
                  <a:lnTo>
                    <a:pt x="40" y="157"/>
                  </a:lnTo>
                  <a:lnTo>
                    <a:pt x="40" y="157"/>
                  </a:lnTo>
                  <a:lnTo>
                    <a:pt x="42" y="159"/>
                  </a:lnTo>
                  <a:lnTo>
                    <a:pt x="42" y="159"/>
                  </a:lnTo>
                  <a:lnTo>
                    <a:pt x="42" y="161"/>
                  </a:lnTo>
                  <a:lnTo>
                    <a:pt x="42" y="161"/>
                  </a:lnTo>
                  <a:lnTo>
                    <a:pt x="44" y="159"/>
                  </a:lnTo>
                  <a:lnTo>
                    <a:pt x="44" y="159"/>
                  </a:lnTo>
                  <a:lnTo>
                    <a:pt x="46" y="159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7" y="157"/>
                  </a:lnTo>
                  <a:lnTo>
                    <a:pt x="47" y="157"/>
                  </a:lnTo>
                  <a:lnTo>
                    <a:pt x="47" y="157"/>
                  </a:lnTo>
                  <a:lnTo>
                    <a:pt x="49" y="157"/>
                  </a:lnTo>
                  <a:lnTo>
                    <a:pt x="49" y="157"/>
                  </a:lnTo>
                  <a:lnTo>
                    <a:pt x="53" y="157"/>
                  </a:lnTo>
                  <a:lnTo>
                    <a:pt x="53" y="155"/>
                  </a:lnTo>
                  <a:lnTo>
                    <a:pt x="55" y="155"/>
                  </a:lnTo>
                  <a:lnTo>
                    <a:pt x="55" y="154"/>
                  </a:lnTo>
                  <a:lnTo>
                    <a:pt x="57" y="154"/>
                  </a:lnTo>
                  <a:lnTo>
                    <a:pt x="59" y="150"/>
                  </a:lnTo>
                  <a:lnTo>
                    <a:pt x="59" y="150"/>
                  </a:lnTo>
                  <a:lnTo>
                    <a:pt x="59" y="150"/>
                  </a:lnTo>
                  <a:lnTo>
                    <a:pt x="59" y="150"/>
                  </a:lnTo>
                  <a:lnTo>
                    <a:pt x="59" y="148"/>
                  </a:lnTo>
                  <a:lnTo>
                    <a:pt x="59" y="148"/>
                  </a:lnTo>
                  <a:lnTo>
                    <a:pt x="61" y="150"/>
                  </a:lnTo>
                  <a:lnTo>
                    <a:pt x="61" y="148"/>
                  </a:lnTo>
                  <a:lnTo>
                    <a:pt x="61" y="148"/>
                  </a:lnTo>
                  <a:lnTo>
                    <a:pt x="63" y="146"/>
                  </a:lnTo>
                  <a:lnTo>
                    <a:pt x="61" y="146"/>
                  </a:lnTo>
                  <a:lnTo>
                    <a:pt x="61" y="142"/>
                  </a:lnTo>
                  <a:lnTo>
                    <a:pt x="59" y="135"/>
                  </a:lnTo>
                  <a:lnTo>
                    <a:pt x="57" y="133"/>
                  </a:lnTo>
                  <a:lnTo>
                    <a:pt x="57" y="129"/>
                  </a:lnTo>
                  <a:lnTo>
                    <a:pt x="59" y="123"/>
                  </a:lnTo>
                  <a:lnTo>
                    <a:pt x="61" y="119"/>
                  </a:lnTo>
                  <a:lnTo>
                    <a:pt x="65" y="116"/>
                  </a:lnTo>
                  <a:lnTo>
                    <a:pt x="65" y="114"/>
                  </a:lnTo>
                  <a:lnTo>
                    <a:pt x="70" y="112"/>
                  </a:lnTo>
                  <a:lnTo>
                    <a:pt x="72" y="110"/>
                  </a:lnTo>
                  <a:lnTo>
                    <a:pt x="72" y="110"/>
                  </a:lnTo>
                  <a:lnTo>
                    <a:pt x="76" y="106"/>
                  </a:lnTo>
                  <a:lnTo>
                    <a:pt x="76" y="102"/>
                  </a:lnTo>
                  <a:lnTo>
                    <a:pt x="72" y="91"/>
                  </a:lnTo>
                  <a:lnTo>
                    <a:pt x="72" y="87"/>
                  </a:lnTo>
                  <a:lnTo>
                    <a:pt x="72" y="83"/>
                  </a:lnTo>
                  <a:lnTo>
                    <a:pt x="74" y="83"/>
                  </a:lnTo>
                  <a:lnTo>
                    <a:pt x="74" y="83"/>
                  </a:lnTo>
                  <a:lnTo>
                    <a:pt x="76" y="83"/>
                  </a:lnTo>
                  <a:lnTo>
                    <a:pt x="78" y="85"/>
                  </a:lnTo>
                  <a:lnTo>
                    <a:pt x="82" y="91"/>
                  </a:lnTo>
                  <a:lnTo>
                    <a:pt x="82" y="91"/>
                  </a:lnTo>
                  <a:lnTo>
                    <a:pt x="86" y="91"/>
                  </a:lnTo>
                  <a:lnTo>
                    <a:pt x="86" y="89"/>
                  </a:lnTo>
                  <a:lnTo>
                    <a:pt x="89" y="85"/>
                  </a:lnTo>
                  <a:lnTo>
                    <a:pt x="91" y="83"/>
                  </a:lnTo>
                  <a:lnTo>
                    <a:pt x="95" y="81"/>
                  </a:lnTo>
                  <a:lnTo>
                    <a:pt x="97" y="85"/>
                  </a:lnTo>
                  <a:lnTo>
                    <a:pt x="97" y="89"/>
                  </a:lnTo>
                  <a:lnTo>
                    <a:pt x="99" y="91"/>
                  </a:lnTo>
                  <a:lnTo>
                    <a:pt x="101" y="89"/>
                  </a:lnTo>
                  <a:lnTo>
                    <a:pt x="101" y="85"/>
                  </a:lnTo>
                  <a:lnTo>
                    <a:pt x="103" y="83"/>
                  </a:lnTo>
                  <a:lnTo>
                    <a:pt x="105" y="85"/>
                  </a:lnTo>
                  <a:lnTo>
                    <a:pt x="105" y="85"/>
                  </a:lnTo>
                  <a:lnTo>
                    <a:pt x="105" y="83"/>
                  </a:lnTo>
                  <a:lnTo>
                    <a:pt x="105" y="78"/>
                  </a:lnTo>
                  <a:lnTo>
                    <a:pt x="105" y="76"/>
                  </a:lnTo>
                  <a:lnTo>
                    <a:pt x="107" y="74"/>
                  </a:lnTo>
                  <a:lnTo>
                    <a:pt x="107" y="74"/>
                  </a:lnTo>
                  <a:lnTo>
                    <a:pt x="105" y="74"/>
                  </a:lnTo>
                  <a:lnTo>
                    <a:pt x="105" y="74"/>
                  </a:lnTo>
                  <a:lnTo>
                    <a:pt x="107" y="72"/>
                  </a:lnTo>
                  <a:lnTo>
                    <a:pt x="107" y="72"/>
                  </a:lnTo>
                  <a:lnTo>
                    <a:pt x="107" y="70"/>
                  </a:lnTo>
                  <a:lnTo>
                    <a:pt x="107" y="70"/>
                  </a:lnTo>
                  <a:lnTo>
                    <a:pt x="107" y="70"/>
                  </a:lnTo>
                  <a:lnTo>
                    <a:pt x="108" y="70"/>
                  </a:lnTo>
                  <a:lnTo>
                    <a:pt x="108" y="70"/>
                  </a:lnTo>
                  <a:lnTo>
                    <a:pt x="108" y="70"/>
                  </a:lnTo>
                  <a:lnTo>
                    <a:pt x="108" y="70"/>
                  </a:lnTo>
                  <a:lnTo>
                    <a:pt x="108" y="70"/>
                  </a:lnTo>
                  <a:lnTo>
                    <a:pt x="108" y="70"/>
                  </a:lnTo>
                  <a:lnTo>
                    <a:pt x="108" y="70"/>
                  </a:lnTo>
                  <a:lnTo>
                    <a:pt x="110" y="70"/>
                  </a:lnTo>
                  <a:lnTo>
                    <a:pt x="110" y="70"/>
                  </a:lnTo>
                  <a:lnTo>
                    <a:pt x="110" y="70"/>
                  </a:lnTo>
                  <a:lnTo>
                    <a:pt x="110" y="70"/>
                  </a:lnTo>
                  <a:lnTo>
                    <a:pt x="110" y="68"/>
                  </a:lnTo>
                  <a:lnTo>
                    <a:pt x="110" y="68"/>
                  </a:lnTo>
                  <a:lnTo>
                    <a:pt x="110" y="66"/>
                  </a:lnTo>
                  <a:lnTo>
                    <a:pt x="110" y="66"/>
                  </a:lnTo>
                  <a:lnTo>
                    <a:pt x="110" y="66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110" y="60"/>
                  </a:lnTo>
                  <a:lnTo>
                    <a:pt x="110" y="6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10" name="Freeform 13">
              <a:extLst>
                <a:ext uri="{FF2B5EF4-FFF2-40B4-BE49-F238E27FC236}">
                  <a16:creationId xmlns:a16="http://schemas.microsoft.com/office/drawing/2014/main" id="{55F4CDA3-4DAB-A30D-5C90-B85FBA907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8213" y="3076575"/>
              <a:ext cx="177800" cy="255588"/>
            </a:xfrm>
            <a:custGeom>
              <a:avLst/>
              <a:gdLst>
                <a:gd name="T0" fmla="*/ 112 w 112"/>
                <a:gd name="T1" fmla="*/ 55 h 161"/>
                <a:gd name="T2" fmla="*/ 110 w 112"/>
                <a:gd name="T3" fmla="*/ 51 h 161"/>
                <a:gd name="T4" fmla="*/ 110 w 112"/>
                <a:gd name="T5" fmla="*/ 36 h 161"/>
                <a:gd name="T6" fmla="*/ 108 w 112"/>
                <a:gd name="T7" fmla="*/ 32 h 161"/>
                <a:gd name="T8" fmla="*/ 105 w 112"/>
                <a:gd name="T9" fmla="*/ 20 h 161"/>
                <a:gd name="T10" fmla="*/ 103 w 112"/>
                <a:gd name="T11" fmla="*/ 11 h 161"/>
                <a:gd name="T12" fmla="*/ 103 w 112"/>
                <a:gd name="T13" fmla="*/ 5 h 161"/>
                <a:gd name="T14" fmla="*/ 91 w 112"/>
                <a:gd name="T15" fmla="*/ 1 h 161"/>
                <a:gd name="T16" fmla="*/ 89 w 112"/>
                <a:gd name="T17" fmla="*/ 17 h 161"/>
                <a:gd name="T18" fmla="*/ 78 w 112"/>
                <a:gd name="T19" fmla="*/ 22 h 161"/>
                <a:gd name="T20" fmla="*/ 72 w 112"/>
                <a:gd name="T21" fmla="*/ 20 h 161"/>
                <a:gd name="T22" fmla="*/ 70 w 112"/>
                <a:gd name="T23" fmla="*/ 39 h 161"/>
                <a:gd name="T24" fmla="*/ 63 w 112"/>
                <a:gd name="T25" fmla="*/ 34 h 161"/>
                <a:gd name="T26" fmla="*/ 55 w 112"/>
                <a:gd name="T27" fmla="*/ 34 h 161"/>
                <a:gd name="T28" fmla="*/ 51 w 112"/>
                <a:gd name="T29" fmla="*/ 39 h 161"/>
                <a:gd name="T30" fmla="*/ 46 w 112"/>
                <a:gd name="T31" fmla="*/ 34 h 161"/>
                <a:gd name="T32" fmla="*/ 40 w 112"/>
                <a:gd name="T33" fmla="*/ 45 h 161"/>
                <a:gd name="T34" fmla="*/ 21 w 112"/>
                <a:gd name="T35" fmla="*/ 47 h 161"/>
                <a:gd name="T36" fmla="*/ 17 w 112"/>
                <a:gd name="T37" fmla="*/ 55 h 161"/>
                <a:gd name="T38" fmla="*/ 11 w 112"/>
                <a:gd name="T39" fmla="*/ 59 h 161"/>
                <a:gd name="T40" fmla="*/ 9 w 112"/>
                <a:gd name="T41" fmla="*/ 70 h 161"/>
                <a:gd name="T42" fmla="*/ 4 w 112"/>
                <a:gd name="T43" fmla="*/ 81 h 161"/>
                <a:gd name="T44" fmla="*/ 4 w 112"/>
                <a:gd name="T45" fmla="*/ 87 h 161"/>
                <a:gd name="T46" fmla="*/ 2 w 112"/>
                <a:gd name="T47" fmla="*/ 93 h 161"/>
                <a:gd name="T48" fmla="*/ 6 w 112"/>
                <a:gd name="T49" fmla="*/ 106 h 161"/>
                <a:gd name="T50" fmla="*/ 9 w 112"/>
                <a:gd name="T51" fmla="*/ 112 h 161"/>
                <a:gd name="T52" fmla="*/ 15 w 112"/>
                <a:gd name="T53" fmla="*/ 119 h 161"/>
                <a:gd name="T54" fmla="*/ 13 w 112"/>
                <a:gd name="T55" fmla="*/ 123 h 161"/>
                <a:gd name="T56" fmla="*/ 23 w 112"/>
                <a:gd name="T57" fmla="*/ 150 h 161"/>
                <a:gd name="T58" fmla="*/ 23 w 112"/>
                <a:gd name="T59" fmla="*/ 129 h 161"/>
                <a:gd name="T60" fmla="*/ 28 w 112"/>
                <a:gd name="T61" fmla="*/ 135 h 161"/>
                <a:gd name="T62" fmla="*/ 30 w 112"/>
                <a:gd name="T63" fmla="*/ 135 h 161"/>
                <a:gd name="T64" fmla="*/ 32 w 112"/>
                <a:gd name="T65" fmla="*/ 140 h 161"/>
                <a:gd name="T66" fmla="*/ 36 w 112"/>
                <a:gd name="T67" fmla="*/ 152 h 161"/>
                <a:gd name="T68" fmla="*/ 40 w 112"/>
                <a:gd name="T69" fmla="*/ 157 h 161"/>
                <a:gd name="T70" fmla="*/ 44 w 112"/>
                <a:gd name="T71" fmla="*/ 159 h 161"/>
                <a:gd name="T72" fmla="*/ 47 w 112"/>
                <a:gd name="T73" fmla="*/ 157 h 161"/>
                <a:gd name="T74" fmla="*/ 53 w 112"/>
                <a:gd name="T75" fmla="*/ 157 h 161"/>
                <a:gd name="T76" fmla="*/ 59 w 112"/>
                <a:gd name="T77" fmla="*/ 150 h 161"/>
                <a:gd name="T78" fmla="*/ 59 w 112"/>
                <a:gd name="T79" fmla="*/ 148 h 161"/>
                <a:gd name="T80" fmla="*/ 61 w 112"/>
                <a:gd name="T81" fmla="*/ 146 h 161"/>
                <a:gd name="T82" fmla="*/ 59 w 112"/>
                <a:gd name="T83" fmla="*/ 123 h 161"/>
                <a:gd name="T84" fmla="*/ 72 w 112"/>
                <a:gd name="T85" fmla="*/ 110 h 161"/>
                <a:gd name="T86" fmla="*/ 72 w 112"/>
                <a:gd name="T87" fmla="*/ 87 h 161"/>
                <a:gd name="T88" fmla="*/ 78 w 112"/>
                <a:gd name="T89" fmla="*/ 85 h 161"/>
                <a:gd name="T90" fmla="*/ 89 w 112"/>
                <a:gd name="T91" fmla="*/ 85 h 161"/>
                <a:gd name="T92" fmla="*/ 99 w 112"/>
                <a:gd name="T93" fmla="*/ 91 h 161"/>
                <a:gd name="T94" fmla="*/ 105 w 112"/>
                <a:gd name="T95" fmla="*/ 85 h 161"/>
                <a:gd name="T96" fmla="*/ 107 w 112"/>
                <a:gd name="T97" fmla="*/ 74 h 161"/>
                <a:gd name="T98" fmla="*/ 107 w 112"/>
                <a:gd name="T99" fmla="*/ 70 h 161"/>
                <a:gd name="T100" fmla="*/ 108 w 112"/>
                <a:gd name="T101" fmla="*/ 70 h 161"/>
                <a:gd name="T102" fmla="*/ 110 w 112"/>
                <a:gd name="T103" fmla="*/ 70 h 161"/>
                <a:gd name="T104" fmla="*/ 110 w 112"/>
                <a:gd name="T105" fmla="*/ 68 h 161"/>
                <a:gd name="T106" fmla="*/ 110 w 112"/>
                <a:gd name="T107" fmla="*/ 6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2" h="161">
                  <a:moveTo>
                    <a:pt x="110" y="60"/>
                  </a:moveTo>
                  <a:lnTo>
                    <a:pt x="110" y="60"/>
                  </a:lnTo>
                  <a:lnTo>
                    <a:pt x="110" y="57"/>
                  </a:lnTo>
                  <a:lnTo>
                    <a:pt x="112" y="55"/>
                  </a:lnTo>
                  <a:lnTo>
                    <a:pt x="112" y="55"/>
                  </a:lnTo>
                  <a:lnTo>
                    <a:pt x="110" y="55"/>
                  </a:lnTo>
                  <a:lnTo>
                    <a:pt x="110" y="53"/>
                  </a:lnTo>
                  <a:lnTo>
                    <a:pt x="110" y="53"/>
                  </a:lnTo>
                  <a:lnTo>
                    <a:pt x="110" y="53"/>
                  </a:lnTo>
                  <a:lnTo>
                    <a:pt x="110" y="51"/>
                  </a:lnTo>
                  <a:lnTo>
                    <a:pt x="110" y="49"/>
                  </a:lnTo>
                  <a:lnTo>
                    <a:pt x="110" y="45"/>
                  </a:lnTo>
                  <a:lnTo>
                    <a:pt x="110" y="45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10" y="34"/>
                  </a:lnTo>
                  <a:lnTo>
                    <a:pt x="110" y="34"/>
                  </a:lnTo>
                  <a:lnTo>
                    <a:pt x="110" y="34"/>
                  </a:lnTo>
                  <a:lnTo>
                    <a:pt x="108" y="34"/>
                  </a:lnTo>
                  <a:lnTo>
                    <a:pt x="108" y="32"/>
                  </a:lnTo>
                  <a:lnTo>
                    <a:pt x="108" y="30"/>
                  </a:lnTo>
                  <a:lnTo>
                    <a:pt x="103" y="30"/>
                  </a:lnTo>
                  <a:lnTo>
                    <a:pt x="101" y="30"/>
                  </a:lnTo>
                  <a:lnTo>
                    <a:pt x="101" y="28"/>
                  </a:lnTo>
                  <a:lnTo>
                    <a:pt x="105" y="20"/>
                  </a:lnTo>
                  <a:lnTo>
                    <a:pt x="105" y="19"/>
                  </a:lnTo>
                  <a:lnTo>
                    <a:pt x="105" y="19"/>
                  </a:lnTo>
                  <a:lnTo>
                    <a:pt x="105" y="17"/>
                  </a:lnTo>
                  <a:lnTo>
                    <a:pt x="105" y="15"/>
                  </a:lnTo>
                  <a:lnTo>
                    <a:pt x="103" y="11"/>
                  </a:lnTo>
                  <a:lnTo>
                    <a:pt x="103" y="11"/>
                  </a:lnTo>
                  <a:lnTo>
                    <a:pt x="103" y="9"/>
                  </a:lnTo>
                  <a:lnTo>
                    <a:pt x="103" y="7"/>
                  </a:lnTo>
                  <a:lnTo>
                    <a:pt x="103" y="5"/>
                  </a:lnTo>
                  <a:lnTo>
                    <a:pt x="103" y="5"/>
                  </a:lnTo>
                  <a:lnTo>
                    <a:pt x="101" y="5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3" y="1"/>
                  </a:lnTo>
                  <a:lnTo>
                    <a:pt x="91" y="1"/>
                  </a:lnTo>
                  <a:lnTo>
                    <a:pt x="91" y="3"/>
                  </a:lnTo>
                  <a:lnTo>
                    <a:pt x="91" y="5"/>
                  </a:lnTo>
                  <a:lnTo>
                    <a:pt x="91" y="11"/>
                  </a:lnTo>
                  <a:lnTo>
                    <a:pt x="91" y="15"/>
                  </a:lnTo>
                  <a:lnTo>
                    <a:pt x="89" y="17"/>
                  </a:lnTo>
                  <a:lnTo>
                    <a:pt x="87" y="17"/>
                  </a:lnTo>
                  <a:lnTo>
                    <a:pt x="84" y="19"/>
                  </a:lnTo>
                  <a:lnTo>
                    <a:pt x="76" y="17"/>
                  </a:lnTo>
                  <a:lnTo>
                    <a:pt x="76" y="19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76" y="22"/>
                  </a:lnTo>
                  <a:lnTo>
                    <a:pt x="74" y="20"/>
                  </a:lnTo>
                  <a:lnTo>
                    <a:pt x="74" y="20"/>
                  </a:lnTo>
                  <a:lnTo>
                    <a:pt x="72" y="20"/>
                  </a:lnTo>
                  <a:lnTo>
                    <a:pt x="70" y="22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0" y="38"/>
                  </a:lnTo>
                  <a:lnTo>
                    <a:pt x="70" y="39"/>
                  </a:lnTo>
                  <a:lnTo>
                    <a:pt x="68" y="39"/>
                  </a:lnTo>
                  <a:lnTo>
                    <a:pt x="66" y="39"/>
                  </a:lnTo>
                  <a:lnTo>
                    <a:pt x="63" y="36"/>
                  </a:lnTo>
                  <a:lnTo>
                    <a:pt x="63" y="36"/>
                  </a:lnTo>
                  <a:lnTo>
                    <a:pt x="63" y="34"/>
                  </a:lnTo>
                  <a:lnTo>
                    <a:pt x="63" y="32"/>
                  </a:lnTo>
                  <a:lnTo>
                    <a:pt x="63" y="32"/>
                  </a:lnTo>
                  <a:lnTo>
                    <a:pt x="57" y="32"/>
                  </a:lnTo>
                  <a:lnTo>
                    <a:pt x="55" y="32"/>
                  </a:lnTo>
                  <a:lnTo>
                    <a:pt x="55" y="34"/>
                  </a:lnTo>
                  <a:lnTo>
                    <a:pt x="55" y="36"/>
                  </a:lnTo>
                  <a:lnTo>
                    <a:pt x="57" y="38"/>
                  </a:lnTo>
                  <a:lnTo>
                    <a:pt x="55" y="39"/>
                  </a:lnTo>
                  <a:lnTo>
                    <a:pt x="53" y="41"/>
                  </a:lnTo>
                  <a:lnTo>
                    <a:pt x="51" y="39"/>
                  </a:lnTo>
                  <a:lnTo>
                    <a:pt x="49" y="39"/>
                  </a:lnTo>
                  <a:lnTo>
                    <a:pt x="49" y="38"/>
                  </a:lnTo>
                  <a:lnTo>
                    <a:pt x="47" y="34"/>
                  </a:lnTo>
                  <a:lnTo>
                    <a:pt x="46" y="34"/>
                  </a:lnTo>
                  <a:lnTo>
                    <a:pt x="46" y="34"/>
                  </a:lnTo>
                  <a:lnTo>
                    <a:pt x="46" y="41"/>
                  </a:lnTo>
                  <a:lnTo>
                    <a:pt x="44" y="43"/>
                  </a:lnTo>
                  <a:lnTo>
                    <a:pt x="44" y="45"/>
                  </a:lnTo>
                  <a:lnTo>
                    <a:pt x="42" y="45"/>
                  </a:lnTo>
                  <a:lnTo>
                    <a:pt x="40" y="45"/>
                  </a:lnTo>
                  <a:lnTo>
                    <a:pt x="36" y="47"/>
                  </a:lnTo>
                  <a:lnTo>
                    <a:pt x="32" y="45"/>
                  </a:lnTo>
                  <a:lnTo>
                    <a:pt x="26" y="45"/>
                  </a:lnTo>
                  <a:lnTo>
                    <a:pt x="23" y="45"/>
                  </a:lnTo>
                  <a:lnTo>
                    <a:pt x="21" y="47"/>
                  </a:lnTo>
                  <a:lnTo>
                    <a:pt x="21" y="51"/>
                  </a:lnTo>
                  <a:lnTo>
                    <a:pt x="19" y="55"/>
                  </a:lnTo>
                  <a:lnTo>
                    <a:pt x="19" y="57"/>
                  </a:lnTo>
                  <a:lnTo>
                    <a:pt x="17" y="57"/>
                  </a:lnTo>
                  <a:lnTo>
                    <a:pt x="17" y="55"/>
                  </a:lnTo>
                  <a:lnTo>
                    <a:pt x="17" y="55"/>
                  </a:lnTo>
                  <a:lnTo>
                    <a:pt x="15" y="55"/>
                  </a:lnTo>
                  <a:lnTo>
                    <a:pt x="13" y="57"/>
                  </a:lnTo>
                  <a:lnTo>
                    <a:pt x="13" y="57"/>
                  </a:lnTo>
                  <a:lnTo>
                    <a:pt x="11" y="59"/>
                  </a:lnTo>
                  <a:lnTo>
                    <a:pt x="7" y="64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9" y="70"/>
                  </a:lnTo>
                  <a:lnTo>
                    <a:pt x="9" y="70"/>
                  </a:lnTo>
                  <a:lnTo>
                    <a:pt x="9" y="72"/>
                  </a:lnTo>
                  <a:lnTo>
                    <a:pt x="7" y="78"/>
                  </a:lnTo>
                  <a:lnTo>
                    <a:pt x="6" y="79"/>
                  </a:lnTo>
                  <a:lnTo>
                    <a:pt x="6" y="81"/>
                  </a:lnTo>
                  <a:lnTo>
                    <a:pt x="4" y="81"/>
                  </a:lnTo>
                  <a:lnTo>
                    <a:pt x="2" y="81"/>
                  </a:lnTo>
                  <a:lnTo>
                    <a:pt x="0" y="83"/>
                  </a:lnTo>
                  <a:lnTo>
                    <a:pt x="2" y="85"/>
                  </a:lnTo>
                  <a:lnTo>
                    <a:pt x="2" y="85"/>
                  </a:lnTo>
                  <a:lnTo>
                    <a:pt x="4" y="87"/>
                  </a:lnTo>
                  <a:lnTo>
                    <a:pt x="6" y="89"/>
                  </a:lnTo>
                  <a:lnTo>
                    <a:pt x="4" y="89"/>
                  </a:lnTo>
                  <a:lnTo>
                    <a:pt x="2" y="89"/>
                  </a:lnTo>
                  <a:lnTo>
                    <a:pt x="2" y="89"/>
                  </a:lnTo>
                  <a:lnTo>
                    <a:pt x="2" y="93"/>
                  </a:lnTo>
                  <a:lnTo>
                    <a:pt x="2" y="95"/>
                  </a:lnTo>
                  <a:lnTo>
                    <a:pt x="4" y="98"/>
                  </a:lnTo>
                  <a:lnTo>
                    <a:pt x="6" y="100"/>
                  </a:lnTo>
                  <a:lnTo>
                    <a:pt x="6" y="104"/>
                  </a:lnTo>
                  <a:lnTo>
                    <a:pt x="6" y="106"/>
                  </a:lnTo>
                  <a:lnTo>
                    <a:pt x="7" y="106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9" y="110"/>
                  </a:lnTo>
                  <a:lnTo>
                    <a:pt x="9" y="112"/>
                  </a:lnTo>
                  <a:lnTo>
                    <a:pt x="11" y="116"/>
                  </a:lnTo>
                  <a:lnTo>
                    <a:pt x="13" y="117"/>
                  </a:lnTo>
                  <a:lnTo>
                    <a:pt x="13" y="119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5" y="121"/>
                  </a:lnTo>
                  <a:lnTo>
                    <a:pt x="13" y="121"/>
                  </a:lnTo>
                  <a:lnTo>
                    <a:pt x="13" y="123"/>
                  </a:lnTo>
                  <a:lnTo>
                    <a:pt x="13" y="123"/>
                  </a:lnTo>
                  <a:lnTo>
                    <a:pt x="13" y="123"/>
                  </a:lnTo>
                  <a:lnTo>
                    <a:pt x="13" y="125"/>
                  </a:lnTo>
                  <a:lnTo>
                    <a:pt x="17" y="140"/>
                  </a:lnTo>
                  <a:lnTo>
                    <a:pt x="17" y="146"/>
                  </a:lnTo>
                  <a:lnTo>
                    <a:pt x="19" y="148"/>
                  </a:lnTo>
                  <a:lnTo>
                    <a:pt x="23" y="150"/>
                  </a:lnTo>
                  <a:lnTo>
                    <a:pt x="23" y="146"/>
                  </a:lnTo>
                  <a:lnTo>
                    <a:pt x="21" y="136"/>
                  </a:lnTo>
                  <a:lnTo>
                    <a:pt x="21" y="133"/>
                  </a:lnTo>
                  <a:lnTo>
                    <a:pt x="23" y="131"/>
                  </a:lnTo>
                  <a:lnTo>
                    <a:pt x="23" y="129"/>
                  </a:lnTo>
                  <a:lnTo>
                    <a:pt x="25" y="129"/>
                  </a:lnTo>
                  <a:lnTo>
                    <a:pt x="26" y="131"/>
                  </a:lnTo>
                  <a:lnTo>
                    <a:pt x="28" y="133"/>
                  </a:lnTo>
                  <a:lnTo>
                    <a:pt x="28" y="135"/>
                  </a:lnTo>
                  <a:lnTo>
                    <a:pt x="28" y="135"/>
                  </a:lnTo>
                  <a:lnTo>
                    <a:pt x="28" y="133"/>
                  </a:lnTo>
                  <a:lnTo>
                    <a:pt x="28" y="133"/>
                  </a:lnTo>
                  <a:lnTo>
                    <a:pt x="30" y="135"/>
                  </a:lnTo>
                  <a:lnTo>
                    <a:pt x="30" y="135"/>
                  </a:lnTo>
                  <a:lnTo>
                    <a:pt x="30" y="135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2" y="140"/>
                  </a:lnTo>
                  <a:lnTo>
                    <a:pt x="32" y="140"/>
                  </a:lnTo>
                  <a:lnTo>
                    <a:pt x="34" y="148"/>
                  </a:lnTo>
                  <a:lnTo>
                    <a:pt x="34" y="152"/>
                  </a:lnTo>
                  <a:lnTo>
                    <a:pt x="36" y="152"/>
                  </a:lnTo>
                  <a:lnTo>
                    <a:pt x="36" y="152"/>
                  </a:lnTo>
                  <a:lnTo>
                    <a:pt x="36" y="152"/>
                  </a:lnTo>
                  <a:lnTo>
                    <a:pt x="36" y="155"/>
                  </a:lnTo>
                  <a:lnTo>
                    <a:pt x="36" y="155"/>
                  </a:lnTo>
                  <a:lnTo>
                    <a:pt x="38" y="157"/>
                  </a:lnTo>
                  <a:lnTo>
                    <a:pt x="40" y="157"/>
                  </a:lnTo>
                  <a:lnTo>
                    <a:pt x="40" y="157"/>
                  </a:lnTo>
                  <a:lnTo>
                    <a:pt x="42" y="159"/>
                  </a:lnTo>
                  <a:lnTo>
                    <a:pt x="42" y="159"/>
                  </a:lnTo>
                  <a:lnTo>
                    <a:pt x="42" y="161"/>
                  </a:lnTo>
                  <a:lnTo>
                    <a:pt x="42" y="161"/>
                  </a:lnTo>
                  <a:lnTo>
                    <a:pt x="44" y="159"/>
                  </a:lnTo>
                  <a:lnTo>
                    <a:pt x="44" y="159"/>
                  </a:lnTo>
                  <a:lnTo>
                    <a:pt x="46" y="159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7" y="157"/>
                  </a:lnTo>
                  <a:lnTo>
                    <a:pt x="47" y="157"/>
                  </a:lnTo>
                  <a:lnTo>
                    <a:pt x="47" y="157"/>
                  </a:lnTo>
                  <a:lnTo>
                    <a:pt x="49" y="157"/>
                  </a:lnTo>
                  <a:lnTo>
                    <a:pt x="49" y="157"/>
                  </a:lnTo>
                  <a:lnTo>
                    <a:pt x="53" y="157"/>
                  </a:lnTo>
                  <a:lnTo>
                    <a:pt x="53" y="155"/>
                  </a:lnTo>
                  <a:lnTo>
                    <a:pt x="55" y="155"/>
                  </a:lnTo>
                  <a:lnTo>
                    <a:pt x="55" y="154"/>
                  </a:lnTo>
                  <a:lnTo>
                    <a:pt x="57" y="154"/>
                  </a:lnTo>
                  <a:lnTo>
                    <a:pt x="59" y="150"/>
                  </a:lnTo>
                  <a:lnTo>
                    <a:pt x="59" y="150"/>
                  </a:lnTo>
                  <a:lnTo>
                    <a:pt x="59" y="150"/>
                  </a:lnTo>
                  <a:lnTo>
                    <a:pt x="59" y="150"/>
                  </a:lnTo>
                  <a:lnTo>
                    <a:pt x="59" y="148"/>
                  </a:lnTo>
                  <a:lnTo>
                    <a:pt x="59" y="148"/>
                  </a:lnTo>
                  <a:lnTo>
                    <a:pt x="61" y="150"/>
                  </a:lnTo>
                  <a:lnTo>
                    <a:pt x="61" y="148"/>
                  </a:lnTo>
                  <a:lnTo>
                    <a:pt x="61" y="148"/>
                  </a:lnTo>
                  <a:lnTo>
                    <a:pt x="63" y="146"/>
                  </a:lnTo>
                  <a:lnTo>
                    <a:pt x="61" y="146"/>
                  </a:lnTo>
                  <a:lnTo>
                    <a:pt x="61" y="142"/>
                  </a:lnTo>
                  <a:lnTo>
                    <a:pt x="59" y="135"/>
                  </a:lnTo>
                  <a:lnTo>
                    <a:pt x="57" y="133"/>
                  </a:lnTo>
                  <a:lnTo>
                    <a:pt x="57" y="129"/>
                  </a:lnTo>
                  <a:lnTo>
                    <a:pt x="59" y="123"/>
                  </a:lnTo>
                  <a:lnTo>
                    <a:pt x="61" y="119"/>
                  </a:lnTo>
                  <a:lnTo>
                    <a:pt x="65" y="116"/>
                  </a:lnTo>
                  <a:lnTo>
                    <a:pt x="65" y="114"/>
                  </a:lnTo>
                  <a:lnTo>
                    <a:pt x="70" y="112"/>
                  </a:lnTo>
                  <a:lnTo>
                    <a:pt x="72" y="110"/>
                  </a:lnTo>
                  <a:lnTo>
                    <a:pt x="72" y="110"/>
                  </a:lnTo>
                  <a:lnTo>
                    <a:pt x="76" y="106"/>
                  </a:lnTo>
                  <a:lnTo>
                    <a:pt x="76" y="102"/>
                  </a:lnTo>
                  <a:lnTo>
                    <a:pt x="72" y="91"/>
                  </a:lnTo>
                  <a:lnTo>
                    <a:pt x="72" y="87"/>
                  </a:lnTo>
                  <a:lnTo>
                    <a:pt x="72" y="83"/>
                  </a:lnTo>
                  <a:lnTo>
                    <a:pt x="74" y="83"/>
                  </a:lnTo>
                  <a:lnTo>
                    <a:pt x="74" y="83"/>
                  </a:lnTo>
                  <a:lnTo>
                    <a:pt x="76" y="83"/>
                  </a:lnTo>
                  <a:lnTo>
                    <a:pt x="78" y="85"/>
                  </a:lnTo>
                  <a:lnTo>
                    <a:pt x="82" y="91"/>
                  </a:lnTo>
                  <a:lnTo>
                    <a:pt x="82" y="91"/>
                  </a:lnTo>
                  <a:lnTo>
                    <a:pt x="86" y="91"/>
                  </a:lnTo>
                  <a:lnTo>
                    <a:pt x="86" y="89"/>
                  </a:lnTo>
                  <a:lnTo>
                    <a:pt x="89" y="85"/>
                  </a:lnTo>
                  <a:lnTo>
                    <a:pt x="91" y="83"/>
                  </a:lnTo>
                  <a:lnTo>
                    <a:pt x="95" y="81"/>
                  </a:lnTo>
                  <a:lnTo>
                    <a:pt x="97" y="85"/>
                  </a:lnTo>
                  <a:lnTo>
                    <a:pt x="97" y="89"/>
                  </a:lnTo>
                  <a:lnTo>
                    <a:pt x="99" y="91"/>
                  </a:lnTo>
                  <a:lnTo>
                    <a:pt x="101" y="89"/>
                  </a:lnTo>
                  <a:lnTo>
                    <a:pt x="101" y="85"/>
                  </a:lnTo>
                  <a:lnTo>
                    <a:pt x="103" y="83"/>
                  </a:lnTo>
                  <a:lnTo>
                    <a:pt x="105" y="85"/>
                  </a:lnTo>
                  <a:lnTo>
                    <a:pt x="105" y="85"/>
                  </a:lnTo>
                  <a:lnTo>
                    <a:pt x="105" y="83"/>
                  </a:lnTo>
                  <a:lnTo>
                    <a:pt x="105" y="78"/>
                  </a:lnTo>
                  <a:lnTo>
                    <a:pt x="105" y="76"/>
                  </a:lnTo>
                  <a:lnTo>
                    <a:pt x="107" y="74"/>
                  </a:lnTo>
                  <a:lnTo>
                    <a:pt x="107" y="74"/>
                  </a:lnTo>
                  <a:lnTo>
                    <a:pt x="105" y="74"/>
                  </a:lnTo>
                  <a:lnTo>
                    <a:pt x="105" y="74"/>
                  </a:lnTo>
                  <a:lnTo>
                    <a:pt x="107" y="72"/>
                  </a:lnTo>
                  <a:lnTo>
                    <a:pt x="107" y="72"/>
                  </a:lnTo>
                  <a:lnTo>
                    <a:pt x="107" y="70"/>
                  </a:lnTo>
                  <a:lnTo>
                    <a:pt x="107" y="70"/>
                  </a:lnTo>
                  <a:lnTo>
                    <a:pt x="107" y="70"/>
                  </a:lnTo>
                  <a:lnTo>
                    <a:pt x="108" y="70"/>
                  </a:lnTo>
                  <a:lnTo>
                    <a:pt x="108" y="70"/>
                  </a:lnTo>
                  <a:lnTo>
                    <a:pt x="108" y="70"/>
                  </a:lnTo>
                  <a:lnTo>
                    <a:pt x="108" y="70"/>
                  </a:lnTo>
                  <a:lnTo>
                    <a:pt x="108" y="70"/>
                  </a:lnTo>
                  <a:lnTo>
                    <a:pt x="108" y="70"/>
                  </a:lnTo>
                  <a:lnTo>
                    <a:pt x="108" y="70"/>
                  </a:lnTo>
                  <a:lnTo>
                    <a:pt x="110" y="70"/>
                  </a:lnTo>
                  <a:lnTo>
                    <a:pt x="110" y="70"/>
                  </a:lnTo>
                  <a:lnTo>
                    <a:pt x="110" y="70"/>
                  </a:lnTo>
                  <a:lnTo>
                    <a:pt x="110" y="70"/>
                  </a:lnTo>
                  <a:lnTo>
                    <a:pt x="110" y="68"/>
                  </a:lnTo>
                  <a:lnTo>
                    <a:pt x="110" y="68"/>
                  </a:lnTo>
                  <a:lnTo>
                    <a:pt x="110" y="66"/>
                  </a:lnTo>
                  <a:lnTo>
                    <a:pt x="110" y="66"/>
                  </a:lnTo>
                  <a:lnTo>
                    <a:pt x="110" y="66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110" y="60"/>
                  </a:lnTo>
                  <a:lnTo>
                    <a:pt x="110" y="6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11" name="Freeform 14">
              <a:extLst>
                <a:ext uri="{FF2B5EF4-FFF2-40B4-BE49-F238E27FC236}">
                  <a16:creationId xmlns:a16="http://schemas.microsoft.com/office/drawing/2014/main" id="{5870DFF0-4C4B-8ED7-E334-183841455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25" y="3813175"/>
              <a:ext cx="665163" cy="623888"/>
            </a:xfrm>
            <a:custGeom>
              <a:avLst/>
              <a:gdLst>
                <a:gd name="T0" fmla="*/ 395 w 419"/>
                <a:gd name="T1" fmla="*/ 201 h 393"/>
                <a:gd name="T2" fmla="*/ 359 w 419"/>
                <a:gd name="T3" fmla="*/ 199 h 393"/>
                <a:gd name="T4" fmla="*/ 343 w 419"/>
                <a:gd name="T5" fmla="*/ 169 h 393"/>
                <a:gd name="T6" fmla="*/ 328 w 419"/>
                <a:gd name="T7" fmla="*/ 167 h 393"/>
                <a:gd name="T8" fmla="*/ 318 w 419"/>
                <a:gd name="T9" fmla="*/ 144 h 393"/>
                <a:gd name="T10" fmla="*/ 288 w 419"/>
                <a:gd name="T11" fmla="*/ 125 h 393"/>
                <a:gd name="T12" fmla="*/ 261 w 419"/>
                <a:gd name="T13" fmla="*/ 116 h 393"/>
                <a:gd name="T14" fmla="*/ 246 w 419"/>
                <a:gd name="T15" fmla="*/ 70 h 393"/>
                <a:gd name="T16" fmla="*/ 250 w 419"/>
                <a:gd name="T17" fmla="*/ 43 h 393"/>
                <a:gd name="T18" fmla="*/ 229 w 419"/>
                <a:gd name="T19" fmla="*/ 28 h 393"/>
                <a:gd name="T20" fmla="*/ 212 w 419"/>
                <a:gd name="T21" fmla="*/ 34 h 393"/>
                <a:gd name="T22" fmla="*/ 179 w 419"/>
                <a:gd name="T23" fmla="*/ 22 h 393"/>
                <a:gd name="T24" fmla="*/ 155 w 419"/>
                <a:gd name="T25" fmla="*/ 26 h 393"/>
                <a:gd name="T26" fmla="*/ 132 w 419"/>
                <a:gd name="T27" fmla="*/ 9 h 393"/>
                <a:gd name="T28" fmla="*/ 107 w 419"/>
                <a:gd name="T29" fmla="*/ 5 h 393"/>
                <a:gd name="T30" fmla="*/ 105 w 419"/>
                <a:gd name="T31" fmla="*/ 19 h 393"/>
                <a:gd name="T32" fmla="*/ 86 w 419"/>
                <a:gd name="T33" fmla="*/ 47 h 393"/>
                <a:gd name="T34" fmla="*/ 73 w 419"/>
                <a:gd name="T35" fmla="*/ 60 h 393"/>
                <a:gd name="T36" fmla="*/ 59 w 419"/>
                <a:gd name="T37" fmla="*/ 59 h 393"/>
                <a:gd name="T38" fmla="*/ 46 w 419"/>
                <a:gd name="T39" fmla="*/ 81 h 393"/>
                <a:gd name="T40" fmla="*/ 52 w 419"/>
                <a:gd name="T41" fmla="*/ 91 h 393"/>
                <a:gd name="T42" fmla="*/ 54 w 419"/>
                <a:gd name="T43" fmla="*/ 106 h 393"/>
                <a:gd name="T44" fmla="*/ 38 w 419"/>
                <a:gd name="T45" fmla="*/ 129 h 393"/>
                <a:gd name="T46" fmla="*/ 25 w 419"/>
                <a:gd name="T47" fmla="*/ 144 h 393"/>
                <a:gd name="T48" fmla="*/ 31 w 419"/>
                <a:gd name="T49" fmla="*/ 173 h 393"/>
                <a:gd name="T50" fmla="*/ 25 w 419"/>
                <a:gd name="T51" fmla="*/ 197 h 393"/>
                <a:gd name="T52" fmla="*/ 16 w 419"/>
                <a:gd name="T53" fmla="*/ 218 h 393"/>
                <a:gd name="T54" fmla="*/ 40 w 419"/>
                <a:gd name="T55" fmla="*/ 226 h 393"/>
                <a:gd name="T56" fmla="*/ 12 w 419"/>
                <a:gd name="T57" fmla="*/ 264 h 393"/>
                <a:gd name="T58" fmla="*/ 16 w 419"/>
                <a:gd name="T59" fmla="*/ 302 h 393"/>
                <a:gd name="T60" fmla="*/ 17 w 419"/>
                <a:gd name="T61" fmla="*/ 317 h 393"/>
                <a:gd name="T62" fmla="*/ 21 w 419"/>
                <a:gd name="T63" fmla="*/ 340 h 393"/>
                <a:gd name="T64" fmla="*/ 21 w 419"/>
                <a:gd name="T65" fmla="*/ 367 h 393"/>
                <a:gd name="T66" fmla="*/ 36 w 419"/>
                <a:gd name="T67" fmla="*/ 388 h 393"/>
                <a:gd name="T68" fmla="*/ 54 w 419"/>
                <a:gd name="T69" fmla="*/ 388 h 393"/>
                <a:gd name="T70" fmla="*/ 73 w 419"/>
                <a:gd name="T71" fmla="*/ 386 h 393"/>
                <a:gd name="T72" fmla="*/ 86 w 419"/>
                <a:gd name="T73" fmla="*/ 386 h 393"/>
                <a:gd name="T74" fmla="*/ 99 w 419"/>
                <a:gd name="T75" fmla="*/ 372 h 393"/>
                <a:gd name="T76" fmla="*/ 130 w 419"/>
                <a:gd name="T77" fmla="*/ 369 h 393"/>
                <a:gd name="T78" fmla="*/ 145 w 419"/>
                <a:gd name="T79" fmla="*/ 361 h 393"/>
                <a:gd name="T80" fmla="*/ 157 w 419"/>
                <a:gd name="T81" fmla="*/ 355 h 393"/>
                <a:gd name="T82" fmla="*/ 183 w 419"/>
                <a:gd name="T83" fmla="*/ 348 h 393"/>
                <a:gd name="T84" fmla="*/ 193 w 419"/>
                <a:gd name="T85" fmla="*/ 321 h 393"/>
                <a:gd name="T86" fmla="*/ 223 w 419"/>
                <a:gd name="T87" fmla="*/ 310 h 393"/>
                <a:gd name="T88" fmla="*/ 252 w 419"/>
                <a:gd name="T89" fmla="*/ 313 h 393"/>
                <a:gd name="T90" fmla="*/ 254 w 419"/>
                <a:gd name="T91" fmla="*/ 292 h 393"/>
                <a:gd name="T92" fmla="*/ 267 w 419"/>
                <a:gd name="T93" fmla="*/ 279 h 393"/>
                <a:gd name="T94" fmla="*/ 282 w 419"/>
                <a:gd name="T95" fmla="*/ 289 h 393"/>
                <a:gd name="T96" fmla="*/ 290 w 419"/>
                <a:gd name="T97" fmla="*/ 296 h 393"/>
                <a:gd name="T98" fmla="*/ 307 w 419"/>
                <a:gd name="T99" fmla="*/ 302 h 393"/>
                <a:gd name="T100" fmla="*/ 307 w 419"/>
                <a:gd name="T101" fmla="*/ 289 h 393"/>
                <a:gd name="T102" fmla="*/ 290 w 419"/>
                <a:gd name="T103" fmla="*/ 285 h 393"/>
                <a:gd name="T104" fmla="*/ 288 w 419"/>
                <a:gd name="T105" fmla="*/ 273 h 393"/>
                <a:gd name="T106" fmla="*/ 299 w 419"/>
                <a:gd name="T107" fmla="*/ 273 h 393"/>
                <a:gd name="T108" fmla="*/ 313 w 419"/>
                <a:gd name="T109" fmla="*/ 270 h 393"/>
                <a:gd name="T110" fmla="*/ 322 w 419"/>
                <a:gd name="T111" fmla="*/ 275 h 393"/>
                <a:gd name="T112" fmla="*/ 334 w 419"/>
                <a:gd name="T113" fmla="*/ 266 h 393"/>
                <a:gd name="T114" fmla="*/ 341 w 419"/>
                <a:gd name="T115" fmla="*/ 262 h 393"/>
                <a:gd name="T116" fmla="*/ 362 w 419"/>
                <a:gd name="T117" fmla="*/ 254 h 393"/>
                <a:gd name="T118" fmla="*/ 378 w 419"/>
                <a:gd name="T119" fmla="*/ 243 h 393"/>
                <a:gd name="T120" fmla="*/ 393 w 419"/>
                <a:gd name="T121" fmla="*/ 235 h 393"/>
                <a:gd name="T122" fmla="*/ 393 w 419"/>
                <a:gd name="T123" fmla="*/ 222 h 393"/>
                <a:gd name="T124" fmla="*/ 408 w 419"/>
                <a:gd name="T125" fmla="*/ 207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19" h="393">
                  <a:moveTo>
                    <a:pt x="419" y="197"/>
                  </a:moveTo>
                  <a:lnTo>
                    <a:pt x="419" y="197"/>
                  </a:lnTo>
                  <a:lnTo>
                    <a:pt x="418" y="195"/>
                  </a:lnTo>
                  <a:lnTo>
                    <a:pt x="418" y="195"/>
                  </a:lnTo>
                  <a:lnTo>
                    <a:pt x="418" y="194"/>
                  </a:lnTo>
                  <a:lnTo>
                    <a:pt x="416" y="192"/>
                  </a:lnTo>
                  <a:lnTo>
                    <a:pt x="416" y="192"/>
                  </a:lnTo>
                  <a:lnTo>
                    <a:pt x="416" y="192"/>
                  </a:lnTo>
                  <a:lnTo>
                    <a:pt x="414" y="194"/>
                  </a:lnTo>
                  <a:lnTo>
                    <a:pt x="414" y="195"/>
                  </a:lnTo>
                  <a:lnTo>
                    <a:pt x="412" y="195"/>
                  </a:lnTo>
                  <a:lnTo>
                    <a:pt x="412" y="197"/>
                  </a:lnTo>
                  <a:lnTo>
                    <a:pt x="410" y="197"/>
                  </a:lnTo>
                  <a:lnTo>
                    <a:pt x="406" y="197"/>
                  </a:lnTo>
                  <a:lnTo>
                    <a:pt x="406" y="199"/>
                  </a:lnTo>
                  <a:lnTo>
                    <a:pt x="404" y="199"/>
                  </a:lnTo>
                  <a:lnTo>
                    <a:pt x="402" y="201"/>
                  </a:lnTo>
                  <a:lnTo>
                    <a:pt x="400" y="203"/>
                  </a:lnTo>
                  <a:lnTo>
                    <a:pt x="399" y="203"/>
                  </a:lnTo>
                  <a:lnTo>
                    <a:pt x="395" y="201"/>
                  </a:lnTo>
                  <a:lnTo>
                    <a:pt x="393" y="201"/>
                  </a:lnTo>
                  <a:lnTo>
                    <a:pt x="393" y="201"/>
                  </a:lnTo>
                  <a:lnTo>
                    <a:pt x="393" y="201"/>
                  </a:lnTo>
                  <a:lnTo>
                    <a:pt x="391" y="203"/>
                  </a:lnTo>
                  <a:lnTo>
                    <a:pt x="391" y="203"/>
                  </a:lnTo>
                  <a:lnTo>
                    <a:pt x="391" y="203"/>
                  </a:lnTo>
                  <a:lnTo>
                    <a:pt x="389" y="203"/>
                  </a:lnTo>
                  <a:lnTo>
                    <a:pt x="389" y="203"/>
                  </a:lnTo>
                  <a:lnTo>
                    <a:pt x="387" y="203"/>
                  </a:lnTo>
                  <a:lnTo>
                    <a:pt x="383" y="203"/>
                  </a:lnTo>
                  <a:lnTo>
                    <a:pt x="376" y="201"/>
                  </a:lnTo>
                  <a:lnTo>
                    <a:pt x="372" y="203"/>
                  </a:lnTo>
                  <a:lnTo>
                    <a:pt x="368" y="203"/>
                  </a:lnTo>
                  <a:lnTo>
                    <a:pt x="366" y="201"/>
                  </a:lnTo>
                  <a:lnTo>
                    <a:pt x="364" y="201"/>
                  </a:lnTo>
                  <a:lnTo>
                    <a:pt x="362" y="199"/>
                  </a:lnTo>
                  <a:lnTo>
                    <a:pt x="362" y="199"/>
                  </a:lnTo>
                  <a:lnTo>
                    <a:pt x="360" y="199"/>
                  </a:lnTo>
                  <a:lnTo>
                    <a:pt x="360" y="199"/>
                  </a:lnTo>
                  <a:lnTo>
                    <a:pt x="359" y="199"/>
                  </a:lnTo>
                  <a:lnTo>
                    <a:pt x="357" y="201"/>
                  </a:lnTo>
                  <a:lnTo>
                    <a:pt x="355" y="203"/>
                  </a:lnTo>
                  <a:lnTo>
                    <a:pt x="351" y="205"/>
                  </a:lnTo>
                  <a:lnTo>
                    <a:pt x="351" y="205"/>
                  </a:lnTo>
                  <a:lnTo>
                    <a:pt x="349" y="205"/>
                  </a:lnTo>
                  <a:lnTo>
                    <a:pt x="347" y="205"/>
                  </a:lnTo>
                  <a:lnTo>
                    <a:pt x="347" y="201"/>
                  </a:lnTo>
                  <a:lnTo>
                    <a:pt x="345" y="199"/>
                  </a:lnTo>
                  <a:lnTo>
                    <a:pt x="345" y="186"/>
                  </a:lnTo>
                  <a:lnTo>
                    <a:pt x="343" y="186"/>
                  </a:lnTo>
                  <a:lnTo>
                    <a:pt x="341" y="182"/>
                  </a:lnTo>
                  <a:lnTo>
                    <a:pt x="341" y="180"/>
                  </a:lnTo>
                  <a:lnTo>
                    <a:pt x="341" y="178"/>
                  </a:lnTo>
                  <a:lnTo>
                    <a:pt x="341" y="176"/>
                  </a:lnTo>
                  <a:lnTo>
                    <a:pt x="339" y="175"/>
                  </a:lnTo>
                  <a:lnTo>
                    <a:pt x="341" y="173"/>
                  </a:lnTo>
                  <a:lnTo>
                    <a:pt x="341" y="173"/>
                  </a:lnTo>
                  <a:lnTo>
                    <a:pt x="341" y="171"/>
                  </a:lnTo>
                  <a:lnTo>
                    <a:pt x="343" y="171"/>
                  </a:lnTo>
                  <a:lnTo>
                    <a:pt x="343" y="169"/>
                  </a:lnTo>
                  <a:lnTo>
                    <a:pt x="341" y="169"/>
                  </a:lnTo>
                  <a:lnTo>
                    <a:pt x="339" y="169"/>
                  </a:lnTo>
                  <a:lnTo>
                    <a:pt x="339" y="169"/>
                  </a:lnTo>
                  <a:lnTo>
                    <a:pt x="338" y="169"/>
                  </a:lnTo>
                  <a:lnTo>
                    <a:pt x="336" y="171"/>
                  </a:lnTo>
                  <a:lnTo>
                    <a:pt x="334" y="171"/>
                  </a:lnTo>
                  <a:lnTo>
                    <a:pt x="334" y="169"/>
                  </a:lnTo>
                  <a:lnTo>
                    <a:pt x="334" y="169"/>
                  </a:lnTo>
                  <a:lnTo>
                    <a:pt x="332" y="167"/>
                  </a:lnTo>
                  <a:lnTo>
                    <a:pt x="332" y="165"/>
                  </a:lnTo>
                  <a:lnTo>
                    <a:pt x="332" y="165"/>
                  </a:lnTo>
                  <a:lnTo>
                    <a:pt x="332" y="163"/>
                  </a:lnTo>
                  <a:lnTo>
                    <a:pt x="332" y="163"/>
                  </a:lnTo>
                  <a:lnTo>
                    <a:pt x="330" y="163"/>
                  </a:lnTo>
                  <a:lnTo>
                    <a:pt x="330" y="163"/>
                  </a:lnTo>
                  <a:lnTo>
                    <a:pt x="330" y="163"/>
                  </a:lnTo>
                  <a:lnTo>
                    <a:pt x="328" y="163"/>
                  </a:lnTo>
                  <a:lnTo>
                    <a:pt x="328" y="165"/>
                  </a:lnTo>
                  <a:lnTo>
                    <a:pt x="328" y="167"/>
                  </a:lnTo>
                  <a:lnTo>
                    <a:pt x="328" y="167"/>
                  </a:lnTo>
                  <a:lnTo>
                    <a:pt x="328" y="167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4" y="167"/>
                  </a:lnTo>
                  <a:lnTo>
                    <a:pt x="322" y="167"/>
                  </a:lnTo>
                  <a:lnTo>
                    <a:pt x="322" y="167"/>
                  </a:lnTo>
                  <a:lnTo>
                    <a:pt x="320" y="165"/>
                  </a:lnTo>
                  <a:lnTo>
                    <a:pt x="320" y="165"/>
                  </a:lnTo>
                  <a:lnTo>
                    <a:pt x="322" y="163"/>
                  </a:lnTo>
                  <a:lnTo>
                    <a:pt x="322" y="163"/>
                  </a:lnTo>
                  <a:lnTo>
                    <a:pt x="322" y="161"/>
                  </a:lnTo>
                  <a:lnTo>
                    <a:pt x="324" y="161"/>
                  </a:lnTo>
                  <a:lnTo>
                    <a:pt x="324" y="161"/>
                  </a:lnTo>
                  <a:lnTo>
                    <a:pt x="326" y="159"/>
                  </a:lnTo>
                  <a:lnTo>
                    <a:pt x="326" y="159"/>
                  </a:lnTo>
                  <a:lnTo>
                    <a:pt x="324" y="157"/>
                  </a:lnTo>
                  <a:lnTo>
                    <a:pt x="322" y="156"/>
                  </a:lnTo>
                  <a:lnTo>
                    <a:pt x="320" y="150"/>
                  </a:lnTo>
                  <a:lnTo>
                    <a:pt x="320" y="146"/>
                  </a:lnTo>
                  <a:lnTo>
                    <a:pt x="318" y="144"/>
                  </a:lnTo>
                  <a:lnTo>
                    <a:pt x="318" y="144"/>
                  </a:lnTo>
                  <a:lnTo>
                    <a:pt x="317" y="142"/>
                  </a:lnTo>
                  <a:lnTo>
                    <a:pt x="315" y="140"/>
                  </a:lnTo>
                  <a:lnTo>
                    <a:pt x="313" y="138"/>
                  </a:lnTo>
                  <a:lnTo>
                    <a:pt x="313" y="137"/>
                  </a:lnTo>
                  <a:lnTo>
                    <a:pt x="307" y="131"/>
                  </a:lnTo>
                  <a:lnTo>
                    <a:pt x="305" y="129"/>
                  </a:lnTo>
                  <a:lnTo>
                    <a:pt x="305" y="129"/>
                  </a:lnTo>
                  <a:lnTo>
                    <a:pt x="303" y="127"/>
                  </a:lnTo>
                  <a:lnTo>
                    <a:pt x="301" y="127"/>
                  </a:lnTo>
                  <a:lnTo>
                    <a:pt x="299" y="125"/>
                  </a:lnTo>
                  <a:lnTo>
                    <a:pt x="299" y="125"/>
                  </a:lnTo>
                  <a:lnTo>
                    <a:pt x="298" y="125"/>
                  </a:lnTo>
                  <a:lnTo>
                    <a:pt x="294" y="125"/>
                  </a:lnTo>
                  <a:lnTo>
                    <a:pt x="292" y="127"/>
                  </a:lnTo>
                  <a:lnTo>
                    <a:pt x="290" y="125"/>
                  </a:lnTo>
                  <a:lnTo>
                    <a:pt x="290" y="125"/>
                  </a:lnTo>
                  <a:lnTo>
                    <a:pt x="290" y="123"/>
                  </a:lnTo>
                  <a:lnTo>
                    <a:pt x="288" y="123"/>
                  </a:lnTo>
                  <a:lnTo>
                    <a:pt x="288" y="125"/>
                  </a:lnTo>
                  <a:lnTo>
                    <a:pt x="288" y="125"/>
                  </a:lnTo>
                  <a:lnTo>
                    <a:pt x="286" y="125"/>
                  </a:lnTo>
                  <a:lnTo>
                    <a:pt x="286" y="125"/>
                  </a:lnTo>
                  <a:lnTo>
                    <a:pt x="286" y="123"/>
                  </a:lnTo>
                  <a:lnTo>
                    <a:pt x="284" y="123"/>
                  </a:lnTo>
                  <a:lnTo>
                    <a:pt x="284" y="121"/>
                  </a:lnTo>
                  <a:lnTo>
                    <a:pt x="284" y="121"/>
                  </a:lnTo>
                  <a:lnTo>
                    <a:pt x="282" y="119"/>
                  </a:lnTo>
                  <a:lnTo>
                    <a:pt x="282" y="118"/>
                  </a:lnTo>
                  <a:lnTo>
                    <a:pt x="282" y="118"/>
                  </a:lnTo>
                  <a:lnTo>
                    <a:pt x="282" y="116"/>
                  </a:lnTo>
                  <a:lnTo>
                    <a:pt x="282" y="116"/>
                  </a:lnTo>
                  <a:lnTo>
                    <a:pt x="280" y="114"/>
                  </a:lnTo>
                  <a:lnTo>
                    <a:pt x="280" y="114"/>
                  </a:lnTo>
                  <a:lnTo>
                    <a:pt x="278" y="114"/>
                  </a:lnTo>
                  <a:lnTo>
                    <a:pt x="277" y="116"/>
                  </a:lnTo>
                  <a:lnTo>
                    <a:pt x="277" y="116"/>
                  </a:lnTo>
                  <a:lnTo>
                    <a:pt x="269" y="116"/>
                  </a:lnTo>
                  <a:lnTo>
                    <a:pt x="261" y="116"/>
                  </a:lnTo>
                  <a:lnTo>
                    <a:pt x="261" y="116"/>
                  </a:lnTo>
                  <a:lnTo>
                    <a:pt x="259" y="112"/>
                  </a:lnTo>
                  <a:lnTo>
                    <a:pt x="259" y="112"/>
                  </a:lnTo>
                  <a:lnTo>
                    <a:pt x="258" y="110"/>
                  </a:lnTo>
                  <a:lnTo>
                    <a:pt x="254" y="108"/>
                  </a:lnTo>
                  <a:lnTo>
                    <a:pt x="252" y="106"/>
                  </a:lnTo>
                  <a:lnTo>
                    <a:pt x="246" y="104"/>
                  </a:lnTo>
                  <a:lnTo>
                    <a:pt x="246" y="102"/>
                  </a:lnTo>
                  <a:lnTo>
                    <a:pt x="250" y="100"/>
                  </a:lnTo>
                  <a:lnTo>
                    <a:pt x="250" y="98"/>
                  </a:lnTo>
                  <a:lnTo>
                    <a:pt x="250" y="97"/>
                  </a:lnTo>
                  <a:lnTo>
                    <a:pt x="250" y="93"/>
                  </a:lnTo>
                  <a:lnTo>
                    <a:pt x="250" y="89"/>
                  </a:lnTo>
                  <a:lnTo>
                    <a:pt x="248" y="83"/>
                  </a:lnTo>
                  <a:lnTo>
                    <a:pt x="248" y="81"/>
                  </a:lnTo>
                  <a:lnTo>
                    <a:pt x="242" y="81"/>
                  </a:lnTo>
                  <a:lnTo>
                    <a:pt x="242" y="81"/>
                  </a:lnTo>
                  <a:lnTo>
                    <a:pt x="240" y="78"/>
                  </a:lnTo>
                  <a:lnTo>
                    <a:pt x="242" y="76"/>
                  </a:lnTo>
                  <a:lnTo>
                    <a:pt x="244" y="74"/>
                  </a:lnTo>
                  <a:lnTo>
                    <a:pt x="246" y="70"/>
                  </a:lnTo>
                  <a:lnTo>
                    <a:pt x="248" y="70"/>
                  </a:lnTo>
                  <a:lnTo>
                    <a:pt x="248" y="68"/>
                  </a:lnTo>
                  <a:lnTo>
                    <a:pt x="248" y="66"/>
                  </a:lnTo>
                  <a:lnTo>
                    <a:pt x="248" y="64"/>
                  </a:lnTo>
                  <a:lnTo>
                    <a:pt x="248" y="62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8" y="59"/>
                  </a:lnTo>
                  <a:lnTo>
                    <a:pt x="250" y="59"/>
                  </a:lnTo>
                  <a:lnTo>
                    <a:pt x="250" y="57"/>
                  </a:lnTo>
                  <a:lnTo>
                    <a:pt x="250" y="55"/>
                  </a:lnTo>
                  <a:lnTo>
                    <a:pt x="250" y="53"/>
                  </a:lnTo>
                  <a:lnTo>
                    <a:pt x="250" y="53"/>
                  </a:lnTo>
                  <a:lnTo>
                    <a:pt x="250" y="51"/>
                  </a:lnTo>
                  <a:lnTo>
                    <a:pt x="250" y="47"/>
                  </a:lnTo>
                  <a:lnTo>
                    <a:pt x="250" y="45"/>
                  </a:lnTo>
                  <a:lnTo>
                    <a:pt x="250" y="45"/>
                  </a:lnTo>
                  <a:lnTo>
                    <a:pt x="250" y="43"/>
                  </a:lnTo>
                  <a:lnTo>
                    <a:pt x="250" y="41"/>
                  </a:lnTo>
                  <a:lnTo>
                    <a:pt x="250" y="41"/>
                  </a:lnTo>
                  <a:lnTo>
                    <a:pt x="248" y="41"/>
                  </a:lnTo>
                  <a:lnTo>
                    <a:pt x="248" y="40"/>
                  </a:lnTo>
                  <a:lnTo>
                    <a:pt x="248" y="40"/>
                  </a:lnTo>
                  <a:lnTo>
                    <a:pt x="246" y="38"/>
                  </a:lnTo>
                  <a:lnTo>
                    <a:pt x="246" y="38"/>
                  </a:lnTo>
                  <a:lnTo>
                    <a:pt x="246" y="38"/>
                  </a:lnTo>
                  <a:lnTo>
                    <a:pt x="244" y="38"/>
                  </a:lnTo>
                  <a:lnTo>
                    <a:pt x="242" y="38"/>
                  </a:lnTo>
                  <a:lnTo>
                    <a:pt x="242" y="38"/>
                  </a:lnTo>
                  <a:lnTo>
                    <a:pt x="242" y="36"/>
                  </a:lnTo>
                  <a:lnTo>
                    <a:pt x="240" y="36"/>
                  </a:lnTo>
                  <a:lnTo>
                    <a:pt x="240" y="36"/>
                  </a:lnTo>
                  <a:lnTo>
                    <a:pt x="238" y="34"/>
                  </a:lnTo>
                  <a:lnTo>
                    <a:pt x="238" y="32"/>
                  </a:lnTo>
                  <a:lnTo>
                    <a:pt x="237" y="30"/>
                  </a:lnTo>
                  <a:lnTo>
                    <a:pt x="237" y="30"/>
                  </a:lnTo>
                  <a:lnTo>
                    <a:pt x="235" y="28"/>
                  </a:lnTo>
                  <a:lnTo>
                    <a:pt x="229" y="28"/>
                  </a:lnTo>
                  <a:lnTo>
                    <a:pt x="227" y="28"/>
                  </a:lnTo>
                  <a:lnTo>
                    <a:pt x="227" y="28"/>
                  </a:lnTo>
                  <a:lnTo>
                    <a:pt x="227" y="28"/>
                  </a:lnTo>
                  <a:lnTo>
                    <a:pt x="219" y="30"/>
                  </a:lnTo>
                  <a:lnTo>
                    <a:pt x="219" y="32"/>
                  </a:lnTo>
                  <a:lnTo>
                    <a:pt x="217" y="32"/>
                  </a:lnTo>
                  <a:lnTo>
                    <a:pt x="217" y="32"/>
                  </a:lnTo>
                  <a:lnTo>
                    <a:pt x="217" y="34"/>
                  </a:lnTo>
                  <a:lnTo>
                    <a:pt x="217" y="34"/>
                  </a:lnTo>
                  <a:lnTo>
                    <a:pt x="217" y="36"/>
                  </a:lnTo>
                  <a:lnTo>
                    <a:pt x="217" y="36"/>
                  </a:lnTo>
                  <a:lnTo>
                    <a:pt x="216" y="36"/>
                  </a:lnTo>
                  <a:lnTo>
                    <a:pt x="216" y="36"/>
                  </a:lnTo>
                  <a:lnTo>
                    <a:pt x="216" y="36"/>
                  </a:lnTo>
                  <a:lnTo>
                    <a:pt x="214" y="36"/>
                  </a:lnTo>
                  <a:lnTo>
                    <a:pt x="214" y="36"/>
                  </a:lnTo>
                  <a:lnTo>
                    <a:pt x="214" y="36"/>
                  </a:lnTo>
                  <a:lnTo>
                    <a:pt x="214" y="36"/>
                  </a:lnTo>
                  <a:lnTo>
                    <a:pt x="212" y="36"/>
                  </a:lnTo>
                  <a:lnTo>
                    <a:pt x="212" y="34"/>
                  </a:lnTo>
                  <a:lnTo>
                    <a:pt x="212" y="34"/>
                  </a:lnTo>
                  <a:lnTo>
                    <a:pt x="208" y="34"/>
                  </a:lnTo>
                  <a:lnTo>
                    <a:pt x="208" y="34"/>
                  </a:lnTo>
                  <a:lnTo>
                    <a:pt x="208" y="34"/>
                  </a:lnTo>
                  <a:lnTo>
                    <a:pt x="200" y="34"/>
                  </a:lnTo>
                  <a:lnTo>
                    <a:pt x="198" y="34"/>
                  </a:lnTo>
                  <a:lnTo>
                    <a:pt x="198" y="34"/>
                  </a:lnTo>
                  <a:lnTo>
                    <a:pt x="197" y="34"/>
                  </a:lnTo>
                  <a:lnTo>
                    <a:pt x="197" y="32"/>
                  </a:lnTo>
                  <a:lnTo>
                    <a:pt x="197" y="30"/>
                  </a:lnTo>
                  <a:lnTo>
                    <a:pt x="195" y="30"/>
                  </a:lnTo>
                  <a:lnTo>
                    <a:pt x="195" y="30"/>
                  </a:lnTo>
                  <a:lnTo>
                    <a:pt x="185" y="28"/>
                  </a:lnTo>
                  <a:lnTo>
                    <a:pt x="185" y="28"/>
                  </a:lnTo>
                  <a:lnTo>
                    <a:pt x="185" y="28"/>
                  </a:lnTo>
                  <a:lnTo>
                    <a:pt x="183" y="28"/>
                  </a:lnTo>
                  <a:lnTo>
                    <a:pt x="183" y="24"/>
                  </a:lnTo>
                  <a:lnTo>
                    <a:pt x="181" y="24"/>
                  </a:lnTo>
                  <a:lnTo>
                    <a:pt x="181" y="24"/>
                  </a:lnTo>
                  <a:lnTo>
                    <a:pt x="179" y="22"/>
                  </a:lnTo>
                  <a:lnTo>
                    <a:pt x="177" y="22"/>
                  </a:lnTo>
                  <a:lnTo>
                    <a:pt x="177" y="22"/>
                  </a:lnTo>
                  <a:lnTo>
                    <a:pt x="172" y="24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6" y="26"/>
                  </a:lnTo>
                  <a:lnTo>
                    <a:pt x="166" y="28"/>
                  </a:lnTo>
                  <a:lnTo>
                    <a:pt x="164" y="30"/>
                  </a:lnTo>
                  <a:lnTo>
                    <a:pt x="164" y="30"/>
                  </a:lnTo>
                  <a:lnTo>
                    <a:pt x="162" y="30"/>
                  </a:lnTo>
                  <a:lnTo>
                    <a:pt x="160" y="30"/>
                  </a:lnTo>
                  <a:lnTo>
                    <a:pt x="160" y="30"/>
                  </a:lnTo>
                  <a:lnTo>
                    <a:pt x="160" y="30"/>
                  </a:lnTo>
                  <a:lnTo>
                    <a:pt x="160" y="30"/>
                  </a:lnTo>
                  <a:lnTo>
                    <a:pt x="158" y="30"/>
                  </a:lnTo>
                  <a:lnTo>
                    <a:pt x="158" y="28"/>
                  </a:lnTo>
                  <a:lnTo>
                    <a:pt x="157" y="28"/>
                  </a:lnTo>
                  <a:lnTo>
                    <a:pt x="155" y="28"/>
                  </a:lnTo>
                  <a:lnTo>
                    <a:pt x="155" y="28"/>
                  </a:lnTo>
                  <a:lnTo>
                    <a:pt x="155" y="26"/>
                  </a:lnTo>
                  <a:lnTo>
                    <a:pt x="155" y="26"/>
                  </a:lnTo>
                  <a:lnTo>
                    <a:pt x="155" y="26"/>
                  </a:lnTo>
                  <a:lnTo>
                    <a:pt x="153" y="24"/>
                  </a:lnTo>
                  <a:lnTo>
                    <a:pt x="151" y="24"/>
                  </a:lnTo>
                  <a:lnTo>
                    <a:pt x="151" y="24"/>
                  </a:lnTo>
                  <a:lnTo>
                    <a:pt x="151" y="22"/>
                  </a:lnTo>
                  <a:lnTo>
                    <a:pt x="149" y="22"/>
                  </a:lnTo>
                  <a:lnTo>
                    <a:pt x="147" y="15"/>
                  </a:lnTo>
                  <a:lnTo>
                    <a:pt x="147" y="15"/>
                  </a:lnTo>
                  <a:lnTo>
                    <a:pt x="147" y="15"/>
                  </a:lnTo>
                  <a:lnTo>
                    <a:pt x="147" y="15"/>
                  </a:lnTo>
                  <a:lnTo>
                    <a:pt x="145" y="13"/>
                  </a:lnTo>
                  <a:lnTo>
                    <a:pt x="145" y="13"/>
                  </a:lnTo>
                  <a:lnTo>
                    <a:pt x="145" y="13"/>
                  </a:lnTo>
                  <a:lnTo>
                    <a:pt x="143" y="11"/>
                  </a:lnTo>
                  <a:lnTo>
                    <a:pt x="141" y="11"/>
                  </a:lnTo>
                  <a:lnTo>
                    <a:pt x="137" y="11"/>
                  </a:lnTo>
                  <a:lnTo>
                    <a:pt x="136" y="11"/>
                  </a:lnTo>
                  <a:lnTo>
                    <a:pt x="136" y="11"/>
                  </a:lnTo>
                  <a:lnTo>
                    <a:pt x="132" y="9"/>
                  </a:lnTo>
                  <a:lnTo>
                    <a:pt x="126" y="7"/>
                  </a:lnTo>
                  <a:lnTo>
                    <a:pt x="124" y="7"/>
                  </a:lnTo>
                  <a:lnTo>
                    <a:pt x="124" y="7"/>
                  </a:lnTo>
                  <a:lnTo>
                    <a:pt x="122" y="7"/>
                  </a:lnTo>
                  <a:lnTo>
                    <a:pt x="120" y="7"/>
                  </a:lnTo>
                  <a:lnTo>
                    <a:pt x="120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6" y="5"/>
                  </a:lnTo>
                  <a:lnTo>
                    <a:pt x="116" y="5"/>
                  </a:lnTo>
                  <a:lnTo>
                    <a:pt x="116" y="7"/>
                  </a:lnTo>
                  <a:lnTo>
                    <a:pt x="116" y="7"/>
                  </a:lnTo>
                  <a:lnTo>
                    <a:pt x="115" y="7"/>
                  </a:lnTo>
                  <a:lnTo>
                    <a:pt x="115" y="7"/>
                  </a:lnTo>
                  <a:lnTo>
                    <a:pt x="115" y="7"/>
                  </a:lnTo>
                  <a:lnTo>
                    <a:pt x="115" y="7"/>
                  </a:lnTo>
                  <a:lnTo>
                    <a:pt x="115" y="9"/>
                  </a:lnTo>
                  <a:lnTo>
                    <a:pt x="113" y="9"/>
                  </a:lnTo>
                  <a:lnTo>
                    <a:pt x="107" y="5"/>
                  </a:lnTo>
                  <a:lnTo>
                    <a:pt x="107" y="5"/>
                  </a:lnTo>
                  <a:lnTo>
                    <a:pt x="107" y="5"/>
                  </a:lnTo>
                  <a:lnTo>
                    <a:pt x="107" y="5"/>
                  </a:lnTo>
                  <a:lnTo>
                    <a:pt x="105" y="3"/>
                  </a:lnTo>
                  <a:lnTo>
                    <a:pt x="105" y="1"/>
                  </a:lnTo>
                  <a:lnTo>
                    <a:pt x="105" y="1"/>
                  </a:lnTo>
                  <a:lnTo>
                    <a:pt x="103" y="1"/>
                  </a:lnTo>
                  <a:lnTo>
                    <a:pt x="99" y="0"/>
                  </a:lnTo>
                  <a:lnTo>
                    <a:pt x="99" y="1"/>
                  </a:lnTo>
                  <a:lnTo>
                    <a:pt x="99" y="3"/>
                  </a:lnTo>
                  <a:lnTo>
                    <a:pt x="103" y="13"/>
                  </a:lnTo>
                  <a:lnTo>
                    <a:pt x="103" y="13"/>
                  </a:lnTo>
                  <a:lnTo>
                    <a:pt x="105" y="13"/>
                  </a:lnTo>
                  <a:lnTo>
                    <a:pt x="105" y="13"/>
                  </a:lnTo>
                  <a:lnTo>
                    <a:pt x="107" y="15"/>
                  </a:lnTo>
                  <a:lnTo>
                    <a:pt x="107" y="15"/>
                  </a:lnTo>
                  <a:lnTo>
                    <a:pt x="107" y="17"/>
                  </a:lnTo>
                  <a:lnTo>
                    <a:pt x="107" y="17"/>
                  </a:lnTo>
                  <a:lnTo>
                    <a:pt x="105" y="19"/>
                  </a:lnTo>
                  <a:lnTo>
                    <a:pt x="105" y="19"/>
                  </a:lnTo>
                  <a:lnTo>
                    <a:pt x="105" y="19"/>
                  </a:lnTo>
                  <a:lnTo>
                    <a:pt x="101" y="21"/>
                  </a:lnTo>
                  <a:lnTo>
                    <a:pt x="101" y="22"/>
                  </a:lnTo>
                  <a:lnTo>
                    <a:pt x="99" y="24"/>
                  </a:lnTo>
                  <a:lnTo>
                    <a:pt x="99" y="26"/>
                  </a:lnTo>
                  <a:lnTo>
                    <a:pt x="97" y="28"/>
                  </a:lnTo>
                  <a:lnTo>
                    <a:pt x="97" y="30"/>
                  </a:lnTo>
                  <a:lnTo>
                    <a:pt x="97" y="32"/>
                  </a:lnTo>
                  <a:lnTo>
                    <a:pt x="97" y="38"/>
                  </a:lnTo>
                  <a:lnTo>
                    <a:pt x="97" y="38"/>
                  </a:lnTo>
                  <a:lnTo>
                    <a:pt x="97" y="40"/>
                  </a:lnTo>
                  <a:lnTo>
                    <a:pt x="97" y="40"/>
                  </a:lnTo>
                  <a:lnTo>
                    <a:pt x="96" y="40"/>
                  </a:lnTo>
                  <a:lnTo>
                    <a:pt x="96" y="41"/>
                  </a:lnTo>
                  <a:lnTo>
                    <a:pt x="92" y="41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6" y="47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6" y="51"/>
                  </a:lnTo>
                  <a:lnTo>
                    <a:pt x="86" y="51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86" y="59"/>
                  </a:lnTo>
                  <a:lnTo>
                    <a:pt x="86" y="60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0" y="60"/>
                  </a:lnTo>
                  <a:lnTo>
                    <a:pt x="80" y="60"/>
                  </a:lnTo>
                  <a:lnTo>
                    <a:pt x="78" y="60"/>
                  </a:lnTo>
                  <a:lnTo>
                    <a:pt x="78" y="60"/>
                  </a:lnTo>
                  <a:lnTo>
                    <a:pt x="78" y="60"/>
                  </a:lnTo>
                  <a:lnTo>
                    <a:pt x="76" y="60"/>
                  </a:lnTo>
                  <a:lnTo>
                    <a:pt x="75" y="60"/>
                  </a:lnTo>
                  <a:lnTo>
                    <a:pt x="75" y="60"/>
                  </a:lnTo>
                  <a:lnTo>
                    <a:pt x="73" y="60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7" y="55"/>
                  </a:lnTo>
                  <a:lnTo>
                    <a:pt x="65" y="55"/>
                  </a:lnTo>
                  <a:lnTo>
                    <a:pt x="65" y="55"/>
                  </a:lnTo>
                  <a:lnTo>
                    <a:pt x="63" y="55"/>
                  </a:lnTo>
                  <a:lnTo>
                    <a:pt x="63" y="55"/>
                  </a:lnTo>
                  <a:lnTo>
                    <a:pt x="61" y="55"/>
                  </a:lnTo>
                  <a:lnTo>
                    <a:pt x="61" y="55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9" y="59"/>
                  </a:lnTo>
                  <a:lnTo>
                    <a:pt x="59" y="59"/>
                  </a:lnTo>
                  <a:lnTo>
                    <a:pt x="59" y="60"/>
                  </a:lnTo>
                  <a:lnTo>
                    <a:pt x="57" y="62"/>
                  </a:lnTo>
                  <a:lnTo>
                    <a:pt x="56" y="62"/>
                  </a:lnTo>
                  <a:lnTo>
                    <a:pt x="56" y="64"/>
                  </a:lnTo>
                  <a:lnTo>
                    <a:pt x="56" y="68"/>
                  </a:lnTo>
                  <a:lnTo>
                    <a:pt x="54" y="70"/>
                  </a:lnTo>
                  <a:lnTo>
                    <a:pt x="54" y="70"/>
                  </a:lnTo>
                  <a:lnTo>
                    <a:pt x="54" y="72"/>
                  </a:lnTo>
                  <a:lnTo>
                    <a:pt x="54" y="72"/>
                  </a:lnTo>
                  <a:lnTo>
                    <a:pt x="54" y="74"/>
                  </a:lnTo>
                  <a:lnTo>
                    <a:pt x="54" y="74"/>
                  </a:lnTo>
                  <a:lnTo>
                    <a:pt x="54" y="74"/>
                  </a:lnTo>
                  <a:lnTo>
                    <a:pt x="54" y="76"/>
                  </a:lnTo>
                  <a:lnTo>
                    <a:pt x="52" y="76"/>
                  </a:lnTo>
                  <a:lnTo>
                    <a:pt x="52" y="76"/>
                  </a:lnTo>
                  <a:lnTo>
                    <a:pt x="52" y="76"/>
                  </a:lnTo>
                  <a:lnTo>
                    <a:pt x="50" y="78"/>
                  </a:lnTo>
                  <a:lnTo>
                    <a:pt x="48" y="79"/>
                  </a:lnTo>
                  <a:lnTo>
                    <a:pt x="48" y="79"/>
                  </a:lnTo>
                  <a:lnTo>
                    <a:pt x="46" y="81"/>
                  </a:lnTo>
                  <a:lnTo>
                    <a:pt x="46" y="81"/>
                  </a:lnTo>
                  <a:lnTo>
                    <a:pt x="46" y="81"/>
                  </a:lnTo>
                  <a:lnTo>
                    <a:pt x="46" y="83"/>
                  </a:lnTo>
                  <a:lnTo>
                    <a:pt x="48" y="85"/>
                  </a:lnTo>
                  <a:lnTo>
                    <a:pt x="48" y="85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2" y="87"/>
                  </a:lnTo>
                  <a:lnTo>
                    <a:pt x="52" y="89"/>
                  </a:lnTo>
                  <a:lnTo>
                    <a:pt x="52" y="89"/>
                  </a:lnTo>
                  <a:lnTo>
                    <a:pt x="52" y="89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54" y="91"/>
                  </a:lnTo>
                  <a:lnTo>
                    <a:pt x="54" y="91"/>
                  </a:lnTo>
                  <a:lnTo>
                    <a:pt x="54" y="91"/>
                  </a:lnTo>
                  <a:lnTo>
                    <a:pt x="54" y="93"/>
                  </a:lnTo>
                  <a:lnTo>
                    <a:pt x="54" y="93"/>
                  </a:lnTo>
                  <a:lnTo>
                    <a:pt x="54" y="95"/>
                  </a:lnTo>
                  <a:lnTo>
                    <a:pt x="56" y="95"/>
                  </a:lnTo>
                  <a:lnTo>
                    <a:pt x="56" y="97"/>
                  </a:lnTo>
                  <a:lnTo>
                    <a:pt x="59" y="98"/>
                  </a:lnTo>
                  <a:lnTo>
                    <a:pt x="61" y="100"/>
                  </a:lnTo>
                  <a:lnTo>
                    <a:pt x="61" y="100"/>
                  </a:lnTo>
                  <a:lnTo>
                    <a:pt x="61" y="100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59" y="102"/>
                  </a:lnTo>
                  <a:lnTo>
                    <a:pt x="57" y="102"/>
                  </a:lnTo>
                  <a:lnTo>
                    <a:pt x="57" y="104"/>
                  </a:lnTo>
                  <a:lnTo>
                    <a:pt x="56" y="104"/>
                  </a:lnTo>
                  <a:lnTo>
                    <a:pt x="54" y="104"/>
                  </a:lnTo>
                  <a:lnTo>
                    <a:pt x="54" y="106"/>
                  </a:lnTo>
                  <a:lnTo>
                    <a:pt x="52" y="108"/>
                  </a:lnTo>
                  <a:lnTo>
                    <a:pt x="50" y="114"/>
                  </a:lnTo>
                  <a:lnTo>
                    <a:pt x="50" y="116"/>
                  </a:lnTo>
                  <a:lnTo>
                    <a:pt x="48" y="116"/>
                  </a:lnTo>
                  <a:lnTo>
                    <a:pt x="48" y="116"/>
                  </a:lnTo>
                  <a:lnTo>
                    <a:pt x="46" y="116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42" y="116"/>
                  </a:lnTo>
                  <a:lnTo>
                    <a:pt x="42" y="118"/>
                  </a:lnTo>
                  <a:lnTo>
                    <a:pt x="42" y="119"/>
                  </a:lnTo>
                  <a:lnTo>
                    <a:pt x="42" y="119"/>
                  </a:lnTo>
                  <a:lnTo>
                    <a:pt x="42" y="119"/>
                  </a:lnTo>
                  <a:lnTo>
                    <a:pt x="42" y="121"/>
                  </a:lnTo>
                  <a:lnTo>
                    <a:pt x="42" y="123"/>
                  </a:lnTo>
                  <a:lnTo>
                    <a:pt x="42" y="125"/>
                  </a:lnTo>
                  <a:lnTo>
                    <a:pt x="40" y="127"/>
                  </a:lnTo>
                  <a:lnTo>
                    <a:pt x="40" y="127"/>
                  </a:lnTo>
                  <a:lnTo>
                    <a:pt x="40" y="129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35" y="129"/>
                  </a:lnTo>
                  <a:lnTo>
                    <a:pt x="33" y="129"/>
                  </a:lnTo>
                  <a:lnTo>
                    <a:pt x="33" y="129"/>
                  </a:lnTo>
                  <a:lnTo>
                    <a:pt x="31" y="131"/>
                  </a:lnTo>
                  <a:lnTo>
                    <a:pt x="31" y="131"/>
                  </a:lnTo>
                  <a:lnTo>
                    <a:pt x="31" y="133"/>
                  </a:lnTo>
                  <a:lnTo>
                    <a:pt x="31" y="133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29" y="137"/>
                  </a:lnTo>
                  <a:lnTo>
                    <a:pt x="29" y="137"/>
                  </a:lnTo>
                  <a:lnTo>
                    <a:pt x="29" y="137"/>
                  </a:lnTo>
                  <a:lnTo>
                    <a:pt x="29" y="138"/>
                  </a:lnTo>
                  <a:lnTo>
                    <a:pt x="27" y="138"/>
                  </a:lnTo>
                  <a:lnTo>
                    <a:pt x="27" y="140"/>
                  </a:lnTo>
                  <a:lnTo>
                    <a:pt x="27" y="142"/>
                  </a:lnTo>
                  <a:lnTo>
                    <a:pt x="27" y="142"/>
                  </a:lnTo>
                  <a:lnTo>
                    <a:pt x="25" y="144"/>
                  </a:lnTo>
                  <a:lnTo>
                    <a:pt x="25" y="144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7" y="150"/>
                  </a:lnTo>
                  <a:lnTo>
                    <a:pt x="29" y="150"/>
                  </a:lnTo>
                  <a:lnTo>
                    <a:pt x="29" y="150"/>
                  </a:lnTo>
                  <a:lnTo>
                    <a:pt x="29" y="152"/>
                  </a:lnTo>
                  <a:lnTo>
                    <a:pt x="27" y="154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29" y="159"/>
                  </a:lnTo>
                  <a:lnTo>
                    <a:pt x="29" y="161"/>
                  </a:lnTo>
                  <a:lnTo>
                    <a:pt x="29" y="161"/>
                  </a:lnTo>
                  <a:lnTo>
                    <a:pt x="31" y="167"/>
                  </a:lnTo>
                  <a:lnTo>
                    <a:pt x="33" y="171"/>
                  </a:lnTo>
                  <a:lnTo>
                    <a:pt x="33" y="173"/>
                  </a:lnTo>
                  <a:lnTo>
                    <a:pt x="33" y="173"/>
                  </a:lnTo>
                  <a:lnTo>
                    <a:pt x="31" y="173"/>
                  </a:lnTo>
                  <a:lnTo>
                    <a:pt x="31" y="173"/>
                  </a:lnTo>
                  <a:lnTo>
                    <a:pt x="29" y="173"/>
                  </a:lnTo>
                  <a:lnTo>
                    <a:pt x="29" y="175"/>
                  </a:lnTo>
                  <a:lnTo>
                    <a:pt x="29" y="175"/>
                  </a:lnTo>
                  <a:lnTo>
                    <a:pt x="29" y="175"/>
                  </a:lnTo>
                  <a:lnTo>
                    <a:pt x="29" y="176"/>
                  </a:lnTo>
                  <a:lnTo>
                    <a:pt x="29" y="176"/>
                  </a:lnTo>
                  <a:lnTo>
                    <a:pt x="33" y="178"/>
                  </a:lnTo>
                  <a:lnTo>
                    <a:pt x="33" y="180"/>
                  </a:lnTo>
                  <a:lnTo>
                    <a:pt x="33" y="182"/>
                  </a:lnTo>
                  <a:lnTo>
                    <a:pt x="35" y="184"/>
                  </a:lnTo>
                  <a:lnTo>
                    <a:pt x="35" y="188"/>
                  </a:lnTo>
                  <a:lnTo>
                    <a:pt x="35" y="190"/>
                  </a:lnTo>
                  <a:lnTo>
                    <a:pt x="35" y="190"/>
                  </a:lnTo>
                  <a:lnTo>
                    <a:pt x="35" y="190"/>
                  </a:lnTo>
                  <a:lnTo>
                    <a:pt x="29" y="195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9"/>
                  </a:lnTo>
                  <a:lnTo>
                    <a:pt x="23" y="199"/>
                  </a:lnTo>
                  <a:lnTo>
                    <a:pt x="23" y="201"/>
                  </a:lnTo>
                  <a:lnTo>
                    <a:pt x="23" y="201"/>
                  </a:lnTo>
                  <a:lnTo>
                    <a:pt x="23" y="201"/>
                  </a:lnTo>
                  <a:lnTo>
                    <a:pt x="23" y="201"/>
                  </a:lnTo>
                  <a:lnTo>
                    <a:pt x="23" y="203"/>
                  </a:lnTo>
                  <a:lnTo>
                    <a:pt x="25" y="203"/>
                  </a:lnTo>
                  <a:lnTo>
                    <a:pt x="25" y="205"/>
                  </a:lnTo>
                  <a:lnTo>
                    <a:pt x="25" y="205"/>
                  </a:lnTo>
                  <a:lnTo>
                    <a:pt x="27" y="207"/>
                  </a:lnTo>
                  <a:lnTo>
                    <a:pt x="25" y="207"/>
                  </a:lnTo>
                  <a:lnTo>
                    <a:pt x="25" y="209"/>
                  </a:lnTo>
                  <a:lnTo>
                    <a:pt x="25" y="209"/>
                  </a:lnTo>
                  <a:lnTo>
                    <a:pt x="21" y="211"/>
                  </a:lnTo>
                  <a:lnTo>
                    <a:pt x="21" y="211"/>
                  </a:lnTo>
                  <a:lnTo>
                    <a:pt x="19" y="211"/>
                  </a:lnTo>
                  <a:lnTo>
                    <a:pt x="19" y="213"/>
                  </a:lnTo>
                  <a:lnTo>
                    <a:pt x="16" y="216"/>
                  </a:lnTo>
                  <a:lnTo>
                    <a:pt x="16" y="218"/>
                  </a:lnTo>
                  <a:lnTo>
                    <a:pt x="16" y="220"/>
                  </a:lnTo>
                  <a:lnTo>
                    <a:pt x="19" y="222"/>
                  </a:lnTo>
                  <a:lnTo>
                    <a:pt x="19" y="222"/>
                  </a:lnTo>
                  <a:lnTo>
                    <a:pt x="21" y="224"/>
                  </a:lnTo>
                  <a:lnTo>
                    <a:pt x="23" y="224"/>
                  </a:lnTo>
                  <a:lnTo>
                    <a:pt x="23" y="224"/>
                  </a:lnTo>
                  <a:lnTo>
                    <a:pt x="25" y="224"/>
                  </a:lnTo>
                  <a:lnTo>
                    <a:pt x="27" y="224"/>
                  </a:lnTo>
                  <a:lnTo>
                    <a:pt x="27" y="224"/>
                  </a:lnTo>
                  <a:lnTo>
                    <a:pt x="31" y="224"/>
                  </a:lnTo>
                  <a:lnTo>
                    <a:pt x="31" y="226"/>
                  </a:lnTo>
                  <a:lnTo>
                    <a:pt x="31" y="228"/>
                  </a:lnTo>
                  <a:lnTo>
                    <a:pt x="33" y="228"/>
                  </a:lnTo>
                  <a:lnTo>
                    <a:pt x="33" y="228"/>
                  </a:lnTo>
                  <a:lnTo>
                    <a:pt x="35" y="226"/>
                  </a:lnTo>
                  <a:lnTo>
                    <a:pt x="36" y="226"/>
                  </a:lnTo>
                  <a:lnTo>
                    <a:pt x="36" y="224"/>
                  </a:lnTo>
                  <a:lnTo>
                    <a:pt x="38" y="224"/>
                  </a:lnTo>
                  <a:lnTo>
                    <a:pt x="40" y="224"/>
                  </a:lnTo>
                  <a:lnTo>
                    <a:pt x="40" y="226"/>
                  </a:lnTo>
                  <a:lnTo>
                    <a:pt x="40" y="226"/>
                  </a:lnTo>
                  <a:lnTo>
                    <a:pt x="36" y="232"/>
                  </a:lnTo>
                  <a:lnTo>
                    <a:pt x="36" y="232"/>
                  </a:lnTo>
                  <a:lnTo>
                    <a:pt x="36" y="232"/>
                  </a:lnTo>
                  <a:lnTo>
                    <a:pt x="33" y="234"/>
                  </a:lnTo>
                  <a:lnTo>
                    <a:pt x="31" y="234"/>
                  </a:lnTo>
                  <a:lnTo>
                    <a:pt x="31" y="235"/>
                  </a:lnTo>
                  <a:lnTo>
                    <a:pt x="31" y="235"/>
                  </a:lnTo>
                  <a:lnTo>
                    <a:pt x="29" y="237"/>
                  </a:lnTo>
                  <a:lnTo>
                    <a:pt x="29" y="237"/>
                  </a:lnTo>
                  <a:lnTo>
                    <a:pt x="27" y="237"/>
                  </a:lnTo>
                  <a:lnTo>
                    <a:pt x="27" y="237"/>
                  </a:lnTo>
                  <a:lnTo>
                    <a:pt x="25" y="239"/>
                  </a:lnTo>
                  <a:lnTo>
                    <a:pt x="25" y="239"/>
                  </a:lnTo>
                  <a:lnTo>
                    <a:pt x="23" y="241"/>
                  </a:lnTo>
                  <a:lnTo>
                    <a:pt x="23" y="243"/>
                  </a:lnTo>
                  <a:lnTo>
                    <a:pt x="12" y="258"/>
                  </a:lnTo>
                  <a:lnTo>
                    <a:pt x="10" y="262"/>
                  </a:lnTo>
                  <a:lnTo>
                    <a:pt x="10" y="262"/>
                  </a:lnTo>
                  <a:lnTo>
                    <a:pt x="12" y="264"/>
                  </a:lnTo>
                  <a:lnTo>
                    <a:pt x="12" y="264"/>
                  </a:lnTo>
                  <a:lnTo>
                    <a:pt x="12" y="264"/>
                  </a:lnTo>
                  <a:lnTo>
                    <a:pt x="14" y="266"/>
                  </a:lnTo>
                  <a:lnTo>
                    <a:pt x="16" y="266"/>
                  </a:lnTo>
                  <a:lnTo>
                    <a:pt x="16" y="266"/>
                  </a:lnTo>
                  <a:lnTo>
                    <a:pt x="16" y="268"/>
                  </a:lnTo>
                  <a:lnTo>
                    <a:pt x="17" y="272"/>
                  </a:lnTo>
                  <a:lnTo>
                    <a:pt x="17" y="272"/>
                  </a:lnTo>
                  <a:lnTo>
                    <a:pt x="19" y="275"/>
                  </a:lnTo>
                  <a:lnTo>
                    <a:pt x="19" y="277"/>
                  </a:lnTo>
                  <a:lnTo>
                    <a:pt x="19" y="279"/>
                  </a:lnTo>
                  <a:lnTo>
                    <a:pt x="19" y="281"/>
                  </a:lnTo>
                  <a:lnTo>
                    <a:pt x="17" y="283"/>
                  </a:lnTo>
                  <a:lnTo>
                    <a:pt x="17" y="285"/>
                  </a:lnTo>
                  <a:lnTo>
                    <a:pt x="17" y="287"/>
                  </a:lnTo>
                  <a:lnTo>
                    <a:pt x="17" y="298"/>
                  </a:lnTo>
                  <a:lnTo>
                    <a:pt x="17" y="300"/>
                  </a:lnTo>
                  <a:lnTo>
                    <a:pt x="16" y="300"/>
                  </a:lnTo>
                  <a:lnTo>
                    <a:pt x="16" y="300"/>
                  </a:lnTo>
                  <a:lnTo>
                    <a:pt x="16" y="302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16" y="308"/>
                  </a:lnTo>
                  <a:lnTo>
                    <a:pt x="16" y="308"/>
                  </a:lnTo>
                  <a:lnTo>
                    <a:pt x="17" y="308"/>
                  </a:lnTo>
                  <a:lnTo>
                    <a:pt x="17" y="310"/>
                  </a:lnTo>
                  <a:lnTo>
                    <a:pt x="17" y="310"/>
                  </a:lnTo>
                  <a:lnTo>
                    <a:pt x="17" y="310"/>
                  </a:lnTo>
                  <a:lnTo>
                    <a:pt x="16" y="312"/>
                  </a:lnTo>
                  <a:lnTo>
                    <a:pt x="16" y="312"/>
                  </a:lnTo>
                  <a:lnTo>
                    <a:pt x="16" y="313"/>
                  </a:lnTo>
                  <a:lnTo>
                    <a:pt x="16" y="313"/>
                  </a:lnTo>
                  <a:lnTo>
                    <a:pt x="16" y="313"/>
                  </a:lnTo>
                  <a:lnTo>
                    <a:pt x="16" y="313"/>
                  </a:lnTo>
                  <a:lnTo>
                    <a:pt x="17" y="313"/>
                  </a:lnTo>
                  <a:lnTo>
                    <a:pt x="17" y="313"/>
                  </a:lnTo>
                  <a:lnTo>
                    <a:pt x="17" y="313"/>
                  </a:lnTo>
                  <a:lnTo>
                    <a:pt x="17" y="315"/>
                  </a:lnTo>
                  <a:lnTo>
                    <a:pt x="17" y="315"/>
                  </a:lnTo>
                  <a:lnTo>
                    <a:pt x="17" y="317"/>
                  </a:lnTo>
                  <a:lnTo>
                    <a:pt x="17" y="317"/>
                  </a:lnTo>
                  <a:lnTo>
                    <a:pt x="17" y="319"/>
                  </a:lnTo>
                  <a:lnTo>
                    <a:pt x="16" y="319"/>
                  </a:lnTo>
                  <a:lnTo>
                    <a:pt x="16" y="321"/>
                  </a:lnTo>
                  <a:lnTo>
                    <a:pt x="14" y="321"/>
                  </a:lnTo>
                  <a:lnTo>
                    <a:pt x="14" y="321"/>
                  </a:lnTo>
                  <a:lnTo>
                    <a:pt x="12" y="323"/>
                  </a:lnTo>
                  <a:lnTo>
                    <a:pt x="12" y="325"/>
                  </a:lnTo>
                  <a:lnTo>
                    <a:pt x="12" y="325"/>
                  </a:lnTo>
                  <a:lnTo>
                    <a:pt x="12" y="327"/>
                  </a:lnTo>
                  <a:lnTo>
                    <a:pt x="8" y="327"/>
                  </a:lnTo>
                  <a:lnTo>
                    <a:pt x="6" y="329"/>
                  </a:lnTo>
                  <a:lnTo>
                    <a:pt x="2" y="332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4" y="336"/>
                  </a:lnTo>
                  <a:lnTo>
                    <a:pt x="4" y="336"/>
                  </a:lnTo>
                  <a:lnTo>
                    <a:pt x="14" y="340"/>
                  </a:lnTo>
                  <a:lnTo>
                    <a:pt x="16" y="340"/>
                  </a:lnTo>
                  <a:lnTo>
                    <a:pt x="21" y="340"/>
                  </a:lnTo>
                  <a:lnTo>
                    <a:pt x="23" y="340"/>
                  </a:lnTo>
                  <a:lnTo>
                    <a:pt x="27" y="342"/>
                  </a:lnTo>
                  <a:lnTo>
                    <a:pt x="27" y="342"/>
                  </a:lnTo>
                  <a:lnTo>
                    <a:pt x="27" y="344"/>
                  </a:lnTo>
                  <a:lnTo>
                    <a:pt x="29" y="344"/>
                  </a:lnTo>
                  <a:lnTo>
                    <a:pt x="27" y="346"/>
                  </a:lnTo>
                  <a:lnTo>
                    <a:pt x="27" y="346"/>
                  </a:lnTo>
                  <a:lnTo>
                    <a:pt x="27" y="348"/>
                  </a:lnTo>
                  <a:lnTo>
                    <a:pt x="25" y="348"/>
                  </a:lnTo>
                  <a:lnTo>
                    <a:pt x="23" y="350"/>
                  </a:lnTo>
                  <a:lnTo>
                    <a:pt x="23" y="350"/>
                  </a:lnTo>
                  <a:lnTo>
                    <a:pt x="23" y="351"/>
                  </a:lnTo>
                  <a:lnTo>
                    <a:pt x="21" y="351"/>
                  </a:lnTo>
                  <a:lnTo>
                    <a:pt x="21" y="355"/>
                  </a:lnTo>
                  <a:lnTo>
                    <a:pt x="21" y="355"/>
                  </a:lnTo>
                  <a:lnTo>
                    <a:pt x="21" y="357"/>
                  </a:lnTo>
                  <a:lnTo>
                    <a:pt x="21" y="359"/>
                  </a:lnTo>
                  <a:lnTo>
                    <a:pt x="21" y="361"/>
                  </a:lnTo>
                  <a:lnTo>
                    <a:pt x="21" y="365"/>
                  </a:lnTo>
                  <a:lnTo>
                    <a:pt x="21" y="367"/>
                  </a:lnTo>
                  <a:lnTo>
                    <a:pt x="21" y="370"/>
                  </a:lnTo>
                  <a:lnTo>
                    <a:pt x="21" y="372"/>
                  </a:lnTo>
                  <a:lnTo>
                    <a:pt x="21" y="376"/>
                  </a:lnTo>
                  <a:lnTo>
                    <a:pt x="21" y="376"/>
                  </a:lnTo>
                  <a:lnTo>
                    <a:pt x="21" y="378"/>
                  </a:lnTo>
                  <a:lnTo>
                    <a:pt x="19" y="380"/>
                  </a:lnTo>
                  <a:lnTo>
                    <a:pt x="17" y="380"/>
                  </a:lnTo>
                  <a:lnTo>
                    <a:pt x="17" y="380"/>
                  </a:lnTo>
                  <a:lnTo>
                    <a:pt x="21" y="384"/>
                  </a:lnTo>
                  <a:lnTo>
                    <a:pt x="27" y="384"/>
                  </a:lnTo>
                  <a:lnTo>
                    <a:pt x="29" y="386"/>
                  </a:lnTo>
                  <a:lnTo>
                    <a:pt x="31" y="386"/>
                  </a:lnTo>
                  <a:lnTo>
                    <a:pt x="31" y="386"/>
                  </a:lnTo>
                  <a:lnTo>
                    <a:pt x="33" y="386"/>
                  </a:lnTo>
                  <a:lnTo>
                    <a:pt x="33" y="384"/>
                  </a:lnTo>
                  <a:lnTo>
                    <a:pt x="33" y="386"/>
                  </a:lnTo>
                  <a:lnTo>
                    <a:pt x="35" y="386"/>
                  </a:lnTo>
                  <a:lnTo>
                    <a:pt x="35" y="386"/>
                  </a:lnTo>
                  <a:lnTo>
                    <a:pt x="35" y="386"/>
                  </a:lnTo>
                  <a:lnTo>
                    <a:pt x="36" y="388"/>
                  </a:lnTo>
                  <a:lnTo>
                    <a:pt x="36" y="388"/>
                  </a:lnTo>
                  <a:lnTo>
                    <a:pt x="38" y="388"/>
                  </a:lnTo>
                  <a:lnTo>
                    <a:pt x="40" y="388"/>
                  </a:lnTo>
                  <a:lnTo>
                    <a:pt x="40" y="388"/>
                  </a:lnTo>
                  <a:lnTo>
                    <a:pt x="42" y="388"/>
                  </a:lnTo>
                  <a:lnTo>
                    <a:pt x="42" y="388"/>
                  </a:lnTo>
                  <a:lnTo>
                    <a:pt x="42" y="388"/>
                  </a:lnTo>
                  <a:lnTo>
                    <a:pt x="44" y="388"/>
                  </a:lnTo>
                  <a:lnTo>
                    <a:pt x="44" y="388"/>
                  </a:lnTo>
                  <a:lnTo>
                    <a:pt x="46" y="388"/>
                  </a:lnTo>
                  <a:lnTo>
                    <a:pt x="46" y="388"/>
                  </a:lnTo>
                  <a:lnTo>
                    <a:pt x="48" y="388"/>
                  </a:lnTo>
                  <a:lnTo>
                    <a:pt x="48" y="388"/>
                  </a:lnTo>
                  <a:lnTo>
                    <a:pt x="48" y="389"/>
                  </a:lnTo>
                  <a:lnTo>
                    <a:pt x="50" y="389"/>
                  </a:lnTo>
                  <a:lnTo>
                    <a:pt x="50" y="389"/>
                  </a:lnTo>
                  <a:lnTo>
                    <a:pt x="52" y="389"/>
                  </a:lnTo>
                  <a:lnTo>
                    <a:pt x="52" y="389"/>
                  </a:lnTo>
                  <a:lnTo>
                    <a:pt x="54" y="388"/>
                  </a:lnTo>
                  <a:lnTo>
                    <a:pt x="54" y="388"/>
                  </a:lnTo>
                  <a:lnTo>
                    <a:pt x="54" y="388"/>
                  </a:lnTo>
                  <a:lnTo>
                    <a:pt x="56" y="388"/>
                  </a:lnTo>
                  <a:lnTo>
                    <a:pt x="56" y="388"/>
                  </a:lnTo>
                  <a:lnTo>
                    <a:pt x="57" y="386"/>
                  </a:lnTo>
                  <a:lnTo>
                    <a:pt x="57" y="386"/>
                  </a:lnTo>
                  <a:lnTo>
                    <a:pt x="59" y="386"/>
                  </a:lnTo>
                  <a:lnTo>
                    <a:pt x="61" y="388"/>
                  </a:lnTo>
                  <a:lnTo>
                    <a:pt x="63" y="388"/>
                  </a:lnTo>
                  <a:lnTo>
                    <a:pt x="63" y="388"/>
                  </a:lnTo>
                  <a:lnTo>
                    <a:pt x="65" y="388"/>
                  </a:lnTo>
                  <a:lnTo>
                    <a:pt x="67" y="388"/>
                  </a:lnTo>
                  <a:lnTo>
                    <a:pt x="69" y="389"/>
                  </a:lnTo>
                  <a:lnTo>
                    <a:pt x="69" y="389"/>
                  </a:lnTo>
                  <a:lnTo>
                    <a:pt x="71" y="388"/>
                  </a:lnTo>
                  <a:lnTo>
                    <a:pt x="71" y="388"/>
                  </a:lnTo>
                  <a:lnTo>
                    <a:pt x="71" y="386"/>
                  </a:lnTo>
                  <a:lnTo>
                    <a:pt x="71" y="386"/>
                  </a:lnTo>
                  <a:lnTo>
                    <a:pt x="73" y="386"/>
                  </a:lnTo>
                  <a:lnTo>
                    <a:pt x="73" y="386"/>
                  </a:lnTo>
                  <a:lnTo>
                    <a:pt x="73" y="386"/>
                  </a:lnTo>
                  <a:lnTo>
                    <a:pt x="73" y="388"/>
                  </a:lnTo>
                  <a:lnTo>
                    <a:pt x="75" y="389"/>
                  </a:lnTo>
                  <a:lnTo>
                    <a:pt x="75" y="391"/>
                  </a:lnTo>
                  <a:lnTo>
                    <a:pt x="75" y="391"/>
                  </a:lnTo>
                  <a:lnTo>
                    <a:pt x="78" y="393"/>
                  </a:lnTo>
                  <a:lnTo>
                    <a:pt x="78" y="393"/>
                  </a:lnTo>
                  <a:lnTo>
                    <a:pt x="80" y="393"/>
                  </a:lnTo>
                  <a:lnTo>
                    <a:pt x="80" y="391"/>
                  </a:lnTo>
                  <a:lnTo>
                    <a:pt x="80" y="391"/>
                  </a:lnTo>
                  <a:lnTo>
                    <a:pt x="82" y="391"/>
                  </a:lnTo>
                  <a:lnTo>
                    <a:pt x="82" y="391"/>
                  </a:lnTo>
                  <a:lnTo>
                    <a:pt x="82" y="391"/>
                  </a:lnTo>
                  <a:lnTo>
                    <a:pt x="84" y="391"/>
                  </a:lnTo>
                  <a:lnTo>
                    <a:pt x="84" y="389"/>
                  </a:lnTo>
                  <a:lnTo>
                    <a:pt x="84" y="389"/>
                  </a:lnTo>
                  <a:lnTo>
                    <a:pt x="86" y="388"/>
                  </a:lnTo>
                  <a:lnTo>
                    <a:pt x="86" y="388"/>
                  </a:lnTo>
                  <a:lnTo>
                    <a:pt x="86" y="388"/>
                  </a:lnTo>
                  <a:lnTo>
                    <a:pt x="86" y="386"/>
                  </a:lnTo>
                  <a:lnTo>
                    <a:pt x="86" y="386"/>
                  </a:lnTo>
                  <a:lnTo>
                    <a:pt x="88" y="384"/>
                  </a:lnTo>
                  <a:lnTo>
                    <a:pt x="88" y="384"/>
                  </a:lnTo>
                  <a:lnTo>
                    <a:pt x="90" y="384"/>
                  </a:lnTo>
                  <a:lnTo>
                    <a:pt x="92" y="384"/>
                  </a:lnTo>
                  <a:lnTo>
                    <a:pt x="92" y="382"/>
                  </a:lnTo>
                  <a:lnTo>
                    <a:pt x="92" y="382"/>
                  </a:lnTo>
                  <a:lnTo>
                    <a:pt x="92" y="380"/>
                  </a:lnTo>
                  <a:lnTo>
                    <a:pt x="92" y="380"/>
                  </a:lnTo>
                  <a:lnTo>
                    <a:pt x="92" y="378"/>
                  </a:lnTo>
                  <a:lnTo>
                    <a:pt x="92" y="378"/>
                  </a:lnTo>
                  <a:lnTo>
                    <a:pt x="94" y="376"/>
                  </a:lnTo>
                  <a:lnTo>
                    <a:pt x="94" y="376"/>
                  </a:lnTo>
                  <a:lnTo>
                    <a:pt x="92" y="374"/>
                  </a:lnTo>
                  <a:lnTo>
                    <a:pt x="94" y="372"/>
                  </a:lnTo>
                  <a:lnTo>
                    <a:pt x="94" y="372"/>
                  </a:lnTo>
                  <a:lnTo>
                    <a:pt x="96" y="372"/>
                  </a:lnTo>
                  <a:lnTo>
                    <a:pt x="96" y="374"/>
                  </a:lnTo>
                  <a:lnTo>
                    <a:pt x="97" y="374"/>
                  </a:lnTo>
                  <a:lnTo>
                    <a:pt x="99" y="372"/>
                  </a:lnTo>
                  <a:lnTo>
                    <a:pt x="99" y="372"/>
                  </a:lnTo>
                  <a:lnTo>
                    <a:pt x="101" y="370"/>
                  </a:lnTo>
                  <a:lnTo>
                    <a:pt x="101" y="370"/>
                  </a:lnTo>
                  <a:lnTo>
                    <a:pt x="103" y="370"/>
                  </a:lnTo>
                  <a:lnTo>
                    <a:pt x="105" y="369"/>
                  </a:lnTo>
                  <a:lnTo>
                    <a:pt x="107" y="369"/>
                  </a:lnTo>
                  <a:lnTo>
                    <a:pt x="109" y="369"/>
                  </a:lnTo>
                  <a:lnTo>
                    <a:pt x="111" y="369"/>
                  </a:lnTo>
                  <a:lnTo>
                    <a:pt x="115" y="369"/>
                  </a:lnTo>
                  <a:lnTo>
                    <a:pt x="116" y="370"/>
                  </a:lnTo>
                  <a:lnTo>
                    <a:pt x="118" y="370"/>
                  </a:lnTo>
                  <a:lnTo>
                    <a:pt x="120" y="370"/>
                  </a:lnTo>
                  <a:lnTo>
                    <a:pt x="120" y="370"/>
                  </a:lnTo>
                  <a:lnTo>
                    <a:pt x="122" y="370"/>
                  </a:lnTo>
                  <a:lnTo>
                    <a:pt x="122" y="369"/>
                  </a:lnTo>
                  <a:lnTo>
                    <a:pt x="124" y="369"/>
                  </a:lnTo>
                  <a:lnTo>
                    <a:pt x="124" y="367"/>
                  </a:lnTo>
                  <a:lnTo>
                    <a:pt x="126" y="367"/>
                  </a:lnTo>
                  <a:lnTo>
                    <a:pt x="128" y="367"/>
                  </a:lnTo>
                  <a:lnTo>
                    <a:pt x="130" y="369"/>
                  </a:lnTo>
                  <a:lnTo>
                    <a:pt x="130" y="369"/>
                  </a:lnTo>
                  <a:lnTo>
                    <a:pt x="132" y="370"/>
                  </a:lnTo>
                  <a:lnTo>
                    <a:pt x="132" y="372"/>
                  </a:lnTo>
                  <a:lnTo>
                    <a:pt x="132" y="372"/>
                  </a:lnTo>
                  <a:lnTo>
                    <a:pt x="136" y="374"/>
                  </a:lnTo>
                  <a:lnTo>
                    <a:pt x="136" y="374"/>
                  </a:lnTo>
                  <a:lnTo>
                    <a:pt x="137" y="374"/>
                  </a:lnTo>
                  <a:lnTo>
                    <a:pt x="139" y="374"/>
                  </a:lnTo>
                  <a:lnTo>
                    <a:pt x="141" y="374"/>
                  </a:lnTo>
                  <a:lnTo>
                    <a:pt x="141" y="372"/>
                  </a:lnTo>
                  <a:lnTo>
                    <a:pt x="143" y="372"/>
                  </a:lnTo>
                  <a:lnTo>
                    <a:pt x="145" y="370"/>
                  </a:lnTo>
                  <a:lnTo>
                    <a:pt x="145" y="370"/>
                  </a:lnTo>
                  <a:lnTo>
                    <a:pt x="147" y="369"/>
                  </a:lnTo>
                  <a:lnTo>
                    <a:pt x="147" y="367"/>
                  </a:lnTo>
                  <a:lnTo>
                    <a:pt x="147" y="367"/>
                  </a:lnTo>
                  <a:lnTo>
                    <a:pt x="147" y="365"/>
                  </a:lnTo>
                  <a:lnTo>
                    <a:pt x="147" y="365"/>
                  </a:lnTo>
                  <a:lnTo>
                    <a:pt x="145" y="363"/>
                  </a:lnTo>
                  <a:lnTo>
                    <a:pt x="145" y="363"/>
                  </a:lnTo>
                  <a:lnTo>
                    <a:pt x="145" y="361"/>
                  </a:lnTo>
                  <a:lnTo>
                    <a:pt x="147" y="361"/>
                  </a:lnTo>
                  <a:lnTo>
                    <a:pt x="147" y="361"/>
                  </a:lnTo>
                  <a:lnTo>
                    <a:pt x="149" y="361"/>
                  </a:lnTo>
                  <a:lnTo>
                    <a:pt x="149" y="361"/>
                  </a:lnTo>
                  <a:lnTo>
                    <a:pt x="149" y="363"/>
                  </a:lnTo>
                  <a:lnTo>
                    <a:pt x="149" y="363"/>
                  </a:lnTo>
                  <a:lnTo>
                    <a:pt x="149" y="365"/>
                  </a:lnTo>
                  <a:lnTo>
                    <a:pt x="149" y="365"/>
                  </a:lnTo>
                  <a:lnTo>
                    <a:pt x="151" y="367"/>
                  </a:lnTo>
                  <a:lnTo>
                    <a:pt x="153" y="367"/>
                  </a:lnTo>
                  <a:lnTo>
                    <a:pt x="153" y="367"/>
                  </a:lnTo>
                  <a:lnTo>
                    <a:pt x="153" y="367"/>
                  </a:lnTo>
                  <a:lnTo>
                    <a:pt x="155" y="365"/>
                  </a:lnTo>
                  <a:lnTo>
                    <a:pt x="155" y="365"/>
                  </a:lnTo>
                  <a:lnTo>
                    <a:pt x="155" y="363"/>
                  </a:lnTo>
                  <a:lnTo>
                    <a:pt x="153" y="361"/>
                  </a:lnTo>
                  <a:lnTo>
                    <a:pt x="153" y="359"/>
                  </a:lnTo>
                  <a:lnTo>
                    <a:pt x="153" y="357"/>
                  </a:lnTo>
                  <a:lnTo>
                    <a:pt x="155" y="357"/>
                  </a:lnTo>
                  <a:lnTo>
                    <a:pt x="157" y="355"/>
                  </a:lnTo>
                  <a:lnTo>
                    <a:pt x="158" y="355"/>
                  </a:lnTo>
                  <a:lnTo>
                    <a:pt x="160" y="355"/>
                  </a:lnTo>
                  <a:lnTo>
                    <a:pt x="160" y="353"/>
                  </a:lnTo>
                  <a:lnTo>
                    <a:pt x="162" y="353"/>
                  </a:lnTo>
                  <a:lnTo>
                    <a:pt x="164" y="353"/>
                  </a:lnTo>
                  <a:lnTo>
                    <a:pt x="164" y="353"/>
                  </a:lnTo>
                  <a:lnTo>
                    <a:pt x="166" y="353"/>
                  </a:lnTo>
                  <a:lnTo>
                    <a:pt x="166" y="353"/>
                  </a:lnTo>
                  <a:lnTo>
                    <a:pt x="168" y="353"/>
                  </a:lnTo>
                  <a:lnTo>
                    <a:pt x="174" y="353"/>
                  </a:lnTo>
                  <a:lnTo>
                    <a:pt x="174" y="353"/>
                  </a:lnTo>
                  <a:lnTo>
                    <a:pt x="176" y="353"/>
                  </a:lnTo>
                  <a:lnTo>
                    <a:pt x="176" y="355"/>
                  </a:lnTo>
                  <a:lnTo>
                    <a:pt x="177" y="355"/>
                  </a:lnTo>
                  <a:lnTo>
                    <a:pt x="177" y="355"/>
                  </a:lnTo>
                  <a:lnTo>
                    <a:pt x="179" y="355"/>
                  </a:lnTo>
                  <a:lnTo>
                    <a:pt x="181" y="353"/>
                  </a:lnTo>
                  <a:lnTo>
                    <a:pt x="181" y="353"/>
                  </a:lnTo>
                  <a:lnTo>
                    <a:pt x="183" y="351"/>
                  </a:lnTo>
                  <a:lnTo>
                    <a:pt x="183" y="348"/>
                  </a:lnTo>
                  <a:lnTo>
                    <a:pt x="183" y="344"/>
                  </a:lnTo>
                  <a:lnTo>
                    <a:pt x="181" y="342"/>
                  </a:lnTo>
                  <a:lnTo>
                    <a:pt x="181" y="342"/>
                  </a:lnTo>
                  <a:lnTo>
                    <a:pt x="181" y="340"/>
                  </a:lnTo>
                  <a:lnTo>
                    <a:pt x="181" y="338"/>
                  </a:lnTo>
                  <a:lnTo>
                    <a:pt x="181" y="336"/>
                  </a:lnTo>
                  <a:lnTo>
                    <a:pt x="181" y="334"/>
                  </a:lnTo>
                  <a:lnTo>
                    <a:pt x="183" y="332"/>
                  </a:lnTo>
                  <a:lnTo>
                    <a:pt x="183" y="332"/>
                  </a:lnTo>
                  <a:lnTo>
                    <a:pt x="183" y="331"/>
                  </a:lnTo>
                  <a:lnTo>
                    <a:pt x="183" y="331"/>
                  </a:lnTo>
                  <a:lnTo>
                    <a:pt x="181" y="329"/>
                  </a:lnTo>
                  <a:lnTo>
                    <a:pt x="183" y="327"/>
                  </a:lnTo>
                  <a:lnTo>
                    <a:pt x="183" y="327"/>
                  </a:lnTo>
                  <a:lnTo>
                    <a:pt x="185" y="323"/>
                  </a:lnTo>
                  <a:lnTo>
                    <a:pt x="187" y="323"/>
                  </a:lnTo>
                  <a:lnTo>
                    <a:pt x="187" y="321"/>
                  </a:lnTo>
                  <a:lnTo>
                    <a:pt x="189" y="321"/>
                  </a:lnTo>
                  <a:lnTo>
                    <a:pt x="191" y="321"/>
                  </a:lnTo>
                  <a:lnTo>
                    <a:pt x="193" y="321"/>
                  </a:lnTo>
                  <a:lnTo>
                    <a:pt x="193" y="321"/>
                  </a:lnTo>
                  <a:lnTo>
                    <a:pt x="198" y="321"/>
                  </a:lnTo>
                  <a:lnTo>
                    <a:pt x="200" y="321"/>
                  </a:lnTo>
                  <a:lnTo>
                    <a:pt x="202" y="319"/>
                  </a:lnTo>
                  <a:lnTo>
                    <a:pt x="202" y="319"/>
                  </a:lnTo>
                  <a:lnTo>
                    <a:pt x="202" y="317"/>
                  </a:lnTo>
                  <a:lnTo>
                    <a:pt x="204" y="317"/>
                  </a:lnTo>
                  <a:lnTo>
                    <a:pt x="208" y="315"/>
                  </a:lnTo>
                  <a:lnTo>
                    <a:pt x="208" y="315"/>
                  </a:lnTo>
                  <a:lnTo>
                    <a:pt x="212" y="315"/>
                  </a:lnTo>
                  <a:lnTo>
                    <a:pt x="212" y="315"/>
                  </a:lnTo>
                  <a:lnTo>
                    <a:pt x="214" y="315"/>
                  </a:lnTo>
                  <a:lnTo>
                    <a:pt x="214" y="315"/>
                  </a:lnTo>
                  <a:lnTo>
                    <a:pt x="216" y="313"/>
                  </a:lnTo>
                  <a:lnTo>
                    <a:pt x="217" y="313"/>
                  </a:lnTo>
                  <a:lnTo>
                    <a:pt x="219" y="312"/>
                  </a:lnTo>
                  <a:lnTo>
                    <a:pt x="219" y="313"/>
                  </a:lnTo>
                  <a:lnTo>
                    <a:pt x="221" y="313"/>
                  </a:lnTo>
                  <a:lnTo>
                    <a:pt x="221" y="312"/>
                  </a:lnTo>
                  <a:lnTo>
                    <a:pt x="223" y="310"/>
                  </a:lnTo>
                  <a:lnTo>
                    <a:pt x="225" y="310"/>
                  </a:lnTo>
                  <a:lnTo>
                    <a:pt x="229" y="310"/>
                  </a:lnTo>
                  <a:lnTo>
                    <a:pt x="229" y="310"/>
                  </a:lnTo>
                  <a:lnTo>
                    <a:pt x="231" y="308"/>
                  </a:lnTo>
                  <a:lnTo>
                    <a:pt x="233" y="306"/>
                  </a:lnTo>
                  <a:lnTo>
                    <a:pt x="233" y="306"/>
                  </a:lnTo>
                  <a:lnTo>
                    <a:pt x="235" y="306"/>
                  </a:lnTo>
                  <a:lnTo>
                    <a:pt x="237" y="310"/>
                  </a:lnTo>
                  <a:lnTo>
                    <a:pt x="238" y="310"/>
                  </a:lnTo>
                  <a:lnTo>
                    <a:pt x="240" y="310"/>
                  </a:lnTo>
                  <a:lnTo>
                    <a:pt x="240" y="310"/>
                  </a:lnTo>
                  <a:lnTo>
                    <a:pt x="242" y="310"/>
                  </a:lnTo>
                  <a:lnTo>
                    <a:pt x="242" y="312"/>
                  </a:lnTo>
                  <a:lnTo>
                    <a:pt x="244" y="313"/>
                  </a:lnTo>
                  <a:lnTo>
                    <a:pt x="244" y="315"/>
                  </a:lnTo>
                  <a:lnTo>
                    <a:pt x="246" y="315"/>
                  </a:lnTo>
                  <a:lnTo>
                    <a:pt x="246" y="315"/>
                  </a:lnTo>
                  <a:lnTo>
                    <a:pt x="248" y="315"/>
                  </a:lnTo>
                  <a:lnTo>
                    <a:pt x="250" y="315"/>
                  </a:lnTo>
                  <a:lnTo>
                    <a:pt x="252" y="313"/>
                  </a:lnTo>
                  <a:lnTo>
                    <a:pt x="254" y="310"/>
                  </a:lnTo>
                  <a:lnTo>
                    <a:pt x="254" y="310"/>
                  </a:lnTo>
                  <a:lnTo>
                    <a:pt x="254" y="308"/>
                  </a:lnTo>
                  <a:lnTo>
                    <a:pt x="256" y="308"/>
                  </a:lnTo>
                  <a:lnTo>
                    <a:pt x="256" y="308"/>
                  </a:lnTo>
                  <a:lnTo>
                    <a:pt x="258" y="306"/>
                  </a:lnTo>
                  <a:lnTo>
                    <a:pt x="258" y="306"/>
                  </a:lnTo>
                  <a:lnTo>
                    <a:pt x="258" y="304"/>
                  </a:lnTo>
                  <a:lnTo>
                    <a:pt x="259" y="302"/>
                  </a:lnTo>
                  <a:lnTo>
                    <a:pt x="259" y="302"/>
                  </a:lnTo>
                  <a:lnTo>
                    <a:pt x="259" y="298"/>
                  </a:lnTo>
                  <a:lnTo>
                    <a:pt x="259" y="298"/>
                  </a:lnTo>
                  <a:lnTo>
                    <a:pt x="258" y="296"/>
                  </a:lnTo>
                  <a:lnTo>
                    <a:pt x="258" y="296"/>
                  </a:lnTo>
                  <a:lnTo>
                    <a:pt x="258" y="296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56" y="294"/>
                  </a:lnTo>
                  <a:lnTo>
                    <a:pt x="254" y="292"/>
                  </a:lnTo>
                  <a:lnTo>
                    <a:pt x="254" y="292"/>
                  </a:lnTo>
                  <a:lnTo>
                    <a:pt x="254" y="292"/>
                  </a:lnTo>
                  <a:lnTo>
                    <a:pt x="254" y="291"/>
                  </a:lnTo>
                  <a:lnTo>
                    <a:pt x="256" y="289"/>
                  </a:lnTo>
                  <a:lnTo>
                    <a:pt x="256" y="289"/>
                  </a:lnTo>
                  <a:lnTo>
                    <a:pt x="256" y="287"/>
                  </a:lnTo>
                  <a:lnTo>
                    <a:pt x="258" y="287"/>
                  </a:lnTo>
                  <a:lnTo>
                    <a:pt x="258" y="283"/>
                  </a:lnTo>
                  <a:lnTo>
                    <a:pt x="261" y="283"/>
                  </a:lnTo>
                  <a:lnTo>
                    <a:pt x="261" y="283"/>
                  </a:lnTo>
                  <a:lnTo>
                    <a:pt x="261" y="281"/>
                  </a:lnTo>
                  <a:lnTo>
                    <a:pt x="263" y="281"/>
                  </a:lnTo>
                  <a:lnTo>
                    <a:pt x="263" y="281"/>
                  </a:lnTo>
                  <a:lnTo>
                    <a:pt x="265" y="281"/>
                  </a:lnTo>
                  <a:lnTo>
                    <a:pt x="265" y="281"/>
                  </a:lnTo>
                  <a:lnTo>
                    <a:pt x="265" y="281"/>
                  </a:lnTo>
                  <a:lnTo>
                    <a:pt x="265" y="281"/>
                  </a:lnTo>
                  <a:lnTo>
                    <a:pt x="267" y="281"/>
                  </a:lnTo>
                  <a:lnTo>
                    <a:pt x="267" y="281"/>
                  </a:lnTo>
                  <a:lnTo>
                    <a:pt x="267" y="279"/>
                  </a:lnTo>
                  <a:lnTo>
                    <a:pt x="267" y="279"/>
                  </a:lnTo>
                  <a:lnTo>
                    <a:pt x="269" y="277"/>
                  </a:lnTo>
                  <a:lnTo>
                    <a:pt x="269" y="277"/>
                  </a:lnTo>
                  <a:lnTo>
                    <a:pt x="271" y="275"/>
                  </a:lnTo>
                  <a:lnTo>
                    <a:pt x="271" y="275"/>
                  </a:lnTo>
                  <a:lnTo>
                    <a:pt x="273" y="277"/>
                  </a:lnTo>
                  <a:lnTo>
                    <a:pt x="273" y="279"/>
                  </a:lnTo>
                  <a:lnTo>
                    <a:pt x="273" y="279"/>
                  </a:lnTo>
                  <a:lnTo>
                    <a:pt x="273" y="277"/>
                  </a:lnTo>
                  <a:lnTo>
                    <a:pt x="275" y="277"/>
                  </a:lnTo>
                  <a:lnTo>
                    <a:pt x="275" y="279"/>
                  </a:lnTo>
                  <a:lnTo>
                    <a:pt x="275" y="279"/>
                  </a:lnTo>
                  <a:lnTo>
                    <a:pt x="277" y="279"/>
                  </a:lnTo>
                  <a:lnTo>
                    <a:pt x="277" y="279"/>
                  </a:lnTo>
                  <a:lnTo>
                    <a:pt x="278" y="279"/>
                  </a:lnTo>
                  <a:lnTo>
                    <a:pt x="278" y="281"/>
                  </a:lnTo>
                  <a:lnTo>
                    <a:pt x="280" y="283"/>
                  </a:lnTo>
                  <a:lnTo>
                    <a:pt x="282" y="285"/>
                  </a:lnTo>
                  <a:lnTo>
                    <a:pt x="282" y="287"/>
                  </a:lnTo>
                  <a:lnTo>
                    <a:pt x="282" y="287"/>
                  </a:lnTo>
                  <a:lnTo>
                    <a:pt x="282" y="289"/>
                  </a:lnTo>
                  <a:lnTo>
                    <a:pt x="282" y="289"/>
                  </a:lnTo>
                  <a:lnTo>
                    <a:pt x="282" y="291"/>
                  </a:lnTo>
                  <a:lnTo>
                    <a:pt x="282" y="291"/>
                  </a:lnTo>
                  <a:lnTo>
                    <a:pt x="284" y="292"/>
                  </a:lnTo>
                  <a:lnTo>
                    <a:pt x="284" y="292"/>
                  </a:lnTo>
                  <a:lnTo>
                    <a:pt x="284" y="292"/>
                  </a:lnTo>
                  <a:lnTo>
                    <a:pt x="284" y="292"/>
                  </a:lnTo>
                  <a:lnTo>
                    <a:pt x="284" y="294"/>
                  </a:lnTo>
                  <a:lnTo>
                    <a:pt x="286" y="294"/>
                  </a:lnTo>
                  <a:lnTo>
                    <a:pt x="286" y="294"/>
                  </a:lnTo>
                  <a:lnTo>
                    <a:pt x="288" y="294"/>
                  </a:lnTo>
                  <a:lnTo>
                    <a:pt x="288" y="296"/>
                  </a:lnTo>
                  <a:lnTo>
                    <a:pt x="288" y="296"/>
                  </a:lnTo>
                  <a:lnTo>
                    <a:pt x="288" y="298"/>
                  </a:lnTo>
                  <a:lnTo>
                    <a:pt x="288" y="298"/>
                  </a:lnTo>
                  <a:lnTo>
                    <a:pt x="288" y="298"/>
                  </a:lnTo>
                  <a:lnTo>
                    <a:pt x="288" y="298"/>
                  </a:lnTo>
                  <a:lnTo>
                    <a:pt x="290" y="296"/>
                  </a:lnTo>
                  <a:lnTo>
                    <a:pt x="290" y="296"/>
                  </a:lnTo>
                  <a:lnTo>
                    <a:pt x="290" y="296"/>
                  </a:lnTo>
                  <a:lnTo>
                    <a:pt x="290" y="294"/>
                  </a:lnTo>
                  <a:lnTo>
                    <a:pt x="292" y="294"/>
                  </a:lnTo>
                  <a:lnTo>
                    <a:pt x="292" y="296"/>
                  </a:lnTo>
                  <a:lnTo>
                    <a:pt x="294" y="296"/>
                  </a:lnTo>
                  <a:lnTo>
                    <a:pt x="294" y="296"/>
                  </a:lnTo>
                  <a:lnTo>
                    <a:pt x="294" y="296"/>
                  </a:lnTo>
                  <a:lnTo>
                    <a:pt x="296" y="298"/>
                  </a:lnTo>
                  <a:lnTo>
                    <a:pt x="296" y="298"/>
                  </a:lnTo>
                  <a:lnTo>
                    <a:pt x="296" y="298"/>
                  </a:lnTo>
                  <a:lnTo>
                    <a:pt x="296" y="300"/>
                  </a:lnTo>
                  <a:lnTo>
                    <a:pt x="298" y="300"/>
                  </a:lnTo>
                  <a:lnTo>
                    <a:pt x="298" y="300"/>
                  </a:lnTo>
                  <a:lnTo>
                    <a:pt x="299" y="302"/>
                  </a:lnTo>
                  <a:lnTo>
                    <a:pt x="299" y="302"/>
                  </a:lnTo>
                  <a:lnTo>
                    <a:pt x="301" y="302"/>
                  </a:lnTo>
                  <a:lnTo>
                    <a:pt x="301" y="302"/>
                  </a:lnTo>
                  <a:lnTo>
                    <a:pt x="303" y="302"/>
                  </a:lnTo>
                  <a:lnTo>
                    <a:pt x="305" y="302"/>
                  </a:lnTo>
                  <a:lnTo>
                    <a:pt x="305" y="302"/>
                  </a:lnTo>
                  <a:lnTo>
                    <a:pt x="307" y="302"/>
                  </a:lnTo>
                  <a:lnTo>
                    <a:pt x="309" y="300"/>
                  </a:lnTo>
                  <a:lnTo>
                    <a:pt x="309" y="300"/>
                  </a:lnTo>
                  <a:lnTo>
                    <a:pt x="309" y="300"/>
                  </a:lnTo>
                  <a:lnTo>
                    <a:pt x="309" y="300"/>
                  </a:lnTo>
                  <a:lnTo>
                    <a:pt x="307" y="298"/>
                  </a:lnTo>
                  <a:lnTo>
                    <a:pt x="307" y="298"/>
                  </a:lnTo>
                  <a:lnTo>
                    <a:pt x="307" y="298"/>
                  </a:lnTo>
                  <a:lnTo>
                    <a:pt x="305" y="298"/>
                  </a:lnTo>
                  <a:lnTo>
                    <a:pt x="305" y="298"/>
                  </a:lnTo>
                  <a:lnTo>
                    <a:pt x="305" y="296"/>
                  </a:lnTo>
                  <a:lnTo>
                    <a:pt x="305" y="296"/>
                  </a:lnTo>
                  <a:lnTo>
                    <a:pt x="305" y="294"/>
                  </a:lnTo>
                  <a:lnTo>
                    <a:pt x="305" y="294"/>
                  </a:lnTo>
                  <a:lnTo>
                    <a:pt x="305" y="292"/>
                  </a:lnTo>
                  <a:lnTo>
                    <a:pt x="307" y="292"/>
                  </a:lnTo>
                  <a:lnTo>
                    <a:pt x="309" y="292"/>
                  </a:lnTo>
                  <a:lnTo>
                    <a:pt x="307" y="291"/>
                  </a:lnTo>
                  <a:lnTo>
                    <a:pt x="307" y="291"/>
                  </a:lnTo>
                  <a:lnTo>
                    <a:pt x="307" y="291"/>
                  </a:lnTo>
                  <a:lnTo>
                    <a:pt x="307" y="289"/>
                  </a:lnTo>
                  <a:lnTo>
                    <a:pt x="307" y="289"/>
                  </a:lnTo>
                  <a:lnTo>
                    <a:pt x="309" y="289"/>
                  </a:lnTo>
                  <a:lnTo>
                    <a:pt x="309" y="289"/>
                  </a:lnTo>
                  <a:lnTo>
                    <a:pt x="309" y="289"/>
                  </a:lnTo>
                  <a:lnTo>
                    <a:pt x="307" y="287"/>
                  </a:lnTo>
                  <a:lnTo>
                    <a:pt x="307" y="287"/>
                  </a:lnTo>
                  <a:lnTo>
                    <a:pt x="303" y="285"/>
                  </a:lnTo>
                  <a:lnTo>
                    <a:pt x="301" y="287"/>
                  </a:lnTo>
                  <a:lnTo>
                    <a:pt x="301" y="285"/>
                  </a:lnTo>
                  <a:lnTo>
                    <a:pt x="299" y="285"/>
                  </a:lnTo>
                  <a:lnTo>
                    <a:pt x="299" y="287"/>
                  </a:lnTo>
                  <a:lnTo>
                    <a:pt x="299" y="287"/>
                  </a:lnTo>
                  <a:lnTo>
                    <a:pt x="299" y="289"/>
                  </a:lnTo>
                  <a:lnTo>
                    <a:pt x="298" y="287"/>
                  </a:lnTo>
                  <a:lnTo>
                    <a:pt x="298" y="287"/>
                  </a:lnTo>
                  <a:lnTo>
                    <a:pt x="298" y="287"/>
                  </a:lnTo>
                  <a:lnTo>
                    <a:pt x="296" y="287"/>
                  </a:lnTo>
                  <a:lnTo>
                    <a:pt x="296" y="285"/>
                  </a:lnTo>
                  <a:lnTo>
                    <a:pt x="292" y="285"/>
                  </a:lnTo>
                  <a:lnTo>
                    <a:pt x="290" y="285"/>
                  </a:lnTo>
                  <a:lnTo>
                    <a:pt x="290" y="283"/>
                  </a:lnTo>
                  <a:lnTo>
                    <a:pt x="288" y="283"/>
                  </a:lnTo>
                  <a:lnTo>
                    <a:pt x="286" y="283"/>
                  </a:lnTo>
                  <a:lnTo>
                    <a:pt x="288" y="283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90" y="279"/>
                  </a:lnTo>
                  <a:lnTo>
                    <a:pt x="290" y="279"/>
                  </a:lnTo>
                  <a:lnTo>
                    <a:pt x="290" y="279"/>
                  </a:lnTo>
                  <a:lnTo>
                    <a:pt x="290" y="279"/>
                  </a:lnTo>
                  <a:lnTo>
                    <a:pt x="290" y="277"/>
                  </a:lnTo>
                  <a:lnTo>
                    <a:pt x="288" y="277"/>
                  </a:lnTo>
                  <a:lnTo>
                    <a:pt x="288" y="277"/>
                  </a:lnTo>
                  <a:lnTo>
                    <a:pt x="288" y="277"/>
                  </a:lnTo>
                  <a:lnTo>
                    <a:pt x="288" y="275"/>
                  </a:lnTo>
                  <a:lnTo>
                    <a:pt x="288" y="275"/>
                  </a:lnTo>
                  <a:lnTo>
                    <a:pt x="288" y="275"/>
                  </a:lnTo>
                  <a:lnTo>
                    <a:pt x="288" y="273"/>
                  </a:lnTo>
                  <a:lnTo>
                    <a:pt x="288" y="273"/>
                  </a:lnTo>
                  <a:lnTo>
                    <a:pt x="290" y="273"/>
                  </a:lnTo>
                  <a:lnTo>
                    <a:pt x="290" y="273"/>
                  </a:lnTo>
                  <a:lnTo>
                    <a:pt x="290" y="273"/>
                  </a:lnTo>
                  <a:lnTo>
                    <a:pt x="290" y="273"/>
                  </a:lnTo>
                  <a:lnTo>
                    <a:pt x="290" y="273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92" y="275"/>
                  </a:lnTo>
                  <a:lnTo>
                    <a:pt x="292" y="277"/>
                  </a:lnTo>
                  <a:lnTo>
                    <a:pt x="292" y="277"/>
                  </a:lnTo>
                  <a:lnTo>
                    <a:pt x="294" y="277"/>
                  </a:lnTo>
                  <a:lnTo>
                    <a:pt x="296" y="279"/>
                  </a:lnTo>
                  <a:lnTo>
                    <a:pt x="296" y="277"/>
                  </a:lnTo>
                  <a:lnTo>
                    <a:pt x="298" y="277"/>
                  </a:lnTo>
                  <a:lnTo>
                    <a:pt x="298" y="277"/>
                  </a:lnTo>
                  <a:lnTo>
                    <a:pt x="298" y="275"/>
                  </a:lnTo>
                  <a:lnTo>
                    <a:pt x="298" y="275"/>
                  </a:lnTo>
                  <a:lnTo>
                    <a:pt x="299" y="275"/>
                  </a:lnTo>
                  <a:lnTo>
                    <a:pt x="299" y="273"/>
                  </a:lnTo>
                  <a:lnTo>
                    <a:pt x="299" y="272"/>
                  </a:lnTo>
                  <a:lnTo>
                    <a:pt x="299" y="272"/>
                  </a:lnTo>
                  <a:lnTo>
                    <a:pt x="299" y="272"/>
                  </a:lnTo>
                  <a:lnTo>
                    <a:pt x="299" y="270"/>
                  </a:lnTo>
                  <a:lnTo>
                    <a:pt x="299" y="270"/>
                  </a:lnTo>
                  <a:lnTo>
                    <a:pt x="301" y="270"/>
                  </a:lnTo>
                  <a:lnTo>
                    <a:pt x="301" y="270"/>
                  </a:lnTo>
                  <a:lnTo>
                    <a:pt x="303" y="270"/>
                  </a:lnTo>
                  <a:lnTo>
                    <a:pt x="303" y="268"/>
                  </a:lnTo>
                  <a:lnTo>
                    <a:pt x="303" y="268"/>
                  </a:lnTo>
                  <a:lnTo>
                    <a:pt x="305" y="268"/>
                  </a:lnTo>
                  <a:lnTo>
                    <a:pt x="305" y="266"/>
                  </a:lnTo>
                  <a:lnTo>
                    <a:pt x="307" y="268"/>
                  </a:lnTo>
                  <a:lnTo>
                    <a:pt x="307" y="268"/>
                  </a:lnTo>
                  <a:lnTo>
                    <a:pt x="309" y="268"/>
                  </a:lnTo>
                  <a:lnTo>
                    <a:pt x="309" y="270"/>
                  </a:lnTo>
                  <a:lnTo>
                    <a:pt x="311" y="270"/>
                  </a:lnTo>
                  <a:lnTo>
                    <a:pt x="311" y="270"/>
                  </a:lnTo>
                  <a:lnTo>
                    <a:pt x="311" y="270"/>
                  </a:lnTo>
                  <a:lnTo>
                    <a:pt x="313" y="270"/>
                  </a:lnTo>
                  <a:lnTo>
                    <a:pt x="311" y="270"/>
                  </a:lnTo>
                  <a:lnTo>
                    <a:pt x="313" y="272"/>
                  </a:lnTo>
                  <a:lnTo>
                    <a:pt x="313" y="272"/>
                  </a:lnTo>
                  <a:lnTo>
                    <a:pt x="315" y="272"/>
                  </a:lnTo>
                  <a:lnTo>
                    <a:pt x="315" y="272"/>
                  </a:lnTo>
                  <a:lnTo>
                    <a:pt x="313" y="273"/>
                  </a:lnTo>
                  <a:lnTo>
                    <a:pt x="313" y="273"/>
                  </a:lnTo>
                  <a:lnTo>
                    <a:pt x="313" y="273"/>
                  </a:lnTo>
                  <a:lnTo>
                    <a:pt x="313" y="273"/>
                  </a:lnTo>
                  <a:lnTo>
                    <a:pt x="313" y="275"/>
                  </a:lnTo>
                  <a:lnTo>
                    <a:pt x="315" y="275"/>
                  </a:lnTo>
                  <a:lnTo>
                    <a:pt x="315" y="275"/>
                  </a:lnTo>
                  <a:lnTo>
                    <a:pt x="315" y="273"/>
                  </a:lnTo>
                  <a:lnTo>
                    <a:pt x="317" y="273"/>
                  </a:lnTo>
                  <a:lnTo>
                    <a:pt x="317" y="273"/>
                  </a:lnTo>
                  <a:lnTo>
                    <a:pt x="317" y="273"/>
                  </a:lnTo>
                  <a:lnTo>
                    <a:pt x="318" y="273"/>
                  </a:lnTo>
                  <a:lnTo>
                    <a:pt x="320" y="273"/>
                  </a:lnTo>
                  <a:lnTo>
                    <a:pt x="320" y="273"/>
                  </a:lnTo>
                  <a:lnTo>
                    <a:pt x="322" y="275"/>
                  </a:lnTo>
                  <a:lnTo>
                    <a:pt x="324" y="275"/>
                  </a:lnTo>
                  <a:lnTo>
                    <a:pt x="326" y="275"/>
                  </a:lnTo>
                  <a:lnTo>
                    <a:pt x="326" y="275"/>
                  </a:lnTo>
                  <a:lnTo>
                    <a:pt x="326" y="275"/>
                  </a:lnTo>
                  <a:lnTo>
                    <a:pt x="328" y="275"/>
                  </a:lnTo>
                  <a:lnTo>
                    <a:pt x="330" y="277"/>
                  </a:lnTo>
                  <a:lnTo>
                    <a:pt x="330" y="277"/>
                  </a:lnTo>
                  <a:lnTo>
                    <a:pt x="330" y="277"/>
                  </a:lnTo>
                  <a:lnTo>
                    <a:pt x="332" y="277"/>
                  </a:lnTo>
                  <a:lnTo>
                    <a:pt x="332" y="275"/>
                  </a:lnTo>
                  <a:lnTo>
                    <a:pt x="332" y="275"/>
                  </a:lnTo>
                  <a:lnTo>
                    <a:pt x="334" y="275"/>
                  </a:lnTo>
                  <a:lnTo>
                    <a:pt x="334" y="273"/>
                  </a:lnTo>
                  <a:lnTo>
                    <a:pt x="334" y="272"/>
                  </a:lnTo>
                  <a:lnTo>
                    <a:pt x="334" y="272"/>
                  </a:lnTo>
                  <a:lnTo>
                    <a:pt x="334" y="272"/>
                  </a:lnTo>
                  <a:lnTo>
                    <a:pt x="334" y="270"/>
                  </a:lnTo>
                  <a:lnTo>
                    <a:pt x="334" y="268"/>
                  </a:lnTo>
                  <a:lnTo>
                    <a:pt x="334" y="268"/>
                  </a:lnTo>
                  <a:lnTo>
                    <a:pt x="334" y="266"/>
                  </a:lnTo>
                  <a:lnTo>
                    <a:pt x="336" y="266"/>
                  </a:lnTo>
                  <a:lnTo>
                    <a:pt x="336" y="266"/>
                  </a:lnTo>
                  <a:lnTo>
                    <a:pt x="336" y="266"/>
                  </a:lnTo>
                  <a:lnTo>
                    <a:pt x="338" y="266"/>
                  </a:lnTo>
                  <a:lnTo>
                    <a:pt x="338" y="266"/>
                  </a:lnTo>
                  <a:lnTo>
                    <a:pt x="338" y="266"/>
                  </a:lnTo>
                  <a:lnTo>
                    <a:pt x="338" y="266"/>
                  </a:lnTo>
                  <a:lnTo>
                    <a:pt x="338" y="264"/>
                  </a:lnTo>
                  <a:lnTo>
                    <a:pt x="338" y="264"/>
                  </a:lnTo>
                  <a:lnTo>
                    <a:pt x="338" y="264"/>
                  </a:lnTo>
                  <a:lnTo>
                    <a:pt x="338" y="262"/>
                  </a:lnTo>
                  <a:lnTo>
                    <a:pt x="338" y="262"/>
                  </a:lnTo>
                  <a:lnTo>
                    <a:pt x="338" y="262"/>
                  </a:lnTo>
                  <a:lnTo>
                    <a:pt x="338" y="260"/>
                  </a:lnTo>
                  <a:lnTo>
                    <a:pt x="338" y="260"/>
                  </a:lnTo>
                  <a:lnTo>
                    <a:pt x="339" y="260"/>
                  </a:lnTo>
                  <a:lnTo>
                    <a:pt x="339" y="260"/>
                  </a:lnTo>
                  <a:lnTo>
                    <a:pt x="341" y="260"/>
                  </a:lnTo>
                  <a:lnTo>
                    <a:pt x="341" y="262"/>
                  </a:lnTo>
                  <a:lnTo>
                    <a:pt x="341" y="262"/>
                  </a:lnTo>
                  <a:lnTo>
                    <a:pt x="343" y="262"/>
                  </a:lnTo>
                  <a:lnTo>
                    <a:pt x="345" y="262"/>
                  </a:lnTo>
                  <a:lnTo>
                    <a:pt x="345" y="262"/>
                  </a:lnTo>
                  <a:lnTo>
                    <a:pt x="345" y="262"/>
                  </a:lnTo>
                  <a:lnTo>
                    <a:pt x="347" y="262"/>
                  </a:lnTo>
                  <a:lnTo>
                    <a:pt x="349" y="262"/>
                  </a:lnTo>
                  <a:lnTo>
                    <a:pt x="349" y="262"/>
                  </a:lnTo>
                  <a:lnTo>
                    <a:pt x="349" y="260"/>
                  </a:lnTo>
                  <a:lnTo>
                    <a:pt x="349" y="260"/>
                  </a:lnTo>
                  <a:lnTo>
                    <a:pt x="351" y="260"/>
                  </a:lnTo>
                  <a:lnTo>
                    <a:pt x="351" y="260"/>
                  </a:lnTo>
                  <a:lnTo>
                    <a:pt x="351" y="260"/>
                  </a:lnTo>
                  <a:lnTo>
                    <a:pt x="353" y="260"/>
                  </a:lnTo>
                  <a:lnTo>
                    <a:pt x="355" y="260"/>
                  </a:lnTo>
                  <a:lnTo>
                    <a:pt x="357" y="258"/>
                  </a:lnTo>
                  <a:lnTo>
                    <a:pt x="360" y="258"/>
                  </a:lnTo>
                  <a:lnTo>
                    <a:pt x="360" y="258"/>
                  </a:lnTo>
                  <a:lnTo>
                    <a:pt x="362" y="256"/>
                  </a:lnTo>
                  <a:lnTo>
                    <a:pt x="362" y="256"/>
                  </a:lnTo>
                  <a:lnTo>
                    <a:pt x="362" y="254"/>
                  </a:lnTo>
                  <a:lnTo>
                    <a:pt x="362" y="254"/>
                  </a:lnTo>
                  <a:lnTo>
                    <a:pt x="362" y="251"/>
                  </a:lnTo>
                  <a:lnTo>
                    <a:pt x="362" y="251"/>
                  </a:lnTo>
                  <a:lnTo>
                    <a:pt x="362" y="251"/>
                  </a:lnTo>
                  <a:lnTo>
                    <a:pt x="362" y="249"/>
                  </a:lnTo>
                  <a:lnTo>
                    <a:pt x="364" y="249"/>
                  </a:lnTo>
                  <a:lnTo>
                    <a:pt x="366" y="249"/>
                  </a:lnTo>
                  <a:lnTo>
                    <a:pt x="368" y="249"/>
                  </a:lnTo>
                  <a:lnTo>
                    <a:pt x="370" y="249"/>
                  </a:lnTo>
                  <a:lnTo>
                    <a:pt x="370" y="249"/>
                  </a:lnTo>
                  <a:lnTo>
                    <a:pt x="370" y="249"/>
                  </a:lnTo>
                  <a:lnTo>
                    <a:pt x="372" y="249"/>
                  </a:lnTo>
                  <a:lnTo>
                    <a:pt x="374" y="247"/>
                  </a:lnTo>
                  <a:lnTo>
                    <a:pt x="374" y="247"/>
                  </a:lnTo>
                  <a:lnTo>
                    <a:pt x="374" y="245"/>
                  </a:lnTo>
                  <a:lnTo>
                    <a:pt x="376" y="243"/>
                  </a:lnTo>
                  <a:lnTo>
                    <a:pt x="376" y="243"/>
                  </a:lnTo>
                  <a:lnTo>
                    <a:pt x="376" y="243"/>
                  </a:lnTo>
                  <a:lnTo>
                    <a:pt x="378" y="243"/>
                  </a:lnTo>
                  <a:lnTo>
                    <a:pt x="378" y="243"/>
                  </a:lnTo>
                  <a:lnTo>
                    <a:pt x="378" y="243"/>
                  </a:lnTo>
                  <a:lnTo>
                    <a:pt x="378" y="243"/>
                  </a:lnTo>
                  <a:lnTo>
                    <a:pt x="378" y="245"/>
                  </a:lnTo>
                  <a:lnTo>
                    <a:pt x="379" y="245"/>
                  </a:lnTo>
                  <a:lnTo>
                    <a:pt x="381" y="245"/>
                  </a:lnTo>
                  <a:lnTo>
                    <a:pt x="381" y="245"/>
                  </a:lnTo>
                  <a:lnTo>
                    <a:pt x="381" y="245"/>
                  </a:lnTo>
                  <a:lnTo>
                    <a:pt x="383" y="245"/>
                  </a:lnTo>
                  <a:lnTo>
                    <a:pt x="385" y="245"/>
                  </a:lnTo>
                  <a:lnTo>
                    <a:pt x="385" y="245"/>
                  </a:lnTo>
                  <a:lnTo>
                    <a:pt x="385" y="245"/>
                  </a:lnTo>
                  <a:lnTo>
                    <a:pt x="387" y="243"/>
                  </a:lnTo>
                  <a:lnTo>
                    <a:pt x="387" y="243"/>
                  </a:lnTo>
                  <a:lnTo>
                    <a:pt x="387" y="243"/>
                  </a:lnTo>
                  <a:lnTo>
                    <a:pt x="387" y="241"/>
                  </a:lnTo>
                  <a:lnTo>
                    <a:pt x="389" y="241"/>
                  </a:lnTo>
                  <a:lnTo>
                    <a:pt x="389" y="239"/>
                  </a:lnTo>
                  <a:lnTo>
                    <a:pt x="391" y="239"/>
                  </a:lnTo>
                  <a:lnTo>
                    <a:pt x="391" y="237"/>
                  </a:lnTo>
                  <a:lnTo>
                    <a:pt x="393" y="235"/>
                  </a:lnTo>
                  <a:lnTo>
                    <a:pt x="393" y="235"/>
                  </a:lnTo>
                  <a:lnTo>
                    <a:pt x="391" y="235"/>
                  </a:lnTo>
                  <a:lnTo>
                    <a:pt x="391" y="234"/>
                  </a:lnTo>
                  <a:lnTo>
                    <a:pt x="393" y="234"/>
                  </a:lnTo>
                  <a:lnTo>
                    <a:pt x="393" y="232"/>
                  </a:lnTo>
                  <a:lnTo>
                    <a:pt x="393" y="232"/>
                  </a:lnTo>
                  <a:lnTo>
                    <a:pt x="393" y="228"/>
                  </a:lnTo>
                  <a:lnTo>
                    <a:pt x="393" y="228"/>
                  </a:lnTo>
                  <a:lnTo>
                    <a:pt x="393" y="228"/>
                  </a:lnTo>
                  <a:lnTo>
                    <a:pt x="393" y="226"/>
                  </a:lnTo>
                  <a:lnTo>
                    <a:pt x="395" y="226"/>
                  </a:lnTo>
                  <a:lnTo>
                    <a:pt x="395" y="226"/>
                  </a:lnTo>
                  <a:lnTo>
                    <a:pt x="395" y="224"/>
                  </a:lnTo>
                  <a:lnTo>
                    <a:pt x="395" y="224"/>
                  </a:lnTo>
                  <a:lnTo>
                    <a:pt x="393" y="224"/>
                  </a:lnTo>
                  <a:lnTo>
                    <a:pt x="393" y="224"/>
                  </a:lnTo>
                  <a:lnTo>
                    <a:pt x="393" y="222"/>
                  </a:lnTo>
                  <a:lnTo>
                    <a:pt x="393" y="222"/>
                  </a:lnTo>
                  <a:lnTo>
                    <a:pt x="393" y="222"/>
                  </a:lnTo>
                  <a:lnTo>
                    <a:pt x="393" y="222"/>
                  </a:lnTo>
                  <a:lnTo>
                    <a:pt x="395" y="220"/>
                  </a:lnTo>
                  <a:lnTo>
                    <a:pt x="395" y="218"/>
                  </a:lnTo>
                  <a:lnTo>
                    <a:pt x="397" y="218"/>
                  </a:lnTo>
                  <a:lnTo>
                    <a:pt x="397" y="216"/>
                  </a:lnTo>
                  <a:lnTo>
                    <a:pt x="397" y="216"/>
                  </a:lnTo>
                  <a:lnTo>
                    <a:pt x="399" y="215"/>
                  </a:lnTo>
                  <a:lnTo>
                    <a:pt x="399" y="215"/>
                  </a:lnTo>
                  <a:lnTo>
                    <a:pt x="399" y="215"/>
                  </a:lnTo>
                  <a:lnTo>
                    <a:pt x="399" y="213"/>
                  </a:lnTo>
                  <a:lnTo>
                    <a:pt x="399" y="211"/>
                  </a:lnTo>
                  <a:lnTo>
                    <a:pt x="399" y="211"/>
                  </a:lnTo>
                  <a:lnTo>
                    <a:pt x="399" y="211"/>
                  </a:lnTo>
                  <a:lnTo>
                    <a:pt x="400" y="209"/>
                  </a:lnTo>
                  <a:lnTo>
                    <a:pt x="402" y="209"/>
                  </a:lnTo>
                  <a:lnTo>
                    <a:pt x="402" y="209"/>
                  </a:lnTo>
                  <a:lnTo>
                    <a:pt x="402" y="207"/>
                  </a:lnTo>
                  <a:lnTo>
                    <a:pt x="404" y="207"/>
                  </a:lnTo>
                  <a:lnTo>
                    <a:pt x="406" y="207"/>
                  </a:lnTo>
                  <a:lnTo>
                    <a:pt x="406" y="207"/>
                  </a:lnTo>
                  <a:lnTo>
                    <a:pt x="408" y="207"/>
                  </a:lnTo>
                  <a:lnTo>
                    <a:pt x="410" y="205"/>
                  </a:lnTo>
                  <a:lnTo>
                    <a:pt x="410" y="205"/>
                  </a:lnTo>
                  <a:lnTo>
                    <a:pt x="410" y="205"/>
                  </a:lnTo>
                  <a:lnTo>
                    <a:pt x="412" y="203"/>
                  </a:lnTo>
                  <a:lnTo>
                    <a:pt x="412" y="203"/>
                  </a:lnTo>
                  <a:lnTo>
                    <a:pt x="414" y="201"/>
                  </a:lnTo>
                  <a:lnTo>
                    <a:pt x="414" y="201"/>
                  </a:lnTo>
                  <a:lnTo>
                    <a:pt x="414" y="201"/>
                  </a:lnTo>
                  <a:lnTo>
                    <a:pt x="416" y="201"/>
                  </a:lnTo>
                  <a:lnTo>
                    <a:pt x="418" y="199"/>
                  </a:lnTo>
                  <a:lnTo>
                    <a:pt x="418" y="199"/>
                  </a:lnTo>
                  <a:lnTo>
                    <a:pt x="419" y="199"/>
                  </a:lnTo>
                  <a:lnTo>
                    <a:pt x="419" y="199"/>
                  </a:lnTo>
                  <a:lnTo>
                    <a:pt x="419" y="197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12" name="Freeform 15">
              <a:extLst>
                <a:ext uri="{FF2B5EF4-FFF2-40B4-BE49-F238E27FC236}">
                  <a16:creationId xmlns:a16="http://schemas.microsoft.com/office/drawing/2014/main" id="{E53A9C41-AE18-2430-02B0-5735B4CF8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25" y="3813175"/>
              <a:ext cx="665163" cy="623888"/>
            </a:xfrm>
            <a:custGeom>
              <a:avLst/>
              <a:gdLst>
                <a:gd name="T0" fmla="*/ 395 w 419"/>
                <a:gd name="T1" fmla="*/ 201 h 393"/>
                <a:gd name="T2" fmla="*/ 359 w 419"/>
                <a:gd name="T3" fmla="*/ 199 h 393"/>
                <a:gd name="T4" fmla="*/ 343 w 419"/>
                <a:gd name="T5" fmla="*/ 169 h 393"/>
                <a:gd name="T6" fmla="*/ 328 w 419"/>
                <a:gd name="T7" fmla="*/ 167 h 393"/>
                <a:gd name="T8" fmla="*/ 318 w 419"/>
                <a:gd name="T9" fmla="*/ 144 h 393"/>
                <a:gd name="T10" fmla="*/ 288 w 419"/>
                <a:gd name="T11" fmla="*/ 125 h 393"/>
                <a:gd name="T12" fmla="*/ 261 w 419"/>
                <a:gd name="T13" fmla="*/ 116 h 393"/>
                <a:gd name="T14" fmla="*/ 246 w 419"/>
                <a:gd name="T15" fmla="*/ 70 h 393"/>
                <a:gd name="T16" fmla="*/ 250 w 419"/>
                <a:gd name="T17" fmla="*/ 43 h 393"/>
                <a:gd name="T18" fmla="*/ 229 w 419"/>
                <a:gd name="T19" fmla="*/ 28 h 393"/>
                <a:gd name="T20" fmla="*/ 212 w 419"/>
                <a:gd name="T21" fmla="*/ 34 h 393"/>
                <a:gd name="T22" fmla="*/ 179 w 419"/>
                <a:gd name="T23" fmla="*/ 22 h 393"/>
                <a:gd name="T24" fmla="*/ 155 w 419"/>
                <a:gd name="T25" fmla="*/ 26 h 393"/>
                <a:gd name="T26" fmla="*/ 132 w 419"/>
                <a:gd name="T27" fmla="*/ 9 h 393"/>
                <a:gd name="T28" fmla="*/ 107 w 419"/>
                <a:gd name="T29" fmla="*/ 5 h 393"/>
                <a:gd name="T30" fmla="*/ 105 w 419"/>
                <a:gd name="T31" fmla="*/ 19 h 393"/>
                <a:gd name="T32" fmla="*/ 86 w 419"/>
                <a:gd name="T33" fmla="*/ 47 h 393"/>
                <a:gd name="T34" fmla="*/ 73 w 419"/>
                <a:gd name="T35" fmla="*/ 60 h 393"/>
                <a:gd name="T36" fmla="*/ 59 w 419"/>
                <a:gd name="T37" fmla="*/ 59 h 393"/>
                <a:gd name="T38" fmla="*/ 46 w 419"/>
                <a:gd name="T39" fmla="*/ 81 h 393"/>
                <a:gd name="T40" fmla="*/ 52 w 419"/>
                <a:gd name="T41" fmla="*/ 91 h 393"/>
                <a:gd name="T42" fmla="*/ 54 w 419"/>
                <a:gd name="T43" fmla="*/ 106 h 393"/>
                <a:gd name="T44" fmla="*/ 38 w 419"/>
                <a:gd name="T45" fmla="*/ 129 h 393"/>
                <a:gd name="T46" fmla="*/ 25 w 419"/>
                <a:gd name="T47" fmla="*/ 144 h 393"/>
                <a:gd name="T48" fmla="*/ 31 w 419"/>
                <a:gd name="T49" fmla="*/ 173 h 393"/>
                <a:gd name="T50" fmla="*/ 25 w 419"/>
                <a:gd name="T51" fmla="*/ 197 h 393"/>
                <a:gd name="T52" fmla="*/ 16 w 419"/>
                <a:gd name="T53" fmla="*/ 218 h 393"/>
                <a:gd name="T54" fmla="*/ 40 w 419"/>
                <a:gd name="T55" fmla="*/ 226 h 393"/>
                <a:gd name="T56" fmla="*/ 12 w 419"/>
                <a:gd name="T57" fmla="*/ 264 h 393"/>
                <a:gd name="T58" fmla="*/ 16 w 419"/>
                <a:gd name="T59" fmla="*/ 302 h 393"/>
                <a:gd name="T60" fmla="*/ 17 w 419"/>
                <a:gd name="T61" fmla="*/ 317 h 393"/>
                <a:gd name="T62" fmla="*/ 21 w 419"/>
                <a:gd name="T63" fmla="*/ 340 h 393"/>
                <a:gd name="T64" fmla="*/ 21 w 419"/>
                <a:gd name="T65" fmla="*/ 367 h 393"/>
                <a:gd name="T66" fmla="*/ 36 w 419"/>
                <a:gd name="T67" fmla="*/ 388 h 393"/>
                <a:gd name="T68" fmla="*/ 54 w 419"/>
                <a:gd name="T69" fmla="*/ 388 h 393"/>
                <a:gd name="T70" fmla="*/ 73 w 419"/>
                <a:gd name="T71" fmla="*/ 386 h 393"/>
                <a:gd name="T72" fmla="*/ 86 w 419"/>
                <a:gd name="T73" fmla="*/ 386 h 393"/>
                <a:gd name="T74" fmla="*/ 99 w 419"/>
                <a:gd name="T75" fmla="*/ 372 h 393"/>
                <a:gd name="T76" fmla="*/ 130 w 419"/>
                <a:gd name="T77" fmla="*/ 369 h 393"/>
                <a:gd name="T78" fmla="*/ 145 w 419"/>
                <a:gd name="T79" fmla="*/ 361 h 393"/>
                <a:gd name="T80" fmla="*/ 157 w 419"/>
                <a:gd name="T81" fmla="*/ 355 h 393"/>
                <a:gd name="T82" fmla="*/ 183 w 419"/>
                <a:gd name="T83" fmla="*/ 348 h 393"/>
                <a:gd name="T84" fmla="*/ 193 w 419"/>
                <a:gd name="T85" fmla="*/ 321 h 393"/>
                <a:gd name="T86" fmla="*/ 223 w 419"/>
                <a:gd name="T87" fmla="*/ 310 h 393"/>
                <a:gd name="T88" fmla="*/ 252 w 419"/>
                <a:gd name="T89" fmla="*/ 313 h 393"/>
                <a:gd name="T90" fmla="*/ 254 w 419"/>
                <a:gd name="T91" fmla="*/ 292 h 393"/>
                <a:gd name="T92" fmla="*/ 267 w 419"/>
                <a:gd name="T93" fmla="*/ 279 h 393"/>
                <a:gd name="T94" fmla="*/ 282 w 419"/>
                <a:gd name="T95" fmla="*/ 289 h 393"/>
                <a:gd name="T96" fmla="*/ 290 w 419"/>
                <a:gd name="T97" fmla="*/ 296 h 393"/>
                <a:gd name="T98" fmla="*/ 307 w 419"/>
                <a:gd name="T99" fmla="*/ 302 h 393"/>
                <a:gd name="T100" fmla="*/ 307 w 419"/>
                <a:gd name="T101" fmla="*/ 289 h 393"/>
                <a:gd name="T102" fmla="*/ 290 w 419"/>
                <a:gd name="T103" fmla="*/ 285 h 393"/>
                <a:gd name="T104" fmla="*/ 288 w 419"/>
                <a:gd name="T105" fmla="*/ 273 h 393"/>
                <a:gd name="T106" fmla="*/ 299 w 419"/>
                <a:gd name="T107" fmla="*/ 273 h 393"/>
                <a:gd name="T108" fmla="*/ 313 w 419"/>
                <a:gd name="T109" fmla="*/ 270 h 393"/>
                <a:gd name="T110" fmla="*/ 322 w 419"/>
                <a:gd name="T111" fmla="*/ 275 h 393"/>
                <a:gd name="T112" fmla="*/ 334 w 419"/>
                <a:gd name="T113" fmla="*/ 266 h 393"/>
                <a:gd name="T114" fmla="*/ 341 w 419"/>
                <a:gd name="T115" fmla="*/ 262 h 393"/>
                <a:gd name="T116" fmla="*/ 362 w 419"/>
                <a:gd name="T117" fmla="*/ 254 h 393"/>
                <a:gd name="T118" fmla="*/ 378 w 419"/>
                <a:gd name="T119" fmla="*/ 243 h 393"/>
                <a:gd name="T120" fmla="*/ 393 w 419"/>
                <a:gd name="T121" fmla="*/ 235 h 393"/>
                <a:gd name="T122" fmla="*/ 393 w 419"/>
                <a:gd name="T123" fmla="*/ 222 h 393"/>
                <a:gd name="T124" fmla="*/ 408 w 419"/>
                <a:gd name="T125" fmla="*/ 207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19" h="393">
                  <a:moveTo>
                    <a:pt x="419" y="197"/>
                  </a:moveTo>
                  <a:lnTo>
                    <a:pt x="419" y="197"/>
                  </a:lnTo>
                  <a:lnTo>
                    <a:pt x="418" y="195"/>
                  </a:lnTo>
                  <a:lnTo>
                    <a:pt x="418" y="195"/>
                  </a:lnTo>
                  <a:lnTo>
                    <a:pt x="418" y="194"/>
                  </a:lnTo>
                  <a:lnTo>
                    <a:pt x="416" y="192"/>
                  </a:lnTo>
                  <a:lnTo>
                    <a:pt x="416" y="192"/>
                  </a:lnTo>
                  <a:lnTo>
                    <a:pt x="416" y="192"/>
                  </a:lnTo>
                  <a:lnTo>
                    <a:pt x="414" y="194"/>
                  </a:lnTo>
                  <a:lnTo>
                    <a:pt x="414" y="195"/>
                  </a:lnTo>
                  <a:lnTo>
                    <a:pt x="412" y="195"/>
                  </a:lnTo>
                  <a:lnTo>
                    <a:pt x="412" y="197"/>
                  </a:lnTo>
                  <a:lnTo>
                    <a:pt x="410" y="197"/>
                  </a:lnTo>
                  <a:lnTo>
                    <a:pt x="406" y="197"/>
                  </a:lnTo>
                  <a:lnTo>
                    <a:pt x="406" y="199"/>
                  </a:lnTo>
                  <a:lnTo>
                    <a:pt x="404" y="199"/>
                  </a:lnTo>
                  <a:lnTo>
                    <a:pt x="402" y="201"/>
                  </a:lnTo>
                  <a:lnTo>
                    <a:pt x="400" y="203"/>
                  </a:lnTo>
                  <a:lnTo>
                    <a:pt x="399" y="203"/>
                  </a:lnTo>
                  <a:lnTo>
                    <a:pt x="395" y="201"/>
                  </a:lnTo>
                  <a:lnTo>
                    <a:pt x="393" y="201"/>
                  </a:lnTo>
                  <a:lnTo>
                    <a:pt x="393" y="201"/>
                  </a:lnTo>
                  <a:lnTo>
                    <a:pt x="393" y="201"/>
                  </a:lnTo>
                  <a:lnTo>
                    <a:pt x="391" y="203"/>
                  </a:lnTo>
                  <a:lnTo>
                    <a:pt x="391" y="203"/>
                  </a:lnTo>
                  <a:lnTo>
                    <a:pt x="391" y="203"/>
                  </a:lnTo>
                  <a:lnTo>
                    <a:pt x="389" y="203"/>
                  </a:lnTo>
                  <a:lnTo>
                    <a:pt x="389" y="203"/>
                  </a:lnTo>
                  <a:lnTo>
                    <a:pt x="387" y="203"/>
                  </a:lnTo>
                  <a:lnTo>
                    <a:pt x="383" y="203"/>
                  </a:lnTo>
                  <a:lnTo>
                    <a:pt x="376" y="201"/>
                  </a:lnTo>
                  <a:lnTo>
                    <a:pt x="372" y="203"/>
                  </a:lnTo>
                  <a:lnTo>
                    <a:pt x="368" y="203"/>
                  </a:lnTo>
                  <a:lnTo>
                    <a:pt x="366" y="201"/>
                  </a:lnTo>
                  <a:lnTo>
                    <a:pt x="364" y="201"/>
                  </a:lnTo>
                  <a:lnTo>
                    <a:pt x="362" y="199"/>
                  </a:lnTo>
                  <a:lnTo>
                    <a:pt x="362" y="199"/>
                  </a:lnTo>
                  <a:lnTo>
                    <a:pt x="360" y="199"/>
                  </a:lnTo>
                  <a:lnTo>
                    <a:pt x="360" y="199"/>
                  </a:lnTo>
                  <a:lnTo>
                    <a:pt x="359" y="199"/>
                  </a:lnTo>
                  <a:lnTo>
                    <a:pt x="357" y="201"/>
                  </a:lnTo>
                  <a:lnTo>
                    <a:pt x="355" y="203"/>
                  </a:lnTo>
                  <a:lnTo>
                    <a:pt x="351" y="205"/>
                  </a:lnTo>
                  <a:lnTo>
                    <a:pt x="351" y="205"/>
                  </a:lnTo>
                  <a:lnTo>
                    <a:pt x="349" y="205"/>
                  </a:lnTo>
                  <a:lnTo>
                    <a:pt x="347" y="205"/>
                  </a:lnTo>
                  <a:lnTo>
                    <a:pt x="347" y="201"/>
                  </a:lnTo>
                  <a:lnTo>
                    <a:pt x="345" y="199"/>
                  </a:lnTo>
                  <a:lnTo>
                    <a:pt x="345" y="186"/>
                  </a:lnTo>
                  <a:lnTo>
                    <a:pt x="343" y="186"/>
                  </a:lnTo>
                  <a:lnTo>
                    <a:pt x="341" y="182"/>
                  </a:lnTo>
                  <a:lnTo>
                    <a:pt x="341" y="180"/>
                  </a:lnTo>
                  <a:lnTo>
                    <a:pt x="341" y="178"/>
                  </a:lnTo>
                  <a:lnTo>
                    <a:pt x="341" y="176"/>
                  </a:lnTo>
                  <a:lnTo>
                    <a:pt x="339" y="175"/>
                  </a:lnTo>
                  <a:lnTo>
                    <a:pt x="341" y="173"/>
                  </a:lnTo>
                  <a:lnTo>
                    <a:pt x="341" y="173"/>
                  </a:lnTo>
                  <a:lnTo>
                    <a:pt x="341" y="171"/>
                  </a:lnTo>
                  <a:lnTo>
                    <a:pt x="343" y="171"/>
                  </a:lnTo>
                  <a:lnTo>
                    <a:pt x="343" y="169"/>
                  </a:lnTo>
                  <a:lnTo>
                    <a:pt x="341" y="169"/>
                  </a:lnTo>
                  <a:lnTo>
                    <a:pt x="339" y="169"/>
                  </a:lnTo>
                  <a:lnTo>
                    <a:pt x="339" y="169"/>
                  </a:lnTo>
                  <a:lnTo>
                    <a:pt x="338" y="169"/>
                  </a:lnTo>
                  <a:lnTo>
                    <a:pt x="336" y="171"/>
                  </a:lnTo>
                  <a:lnTo>
                    <a:pt x="334" y="171"/>
                  </a:lnTo>
                  <a:lnTo>
                    <a:pt x="334" y="169"/>
                  </a:lnTo>
                  <a:lnTo>
                    <a:pt x="334" y="169"/>
                  </a:lnTo>
                  <a:lnTo>
                    <a:pt x="332" y="167"/>
                  </a:lnTo>
                  <a:lnTo>
                    <a:pt x="332" y="165"/>
                  </a:lnTo>
                  <a:lnTo>
                    <a:pt x="332" y="165"/>
                  </a:lnTo>
                  <a:lnTo>
                    <a:pt x="332" y="163"/>
                  </a:lnTo>
                  <a:lnTo>
                    <a:pt x="332" y="163"/>
                  </a:lnTo>
                  <a:lnTo>
                    <a:pt x="330" y="163"/>
                  </a:lnTo>
                  <a:lnTo>
                    <a:pt x="330" y="163"/>
                  </a:lnTo>
                  <a:lnTo>
                    <a:pt x="330" y="163"/>
                  </a:lnTo>
                  <a:lnTo>
                    <a:pt x="328" y="163"/>
                  </a:lnTo>
                  <a:lnTo>
                    <a:pt x="328" y="165"/>
                  </a:lnTo>
                  <a:lnTo>
                    <a:pt x="328" y="167"/>
                  </a:lnTo>
                  <a:lnTo>
                    <a:pt x="328" y="167"/>
                  </a:lnTo>
                  <a:lnTo>
                    <a:pt x="328" y="167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4" y="167"/>
                  </a:lnTo>
                  <a:lnTo>
                    <a:pt x="322" y="167"/>
                  </a:lnTo>
                  <a:lnTo>
                    <a:pt x="322" y="167"/>
                  </a:lnTo>
                  <a:lnTo>
                    <a:pt x="320" y="165"/>
                  </a:lnTo>
                  <a:lnTo>
                    <a:pt x="320" y="165"/>
                  </a:lnTo>
                  <a:lnTo>
                    <a:pt x="322" y="163"/>
                  </a:lnTo>
                  <a:lnTo>
                    <a:pt x="322" y="163"/>
                  </a:lnTo>
                  <a:lnTo>
                    <a:pt x="322" y="161"/>
                  </a:lnTo>
                  <a:lnTo>
                    <a:pt x="324" y="161"/>
                  </a:lnTo>
                  <a:lnTo>
                    <a:pt x="324" y="161"/>
                  </a:lnTo>
                  <a:lnTo>
                    <a:pt x="326" y="159"/>
                  </a:lnTo>
                  <a:lnTo>
                    <a:pt x="326" y="159"/>
                  </a:lnTo>
                  <a:lnTo>
                    <a:pt x="324" y="157"/>
                  </a:lnTo>
                  <a:lnTo>
                    <a:pt x="322" y="156"/>
                  </a:lnTo>
                  <a:lnTo>
                    <a:pt x="320" y="150"/>
                  </a:lnTo>
                  <a:lnTo>
                    <a:pt x="320" y="146"/>
                  </a:lnTo>
                  <a:lnTo>
                    <a:pt x="318" y="144"/>
                  </a:lnTo>
                  <a:lnTo>
                    <a:pt x="318" y="144"/>
                  </a:lnTo>
                  <a:lnTo>
                    <a:pt x="317" y="142"/>
                  </a:lnTo>
                  <a:lnTo>
                    <a:pt x="315" y="140"/>
                  </a:lnTo>
                  <a:lnTo>
                    <a:pt x="313" y="138"/>
                  </a:lnTo>
                  <a:lnTo>
                    <a:pt x="313" y="137"/>
                  </a:lnTo>
                  <a:lnTo>
                    <a:pt x="307" y="131"/>
                  </a:lnTo>
                  <a:lnTo>
                    <a:pt x="305" y="129"/>
                  </a:lnTo>
                  <a:lnTo>
                    <a:pt x="305" y="129"/>
                  </a:lnTo>
                  <a:lnTo>
                    <a:pt x="303" y="127"/>
                  </a:lnTo>
                  <a:lnTo>
                    <a:pt x="301" y="127"/>
                  </a:lnTo>
                  <a:lnTo>
                    <a:pt x="299" y="125"/>
                  </a:lnTo>
                  <a:lnTo>
                    <a:pt x="299" y="125"/>
                  </a:lnTo>
                  <a:lnTo>
                    <a:pt x="298" y="125"/>
                  </a:lnTo>
                  <a:lnTo>
                    <a:pt x="294" y="125"/>
                  </a:lnTo>
                  <a:lnTo>
                    <a:pt x="292" y="127"/>
                  </a:lnTo>
                  <a:lnTo>
                    <a:pt x="290" y="125"/>
                  </a:lnTo>
                  <a:lnTo>
                    <a:pt x="290" y="125"/>
                  </a:lnTo>
                  <a:lnTo>
                    <a:pt x="290" y="123"/>
                  </a:lnTo>
                  <a:lnTo>
                    <a:pt x="288" y="123"/>
                  </a:lnTo>
                  <a:lnTo>
                    <a:pt x="288" y="125"/>
                  </a:lnTo>
                  <a:lnTo>
                    <a:pt x="288" y="125"/>
                  </a:lnTo>
                  <a:lnTo>
                    <a:pt x="286" y="125"/>
                  </a:lnTo>
                  <a:lnTo>
                    <a:pt x="286" y="125"/>
                  </a:lnTo>
                  <a:lnTo>
                    <a:pt x="286" y="123"/>
                  </a:lnTo>
                  <a:lnTo>
                    <a:pt x="284" y="123"/>
                  </a:lnTo>
                  <a:lnTo>
                    <a:pt x="284" y="121"/>
                  </a:lnTo>
                  <a:lnTo>
                    <a:pt x="284" y="121"/>
                  </a:lnTo>
                  <a:lnTo>
                    <a:pt x="282" y="119"/>
                  </a:lnTo>
                  <a:lnTo>
                    <a:pt x="282" y="118"/>
                  </a:lnTo>
                  <a:lnTo>
                    <a:pt x="282" y="118"/>
                  </a:lnTo>
                  <a:lnTo>
                    <a:pt x="282" y="116"/>
                  </a:lnTo>
                  <a:lnTo>
                    <a:pt x="282" y="116"/>
                  </a:lnTo>
                  <a:lnTo>
                    <a:pt x="280" y="114"/>
                  </a:lnTo>
                  <a:lnTo>
                    <a:pt x="280" y="114"/>
                  </a:lnTo>
                  <a:lnTo>
                    <a:pt x="278" y="114"/>
                  </a:lnTo>
                  <a:lnTo>
                    <a:pt x="277" y="116"/>
                  </a:lnTo>
                  <a:lnTo>
                    <a:pt x="277" y="116"/>
                  </a:lnTo>
                  <a:lnTo>
                    <a:pt x="269" y="116"/>
                  </a:lnTo>
                  <a:lnTo>
                    <a:pt x="261" y="116"/>
                  </a:lnTo>
                  <a:lnTo>
                    <a:pt x="261" y="116"/>
                  </a:lnTo>
                  <a:lnTo>
                    <a:pt x="259" y="112"/>
                  </a:lnTo>
                  <a:lnTo>
                    <a:pt x="259" y="112"/>
                  </a:lnTo>
                  <a:lnTo>
                    <a:pt x="258" y="110"/>
                  </a:lnTo>
                  <a:lnTo>
                    <a:pt x="254" y="108"/>
                  </a:lnTo>
                  <a:lnTo>
                    <a:pt x="252" y="106"/>
                  </a:lnTo>
                  <a:lnTo>
                    <a:pt x="246" y="104"/>
                  </a:lnTo>
                  <a:lnTo>
                    <a:pt x="246" y="102"/>
                  </a:lnTo>
                  <a:lnTo>
                    <a:pt x="250" y="100"/>
                  </a:lnTo>
                  <a:lnTo>
                    <a:pt x="250" y="98"/>
                  </a:lnTo>
                  <a:lnTo>
                    <a:pt x="250" y="97"/>
                  </a:lnTo>
                  <a:lnTo>
                    <a:pt x="250" y="93"/>
                  </a:lnTo>
                  <a:lnTo>
                    <a:pt x="250" y="89"/>
                  </a:lnTo>
                  <a:lnTo>
                    <a:pt x="248" y="83"/>
                  </a:lnTo>
                  <a:lnTo>
                    <a:pt x="248" y="81"/>
                  </a:lnTo>
                  <a:lnTo>
                    <a:pt x="242" y="81"/>
                  </a:lnTo>
                  <a:lnTo>
                    <a:pt x="242" y="81"/>
                  </a:lnTo>
                  <a:lnTo>
                    <a:pt x="240" y="78"/>
                  </a:lnTo>
                  <a:lnTo>
                    <a:pt x="242" y="76"/>
                  </a:lnTo>
                  <a:lnTo>
                    <a:pt x="244" y="74"/>
                  </a:lnTo>
                  <a:lnTo>
                    <a:pt x="246" y="70"/>
                  </a:lnTo>
                  <a:lnTo>
                    <a:pt x="248" y="70"/>
                  </a:lnTo>
                  <a:lnTo>
                    <a:pt x="248" y="68"/>
                  </a:lnTo>
                  <a:lnTo>
                    <a:pt x="248" y="66"/>
                  </a:lnTo>
                  <a:lnTo>
                    <a:pt x="248" y="64"/>
                  </a:lnTo>
                  <a:lnTo>
                    <a:pt x="248" y="62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8" y="59"/>
                  </a:lnTo>
                  <a:lnTo>
                    <a:pt x="250" y="59"/>
                  </a:lnTo>
                  <a:lnTo>
                    <a:pt x="250" y="57"/>
                  </a:lnTo>
                  <a:lnTo>
                    <a:pt x="250" y="55"/>
                  </a:lnTo>
                  <a:lnTo>
                    <a:pt x="250" y="53"/>
                  </a:lnTo>
                  <a:lnTo>
                    <a:pt x="250" y="53"/>
                  </a:lnTo>
                  <a:lnTo>
                    <a:pt x="250" y="51"/>
                  </a:lnTo>
                  <a:lnTo>
                    <a:pt x="250" y="47"/>
                  </a:lnTo>
                  <a:lnTo>
                    <a:pt x="250" y="45"/>
                  </a:lnTo>
                  <a:lnTo>
                    <a:pt x="250" y="45"/>
                  </a:lnTo>
                  <a:lnTo>
                    <a:pt x="250" y="43"/>
                  </a:lnTo>
                  <a:lnTo>
                    <a:pt x="250" y="41"/>
                  </a:lnTo>
                  <a:lnTo>
                    <a:pt x="250" y="41"/>
                  </a:lnTo>
                  <a:lnTo>
                    <a:pt x="248" y="41"/>
                  </a:lnTo>
                  <a:lnTo>
                    <a:pt x="248" y="40"/>
                  </a:lnTo>
                  <a:lnTo>
                    <a:pt x="248" y="40"/>
                  </a:lnTo>
                  <a:lnTo>
                    <a:pt x="246" y="38"/>
                  </a:lnTo>
                  <a:lnTo>
                    <a:pt x="246" y="38"/>
                  </a:lnTo>
                  <a:lnTo>
                    <a:pt x="246" y="38"/>
                  </a:lnTo>
                  <a:lnTo>
                    <a:pt x="244" y="38"/>
                  </a:lnTo>
                  <a:lnTo>
                    <a:pt x="242" y="38"/>
                  </a:lnTo>
                  <a:lnTo>
                    <a:pt x="242" y="38"/>
                  </a:lnTo>
                  <a:lnTo>
                    <a:pt x="242" y="36"/>
                  </a:lnTo>
                  <a:lnTo>
                    <a:pt x="240" y="36"/>
                  </a:lnTo>
                  <a:lnTo>
                    <a:pt x="240" y="36"/>
                  </a:lnTo>
                  <a:lnTo>
                    <a:pt x="238" y="34"/>
                  </a:lnTo>
                  <a:lnTo>
                    <a:pt x="238" y="32"/>
                  </a:lnTo>
                  <a:lnTo>
                    <a:pt x="237" y="30"/>
                  </a:lnTo>
                  <a:lnTo>
                    <a:pt x="237" y="30"/>
                  </a:lnTo>
                  <a:lnTo>
                    <a:pt x="235" y="28"/>
                  </a:lnTo>
                  <a:lnTo>
                    <a:pt x="229" y="28"/>
                  </a:lnTo>
                  <a:lnTo>
                    <a:pt x="227" y="28"/>
                  </a:lnTo>
                  <a:lnTo>
                    <a:pt x="227" y="28"/>
                  </a:lnTo>
                  <a:lnTo>
                    <a:pt x="227" y="28"/>
                  </a:lnTo>
                  <a:lnTo>
                    <a:pt x="219" y="30"/>
                  </a:lnTo>
                  <a:lnTo>
                    <a:pt x="219" y="32"/>
                  </a:lnTo>
                  <a:lnTo>
                    <a:pt x="217" y="32"/>
                  </a:lnTo>
                  <a:lnTo>
                    <a:pt x="217" y="32"/>
                  </a:lnTo>
                  <a:lnTo>
                    <a:pt x="217" y="34"/>
                  </a:lnTo>
                  <a:lnTo>
                    <a:pt x="217" y="34"/>
                  </a:lnTo>
                  <a:lnTo>
                    <a:pt x="217" y="36"/>
                  </a:lnTo>
                  <a:lnTo>
                    <a:pt x="217" y="36"/>
                  </a:lnTo>
                  <a:lnTo>
                    <a:pt x="216" y="36"/>
                  </a:lnTo>
                  <a:lnTo>
                    <a:pt x="216" y="36"/>
                  </a:lnTo>
                  <a:lnTo>
                    <a:pt x="216" y="36"/>
                  </a:lnTo>
                  <a:lnTo>
                    <a:pt x="214" y="36"/>
                  </a:lnTo>
                  <a:lnTo>
                    <a:pt x="214" y="36"/>
                  </a:lnTo>
                  <a:lnTo>
                    <a:pt x="214" y="36"/>
                  </a:lnTo>
                  <a:lnTo>
                    <a:pt x="214" y="36"/>
                  </a:lnTo>
                  <a:lnTo>
                    <a:pt x="212" y="36"/>
                  </a:lnTo>
                  <a:lnTo>
                    <a:pt x="212" y="34"/>
                  </a:lnTo>
                  <a:lnTo>
                    <a:pt x="212" y="34"/>
                  </a:lnTo>
                  <a:lnTo>
                    <a:pt x="208" y="34"/>
                  </a:lnTo>
                  <a:lnTo>
                    <a:pt x="208" y="34"/>
                  </a:lnTo>
                  <a:lnTo>
                    <a:pt x="208" y="34"/>
                  </a:lnTo>
                  <a:lnTo>
                    <a:pt x="200" y="34"/>
                  </a:lnTo>
                  <a:lnTo>
                    <a:pt x="198" y="34"/>
                  </a:lnTo>
                  <a:lnTo>
                    <a:pt x="198" y="34"/>
                  </a:lnTo>
                  <a:lnTo>
                    <a:pt x="197" y="34"/>
                  </a:lnTo>
                  <a:lnTo>
                    <a:pt x="197" y="32"/>
                  </a:lnTo>
                  <a:lnTo>
                    <a:pt x="197" y="30"/>
                  </a:lnTo>
                  <a:lnTo>
                    <a:pt x="195" y="30"/>
                  </a:lnTo>
                  <a:lnTo>
                    <a:pt x="195" y="30"/>
                  </a:lnTo>
                  <a:lnTo>
                    <a:pt x="185" y="28"/>
                  </a:lnTo>
                  <a:lnTo>
                    <a:pt x="185" y="28"/>
                  </a:lnTo>
                  <a:lnTo>
                    <a:pt x="185" y="28"/>
                  </a:lnTo>
                  <a:lnTo>
                    <a:pt x="183" y="28"/>
                  </a:lnTo>
                  <a:lnTo>
                    <a:pt x="183" y="24"/>
                  </a:lnTo>
                  <a:lnTo>
                    <a:pt x="181" y="24"/>
                  </a:lnTo>
                  <a:lnTo>
                    <a:pt x="181" y="24"/>
                  </a:lnTo>
                  <a:lnTo>
                    <a:pt x="179" y="22"/>
                  </a:lnTo>
                  <a:lnTo>
                    <a:pt x="177" y="22"/>
                  </a:lnTo>
                  <a:lnTo>
                    <a:pt x="177" y="22"/>
                  </a:lnTo>
                  <a:lnTo>
                    <a:pt x="172" y="24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6" y="26"/>
                  </a:lnTo>
                  <a:lnTo>
                    <a:pt x="166" y="28"/>
                  </a:lnTo>
                  <a:lnTo>
                    <a:pt x="164" y="30"/>
                  </a:lnTo>
                  <a:lnTo>
                    <a:pt x="164" y="30"/>
                  </a:lnTo>
                  <a:lnTo>
                    <a:pt x="162" y="30"/>
                  </a:lnTo>
                  <a:lnTo>
                    <a:pt x="160" y="30"/>
                  </a:lnTo>
                  <a:lnTo>
                    <a:pt x="160" y="30"/>
                  </a:lnTo>
                  <a:lnTo>
                    <a:pt x="160" y="30"/>
                  </a:lnTo>
                  <a:lnTo>
                    <a:pt x="160" y="30"/>
                  </a:lnTo>
                  <a:lnTo>
                    <a:pt x="158" y="30"/>
                  </a:lnTo>
                  <a:lnTo>
                    <a:pt x="158" y="28"/>
                  </a:lnTo>
                  <a:lnTo>
                    <a:pt x="157" y="28"/>
                  </a:lnTo>
                  <a:lnTo>
                    <a:pt x="155" y="28"/>
                  </a:lnTo>
                  <a:lnTo>
                    <a:pt x="155" y="28"/>
                  </a:lnTo>
                  <a:lnTo>
                    <a:pt x="155" y="26"/>
                  </a:lnTo>
                  <a:lnTo>
                    <a:pt x="155" y="26"/>
                  </a:lnTo>
                  <a:lnTo>
                    <a:pt x="155" y="26"/>
                  </a:lnTo>
                  <a:lnTo>
                    <a:pt x="153" y="24"/>
                  </a:lnTo>
                  <a:lnTo>
                    <a:pt x="151" y="24"/>
                  </a:lnTo>
                  <a:lnTo>
                    <a:pt x="151" y="24"/>
                  </a:lnTo>
                  <a:lnTo>
                    <a:pt x="151" y="22"/>
                  </a:lnTo>
                  <a:lnTo>
                    <a:pt x="149" y="22"/>
                  </a:lnTo>
                  <a:lnTo>
                    <a:pt x="147" y="15"/>
                  </a:lnTo>
                  <a:lnTo>
                    <a:pt x="147" y="15"/>
                  </a:lnTo>
                  <a:lnTo>
                    <a:pt x="147" y="15"/>
                  </a:lnTo>
                  <a:lnTo>
                    <a:pt x="147" y="15"/>
                  </a:lnTo>
                  <a:lnTo>
                    <a:pt x="145" y="13"/>
                  </a:lnTo>
                  <a:lnTo>
                    <a:pt x="145" y="13"/>
                  </a:lnTo>
                  <a:lnTo>
                    <a:pt x="145" y="13"/>
                  </a:lnTo>
                  <a:lnTo>
                    <a:pt x="143" y="11"/>
                  </a:lnTo>
                  <a:lnTo>
                    <a:pt x="141" y="11"/>
                  </a:lnTo>
                  <a:lnTo>
                    <a:pt x="137" y="11"/>
                  </a:lnTo>
                  <a:lnTo>
                    <a:pt x="136" y="11"/>
                  </a:lnTo>
                  <a:lnTo>
                    <a:pt x="136" y="11"/>
                  </a:lnTo>
                  <a:lnTo>
                    <a:pt x="132" y="9"/>
                  </a:lnTo>
                  <a:lnTo>
                    <a:pt x="126" y="7"/>
                  </a:lnTo>
                  <a:lnTo>
                    <a:pt x="124" y="7"/>
                  </a:lnTo>
                  <a:lnTo>
                    <a:pt x="124" y="7"/>
                  </a:lnTo>
                  <a:lnTo>
                    <a:pt x="122" y="7"/>
                  </a:lnTo>
                  <a:lnTo>
                    <a:pt x="120" y="7"/>
                  </a:lnTo>
                  <a:lnTo>
                    <a:pt x="120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6" y="5"/>
                  </a:lnTo>
                  <a:lnTo>
                    <a:pt x="116" y="5"/>
                  </a:lnTo>
                  <a:lnTo>
                    <a:pt x="116" y="7"/>
                  </a:lnTo>
                  <a:lnTo>
                    <a:pt x="116" y="7"/>
                  </a:lnTo>
                  <a:lnTo>
                    <a:pt x="115" y="7"/>
                  </a:lnTo>
                  <a:lnTo>
                    <a:pt x="115" y="7"/>
                  </a:lnTo>
                  <a:lnTo>
                    <a:pt x="115" y="7"/>
                  </a:lnTo>
                  <a:lnTo>
                    <a:pt x="115" y="7"/>
                  </a:lnTo>
                  <a:lnTo>
                    <a:pt x="115" y="9"/>
                  </a:lnTo>
                  <a:lnTo>
                    <a:pt x="113" y="9"/>
                  </a:lnTo>
                  <a:lnTo>
                    <a:pt x="107" y="5"/>
                  </a:lnTo>
                  <a:lnTo>
                    <a:pt x="107" y="5"/>
                  </a:lnTo>
                  <a:lnTo>
                    <a:pt x="107" y="5"/>
                  </a:lnTo>
                  <a:lnTo>
                    <a:pt x="107" y="5"/>
                  </a:lnTo>
                  <a:lnTo>
                    <a:pt x="105" y="3"/>
                  </a:lnTo>
                  <a:lnTo>
                    <a:pt x="105" y="1"/>
                  </a:lnTo>
                  <a:lnTo>
                    <a:pt x="105" y="1"/>
                  </a:lnTo>
                  <a:lnTo>
                    <a:pt x="103" y="1"/>
                  </a:lnTo>
                  <a:lnTo>
                    <a:pt x="99" y="0"/>
                  </a:lnTo>
                  <a:lnTo>
                    <a:pt x="99" y="1"/>
                  </a:lnTo>
                  <a:lnTo>
                    <a:pt x="99" y="3"/>
                  </a:lnTo>
                  <a:lnTo>
                    <a:pt x="103" y="13"/>
                  </a:lnTo>
                  <a:lnTo>
                    <a:pt x="103" y="13"/>
                  </a:lnTo>
                  <a:lnTo>
                    <a:pt x="105" y="13"/>
                  </a:lnTo>
                  <a:lnTo>
                    <a:pt x="105" y="13"/>
                  </a:lnTo>
                  <a:lnTo>
                    <a:pt x="107" y="15"/>
                  </a:lnTo>
                  <a:lnTo>
                    <a:pt x="107" y="15"/>
                  </a:lnTo>
                  <a:lnTo>
                    <a:pt x="107" y="17"/>
                  </a:lnTo>
                  <a:lnTo>
                    <a:pt x="107" y="17"/>
                  </a:lnTo>
                  <a:lnTo>
                    <a:pt x="105" y="19"/>
                  </a:lnTo>
                  <a:lnTo>
                    <a:pt x="105" y="19"/>
                  </a:lnTo>
                  <a:lnTo>
                    <a:pt x="105" y="19"/>
                  </a:lnTo>
                  <a:lnTo>
                    <a:pt x="101" y="21"/>
                  </a:lnTo>
                  <a:lnTo>
                    <a:pt x="101" y="22"/>
                  </a:lnTo>
                  <a:lnTo>
                    <a:pt x="99" y="24"/>
                  </a:lnTo>
                  <a:lnTo>
                    <a:pt x="99" y="26"/>
                  </a:lnTo>
                  <a:lnTo>
                    <a:pt x="97" y="28"/>
                  </a:lnTo>
                  <a:lnTo>
                    <a:pt x="97" y="30"/>
                  </a:lnTo>
                  <a:lnTo>
                    <a:pt x="97" y="32"/>
                  </a:lnTo>
                  <a:lnTo>
                    <a:pt x="97" y="38"/>
                  </a:lnTo>
                  <a:lnTo>
                    <a:pt x="97" y="38"/>
                  </a:lnTo>
                  <a:lnTo>
                    <a:pt x="97" y="40"/>
                  </a:lnTo>
                  <a:lnTo>
                    <a:pt x="97" y="40"/>
                  </a:lnTo>
                  <a:lnTo>
                    <a:pt x="96" y="40"/>
                  </a:lnTo>
                  <a:lnTo>
                    <a:pt x="96" y="41"/>
                  </a:lnTo>
                  <a:lnTo>
                    <a:pt x="92" y="41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6" y="47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6" y="51"/>
                  </a:lnTo>
                  <a:lnTo>
                    <a:pt x="86" y="51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86" y="59"/>
                  </a:lnTo>
                  <a:lnTo>
                    <a:pt x="86" y="60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0" y="60"/>
                  </a:lnTo>
                  <a:lnTo>
                    <a:pt x="80" y="60"/>
                  </a:lnTo>
                  <a:lnTo>
                    <a:pt x="78" y="60"/>
                  </a:lnTo>
                  <a:lnTo>
                    <a:pt x="78" y="60"/>
                  </a:lnTo>
                  <a:lnTo>
                    <a:pt x="78" y="60"/>
                  </a:lnTo>
                  <a:lnTo>
                    <a:pt x="76" y="60"/>
                  </a:lnTo>
                  <a:lnTo>
                    <a:pt x="75" y="60"/>
                  </a:lnTo>
                  <a:lnTo>
                    <a:pt x="75" y="60"/>
                  </a:lnTo>
                  <a:lnTo>
                    <a:pt x="73" y="60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7" y="55"/>
                  </a:lnTo>
                  <a:lnTo>
                    <a:pt x="65" y="55"/>
                  </a:lnTo>
                  <a:lnTo>
                    <a:pt x="65" y="55"/>
                  </a:lnTo>
                  <a:lnTo>
                    <a:pt x="63" y="55"/>
                  </a:lnTo>
                  <a:lnTo>
                    <a:pt x="63" y="55"/>
                  </a:lnTo>
                  <a:lnTo>
                    <a:pt x="61" y="55"/>
                  </a:lnTo>
                  <a:lnTo>
                    <a:pt x="61" y="55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9" y="59"/>
                  </a:lnTo>
                  <a:lnTo>
                    <a:pt x="59" y="59"/>
                  </a:lnTo>
                  <a:lnTo>
                    <a:pt x="59" y="60"/>
                  </a:lnTo>
                  <a:lnTo>
                    <a:pt x="57" y="62"/>
                  </a:lnTo>
                  <a:lnTo>
                    <a:pt x="56" y="62"/>
                  </a:lnTo>
                  <a:lnTo>
                    <a:pt x="56" y="64"/>
                  </a:lnTo>
                  <a:lnTo>
                    <a:pt x="56" y="68"/>
                  </a:lnTo>
                  <a:lnTo>
                    <a:pt x="54" y="70"/>
                  </a:lnTo>
                  <a:lnTo>
                    <a:pt x="54" y="70"/>
                  </a:lnTo>
                  <a:lnTo>
                    <a:pt x="54" y="72"/>
                  </a:lnTo>
                  <a:lnTo>
                    <a:pt x="54" y="72"/>
                  </a:lnTo>
                  <a:lnTo>
                    <a:pt x="54" y="74"/>
                  </a:lnTo>
                  <a:lnTo>
                    <a:pt x="54" y="74"/>
                  </a:lnTo>
                  <a:lnTo>
                    <a:pt x="54" y="74"/>
                  </a:lnTo>
                  <a:lnTo>
                    <a:pt x="54" y="76"/>
                  </a:lnTo>
                  <a:lnTo>
                    <a:pt x="52" y="76"/>
                  </a:lnTo>
                  <a:lnTo>
                    <a:pt x="52" y="76"/>
                  </a:lnTo>
                  <a:lnTo>
                    <a:pt x="52" y="76"/>
                  </a:lnTo>
                  <a:lnTo>
                    <a:pt x="50" y="78"/>
                  </a:lnTo>
                  <a:lnTo>
                    <a:pt x="48" y="79"/>
                  </a:lnTo>
                  <a:lnTo>
                    <a:pt x="48" y="79"/>
                  </a:lnTo>
                  <a:lnTo>
                    <a:pt x="46" y="81"/>
                  </a:lnTo>
                  <a:lnTo>
                    <a:pt x="46" y="81"/>
                  </a:lnTo>
                  <a:lnTo>
                    <a:pt x="46" y="81"/>
                  </a:lnTo>
                  <a:lnTo>
                    <a:pt x="46" y="83"/>
                  </a:lnTo>
                  <a:lnTo>
                    <a:pt x="48" y="85"/>
                  </a:lnTo>
                  <a:lnTo>
                    <a:pt x="48" y="85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2" y="87"/>
                  </a:lnTo>
                  <a:lnTo>
                    <a:pt x="52" y="89"/>
                  </a:lnTo>
                  <a:lnTo>
                    <a:pt x="52" y="89"/>
                  </a:lnTo>
                  <a:lnTo>
                    <a:pt x="52" y="89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54" y="91"/>
                  </a:lnTo>
                  <a:lnTo>
                    <a:pt x="54" y="91"/>
                  </a:lnTo>
                  <a:lnTo>
                    <a:pt x="54" y="91"/>
                  </a:lnTo>
                  <a:lnTo>
                    <a:pt x="54" y="93"/>
                  </a:lnTo>
                  <a:lnTo>
                    <a:pt x="54" y="93"/>
                  </a:lnTo>
                  <a:lnTo>
                    <a:pt x="54" y="95"/>
                  </a:lnTo>
                  <a:lnTo>
                    <a:pt x="56" y="95"/>
                  </a:lnTo>
                  <a:lnTo>
                    <a:pt x="56" y="97"/>
                  </a:lnTo>
                  <a:lnTo>
                    <a:pt x="59" y="98"/>
                  </a:lnTo>
                  <a:lnTo>
                    <a:pt x="61" y="100"/>
                  </a:lnTo>
                  <a:lnTo>
                    <a:pt x="61" y="100"/>
                  </a:lnTo>
                  <a:lnTo>
                    <a:pt x="61" y="100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59" y="102"/>
                  </a:lnTo>
                  <a:lnTo>
                    <a:pt x="57" y="102"/>
                  </a:lnTo>
                  <a:lnTo>
                    <a:pt x="57" y="104"/>
                  </a:lnTo>
                  <a:lnTo>
                    <a:pt x="56" y="104"/>
                  </a:lnTo>
                  <a:lnTo>
                    <a:pt x="54" y="104"/>
                  </a:lnTo>
                  <a:lnTo>
                    <a:pt x="54" y="106"/>
                  </a:lnTo>
                  <a:lnTo>
                    <a:pt x="52" y="108"/>
                  </a:lnTo>
                  <a:lnTo>
                    <a:pt x="50" y="114"/>
                  </a:lnTo>
                  <a:lnTo>
                    <a:pt x="50" y="116"/>
                  </a:lnTo>
                  <a:lnTo>
                    <a:pt x="48" y="116"/>
                  </a:lnTo>
                  <a:lnTo>
                    <a:pt x="48" y="116"/>
                  </a:lnTo>
                  <a:lnTo>
                    <a:pt x="46" y="116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42" y="116"/>
                  </a:lnTo>
                  <a:lnTo>
                    <a:pt x="42" y="118"/>
                  </a:lnTo>
                  <a:lnTo>
                    <a:pt x="42" y="119"/>
                  </a:lnTo>
                  <a:lnTo>
                    <a:pt x="42" y="119"/>
                  </a:lnTo>
                  <a:lnTo>
                    <a:pt x="42" y="119"/>
                  </a:lnTo>
                  <a:lnTo>
                    <a:pt x="42" y="121"/>
                  </a:lnTo>
                  <a:lnTo>
                    <a:pt x="42" y="123"/>
                  </a:lnTo>
                  <a:lnTo>
                    <a:pt x="42" y="125"/>
                  </a:lnTo>
                  <a:lnTo>
                    <a:pt x="40" y="127"/>
                  </a:lnTo>
                  <a:lnTo>
                    <a:pt x="40" y="127"/>
                  </a:lnTo>
                  <a:lnTo>
                    <a:pt x="40" y="129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35" y="129"/>
                  </a:lnTo>
                  <a:lnTo>
                    <a:pt x="33" y="129"/>
                  </a:lnTo>
                  <a:lnTo>
                    <a:pt x="33" y="129"/>
                  </a:lnTo>
                  <a:lnTo>
                    <a:pt x="31" y="131"/>
                  </a:lnTo>
                  <a:lnTo>
                    <a:pt x="31" y="131"/>
                  </a:lnTo>
                  <a:lnTo>
                    <a:pt x="31" y="133"/>
                  </a:lnTo>
                  <a:lnTo>
                    <a:pt x="31" y="133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29" y="137"/>
                  </a:lnTo>
                  <a:lnTo>
                    <a:pt x="29" y="137"/>
                  </a:lnTo>
                  <a:lnTo>
                    <a:pt x="29" y="137"/>
                  </a:lnTo>
                  <a:lnTo>
                    <a:pt x="29" y="138"/>
                  </a:lnTo>
                  <a:lnTo>
                    <a:pt x="27" y="138"/>
                  </a:lnTo>
                  <a:lnTo>
                    <a:pt x="27" y="140"/>
                  </a:lnTo>
                  <a:lnTo>
                    <a:pt x="27" y="142"/>
                  </a:lnTo>
                  <a:lnTo>
                    <a:pt x="27" y="142"/>
                  </a:lnTo>
                  <a:lnTo>
                    <a:pt x="25" y="144"/>
                  </a:lnTo>
                  <a:lnTo>
                    <a:pt x="25" y="144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7" y="150"/>
                  </a:lnTo>
                  <a:lnTo>
                    <a:pt x="29" y="150"/>
                  </a:lnTo>
                  <a:lnTo>
                    <a:pt x="29" y="150"/>
                  </a:lnTo>
                  <a:lnTo>
                    <a:pt x="29" y="152"/>
                  </a:lnTo>
                  <a:lnTo>
                    <a:pt x="27" y="154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29" y="159"/>
                  </a:lnTo>
                  <a:lnTo>
                    <a:pt x="29" y="161"/>
                  </a:lnTo>
                  <a:lnTo>
                    <a:pt x="29" y="161"/>
                  </a:lnTo>
                  <a:lnTo>
                    <a:pt x="31" y="167"/>
                  </a:lnTo>
                  <a:lnTo>
                    <a:pt x="33" y="171"/>
                  </a:lnTo>
                  <a:lnTo>
                    <a:pt x="33" y="173"/>
                  </a:lnTo>
                  <a:lnTo>
                    <a:pt x="33" y="173"/>
                  </a:lnTo>
                  <a:lnTo>
                    <a:pt x="31" y="173"/>
                  </a:lnTo>
                  <a:lnTo>
                    <a:pt x="31" y="173"/>
                  </a:lnTo>
                  <a:lnTo>
                    <a:pt x="29" y="173"/>
                  </a:lnTo>
                  <a:lnTo>
                    <a:pt x="29" y="175"/>
                  </a:lnTo>
                  <a:lnTo>
                    <a:pt x="29" y="175"/>
                  </a:lnTo>
                  <a:lnTo>
                    <a:pt x="29" y="175"/>
                  </a:lnTo>
                  <a:lnTo>
                    <a:pt x="29" y="176"/>
                  </a:lnTo>
                  <a:lnTo>
                    <a:pt x="29" y="176"/>
                  </a:lnTo>
                  <a:lnTo>
                    <a:pt x="33" y="178"/>
                  </a:lnTo>
                  <a:lnTo>
                    <a:pt x="33" y="180"/>
                  </a:lnTo>
                  <a:lnTo>
                    <a:pt x="33" y="182"/>
                  </a:lnTo>
                  <a:lnTo>
                    <a:pt x="35" y="184"/>
                  </a:lnTo>
                  <a:lnTo>
                    <a:pt x="35" y="188"/>
                  </a:lnTo>
                  <a:lnTo>
                    <a:pt x="35" y="190"/>
                  </a:lnTo>
                  <a:lnTo>
                    <a:pt x="35" y="190"/>
                  </a:lnTo>
                  <a:lnTo>
                    <a:pt x="35" y="190"/>
                  </a:lnTo>
                  <a:lnTo>
                    <a:pt x="29" y="195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9"/>
                  </a:lnTo>
                  <a:lnTo>
                    <a:pt x="23" y="199"/>
                  </a:lnTo>
                  <a:lnTo>
                    <a:pt x="23" y="201"/>
                  </a:lnTo>
                  <a:lnTo>
                    <a:pt x="23" y="201"/>
                  </a:lnTo>
                  <a:lnTo>
                    <a:pt x="23" y="201"/>
                  </a:lnTo>
                  <a:lnTo>
                    <a:pt x="23" y="201"/>
                  </a:lnTo>
                  <a:lnTo>
                    <a:pt x="23" y="203"/>
                  </a:lnTo>
                  <a:lnTo>
                    <a:pt x="25" y="203"/>
                  </a:lnTo>
                  <a:lnTo>
                    <a:pt x="25" y="205"/>
                  </a:lnTo>
                  <a:lnTo>
                    <a:pt x="25" y="205"/>
                  </a:lnTo>
                  <a:lnTo>
                    <a:pt x="27" y="207"/>
                  </a:lnTo>
                  <a:lnTo>
                    <a:pt x="25" y="207"/>
                  </a:lnTo>
                  <a:lnTo>
                    <a:pt x="25" y="209"/>
                  </a:lnTo>
                  <a:lnTo>
                    <a:pt x="25" y="209"/>
                  </a:lnTo>
                  <a:lnTo>
                    <a:pt x="21" y="211"/>
                  </a:lnTo>
                  <a:lnTo>
                    <a:pt x="21" y="211"/>
                  </a:lnTo>
                  <a:lnTo>
                    <a:pt x="19" y="211"/>
                  </a:lnTo>
                  <a:lnTo>
                    <a:pt x="19" y="213"/>
                  </a:lnTo>
                  <a:lnTo>
                    <a:pt x="16" y="216"/>
                  </a:lnTo>
                  <a:lnTo>
                    <a:pt x="16" y="218"/>
                  </a:lnTo>
                  <a:lnTo>
                    <a:pt x="16" y="220"/>
                  </a:lnTo>
                  <a:lnTo>
                    <a:pt x="19" y="222"/>
                  </a:lnTo>
                  <a:lnTo>
                    <a:pt x="19" y="222"/>
                  </a:lnTo>
                  <a:lnTo>
                    <a:pt x="21" y="224"/>
                  </a:lnTo>
                  <a:lnTo>
                    <a:pt x="23" y="224"/>
                  </a:lnTo>
                  <a:lnTo>
                    <a:pt x="23" y="224"/>
                  </a:lnTo>
                  <a:lnTo>
                    <a:pt x="25" y="224"/>
                  </a:lnTo>
                  <a:lnTo>
                    <a:pt x="27" y="224"/>
                  </a:lnTo>
                  <a:lnTo>
                    <a:pt x="27" y="224"/>
                  </a:lnTo>
                  <a:lnTo>
                    <a:pt x="31" y="224"/>
                  </a:lnTo>
                  <a:lnTo>
                    <a:pt x="31" y="226"/>
                  </a:lnTo>
                  <a:lnTo>
                    <a:pt x="31" y="228"/>
                  </a:lnTo>
                  <a:lnTo>
                    <a:pt x="33" y="228"/>
                  </a:lnTo>
                  <a:lnTo>
                    <a:pt x="33" y="228"/>
                  </a:lnTo>
                  <a:lnTo>
                    <a:pt x="35" y="226"/>
                  </a:lnTo>
                  <a:lnTo>
                    <a:pt x="36" y="226"/>
                  </a:lnTo>
                  <a:lnTo>
                    <a:pt x="36" y="224"/>
                  </a:lnTo>
                  <a:lnTo>
                    <a:pt x="38" y="224"/>
                  </a:lnTo>
                  <a:lnTo>
                    <a:pt x="40" y="224"/>
                  </a:lnTo>
                  <a:lnTo>
                    <a:pt x="40" y="226"/>
                  </a:lnTo>
                  <a:lnTo>
                    <a:pt x="40" y="226"/>
                  </a:lnTo>
                  <a:lnTo>
                    <a:pt x="36" y="232"/>
                  </a:lnTo>
                  <a:lnTo>
                    <a:pt x="36" y="232"/>
                  </a:lnTo>
                  <a:lnTo>
                    <a:pt x="36" y="232"/>
                  </a:lnTo>
                  <a:lnTo>
                    <a:pt x="33" y="234"/>
                  </a:lnTo>
                  <a:lnTo>
                    <a:pt x="31" y="234"/>
                  </a:lnTo>
                  <a:lnTo>
                    <a:pt x="31" y="235"/>
                  </a:lnTo>
                  <a:lnTo>
                    <a:pt x="31" y="235"/>
                  </a:lnTo>
                  <a:lnTo>
                    <a:pt x="29" y="237"/>
                  </a:lnTo>
                  <a:lnTo>
                    <a:pt x="29" y="237"/>
                  </a:lnTo>
                  <a:lnTo>
                    <a:pt x="27" y="237"/>
                  </a:lnTo>
                  <a:lnTo>
                    <a:pt x="27" y="237"/>
                  </a:lnTo>
                  <a:lnTo>
                    <a:pt x="25" y="239"/>
                  </a:lnTo>
                  <a:lnTo>
                    <a:pt x="25" y="239"/>
                  </a:lnTo>
                  <a:lnTo>
                    <a:pt x="23" y="241"/>
                  </a:lnTo>
                  <a:lnTo>
                    <a:pt x="23" y="243"/>
                  </a:lnTo>
                  <a:lnTo>
                    <a:pt x="12" y="258"/>
                  </a:lnTo>
                  <a:lnTo>
                    <a:pt x="10" y="262"/>
                  </a:lnTo>
                  <a:lnTo>
                    <a:pt x="10" y="262"/>
                  </a:lnTo>
                  <a:lnTo>
                    <a:pt x="12" y="264"/>
                  </a:lnTo>
                  <a:lnTo>
                    <a:pt x="12" y="264"/>
                  </a:lnTo>
                  <a:lnTo>
                    <a:pt x="12" y="264"/>
                  </a:lnTo>
                  <a:lnTo>
                    <a:pt x="14" y="266"/>
                  </a:lnTo>
                  <a:lnTo>
                    <a:pt x="16" y="266"/>
                  </a:lnTo>
                  <a:lnTo>
                    <a:pt x="16" y="266"/>
                  </a:lnTo>
                  <a:lnTo>
                    <a:pt x="16" y="268"/>
                  </a:lnTo>
                  <a:lnTo>
                    <a:pt x="17" y="272"/>
                  </a:lnTo>
                  <a:lnTo>
                    <a:pt x="17" y="272"/>
                  </a:lnTo>
                  <a:lnTo>
                    <a:pt x="19" y="275"/>
                  </a:lnTo>
                  <a:lnTo>
                    <a:pt x="19" y="277"/>
                  </a:lnTo>
                  <a:lnTo>
                    <a:pt x="19" y="279"/>
                  </a:lnTo>
                  <a:lnTo>
                    <a:pt x="19" y="281"/>
                  </a:lnTo>
                  <a:lnTo>
                    <a:pt x="17" y="283"/>
                  </a:lnTo>
                  <a:lnTo>
                    <a:pt x="17" y="285"/>
                  </a:lnTo>
                  <a:lnTo>
                    <a:pt x="17" y="287"/>
                  </a:lnTo>
                  <a:lnTo>
                    <a:pt x="17" y="298"/>
                  </a:lnTo>
                  <a:lnTo>
                    <a:pt x="17" y="300"/>
                  </a:lnTo>
                  <a:lnTo>
                    <a:pt x="16" y="300"/>
                  </a:lnTo>
                  <a:lnTo>
                    <a:pt x="16" y="300"/>
                  </a:lnTo>
                  <a:lnTo>
                    <a:pt x="16" y="302"/>
                  </a:lnTo>
                  <a:lnTo>
                    <a:pt x="16" y="306"/>
                  </a:lnTo>
                  <a:lnTo>
                    <a:pt x="16" y="306"/>
                  </a:lnTo>
                  <a:lnTo>
                    <a:pt x="16" y="308"/>
                  </a:lnTo>
                  <a:lnTo>
                    <a:pt x="16" y="308"/>
                  </a:lnTo>
                  <a:lnTo>
                    <a:pt x="17" y="308"/>
                  </a:lnTo>
                  <a:lnTo>
                    <a:pt x="17" y="310"/>
                  </a:lnTo>
                  <a:lnTo>
                    <a:pt x="17" y="310"/>
                  </a:lnTo>
                  <a:lnTo>
                    <a:pt x="17" y="310"/>
                  </a:lnTo>
                  <a:lnTo>
                    <a:pt x="16" y="312"/>
                  </a:lnTo>
                  <a:lnTo>
                    <a:pt x="16" y="312"/>
                  </a:lnTo>
                  <a:lnTo>
                    <a:pt x="16" y="313"/>
                  </a:lnTo>
                  <a:lnTo>
                    <a:pt x="16" y="313"/>
                  </a:lnTo>
                  <a:lnTo>
                    <a:pt x="16" y="313"/>
                  </a:lnTo>
                  <a:lnTo>
                    <a:pt x="16" y="313"/>
                  </a:lnTo>
                  <a:lnTo>
                    <a:pt x="17" y="313"/>
                  </a:lnTo>
                  <a:lnTo>
                    <a:pt x="17" y="313"/>
                  </a:lnTo>
                  <a:lnTo>
                    <a:pt x="17" y="313"/>
                  </a:lnTo>
                  <a:lnTo>
                    <a:pt x="17" y="315"/>
                  </a:lnTo>
                  <a:lnTo>
                    <a:pt x="17" y="315"/>
                  </a:lnTo>
                  <a:lnTo>
                    <a:pt x="17" y="317"/>
                  </a:lnTo>
                  <a:lnTo>
                    <a:pt x="17" y="317"/>
                  </a:lnTo>
                  <a:lnTo>
                    <a:pt x="17" y="319"/>
                  </a:lnTo>
                  <a:lnTo>
                    <a:pt x="16" y="319"/>
                  </a:lnTo>
                  <a:lnTo>
                    <a:pt x="16" y="321"/>
                  </a:lnTo>
                  <a:lnTo>
                    <a:pt x="14" y="321"/>
                  </a:lnTo>
                  <a:lnTo>
                    <a:pt x="14" y="321"/>
                  </a:lnTo>
                  <a:lnTo>
                    <a:pt x="12" y="323"/>
                  </a:lnTo>
                  <a:lnTo>
                    <a:pt x="12" y="325"/>
                  </a:lnTo>
                  <a:lnTo>
                    <a:pt x="12" y="325"/>
                  </a:lnTo>
                  <a:lnTo>
                    <a:pt x="12" y="327"/>
                  </a:lnTo>
                  <a:lnTo>
                    <a:pt x="8" y="327"/>
                  </a:lnTo>
                  <a:lnTo>
                    <a:pt x="6" y="329"/>
                  </a:lnTo>
                  <a:lnTo>
                    <a:pt x="2" y="332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4" y="336"/>
                  </a:lnTo>
                  <a:lnTo>
                    <a:pt x="4" y="336"/>
                  </a:lnTo>
                  <a:lnTo>
                    <a:pt x="14" y="340"/>
                  </a:lnTo>
                  <a:lnTo>
                    <a:pt x="16" y="340"/>
                  </a:lnTo>
                  <a:lnTo>
                    <a:pt x="21" y="340"/>
                  </a:lnTo>
                  <a:lnTo>
                    <a:pt x="23" y="340"/>
                  </a:lnTo>
                  <a:lnTo>
                    <a:pt x="27" y="342"/>
                  </a:lnTo>
                  <a:lnTo>
                    <a:pt x="27" y="342"/>
                  </a:lnTo>
                  <a:lnTo>
                    <a:pt x="27" y="344"/>
                  </a:lnTo>
                  <a:lnTo>
                    <a:pt x="29" y="344"/>
                  </a:lnTo>
                  <a:lnTo>
                    <a:pt x="27" y="346"/>
                  </a:lnTo>
                  <a:lnTo>
                    <a:pt x="27" y="346"/>
                  </a:lnTo>
                  <a:lnTo>
                    <a:pt x="27" y="348"/>
                  </a:lnTo>
                  <a:lnTo>
                    <a:pt x="25" y="348"/>
                  </a:lnTo>
                  <a:lnTo>
                    <a:pt x="23" y="350"/>
                  </a:lnTo>
                  <a:lnTo>
                    <a:pt x="23" y="350"/>
                  </a:lnTo>
                  <a:lnTo>
                    <a:pt x="23" y="351"/>
                  </a:lnTo>
                  <a:lnTo>
                    <a:pt x="21" y="351"/>
                  </a:lnTo>
                  <a:lnTo>
                    <a:pt x="21" y="355"/>
                  </a:lnTo>
                  <a:lnTo>
                    <a:pt x="21" y="355"/>
                  </a:lnTo>
                  <a:lnTo>
                    <a:pt x="21" y="357"/>
                  </a:lnTo>
                  <a:lnTo>
                    <a:pt x="21" y="359"/>
                  </a:lnTo>
                  <a:lnTo>
                    <a:pt x="21" y="361"/>
                  </a:lnTo>
                  <a:lnTo>
                    <a:pt x="21" y="365"/>
                  </a:lnTo>
                  <a:lnTo>
                    <a:pt x="21" y="367"/>
                  </a:lnTo>
                  <a:lnTo>
                    <a:pt x="21" y="370"/>
                  </a:lnTo>
                  <a:lnTo>
                    <a:pt x="21" y="372"/>
                  </a:lnTo>
                  <a:lnTo>
                    <a:pt x="21" y="376"/>
                  </a:lnTo>
                  <a:lnTo>
                    <a:pt x="21" y="376"/>
                  </a:lnTo>
                  <a:lnTo>
                    <a:pt x="21" y="378"/>
                  </a:lnTo>
                  <a:lnTo>
                    <a:pt x="19" y="380"/>
                  </a:lnTo>
                  <a:lnTo>
                    <a:pt x="17" y="380"/>
                  </a:lnTo>
                  <a:lnTo>
                    <a:pt x="17" y="380"/>
                  </a:lnTo>
                  <a:lnTo>
                    <a:pt x="21" y="384"/>
                  </a:lnTo>
                  <a:lnTo>
                    <a:pt x="27" y="384"/>
                  </a:lnTo>
                  <a:lnTo>
                    <a:pt x="29" y="386"/>
                  </a:lnTo>
                  <a:lnTo>
                    <a:pt x="31" y="386"/>
                  </a:lnTo>
                  <a:lnTo>
                    <a:pt x="31" y="386"/>
                  </a:lnTo>
                  <a:lnTo>
                    <a:pt x="33" y="386"/>
                  </a:lnTo>
                  <a:lnTo>
                    <a:pt x="33" y="384"/>
                  </a:lnTo>
                  <a:lnTo>
                    <a:pt x="33" y="386"/>
                  </a:lnTo>
                  <a:lnTo>
                    <a:pt x="35" y="386"/>
                  </a:lnTo>
                  <a:lnTo>
                    <a:pt x="35" y="386"/>
                  </a:lnTo>
                  <a:lnTo>
                    <a:pt x="35" y="386"/>
                  </a:lnTo>
                  <a:lnTo>
                    <a:pt x="36" y="388"/>
                  </a:lnTo>
                  <a:lnTo>
                    <a:pt x="36" y="388"/>
                  </a:lnTo>
                  <a:lnTo>
                    <a:pt x="38" y="388"/>
                  </a:lnTo>
                  <a:lnTo>
                    <a:pt x="40" y="388"/>
                  </a:lnTo>
                  <a:lnTo>
                    <a:pt x="40" y="388"/>
                  </a:lnTo>
                  <a:lnTo>
                    <a:pt x="42" y="388"/>
                  </a:lnTo>
                  <a:lnTo>
                    <a:pt x="42" y="388"/>
                  </a:lnTo>
                  <a:lnTo>
                    <a:pt x="42" y="388"/>
                  </a:lnTo>
                  <a:lnTo>
                    <a:pt x="44" y="388"/>
                  </a:lnTo>
                  <a:lnTo>
                    <a:pt x="44" y="388"/>
                  </a:lnTo>
                  <a:lnTo>
                    <a:pt x="46" y="388"/>
                  </a:lnTo>
                  <a:lnTo>
                    <a:pt x="46" y="388"/>
                  </a:lnTo>
                  <a:lnTo>
                    <a:pt x="48" y="388"/>
                  </a:lnTo>
                  <a:lnTo>
                    <a:pt x="48" y="388"/>
                  </a:lnTo>
                  <a:lnTo>
                    <a:pt x="48" y="389"/>
                  </a:lnTo>
                  <a:lnTo>
                    <a:pt x="50" y="389"/>
                  </a:lnTo>
                  <a:lnTo>
                    <a:pt x="50" y="389"/>
                  </a:lnTo>
                  <a:lnTo>
                    <a:pt x="52" y="389"/>
                  </a:lnTo>
                  <a:lnTo>
                    <a:pt x="52" y="389"/>
                  </a:lnTo>
                  <a:lnTo>
                    <a:pt x="54" y="388"/>
                  </a:lnTo>
                  <a:lnTo>
                    <a:pt x="54" y="388"/>
                  </a:lnTo>
                  <a:lnTo>
                    <a:pt x="54" y="388"/>
                  </a:lnTo>
                  <a:lnTo>
                    <a:pt x="56" y="388"/>
                  </a:lnTo>
                  <a:lnTo>
                    <a:pt x="56" y="388"/>
                  </a:lnTo>
                  <a:lnTo>
                    <a:pt x="57" y="386"/>
                  </a:lnTo>
                  <a:lnTo>
                    <a:pt x="57" y="386"/>
                  </a:lnTo>
                  <a:lnTo>
                    <a:pt x="59" y="386"/>
                  </a:lnTo>
                  <a:lnTo>
                    <a:pt x="61" y="388"/>
                  </a:lnTo>
                  <a:lnTo>
                    <a:pt x="63" y="388"/>
                  </a:lnTo>
                  <a:lnTo>
                    <a:pt x="63" y="388"/>
                  </a:lnTo>
                  <a:lnTo>
                    <a:pt x="65" y="388"/>
                  </a:lnTo>
                  <a:lnTo>
                    <a:pt x="67" y="388"/>
                  </a:lnTo>
                  <a:lnTo>
                    <a:pt x="69" y="389"/>
                  </a:lnTo>
                  <a:lnTo>
                    <a:pt x="69" y="389"/>
                  </a:lnTo>
                  <a:lnTo>
                    <a:pt x="71" y="388"/>
                  </a:lnTo>
                  <a:lnTo>
                    <a:pt x="71" y="388"/>
                  </a:lnTo>
                  <a:lnTo>
                    <a:pt x="71" y="386"/>
                  </a:lnTo>
                  <a:lnTo>
                    <a:pt x="71" y="386"/>
                  </a:lnTo>
                  <a:lnTo>
                    <a:pt x="73" y="386"/>
                  </a:lnTo>
                  <a:lnTo>
                    <a:pt x="73" y="386"/>
                  </a:lnTo>
                  <a:lnTo>
                    <a:pt x="73" y="386"/>
                  </a:lnTo>
                  <a:lnTo>
                    <a:pt x="73" y="388"/>
                  </a:lnTo>
                  <a:lnTo>
                    <a:pt x="75" y="389"/>
                  </a:lnTo>
                  <a:lnTo>
                    <a:pt x="75" y="391"/>
                  </a:lnTo>
                  <a:lnTo>
                    <a:pt x="75" y="391"/>
                  </a:lnTo>
                  <a:lnTo>
                    <a:pt x="78" y="393"/>
                  </a:lnTo>
                  <a:lnTo>
                    <a:pt x="78" y="393"/>
                  </a:lnTo>
                  <a:lnTo>
                    <a:pt x="80" y="393"/>
                  </a:lnTo>
                  <a:lnTo>
                    <a:pt x="80" y="391"/>
                  </a:lnTo>
                  <a:lnTo>
                    <a:pt x="80" y="391"/>
                  </a:lnTo>
                  <a:lnTo>
                    <a:pt x="82" y="391"/>
                  </a:lnTo>
                  <a:lnTo>
                    <a:pt x="82" y="391"/>
                  </a:lnTo>
                  <a:lnTo>
                    <a:pt x="82" y="391"/>
                  </a:lnTo>
                  <a:lnTo>
                    <a:pt x="84" y="391"/>
                  </a:lnTo>
                  <a:lnTo>
                    <a:pt x="84" y="389"/>
                  </a:lnTo>
                  <a:lnTo>
                    <a:pt x="84" y="389"/>
                  </a:lnTo>
                  <a:lnTo>
                    <a:pt x="86" y="388"/>
                  </a:lnTo>
                  <a:lnTo>
                    <a:pt x="86" y="388"/>
                  </a:lnTo>
                  <a:lnTo>
                    <a:pt x="86" y="388"/>
                  </a:lnTo>
                  <a:lnTo>
                    <a:pt x="86" y="386"/>
                  </a:lnTo>
                  <a:lnTo>
                    <a:pt x="86" y="386"/>
                  </a:lnTo>
                  <a:lnTo>
                    <a:pt x="88" y="384"/>
                  </a:lnTo>
                  <a:lnTo>
                    <a:pt x="88" y="384"/>
                  </a:lnTo>
                  <a:lnTo>
                    <a:pt x="90" y="384"/>
                  </a:lnTo>
                  <a:lnTo>
                    <a:pt x="92" y="384"/>
                  </a:lnTo>
                  <a:lnTo>
                    <a:pt x="92" y="382"/>
                  </a:lnTo>
                  <a:lnTo>
                    <a:pt x="92" y="382"/>
                  </a:lnTo>
                  <a:lnTo>
                    <a:pt x="92" y="380"/>
                  </a:lnTo>
                  <a:lnTo>
                    <a:pt x="92" y="380"/>
                  </a:lnTo>
                  <a:lnTo>
                    <a:pt x="92" y="378"/>
                  </a:lnTo>
                  <a:lnTo>
                    <a:pt x="92" y="378"/>
                  </a:lnTo>
                  <a:lnTo>
                    <a:pt x="94" y="376"/>
                  </a:lnTo>
                  <a:lnTo>
                    <a:pt x="94" y="376"/>
                  </a:lnTo>
                  <a:lnTo>
                    <a:pt x="92" y="374"/>
                  </a:lnTo>
                  <a:lnTo>
                    <a:pt x="94" y="372"/>
                  </a:lnTo>
                  <a:lnTo>
                    <a:pt x="94" y="372"/>
                  </a:lnTo>
                  <a:lnTo>
                    <a:pt x="96" y="372"/>
                  </a:lnTo>
                  <a:lnTo>
                    <a:pt x="96" y="374"/>
                  </a:lnTo>
                  <a:lnTo>
                    <a:pt x="97" y="374"/>
                  </a:lnTo>
                  <a:lnTo>
                    <a:pt x="99" y="372"/>
                  </a:lnTo>
                  <a:lnTo>
                    <a:pt x="99" y="372"/>
                  </a:lnTo>
                  <a:lnTo>
                    <a:pt x="101" y="370"/>
                  </a:lnTo>
                  <a:lnTo>
                    <a:pt x="101" y="370"/>
                  </a:lnTo>
                  <a:lnTo>
                    <a:pt x="103" y="370"/>
                  </a:lnTo>
                  <a:lnTo>
                    <a:pt x="105" y="369"/>
                  </a:lnTo>
                  <a:lnTo>
                    <a:pt x="107" y="369"/>
                  </a:lnTo>
                  <a:lnTo>
                    <a:pt x="109" y="369"/>
                  </a:lnTo>
                  <a:lnTo>
                    <a:pt x="111" y="369"/>
                  </a:lnTo>
                  <a:lnTo>
                    <a:pt x="115" y="369"/>
                  </a:lnTo>
                  <a:lnTo>
                    <a:pt x="116" y="370"/>
                  </a:lnTo>
                  <a:lnTo>
                    <a:pt x="118" y="370"/>
                  </a:lnTo>
                  <a:lnTo>
                    <a:pt x="120" y="370"/>
                  </a:lnTo>
                  <a:lnTo>
                    <a:pt x="120" y="370"/>
                  </a:lnTo>
                  <a:lnTo>
                    <a:pt x="122" y="370"/>
                  </a:lnTo>
                  <a:lnTo>
                    <a:pt x="122" y="369"/>
                  </a:lnTo>
                  <a:lnTo>
                    <a:pt x="124" y="369"/>
                  </a:lnTo>
                  <a:lnTo>
                    <a:pt x="124" y="367"/>
                  </a:lnTo>
                  <a:lnTo>
                    <a:pt x="126" y="367"/>
                  </a:lnTo>
                  <a:lnTo>
                    <a:pt x="128" y="367"/>
                  </a:lnTo>
                  <a:lnTo>
                    <a:pt x="130" y="369"/>
                  </a:lnTo>
                  <a:lnTo>
                    <a:pt x="130" y="369"/>
                  </a:lnTo>
                  <a:lnTo>
                    <a:pt x="132" y="370"/>
                  </a:lnTo>
                  <a:lnTo>
                    <a:pt x="132" y="372"/>
                  </a:lnTo>
                  <a:lnTo>
                    <a:pt x="132" y="372"/>
                  </a:lnTo>
                  <a:lnTo>
                    <a:pt x="136" y="374"/>
                  </a:lnTo>
                  <a:lnTo>
                    <a:pt x="136" y="374"/>
                  </a:lnTo>
                  <a:lnTo>
                    <a:pt x="137" y="374"/>
                  </a:lnTo>
                  <a:lnTo>
                    <a:pt x="139" y="374"/>
                  </a:lnTo>
                  <a:lnTo>
                    <a:pt x="141" y="374"/>
                  </a:lnTo>
                  <a:lnTo>
                    <a:pt x="141" y="372"/>
                  </a:lnTo>
                  <a:lnTo>
                    <a:pt x="143" y="372"/>
                  </a:lnTo>
                  <a:lnTo>
                    <a:pt x="145" y="370"/>
                  </a:lnTo>
                  <a:lnTo>
                    <a:pt x="145" y="370"/>
                  </a:lnTo>
                  <a:lnTo>
                    <a:pt x="147" y="369"/>
                  </a:lnTo>
                  <a:lnTo>
                    <a:pt x="147" y="367"/>
                  </a:lnTo>
                  <a:lnTo>
                    <a:pt x="147" y="367"/>
                  </a:lnTo>
                  <a:lnTo>
                    <a:pt x="147" y="365"/>
                  </a:lnTo>
                  <a:lnTo>
                    <a:pt x="147" y="365"/>
                  </a:lnTo>
                  <a:lnTo>
                    <a:pt x="145" y="363"/>
                  </a:lnTo>
                  <a:lnTo>
                    <a:pt x="145" y="363"/>
                  </a:lnTo>
                  <a:lnTo>
                    <a:pt x="145" y="361"/>
                  </a:lnTo>
                  <a:lnTo>
                    <a:pt x="147" y="361"/>
                  </a:lnTo>
                  <a:lnTo>
                    <a:pt x="147" y="361"/>
                  </a:lnTo>
                  <a:lnTo>
                    <a:pt x="149" y="361"/>
                  </a:lnTo>
                  <a:lnTo>
                    <a:pt x="149" y="361"/>
                  </a:lnTo>
                  <a:lnTo>
                    <a:pt x="149" y="363"/>
                  </a:lnTo>
                  <a:lnTo>
                    <a:pt x="149" y="363"/>
                  </a:lnTo>
                  <a:lnTo>
                    <a:pt x="149" y="365"/>
                  </a:lnTo>
                  <a:lnTo>
                    <a:pt x="149" y="365"/>
                  </a:lnTo>
                  <a:lnTo>
                    <a:pt x="151" y="367"/>
                  </a:lnTo>
                  <a:lnTo>
                    <a:pt x="153" y="367"/>
                  </a:lnTo>
                  <a:lnTo>
                    <a:pt x="153" y="367"/>
                  </a:lnTo>
                  <a:lnTo>
                    <a:pt x="153" y="367"/>
                  </a:lnTo>
                  <a:lnTo>
                    <a:pt x="155" y="365"/>
                  </a:lnTo>
                  <a:lnTo>
                    <a:pt x="155" y="365"/>
                  </a:lnTo>
                  <a:lnTo>
                    <a:pt x="155" y="363"/>
                  </a:lnTo>
                  <a:lnTo>
                    <a:pt x="153" y="361"/>
                  </a:lnTo>
                  <a:lnTo>
                    <a:pt x="153" y="359"/>
                  </a:lnTo>
                  <a:lnTo>
                    <a:pt x="153" y="357"/>
                  </a:lnTo>
                  <a:lnTo>
                    <a:pt x="155" y="357"/>
                  </a:lnTo>
                  <a:lnTo>
                    <a:pt x="157" y="355"/>
                  </a:lnTo>
                  <a:lnTo>
                    <a:pt x="158" y="355"/>
                  </a:lnTo>
                  <a:lnTo>
                    <a:pt x="160" y="355"/>
                  </a:lnTo>
                  <a:lnTo>
                    <a:pt x="160" y="353"/>
                  </a:lnTo>
                  <a:lnTo>
                    <a:pt x="162" y="353"/>
                  </a:lnTo>
                  <a:lnTo>
                    <a:pt x="164" y="353"/>
                  </a:lnTo>
                  <a:lnTo>
                    <a:pt x="164" y="353"/>
                  </a:lnTo>
                  <a:lnTo>
                    <a:pt x="166" y="353"/>
                  </a:lnTo>
                  <a:lnTo>
                    <a:pt x="166" y="353"/>
                  </a:lnTo>
                  <a:lnTo>
                    <a:pt x="168" y="353"/>
                  </a:lnTo>
                  <a:lnTo>
                    <a:pt x="174" y="353"/>
                  </a:lnTo>
                  <a:lnTo>
                    <a:pt x="174" y="353"/>
                  </a:lnTo>
                  <a:lnTo>
                    <a:pt x="176" y="353"/>
                  </a:lnTo>
                  <a:lnTo>
                    <a:pt x="176" y="355"/>
                  </a:lnTo>
                  <a:lnTo>
                    <a:pt x="177" y="355"/>
                  </a:lnTo>
                  <a:lnTo>
                    <a:pt x="177" y="355"/>
                  </a:lnTo>
                  <a:lnTo>
                    <a:pt x="179" y="355"/>
                  </a:lnTo>
                  <a:lnTo>
                    <a:pt x="181" y="353"/>
                  </a:lnTo>
                  <a:lnTo>
                    <a:pt x="181" y="353"/>
                  </a:lnTo>
                  <a:lnTo>
                    <a:pt x="183" y="351"/>
                  </a:lnTo>
                  <a:lnTo>
                    <a:pt x="183" y="348"/>
                  </a:lnTo>
                  <a:lnTo>
                    <a:pt x="183" y="344"/>
                  </a:lnTo>
                  <a:lnTo>
                    <a:pt x="181" y="342"/>
                  </a:lnTo>
                  <a:lnTo>
                    <a:pt x="181" y="342"/>
                  </a:lnTo>
                  <a:lnTo>
                    <a:pt x="181" y="340"/>
                  </a:lnTo>
                  <a:lnTo>
                    <a:pt x="181" y="338"/>
                  </a:lnTo>
                  <a:lnTo>
                    <a:pt x="181" y="336"/>
                  </a:lnTo>
                  <a:lnTo>
                    <a:pt x="181" y="334"/>
                  </a:lnTo>
                  <a:lnTo>
                    <a:pt x="183" y="332"/>
                  </a:lnTo>
                  <a:lnTo>
                    <a:pt x="183" y="332"/>
                  </a:lnTo>
                  <a:lnTo>
                    <a:pt x="183" y="331"/>
                  </a:lnTo>
                  <a:lnTo>
                    <a:pt x="183" y="331"/>
                  </a:lnTo>
                  <a:lnTo>
                    <a:pt x="181" y="329"/>
                  </a:lnTo>
                  <a:lnTo>
                    <a:pt x="183" y="327"/>
                  </a:lnTo>
                  <a:lnTo>
                    <a:pt x="183" y="327"/>
                  </a:lnTo>
                  <a:lnTo>
                    <a:pt x="185" y="323"/>
                  </a:lnTo>
                  <a:lnTo>
                    <a:pt x="187" y="323"/>
                  </a:lnTo>
                  <a:lnTo>
                    <a:pt x="187" y="321"/>
                  </a:lnTo>
                  <a:lnTo>
                    <a:pt x="189" y="321"/>
                  </a:lnTo>
                  <a:lnTo>
                    <a:pt x="191" y="321"/>
                  </a:lnTo>
                  <a:lnTo>
                    <a:pt x="193" y="321"/>
                  </a:lnTo>
                  <a:lnTo>
                    <a:pt x="193" y="321"/>
                  </a:lnTo>
                  <a:lnTo>
                    <a:pt x="198" y="321"/>
                  </a:lnTo>
                  <a:lnTo>
                    <a:pt x="200" y="321"/>
                  </a:lnTo>
                  <a:lnTo>
                    <a:pt x="202" y="319"/>
                  </a:lnTo>
                  <a:lnTo>
                    <a:pt x="202" y="319"/>
                  </a:lnTo>
                  <a:lnTo>
                    <a:pt x="202" y="317"/>
                  </a:lnTo>
                  <a:lnTo>
                    <a:pt x="204" y="317"/>
                  </a:lnTo>
                  <a:lnTo>
                    <a:pt x="208" y="315"/>
                  </a:lnTo>
                  <a:lnTo>
                    <a:pt x="208" y="315"/>
                  </a:lnTo>
                  <a:lnTo>
                    <a:pt x="212" y="315"/>
                  </a:lnTo>
                  <a:lnTo>
                    <a:pt x="212" y="315"/>
                  </a:lnTo>
                  <a:lnTo>
                    <a:pt x="214" y="315"/>
                  </a:lnTo>
                  <a:lnTo>
                    <a:pt x="214" y="315"/>
                  </a:lnTo>
                  <a:lnTo>
                    <a:pt x="216" y="313"/>
                  </a:lnTo>
                  <a:lnTo>
                    <a:pt x="217" y="313"/>
                  </a:lnTo>
                  <a:lnTo>
                    <a:pt x="219" y="312"/>
                  </a:lnTo>
                  <a:lnTo>
                    <a:pt x="219" y="313"/>
                  </a:lnTo>
                  <a:lnTo>
                    <a:pt x="221" y="313"/>
                  </a:lnTo>
                  <a:lnTo>
                    <a:pt x="221" y="312"/>
                  </a:lnTo>
                  <a:lnTo>
                    <a:pt x="223" y="310"/>
                  </a:lnTo>
                  <a:lnTo>
                    <a:pt x="225" y="310"/>
                  </a:lnTo>
                  <a:lnTo>
                    <a:pt x="229" y="310"/>
                  </a:lnTo>
                  <a:lnTo>
                    <a:pt x="229" y="310"/>
                  </a:lnTo>
                  <a:lnTo>
                    <a:pt x="231" y="308"/>
                  </a:lnTo>
                  <a:lnTo>
                    <a:pt x="233" y="306"/>
                  </a:lnTo>
                  <a:lnTo>
                    <a:pt x="233" y="306"/>
                  </a:lnTo>
                  <a:lnTo>
                    <a:pt x="235" y="306"/>
                  </a:lnTo>
                  <a:lnTo>
                    <a:pt x="237" y="310"/>
                  </a:lnTo>
                  <a:lnTo>
                    <a:pt x="238" y="310"/>
                  </a:lnTo>
                  <a:lnTo>
                    <a:pt x="240" y="310"/>
                  </a:lnTo>
                  <a:lnTo>
                    <a:pt x="240" y="310"/>
                  </a:lnTo>
                  <a:lnTo>
                    <a:pt x="242" y="310"/>
                  </a:lnTo>
                  <a:lnTo>
                    <a:pt x="242" y="312"/>
                  </a:lnTo>
                  <a:lnTo>
                    <a:pt x="244" y="313"/>
                  </a:lnTo>
                  <a:lnTo>
                    <a:pt x="244" y="315"/>
                  </a:lnTo>
                  <a:lnTo>
                    <a:pt x="246" y="315"/>
                  </a:lnTo>
                  <a:lnTo>
                    <a:pt x="246" y="315"/>
                  </a:lnTo>
                  <a:lnTo>
                    <a:pt x="248" y="315"/>
                  </a:lnTo>
                  <a:lnTo>
                    <a:pt x="250" y="315"/>
                  </a:lnTo>
                  <a:lnTo>
                    <a:pt x="252" y="313"/>
                  </a:lnTo>
                  <a:lnTo>
                    <a:pt x="254" y="310"/>
                  </a:lnTo>
                  <a:lnTo>
                    <a:pt x="254" y="310"/>
                  </a:lnTo>
                  <a:lnTo>
                    <a:pt x="254" y="308"/>
                  </a:lnTo>
                  <a:lnTo>
                    <a:pt x="256" y="308"/>
                  </a:lnTo>
                  <a:lnTo>
                    <a:pt x="256" y="308"/>
                  </a:lnTo>
                  <a:lnTo>
                    <a:pt x="258" y="306"/>
                  </a:lnTo>
                  <a:lnTo>
                    <a:pt x="258" y="306"/>
                  </a:lnTo>
                  <a:lnTo>
                    <a:pt x="258" y="304"/>
                  </a:lnTo>
                  <a:lnTo>
                    <a:pt x="259" y="302"/>
                  </a:lnTo>
                  <a:lnTo>
                    <a:pt x="259" y="302"/>
                  </a:lnTo>
                  <a:lnTo>
                    <a:pt x="259" y="298"/>
                  </a:lnTo>
                  <a:lnTo>
                    <a:pt x="259" y="298"/>
                  </a:lnTo>
                  <a:lnTo>
                    <a:pt x="258" y="296"/>
                  </a:lnTo>
                  <a:lnTo>
                    <a:pt x="258" y="296"/>
                  </a:lnTo>
                  <a:lnTo>
                    <a:pt x="258" y="296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56" y="294"/>
                  </a:lnTo>
                  <a:lnTo>
                    <a:pt x="254" y="292"/>
                  </a:lnTo>
                  <a:lnTo>
                    <a:pt x="254" y="292"/>
                  </a:lnTo>
                  <a:lnTo>
                    <a:pt x="254" y="292"/>
                  </a:lnTo>
                  <a:lnTo>
                    <a:pt x="254" y="291"/>
                  </a:lnTo>
                  <a:lnTo>
                    <a:pt x="256" y="289"/>
                  </a:lnTo>
                  <a:lnTo>
                    <a:pt x="256" y="289"/>
                  </a:lnTo>
                  <a:lnTo>
                    <a:pt x="256" y="287"/>
                  </a:lnTo>
                  <a:lnTo>
                    <a:pt x="258" y="287"/>
                  </a:lnTo>
                  <a:lnTo>
                    <a:pt x="258" y="283"/>
                  </a:lnTo>
                  <a:lnTo>
                    <a:pt x="261" y="283"/>
                  </a:lnTo>
                  <a:lnTo>
                    <a:pt x="261" y="283"/>
                  </a:lnTo>
                  <a:lnTo>
                    <a:pt x="261" y="281"/>
                  </a:lnTo>
                  <a:lnTo>
                    <a:pt x="263" y="281"/>
                  </a:lnTo>
                  <a:lnTo>
                    <a:pt x="263" y="281"/>
                  </a:lnTo>
                  <a:lnTo>
                    <a:pt x="265" y="281"/>
                  </a:lnTo>
                  <a:lnTo>
                    <a:pt x="265" y="281"/>
                  </a:lnTo>
                  <a:lnTo>
                    <a:pt x="265" y="281"/>
                  </a:lnTo>
                  <a:lnTo>
                    <a:pt x="265" y="281"/>
                  </a:lnTo>
                  <a:lnTo>
                    <a:pt x="267" y="281"/>
                  </a:lnTo>
                  <a:lnTo>
                    <a:pt x="267" y="281"/>
                  </a:lnTo>
                  <a:lnTo>
                    <a:pt x="267" y="279"/>
                  </a:lnTo>
                  <a:lnTo>
                    <a:pt x="267" y="279"/>
                  </a:lnTo>
                  <a:lnTo>
                    <a:pt x="269" y="277"/>
                  </a:lnTo>
                  <a:lnTo>
                    <a:pt x="269" y="277"/>
                  </a:lnTo>
                  <a:lnTo>
                    <a:pt x="271" y="275"/>
                  </a:lnTo>
                  <a:lnTo>
                    <a:pt x="271" y="275"/>
                  </a:lnTo>
                  <a:lnTo>
                    <a:pt x="273" y="277"/>
                  </a:lnTo>
                  <a:lnTo>
                    <a:pt x="273" y="279"/>
                  </a:lnTo>
                  <a:lnTo>
                    <a:pt x="273" y="279"/>
                  </a:lnTo>
                  <a:lnTo>
                    <a:pt x="273" y="277"/>
                  </a:lnTo>
                  <a:lnTo>
                    <a:pt x="275" y="277"/>
                  </a:lnTo>
                  <a:lnTo>
                    <a:pt x="275" y="279"/>
                  </a:lnTo>
                  <a:lnTo>
                    <a:pt x="275" y="279"/>
                  </a:lnTo>
                  <a:lnTo>
                    <a:pt x="277" y="279"/>
                  </a:lnTo>
                  <a:lnTo>
                    <a:pt x="277" y="279"/>
                  </a:lnTo>
                  <a:lnTo>
                    <a:pt x="278" y="279"/>
                  </a:lnTo>
                  <a:lnTo>
                    <a:pt x="278" y="281"/>
                  </a:lnTo>
                  <a:lnTo>
                    <a:pt x="280" y="283"/>
                  </a:lnTo>
                  <a:lnTo>
                    <a:pt x="282" y="285"/>
                  </a:lnTo>
                  <a:lnTo>
                    <a:pt x="282" y="287"/>
                  </a:lnTo>
                  <a:lnTo>
                    <a:pt x="282" y="287"/>
                  </a:lnTo>
                  <a:lnTo>
                    <a:pt x="282" y="289"/>
                  </a:lnTo>
                  <a:lnTo>
                    <a:pt x="282" y="289"/>
                  </a:lnTo>
                  <a:lnTo>
                    <a:pt x="282" y="291"/>
                  </a:lnTo>
                  <a:lnTo>
                    <a:pt x="282" y="291"/>
                  </a:lnTo>
                  <a:lnTo>
                    <a:pt x="284" y="292"/>
                  </a:lnTo>
                  <a:lnTo>
                    <a:pt x="284" y="292"/>
                  </a:lnTo>
                  <a:lnTo>
                    <a:pt x="284" y="292"/>
                  </a:lnTo>
                  <a:lnTo>
                    <a:pt x="284" y="292"/>
                  </a:lnTo>
                  <a:lnTo>
                    <a:pt x="284" y="294"/>
                  </a:lnTo>
                  <a:lnTo>
                    <a:pt x="286" y="294"/>
                  </a:lnTo>
                  <a:lnTo>
                    <a:pt x="286" y="294"/>
                  </a:lnTo>
                  <a:lnTo>
                    <a:pt x="288" y="294"/>
                  </a:lnTo>
                  <a:lnTo>
                    <a:pt x="288" y="296"/>
                  </a:lnTo>
                  <a:lnTo>
                    <a:pt x="288" y="296"/>
                  </a:lnTo>
                  <a:lnTo>
                    <a:pt x="288" y="298"/>
                  </a:lnTo>
                  <a:lnTo>
                    <a:pt x="288" y="298"/>
                  </a:lnTo>
                  <a:lnTo>
                    <a:pt x="288" y="298"/>
                  </a:lnTo>
                  <a:lnTo>
                    <a:pt x="288" y="298"/>
                  </a:lnTo>
                  <a:lnTo>
                    <a:pt x="290" y="296"/>
                  </a:lnTo>
                  <a:lnTo>
                    <a:pt x="290" y="296"/>
                  </a:lnTo>
                  <a:lnTo>
                    <a:pt x="290" y="296"/>
                  </a:lnTo>
                  <a:lnTo>
                    <a:pt x="290" y="294"/>
                  </a:lnTo>
                  <a:lnTo>
                    <a:pt x="292" y="294"/>
                  </a:lnTo>
                  <a:lnTo>
                    <a:pt x="292" y="296"/>
                  </a:lnTo>
                  <a:lnTo>
                    <a:pt x="294" y="296"/>
                  </a:lnTo>
                  <a:lnTo>
                    <a:pt x="294" y="296"/>
                  </a:lnTo>
                  <a:lnTo>
                    <a:pt x="294" y="296"/>
                  </a:lnTo>
                  <a:lnTo>
                    <a:pt x="296" y="298"/>
                  </a:lnTo>
                  <a:lnTo>
                    <a:pt x="296" y="298"/>
                  </a:lnTo>
                  <a:lnTo>
                    <a:pt x="296" y="298"/>
                  </a:lnTo>
                  <a:lnTo>
                    <a:pt x="296" y="300"/>
                  </a:lnTo>
                  <a:lnTo>
                    <a:pt x="298" y="300"/>
                  </a:lnTo>
                  <a:lnTo>
                    <a:pt x="298" y="300"/>
                  </a:lnTo>
                  <a:lnTo>
                    <a:pt x="299" y="302"/>
                  </a:lnTo>
                  <a:lnTo>
                    <a:pt x="299" y="302"/>
                  </a:lnTo>
                  <a:lnTo>
                    <a:pt x="301" y="302"/>
                  </a:lnTo>
                  <a:lnTo>
                    <a:pt x="301" y="302"/>
                  </a:lnTo>
                  <a:lnTo>
                    <a:pt x="303" y="302"/>
                  </a:lnTo>
                  <a:lnTo>
                    <a:pt x="305" y="302"/>
                  </a:lnTo>
                  <a:lnTo>
                    <a:pt x="305" y="302"/>
                  </a:lnTo>
                  <a:lnTo>
                    <a:pt x="307" y="302"/>
                  </a:lnTo>
                  <a:lnTo>
                    <a:pt x="309" y="300"/>
                  </a:lnTo>
                  <a:lnTo>
                    <a:pt x="309" y="300"/>
                  </a:lnTo>
                  <a:lnTo>
                    <a:pt x="309" y="300"/>
                  </a:lnTo>
                  <a:lnTo>
                    <a:pt x="309" y="300"/>
                  </a:lnTo>
                  <a:lnTo>
                    <a:pt x="307" y="298"/>
                  </a:lnTo>
                  <a:lnTo>
                    <a:pt x="307" y="298"/>
                  </a:lnTo>
                  <a:lnTo>
                    <a:pt x="307" y="298"/>
                  </a:lnTo>
                  <a:lnTo>
                    <a:pt x="305" y="298"/>
                  </a:lnTo>
                  <a:lnTo>
                    <a:pt x="305" y="298"/>
                  </a:lnTo>
                  <a:lnTo>
                    <a:pt x="305" y="296"/>
                  </a:lnTo>
                  <a:lnTo>
                    <a:pt x="305" y="296"/>
                  </a:lnTo>
                  <a:lnTo>
                    <a:pt x="305" y="294"/>
                  </a:lnTo>
                  <a:lnTo>
                    <a:pt x="305" y="294"/>
                  </a:lnTo>
                  <a:lnTo>
                    <a:pt x="305" y="292"/>
                  </a:lnTo>
                  <a:lnTo>
                    <a:pt x="307" y="292"/>
                  </a:lnTo>
                  <a:lnTo>
                    <a:pt x="309" y="292"/>
                  </a:lnTo>
                  <a:lnTo>
                    <a:pt x="307" y="291"/>
                  </a:lnTo>
                  <a:lnTo>
                    <a:pt x="307" y="291"/>
                  </a:lnTo>
                  <a:lnTo>
                    <a:pt x="307" y="291"/>
                  </a:lnTo>
                  <a:lnTo>
                    <a:pt x="307" y="289"/>
                  </a:lnTo>
                  <a:lnTo>
                    <a:pt x="307" y="289"/>
                  </a:lnTo>
                  <a:lnTo>
                    <a:pt x="309" y="289"/>
                  </a:lnTo>
                  <a:lnTo>
                    <a:pt x="309" y="289"/>
                  </a:lnTo>
                  <a:lnTo>
                    <a:pt x="309" y="289"/>
                  </a:lnTo>
                  <a:lnTo>
                    <a:pt x="307" y="287"/>
                  </a:lnTo>
                  <a:lnTo>
                    <a:pt x="307" y="287"/>
                  </a:lnTo>
                  <a:lnTo>
                    <a:pt x="303" y="285"/>
                  </a:lnTo>
                  <a:lnTo>
                    <a:pt x="301" y="287"/>
                  </a:lnTo>
                  <a:lnTo>
                    <a:pt x="301" y="285"/>
                  </a:lnTo>
                  <a:lnTo>
                    <a:pt x="299" y="285"/>
                  </a:lnTo>
                  <a:lnTo>
                    <a:pt x="299" y="287"/>
                  </a:lnTo>
                  <a:lnTo>
                    <a:pt x="299" y="287"/>
                  </a:lnTo>
                  <a:lnTo>
                    <a:pt x="299" y="289"/>
                  </a:lnTo>
                  <a:lnTo>
                    <a:pt x="298" y="287"/>
                  </a:lnTo>
                  <a:lnTo>
                    <a:pt x="298" y="287"/>
                  </a:lnTo>
                  <a:lnTo>
                    <a:pt x="298" y="287"/>
                  </a:lnTo>
                  <a:lnTo>
                    <a:pt x="296" y="287"/>
                  </a:lnTo>
                  <a:lnTo>
                    <a:pt x="296" y="285"/>
                  </a:lnTo>
                  <a:lnTo>
                    <a:pt x="292" y="285"/>
                  </a:lnTo>
                  <a:lnTo>
                    <a:pt x="290" y="285"/>
                  </a:lnTo>
                  <a:lnTo>
                    <a:pt x="290" y="283"/>
                  </a:lnTo>
                  <a:lnTo>
                    <a:pt x="288" y="283"/>
                  </a:lnTo>
                  <a:lnTo>
                    <a:pt x="286" y="283"/>
                  </a:lnTo>
                  <a:lnTo>
                    <a:pt x="288" y="283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90" y="279"/>
                  </a:lnTo>
                  <a:lnTo>
                    <a:pt x="290" y="279"/>
                  </a:lnTo>
                  <a:lnTo>
                    <a:pt x="290" y="279"/>
                  </a:lnTo>
                  <a:lnTo>
                    <a:pt x="290" y="279"/>
                  </a:lnTo>
                  <a:lnTo>
                    <a:pt x="290" y="277"/>
                  </a:lnTo>
                  <a:lnTo>
                    <a:pt x="288" y="277"/>
                  </a:lnTo>
                  <a:lnTo>
                    <a:pt x="288" y="277"/>
                  </a:lnTo>
                  <a:lnTo>
                    <a:pt x="288" y="277"/>
                  </a:lnTo>
                  <a:lnTo>
                    <a:pt x="288" y="275"/>
                  </a:lnTo>
                  <a:lnTo>
                    <a:pt x="288" y="275"/>
                  </a:lnTo>
                  <a:lnTo>
                    <a:pt x="288" y="275"/>
                  </a:lnTo>
                  <a:lnTo>
                    <a:pt x="288" y="273"/>
                  </a:lnTo>
                  <a:lnTo>
                    <a:pt x="288" y="273"/>
                  </a:lnTo>
                  <a:lnTo>
                    <a:pt x="290" y="273"/>
                  </a:lnTo>
                  <a:lnTo>
                    <a:pt x="290" y="273"/>
                  </a:lnTo>
                  <a:lnTo>
                    <a:pt x="290" y="273"/>
                  </a:lnTo>
                  <a:lnTo>
                    <a:pt x="290" y="273"/>
                  </a:lnTo>
                  <a:lnTo>
                    <a:pt x="290" y="273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92" y="275"/>
                  </a:lnTo>
                  <a:lnTo>
                    <a:pt x="292" y="277"/>
                  </a:lnTo>
                  <a:lnTo>
                    <a:pt x="292" y="277"/>
                  </a:lnTo>
                  <a:lnTo>
                    <a:pt x="294" y="277"/>
                  </a:lnTo>
                  <a:lnTo>
                    <a:pt x="296" y="279"/>
                  </a:lnTo>
                  <a:lnTo>
                    <a:pt x="296" y="277"/>
                  </a:lnTo>
                  <a:lnTo>
                    <a:pt x="298" y="277"/>
                  </a:lnTo>
                  <a:lnTo>
                    <a:pt x="298" y="277"/>
                  </a:lnTo>
                  <a:lnTo>
                    <a:pt x="298" y="275"/>
                  </a:lnTo>
                  <a:lnTo>
                    <a:pt x="298" y="275"/>
                  </a:lnTo>
                  <a:lnTo>
                    <a:pt x="299" y="275"/>
                  </a:lnTo>
                  <a:lnTo>
                    <a:pt x="299" y="273"/>
                  </a:lnTo>
                  <a:lnTo>
                    <a:pt x="299" y="272"/>
                  </a:lnTo>
                  <a:lnTo>
                    <a:pt x="299" y="272"/>
                  </a:lnTo>
                  <a:lnTo>
                    <a:pt x="299" y="272"/>
                  </a:lnTo>
                  <a:lnTo>
                    <a:pt x="299" y="270"/>
                  </a:lnTo>
                  <a:lnTo>
                    <a:pt x="299" y="270"/>
                  </a:lnTo>
                  <a:lnTo>
                    <a:pt x="301" y="270"/>
                  </a:lnTo>
                  <a:lnTo>
                    <a:pt x="301" y="270"/>
                  </a:lnTo>
                  <a:lnTo>
                    <a:pt x="303" y="270"/>
                  </a:lnTo>
                  <a:lnTo>
                    <a:pt x="303" y="268"/>
                  </a:lnTo>
                  <a:lnTo>
                    <a:pt x="303" y="268"/>
                  </a:lnTo>
                  <a:lnTo>
                    <a:pt x="305" y="268"/>
                  </a:lnTo>
                  <a:lnTo>
                    <a:pt x="305" y="266"/>
                  </a:lnTo>
                  <a:lnTo>
                    <a:pt x="307" y="268"/>
                  </a:lnTo>
                  <a:lnTo>
                    <a:pt x="307" y="268"/>
                  </a:lnTo>
                  <a:lnTo>
                    <a:pt x="309" y="268"/>
                  </a:lnTo>
                  <a:lnTo>
                    <a:pt x="309" y="270"/>
                  </a:lnTo>
                  <a:lnTo>
                    <a:pt x="311" y="270"/>
                  </a:lnTo>
                  <a:lnTo>
                    <a:pt x="311" y="270"/>
                  </a:lnTo>
                  <a:lnTo>
                    <a:pt x="311" y="270"/>
                  </a:lnTo>
                  <a:lnTo>
                    <a:pt x="313" y="270"/>
                  </a:lnTo>
                  <a:lnTo>
                    <a:pt x="311" y="270"/>
                  </a:lnTo>
                  <a:lnTo>
                    <a:pt x="313" y="272"/>
                  </a:lnTo>
                  <a:lnTo>
                    <a:pt x="313" y="272"/>
                  </a:lnTo>
                  <a:lnTo>
                    <a:pt x="315" y="272"/>
                  </a:lnTo>
                  <a:lnTo>
                    <a:pt x="315" y="272"/>
                  </a:lnTo>
                  <a:lnTo>
                    <a:pt x="313" y="273"/>
                  </a:lnTo>
                  <a:lnTo>
                    <a:pt x="313" y="273"/>
                  </a:lnTo>
                  <a:lnTo>
                    <a:pt x="313" y="273"/>
                  </a:lnTo>
                  <a:lnTo>
                    <a:pt x="313" y="273"/>
                  </a:lnTo>
                  <a:lnTo>
                    <a:pt x="313" y="275"/>
                  </a:lnTo>
                  <a:lnTo>
                    <a:pt x="315" y="275"/>
                  </a:lnTo>
                  <a:lnTo>
                    <a:pt x="315" y="275"/>
                  </a:lnTo>
                  <a:lnTo>
                    <a:pt x="315" y="273"/>
                  </a:lnTo>
                  <a:lnTo>
                    <a:pt x="317" y="273"/>
                  </a:lnTo>
                  <a:lnTo>
                    <a:pt x="317" y="273"/>
                  </a:lnTo>
                  <a:lnTo>
                    <a:pt x="317" y="273"/>
                  </a:lnTo>
                  <a:lnTo>
                    <a:pt x="318" y="273"/>
                  </a:lnTo>
                  <a:lnTo>
                    <a:pt x="320" y="273"/>
                  </a:lnTo>
                  <a:lnTo>
                    <a:pt x="320" y="273"/>
                  </a:lnTo>
                  <a:lnTo>
                    <a:pt x="322" y="275"/>
                  </a:lnTo>
                  <a:lnTo>
                    <a:pt x="324" y="275"/>
                  </a:lnTo>
                  <a:lnTo>
                    <a:pt x="326" y="275"/>
                  </a:lnTo>
                  <a:lnTo>
                    <a:pt x="326" y="275"/>
                  </a:lnTo>
                  <a:lnTo>
                    <a:pt x="326" y="275"/>
                  </a:lnTo>
                  <a:lnTo>
                    <a:pt x="328" y="275"/>
                  </a:lnTo>
                  <a:lnTo>
                    <a:pt x="330" y="277"/>
                  </a:lnTo>
                  <a:lnTo>
                    <a:pt x="330" y="277"/>
                  </a:lnTo>
                  <a:lnTo>
                    <a:pt x="330" y="277"/>
                  </a:lnTo>
                  <a:lnTo>
                    <a:pt x="332" y="277"/>
                  </a:lnTo>
                  <a:lnTo>
                    <a:pt x="332" y="275"/>
                  </a:lnTo>
                  <a:lnTo>
                    <a:pt x="332" y="275"/>
                  </a:lnTo>
                  <a:lnTo>
                    <a:pt x="334" y="275"/>
                  </a:lnTo>
                  <a:lnTo>
                    <a:pt x="334" y="273"/>
                  </a:lnTo>
                  <a:lnTo>
                    <a:pt x="334" y="272"/>
                  </a:lnTo>
                  <a:lnTo>
                    <a:pt x="334" y="272"/>
                  </a:lnTo>
                  <a:lnTo>
                    <a:pt x="334" y="272"/>
                  </a:lnTo>
                  <a:lnTo>
                    <a:pt x="334" y="270"/>
                  </a:lnTo>
                  <a:lnTo>
                    <a:pt x="334" y="268"/>
                  </a:lnTo>
                  <a:lnTo>
                    <a:pt x="334" y="268"/>
                  </a:lnTo>
                  <a:lnTo>
                    <a:pt x="334" y="266"/>
                  </a:lnTo>
                  <a:lnTo>
                    <a:pt x="336" y="266"/>
                  </a:lnTo>
                  <a:lnTo>
                    <a:pt x="336" y="266"/>
                  </a:lnTo>
                  <a:lnTo>
                    <a:pt x="336" y="266"/>
                  </a:lnTo>
                  <a:lnTo>
                    <a:pt x="338" y="266"/>
                  </a:lnTo>
                  <a:lnTo>
                    <a:pt x="338" y="266"/>
                  </a:lnTo>
                  <a:lnTo>
                    <a:pt x="338" y="266"/>
                  </a:lnTo>
                  <a:lnTo>
                    <a:pt x="338" y="266"/>
                  </a:lnTo>
                  <a:lnTo>
                    <a:pt x="338" y="264"/>
                  </a:lnTo>
                  <a:lnTo>
                    <a:pt x="338" y="264"/>
                  </a:lnTo>
                  <a:lnTo>
                    <a:pt x="338" y="264"/>
                  </a:lnTo>
                  <a:lnTo>
                    <a:pt x="338" y="262"/>
                  </a:lnTo>
                  <a:lnTo>
                    <a:pt x="338" y="262"/>
                  </a:lnTo>
                  <a:lnTo>
                    <a:pt x="338" y="262"/>
                  </a:lnTo>
                  <a:lnTo>
                    <a:pt x="338" y="260"/>
                  </a:lnTo>
                  <a:lnTo>
                    <a:pt x="338" y="260"/>
                  </a:lnTo>
                  <a:lnTo>
                    <a:pt x="339" y="260"/>
                  </a:lnTo>
                  <a:lnTo>
                    <a:pt x="339" y="260"/>
                  </a:lnTo>
                  <a:lnTo>
                    <a:pt x="341" y="260"/>
                  </a:lnTo>
                  <a:lnTo>
                    <a:pt x="341" y="262"/>
                  </a:lnTo>
                  <a:lnTo>
                    <a:pt x="341" y="262"/>
                  </a:lnTo>
                  <a:lnTo>
                    <a:pt x="343" y="262"/>
                  </a:lnTo>
                  <a:lnTo>
                    <a:pt x="345" y="262"/>
                  </a:lnTo>
                  <a:lnTo>
                    <a:pt x="345" y="262"/>
                  </a:lnTo>
                  <a:lnTo>
                    <a:pt x="345" y="262"/>
                  </a:lnTo>
                  <a:lnTo>
                    <a:pt x="347" y="262"/>
                  </a:lnTo>
                  <a:lnTo>
                    <a:pt x="349" y="262"/>
                  </a:lnTo>
                  <a:lnTo>
                    <a:pt x="349" y="262"/>
                  </a:lnTo>
                  <a:lnTo>
                    <a:pt x="349" y="260"/>
                  </a:lnTo>
                  <a:lnTo>
                    <a:pt x="349" y="260"/>
                  </a:lnTo>
                  <a:lnTo>
                    <a:pt x="351" y="260"/>
                  </a:lnTo>
                  <a:lnTo>
                    <a:pt x="351" y="260"/>
                  </a:lnTo>
                  <a:lnTo>
                    <a:pt x="351" y="260"/>
                  </a:lnTo>
                  <a:lnTo>
                    <a:pt x="353" y="260"/>
                  </a:lnTo>
                  <a:lnTo>
                    <a:pt x="355" y="260"/>
                  </a:lnTo>
                  <a:lnTo>
                    <a:pt x="357" y="258"/>
                  </a:lnTo>
                  <a:lnTo>
                    <a:pt x="360" y="258"/>
                  </a:lnTo>
                  <a:lnTo>
                    <a:pt x="360" y="258"/>
                  </a:lnTo>
                  <a:lnTo>
                    <a:pt x="362" y="256"/>
                  </a:lnTo>
                  <a:lnTo>
                    <a:pt x="362" y="256"/>
                  </a:lnTo>
                  <a:lnTo>
                    <a:pt x="362" y="254"/>
                  </a:lnTo>
                  <a:lnTo>
                    <a:pt x="362" y="254"/>
                  </a:lnTo>
                  <a:lnTo>
                    <a:pt x="362" y="251"/>
                  </a:lnTo>
                  <a:lnTo>
                    <a:pt x="362" y="251"/>
                  </a:lnTo>
                  <a:lnTo>
                    <a:pt x="362" y="251"/>
                  </a:lnTo>
                  <a:lnTo>
                    <a:pt x="362" y="249"/>
                  </a:lnTo>
                  <a:lnTo>
                    <a:pt x="364" y="249"/>
                  </a:lnTo>
                  <a:lnTo>
                    <a:pt x="366" y="249"/>
                  </a:lnTo>
                  <a:lnTo>
                    <a:pt x="368" y="249"/>
                  </a:lnTo>
                  <a:lnTo>
                    <a:pt x="370" y="249"/>
                  </a:lnTo>
                  <a:lnTo>
                    <a:pt x="370" y="249"/>
                  </a:lnTo>
                  <a:lnTo>
                    <a:pt x="370" y="249"/>
                  </a:lnTo>
                  <a:lnTo>
                    <a:pt x="372" y="249"/>
                  </a:lnTo>
                  <a:lnTo>
                    <a:pt x="374" y="247"/>
                  </a:lnTo>
                  <a:lnTo>
                    <a:pt x="374" y="247"/>
                  </a:lnTo>
                  <a:lnTo>
                    <a:pt x="374" y="245"/>
                  </a:lnTo>
                  <a:lnTo>
                    <a:pt x="376" y="243"/>
                  </a:lnTo>
                  <a:lnTo>
                    <a:pt x="376" y="243"/>
                  </a:lnTo>
                  <a:lnTo>
                    <a:pt x="376" y="243"/>
                  </a:lnTo>
                  <a:lnTo>
                    <a:pt x="378" y="243"/>
                  </a:lnTo>
                  <a:lnTo>
                    <a:pt x="378" y="243"/>
                  </a:lnTo>
                  <a:lnTo>
                    <a:pt x="378" y="243"/>
                  </a:lnTo>
                  <a:lnTo>
                    <a:pt x="378" y="243"/>
                  </a:lnTo>
                  <a:lnTo>
                    <a:pt x="378" y="245"/>
                  </a:lnTo>
                  <a:lnTo>
                    <a:pt x="379" y="245"/>
                  </a:lnTo>
                  <a:lnTo>
                    <a:pt x="381" y="245"/>
                  </a:lnTo>
                  <a:lnTo>
                    <a:pt x="381" y="245"/>
                  </a:lnTo>
                  <a:lnTo>
                    <a:pt x="381" y="245"/>
                  </a:lnTo>
                  <a:lnTo>
                    <a:pt x="383" y="245"/>
                  </a:lnTo>
                  <a:lnTo>
                    <a:pt x="385" y="245"/>
                  </a:lnTo>
                  <a:lnTo>
                    <a:pt x="385" y="245"/>
                  </a:lnTo>
                  <a:lnTo>
                    <a:pt x="385" y="245"/>
                  </a:lnTo>
                  <a:lnTo>
                    <a:pt x="387" y="243"/>
                  </a:lnTo>
                  <a:lnTo>
                    <a:pt x="387" y="243"/>
                  </a:lnTo>
                  <a:lnTo>
                    <a:pt x="387" y="243"/>
                  </a:lnTo>
                  <a:lnTo>
                    <a:pt x="387" y="241"/>
                  </a:lnTo>
                  <a:lnTo>
                    <a:pt x="389" y="241"/>
                  </a:lnTo>
                  <a:lnTo>
                    <a:pt x="389" y="239"/>
                  </a:lnTo>
                  <a:lnTo>
                    <a:pt x="391" y="239"/>
                  </a:lnTo>
                  <a:lnTo>
                    <a:pt x="391" y="237"/>
                  </a:lnTo>
                  <a:lnTo>
                    <a:pt x="393" y="235"/>
                  </a:lnTo>
                  <a:lnTo>
                    <a:pt x="393" y="235"/>
                  </a:lnTo>
                  <a:lnTo>
                    <a:pt x="391" y="235"/>
                  </a:lnTo>
                  <a:lnTo>
                    <a:pt x="391" y="234"/>
                  </a:lnTo>
                  <a:lnTo>
                    <a:pt x="393" y="234"/>
                  </a:lnTo>
                  <a:lnTo>
                    <a:pt x="393" y="232"/>
                  </a:lnTo>
                  <a:lnTo>
                    <a:pt x="393" y="232"/>
                  </a:lnTo>
                  <a:lnTo>
                    <a:pt x="393" y="228"/>
                  </a:lnTo>
                  <a:lnTo>
                    <a:pt x="393" y="228"/>
                  </a:lnTo>
                  <a:lnTo>
                    <a:pt x="393" y="228"/>
                  </a:lnTo>
                  <a:lnTo>
                    <a:pt x="393" y="226"/>
                  </a:lnTo>
                  <a:lnTo>
                    <a:pt x="395" y="226"/>
                  </a:lnTo>
                  <a:lnTo>
                    <a:pt x="395" y="226"/>
                  </a:lnTo>
                  <a:lnTo>
                    <a:pt x="395" y="224"/>
                  </a:lnTo>
                  <a:lnTo>
                    <a:pt x="395" y="224"/>
                  </a:lnTo>
                  <a:lnTo>
                    <a:pt x="393" y="224"/>
                  </a:lnTo>
                  <a:lnTo>
                    <a:pt x="393" y="224"/>
                  </a:lnTo>
                  <a:lnTo>
                    <a:pt x="393" y="222"/>
                  </a:lnTo>
                  <a:lnTo>
                    <a:pt x="393" y="222"/>
                  </a:lnTo>
                  <a:lnTo>
                    <a:pt x="393" y="222"/>
                  </a:lnTo>
                  <a:lnTo>
                    <a:pt x="393" y="222"/>
                  </a:lnTo>
                  <a:lnTo>
                    <a:pt x="395" y="220"/>
                  </a:lnTo>
                  <a:lnTo>
                    <a:pt x="395" y="218"/>
                  </a:lnTo>
                  <a:lnTo>
                    <a:pt x="397" y="218"/>
                  </a:lnTo>
                  <a:lnTo>
                    <a:pt x="397" y="216"/>
                  </a:lnTo>
                  <a:lnTo>
                    <a:pt x="397" y="216"/>
                  </a:lnTo>
                  <a:lnTo>
                    <a:pt x="399" y="215"/>
                  </a:lnTo>
                  <a:lnTo>
                    <a:pt x="399" y="215"/>
                  </a:lnTo>
                  <a:lnTo>
                    <a:pt x="399" y="215"/>
                  </a:lnTo>
                  <a:lnTo>
                    <a:pt x="399" y="213"/>
                  </a:lnTo>
                  <a:lnTo>
                    <a:pt x="399" y="211"/>
                  </a:lnTo>
                  <a:lnTo>
                    <a:pt x="399" y="211"/>
                  </a:lnTo>
                  <a:lnTo>
                    <a:pt x="399" y="211"/>
                  </a:lnTo>
                  <a:lnTo>
                    <a:pt x="400" y="209"/>
                  </a:lnTo>
                  <a:lnTo>
                    <a:pt x="402" y="209"/>
                  </a:lnTo>
                  <a:lnTo>
                    <a:pt x="402" y="209"/>
                  </a:lnTo>
                  <a:lnTo>
                    <a:pt x="402" y="207"/>
                  </a:lnTo>
                  <a:lnTo>
                    <a:pt x="404" y="207"/>
                  </a:lnTo>
                  <a:lnTo>
                    <a:pt x="406" y="207"/>
                  </a:lnTo>
                  <a:lnTo>
                    <a:pt x="406" y="207"/>
                  </a:lnTo>
                  <a:lnTo>
                    <a:pt x="408" y="207"/>
                  </a:lnTo>
                  <a:lnTo>
                    <a:pt x="410" y="205"/>
                  </a:lnTo>
                  <a:lnTo>
                    <a:pt x="410" y="205"/>
                  </a:lnTo>
                  <a:lnTo>
                    <a:pt x="410" y="205"/>
                  </a:lnTo>
                  <a:lnTo>
                    <a:pt x="412" y="203"/>
                  </a:lnTo>
                  <a:lnTo>
                    <a:pt x="412" y="203"/>
                  </a:lnTo>
                  <a:lnTo>
                    <a:pt x="414" y="201"/>
                  </a:lnTo>
                  <a:lnTo>
                    <a:pt x="414" y="201"/>
                  </a:lnTo>
                  <a:lnTo>
                    <a:pt x="414" y="201"/>
                  </a:lnTo>
                  <a:lnTo>
                    <a:pt x="416" y="201"/>
                  </a:lnTo>
                  <a:lnTo>
                    <a:pt x="418" y="199"/>
                  </a:lnTo>
                  <a:lnTo>
                    <a:pt x="418" y="199"/>
                  </a:lnTo>
                  <a:lnTo>
                    <a:pt x="419" y="199"/>
                  </a:lnTo>
                  <a:lnTo>
                    <a:pt x="419" y="199"/>
                  </a:lnTo>
                  <a:lnTo>
                    <a:pt x="419" y="19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13" name="Freeform 16">
              <a:extLst>
                <a:ext uri="{FF2B5EF4-FFF2-40B4-BE49-F238E27FC236}">
                  <a16:creationId xmlns:a16="http://schemas.microsoft.com/office/drawing/2014/main" id="{7D2974DD-5721-FB8C-14D1-E354826C41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03813" y="4781550"/>
              <a:ext cx="604838" cy="815975"/>
            </a:xfrm>
            <a:custGeom>
              <a:avLst/>
              <a:gdLst>
                <a:gd name="T0" fmla="*/ 373 w 381"/>
                <a:gd name="T1" fmla="*/ 10 h 514"/>
                <a:gd name="T2" fmla="*/ 358 w 381"/>
                <a:gd name="T3" fmla="*/ 6 h 514"/>
                <a:gd name="T4" fmla="*/ 354 w 381"/>
                <a:gd name="T5" fmla="*/ 6 h 514"/>
                <a:gd name="T6" fmla="*/ 330 w 381"/>
                <a:gd name="T7" fmla="*/ 25 h 514"/>
                <a:gd name="T8" fmla="*/ 326 w 381"/>
                <a:gd name="T9" fmla="*/ 31 h 514"/>
                <a:gd name="T10" fmla="*/ 305 w 381"/>
                <a:gd name="T11" fmla="*/ 21 h 514"/>
                <a:gd name="T12" fmla="*/ 292 w 381"/>
                <a:gd name="T13" fmla="*/ 32 h 514"/>
                <a:gd name="T14" fmla="*/ 271 w 381"/>
                <a:gd name="T15" fmla="*/ 48 h 514"/>
                <a:gd name="T16" fmla="*/ 252 w 381"/>
                <a:gd name="T17" fmla="*/ 44 h 514"/>
                <a:gd name="T18" fmla="*/ 231 w 381"/>
                <a:gd name="T19" fmla="*/ 46 h 514"/>
                <a:gd name="T20" fmla="*/ 217 w 381"/>
                <a:gd name="T21" fmla="*/ 74 h 514"/>
                <a:gd name="T22" fmla="*/ 200 w 381"/>
                <a:gd name="T23" fmla="*/ 86 h 514"/>
                <a:gd name="T24" fmla="*/ 164 w 381"/>
                <a:gd name="T25" fmla="*/ 70 h 514"/>
                <a:gd name="T26" fmla="*/ 141 w 381"/>
                <a:gd name="T27" fmla="*/ 76 h 514"/>
                <a:gd name="T28" fmla="*/ 124 w 381"/>
                <a:gd name="T29" fmla="*/ 91 h 514"/>
                <a:gd name="T30" fmla="*/ 128 w 381"/>
                <a:gd name="T31" fmla="*/ 108 h 514"/>
                <a:gd name="T32" fmla="*/ 133 w 381"/>
                <a:gd name="T33" fmla="*/ 128 h 514"/>
                <a:gd name="T34" fmla="*/ 139 w 381"/>
                <a:gd name="T35" fmla="*/ 141 h 514"/>
                <a:gd name="T36" fmla="*/ 111 w 381"/>
                <a:gd name="T37" fmla="*/ 166 h 514"/>
                <a:gd name="T38" fmla="*/ 82 w 381"/>
                <a:gd name="T39" fmla="*/ 166 h 514"/>
                <a:gd name="T40" fmla="*/ 55 w 381"/>
                <a:gd name="T41" fmla="*/ 181 h 514"/>
                <a:gd name="T42" fmla="*/ 21 w 381"/>
                <a:gd name="T43" fmla="*/ 173 h 514"/>
                <a:gd name="T44" fmla="*/ 11 w 381"/>
                <a:gd name="T45" fmla="*/ 185 h 514"/>
                <a:gd name="T46" fmla="*/ 2 w 381"/>
                <a:gd name="T47" fmla="*/ 192 h 514"/>
                <a:gd name="T48" fmla="*/ 23 w 381"/>
                <a:gd name="T49" fmla="*/ 215 h 514"/>
                <a:gd name="T50" fmla="*/ 40 w 381"/>
                <a:gd name="T51" fmla="*/ 221 h 514"/>
                <a:gd name="T52" fmla="*/ 48 w 381"/>
                <a:gd name="T53" fmla="*/ 234 h 514"/>
                <a:gd name="T54" fmla="*/ 42 w 381"/>
                <a:gd name="T55" fmla="*/ 242 h 514"/>
                <a:gd name="T56" fmla="*/ 61 w 381"/>
                <a:gd name="T57" fmla="*/ 259 h 514"/>
                <a:gd name="T58" fmla="*/ 55 w 381"/>
                <a:gd name="T59" fmla="*/ 287 h 514"/>
                <a:gd name="T60" fmla="*/ 65 w 381"/>
                <a:gd name="T61" fmla="*/ 310 h 514"/>
                <a:gd name="T62" fmla="*/ 93 w 381"/>
                <a:gd name="T63" fmla="*/ 306 h 514"/>
                <a:gd name="T64" fmla="*/ 95 w 381"/>
                <a:gd name="T65" fmla="*/ 341 h 514"/>
                <a:gd name="T66" fmla="*/ 93 w 381"/>
                <a:gd name="T67" fmla="*/ 373 h 514"/>
                <a:gd name="T68" fmla="*/ 107 w 381"/>
                <a:gd name="T69" fmla="*/ 386 h 514"/>
                <a:gd name="T70" fmla="*/ 95 w 381"/>
                <a:gd name="T71" fmla="*/ 441 h 514"/>
                <a:gd name="T72" fmla="*/ 97 w 381"/>
                <a:gd name="T73" fmla="*/ 468 h 514"/>
                <a:gd name="T74" fmla="*/ 91 w 381"/>
                <a:gd name="T75" fmla="*/ 481 h 514"/>
                <a:gd name="T76" fmla="*/ 82 w 381"/>
                <a:gd name="T77" fmla="*/ 495 h 514"/>
                <a:gd name="T78" fmla="*/ 143 w 381"/>
                <a:gd name="T79" fmla="*/ 504 h 514"/>
                <a:gd name="T80" fmla="*/ 177 w 381"/>
                <a:gd name="T81" fmla="*/ 457 h 514"/>
                <a:gd name="T82" fmla="*/ 187 w 381"/>
                <a:gd name="T83" fmla="*/ 430 h 514"/>
                <a:gd name="T84" fmla="*/ 242 w 381"/>
                <a:gd name="T85" fmla="*/ 405 h 514"/>
                <a:gd name="T86" fmla="*/ 274 w 381"/>
                <a:gd name="T87" fmla="*/ 403 h 514"/>
                <a:gd name="T88" fmla="*/ 288 w 381"/>
                <a:gd name="T89" fmla="*/ 399 h 514"/>
                <a:gd name="T90" fmla="*/ 252 w 381"/>
                <a:gd name="T91" fmla="*/ 371 h 514"/>
                <a:gd name="T92" fmla="*/ 282 w 381"/>
                <a:gd name="T93" fmla="*/ 331 h 514"/>
                <a:gd name="T94" fmla="*/ 295 w 381"/>
                <a:gd name="T95" fmla="*/ 304 h 514"/>
                <a:gd name="T96" fmla="*/ 309 w 381"/>
                <a:gd name="T97" fmla="*/ 306 h 514"/>
                <a:gd name="T98" fmla="*/ 326 w 381"/>
                <a:gd name="T99" fmla="*/ 304 h 514"/>
                <a:gd name="T100" fmla="*/ 330 w 381"/>
                <a:gd name="T101" fmla="*/ 255 h 514"/>
                <a:gd name="T102" fmla="*/ 326 w 381"/>
                <a:gd name="T103" fmla="*/ 251 h 514"/>
                <a:gd name="T104" fmla="*/ 326 w 381"/>
                <a:gd name="T105" fmla="*/ 244 h 514"/>
                <a:gd name="T106" fmla="*/ 333 w 381"/>
                <a:gd name="T107" fmla="*/ 207 h 514"/>
                <a:gd name="T108" fmla="*/ 330 w 381"/>
                <a:gd name="T109" fmla="*/ 204 h 514"/>
                <a:gd name="T110" fmla="*/ 328 w 381"/>
                <a:gd name="T111" fmla="*/ 177 h 514"/>
                <a:gd name="T112" fmla="*/ 322 w 381"/>
                <a:gd name="T113" fmla="*/ 160 h 514"/>
                <a:gd name="T114" fmla="*/ 318 w 381"/>
                <a:gd name="T115" fmla="*/ 148 h 514"/>
                <a:gd name="T116" fmla="*/ 328 w 381"/>
                <a:gd name="T117" fmla="*/ 150 h 514"/>
                <a:gd name="T118" fmla="*/ 335 w 381"/>
                <a:gd name="T119" fmla="*/ 145 h 514"/>
                <a:gd name="T120" fmla="*/ 356 w 381"/>
                <a:gd name="T121" fmla="*/ 112 h 514"/>
                <a:gd name="T122" fmla="*/ 375 w 381"/>
                <a:gd name="T123" fmla="*/ 46 h 514"/>
                <a:gd name="T124" fmla="*/ 381 w 381"/>
                <a:gd name="T125" fmla="*/ 21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1" h="514">
                  <a:moveTo>
                    <a:pt x="377" y="10"/>
                  </a:moveTo>
                  <a:lnTo>
                    <a:pt x="377" y="10"/>
                  </a:lnTo>
                  <a:lnTo>
                    <a:pt x="377" y="6"/>
                  </a:lnTo>
                  <a:lnTo>
                    <a:pt x="375" y="2"/>
                  </a:lnTo>
                  <a:lnTo>
                    <a:pt x="375" y="2"/>
                  </a:lnTo>
                  <a:lnTo>
                    <a:pt x="375" y="4"/>
                  </a:lnTo>
                  <a:lnTo>
                    <a:pt x="375" y="4"/>
                  </a:lnTo>
                  <a:lnTo>
                    <a:pt x="375" y="4"/>
                  </a:lnTo>
                  <a:lnTo>
                    <a:pt x="377" y="10"/>
                  </a:lnTo>
                  <a:close/>
                  <a:moveTo>
                    <a:pt x="381" y="15"/>
                  </a:moveTo>
                  <a:lnTo>
                    <a:pt x="379" y="13"/>
                  </a:lnTo>
                  <a:lnTo>
                    <a:pt x="379" y="12"/>
                  </a:lnTo>
                  <a:lnTo>
                    <a:pt x="377" y="12"/>
                  </a:lnTo>
                  <a:lnTo>
                    <a:pt x="377" y="12"/>
                  </a:lnTo>
                  <a:lnTo>
                    <a:pt x="377" y="13"/>
                  </a:lnTo>
                  <a:lnTo>
                    <a:pt x="375" y="12"/>
                  </a:lnTo>
                  <a:lnTo>
                    <a:pt x="373" y="10"/>
                  </a:lnTo>
                  <a:lnTo>
                    <a:pt x="373" y="10"/>
                  </a:lnTo>
                  <a:lnTo>
                    <a:pt x="373" y="8"/>
                  </a:lnTo>
                  <a:lnTo>
                    <a:pt x="373" y="8"/>
                  </a:lnTo>
                  <a:lnTo>
                    <a:pt x="373" y="8"/>
                  </a:lnTo>
                  <a:lnTo>
                    <a:pt x="373" y="8"/>
                  </a:lnTo>
                  <a:lnTo>
                    <a:pt x="370" y="10"/>
                  </a:lnTo>
                  <a:lnTo>
                    <a:pt x="368" y="10"/>
                  </a:lnTo>
                  <a:lnTo>
                    <a:pt x="362" y="8"/>
                  </a:lnTo>
                  <a:lnTo>
                    <a:pt x="362" y="8"/>
                  </a:lnTo>
                  <a:lnTo>
                    <a:pt x="360" y="8"/>
                  </a:lnTo>
                  <a:lnTo>
                    <a:pt x="358" y="8"/>
                  </a:lnTo>
                  <a:lnTo>
                    <a:pt x="358" y="8"/>
                  </a:lnTo>
                  <a:lnTo>
                    <a:pt x="358" y="8"/>
                  </a:lnTo>
                  <a:lnTo>
                    <a:pt x="358" y="6"/>
                  </a:lnTo>
                  <a:lnTo>
                    <a:pt x="358" y="6"/>
                  </a:lnTo>
                  <a:lnTo>
                    <a:pt x="358" y="6"/>
                  </a:lnTo>
                  <a:lnTo>
                    <a:pt x="358" y="6"/>
                  </a:lnTo>
                  <a:lnTo>
                    <a:pt x="358" y="4"/>
                  </a:lnTo>
                  <a:lnTo>
                    <a:pt x="358" y="4"/>
                  </a:lnTo>
                  <a:lnTo>
                    <a:pt x="358" y="4"/>
                  </a:lnTo>
                  <a:lnTo>
                    <a:pt x="356" y="4"/>
                  </a:lnTo>
                  <a:lnTo>
                    <a:pt x="354" y="2"/>
                  </a:lnTo>
                  <a:lnTo>
                    <a:pt x="353" y="2"/>
                  </a:lnTo>
                  <a:lnTo>
                    <a:pt x="353" y="0"/>
                  </a:lnTo>
                  <a:lnTo>
                    <a:pt x="353" y="2"/>
                  </a:lnTo>
                  <a:lnTo>
                    <a:pt x="353" y="2"/>
                  </a:lnTo>
                  <a:lnTo>
                    <a:pt x="351" y="2"/>
                  </a:lnTo>
                  <a:lnTo>
                    <a:pt x="353" y="2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4" y="4"/>
                  </a:lnTo>
                  <a:lnTo>
                    <a:pt x="354" y="6"/>
                  </a:lnTo>
                  <a:lnTo>
                    <a:pt x="354" y="6"/>
                  </a:lnTo>
                  <a:lnTo>
                    <a:pt x="353" y="6"/>
                  </a:lnTo>
                  <a:lnTo>
                    <a:pt x="353" y="8"/>
                  </a:lnTo>
                  <a:lnTo>
                    <a:pt x="351" y="8"/>
                  </a:lnTo>
                  <a:lnTo>
                    <a:pt x="349" y="8"/>
                  </a:lnTo>
                  <a:lnTo>
                    <a:pt x="347" y="10"/>
                  </a:lnTo>
                  <a:lnTo>
                    <a:pt x="347" y="12"/>
                  </a:lnTo>
                  <a:lnTo>
                    <a:pt x="345" y="12"/>
                  </a:lnTo>
                  <a:lnTo>
                    <a:pt x="345" y="13"/>
                  </a:lnTo>
                  <a:lnTo>
                    <a:pt x="345" y="13"/>
                  </a:lnTo>
                  <a:lnTo>
                    <a:pt x="345" y="13"/>
                  </a:lnTo>
                  <a:lnTo>
                    <a:pt x="345" y="15"/>
                  </a:lnTo>
                  <a:lnTo>
                    <a:pt x="345" y="15"/>
                  </a:lnTo>
                  <a:lnTo>
                    <a:pt x="345" y="17"/>
                  </a:lnTo>
                  <a:lnTo>
                    <a:pt x="337" y="21"/>
                  </a:lnTo>
                  <a:lnTo>
                    <a:pt x="332" y="23"/>
                  </a:lnTo>
                  <a:lnTo>
                    <a:pt x="330" y="25"/>
                  </a:lnTo>
                  <a:lnTo>
                    <a:pt x="330" y="25"/>
                  </a:lnTo>
                  <a:lnTo>
                    <a:pt x="328" y="23"/>
                  </a:lnTo>
                  <a:lnTo>
                    <a:pt x="328" y="23"/>
                  </a:lnTo>
                  <a:lnTo>
                    <a:pt x="326" y="25"/>
                  </a:lnTo>
                  <a:lnTo>
                    <a:pt x="326" y="25"/>
                  </a:lnTo>
                  <a:lnTo>
                    <a:pt x="326" y="25"/>
                  </a:lnTo>
                  <a:lnTo>
                    <a:pt x="326" y="27"/>
                  </a:lnTo>
                  <a:lnTo>
                    <a:pt x="326" y="27"/>
                  </a:lnTo>
                  <a:lnTo>
                    <a:pt x="328" y="27"/>
                  </a:lnTo>
                  <a:lnTo>
                    <a:pt x="328" y="27"/>
                  </a:lnTo>
                  <a:lnTo>
                    <a:pt x="328" y="29"/>
                  </a:lnTo>
                  <a:lnTo>
                    <a:pt x="330" y="29"/>
                  </a:lnTo>
                  <a:lnTo>
                    <a:pt x="330" y="29"/>
                  </a:lnTo>
                  <a:lnTo>
                    <a:pt x="330" y="29"/>
                  </a:lnTo>
                  <a:lnTo>
                    <a:pt x="330" y="31"/>
                  </a:lnTo>
                  <a:lnTo>
                    <a:pt x="328" y="31"/>
                  </a:lnTo>
                  <a:lnTo>
                    <a:pt x="328" y="31"/>
                  </a:lnTo>
                  <a:lnTo>
                    <a:pt x="326" y="31"/>
                  </a:lnTo>
                  <a:lnTo>
                    <a:pt x="324" y="31"/>
                  </a:lnTo>
                  <a:lnTo>
                    <a:pt x="324" y="31"/>
                  </a:lnTo>
                  <a:lnTo>
                    <a:pt x="320" y="29"/>
                  </a:lnTo>
                  <a:lnTo>
                    <a:pt x="320" y="29"/>
                  </a:lnTo>
                  <a:lnTo>
                    <a:pt x="320" y="29"/>
                  </a:lnTo>
                  <a:lnTo>
                    <a:pt x="320" y="27"/>
                  </a:lnTo>
                  <a:lnTo>
                    <a:pt x="320" y="27"/>
                  </a:lnTo>
                  <a:lnTo>
                    <a:pt x="320" y="25"/>
                  </a:lnTo>
                  <a:lnTo>
                    <a:pt x="320" y="25"/>
                  </a:lnTo>
                  <a:lnTo>
                    <a:pt x="318" y="25"/>
                  </a:lnTo>
                  <a:lnTo>
                    <a:pt x="312" y="25"/>
                  </a:lnTo>
                  <a:lnTo>
                    <a:pt x="311" y="25"/>
                  </a:lnTo>
                  <a:lnTo>
                    <a:pt x="309" y="25"/>
                  </a:lnTo>
                  <a:lnTo>
                    <a:pt x="309" y="25"/>
                  </a:lnTo>
                  <a:lnTo>
                    <a:pt x="309" y="23"/>
                  </a:lnTo>
                  <a:lnTo>
                    <a:pt x="307" y="21"/>
                  </a:lnTo>
                  <a:lnTo>
                    <a:pt x="305" y="21"/>
                  </a:lnTo>
                  <a:lnTo>
                    <a:pt x="305" y="19"/>
                  </a:lnTo>
                  <a:lnTo>
                    <a:pt x="303" y="19"/>
                  </a:lnTo>
                  <a:lnTo>
                    <a:pt x="301" y="19"/>
                  </a:lnTo>
                  <a:lnTo>
                    <a:pt x="299" y="19"/>
                  </a:lnTo>
                  <a:lnTo>
                    <a:pt x="297" y="21"/>
                  </a:lnTo>
                  <a:lnTo>
                    <a:pt x="297" y="21"/>
                  </a:lnTo>
                  <a:lnTo>
                    <a:pt x="297" y="21"/>
                  </a:lnTo>
                  <a:lnTo>
                    <a:pt x="297" y="23"/>
                  </a:lnTo>
                  <a:lnTo>
                    <a:pt x="297" y="23"/>
                  </a:lnTo>
                  <a:lnTo>
                    <a:pt x="297" y="25"/>
                  </a:lnTo>
                  <a:lnTo>
                    <a:pt x="295" y="27"/>
                  </a:lnTo>
                  <a:lnTo>
                    <a:pt x="295" y="27"/>
                  </a:lnTo>
                  <a:lnTo>
                    <a:pt x="295" y="29"/>
                  </a:lnTo>
                  <a:lnTo>
                    <a:pt x="295" y="29"/>
                  </a:lnTo>
                  <a:lnTo>
                    <a:pt x="295" y="31"/>
                  </a:lnTo>
                  <a:lnTo>
                    <a:pt x="295" y="31"/>
                  </a:lnTo>
                  <a:lnTo>
                    <a:pt x="292" y="32"/>
                  </a:lnTo>
                  <a:lnTo>
                    <a:pt x="292" y="32"/>
                  </a:lnTo>
                  <a:lnTo>
                    <a:pt x="292" y="34"/>
                  </a:lnTo>
                  <a:lnTo>
                    <a:pt x="290" y="36"/>
                  </a:lnTo>
                  <a:lnTo>
                    <a:pt x="288" y="38"/>
                  </a:lnTo>
                  <a:lnTo>
                    <a:pt x="286" y="40"/>
                  </a:lnTo>
                  <a:lnTo>
                    <a:pt x="284" y="40"/>
                  </a:lnTo>
                  <a:lnTo>
                    <a:pt x="284" y="40"/>
                  </a:lnTo>
                  <a:lnTo>
                    <a:pt x="284" y="38"/>
                  </a:lnTo>
                  <a:lnTo>
                    <a:pt x="282" y="38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78" y="38"/>
                  </a:lnTo>
                  <a:lnTo>
                    <a:pt x="276" y="44"/>
                  </a:lnTo>
                  <a:lnTo>
                    <a:pt x="272" y="46"/>
                  </a:lnTo>
                  <a:lnTo>
                    <a:pt x="272" y="48"/>
                  </a:lnTo>
                  <a:lnTo>
                    <a:pt x="271" y="48"/>
                  </a:lnTo>
                  <a:lnTo>
                    <a:pt x="271" y="48"/>
                  </a:lnTo>
                  <a:lnTo>
                    <a:pt x="267" y="48"/>
                  </a:lnTo>
                  <a:lnTo>
                    <a:pt x="265" y="48"/>
                  </a:lnTo>
                  <a:lnTo>
                    <a:pt x="263" y="48"/>
                  </a:lnTo>
                  <a:lnTo>
                    <a:pt x="263" y="48"/>
                  </a:lnTo>
                  <a:lnTo>
                    <a:pt x="261" y="48"/>
                  </a:lnTo>
                  <a:lnTo>
                    <a:pt x="261" y="48"/>
                  </a:lnTo>
                  <a:lnTo>
                    <a:pt x="259" y="48"/>
                  </a:lnTo>
                  <a:lnTo>
                    <a:pt x="257" y="46"/>
                  </a:lnTo>
                  <a:lnTo>
                    <a:pt x="257" y="46"/>
                  </a:lnTo>
                  <a:lnTo>
                    <a:pt x="257" y="44"/>
                  </a:lnTo>
                  <a:lnTo>
                    <a:pt x="257" y="44"/>
                  </a:lnTo>
                  <a:lnTo>
                    <a:pt x="257" y="44"/>
                  </a:lnTo>
                  <a:lnTo>
                    <a:pt x="255" y="44"/>
                  </a:lnTo>
                  <a:lnTo>
                    <a:pt x="255" y="44"/>
                  </a:lnTo>
                  <a:lnTo>
                    <a:pt x="253" y="44"/>
                  </a:lnTo>
                  <a:lnTo>
                    <a:pt x="252" y="42"/>
                  </a:lnTo>
                  <a:lnTo>
                    <a:pt x="252" y="44"/>
                  </a:lnTo>
                  <a:lnTo>
                    <a:pt x="250" y="44"/>
                  </a:lnTo>
                  <a:lnTo>
                    <a:pt x="250" y="46"/>
                  </a:lnTo>
                  <a:lnTo>
                    <a:pt x="250" y="46"/>
                  </a:lnTo>
                  <a:lnTo>
                    <a:pt x="250" y="46"/>
                  </a:lnTo>
                  <a:lnTo>
                    <a:pt x="250" y="48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lnTo>
                    <a:pt x="246" y="48"/>
                  </a:lnTo>
                  <a:lnTo>
                    <a:pt x="246" y="46"/>
                  </a:lnTo>
                  <a:lnTo>
                    <a:pt x="244" y="44"/>
                  </a:lnTo>
                  <a:lnTo>
                    <a:pt x="244" y="44"/>
                  </a:lnTo>
                  <a:lnTo>
                    <a:pt x="240" y="44"/>
                  </a:lnTo>
                  <a:lnTo>
                    <a:pt x="238" y="46"/>
                  </a:lnTo>
                  <a:lnTo>
                    <a:pt x="236" y="46"/>
                  </a:lnTo>
                  <a:lnTo>
                    <a:pt x="232" y="46"/>
                  </a:lnTo>
                  <a:lnTo>
                    <a:pt x="231" y="46"/>
                  </a:lnTo>
                  <a:lnTo>
                    <a:pt x="231" y="48"/>
                  </a:lnTo>
                  <a:lnTo>
                    <a:pt x="231" y="48"/>
                  </a:lnTo>
                  <a:lnTo>
                    <a:pt x="229" y="50"/>
                  </a:lnTo>
                  <a:lnTo>
                    <a:pt x="229" y="50"/>
                  </a:lnTo>
                  <a:lnTo>
                    <a:pt x="227" y="50"/>
                  </a:lnTo>
                  <a:lnTo>
                    <a:pt x="227" y="50"/>
                  </a:lnTo>
                  <a:lnTo>
                    <a:pt x="225" y="50"/>
                  </a:lnTo>
                  <a:lnTo>
                    <a:pt x="225" y="51"/>
                  </a:lnTo>
                  <a:lnTo>
                    <a:pt x="223" y="53"/>
                  </a:lnTo>
                  <a:lnTo>
                    <a:pt x="223" y="53"/>
                  </a:lnTo>
                  <a:lnTo>
                    <a:pt x="223" y="55"/>
                  </a:lnTo>
                  <a:lnTo>
                    <a:pt x="223" y="57"/>
                  </a:lnTo>
                  <a:lnTo>
                    <a:pt x="223" y="57"/>
                  </a:lnTo>
                  <a:lnTo>
                    <a:pt x="223" y="59"/>
                  </a:lnTo>
                  <a:lnTo>
                    <a:pt x="221" y="67"/>
                  </a:lnTo>
                  <a:lnTo>
                    <a:pt x="217" y="72"/>
                  </a:lnTo>
                  <a:lnTo>
                    <a:pt x="217" y="74"/>
                  </a:lnTo>
                  <a:lnTo>
                    <a:pt x="217" y="74"/>
                  </a:lnTo>
                  <a:lnTo>
                    <a:pt x="213" y="76"/>
                  </a:lnTo>
                  <a:lnTo>
                    <a:pt x="213" y="76"/>
                  </a:lnTo>
                  <a:lnTo>
                    <a:pt x="211" y="76"/>
                  </a:lnTo>
                  <a:lnTo>
                    <a:pt x="211" y="76"/>
                  </a:lnTo>
                  <a:lnTo>
                    <a:pt x="211" y="76"/>
                  </a:lnTo>
                  <a:lnTo>
                    <a:pt x="210" y="76"/>
                  </a:lnTo>
                  <a:lnTo>
                    <a:pt x="210" y="76"/>
                  </a:lnTo>
                  <a:lnTo>
                    <a:pt x="210" y="78"/>
                  </a:lnTo>
                  <a:lnTo>
                    <a:pt x="210" y="78"/>
                  </a:lnTo>
                  <a:lnTo>
                    <a:pt x="210" y="80"/>
                  </a:lnTo>
                  <a:lnTo>
                    <a:pt x="210" y="82"/>
                  </a:lnTo>
                  <a:lnTo>
                    <a:pt x="206" y="86"/>
                  </a:lnTo>
                  <a:lnTo>
                    <a:pt x="204" y="86"/>
                  </a:lnTo>
                  <a:lnTo>
                    <a:pt x="204" y="86"/>
                  </a:lnTo>
                  <a:lnTo>
                    <a:pt x="202" y="86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196" y="86"/>
                  </a:lnTo>
                  <a:lnTo>
                    <a:pt x="192" y="82"/>
                  </a:lnTo>
                  <a:lnTo>
                    <a:pt x="189" y="80"/>
                  </a:lnTo>
                  <a:lnTo>
                    <a:pt x="185" y="74"/>
                  </a:lnTo>
                  <a:lnTo>
                    <a:pt x="179" y="72"/>
                  </a:lnTo>
                  <a:lnTo>
                    <a:pt x="177" y="72"/>
                  </a:lnTo>
                  <a:lnTo>
                    <a:pt x="171" y="69"/>
                  </a:lnTo>
                  <a:lnTo>
                    <a:pt x="170" y="67"/>
                  </a:lnTo>
                  <a:lnTo>
                    <a:pt x="168" y="67"/>
                  </a:lnTo>
                  <a:lnTo>
                    <a:pt x="168" y="67"/>
                  </a:lnTo>
                  <a:lnTo>
                    <a:pt x="166" y="69"/>
                  </a:lnTo>
                  <a:lnTo>
                    <a:pt x="166" y="69"/>
                  </a:lnTo>
                  <a:lnTo>
                    <a:pt x="166" y="69"/>
                  </a:lnTo>
                  <a:lnTo>
                    <a:pt x="166" y="70"/>
                  </a:lnTo>
                  <a:lnTo>
                    <a:pt x="164" y="70"/>
                  </a:lnTo>
                  <a:lnTo>
                    <a:pt x="164" y="70"/>
                  </a:lnTo>
                  <a:lnTo>
                    <a:pt x="162" y="70"/>
                  </a:lnTo>
                  <a:lnTo>
                    <a:pt x="160" y="69"/>
                  </a:lnTo>
                  <a:lnTo>
                    <a:pt x="160" y="67"/>
                  </a:lnTo>
                  <a:lnTo>
                    <a:pt x="158" y="67"/>
                  </a:lnTo>
                  <a:lnTo>
                    <a:pt x="158" y="65"/>
                  </a:lnTo>
                  <a:lnTo>
                    <a:pt x="158" y="65"/>
                  </a:lnTo>
                  <a:lnTo>
                    <a:pt x="156" y="65"/>
                  </a:lnTo>
                  <a:lnTo>
                    <a:pt x="156" y="65"/>
                  </a:lnTo>
                  <a:lnTo>
                    <a:pt x="154" y="63"/>
                  </a:lnTo>
                  <a:lnTo>
                    <a:pt x="151" y="65"/>
                  </a:lnTo>
                  <a:lnTo>
                    <a:pt x="147" y="65"/>
                  </a:lnTo>
                  <a:lnTo>
                    <a:pt x="145" y="70"/>
                  </a:lnTo>
                  <a:lnTo>
                    <a:pt x="143" y="72"/>
                  </a:lnTo>
                  <a:lnTo>
                    <a:pt x="143" y="74"/>
                  </a:lnTo>
                  <a:lnTo>
                    <a:pt x="141" y="74"/>
                  </a:lnTo>
                  <a:lnTo>
                    <a:pt x="141" y="76"/>
                  </a:lnTo>
                  <a:lnTo>
                    <a:pt x="141" y="76"/>
                  </a:lnTo>
                  <a:lnTo>
                    <a:pt x="143" y="76"/>
                  </a:lnTo>
                  <a:lnTo>
                    <a:pt x="143" y="78"/>
                  </a:lnTo>
                  <a:lnTo>
                    <a:pt x="143" y="78"/>
                  </a:lnTo>
                  <a:lnTo>
                    <a:pt x="143" y="78"/>
                  </a:lnTo>
                  <a:lnTo>
                    <a:pt x="141" y="80"/>
                  </a:lnTo>
                  <a:lnTo>
                    <a:pt x="141" y="80"/>
                  </a:lnTo>
                  <a:lnTo>
                    <a:pt x="137" y="82"/>
                  </a:lnTo>
                  <a:lnTo>
                    <a:pt x="135" y="82"/>
                  </a:lnTo>
                  <a:lnTo>
                    <a:pt x="135" y="82"/>
                  </a:lnTo>
                  <a:lnTo>
                    <a:pt x="133" y="82"/>
                  </a:lnTo>
                  <a:lnTo>
                    <a:pt x="131" y="82"/>
                  </a:lnTo>
                  <a:lnTo>
                    <a:pt x="131" y="82"/>
                  </a:lnTo>
                  <a:lnTo>
                    <a:pt x="130" y="82"/>
                  </a:lnTo>
                  <a:lnTo>
                    <a:pt x="128" y="82"/>
                  </a:lnTo>
                  <a:lnTo>
                    <a:pt x="126" y="88"/>
                  </a:lnTo>
                  <a:lnTo>
                    <a:pt x="124" y="91"/>
                  </a:lnTo>
                  <a:lnTo>
                    <a:pt x="124" y="93"/>
                  </a:lnTo>
                  <a:lnTo>
                    <a:pt x="124" y="95"/>
                  </a:lnTo>
                  <a:lnTo>
                    <a:pt x="126" y="95"/>
                  </a:lnTo>
                  <a:lnTo>
                    <a:pt x="126" y="97"/>
                  </a:lnTo>
                  <a:lnTo>
                    <a:pt x="126" y="97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28" y="99"/>
                  </a:lnTo>
                  <a:lnTo>
                    <a:pt x="128" y="99"/>
                  </a:lnTo>
                  <a:lnTo>
                    <a:pt x="130" y="99"/>
                  </a:lnTo>
                  <a:lnTo>
                    <a:pt x="130" y="101"/>
                  </a:lnTo>
                  <a:lnTo>
                    <a:pt x="130" y="103"/>
                  </a:lnTo>
                  <a:lnTo>
                    <a:pt x="128" y="108"/>
                  </a:lnTo>
                  <a:lnTo>
                    <a:pt x="128" y="108"/>
                  </a:lnTo>
                  <a:lnTo>
                    <a:pt x="126" y="110"/>
                  </a:lnTo>
                  <a:lnTo>
                    <a:pt x="124" y="112"/>
                  </a:lnTo>
                  <a:lnTo>
                    <a:pt x="124" y="114"/>
                  </a:lnTo>
                  <a:lnTo>
                    <a:pt x="120" y="116"/>
                  </a:lnTo>
                  <a:lnTo>
                    <a:pt x="116" y="118"/>
                  </a:lnTo>
                  <a:lnTo>
                    <a:pt x="116" y="120"/>
                  </a:lnTo>
                  <a:lnTo>
                    <a:pt x="116" y="120"/>
                  </a:lnTo>
                  <a:lnTo>
                    <a:pt x="114" y="122"/>
                  </a:lnTo>
                  <a:lnTo>
                    <a:pt x="114" y="122"/>
                  </a:lnTo>
                  <a:lnTo>
                    <a:pt x="114" y="122"/>
                  </a:lnTo>
                  <a:lnTo>
                    <a:pt x="116" y="124"/>
                  </a:lnTo>
                  <a:lnTo>
                    <a:pt x="116" y="124"/>
                  </a:lnTo>
                  <a:lnTo>
                    <a:pt x="116" y="126"/>
                  </a:lnTo>
                  <a:lnTo>
                    <a:pt x="116" y="126"/>
                  </a:lnTo>
                  <a:lnTo>
                    <a:pt x="118" y="128"/>
                  </a:lnTo>
                  <a:lnTo>
                    <a:pt x="133" y="128"/>
                  </a:lnTo>
                  <a:lnTo>
                    <a:pt x="137" y="128"/>
                  </a:lnTo>
                  <a:lnTo>
                    <a:pt x="139" y="129"/>
                  </a:lnTo>
                  <a:lnTo>
                    <a:pt x="139" y="129"/>
                  </a:lnTo>
                  <a:lnTo>
                    <a:pt x="139" y="129"/>
                  </a:lnTo>
                  <a:lnTo>
                    <a:pt x="143" y="133"/>
                  </a:lnTo>
                  <a:lnTo>
                    <a:pt x="143" y="135"/>
                  </a:lnTo>
                  <a:lnTo>
                    <a:pt x="143" y="135"/>
                  </a:lnTo>
                  <a:lnTo>
                    <a:pt x="143" y="135"/>
                  </a:lnTo>
                  <a:lnTo>
                    <a:pt x="143" y="137"/>
                  </a:lnTo>
                  <a:lnTo>
                    <a:pt x="143" y="137"/>
                  </a:lnTo>
                  <a:lnTo>
                    <a:pt x="143" y="137"/>
                  </a:lnTo>
                  <a:lnTo>
                    <a:pt x="143" y="137"/>
                  </a:lnTo>
                  <a:lnTo>
                    <a:pt x="141" y="139"/>
                  </a:lnTo>
                  <a:lnTo>
                    <a:pt x="141" y="139"/>
                  </a:lnTo>
                  <a:lnTo>
                    <a:pt x="141" y="139"/>
                  </a:lnTo>
                  <a:lnTo>
                    <a:pt x="139" y="141"/>
                  </a:lnTo>
                  <a:lnTo>
                    <a:pt x="139" y="141"/>
                  </a:lnTo>
                  <a:lnTo>
                    <a:pt x="137" y="143"/>
                  </a:lnTo>
                  <a:lnTo>
                    <a:pt x="135" y="147"/>
                  </a:lnTo>
                  <a:lnTo>
                    <a:pt x="133" y="148"/>
                  </a:lnTo>
                  <a:lnTo>
                    <a:pt x="133" y="150"/>
                  </a:lnTo>
                  <a:lnTo>
                    <a:pt x="131" y="150"/>
                  </a:lnTo>
                  <a:lnTo>
                    <a:pt x="131" y="150"/>
                  </a:lnTo>
                  <a:lnTo>
                    <a:pt x="130" y="150"/>
                  </a:lnTo>
                  <a:lnTo>
                    <a:pt x="120" y="152"/>
                  </a:lnTo>
                  <a:lnTo>
                    <a:pt x="118" y="152"/>
                  </a:lnTo>
                  <a:lnTo>
                    <a:pt x="116" y="152"/>
                  </a:lnTo>
                  <a:lnTo>
                    <a:pt x="116" y="154"/>
                  </a:lnTo>
                  <a:lnTo>
                    <a:pt x="114" y="156"/>
                  </a:lnTo>
                  <a:lnTo>
                    <a:pt x="114" y="158"/>
                  </a:lnTo>
                  <a:lnTo>
                    <a:pt x="112" y="162"/>
                  </a:lnTo>
                  <a:lnTo>
                    <a:pt x="112" y="164"/>
                  </a:lnTo>
                  <a:lnTo>
                    <a:pt x="111" y="166"/>
                  </a:lnTo>
                  <a:lnTo>
                    <a:pt x="111" y="166"/>
                  </a:lnTo>
                  <a:lnTo>
                    <a:pt x="107" y="166"/>
                  </a:lnTo>
                  <a:lnTo>
                    <a:pt x="105" y="166"/>
                  </a:lnTo>
                  <a:lnTo>
                    <a:pt x="103" y="166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9" y="164"/>
                  </a:lnTo>
                  <a:lnTo>
                    <a:pt x="97" y="164"/>
                  </a:lnTo>
                  <a:lnTo>
                    <a:pt x="97" y="164"/>
                  </a:lnTo>
                  <a:lnTo>
                    <a:pt x="95" y="164"/>
                  </a:lnTo>
                  <a:lnTo>
                    <a:pt x="95" y="164"/>
                  </a:lnTo>
                  <a:lnTo>
                    <a:pt x="93" y="164"/>
                  </a:lnTo>
                  <a:lnTo>
                    <a:pt x="91" y="166"/>
                  </a:lnTo>
                  <a:lnTo>
                    <a:pt x="88" y="164"/>
                  </a:lnTo>
                  <a:lnTo>
                    <a:pt x="86" y="166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82" y="166"/>
                  </a:lnTo>
                  <a:lnTo>
                    <a:pt x="82" y="167"/>
                  </a:lnTo>
                  <a:lnTo>
                    <a:pt x="82" y="169"/>
                  </a:lnTo>
                  <a:lnTo>
                    <a:pt x="80" y="169"/>
                  </a:lnTo>
                  <a:lnTo>
                    <a:pt x="80" y="169"/>
                  </a:lnTo>
                  <a:lnTo>
                    <a:pt x="74" y="164"/>
                  </a:lnTo>
                  <a:lnTo>
                    <a:pt x="72" y="164"/>
                  </a:lnTo>
                  <a:lnTo>
                    <a:pt x="72" y="162"/>
                  </a:lnTo>
                  <a:lnTo>
                    <a:pt x="70" y="164"/>
                  </a:lnTo>
                  <a:lnTo>
                    <a:pt x="69" y="164"/>
                  </a:lnTo>
                  <a:lnTo>
                    <a:pt x="67" y="164"/>
                  </a:lnTo>
                  <a:lnTo>
                    <a:pt x="65" y="164"/>
                  </a:lnTo>
                  <a:lnTo>
                    <a:pt x="65" y="164"/>
                  </a:lnTo>
                  <a:lnTo>
                    <a:pt x="63" y="166"/>
                  </a:lnTo>
                  <a:lnTo>
                    <a:pt x="59" y="169"/>
                  </a:lnTo>
                  <a:lnTo>
                    <a:pt x="57" y="173"/>
                  </a:lnTo>
                  <a:lnTo>
                    <a:pt x="57" y="179"/>
                  </a:lnTo>
                  <a:lnTo>
                    <a:pt x="55" y="181"/>
                  </a:lnTo>
                  <a:lnTo>
                    <a:pt x="55" y="181"/>
                  </a:lnTo>
                  <a:lnTo>
                    <a:pt x="50" y="181"/>
                  </a:lnTo>
                  <a:lnTo>
                    <a:pt x="50" y="179"/>
                  </a:lnTo>
                  <a:lnTo>
                    <a:pt x="36" y="181"/>
                  </a:lnTo>
                  <a:lnTo>
                    <a:pt x="34" y="181"/>
                  </a:lnTo>
                  <a:lnTo>
                    <a:pt x="32" y="181"/>
                  </a:lnTo>
                  <a:lnTo>
                    <a:pt x="30" y="181"/>
                  </a:lnTo>
                  <a:lnTo>
                    <a:pt x="30" y="179"/>
                  </a:lnTo>
                  <a:lnTo>
                    <a:pt x="30" y="179"/>
                  </a:lnTo>
                  <a:lnTo>
                    <a:pt x="30" y="177"/>
                  </a:lnTo>
                  <a:lnTo>
                    <a:pt x="30" y="175"/>
                  </a:lnTo>
                  <a:lnTo>
                    <a:pt x="30" y="175"/>
                  </a:lnTo>
                  <a:lnTo>
                    <a:pt x="29" y="173"/>
                  </a:lnTo>
                  <a:lnTo>
                    <a:pt x="27" y="173"/>
                  </a:lnTo>
                  <a:lnTo>
                    <a:pt x="25" y="173"/>
                  </a:lnTo>
                  <a:lnTo>
                    <a:pt x="23" y="173"/>
                  </a:lnTo>
                  <a:lnTo>
                    <a:pt x="21" y="173"/>
                  </a:lnTo>
                  <a:lnTo>
                    <a:pt x="21" y="175"/>
                  </a:lnTo>
                  <a:lnTo>
                    <a:pt x="19" y="175"/>
                  </a:lnTo>
                  <a:lnTo>
                    <a:pt x="19" y="175"/>
                  </a:lnTo>
                  <a:lnTo>
                    <a:pt x="19" y="177"/>
                  </a:lnTo>
                  <a:lnTo>
                    <a:pt x="17" y="177"/>
                  </a:lnTo>
                  <a:lnTo>
                    <a:pt x="19" y="179"/>
                  </a:lnTo>
                  <a:lnTo>
                    <a:pt x="19" y="179"/>
                  </a:lnTo>
                  <a:lnTo>
                    <a:pt x="19" y="179"/>
                  </a:lnTo>
                  <a:lnTo>
                    <a:pt x="17" y="179"/>
                  </a:lnTo>
                  <a:lnTo>
                    <a:pt x="17" y="179"/>
                  </a:lnTo>
                  <a:lnTo>
                    <a:pt x="17" y="179"/>
                  </a:lnTo>
                  <a:lnTo>
                    <a:pt x="15" y="181"/>
                  </a:lnTo>
                  <a:lnTo>
                    <a:pt x="13" y="181"/>
                  </a:lnTo>
                  <a:lnTo>
                    <a:pt x="13" y="181"/>
                  </a:lnTo>
                  <a:lnTo>
                    <a:pt x="13" y="183"/>
                  </a:lnTo>
                  <a:lnTo>
                    <a:pt x="11" y="185"/>
                  </a:lnTo>
                  <a:lnTo>
                    <a:pt x="11" y="185"/>
                  </a:lnTo>
                  <a:lnTo>
                    <a:pt x="10" y="185"/>
                  </a:lnTo>
                  <a:lnTo>
                    <a:pt x="8" y="185"/>
                  </a:lnTo>
                  <a:lnTo>
                    <a:pt x="6" y="185"/>
                  </a:lnTo>
                  <a:lnTo>
                    <a:pt x="4" y="185"/>
                  </a:lnTo>
                  <a:lnTo>
                    <a:pt x="2" y="183"/>
                  </a:lnTo>
                  <a:lnTo>
                    <a:pt x="2" y="185"/>
                  </a:lnTo>
                  <a:lnTo>
                    <a:pt x="2" y="185"/>
                  </a:lnTo>
                  <a:lnTo>
                    <a:pt x="2" y="186"/>
                  </a:lnTo>
                  <a:lnTo>
                    <a:pt x="2" y="188"/>
                  </a:lnTo>
                  <a:lnTo>
                    <a:pt x="2" y="188"/>
                  </a:lnTo>
                  <a:lnTo>
                    <a:pt x="0" y="190"/>
                  </a:lnTo>
                  <a:lnTo>
                    <a:pt x="0" y="190"/>
                  </a:lnTo>
                  <a:lnTo>
                    <a:pt x="2" y="190"/>
                  </a:lnTo>
                  <a:lnTo>
                    <a:pt x="2" y="192"/>
                  </a:lnTo>
                  <a:lnTo>
                    <a:pt x="2" y="192"/>
                  </a:lnTo>
                  <a:lnTo>
                    <a:pt x="2" y="192"/>
                  </a:lnTo>
                  <a:lnTo>
                    <a:pt x="2" y="192"/>
                  </a:lnTo>
                  <a:lnTo>
                    <a:pt x="2" y="194"/>
                  </a:lnTo>
                  <a:lnTo>
                    <a:pt x="2" y="194"/>
                  </a:lnTo>
                  <a:lnTo>
                    <a:pt x="2" y="194"/>
                  </a:lnTo>
                  <a:lnTo>
                    <a:pt x="4" y="196"/>
                  </a:lnTo>
                  <a:lnTo>
                    <a:pt x="8" y="196"/>
                  </a:lnTo>
                  <a:lnTo>
                    <a:pt x="17" y="200"/>
                  </a:lnTo>
                  <a:lnTo>
                    <a:pt x="19" y="200"/>
                  </a:lnTo>
                  <a:lnTo>
                    <a:pt x="21" y="202"/>
                  </a:lnTo>
                  <a:lnTo>
                    <a:pt x="21" y="202"/>
                  </a:lnTo>
                  <a:lnTo>
                    <a:pt x="23" y="202"/>
                  </a:lnTo>
                  <a:lnTo>
                    <a:pt x="23" y="204"/>
                  </a:lnTo>
                  <a:lnTo>
                    <a:pt x="25" y="204"/>
                  </a:lnTo>
                  <a:lnTo>
                    <a:pt x="25" y="204"/>
                  </a:lnTo>
                  <a:lnTo>
                    <a:pt x="27" y="207"/>
                  </a:lnTo>
                  <a:lnTo>
                    <a:pt x="30" y="209"/>
                  </a:lnTo>
                  <a:lnTo>
                    <a:pt x="29" y="211"/>
                  </a:lnTo>
                  <a:lnTo>
                    <a:pt x="23" y="215"/>
                  </a:lnTo>
                  <a:lnTo>
                    <a:pt x="23" y="215"/>
                  </a:lnTo>
                  <a:lnTo>
                    <a:pt x="21" y="219"/>
                  </a:lnTo>
                  <a:lnTo>
                    <a:pt x="21" y="219"/>
                  </a:lnTo>
                  <a:lnTo>
                    <a:pt x="21" y="221"/>
                  </a:lnTo>
                  <a:lnTo>
                    <a:pt x="21" y="221"/>
                  </a:lnTo>
                  <a:lnTo>
                    <a:pt x="21" y="221"/>
                  </a:lnTo>
                  <a:lnTo>
                    <a:pt x="23" y="221"/>
                  </a:lnTo>
                  <a:lnTo>
                    <a:pt x="25" y="221"/>
                  </a:lnTo>
                  <a:lnTo>
                    <a:pt x="25" y="221"/>
                  </a:lnTo>
                  <a:lnTo>
                    <a:pt x="27" y="221"/>
                  </a:lnTo>
                  <a:lnTo>
                    <a:pt x="27" y="221"/>
                  </a:lnTo>
                  <a:lnTo>
                    <a:pt x="29" y="221"/>
                  </a:lnTo>
                  <a:lnTo>
                    <a:pt x="29" y="221"/>
                  </a:lnTo>
                  <a:lnTo>
                    <a:pt x="30" y="221"/>
                  </a:lnTo>
                  <a:lnTo>
                    <a:pt x="32" y="221"/>
                  </a:lnTo>
                  <a:lnTo>
                    <a:pt x="38" y="221"/>
                  </a:lnTo>
                  <a:lnTo>
                    <a:pt x="40" y="221"/>
                  </a:lnTo>
                  <a:lnTo>
                    <a:pt x="40" y="221"/>
                  </a:lnTo>
                  <a:lnTo>
                    <a:pt x="44" y="219"/>
                  </a:lnTo>
                  <a:lnTo>
                    <a:pt x="44" y="217"/>
                  </a:lnTo>
                  <a:lnTo>
                    <a:pt x="44" y="217"/>
                  </a:lnTo>
                  <a:lnTo>
                    <a:pt x="44" y="219"/>
                  </a:lnTo>
                  <a:lnTo>
                    <a:pt x="44" y="221"/>
                  </a:lnTo>
                  <a:lnTo>
                    <a:pt x="44" y="221"/>
                  </a:lnTo>
                  <a:lnTo>
                    <a:pt x="44" y="223"/>
                  </a:lnTo>
                  <a:lnTo>
                    <a:pt x="44" y="223"/>
                  </a:lnTo>
                  <a:lnTo>
                    <a:pt x="44" y="225"/>
                  </a:lnTo>
                  <a:lnTo>
                    <a:pt x="44" y="225"/>
                  </a:lnTo>
                  <a:lnTo>
                    <a:pt x="44" y="226"/>
                  </a:lnTo>
                  <a:lnTo>
                    <a:pt x="46" y="226"/>
                  </a:lnTo>
                  <a:lnTo>
                    <a:pt x="46" y="226"/>
                  </a:lnTo>
                  <a:lnTo>
                    <a:pt x="46" y="228"/>
                  </a:lnTo>
                  <a:lnTo>
                    <a:pt x="48" y="232"/>
                  </a:lnTo>
                  <a:lnTo>
                    <a:pt x="48" y="234"/>
                  </a:lnTo>
                  <a:lnTo>
                    <a:pt x="50" y="234"/>
                  </a:lnTo>
                  <a:lnTo>
                    <a:pt x="50" y="234"/>
                  </a:lnTo>
                  <a:lnTo>
                    <a:pt x="50" y="236"/>
                  </a:lnTo>
                  <a:lnTo>
                    <a:pt x="50" y="236"/>
                  </a:lnTo>
                  <a:lnTo>
                    <a:pt x="50" y="236"/>
                  </a:lnTo>
                  <a:lnTo>
                    <a:pt x="50" y="238"/>
                  </a:lnTo>
                  <a:lnTo>
                    <a:pt x="48" y="238"/>
                  </a:lnTo>
                  <a:lnTo>
                    <a:pt x="48" y="238"/>
                  </a:lnTo>
                  <a:lnTo>
                    <a:pt x="46" y="236"/>
                  </a:lnTo>
                  <a:lnTo>
                    <a:pt x="46" y="236"/>
                  </a:lnTo>
                  <a:lnTo>
                    <a:pt x="44" y="236"/>
                  </a:lnTo>
                  <a:lnTo>
                    <a:pt x="44" y="236"/>
                  </a:lnTo>
                  <a:lnTo>
                    <a:pt x="44" y="238"/>
                  </a:lnTo>
                  <a:lnTo>
                    <a:pt x="42" y="238"/>
                  </a:lnTo>
                  <a:lnTo>
                    <a:pt x="42" y="238"/>
                  </a:lnTo>
                  <a:lnTo>
                    <a:pt x="42" y="240"/>
                  </a:lnTo>
                  <a:lnTo>
                    <a:pt x="42" y="242"/>
                  </a:lnTo>
                  <a:lnTo>
                    <a:pt x="42" y="242"/>
                  </a:lnTo>
                  <a:lnTo>
                    <a:pt x="42" y="244"/>
                  </a:lnTo>
                  <a:lnTo>
                    <a:pt x="44" y="245"/>
                  </a:lnTo>
                  <a:lnTo>
                    <a:pt x="44" y="247"/>
                  </a:lnTo>
                  <a:lnTo>
                    <a:pt x="46" y="247"/>
                  </a:lnTo>
                  <a:lnTo>
                    <a:pt x="51" y="249"/>
                  </a:lnTo>
                  <a:lnTo>
                    <a:pt x="55" y="251"/>
                  </a:lnTo>
                  <a:lnTo>
                    <a:pt x="55" y="253"/>
                  </a:lnTo>
                  <a:lnTo>
                    <a:pt x="57" y="253"/>
                  </a:lnTo>
                  <a:lnTo>
                    <a:pt x="57" y="255"/>
                  </a:lnTo>
                  <a:lnTo>
                    <a:pt x="57" y="255"/>
                  </a:lnTo>
                  <a:lnTo>
                    <a:pt x="57" y="257"/>
                  </a:lnTo>
                  <a:lnTo>
                    <a:pt x="59" y="257"/>
                  </a:lnTo>
                  <a:lnTo>
                    <a:pt x="59" y="259"/>
                  </a:lnTo>
                  <a:lnTo>
                    <a:pt x="59" y="259"/>
                  </a:lnTo>
                  <a:lnTo>
                    <a:pt x="61" y="259"/>
                  </a:lnTo>
                  <a:lnTo>
                    <a:pt x="61" y="259"/>
                  </a:lnTo>
                  <a:lnTo>
                    <a:pt x="61" y="259"/>
                  </a:lnTo>
                  <a:lnTo>
                    <a:pt x="61" y="261"/>
                  </a:lnTo>
                  <a:lnTo>
                    <a:pt x="61" y="263"/>
                  </a:lnTo>
                  <a:lnTo>
                    <a:pt x="61" y="263"/>
                  </a:lnTo>
                  <a:lnTo>
                    <a:pt x="61" y="264"/>
                  </a:lnTo>
                  <a:lnTo>
                    <a:pt x="61" y="266"/>
                  </a:lnTo>
                  <a:lnTo>
                    <a:pt x="61" y="268"/>
                  </a:lnTo>
                  <a:lnTo>
                    <a:pt x="61" y="270"/>
                  </a:lnTo>
                  <a:lnTo>
                    <a:pt x="59" y="272"/>
                  </a:lnTo>
                  <a:lnTo>
                    <a:pt x="59" y="272"/>
                  </a:lnTo>
                  <a:lnTo>
                    <a:pt x="57" y="272"/>
                  </a:lnTo>
                  <a:lnTo>
                    <a:pt x="55" y="272"/>
                  </a:lnTo>
                  <a:lnTo>
                    <a:pt x="55" y="274"/>
                  </a:lnTo>
                  <a:lnTo>
                    <a:pt x="55" y="274"/>
                  </a:lnTo>
                  <a:lnTo>
                    <a:pt x="55" y="282"/>
                  </a:lnTo>
                  <a:lnTo>
                    <a:pt x="55" y="287"/>
                  </a:lnTo>
                  <a:lnTo>
                    <a:pt x="55" y="287"/>
                  </a:lnTo>
                  <a:lnTo>
                    <a:pt x="55" y="287"/>
                  </a:lnTo>
                  <a:lnTo>
                    <a:pt x="55" y="289"/>
                  </a:lnTo>
                  <a:lnTo>
                    <a:pt x="53" y="293"/>
                  </a:lnTo>
                  <a:lnTo>
                    <a:pt x="55" y="295"/>
                  </a:lnTo>
                  <a:lnTo>
                    <a:pt x="55" y="295"/>
                  </a:lnTo>
                  <a:lnTo>
                    <a:pt x="55" y="297"/>
                  </a:lnTo>
                  <a:lnTo>
                    <a:pt x="57" y="299"/>
                  </a:lnTo>
                  <a:lnTo>
                    <a:pt x="57" y="299"/>
                  </a:lnTo>
                  <a:lnTo>
                    <a:pt x="57" y="301"/>
                  </a:lnTo>
                  <a:lnTo>
                    <a:pt x="57" y="302"/>
                  </a:lnTo>
                  <a:lnTo>
                    <a:pt x="57" y="304"/>
                  </a:lnTo>
                  <a:lnTo>
                    <a:pt x="57" y="304"/>
                  </a:lnTo>
                  <a:lnTo>
                    <a:pt x="57" y="306"/>
                  </a:lnTo>
                  <a:lnTo>
                    <a:pt x="59" y="306"/>
                  </a:lnTo>
                  <a:lnTo>
                    <a:pt x="61" y="308"/>
                  </a:lnTo>
                  <a:lnTo>
                    <a:pt x="63" y="308"/>
                  </a:lnTo>
                  <a:lnTo>
                    <a:pt x="65" y="310"/>
                  </a:lnTo>
                  <a:lnTo>
                    <a:pt x="65" y="312"/>
                  </a:lnTo>
                  <a:lnTo>
                    <a:pt x="65" y="312"/>
                  </a:lnTo>
                  <a:lnTo>
                    <a:pt x="67" y="312"/>
                  </a:lnTo>
                  <a:lnTo>
                    <a:pt x="67" y="312"/>
                  </a:lnTo>
                  <a:lnTo>
                    <a:pt x="69" y="312"/>
                  </a:lnTo>
                  <a:lnTo>
                    <a:pt x="69" y="312"/>
                  </a:lnTo>
                  <a:lnTo>
                    <a:pt x="70" y="312"/>
                  </a:lnTo>
                  <a:lnTo>
                    <a:pt x="74" y="310"/>
                  </a:lnTo>
                  <a:lnTo>
                    <a:pt x="78" y="306"/>
                  </a:lnTo>
                  <a:lnTo>
                    <a:pt x="78" y="306"/>
                  </a:lnTo>
                  <a:lnTo>
                    <a:pt x="80" y="304"/>
                  </a:lnTo>
                  <a:lnTo>
                    <a:pt x="84" y="302"/>
                  </a:lnTo>
                  <a:lnTo>
                    <a:pt x="88" y="302"/>
                  </a:lnTo>
                  <a:lnTo>
                    <a:pt x="90" y="301"/>
                  </a:lnTo>
                  <a:lnTo>
                    <a:pt x="91" y="302"/>
                  </a:lnTo>
                  <a:lnTo>
                    <a:pt x="91" y="302"/>
                  </a:lnTo>
                  <a:lnTo>
                    <a:pt x="93" y="306"/>
                  </a:lnTo>
                  <a:lnTo>
                    <a:pt x="93" y="306"/>
                  </a:lnTo>
                  <a:lnTo>
                    <a:pt x="95" y="308"/>
                  </a:lnTo>
                  <a:lnTo>
                    <a:pt x="95" y="310"/>
                  </a:lnTo>
                  <a:lnTo>
                    <a:pt x="95" y="312"/>
                  </a:lnTo>
                  <a:lnTo>
                    <a:pt x="95" y="314"/>
                  </a:lnTo>
                  <a:lnTo>
                    <a:pt x="97" y="314"/>
                  </a:lnTo>
                  <a:lnTo>
                    <a:pt x="97" y="314"/>
                  </a:lnTo>
                  <a:lnTo>
                    <a:pt x="97" y="314"/>
                  </a:lnTo>
                  <a:lnTo>
                    <a:pt x="97" y="316"/>
                  </a:lnTo>
                  <a:lnTo>
                    <a:pt x="97" y="318"/>
                  </a:lnTo>
                  <a:lnTo>
                    <a:pt x="93" y="327"/>
                  </a:lnTo>
                  <a:lnTo>
                    <a:pt x="93" y="327"/>
                  </a:lnTo>
                  <a:lnTo>
                    <a:pt x="93" y="329"/>
                  </a:lnTo>
                  <a:lnTo>
                    <a:pt x="93" y="331"/>
                  </a:lnTo>
                  <a:lnTo>
                    <a:pt x="95" y="337"/>
                  </a:lnTo>
                  <a:lnTo>
                    <a:pt x="95" y="339"/>
                  </a:lnTo>
                  <a:lnTo>
                    <a:pt x="95" y="341"/>
                  </a:lnTo>
                  <a:lnTo>
                    <a:pt x="93" y="344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50"/>
                  </a:lnTo>
                  <a:lnTo>
                    <a:pt x="93" y="352"/>
                  </a:lnTo>
                  <a:lnTo>
                    <a:pt x="93" y="354"/>
                  </a:lnTo>
                  <a:lnTo>
                    <a:pt x="93" y="356"/>
                  </a:lnTo>
                  <a:lnTo>
                    <a:pt x="90" y="371"/>
                  </a:lnTo>
                  <a:lnTo>
                    <a:pt x="90" y="371"/>
                  </a:lnTo>
                  <a:lnTo>
                    <a:pt x="90" y="371"/>
                  </a:lnTo>
                  <a:lnTo>
                    <a:pt x="90" y="373"/>
                  </a:lnTo>
                  <a:lnTo>
                    <a:pt x="90" y="373"/>
                  </a:lnTo>
                  <a:lnTo>
                    <a:pt x="90" y="373"/>
                  </a:lnTo>
                  <a:lnTo>
                    <a:pt x="91" y="373"/>
                  </a:lnTo>
                  <a:lnTo>
                    <a:pt x="91" y="373"/>
                  </a:lnTo>
                  <a:lnTo>
                    <a:pt x="91" y="373"/>
                  </a:lnTo>
                  <a:lnTo>
                    <a:pt x="93" y="373"/>
                  </a:lnTo>
                  <a:lnTo>
                    <a:pt x="93" y="375"/>
                  </a:lnTo>
                  <a:lnTo>
                    <a:pt x="93" y="375"/>
                  </a:lnTo>
                  <a:lnTo>
                    <a:pt x="95" y="375"/>
                  </a:lnTo>
                  <a:lnTo>
                    <a:pt x="95" y="375"/>
                  </a:lnTo>
                  <a:lnTo>
                    <a:pt x="95" y="375"/>
                  </a:lnTo>
                  <a:lnTo>
                    <a:pt x="101" y="373"/>
                  </a:lnTo>
                  <a:lnTo>
                    <a:pt x="101" y="373"/>
                  </a:lnTo>
                  <a:lnTo>
                    <a:pt x="103" y="373"/>
                  </a:lnTo>
                  <a:lnTo>
                    <a:pt x="103" y="373"/>
                  </a:lnTo>
                  <a:lnTo>
                    <a:pt x="105" y="373"/>
                  </a:lnTo>
                  <a:lnTo>
                    <a:pt x="105" y="375"/>
                  </a:lnTo>
                  <a:lnTo>
                    <a:pt x="105" y="377"/>
                  </a:lnTo>
                  <a:lnTo>
                    <a:pt x="107" y="377"/>
                  </a:lnTo>
                  <a:lnTo>
                    <a:pt x="109" y="380"/>
                  </a:lnTo>
                  <a:lnTo>
                    <a:pt x="109" y="382"/>
                  </a:lnTo>
                  <a:lnTo>
                    <a:pt x="109" y="384"/>
                  </a:lnTo>
                  <a:lnTo>
                    <a:pt x="107" y="386"/>
                  </a:lnTo>
                  <a:lnTo>
                    <a:pt x="107" y="388"/>
                  </a:lnTo>
                  <a:lnTo>
                    <a:pt x="105" y="388"/>
                  </a:lnTo>
                  <a:lnTo>
                    <a:pt x="103" y="396"/>
                  </a:lnTo>
                  <a:lnTo>
                    <a:pt x="101" y="399"/>
                  </a:lnTo>
                  <a:lnTo>
                    <a:pt x="95" y="417"/>
                  </a:lnTo>
                  <a:lnTo>
                    <a:pt x="93" y="420"/>
                  </a:lnTo>
                  <a:lnTo>
                    <a:pt x="91" y="424"/>
                  </a:lnTo>
                  <a:lnTo>
                    <a:pt x="88" y="426"/>
                  </a:lnTo>
                  <a:lnTo>
                    <a:pt x="88" y="426"/>
                  </a:lnTo>
                  <a:lnTo>
                    <a:pt x="88" y="428"/>
                  </a:lnTo>
                  <a:lnTo>
                    <a:pt x="88" y="428"/>
                  </a:lnTo>
                  <a:lnTo>
                    <a:pt x="90" y="434"/>
                  </a:lnTo>
                  <a:lnTo>
                    <a:pt x="91" y="438"/>
                  </a:lnTo>
                  <a:lnTo>
                    <a:pt x="91" y="438"/>
                  </a:lnTo>
                  <a:lnTo>
                    <a:pt x="93" y="439"/>
                  </a:lnTo>
                  <a:lnTo>
                    <a:pt x="95" y="439"/>
                  </a:lnTo>
                  <a:lnTo>
                    <a:pt x="95" y="441"/>
                  </a:lnTo>
                  <a:lnTo>
                    <a:pt x="95" y="441"/>
                  </a:lnTo>
                  <a:lnTo>
                    <a:pt x="95" y="441"/>
                  </a:lnTo>
                  <a:lnTo>
                    <a:pt x="95" y="441"/>
                  </a:lnTo>
                  <a:lnTo>
                    <a:pt x="93" y="447"/>
                  </a:lnTo>
                  <a:lnTo>
                    <a:pt x="90" y="453"/>
                  </a:lnTo>
                  <a:lnTo>
                    <a:pt x="88" y="455"/>
                  </a:lnTo>
                  <a:lnTo>
                    <a:pt x="88" y="457"/>
                  </a:lnTo>
                  <a:lnTo>
                    <a:pt x="88" y="457"/>
                  </a:lnTo>
                  <a:lnTo>
                    <a:pt x="90" y="458"/>
                  </a:lnTo>
                  <a:lnTo>
                    <a:pt x="90" y="458"/>
                  </a:lnTo>
                  <a:lnTo>
                    <a:pt x="90" y="460"/>
                  </a:lnTo>
                  <a:lnTo>
                    <a:pt x="90" y="460"/>
                  </a:lnTo>
                  <a:lnTo>
                    <a:pt x="90" y="462"/>
                  </a:lnTo>
                  <a:lnTo>
                    <a:pt x="90" y="462"/>
                  </a:lnTo>
                  <a:lnTo>
                    <a:pt x="91" y="464"/>
                  </a:lnTo>
                  <a:lnTo>
                    <a:pt x="95" y="466"/>
                  </a:lnTo>
                  <a:lnTo>
                    <a:pt x="97" y="468"/>
                  </a:lnTo>
                  <a:lnTo>
                    <a:pt x="97" y="470"/>
                  </a:lnTo>
                  <a:lnTo>
                    <a:pt x="97" y="470"/>
                  </a:lnTo>
                  <a:lnTo>
                    <a:pt x="97" y="472"/>
                  </a:lnTo>
                  <a:lnTo>
                    <a:pt x="97" y="474"/>
                  </a:lnTo>
                  <a:lnTo>
                    <a:pt x="95" y="474"/>
                  </a:lnTo>
                  <a:lnTo>
                    <a:pt x="95" y="476"/>
                  </a:lnTo>
                  <a:lnTo>
                    <a:pt x="93" y="477"/>
                  </a:lnTo>
                  <a:lnTo>
                    <a:pt x="93" y="477"/>
                  </a:lnTo>
                  <a:lnTo>
                    <a:pt x="91" y="477"/>
                  </a:lnTo>
                  <a:lnTo>
                    <a:pt x="91" y="476"/>
                  </a:lnTo>
                  <a:lnTo>
                    <a:pt x="91" y="476"/>
                  </a:lnTo>
                  <a:lnTo>
                    <a:pt x="91" y="476"/>
                  </a:lnTo>
                  <a:lnTo>
                    <a:pt x="91" y="476"/>
                  </a:lnTo>
                  <a:lnTo>
                    <a:pt x="91" y="476"/>
                  </a:lnTo>
                  <a:lnTo>
                    <a:pt x="91" y="477"/>
                  </a:lnTo>
                  <a:lnTo>
                    <a:pt x="91" y="477"/>
                  </a:lnTo>
                  <a:lnTo>
                    <a:pt x="91" y="481"/>
                  </a:lnTo>
                  <a:lnTo>
                    <a:pt x="91" y="481"/>
                  </a:lnTo>
                  <a:lnTo>
                    <a:pt x="91" y="483"/>
                  </a:lnTo>
                  <a:lnTo>
                    <a:pt x="91" y="483"/>
                  </a:lnTo>
                  <a:lnTo>
                    <a:pt x="90" y="487"/>
                  </a:lnTo>
                  <a:lnTo>
                    <a:pt x="88" y="489"/>
                  </a:lnTo>
                  <a:lnTo>
                    <a:pt x="88" y="489"/>
                  </a:lnTo>
                  <a:lnTo>
                    <a:pt x="88" y="489"/>
                  </a:lnTo>
                  <a:lnTo>
                    <a:pt x="88" y="491"/>
                  </a:lnTo>
                  <a:lnTo>
                    <a:pt x="88" y="491"/>
                  </a:lnTo>
                  <a:lnTo>
                    <a:pt x="88" y="493"/>
                  </a:lnTo>
                  <a:lnTo>
                    <a:pt x="88" y="493"/>
                  </a:lnTo>
                  <a:lnTo>
                    <a:pt x="86" y="493"/>
                  </a:lnTo>
                  <a:lnTo>
                    <a:pt x="86" y="493"/>
                  </a:lnTo>
                  <a:lnTo>
                    <a:pt x="84" y="493"/>
                  </a:lnTo>
                  <a:lnTo>
                    <a:pt x="84" y="493"/>
                  </a:lnTo>
                  <a:lnTo>
                    <a:pt x="82" y="493"/>
                  </a:lnTo>
                  <a:lnTo>
                    <a:pt x="82" y="495"/>
                  </a:lnTo>
                  <a:lnTo>
                    <a:pt x="82" y="495"/>
                  </a:lnTo>
                  <a:lnTo>
                    <a:pt x="84" y="495"/>
                  </a:lnTo>
                  <a:lnTo>
                    <a:pt x="93" y="504"/>
                  </a:lnTo>
                  <a:lnTo>
                    <a:pt x="93" y="504"/>
                  </a:lnTo>
                  <a:lnTo>
                    <a:pt x="95" y="504"/>
                  </a:lnTo>
                  <a:lnTo>
                    <a:pt x="99" y="506"/>
                  </a:lnTo>
                  <a:lnTo>
                    <a:pt x="99" y="506"/>
                  </a:lnTo>
                  <a:lnTo>
                    <a:pt x="101" y="508"/>
                  </a:lnTo>
                  <a:lnTo>
                    <a:pt x="101" y="508"/>
                  </a:lnTo>
                  <a:lnTo>
                    <a:pt x="114" y="512"/>
                  </a:lnTo>
                  <a:lnTo>
                    <a:pt x="118" y="514"/>
                  </a:lnTo>
                  <a:lnTo>
                    <a:pt x="124" y="514"/>
                  </a:lnTo>
                  <a:lnTo>
                    <a:pt x="124" y="510"/>
                  </a:lnTo>
                  <a:lnTo>
                    <a:pt x="128" y="508"/>
                  </a:lnTo>
                  <a:lnTo>
                    <a:pt x="131" y="506"/>
                  </a:lnTo>
                  <a:lnTo>
                    <a:pt x="141" y="504"/>
                  </a:lnTo>
                  <a:lnTo>
                    <a:pt x="143" y="504"/>
                  </a:lnTo>
                  <a:lnTo>
                    <a:pt x="145" y="500"/>
                  </a:lnTo>
                  <a:lnTo>
                    <a:pt x="147" y="498"/>
                  </a:lnTo>
                  <a:lnTo>
                    <a:pt x="164" y="489"/>
                  </a:lnTo>
                  <a:lnTo>
                    <a:pt x="168" y="487"/>
                  </a:lnTo>
                  <a:lnTo>
                    <a:pt x="170" y="487"/>
                  </a:lnTo>
                  <a:lnTo>
                    <a:pt x="170" y="485"/>
                  </a:lnTo>
                  <a:lnTo>
                    <a:pt x="171" y="479"/>
                  </a:lnTo>
                  <a:lnTo>
                    <a:pt x="171" y="479"/>
                  </a:lnTo>
                  <a:lnTo>
                    <a:pt x="175" y="477"/>
                  </a:lnTo>
                  <a:lnTo>
                    <a:pt x="175" y="476"/>
                  </a:lnTo>
                  <a:lnTo>
                    <a:pt x="175" y="476"/>
                  </a:lnTo>
                  <a:lnTo>
                    <a:pt x="177" y="466"/>
                  </a:lnTo>
                  <a:lnTo>
                    <a:pt x="177" y="462"/>
                  </a:lnTo>
                  <a:lnTo>
                    <a:pt x="175" y="458"/>
                  </a:lnTo>
                  <a:lnTo>
                    <a:pt x="177" y="458"/>
                  </a:lnTo>
                  <a:lnTo>
                    <a:pt x="177" y="458"/>
                  </a:lnTo>
                  <a:lnTo>
                    <a:pt x="177" y="457"/>
                  </a:lnTo>
                  <a:lnTo>
                    <a:pt x="179" y="455"/>
                  </a:lnTo>
                  <a:lnTo>
                    <a:pt x="179" y="453"/>
                  </a:lnTo>
                  <a:lnTo>
                    <a:pt x="179" y="453"/>
                  </a:lnTo>
                  <a:lnTo>
                    <a:pt x="181" y="451"/>
                  </a:lnTo>
                  <a:lnTo>
                    <a:pt x="183" y="451"/>
                  </a:lnTo>
                  <a:lnTo>
                    <a:pt x="185" y="449"/>
                  </a:lnTo>
                  <a:lnTo>
                    <a:pt x="183" y="447"/>
                  </a:lnTo>
                  <a:lnTo>
                    <a:pt x="183" y="449"/>
                  </a:lnTo>
                  <a:lnTo>
                    <a:pt x="181" y="449"/>
                  </a:lnTo>
                  <a:lnTo>
                    <a:pt x="181" y="449"/>
                  </a:lnTo>
                  <a:lnTo>
                    <a:pt x="179" y="451"/>
                  </a:lnTo>
                  <a:lnTo>
                    <a:pt x="179" y="449"/>
                  </a:lnTo>
                  <a:lnTo>
                    <a:pt x="181" y="447"/>
                  </a:lnTo>
                  <a:lnTo>
                    <a:pt x="181" y="439"/>
                  </a:lnTo>
                  <a:lnTo>
                    <a:pt x="181" y="439"/>
                  </a:lnTo>
                  <a:lnTo>
                    <a:pt x="185" y="434"/>
                  </a:lnTo>
                  <a:lnTo>
                    <a:pt x="187" y="430"/>
                  </a:lnTo>
                  <a:lnTo>
                    <a:pt x="198" y="420"/>
                  </a:lnTo>
                  <a:lnTo>
                    <a:pt x="202" y="418"/>
                  </a:lnTo>
                  <a:lnTo>
                    <a:pt x="206" y="417"/>
                  </a:lnTo>
                  <a:lnTo>
                    <a:pt x="210" y="415"/>
                  </a:lnTo>
                  <a:lnTo>
                    <a:pt x="221" y="415"/>
                  </a:lnTo>
                  <a:lnTo>
                    <a:pt x="223" y="415"/>
                  </a:lnTo>
                  <a:lnTo>
                    <a:pt x="225" y="413"/>
                  </a:lnTo>
                  <a:lnTo>
                    <a:pt x="225" y="413"/>
                  </a:lnTo>
                  <a:lnTo>
                    <a:pt x="225" y="411"/>
                  </a:lnTo>
                  <a:lnTo>
                    <a:pt x="227" y="411"/>
                  </a:lnTo>
                  <a:lnTo>
                    <a:pt x="231" y="409"/>
                  </a:lnTo>
                  <a:lnTo>
                    <a:pt x="232" y="409"/>
                  </a:lnTo>
                  <a:lnTo>
                    <a:pt x="234" y="409"/>
                  </a:lnTo>
                  <a:lnTo>
                    <a:pt x="234" y="407"/>
                  </a:lnTo>
                  <a:lnTo>
                    <a:pt x="236" y="407"/>
                  </a:lnTo>
                  <a:lnTo>
                    <a:pt x="240" y="405"/>
                  </a:lnTo>
                  <a:lnTo>
                    <a:pt x="242" y="405"/>
                  </a:lnTo>
                  <a:lnTo>
                    <a:pt x="244" y="403"/>
                  </a:lnTo>
                  <a:lnTo>
                    <a:pt x="248" y="403"/>
                  </a:lnTo>
                  <a:lnTo>
                    <a:pt x="248" y="403"/>
                  </a:lnTo>
                  <a:lnTo>
                    <a:pt x="248" y="403"/>
                  </a:lnTo>
                  <a:lnTo>
                    <a:pt x="250" y="403"/>
                  </a:lnTo>
                  <a:lnTo>
                    <a:pt x="250" y="403"/>
                  </a:lnTo>
                  <a:lnTo>
                    <a:pt x="252" y="401"/>
                  </a:lnTo>
                  <a:lnTo>
                    <a:pt x="253" y="401"/>
                  </a:lnTo>
                  <a:lnTo>
                    <a:pt x="255" y="401"/>
                  </a:lnTo>
                  <a:lnTo>
                    <a:pt x="259" y="401"/>
                  </a:lnTo>
                  <a:lnTo>
                    <a:pt x="263" y="403"/>
                  </a:lnTo>
                  <a:lnTo>
                    <a:pt x="265" y="403"/>
                  </a:lnTo>
                  <a:lnTo>
                    <a:pt x="265" y="403"/>
                  </a:lnTo>
                  <a:lnTo>
                    <a:pt x="269" y="403"/>
                  </a:lnTo>
                  <a:lnTo>
                    <a:pt x="272" y="401"/>
                  </a:lnTo>
                  <a:lnTo>
                    <a:pt x="274" y="401"/>
                  </a:lnTo>
                  <a:lnTo>
                    <a:pt x="274" y="403"/>
                  </a:lnTo>
                  <a:lnTo>
                    <a:pt x="276" y="401"/>
                  </a:lnTo>
                  <a:lnTo>
                    <a:pt x="278" y="403"/>
                  </a:lnTo>
                  <a:lnTo>
                    <a:pt x="284" y="403"/>
                  </a:lnTo>
                  <a:lnTo>
                    <a:pt x="290" y="407"/>
                  </a:lnTo>
                  <a:lnTo>
                    <a:pt x="295" y="413"/>
                  </a:lnTo>
                  <a:lnTo>
                    <a:pt x="297" y="413"/>
                  </a:lnTo>
                  <a:lnTo>
                    <a:pt x="299" y="413"/>
                  </a:lnTo>
                  <a:lnTo>
                    <a:pt x="297" y="411"/>
                  </a:lnTo>
                  <a:lnTo>
                    <a:pt x="290" y="405"/>
                  </a:lnTo>
                  <a:lnTo>
                    <a:pt x="290" y="405"/>
                  </a:lnTo>
                  <a:lnTo>
                    <a:pt x="288" y="403"/>
                  </a:lnTo>
                  <a:lnTo>
                    <a:pt x="288" y="403"/>
                  </a:lnTo>
                  <a:lnTo>
                    <a:pt x="288" y="403"/>
                  </a:lnTo>
                  <a:lnTo>
                    <a:pt x="288" y="401"/>
                  </a:lnTo>
                  <a:lnTo>
                    <a:pt x="288" y="401"/>
                  </a:lnTo>
                  <a:lnTo>
                    <a:pt x="288" y="399"/>
                  </a:lnTo>
                  <a:lnTo>
                    <a:pt x="288" y="399"/>
                  </a:lnTo>
                  <a:lnTo>
                    <a:pt x="288" y="399"/>
                  </a:lnTo>
                  <a:lnTo>
                    <a:pt x="288" y="398"/>
                  </a:lnTo>
                  <a:lnTo>
                    <a:pt x="286" y="398"/>
                  </a:lnTo>
                  <a:lnTo>
                    <a:pt x="284" y="398"/>
                  </a:lnTo>
                  <a:lnTo>
                    <a:pt x="282" y="399"/>
                  </a:lnTo>
                  <a:lnTo>
                    <a:pt x="280" y="399"/>
                  </a:lnTo>
                  <a:lnTo>
                    <a:pt x="267" y="399"/>
                  </a:lnTo>
                  <a:lnTo>
                    <a:pt x="263" y="399"/>
                  </a:lnTo>
                  <a:lnTo>
                    <a:pt x="261" y="398"/>
                  </a:lnTo>
                  <a:lnTo>
                    <a:pt x="253" y="392"/>
                  </a:lnTo>
                  <a:lnTo>
                    <a:pt x="250" y="388"/>
                  </a:lnTo>
                  <a:lnTo>
                    <a:pt x="250" y="384"/>
                  </a:lnTo>
                  <a:lnTo>
                    <a:pt x="248" y="382"/>
                  </a:lnTo>
                  <a:lnTo>
                    <a:pt x="250" y="379"/>
                  </a:lnTo>
                  <a:lnTo>
                    <a:pt x="250" y="375"/>
                  </a:lnTo>
                  <a:lnTo>
                    <a:pt x="252" y="373"/>
                  </a:lnTo>
                  <a:lnTo>
                    <a:pt x="252" y="371"/>
                  </a:lnTo>
                  <a:lnTo>
                    <a:pt x="253" y="369"/>
                  </a:lnTo>
                  <a:lnTo>
                    <a:pt x="253" y="369"/>
                  </a:lnTo>
                  <a:lnTo>
                    <a:pt x="253" y="369"/>
                  </a:lnTo>
                  <a:lnTo>
                    <a:pt x="255" y="367"/>
                  </a:lnTo>
                  <a:lnTo>
                    <a:pt x="255" y="367"/>
                  </a:lnTo>
                  <a:lnTo>
                    <a:pt x="255" y="365"/>
                  </a:lnTo>
                  <a:lnTo>
                    <a:pt x="255" y="365"/>
                  </a:lnTo>
                  <a:lnTo>
                    <a:pt x="261" y="358"/>
                  </a:lnTo>
                  <a:lnTo>
                    <a:pt x="263" y="354"/>
                  </a:lnTo>
                  <a:lnTo>
                    <a:pt x="265" y="352"/>
                  </a:lnTo>
                  <a:lnTo>
                    <a:pt x="267" y="350"/>
                  </a:lnTo>
                  <a:lnTo>
                    <a:pt x="267" y="350"/>
                  </a:lnTo>
                  <a:lnTo>
                    <a:pt x="269" y="348"/>
                  </a:lnTo>
                  <a:lnTo>
                    <a:pt x="269" y="344"/>
                  </a:lnTo>
                  <a:lnTo>
                    <a:pt x="274" y="337"/>
                  </a:lnTo>
                  <a:lnTo>
                    <a:pt x="278" y="333"/>
                  </a:lnTo>
                  <a:lnTo>
                    <a:pt x="282" y="331"/>
                  </a:lnTo>
                  <a:lnTo>
                    <a:pt x="280" y="329"/>
                  </a:lnTo>
                  <a:lnTo>
                    <a:pt x="278" y="325"/>
                  </a:lnTo>
                  <a:lnTo>
                    <a:pt x="278" y="320"/>
                  </a:lnTo>
                  <a:lnTo>
                    <a:pt x="278" y="318"/>
                  </a:lnTo>
                  <a:lnTo>
                    <a:pt x="278" y="318"/>
                  </a:lnTo>
                  <a:lnTo>
                    <a:pt x="280" y="316"/>
                  </a:lnTo>
                  <a:lnTo>
                    <a:pt x="280" y="316"/>
                  </a:lnTo>
                  <a:lnTo>
                    <a:pt x="282" y="316"/>
                  </a:lnTo>
                  <a:lnTo>
                    <a:pt x="282" y="314"/>
                  </a:lnTo>
                  <a:lnTo>
                    <a:pt x="282" y="312"/>
                  </a:lnTo>
                  <a:lnTo>
                    <a:pt x="282" y="312"/>
                  </a:lnTo>
                  <a:lnTo>
                    <a:pt x="282" y="310"/>
                  </a:lnTo>
                  <a:lnTo>
                    <a:pt x="284" y="308"/>
                  </a:lnTo>
                  <a:lnTo>
                    <a:pt x="290" y="306"/>
                  </a:lnTo>
                  <a:lnTo>
                    <a:pt x="292" y="304"/>
                  </a:lnTo>
                  <a:lnTo>
                    <a:pt x="293" y="304"/>
                  </a:lnTo>
                  <a:lnTo>
                    <a:pt x="295" y="304"/>
                  </a:lnTo>
                  <a:lnTo>
                    <a:pt x="297" y="304"/>
                  </a:lnTo>
                  <a:lnTo>
                    <a:pt x="299" y="304"/>
                  </a:lnTo>
                  <a:lnTo>
                    <a:pt x="303" y="304"/>
                  </a:lnTo>
                  <a:lnTo>
                    <a:pt x="305" y="304"/>
                  </a:lnTo>
                  <a:lnTo>
                    <a:pt x="305" y="302"/>
                  </a:lnTo>
                  <a:lnTo>
                    <a:pt x="305" y="302"/>
                  </a:lnTo>
                  <a:lnTo>
                    <a:pt x="309" y="302"/>
                  </a:lnTo>
                  <a:lnTo>
                    <a:pt x="311" y="302"/>
                  </a:lnTo>
                  <a:lnTo>
                    <a:pt x="312" y="302"/>
                  </a:lnTo>
                  <a:lnTo>
                    <a:pt x="312" y="302"/>
                  </a:lnTo>
                  <a:lnTo>
                    <a:pt x="309" y="304"/>
                  </a:lnTo>
                  <a:lnTo>
                    <a:pt x="309" y="304"/>
                  </a:lnTo>
                  <a:lnTo>
                    <a:pt x="309" y="304"/>
                  </a:lnTo>
                  <a:lnTo>
                    <a:pt x="307" y="304"/>
                  </a:lnTo>
                  <a:lnTo>
                    <a:pt x="307" y="306"/>
                  </a:lnTo>
                  <a:lnTo>
                    <a:pt x="309" y="306"/>
                  </a:lnTo>
                  <a:lnTo>
                    <a:pt x="309" y="306"/>
                  </a:lnTo>
                  <a:lnTo>
                    <a:pt x="311" y="306"/>
                  </a:lnTo>
                  <a:lnTo>
                    <a:pt x="326" y="310"/>
                  </a:lnTo>
                  <a:lnTo>
                    <a:pt x="328" y="310"/>
                  </a:lnTo>
                  <a:lnTo>
                    <a:pt x="328" y="308"/>
                  </a:lnTo>
                  <a:lnTo>
                    <a:pt x="326" y="308"/>
                  </a:lnTo>
                  <a:lnTo>
                    <a:pt x="324" y="306"/>
                  </a:lnTo>
                  <a:lnTo>
                    <a:pt x="322" y="306"/>
                  </a:lnTo>
                  <a:lnTo>
                    <a:pt x="320" y="306"/>
                  </a:lnTo>
                  <a:lnTo>
                    <a:pt x="320" y="306"/>
                  </a:lnTo>
                  <a:lnTo>
                    <a:pt x="318" y="306"/>
                  </a:lnTo>
                  <a:lnTo>
                    <a:pt x="318" y="304"/>
                  </a:lnTo>
                  <a:lnTo>
                    <a:pt x="316" y="304"/>
                  </a:lnTo>
                  <a:lnTo>
                    <a:pt x="314" y="304"/>
                  </a:lnTo>
                  <a:lnTo>
                    <a:pt x="312" y="304"/>
                  </a:lnTo>
                  <a:lnTo>
                    <a:pt x="314" y="304"/>
                  </a:lnTo>
                  <a:lnTo>
                    <a:pt x="314" y="302"/>
                  </a:lnTo>
                  <a:lnTo>
                    <a:pt x="326" y="304"/>
                  </a:lnTo>
                  <a:lnTo>
                    <a:pt x="328" y="306"/>
                  </a:lnTo>
                  <a:lnTo>
                    <a:pt x="328" y="308"/>
                  </a:lnTo>
                  <a:lnTo>
                    <a:pt x="330" y="308"/>
                  </a:lnTo>
                  <a:lnTo>
                    <a:pt x="332" y="308"/>
                  </a:lnTo>
                  <a:lnTo>
                    <a:pt x="333" y="308"/>
                  </a:lnTo>
                  <a:lnTo>
                    <a:pt x="335" y="308"/>
                  </a:lnTo>
                  <a:lnTo>
                    <a:pt x="335" y="306"/>
                  </a:lnTo>
                  <a:lnTo>
                    <a:pt x="335" y="299"/>
                  </a:lnTo>
                  <a:lnTo>
                    <a:pt x="335" y="282"/>
                  </a:lnTo>
                  <a:lnTo>
                    <a:pt x="335" y="278"/>
                  </a:lnTo>
                  <a:lnTo>
                    <a:pt x="335" y="263"/>
                  </a:lnTo>
                  <a:lnTo>
                    <a:pt x="335" y="259"/>
                  </a:lnTo>
                  <a:lnTo>
                    <a:pt x="333" y="259"/>
                  </a:lnTo>
                  <a:lnTo>
                    <a:pt x="332" y="257"/>
                  </a:lnTo>
                  <a:lnTo>
                    <a:pt x="332" y="257"/>
                  </a:lnTo>
                  <a:lnTo>
                    <a:pt x="332" y="257"/>
                  </a:lnTo>
                  <a:lnTo>
                    <a:pt x="330" y="255"/>
                  </a:lnTo>
                  <a:lnTo>
                    <a:pt x="330" y="255"/>
                  </a:lnTo>
                  <a:lnTo>
                    <a:pt x="330" y="255"/>
                  </a:lnTo>
                  <a:lnTo>
                    <a:pt x="330" y="253"/>
                  </a:lnTo>
                  <a:lnTo>
                    <a:pt x="330" y="253"/>
                  </a:lnTo>
                  <a:lnTo>
                    <a:pt x="332" y="253"/>
                  </a:lnTo>
                  <a:lnTo>
                    <a:pt x="332" y="253"/>
                  </a:lnTo>
                  <a:lnTo>
                    <a:pt x="330" y="251"/>
                  </a:lnTo>
                  <a:lnTo>
                    <a:pt x="330" y="251"/>
                  </a:lnTo>
                  <a:lnTo>
                    <a:pt x="330" y="251"/>
                  </a:lnTo>
                  <a:lnTo>
                    <a:pt x="328" y="253"/>
                  </a:lnTo>
                  <a:lnTo>
                    <a:pt x="328" y="251"/>
                  </a:lnTo>
                  <a:lnTo>
                    <a:pt x="328" y="251"/>
                  </a:lnTo>
                  <a:lnTo>
                    <a:pt x="328" y="251"/>
                  </a:lnTo>
                  <a:lnTo>
                    <a:pt x="328" y="251"/>
                  </a:lnTo>
                  <a:lnTo>
                    <a:pt x="326" y="251"/>
                  </a:lnTo>
                  <a:lnTo>
                    <a:pt x="326" y="251"/>
                  </a:lnTo>
                  <a:lnTo>
                    <a:pt x="326" y="251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22" y="249"/>
                  </a:lnTo>
                  <a:lnTo>
                    <a:pt x="322" y="249"/>
                  </a:lnTo>
                  <a:lnTo>
                    <a:pt x="322" y="247"/>
                  </a:lnTo>
                  <a:lnTo>
                    <a:pt x="322" y="247"/>
                  </a:lnTo>
                  <a:lnTo>
                    <a:pt x="322" y="245"/>
                  </a:lnTo>
                  <a:lnTo>
                    <a:pt x="322" y="245"/>
                  </a:lnTo>
                  <a:lnTo>
                    <a:pt x="322" y="245"/>
                  </a:lnTo>
                  <a:lnTo>
                    <a:pt x="322" y="245"/>
                  </a:lnTo>
                  <a:lnTo>
                    <a:pt x="324" y="245"/>
                  </a:lnTo>
                  <a:lnTo>
                    <a:pt x="324" y="245"/>
                  </a:lnTo>
                  <a:lnTo>
                    <a:pt x="324" y="245"/>
                  </a:lnTo>
                  <a:lnTo>
                    <a:pt x="326" y="245"/>
                  </a:lnTo>
                  <a:lnTo>
                    <a:pt x="326" y="245"/>
                  </a:lnTo>
                  <a:lnTo>
                    <a:pt x="326" y="244"/>
                  </a:lnTo>
                  <a:lnTo>
                    <a:pt x="324" y="244"/>
                  </a:lnTo>
                  <a:lnTo>
                    <a:pt x="324" y="244"/>
                  </a:lnTo>
                  <a:lnTo>
                    <a:pt x="324" y="242"/>
                  </a:lnTo>
                  <a:lnTo>
                    <a:pt x="324" y="242"/>
                  </a:lnTo>
                  <a:lnTo>
                    <a:pt x="324" y="242"/>
                  </a:lnTo>
                  <a:lnTo>
                    <a:pt x="326" y="242"/>
                  </a:lnTo>
                  <a:lnTo>
                    <a:pt x="328" y="244"/>
                  </a:lnTo>
                  <a:lnTo>
                    <a:pt x="330" y="244"/>
                  </a:lnTo>
                  <a:lnTo>
                    <a:pt x="330" y="242"/>
                  </a:lnTo>
                  <a:lnTo>
                    <a:pt x="332" y="242"/>
                  </a:lnTo>
                  <a:lnTo>
                    <a:pt x="333" y="242"/>
                  </a:lnTo>
                  <a:lnTo>
                    <a:pt x="335" y="242"/>
                  </a:lnTo>
                  <a:lnTo>
                    <a:pt x="335" y="242"/>
                  </a:lnTo>
                  <a:lnTo>
                    <a:pt x="335" y="240"/>
                  </a:lnTo>
                  <a:lnTo>
                    <a:pt x="335" y="225"/>
                  </a:lnTo>
                  <a:lnTo>
                    <a:pt x="333" y="215"/>
                  </a:lnTo>
                  <a:lnTo>
                    <a:pt x="333" y="207"/>
                  </a:lnTo>
                  <a:lnTo>
                    <a:pt x="333" y="207"/>
                  </a:lnTo>
                  <a:lnTo>
                    <a:pt x="333" y="207"/>
                  </a:lnTo>
                  <a:lnTo>
                    <a:pt x="330" y="205"/>
                  </a:lnTo>
                  <a:lnTo>
                    <a:pt x="328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09"/>
                  </a:lnTo>
                  <a:lnTo>
                    <a:pt x="320" y="211"/>
                  </a:lnTo>
                  <a:lnTo>
                    <a:pt x="320" y="213"/>
                  </a:lnTo>
                  <a:lnTo>
                    <a:pt x="318" y="213"/>
                  </a:lnTo>
                  <a:lnTo>
                    <a:pt x="320" y="211"/>
                  </a:lnTo>
                  <a:lnTo>
                    <a:pt x="324" y="205"/>
                  </a:lnTo>
                  <a:lnTo>
                    <a:pt x="326" y="205"/>
                  </a:lnTo>
                  <a:lnTo>
                    <a:pt x="326" y="205"/>
                  </a:lnTo>
                  <a:lnTo>
                    <a:pt x="328" y="204"/>
                  </a:lnTo>
                  <a:lnTo>
                    <a:pt x="328" y="204"/>
                  </a:lnTo>
                  <a:lnTo>
                    <a:pt x="330" y="204"/>
                  </a:lnTo>
                  <a:lnTo>
                    <a:pt x="332" y="204"/>
                  </a:lnTo>
                  <a:lnTo>
                    <a:pt x="332" y="204"/>
                  </a:lnTo>
                  <a:lnTo>
                    <a:pt x="332" y="204"/>
                  </a:lnTo>
                  <a:lnTo>
                    <a:pt x="332" y="198"/>
                  </a:lnTo>
                  <a:lnTo>
                    <a:pt x="332" y="198"/>
                  </a:lnTo>
                  <a:lnTo>
                    <a:pt x="330" y="198"/>
                  </a:lnTo>
                  <a:lnTo>
                    <a:pt x="330" y="198"/>
                  </a:lnTo>
                  <a:lnTo>
                    <a:pt x="330" y="198"/>
                  </a:lnTo>
                  <a:lnTo>
                    <a:pt x="330" y="200"/>
                  </a:lnTo>
                  <a:lnTo>
                    <a:pt x="330" y="200"/>
                  </a:lnTo>
                  <a:lnTo>
                    <a:pt x="330" y="200"/>
                  </a:lnTo>
                  <a:lnTo>
                    <a:pt x="328" y="196"/>
                  </a:lnTo>
                  <a:lnTo>
                    <a:pt x="326" y="190"/>
                  </a:lnTo>
                  <a:lnTo>
                    <a:pt x="326" y="186"/>
                  </a:lnTo>
                  <a:lnTo>
                    <a:pt x="326" y="185"/>
                  </a:lnTo>
                  <a:lnTo>
                    <a:pt x="328" y="181"/>
                  </a:lnTo>
                  <a:lnTo>
                    <a:pt x="328" y="177"/>
                  </a:lnTo>
                  <a:lnTo>
                    <a:pt x="330" y="167"/>
                  </a:lnTo>
                  <a:lnTo>
                    <a:pt x="330" y="166"/>
                  </a:lnTo>
                  <a:lnTo>
                    <a:pt x="332" y="166"/>
                  </a:lnTo>
                  <a:lnTo>
                    <a:pt x="332" y="162"/>
                  </a:lnTo>
                  <a:lnTo>
                    <a:pt x="332" y="162"/>
                  </a:lnTo>
                  <a:lnTo>
                    <a:pt x="328" y="162"/>
                  </a:lnTo>
                  <a:lnTo>
                    <a:pt x="326" y="162"/>
                  </a:lnTo>
                  <a:lnTo>
                    <a:pt x="326" y="162"/>
                  </a:lnTo>
                  <a:lnTo>
                    <a:pt x="326" y="162"/>
                  </a:lnTo>
                  <a:lnTo>
                    <a:pt x="326" y="162"/>
                  </a:lnTo>
                  <a:lnTo>
                    <a:pt x="324" y="162"/>
                  </a:lnTo>
                  <a:lnTo>
                    <a:pt x="324" y="162"/>
                  </a:lnTo>
                  <a:lnTo>
                    <a:pt x="324" y="162"/>
                  </a:lnTo>
                  <a:lnTo>
                    <a:pt x="322" y="160"/>
                  </a:lnTo>
                  <a:lnTo>
                    <a:pt x="322" y="160"/>
                  </a:lnTo>
                  <a:lnTo>
                    <a:pt x="322" y="160"/>
                  </a:lnTo>
                  <a:lnTo>
                    <a:pt x="322" y="160"/>
                  </a:lnTo>
                  <a:lnTo>
                    <a:pt x="322" y="160"/>
                  </a:lnTo>
                  <a:lnTo>
                    <a:pt x="322" y="158"/>
                  </a:lnTo>
                  <a:lnTo>
                    <a:pt x="322" y="158"/>
                  </a:lnTo>
                  <a:lnTo>
                    <a:pt x="322" y="156"/>
                  </a:lnTo>
                  <a:lnTo>
                    <a:pt x="322" y="156"/>
                  </a:lnTo>
                  <a:lnTo>
                    <a:pt x="322" y="154"/>
                  </a:lnTo>
                  <a:lnTo>
                    <a:pt x="322" y="154"/>
                  </a:lnTo>
                  <a:lnTo>
                    <a:pt x="322" y="154"/>
                  </a:lnTo>
                  <a:lnTo>
                    <a:pt x="320" y="154"/>
                  </a:lnTo>
                  <a:lnTo>
                    <a:pt x="320" y="152"/>
                  </a:lnTo>
                  <a:lnTo>
                    <a:pt x="320" y="152"/>
                  </a:lnTo>
                  <a:lnTo>
                    <a:pt x="320" y="152"/>
                  </a:lnTo>
                  <a:lnTo>
                    <a:pt x="320" y="152"/>
                  </a:lnTo>
                  <a:lnTo>
                    <a:pt x="320" y="150"/>
                  </a:lnTo>
                  <a:lnTo>
                    <a:pt x="320" y="150"/>
                  </a:lnTo>
                  <a:lnTo>
                    <a:pt x="318" y="148"/>
                  </a:lnTo>
                  <a:lnTo>
                    <a:pt x="318" y="148"/>
                  </a:lnTo>
                  <a:lnTo>
                    <a:pt x="318" y="148"/>
                  </a:lnTo>
                  <a:lnTo>
                    <a:pt x="318" y="147"/>
                  </a:lnTo>
                  <a:lnTo>
                    <a:pt x="320" y="147"/>
                  </a:lnTo>
                  <a:lnTo>
                    <a:pt x="320" y="147"/>
                  </a:lnTo>
                  <a:lnTo>
                    <a:pt x="320" y="147"/>
                  </a:lnTo>
                  <a:lnTo>
                    <a:pt x="320" y="147"/>
                  </a:lnTo>
                  <a:lnTo>
                    <a:pt x="320" y="147"/>
                  </a:lnTo>
                  <a:lnTo>
                    <a:pt x="322" y="147"/>
                  </a:lnTo>
                  <a:lnTo>
                    <a:pt x="322" y="148"/>
                  </a:lnTo>
                  <a:lnTo>
                    <a:pt x="324" y="148"/>
                  </a:lnTo>
                  <a:lnTo>
                    <a:pt x="324" y="148"/>
                  </a:lnTo>
                  <a:lnTo>
                    <a:pt x="326" y="148"/>
                  </a:lnTo>
                  <a:lnTo>
                    <a:pt x="328" y="148"/>
                  </a:lnTo>
                  <a:lnTo>
                    <a:pt x="328" y="148"/>
                  </a:lnTo>
                  <a:lnTo>
                    <a:pt x="328" y="148"/>
                  </a:lnTo>
                  <a:lnTo>
                    <a:pt x="328" y="150"/>
                  </a:lnTo>
                  <a:lnTo>
                    <a:pt x="328" y="150"/>
                  </a:lnTo>
                  <a:lnTo>
                    <a:pt x="326" y="152"/>
                  </a:lnTo>
                  <a:lnTo>
                    <a:pt x="326" y="152"/>
                  </a:lnTo>
                  <a:lnTo>
                    <a:pt x="326" y="152"/>
                  </a:lnTo>
                  <a:lnTo>
                    <a:pt x="326" y="152"/>
                  </a:lnTo>
                  <a:lnTo>
                    <a:pt x="328" y="152"/>
                  </a:lnTo>
                  <a:lnTo>
                    <a:pt x="328" y="154"/>
                  </a:lnTo>
                  <a:lnTo>
                    <a:pt x="328" y="154"/>
                  </a:lnTo>
                  <a:lnTo>
                    <a:pt x="330" y="154"/>
                  </a:lnTo>
                  <a:lnTo>
                    <a:pt x="330" y="154"/>
                  </a:lnTo>
                  <a:lnTo>
                    <a:pt x="332" y="152"/>
                  </a:lnTo>
                  <a:lnTo>
                    <a:pt x="333" y="150"/>
                  </a:lnTo>
                  <a:lnTo>
                    <a:pt x="335" y="150"/>
                  </a:lnTo>
                  <a:lnTo>
                    <a:pt x="335" y="150"/>
                  </a:lnTo>
                  <a:lnTo>
                    <a:pt x="335" y="150"/>
                  </a:lnTo>
                  <a:lnTo>
                    <a:pt x="335" y="148"/>
                  </a:lnTo>
                  <a:lnTo>
                    <a:pt x="335" y="148"/>
                  </a:lnTo>
                  <a:lnTo>
                    <a:pt x="335" y="145"/>
                  </a:lnTo>
                  <a:lnTo>
                    <a:pt x="335" y="145"/>
                  </a:lnTo>
                  <a:lnTo>
                    <a:pt x="337" y="143"/>
                  </a:lnTo>
                  <a:lnTo>
                    <a:pt x="339" y="139"/>
                  </a:lnTo>
                  <a:lnTo>
                    <a:pt x="343" y="133"/>
                  </a:lnTo>
                  <a:lnTo>
                    <a:pt x="343" y="133"/>
                  </a:lnTo>
                  <a:lnTo>
                    <a:pt x="345" y="131"/>
                  </a:lnTo>
                  <a:lnTo>
                    <a:pt x="349" y="124"/>
                  </a:lnTo>
                  <a:lnTo>
                    <a:pt x="347" y="126"/>
                  </a:lnTo>
                  <a:lnTo>
                    <a:pt x="345" y="126"/>
                  </a:lnTo>
                  <a:lnTo>
                    <a:pt x="343" y="126"/>
                  </a:lnTo>
                  <a:lnTo>
                    <a:pt x="345" y="124"/>
                  </a:lnTo>
                  <a:lnTo>
                    <a:pt x="349" y="122"/>
                  </a:lnTo>
                  <a:lnTo>
                    <a:pt x="351" y="120"/>
                  </a:lnTo>
                  <a:lnTo>
                    <a:pt x="354" y="114"/>
                  </a:lnTo>
                  <a:lnTo>
                    <a:pt x="354" y="114"/>
                  </a:lnTo>
                  <a:lnTo>
                    <a:pt x="354" y="114"/>
                  </a:lnTo>
                  <a:lnTo>
                    <a:pt x="356" y="112"/>
                  </a:lnTo>
                  <a:lnTo>
                    <a:pt x="358" y="112"/>
                  </a:lnTo>
                  <a:lnTo>
                    <a:pt x="360" y="108"/>
                  </a:lnTo>
                  <a:lnTo>
                    <a:pt x="360" y="107"/>
                  </a:lnTo>
                  <a:lnTo>
                    <a:pt x="364" y="101"/>
                  </a:lnTo>
                  <a:lnTo>
                    <a:pt x="366" y="95"/>
                  </a:lnTo>
                  <a:lnTo>
                    <a:pt x="366" y="95"/>
                  </a:lnTo>
                  <a:lnTo>
                    <a:pt x="366" y="93"/>
                  </a:lnTo>
                  <a:lnTo>
                    <a:pt x="368" y="88"/>
                  </a:lnTo>
                  <a:lnTo>
                    <a:pt x="368" y="86"/>
                  </a:lnTo>
                  <a:lnTo>
                    <a:pt x="370" y="84"/>
                  </a:lnTo>
                  <a:lnTo>
                    <a:pt x="370" y="82"/>
                  </a:lnTo>
                  <a:lnTo>
                    <a:pt x="370" y="80"/>
                  </a:lnTo>
                  <a:lnTo>
                    <a:pt x="372" y="74"/>
                  </a:lnTo>
                  <a:lnTo>
                    <a:pt x="373" y="67"/>
                  </a:lnTo>
                  <a:lnTo>
                    <a:pt x="373" y="55"/>
                  </a:lnTo>
                  <a:lnTo>
                    <a:pt x="375" y="50"/>
                  </a:lnTo>
                  <a:lnTo>
                    <a:pt x="375" y="46"/>
                  </a:lnTo>
                  <a:lnTo>
                    <a:pt x="375" y="44"/>
                  </a:lnTo>
                  <a:lnTo>
                    <a:pt x="377" y="42"/>
                  </a:lnTo>
                  <a:lnTo>
                    <a:pt x="377" y="42"/>
                  </a:lnTo>
                  <a:lnTo>
                    <a:pt x="377" y="38"/>
                  </a:lnTo>
                  <a:lnTo>
                    <a:pt x="377" y="38"/>
                  </a:lnTo>
                  <a:lnTo>
                    <a:pt x="377" y="36"/>
                  </a:lnTo>
                  <a:lnTo>
                    <a:pt x="379" y="34"/>
                  </a:lnTo>
                  <a:lnTo>
                    <a:pt x="379" y="32"/>
                  </a:lnTo>
                  <a:lnTo>
                    <a:pt x="379" y="31"/>
                  </a:lnTo>
                  <a:lnTo>
                    <a:pt x="377" y="31"/>
                  </a:lnTo>
                  <a:lnTo>
                    <a:pt x="377" y="31"/>
                  </a:lnTo>
                  <a:lnTo>
                    <a:pt x="377" y="31"/>
                  </a:lnTo>
                  <a:lnTo>
                    <a:pt x="379" y="29"/>
                  </a:lnTo>
                  <a:lnTo>
                    <a:pt x="379" y="29"/>
                  </a:lnTo>
                  <a:lnTo>
                    <a:pt x="379" y="29"/>
                  </a:lnTo>
                  <a:lnTo>
                    <a:pt x="379" y="27"/>
                  </a:lnTo>
                  <a:lnTo>
                    <a:pt x="381" y="21"/>
                  </a:lnTo>
                  <a:lnTo>
                    <a:pt x="381" y="19"/>
                  </a:lnTo>
                  <a:lnTo>
                    <a:pt x="381" y="15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14" name="Freeform 17">
              <a:extLst>
                <a:ext uri="{FF2B5EF4-FFF2-40B4-BE49-F238E27FC236}">
                  <a16:creationId xmlns:a16="http://schemas.microsoft.com/office/drawing/2014/main" id="{BFA0D213-FFD3-EE62-59EE-6FE7D04A78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03813" y="4781550"/>
              <a:ext cx="604838" cy="815975"/>
            </a:xfrm>
            <a:custGeom>
              <a:avLst/>
              <a:gdLst>
                <a:gd name="T0" fmla="*/ 373 w 381"/>
                <a:gd name="T1" fmla="*/ 10 h 514"/>
                <a:gd name="T2" fmla="*/ 358 w 381"/>
                <a:gd name="T3" fmla="*/ 6 h 514"/>
                <a:gd name="T4" fmla="*/ 354 w 381"/>
                <a:gd name="T5" fmla="*/ 6 h 514"/>
                <a:gd name="T6" fmla="*/ 330 w 381"/>
                <a:gd name="T7" fmla="*/ 25 h 514"/>
                <a:gd name="T8" fmla="*/ 326 w 381"/>
                <a:gd name="T9" fmla="*/ 31 h 514"/>
                <a:gd name="T10" fmla="*/ 305 w 381"/>
                <a:gd name="T11" fmla="*/ 21 h 514"/>
                <a:gd name="T12" fmla="*/ 292 w 381"/>
                <a:gd name="T13" fmla="*/ 32 h 514"/>
                <a:gd name="T14" fmla="*/ 271 w 381"/>
                <a:gd name="T15" fmla="*/ 48 h 514"/>
                <a:gd name="T16" fmla="*/ 252 w 381"/>
                <a:gd name="T17" fmla="*/ 44 h 514"/>
                <a:gd name="T18" fmla="*/ 231 w 381"/>
                <a:gd name="T19" fmla="*/ 46 h 514"/>
                <a:gd name="T20" fmla="*/ 217 w 381"/>
                <a:gd name="T21" fmla="*/ 74 h 514"/>
                <a:gd name="T22" fmla="*/ 200 w 381"/>
                <a:gd name="T23" fmla="*/ 86 h 514"/>
                <a:gd name="T24" fmla="*/ 164 w 381"/>
                <a:gd name="T25" fmla="*/ 70 h 514"/>
                <a:gd name="T26" fmla="*/ 141 w 381"/>
                <a:gd name="T27" fmla="*/ 76 h 514"/>
                <a:gd name="T28" fmla="*/ 124 w 381"/>
                <a:gd name="T29" fmla="*/ 91 h 514"/>
                <a:gd name="T30" fmla="*/ 128 w 381"/>
                <a:gd name="T31" fmla="*/ 108 h 514"/>
                <a:gd name="T32" fmla="*/ 133 w 381"/>
                <a:gd name="T33" fmla="*/ 128 h 514"/>
                <a:gd name="T34" fmla="*/ 139 w 381"/>
                <a:gd name="T35" fmla="*/ 141 h 514"/>
                <a:gd name="T36" fmla="*/ 111 w 381"/>
                <a:gd name="T37" fmla="*/ 166 h 514"/>
                <a:gd name="T38" fmla="*/ 82 w 381"/>
                <a:gd name="T39" fmla="*/ 166 h 514"/>
                <a:gd name="T40" fmla="*/ 55 w 381"/>
                <a:gd name="T41" fmla="*/ 181 h 514"/>
                <a:gd name="T42" fmla="*/ 21 w 381"/>
                <a:gd name="T43" fmla="*/ 173 h 514"/>
                <a:gd name="T44" fmla="*/ 11 w 381"/>
                <a:gd name="T45" fmla="*/ 185 h 514"/>
                <a:gd name="T46" fmla="*/ 2 w 381"/>
                <a:gd name="T47" fmla="*/ 192 h 514"/>
                <a:gd name="T48" fmla="*/ 23 w 381"/>
                <a:gd name="T49" fmla="*/ 215 h 514"/>
                <a:gd name="T50" fmla="*/ 40 w 381"/>
                <a:gd name="T51" fmla="*/ 221 h 514"/>
                <a:gd name="T52" fmla="*/ 48 w 381"/>
                <a:gd name="T53" fmla="*/ 234 h 514"/>
                <a:gd name="T54" fmla="*/ 42 w 381"/>
                <a:gd name="T55" fmla="*/ 242 h 514"/>
                <a:gd name="T56" fmla="*/ 61 w 381"/>
                <a:gd name="T57" fmla="*/ 259 h 514"/>
                <a:gd name="T58" fmla="*/ 55 w 381"/>
                <a:gd name="T59" fmla="*/ 287 h 514"/>
                <a:gd name="T60" fmla="*/ 65 w 381"/>
                <a:gd name="T61" fmla="*/ 310 h 514"/>
                <a:gd name="T62" fmla="*/ 93 w 381"/>
                <a:gd name="T63" fmla="*/ 306 h 514"/>
                <a:gd name="T64" fmla="*/ 95 w 381"/>
                <a:gd name="T65" fmla="*/ 341 h 514"/>
                <a:gd name="T66" fmla="*/ 93 w 381"/>
                <a:gd name="T67" fmla="*/ 373 h 514"/>
                <a:gd name="T68" fmla="*/ 107 w 381"/>
                <a:gd name="T69" fmla="*/ 386 h 514"/>
                <a:gd name="T70" fmla="*/ 95 w 381"/>
                <a:gd name="T71" fmla="*/ 441 h 514"/>
                <a:gd name="T72" fmla="*/ 97 w 381"/>
                <a:gd name="T73" fmla="*/ 468 h 514"/>
                <a:gd name="T74" fmla="*/ 91 w 381"/>
                <a:gd name="T75" fmla="*/ 481 h 514"/>
                <a:gd name="T76" fmla="*/ 82 w 381"/>
                <a:gd name="T77" fmla="*/ 495 h 514"/>
                <a:gd name="T78" fmla="*/ 143 w 381"/>
                <a:gd name="T79" fmla="*/ 504 h 514"/>
                <a:gd name="T80" fmla="*/ 177 w 381"/>
                <a:gd name="T81" fmla="*/ 457 h 514"/>
                <a:gd name="T82" fmla="*/ 187 w 381"/>
                <a:gd name="T83" fmla="*/ 430 h 514"/>
                <a:gd name="T84" fmla="*/ 242 w 381"/>
                <a:gd name="T85" fmla="*/ 405 h 514"/>
                <a:gd name="T86" fmla="*/ 274 w 381"/>
                <a:gd name="T87" fmla="*/ 403 h 514"/>
                <a:gd name="T88" fmla="*/ 288 w 381"/>
                <a:gd name="T89" fmla="*/ 399 h 514"/>
                <a:gd name="T90" fmla="*/ 252 w 381"/>
                <a:gd name="T91" fmla="*/ 371 h 514"/>
                <a:gd name="T92" fmla="*/ 282 w 381"/>
                <a:gd name="T93" fmla="*/ 331 h 514"/>
                <a:gd name="T94" fmla="*/ 295 w 381"/>
                <a:gd name="T95" fmla="*/ 304 h 514"/>
                <a:gd name="T96" fmla="*/ 309 w 381"/>
                <a:gd name="T97" fmla="*/ 306 h 514"/>
                <a:gd name="T98" fmla="*/ 326 w 381"/>
                <a:gd name="T99" fmla="*/ 304 h 514"/>
                <a:gd name="T100" fmla="*/ 330 w 381"/>
                <a:gd name="T101" fmla="*/ 255 h 514"/>
                <a:gd name="T102" fmla="*/ 326 w 381"/>
                <a:gd name="T103" fmla="*/ 251 h 514"/>
                <a:gd name="T104" fmla="*/ 326 w 381"/>
                <a:gd name="T105" fmla="*/ 244 h 514"/>
                <a:gd name="T106" fmla="*/ 333 w 381"/>
                <a:gd name="T107" fmla="*/ 207 h 514"/>
                <a:gd name="T108" fmla="*/ 330 w 381"/>
                <a:gd name="T109" fmla="*/ 204 h 514"/>
                <a:gd name="T110" fmla="*/ 328 w 381"/>
                <a:gd name="T111" fmla="*/ 177 h 514"/>
                <a:gd name="T112" fmla="*/ 322 w 381"/>
                <a:gd name="T113" fmla="*/ 160 h 514"/>
                <a:gd name="T114" fmla="*/ 318 w 381"/>
                <a:gd name="T115" fmla="*/ 148 h 514"/>
                <a:gd name="T116" fmla="*/ 328 w 381"/>
                <a:gd name="T117" fmla="*/ 150 h 514"/>
                <a:gd name="T118" fmla="*/ 335 w 381"/>
                <a:gd name="T119" fmla="*/ 145 h 514"/>
                <a:gd name="T120" fmla="*/ 356 w 381"/>
                <a:gd name="T121" fmla="*/ 112 h 514"/>
                <a:gd name="T122" fmla="*/ 375 w 381"/>
                <a:gd name="T123" fmla="*/ 46 h 514"/>
                <a:gd name="T124" fmla="*/ 381 w 381"/>
                <a:gd name="T125" fmla="*/ 21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1" h="514">
                  <a:moveTo>
                    <a:pt x="377" y="10"/>
                  </a:moveTo>
                  <a:lnTo>
                    <a:pt x="377" y="10"/>
                  </a:lnTo>
                  <a:lnTo>
                    <a:pt x="377" y="6"/>
                  </a:lnTo>
                  <a:lnTo>
                    <a:pt x="375" y="2"/>
                  </a:lnTo>
                  <a:lnTo>
                    <a:pt x="375" y="2"/>
                  </a:lnTo>
                  <a:lnTo>
                    <a:pt x="375" y="4"/>
                  </a:lnTo>
                  <a:lnTo>
                    <a:pt x="375" y="4"/>
                  </a:lnTo>
                  <a:lnTo>
                    <a:pt x="375" y="4"/>
                  </a:lnTo>
                  <a:lnTo>
                    <a:pt x="377" y="10"/>
                  </a:lnTo>
                  <a:close/>
                  <a:moveTo>
                    <a:pt x="381" y="15"/>
                  </a:moveTo>
                  <a:lnTo>
                    <a:pt x="379" y="13"/>
                  </a:lnTo>
                  <a:lnTo>
                    <a:pt x="379" y="12"/>
                  </a:lnTo>
                  <a:lnTo>
                    <a:pt x="377" y="12"/>
                  </a:lnTo>
                  <a:lnTo>
                    <a:pt x="377" y="12"/>
                  </a:lnTo>
                  <a:lnTo>
                    <a:pt x="377" y="13"/>
                  </a:lnTo>
                  <a:lnTo>
                    <a:pt x="375" y="12"/>
                  </a:lnTo>
                  <a:lnTo>
                    <a:pt x="373" y="10"/>
                  </a:lnTo>
                  <a:lnTo>
                    <a:pt x="373" y="10"/>
                  </a:lnTo>
                  <a:lnTo>
                    <a:pt x="373" y="8"/>
                  </a:lnTo>
                  <a:lnTo>
                    <a:pt x="373" y="8"/>
                  </a:lnTo>
                  <a:lnTo>
                    <a:pt x="373" y="8"/>
                  </a:lnTo>
                  <a:lnTo>
                    <a:pt x="373" y="8"/>
                  </a:lnTo>
                  <a:lnTo>
                    <a:pt x="370" y="10"/>
                  </a:lnTo>
                  <a:lnTo>
                    <a:pt x="368" y="10"/>
                  </a:lnTo>
                  <a:lnTo>
                    <a:pt x="362" y="8"/>
                  </a:lnTo>
                  <a:lnTo>
                    <a:pt x="362" y="8"/>
                  </a:lnTo>
                  <a:lnTo>
                    <a:pt x="360" y="8"/>
                  </a:lnTo>
                  <a:lnTo>
                    <a:pt x="358" y="8"/>
                  </a:lnTo>
                  <a:lnTo>
                    <a:pt x="358" y="8"/>
                  </a:lnTo>
                  <a:lnTo>
                    <a:pt x="358" y="8"/>
                  </a:lnTo>
                  <a:lnTo>
                    <a:pt x="358" y="6"/>
                  </a:lnTo>
                  <a:lnTo>
                    <a:pt x="358" y="6"/>
                  </a:lnTo>
                  <a:lnTo>
                    <a:pt x="358" y="6"/>
                  </a:lnTo>
                  <a:lnTo>
                    <a:pt x="358" y="6"/>
                  </a:lnTo>
                  <a:lnTo>
                    <a:pt x="358" y="4"/>
                  </a:lnTo>
                  <a:lnTo>
                    <a:pt x="358" y="4"/>
                  </a:lnTo>
                  <a:lnTo>
                    <a:pt x="358" y="4"/>
                  </a:lnTo>
                  <a:lnTo>
                    <a:pt x="356" y="4"/>
                  </a:lnTo>
                  <a:lnTo>
                    <a:pt x="354" y="2"/>
                  </a:lnTo>
                  <a:lnTo>
                    <a:pt x="353" y="2"/>
                  </a:lnTo>
                  <a:lnTo>
                    <a:pt x="353" y="0"/>
                  </a:lnTo>
                  <a:lnTo>
                    <a:pt x="353" y="2"/>
                  </a:lnTo>
                  <a:lnTo>
                    <a:pt x="353" y="2"/>
                  </a:lnTo>
                  <a:lnTo>
                    <a:pt x="351" y="2"/>
                  </a:lnTo>
                  <a:lnTo>
                    <a:pt x="353" y="2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4" y="4"/>
                  </a:lnTo>
                  <a:lnTo>
                    <a:pt x="354" y="6"/>
                  </a:lnTo>
                  <a:lnTo>
                    <a:pt x="354" y="6"/>
                  </a:lnTo>
                  <a:lnTo>
                    <a:pt x="353" y="6"/>
                  </a:lnTo>
                  <a:lnTo>
                    <a:pt x="353" y="8"/>
                  </a:lnTo>
                  <a:lnTo>
                    <a:pt x="351" y="8"/>
                  </a:lnTo>
                  <a:lnTo>
                    <a:pt x="349" y="8"/>
                  </a:lnTo>
                  <a:lnTo>
                    <a:pt x="347" y="10"/>
                  </a:lnTo>
                  <a:lnTo>
                    <a:pt x="347" y="12"/>
                  </a:lnTo>
                  <a:lnTo>
                    <a:pt x="345" y="12"/>
                  </a:lnTo>
                  <a:lnTo>
                    <a:pt x="345" y="13"/>
                  </a:lnTo>
                  <a:lnTo>
                    <a:pt x="345" y="13"/>
                  </a:lnTo>
                  <a:lnTo>
                    <a:pt x="345" y="13"/>
                  </a:lnTo>
                  <a:lnTo>
                    <a:pt x="345" y="15"/>
                  </a:lnTo>
                  <a:lnTo>
                    <a:pt x="345" y="15"/>
                  </a:lnTo>
                  <a:lnTo>
                    <a:pt x="345" y="17"/>
                  </a:lnTo>
                  <a:lnTo>
                    <a:pt x="337" y="21"/>
                  </a:lnTo>
                  <a:lnTo>
                    <a:pt x="332" y="23"/>
                  </a:lnTo>
                  <a:lnTo>
                    <a:pt x="330" y="25"/>
                  </a:lnTo>
                  <a:lnTo>
                    <a:pt x="330" y="25"/>
                  </a:lnTo>
                  <a:lnTo>
                    <a:pt x="328" y="23"/>
                  </a:lnTo>
                  <a:lnTo>
                    <a:pt x="328" y="23"/>
                  </a:lnTo>
                  <a:lnTo>
                    <a:pt x="326" y="25"/>
                  </a:lnTo>
                  <a:lnTo>
                    <a:pt x="326" y="25"/>
                  </a:lnTo>
                  <a:lnTo>
                    <a:pt x="326" y="25"/>
                  </a:lnTo>
                  <a:lnTo>
                    <a:pt x="326" y="27"/>
                  </a:lnTo>
                  <a:lnTo>
                    <a:pt x="326" y="27"/>
                  </a:lnTo>
                  <a:lnTo>
                    <a:pt x="328" y="27"/>
                  </a:lnTo>
                  <a:lnTo>
                    <a:pt x="328" y="27"/>
                  </a:lnTo>
                  <a:lnTo>
                    <a:pt x="328" y="29"/>
                  </a:lnTo>
                  <a:lnTo>
                    <a:pt x="330" y="29"/>
                  </a:lnTo>
                  <a:lnTo>
                    <a:pt x="330" y="29"/>
                  </a:lnTo>
                  <a:lnTo>
                    <a:pt x="330" y="29"/>
                  </a:lnTo>
                  <a:lnTo>
                    <a:pt x="330" y="31"/>
                  </a:lnTo>
                  <a:lnTo>
                    <a:pt x="328" y="31"/>
                  </a:lnTo>
                  <a:lnTo>
                    <a:pt x="328" y="31"/>
                  </a:lnTo>
                  <a:lnTo>
                    <a:pt x="326" y="31"/>
                  </a:lnTo>
                  <a:lnTo>
                    <a:pt x="324" y="31"/>
                  </a:lnTo>
                  <a:lnTo>
                    <a:pt x="324" y="31"/>
                  </a:lnTo>
                  <a:lnTo>
                    <a:pt x="320" y="29"/>
                  </a:lnTo>
                  <a:lnTo>
                    <a:pt x="320" y="29"/>
                  </a:lnTo>
                  <a:lnTo>
                    <a:pt x="320" y="29"/>
                  </a:lnTo>
                  <a:lnTo>
                    <a:pt x="320" y="27"/>
                  </a:lnTo>
                  <a:lnTo>
                    <a:pt x="320" y="27"/>
                  </a:lnTo>
                  <a:lnTo>
                    <a:pt x="320" y="25"/>
                  </a:lnTo>
                  <a:lnTo>
                    <a:pt x="320" y="25"/>
                  </a:lnTo>
                  <a:lnTo>
                    <a:pt x="318" y="25"/>
                  </a:lnTo>
                  <a:lnTo>
                    <a:pt x="312" y="25"/>
                  </a:lnTo>
                  <a:lnTo>
                    <a:pt x="311" y="25"/>
                  </a:lnTo>
                  <a:lnTo>
                    <a:pt x="309" y="25"/>
                  </a:lnTo>
                  <a:lnTo>
                    <a:pt x="309" y="25"/>
                  </a:lnTo>
                  <a:lnTo>
                    <a:pt x="309" y="23"/>
                  </a:lnTo>
                  <a:lnTo>
                    <a:pt x="307" y="21"/>
                  </a:lnTo>
                  <a:lnTo>
                    <a:pt x="305" y="21"/>
                  </a:lnTo>
                  <a:lnTo>
                    <a:pt x="305" y="19"/>
                  </a:lnTo>
                  <a:lnTo>
                    <a:pt x="303" y="19"/>
                  </a:lnTo>
                  <a:lnTo>
                    <a:pt x="301" y="19"/>
                  </a:lnTo>
                  <a:lnTo>
                    <a:pt x="299" y="19"/>
                  </a:lnTo>
                  <a:lnTo>
                    <a:pt x="297" y="21"/>
                  </a:lnTo>
                  <a:lnTo>
                    <a:pt x="297" y="21"/>
                  </a:lnTo>
                  <a:lnTo>
                    <a:pt x="297" y="21"/>
                  </a:lnTo>
                  <a:lnTo>
                    <a:pt x="297" y="23"/>
                  </a:lnTo>
                  <a:lnTo>
                    <a:pt x="297" y="23"/>
                  </a:lnTo>
                  <a:lnTo>
                    <a:pt x="297" y="25"/>
                  </a:lnTo>
                  <a:lnTo>
                    <a:pt x="295" y="27"/>
                  </a:lnTo>
                  <a:lnTo>
                    <a:pt x="295" y="27"/>
                  </a:lnTo>
                  <a:lnTo>
                    <a:pt x="295" y="29"/>
                  </a:lnTo>
                  <a:lnTo>
                    <a:pt x="295" y="29"/>
                  </a:lnTo>
                  <a:lnTo>
                    <a:pt x="295" y="31"/>
                  </a:lnTo>
                  <a:lnTo>
                    <a:pt x="295" y="31"/>
                  </a:lnTo>
                  <a:lnTo>
                    <a:pt x="292" y="32"/>
                  </a:lnTo>
                  <a:lnTo>
                    <a:pt x="292" y="32"/>
                  </a:lnTo>
                  <a:lnTo>
                    <a:pt x="292" y="34"/>
                  </a:lnTo>
                  <a:lnTo>
                    <a:pt x="290" y="36"/>
                  </a:lnTo>
                  <a:lnTo>
                    <a:pt x="288" y="38"/>
                  </a:lnTo>
                  <a:lnTo>
                    <a:pt x="286" y="40"/>
                  </a:lnTo>
                  <a:lnTo>
                    <a:pt x="284" y="40"/>
                  </a:lnTo>
                  <a:lnTo>
                    <a:pt x="284" y="40"/>
                  </a:lnTo>
                  <a:lnTo>
                    <a:pt x="284" y="38"/>
                  </a:lnTo>
                  <a:lnTo>
                    <a:pt x="282" y="38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78" y="38"/>
                  </a:lnTo>
                  <a:lnTo>
                    <a:pt x="276" y="44"/>
                  </a:lnTo>
                  <a:lnTo>
                    <a:pt x="272" y="46"/>
                  </a:lnTo>
                  <a:lnTo>
                    <a:pt x="272" y="48"/>
                  </a:lnTo>
                  <a:lnTo>
                    <a:pt x="271" y="48"/>
                  </a:lnTo>
                  <a:lnTo>
                    <a:pt x="271" y="48"/>
                  </a:lnTo>
                  <a:lnTo>
                    <a:pt x="267" y="48"/>
                  </a:lnTo>
                  <a:lnTo>
                    <a:pt x="265" y="48"/>
                  </a:lnTo>
                  <a:lnTo>
                    <a:pt x="263" y="48"/>
                  </a:lnTo>
                  <a:lnTo>
                    <a:pt x="263" y="48"/>
                  </a:lnTo>
                  <a:lnTo>
                    <a:pt x="261" y="48"/>
                  </a:lnTo>
                  <a:lnTo>
                    <a:pt x="261" y="48"/>
                  </a:lnTo>
                  <a:lnTo>
                    <a:pt x="259" y="48"/>
                  </a:lnTo>
                  <a:lnTo>
                    <a:pt x="257" y="46"/>
                  </a:lnTo>
                  <a:lnTo>
                    <a:pt x="257" y="46"/>
                  </a:lnTo>
                  <a:lnTo>
                    <a:pt x="257" y="44"/>
                  </a:lnTo>
                  <a:lnTo>
                    <a:pt x="257" y="44"/>
                  </a:lnTo>
                  <a:lnTo>
                    <a:pt x="257" y="44"/>
                  </a:lnTo>
                  <a:lnTo>
                    <a:pt x="255" y="44"/>
                  </a:lnTo>
                  <a:lnTo>
                    <a:pt x="255" y="44"/>
                  </a:lnTo>
                  <a:lnTo>
                    <a:pt x="253" y="44"/>
                  </a:lnTo>
                  <a:lnTo>
                    <a:pt x="252" y="42"/>
                  </a:lnTo>
                  <a:lnTo>
                    <a:pt x="252" y="44"/>
                  </a:lnTo>
                  <a:lnTo>
                    <a:pt x="250" y="44"/>
                  </a:lnTo>
                  <a:lnTo>
                    <a:pt x="250" y="46"/>
                  </a:lnTo>
                  <a:lnTo>
                    <a:pt x="250" y="46"/>
                  </a:lnTo>
                  <a:lnTo>
                    <a:pt x="250" y="46"/>
                  </a:lnTo>
                  <a:lnTo>
                    <a:pt x="250" y="48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lnTo>
                    <a:pt x="246" y="48"/>
                  </a:lnTo>
                  <a:lnTo>
                    <a:pt x="246" y="46"/>
                  </a:lnTo>
                  <a:lnTo>
                    <a:pt x="244" y="44"/>
                  </a:lnTo>
                  <a:lnTo>
                    <a:pt x="244" y="44"/>
                  </a:lnTo>
                  <a:lnTo>
                    <a:pt x="240" y="44"/>
                  </a:lnTo>
                  <a:lnTo>
                    <a:pt x="238" y="46"/>
                  </a:lnTo>
                  <a:lnTo>
                    <a:pt x="236" y="46"/>
                  </a:lnTo>
                  <a:lnTo>
                    <a:pt x="232" y="46"/>
                  </a:lnTo>
                  <a:lnTo>
                    <a:pt x="231" y="46"/>
                  </a:lnTo>
                  <a:lnTo>
                    <a:pt x="231" y="48"/>
                  </a:lnTo>
                  <a:lnTo>
                    <a:pt x="231" y="48"/>
                  </a:lnTo>
                  <a:lnTo>
                    <a:pt x="229" y="50"/>
                  </a:lnTo>
                  <a:lnTo>
                    <a:pt x="229" y="50"/>
                  </a:lnTo>
                  <a:lnTo>
                    <a:pt x="227" y="50"/>
                  </a:lnTo>
                  <a:lnTo>
                    <a:pt x="227" y="50"/>
                  </a:lnTo>
                  <a:lnTo>
                    <a:pt x="225" y="50"/>
                  </a:lnTo>
                  <a:lnTo>
                    <a:pt x="225" y="51"/>
                  </a:lnTo>
                  <a:lnTo>
                    <a:pt x="223" y="53"/>
                  </a:lnTo>
                  <a:lnTo>
                    <a:pt x="223" y="53"/>
                  </a:lnTo>
                  <a:lnTo>
                    <a:pt x="223" y="55"/>
                  </a:lnTo>
                  <a:lnTo>
                    <a:pt x="223" y="57"/>
                  </a:lnTo>
                  <a:lnTo>
                    <a:pt x="223" y="57"/>
                  </a:lnTo>
                  <a:lnTo>
                    <a:pt x="223" y="59"/>
                  </a:lnTo>
                  <a:lnTo>
                    <a:pt x="221" y="67"/>
                  </a:lnTo>
                  <a:lnTo>
                    <a:pt x="217" y="72"/>
                  </a:lnTo>
                  <a:lnTo>
                    <a:pt x="217" y="74"/>
                  </a:lnTo>
                  <a:lnTo>
                    <a:pt x="217" y="74"/>
                  </a:lnTo>
                  <a:lnTo>
                    <a:pt x="213" y="76"/>
                  </a:lnTo>
                  <a:lnTo>
                    <a:pt x="213" y="76"/>
                  </a:lnTo>
                  <a:lnTo>
                    <a:pt x="211" y="76"/>
                  </a:lnTo>
                  <a:lnTo>
                    <a:pt x="211" y="76"/>
                  </a:lnTo>
                  <a:lnTo>
                    <a:pt x="211" y="76"/>
                  </a:lnTo>
                  <a:lnTo>
                    <a:pt x="210" y="76"/>
                  </a:lnTo>
                  <a:lnTo>
                    <a:pt x="210" y="76"/>
                  </a:lnTo>
                  <a:lnTo>
                    <a:pt x="210" y="78"/>
                  </a:lnTo>
                  <a:lnTo>
                    <a:pt x="210" y="78"/>
                  </a:lnTo>
                  <a:lnTo>
                    <a:pt x="210" y="80"/>
                  </a:lnTo>
                  <a:lnTo>
                    <a:pt x="210" y="82"/>
                  </a:lnTo>
                  <a:lnTo>
                    <a:pt x="206" y="86"/>
                  </a:lnTo>
                  <a:lnTo>
                    <a:pt x="204" y="86"/>
                  </a:lnTo>
                  <a:lnTo>
                    <a:pt x="204" y="86"/>
                  </a:lnTo>
                  <a:lnTo>
                    <a:pt x="202" y="86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196" y="86"/>
                  </a:lnTo>
                  <a:lnTo>
                    <a:pt x="192" y="82"/>
                  </a:lnTo>
                  <a:lnTo>
                    <a:pt x="189" y="80"/>
                  </a:lnTo>
                  <a:lnTo>
                    <a:pt x="185" y="74"/>
                  </a:lnTo>
                  <a:lnTo>
                    <a:pt x="179" y="72"/>
                  </a:lnTo>
                  <a:lnTo>
                    <a:pt x="177" y="72"/>
                  </a:lnTo>
                  <a:lnTo>
                    <a:pt x="171" y="69"/>
                  </a:lnTo>
                  <a:lnTo>
                    <a:pt x="170" y="67"/>
                  </a:lnTo>
                  <a:lnTo>
                    <a:pt x="168" y="67"/>
                  </a:lnTo>
                  <a:lnTo>
                    <a:pt x="168" y="67"/>
                  </a:lnTo>
                  <a:lnTo>
                    <a:pt x="166" y="69"/>
                  </a:lnTo>
                  <a:lnTo>
                    <a:pt x="166" y="69"/>
                  </a:lnTo>
                  <a:lnTo>
                    <a:pt x="166" y="69"/>
                  </a:lnTo>
                  <a:lnTo>
                    <a:pt x="166" y="70"/>
                  </a:lnTo>
                  <a:lnTo>
                    <a:pt x="164" y="70"/>
                  </a:lnTo>
                  <a:lnTo>
                    <a:pt x="164" y="70"/>
                  </a:lnTo>
                  <a:lnTo>
                    <a:pt x="162" y="70"/>
                  </a:lnTo>
                  <a:lnTo>
                    <a:pt x="160" y="69"/>
                  </a:lnTo>
                  <a:lnTo>
                    <a:pt x="160" y="67"/>
                  </a:lnTo>
                  <a:lnTo>
                    <a:pt x="158" y="67"/>
                  </a:lnTo>
                  <a:lnTo>
                    <a:pt x="158" y="65"/>
                  </a:lnTo>
                  <a:lnTo>
                    <a:pt x="158" y="65"/>
                  </a:lnTo>
                  <a:lnTo>
                    <a:pt x="156" y="65"/>
                  </a:lnTo>
                  <a:lnTo>
                    <a:pt x="156" y="65"/>
                  </a:lnTo>
                  <a:lnTo>
                    <a:pt x="154" y="63"/>
                  </a:lnTo>
                  <a:lnTo>
                    <a:pt x="151" y="65"/>
                  </a:lnTo>
                  <a:lnTo>
                    <a:pt x="147" y="65"/>
                  </a:lnTo>
                  <a:lnTo>
                    <a:pt x="145" y="70"/>
                  </a:lnTo>
                  <a:lnTo>
                    <a:pt x="143" y="72"/>
                  </a:lnTo>
                  <a:lnTo>
                    <a:pt x="143" y="74"/>
                  </a:lnTo>
                  <a:lnTo>
                    <a:pt x="141" y="74"/>
                  </a:lnTo>
                  <a:lnTo>
                    <a:pt x="141" y="76"/>
                  </a:lnTo>
                  <a:lnTo>
                    <a:pt x="141" y="76"/>
                  </a:lnTo>
                  <a:lnTo>
                    <a:pt x="143" y="76"/>
                  </a:lnTo>
                  <a:lnTo>
                    <a:pt x="143" y="78"/>
                  </a:lnTo>
                  <a:lnTo>
                    <a:pt x="143" y="78"/>
                  </a:lnTo>
                  <a:lnTo>
                    <a:pt x="143" y="78"/>
                  </a:lnTo>
                  <a:lnTo>
                    <a:pt x="141" y="80"/>
                  </a:lnTo>
                  <a:lnTo>
                    <a:pt x="141" y="80"/>
                  </a:lnTo>
                  <a:lnTo>
                    <a:pt x="137" y="82"/>
                  </a:lnTo>
                  <a:lnTo>
                    <a:pt x="135" y="82"/>
                  </a:lnTo>
                  <a:lnTo>
                    <a:pt x="135" y="82"/>
                  </a:lnTo>
                  <a:lnTo>
                    <a:pt x="133" y="82"/>
                  </a:lnTo>
                  <a:lnTo>
                    <a:pt x="131" y="82"/>
                  </a:lnTo>
                  <a:lnTo>
                    <a:pt x="131" y="82"/>
                  </a:lnTo>
                  <a:lnTo>
                    <a:pt x="130" y="82"/>
                  </a:lnTo>
                  <a:lnTo>
                    <a:pt x="128" y="82"/>
                  </a:lnTo>
                  <a:lnTo>
                    <a:pt x="126" y="88"/>
                  </a:lnTo>
                  <a:lnTo>
                    <a:pt x="124" y="91"/>
                  </a:lnTo>
                  <a:lnTo>
                    <a:pt x="124" y="93"/>
                  </a:lnTo>
                  <a:lnTo>
                    <a:pt x="124" y="95"/>
                  </a:lnTo>
                  <a:lnTo>
                    <a:pt x="126" y="95"/>
                  </a:lnTo>
                  <a:lnTo>
                    <a:pt x="126" y="97"/>
                  </a:lnTo>
                  <a:lnTo>
                    <a:pt x="126" y="97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28" y="99"/>
                  </a:lnTo>
                  <a:lnTo>
                    <a:pt x="128" y="99"/>
                  </a:lnTo>
                  <a:lnTo>
                    <a:pt x="130" y="99"/>
                  </a:lnTo>
                  <a:lnTo>
                    <a:pt x="130" y="101"/>
                  </a:lnTo>
                  <a:lnTo>
                    <a:pt x="130" y="103"/>
                  </a:lnTo>
                  <a:lnTo>
                    <a:pt x="128" y="108"/>
                  </a:lnTo>
                  <a:lnTo>
                    <a:pt x="128" y="108"/>
                  </a:lnTo>
                  <a:lnTo>
                    <a:pt x="126" y="110"/>
                  </a:lnTo>
                  <a:lnTo>
                    <a:pt x="124" y="112"/>
                  </a:lnTo>
                  <a:lnTo>
                    <a:pt x="124" y="114"/>
                  </a:lnTo>
                  <a:lnTo>
                    <a:pt x="120" y="116"/>
                  </a:lnTo>
                  <a:lnTo>
                    <a:pt x="116" y="118"/>
                  </a:lnTo>
                  <a:lnTo>
                    <a:pt x="116" y="120"/>
                  </a:lnTo>
                  <a:lnTo>
                    <a:pt x="116" y="120"/>
                  </a:lnTo>
                  <a:lnTo>
                    <a:pt x="114" y="122"/>
                  </a:lnTo>
                  <a:lnTo>
                    <a:pt x="114" y="122"/>
                  </a:lnTo>
                  <a:lnTo>
                    <a:pt x="114" y="122"/>
                  </a:lnTo>
                  <a:lnTo>
                    <a:pt x="116" y="124"/>
                  </a:lnTo>
                  <a:lnTo>
                    <a:pt x="116" y="124"/>
                  </a:lnTo>
                  <a:lnTo>
                    <a:pt x="116" y="126"/>
                  </a:lnTo>
                  <a:lnTo>
                    <a:pt x="116" y="126"/>
                  </a:lnTo>
                  <a:lnTo>
                    <a:pt x="118" y="128"/>
                  </a:lnTo>
                  <a:lnTo>
                    <a:pt x="133" y="128"/>
                  </a:lnTo>
                  <a:lnTo>
                    <a:pt x="137" y="128"/>
                  </a:lnTo>
                  <a:lnTo>
                    <a:pt x="139" y="129"/>
                  </a:lnTo>
                  <a:lnTo>
                    <a:pt x="139" y="129"/>
                  </a:lnTo>
                  <a:lnTo>
                    <a:pt x="139" y="129"/>
                  </a:lnTo>
                  <a:lnTo>
                    <a:pt x="143" y="133"/>
                  </a:lnTo>
                  <a:lnTo>
                    <a:pt x="143" y="135"/>
                  </a:lnTo>
                  <a:lnTo>
                    <a:pt x="143" y="135"/>
                  </a:lnTo>
                  <a:lnTo>
                    <a:pt x="143" y="135"/>
                  </a:lnTo>
                  <a:lnTo>
                    <a:pt x="143" y="137"/>
                  </a:lnTo>
                  <a:lnTo>
                    <a:pt x="143" y="137"/>
                  </a:lnTo>
                  <a:lnTo>
                    <a:pt x="143" y="137"/>
                  </a:lnTo>
                  <a:lnTo>
                    <a:pt x="143" y="137"/>
                  </a:lnTo>
                  <a:lnTo>
                    <a:pt x="141" y="139"/>
                  </a:lnTo>
                  <a:lnTo>
                    <a:pt x="141" y="139"/>
                  </a:lnTo>
                  <a:lnTo>
                    <a:pt x="141" y="139"/>
                  </a:lnTo>
                  <a:lnTo>
                    <a:pt x="139" y="141"/>
                  </a:lnTo>
                  <a:lnTo>
                    <a:pt x="139" y="141"/>
                  </a:lnTo>
                  <a:lnTo>
                    <a:pt x="137" y="143"/>
                  </a:lnTo>
                  <a:lnTo>
                    <a:pt x="135" y="147"/>
                  </a:lnTo>
                  <a:lnTo>
                    <a:pt x="133" y="148"/>
                  </a:lnTo>
                  <a:lnTo>
                    <a:pt x="133" y="150"/>
                  </a:lnTo>
                  <a:lnTo>
                    <a:pt x="131" y="150"/>
                  </a:lnTo>
                  <a:lnTo>
                    <a:pt x="131" y="150"/>
                  </a:lnTo>
                  <a:lnTo>
                    <a:pt x="130" y="150"/>
                  </a:lnTo>
                  <a:lnTo>
                    <a:pt x="120" y="152"/>
                  </a:lnTo>
                  <a:lnTo>
                    <a:pt x="118" y="152"/>
                  </a:lnTo>
                  <a:lnTo>
                    <a:pt x="116" y="152"/>
                  </a:lnTo>
                  <a:lnTo>
                    <a:pt x="116" y="154"/>
                  </a:lnTo>
                  <a:lnTo>
                    <a:pt x="114" y="156"/>
                  </a:lnTo>
                  <a:lnTo>
                    <a:pt x="114" y="158"/>
                  </a:lnTo>
                  <a:lnTo>
                    <a:pt x="112" y="162"/>
                  </a:lnTo>
                  <a:lnTo>
                    <a:pt x="112" y="164"/>
                  </a:lnTo>
                  <a:lnTo>
                    <a:pt x="111" y="166"/>
                  </a:lnTo>
                  <a:lnTo>
                    <a:pt x="111" y="166"/>
                  </a:lnTo>
                  <a:lnTo>
                    <a:pt x="107" y="166"/>
                  </a:lnTo>
                  <a:lnTo>
                    <a:pt x="105" y="166"/>
                  </a:lnTo>
                  <a:lnTo>
                    <a:pt x="103" y="166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9" y="164"/>
                  </a:lnTo>
                  <a:lnTo>
                    <a:pt x="97" y="164"/>
                  </a:lnTo>
                  <a:lnTo>
                    <a:pt x="97" y="164"/>
                  </a:lnTo>
                  <a:lnTo>
                    <a:pt x="95" y="164"/>
                  </a:lnTo>
                  <a:lnTo>
                    <a:pt x="95" y="164"/>
                  </a:lnTo>
                  <a:lnTo>
                    <a:pt x="93" y="164"/>
                  </a:lnTo>
                  <a:lnTo>
                    <a:pt x="91" y="166"/>
                  </a:lnTo>
                  <a:lnTo>
                    <a:pt x="88" y="164"/>
                  </a:lnTo>
                  <a:lnTo>
                    <a:pt x="86" y="166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82" y="166"/>
                  </a:lnTo>
                  <a:lnTo>
                    <a:pt x="82" y="167"/>
                  </a:lnTo>
                  <a:lnTo>
                    <a:pt x="82" y="169"/>
                  </a:lnTo>
                  <a:lnTo>
                    <a:pt x="80" y="169"/>
                  </a:lnTo>
                  <a:lnTo>
                    <a:pt x="80" y="169"/>
                  </a:lnTo>
                  <a:lnTo>
                    <a:pt x="74" y="164"/>
                  </a:lnTo>
                  <a:lnTo>
                    <a:pt x="72" y="164"/>
                  </a:lnTo>
                  <a:lnTo>
                    <a:pt x="72" y="162"/>
                  </a:lnTo>
                  <a:lnTo>
                    <a:pt x="70" y="164"/>
                  </a:lnTo>
                  <a:lnTo>
                    <a:pt x="69" y="164"/>
                  </a:lnTo>
                  <a:lnTo>
                    <a:pt x="67" y="164"/>
                  </a:lnTo>
                  <a:lnTo>
                    <a:pt x="65" y="164"/>
                  </a:lnTo>
                  <a:lnTo>
                    <a:pt x="65" y="164"/>
                  </a:lnTo>
                  <a:lnTo>
                    <a:pt x="63" y="166"/>
                  </a:lnTo>
                  <a:lnTo>
                    <a:pt x="59" y="169"/>
                  </a:lnTo>
                  <a:lnTo>
                    <a:pt x="57" y="173"/>
                  </a:lnTo>
                  <a:lnTo>
                    <a:pt x="57" y="179"/>
                  </a:lnTo>
                  <a:lnTo>
                    <a:pt x="55" y="181"/>
                  </a:lnTo>
                  <a:lnTo>
                    <a:pt x="55" y="181"/>
                  </a:lnTo>
                  <a:lnTo>
                    <a:pt x="50" y="181"/>
                  </a:lnTo>
                  <a:lnTo>
                    <a:pt x="50" y="179"/>
                  </a:lnTo>
                  <a:lnTo>
                    <a:pt x="36" y="181"/>
                  </a:lnTo>
                  <a:lnTo>
                    <a:pt x="34" y="181"/>
                  </a:lnTo>
                  <a:lnTo>
                    <a:pt x="32" y="181"/>
                  </a:lnTo>
                  <a:lnTo>
                    <a:pt x="30" y="181"/>
                  </a:lnTo>
                  <a:lnTo>
                    <a:pt x="30" y="179"/>
                  </a:lnTo>
                  <a:lnTo>
                    <a:pt x="30" y="179"/>
                  </a:lnTo>
                  <a:lnTo>
                    <a:pt x="30" y="177"/>
                  </a:lnTo>
                  <a:lnTo>
                    <a:pt x="30" y="175"/>
                  </a:lnTo>
                  <a:lnTo>
                    <a:pt x="30" y="175"/>
                  </a:lnTo>
                  <a:lnTo>
                    <a:pt x="29" y="173"/>
                  </a:lnTo>
                  <a:lnTo>
                    <a:pt x="27" y="173"/>
                  </a:lnTo>
                  <a:lnTo>
                    <a:pt x="25" y="173"/>
                  </a:lnTo>
                  <a:lnTo>
                    <a:pt x="23" y="173"/>
                  </a:lnTo>
                  <a:lnTo>
                    <a:pt x="21" y="173"/>
                  </a:lnTo>
                  <a:lnTo>
                    <a:pt x="21" y="175"/>
                  </a:lnTo>
                  <a:lnTo>
                    <a:pt x="19" y="175"/>
                  </a:lnTo>
                  <a:lnTo>
                    <a:pt x="19" y="175"/>
                  </a:lnTo>
                  <a:lnTo>
                    <a:pt x="19" y="177"/>
                  </a:lnTo>
                  <a:lnTo>
                    <a:pt x="17" y="177"/>
                  </a:lnTo>
                  <a:lnTo>
                    <a:pt x="19" y="179"/>
                  </a:lnTo>
                  <a:lnTo>
                    <a:pt x="19" y="179"/>
                  </a:lnTo>
                  <a:lnTo>
                    <a:pt x="19" y="179"/>
                  </a:lnTo>
                  <a:lnTo>
                    <a:pt x="17" y="179"/>
                  </a:lnTo>
                  <a:lnTo>
                    <a:pt x="17" y="179"/>
                  </a:lnTo>
                  <a:lnTo>
                    <a:pt x="17" y="179"/>
                  </a:lnTo>
                  <a:lnTo>
                    <a:pt x="15" y="181"/>
                  </a:lnTo>
                  <a:lnTo>
                    <a:pt x="13" y="181"/>
                  </a:lnTo>
                  <a:lnTo>
                    <a:pt x="13" y="181"/>
                  </a:lnTo>
                  <a:lnTo>
                    <a:pt x="13" y="183"/>
                  </a:lnTo>
                  <a:lnTo>
                    <a:pt x="11" y="185"/>
                  </a:lnTo>
                  <a:lnTo>
                    <a:pt x="11" y="185"/>
                  </a:lnTo>
                  <a:lnTo>
                    <a:pt x="10" y="185"/>
                  </a:lnTo>
                  <a:lnTo>
                    <a:pt x="8" y="185"/>
                  </a:lnTo>
                  <a:lnTo>
                    <a:pt x="6" y="185"/>
                  </a:lnTo>
                  <a:lnTo>
                    <a:pt x="4" y="185"/>
                  </a:lnTo>
                  <a:lnTo>
                    <a:pt x="2" y="183"/>
                  </a:lnTo>
                  <a:lnTo>
                    <a:pt x="2" y="185"/>
                  </a:lnTo>
                  <a:lnTo>
                    <a:pt x="2" y="185"/>
                  </a:lnTo>
                  <a:lnTo>
                    <a:pt x="2" y="186"/>
                  </a:lnTo>
                  <a:lnTo>
                    <a:pt x="2" y="188"/>
                  </a:lnTo>
                  <a:lnTo>
                    <a:pt x="2" y="188"/>
                  </a:lnTo>
                  <a:lnTo>
                    <a:pt x="0" y="190"/>
                  </a:lnTo>
                  <a:lnTo>
                    <a:pt x="0" y="190"/>
                  </a:lnTo>
                  <a:lnTo>
                    <a:pt x="2" y="190"/>
                  </a:lnTo>
                  <a:lnTo>
                    <a:pt x="2" y="192"/>
                  </a:lnTo>
                  <a:lnTo>
                    <a:pt x="2" y="192"/>
                  </a:lnTo>
                  <a:lnTo>
                    <a:pt x="2" y="192"/>
                  </a:lnTo>
                  <a:lnTo>
                    <a:pt x="2" y="192"/>
                  </a:lnTo>
                  <a:lnTo>
                    <a:pt x="2" y="194"/>
                  </a:lnTo>
                  <a:lnTo>
                    <a:pt x="2" y="194"/>
                  </a:lnTo>
                  <a:lnTo>
                    <a:pt x="2" y="194"/>
                  </a:lnTo>
                  <a:lnTo>
                    <a:pt x="4" y="196"/>
                  </a:lnTo>
                  <a:lnTo>
                    <a:pt x="8" y="196"/>
                  </a:lnTo>
                  <a:lnTo>
                    <a:pt x="17" y="200"/>
                  </a:lnTo>
                  <a:lnTo>
                    <a:pt x="19" y="200"/>
                  </a:lnTo>
                  <a:lnTo>
                    <a:pt x="21" y="202"/>
                  </a:lnTo>
                  <a:lnTo>
                    <a:pt x="21" y="202"/>
                  </a:lnTo>
                  <a:lnTo>
                    <a:pt x="23" y="202"/>
                  </a:lnTo>
                  <a:lnTo>
                    <a:pt x="23" y="204"/>
                  </a:lnTo>
                  <a:lnTo>
                    <a:pt x="25" y="204"/>
                  </a:lnTo>
                  <a:lnTo>
                    <a:pt x="25" y="204"/>
                  </a:lnTo>
                  <a:lnTo>
                    <a:pt x="27" y="207"/>
                  </a:lnTo>
                  <a:lnTo>
                    <a:pt x="30" y="209"/>
                  </a:lnTo>
                  <a:lnTo>
                    <a:pt x="29" y="211"/>
                  </a:lnTo>
                  <a:lnTo>
                    <a:pt x="23" y="215"/>
                  </a:lnTo>
                  <a:lnTo>
                    <a:pt x="23" y="215"/>
                  </a:lnTo>
                  <a:lnTo>
                    <a:pt x="21" y="219"/>
                  </a:lnTo>
                  <a:lnTo>
                    <a:pt x="21" y="219"/>
                  </a:lnTo>
                  <a:lnTo>
                    <a:pt x="21" y="221"/>
                  </a:lnTo>
                  <a:lnTo>
                    <a:pt x="21" y="221"/>
                  </a:lnTo>
                  <a:lnTo>
                    <a:pt x="21" y="221"/>
                  </a:lnTo>
                  <a:lnTo>
                    <a:pt x="23" y="221"/>
                  </a:lnTo>
                  <a:lnTo>
                    <a:pt x="25" y="221"/>
                  </a:lnTo>
                  <a:lnTo>
                    <a:pt x="25" y="221"/>
                  </a:lnTo>
                  <a:lnTo>
                    <a:pt x="27" y="221"/>
                  </a:lnTo>
                  <a:lnTo>
                    <a:pt x="27" y="221"/>
                  </a:lnTo>
                  <a:lnTo>
                    <a:pt x="29" y="221"/>
                  </a:lnTo>
                  <a:lnTo>
                    <a:pt x="29" y="221"/>
                  </a:lnTo>
                  <a:lnTo>
                    <a:pt x="30" y="221"/>
                  </a:lnTo>
                  <a:lnTo>
                    <a:pt x="32" y="221"/>
                  </a:lnTo>
                  <a:lnTo>
                    <a:pt x="38" y="221"/>
                  </a:lnTo>
                  <a:lnTo>
                    <a:pt x="40" y="221"/>
                  </a:lnTo>
                  <a:lnTo>
                    <a:pt x="40" y="221"/>
                  </a:lnTo>
                  <a:lnTo>
                    <a:pt x="44" y="219"/>
                  </a:lnTo>
                  <a:lnTo>
                    <a:pt x="44" y="217"/>
                  </a:lnTo>
                  <a:lnTo>
                    <a:pt x="44" y="217"/>
                  </a:lnTo>
                  <a:lnTo>
                    <a:pt x="44" y="219"/>
                  </a:lnTo>
                  <a:lnTo>
                    <a:pt x="44" y="221"/>
                  </a:lnTo>
                  <a:lnTo>
                    <a:pt x="44" y="221"/>
                  </a:lnTo>
                  <a:lnTo>
                    <a:pt x="44" y="223"/>
                  </a:lnTo>
                  <a:lnTo>
                    <a:pt x="44" y="223"/>
                  </a:lnTo>
                  <a:lnTo>
                    <a:pt x="44" y="225"/>
                  </a:lnTo>
                  <a:lnTo>
                    <a:pt x="44" y="225"/>
                  </a:lnTo>
                  <a:lnTo>
                    <a:pt x="44" y="226"/>
                  </a:lnTo>
                  <a:lnTo>
                    <a:pt x="46" y="226"/>
                  </a:lnTo>
                  <a:lnTo>
                    <a:pt x="46" y="226"/>
                  </a:lnTo>
                  <a:lnTo>
                    <a:pt x="46" y="228"/>
                  </a:lnTo>
                  <a:lnTo>
                    <a:pt x="48" y="232"/>
                  </a:lnTo>
                  <a:lnTo>
                    <a:pt x="48" y="234"/>
                  </a:lnTo>
                  <a:lnTo>
                    <a:pt x="50" y="234"/>
                  </a:lnTo>
                  <a:lnTo>
                    <a:pt x="50" y="234"/>
                  </a:lnTo>
                  <a:lnTo>
                    <a:pt x="50" y="236"/>
                  </a:lnTo>
                  <a:lnTo>
                    <a:pt x="50" y="236"/>
                  </a:lnTo>
                  <a:lnTo>
                    <a:pt x="50" y="236"/>
                  </a:lnTo>
                  <a:lnTo>
                    <a:pt x="50" y="238"/>
                  </a:lnTo>
                  <a:lnTo>
                    <a:pt x="48" y="238"/>
                  </a:lnTo>
                  <a:lnTo>
                    <a:pt x="48" y="238"/>
                  </a:lnTo>
                  <a:lnTo>
                    <a:pt x="46" y="236"/>
                  </a:lnTo>
                  <a:lnTo>
                    <a:pt x="46" y="236"/>
                  </a:lnTo>
                  <a:lnTo>
                    <a:pt x="44" y="236"/>
                  </a:lnTo>
                  <a:lnTo>
                    <a:pt x="44" y="236"/>
                  </a:lnTo>
                  <a:lnTo>
                    <a:pt x="44" y="238"/>
                  </a:lnTo>
                  <a:lnTo>
                    <a:pt x="42" y="238"/>
                  </a:lnTo>
                  <a:lnTo>
                    <a:pt x="42" y="238"/>
                  </a:lnTo>
                  <a:lnTo>
                    <a:pt x="42" y="240"/>
                  </a:lnTo>
                  <a:lnTo>
                    <a:pt x="42" y="242"/>
                  </a:lnTo>
                  <a:lnTo>
                    <a:pt x="42" y="242"/>
                  </a:lnTo>
                  <a:lnTo>
                    <a:pt x="42" y="244"/>
                  </a:lnTo>
                  <a:lnTo>
                    <a:pt x="44" y="245"/>
                  </a:lnTo>
                  <a:lnTo>
                    <a:pt x="44" y="247"/>
                  </a:lnTo>
                  <a:lnTo>
                    <a:pt x="46" y="247"/>
                  </a:lnTo>
                  <a:lnTo>
                    <a:pt x="51" y="249"/>
                  </a:lnTo>
                  <a:lnTo>
                    <a:pt x="55" y="251"/>
                  </a:lnTo>
                  <a:lnTo>
                    <a:pt x="55" y="253"/>
                  </a:lnTo>
                  <a:lnTo>
                    <a:pt x="57" y="253"/>
                  </a:lnTo>
                  <a:lnTo>
                    <a:pt x="57" y="255"/>
                  </a:lnTo>
                  <a:lnTo>
                    <a:pt x="57" y="255"/>
                  </a:lnTo>
                  <a:lnTo>
                    <a:pt x="57" y="257"/>
                  </a:lnTo>
                  <a:lnTo>
                    <a:pt x="59" y="257"/>
                  </a:lnTo>
                  <a:lnTo>
                    <a:pt x="59" y="259"/>
                  </a:lnTo>
                  <a:lnTo>
                    <a:pt x="59" y="259"/>
                  </a:lnTo>
                  <a:lnTo>
                    <a:pt x="61" y="259"/>
                  </a:lnTo>
                  <a:lnTo>
                    <a:pt x="61" y="259"/>
                  </a:lnTo>
                  <a:lnTo>
                    <a:pt x="61" y="259"/>
                  </a:lnTo>
                  <a:lnTo>
                    <a:pt x="61" y="261"/>
                  </a:lnTo>
                  <a:lnTo>
                    <a:pt x="61" y="263"/>
                  </a:lnTo>
                  <a:lnTo>
                    <a:pt x="61" y="263"/>
                  </a:lnTo>
                  <a:lnTo>
                    <a:pt x="61" y="264"/>
                  </a:lnTo>
                  <a:lnTo>
                    <a:pt x="61" y="266"/>
                  </a:lnTo>
                  <a:lnTo>
                    <a:pt x="61" y="268"/>
                  </a:lnTo>
                  <a:lnTo>
                    <a:pt x="61" y="270"/>
                  </a:lnTo>
                  <a:lnTo>
                    <a:pt x="59" y="272"/>
                  </a:lnTo>
                  <a:lnTo>
                    <a:pt x="59" y="272"/>
                  </a:lnTo>
                  <a:lnTo>
                    <a:pt x="57" y="272"/>
                  </a:lnTo>
                  <a:lnTo>
                    <a:pt x="55" y="272"/>
                  </a:lnTo>
                  <a:lnTo>
                    <a:pt x="55" y="274"/>
                  </a:lnTo>
                  <a:lnTo>
                    <a:pt x="55" y="274"/>
                  </a:lnTo>
                  <a:lnTo>
                    <a:pt x="55" y="282"/>
                  </a:lnTo>
                  <a:lnTo>
                    <a:pt x="55" y="287"/>
                  </a:lnTo>
                  <a:lnTo>
                    <a:pt x="55" y="287"/>
                  </a:lnTo>
                  <a:lnTo>
                    <a:pt x="55" y="287"/>
                  </a:lnTo>
                  <a:lnTo>
                    <a:pt x="55" y="289"/>
                  </a:lnTo>
                  <a:lnTo>
                    <a:pt x="53" y="293"/>
                  </a:lnTo>
                  <a:lnTo>
                    <a:pt x="55" y="295"/>
                  </a:lnTo>
                  <a:lnTo>
                    <a:pt x="55" y="295"/>
                  </a:lnTo>
                  <a:lnTo>
                    <a:pt x="55" y="297"/>
                  </a:lnTo>
                  <a:lnTo>
                    <a:pt x="57" y="299"/>
                  </a:lnTo>
                  <a:lnTo>
                    <a:pt x="57" y="299"/>
                  </a:lnTo>
                  <a:lnTo>
                    <a:pt x="57" y="301"/>
                  </a:lnTo>
                  <a:lnTo>
                    <a:pt x="57" y="302"/>
                  </a:lnTo>
                  <a:lnTo>
                    <a:pt x="57" y="304"/>
                  </a:lnTo>
                  <a:lnTo>
                    <a:pt x="57" y="304"/>
                  </a:lnTo>
                  <a:lnTo>
                    <a:pt x="57" y="306"/>
                  </a:lnTo>
                  <a:lnTo>
                    <a:pt x="59" y="306"/>
                  </a:lnTo>
                  <a:lnTo>
                    <a:pt x="61" y="308"/>
                  </a:lnTo>
                  <a:lnTo>
                    <a:pt x="63" y="308"/>
                  </a:lnTo>
                  <a:lnTo>
                    <a:pt x="65" y="310"/>
                  </a:lnTo>
                  <a:lnTo>
                    <a:pt x="65" y="312"/>
                  </a:lnTo>
                  <a:lnTo>
                    <a:pt x="65" y="312"/>
                  </a:lnTo>
                  <a:lnTo>
                    <a:pt x="67" y="312"/>
                  </a:lnTo>
                  <a:lnTo>
                    <a:pt x="67" y="312"/>
                  </a:lnTo>
                  <a:lnTo>
                    <a:pt x="69" y="312"/>
                  </a:lnTo>
                  <a:lnTo>
                    <a:pt x="69" y="312"/>
                  </a:lnTo>
                  <a:lnTo>
                    <a:pt x="70" y="312"/>
                  </a:lnTo>
                  <a:lnTo>
                    <a:pt x="74" y="310"/>
                  </a:lnTo>
                  <a:lnTo>
                    <a:pt x="78" y="306"/>
                  </a:lnTo>
                  <a:lnTo>
                    <a:pt x="78" y="306"/>
                  </a:lnTo>
                  <a:lnTo>
                    <a:pt x="80" y="304"/>
                  </a:lnTo>
                  <a:lnTo>
                    <a:pt x="84" y="302"/>
                  </a:lnTo>
                  <a:lnTo>
                    <a:pt x="88" y="302"/>
                  </a:lnTo>
                  <a:lnTo>
                    <a:pt x="90" y="301"/>
                  </a:lnTo>
                  <a:lnTo>
                    <a:pt x="91" y="302"/>
                  </a:lnTo>
                  <a:lnTo>
                    <a:pt x="91" y="302"/>
                  </a:lnTo>
                  <a:lnTo>
                    <a:pt x="93" y="306"/>
                  </a:lnTo>
                  <a:lnTo>
                    <a:pt x="93" y="306"/>
                  </a:lnTo>
                  <a:lnTo>
                    <a:pt x="95" y="308"/>
                  </a:lnTo>
                  <a:lnTo>
                    <a:pt x="95" y="310"/>
                  </a:lnTo>
                  <a:lnTo>
                    <a:pt x="95" y="312"/>
                  </a:lnTo>
                  <a:lnTo>
                    <a:pt x="95" y="314"/>
                  </a:lnTo>
                  <a:lnTo>
                    <a:pt x="97" y="314"/>
                  </a:lnTo>
                  <a:lnTo>
                    <a:pt x="97" y="314"/>
                  </a:lnTo>
                  <a:lnTo>
                    <a:pt x="97" y="314"/>
                  </a:lnTo>
                  <a:lnTo>
                    <a:pt x="97" y="316"/>
                  </a:lnTo>
                  <a:lnTo>
                    <a:pt x="97" y="318"/>
                  </a:lnTo>
                  <a:lnTo>
                    <a:pt x="93" y="327"/>
                  </a:lnTo>
                  <a:lnTo>
                    <a:pt x="93" y="327"/>
                  </a:lnTo>
                  <a:lnTo>
                    <a:pt x="93" y="329"/>
                  </a:lnTo>
                  <a:lnTo>
                    <a:pt x="93" y="331"/>
                  </a:lnTo>
                  <a:lnTo>
                    <a:pt x="95" y="337"/>
                  </a:lnTo>
                  <a:lnTo>
                    <a:pt x="95" y="339"/>
                  </a:lnTo>
                  <a:lnTo>
                    <a:pt x="95" y="341"/>
                  </a:lnTo>
                  <a:lnTo>
                    <a:pt x="93" y="344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50"/>
                  </a:lnTo>
                  <a:lnTo>
                    <a:pt x="93" y="352"/>
                  </a:lnTo>
                  <a:lnTo>
                    <a:pt x="93" y="354"/>
                  </a:lnTo>
                  <a:lnTo>
                    <a:pt x="93" y="356"/>
                  </a:lnTo>
                  <a:lnTo>
                    <a:pt x="90" y="371"/>
                  </a:lnTo>
                  <a:lnTo>
                    <a:pt x="90" y="371"/>
                  </a:lnTo>
                  <a:lnTo>
                    <a:pt x="90" y="371"/>
                  </a:lnTo>
                  <a:lnTo>
                    <a:pt x="90" y="373"/>
                  </a:lnTo>
                  <a:lnTo>
                    <a:pt x="90" y="373"/>
                  </a:lnTo>
                  <a:lnTo>
                    <a:pt x="90" y="373"/>
                  </a:lnTo>
                  <a:lnTo>
                    <a:pt x="91" y="373"/>
                  </a:lnTo>
                  <a:lnTo>
                    <a:pt x="91" y="373"/>
                  </a:lnTo>
                  <a:lnTo>
                    <a:pt x="91" y="373"/>
                  </a:lnTo>
                  <a:lnTo>
                    <a:pt x="93" y="373"/>
                  </a:lnTo>
                  <a:lnTo>
                    <a:pt x="93" y="375"/>
                  </a:lnTo>
                  <a:lnTo>
                    <a:pt x="93" y="375"/>
                  </a:lnTo>
                  <a:lnTo>
                    <a:pt x="95" y="375"/>
                  </a:lnTo>
                  <a:lnTo>
                    <a:pt x="95" y="375"/>
                  </a:lnTo>
                  <a:lnTo>
                    <a:pt x="95" y="375"/>
                  </a:lnTo>
                  <a:lnTo>
                    <a:pt x="101" y="373"/>
                  </a:lnTo>
                  <a:lnTo>
                    <a:pt x="101" y="373"/>
                  </a:lnTo>
                  <a:lnTo>
                    <a:pt x="103" y="373"/>
                  </a:lnTo>
                  <a:lnTo>
                    <a:pt x="103" y="373"/>
                  </a:lnTo>
                  <a:lnTo>
                    <a:pt x="105" y="373"/>
                  </a:lnTo>
                  <a:lnTo>
                    <a:pt x="105" y="375"/>
                  </a:lnTo>
                  <a:lnTo>
                    <a:pt x="105" y="377"/>
                  </a:lnTo>
                  <a:lnTo>
                    <a:pt x="107" y="377"/>
                  </a:lnTo>
                  <a:lnTo>
                    <a:pt x="109" y="380"/>
                  </a:lnTo>
                  <a:lnTo>
                    <a:pt x="109" y="382"/>
                  </a:lnTo>
                  <a:lnTo>
                    <a:pt x="109" y="384"/>
                  </a:lnTo>
                  <a:lnTo>
                    <a:pt x="107" y="386"/>
                  </a:lnTo>
                  <a:lnTo>
                    <a:pt x="107" y="388"/>
                  </a:lnTo>
                  <a:lnTo>
                    <a:pt x="105" y="388"/>
                  </a:lnTo>
                  <a:lnTo>
                    <a:pt x="103" y="396"/>
                  </a:lnTo>
                  <a:lnTo>
                    <a:pt x="101" y="399"/>
                  </a:lnTo>
                  <a:lnTo>
                    <a:pt x="95" y="417"/>
                  </a:lnTo>
                  <a:lnTo>
                    <a:pt x="93" y="420"/>
                  </a:lnTo>
                  <a:lnTo>
                    <a:pt x="91" y="424"/>
                  </a:lnTo>
                  <a:lnTo>
                    <a:pt x="88" y="426"/>
                  </a:lnTo>
                  <a:lnTo>
                    <a:pt x="88" y="426"/>
                  </a:lnTo>
                  <a:lnTo>
                    <a:pt x="88" y="428"/>
                  </a:lnTo>
                  <a:lnTo>
                    <a:pt x="88" y="428"/>
                  </a:lnTo>
                  <a:lnTo>
                    <a:pt x="90" y="434"/>
                  </a:lnTo>
                  <a:lnTo>
                    <a:pt x="91" y="438"/>
                  </a:lnTo>
                  <a:lnTo>
                    <a:pt x="91" y="438"/>
                  </a:lnTo>
                  <a:lnTo>
                    <a:pt x="93" y="439"/>
                  </a:lnTo>
                  <a:lnTo>
                    <a:pt x="95" y="439"/>
                  </a:lnTo>
                  <a:lnTo>
                    <a:pt x="95" y="441"/>
                  </a:lnTo>
                  <a:lnTo>
                    <a:pt x="95" y="441"/>
                  </a:lnTo>
                  <a:lnTo>
                    <a:pt x="95" y="441"/>
                  </a:lnTo>
                  <a:lnTo>
                    <a:pt x="95" y="441"/>
                  </a:lnTo>
                  <a:lnTo>
                    <a:pt x="93" y="447"/>
                  </a:lnTo>
                  <a:lnTo>
                    <a:pt x="90" y="453"/>
                  </a:lnTo>
                  <a:lnTo>
                    <a:pt x="88" y="455"/>
                  </a:lnTo>
                  <a:lnTo>
                    <a:pt x="88" y="457"/>
                  </a:lnTo>
                  <a:lnTo>
                    <a:pt x="88" y="457"/>
                  </a:lnTo>
                  <a:lnTo>
                    <a:pt x="90" y="458"/>
                  </a:lnTo>
                  <a:lnTo>
                    <a:pt x="90" y="458"/>
                  </a:lnTo>
                  <a:lnTo>
                    <a:pt x="90" y="460"/>
                  </a:lnTo>
                  <a:lnTo>
                    <a:pt x="90" y="460"/>
                  </a:lnTo>
                  <a:lnTo>
                    <a:pt x="90" y="462"/>
                  </a:lnTo>
                  <a:lnTo>
                    <a:pt x="90" y="462"/>
                  </a:lnTo>
                  <a:lnTo>
                    <a:pt x="91" y="464"/>
                  </a:lnTo>
                  <a:lnTo>
                    <a:pt x="95" y="466"/>
                  </a:lnTo>
                  <a:lnTo>
                    <a:pt x="97" y="468"/>
                  </a:lnTo>
                  <a:lnTo>
                    <a:pt x="97" y="470"/>
                  </a:lnTo>
                  <a:lnTo>
                    <a:pt x="97" y="470"/>
                  </a:lnTo>
                  <a:lnTo>
                    <a:pt x="97" y="472"/>
                  </a:lnTo>
                  <a:lnTo>
                    <a:pt x="97" y="474"/>
                  </a:lnTo>
                  <a:lnTo>
                    <a:pt x="95" y="474"/>
                  </a:lnTo>
                  <a:lnTo>
                    <a:pt x="95" y="476"/>
                  </a:lnTo>
                  <a:lnTo>
                    <a:pt x="93" y="477"/>
                  </a:lnTo>
                  <a:lnTo>
                    <a:pt x="93" y="477"/>
                  </a:lnTo>
                  <a:lnTo>
                    <a:pt x="91" y="477"/>
                  </a:lnTo>
                  <a:lnTo>
                    <a:pt x="91" y="476"/>
                  </a:lnTo>
                  <a:lnTo>
                    <a:pt x="91" y="476"/>
                  </a:lnTo>
                  <a:lnTo>
                    <a:pt x="91" y="476"/>
                  </a:lnTo>
                  <a:lnTo>
                    <a:pt x="91" y="476"/>
                  </a:lnTo>
                  <a:lnTo>
                    <a:pt x="91" y="476"/>
                  </a:lnTo>
                  <a:lnTo>
                    <a:pt x="91" y="477"/>
                  </a:lnTo>
                  <a:lnTo>
                    <a:pt x="91" y="477"/>
                  </a:lnTo>
                  <a:lnTo>
                    <a:pt x="91" y="481"/>
                  </a:lnTo>
                  <a:lnTo>
                    <a:pt x="91" y="481"/>
                  </a:lnTo>
                  <a:lnTo>
                    <a:pt x="91" y="483"/>
                  </a:lnTo>
                  <a:lnTo>
                    <a:pt x="91" y="483"/>
                  </a:lnTo>
                  <a:lnTo>
                    <a:pt x="90" y="487"/>
                  </a:lnTo>
                  <a:lnTo>
                    <a:pt x="88" y="489"/>
                  </a:lnTo>
                  <a:lnTo>
                    <a:pt x="88" y="489"/>
                  </a:lnTo>
                  <a:lnTo>
                    <a:pt x="88" y="489"/>
                  </a:lnTo>
                  <a:lnTo>
                    <a:pt x="88" y="491"/>
                  </a:lnTo>
                  <a:lnTo>
                    <a:pt x="88" y="491"/>
                  </a:lnTo>
                  <a:lnTo>
                    <a:pt x="88" y="493"/>
                  </a:lnTo>
                  <a:lnTo>
                    <a:pt x="88" y="493"/>
                  </a:lnTo>
                  <a:lnTo>
                    <a:pt x="86" y="493"/>
                  </a:lnTo>
                  <a:lnTo>
                    <a:pt x="86" y="493"/>
                  </a:lnTo>
                  <a:lnTo>
                    <a:pt x="84" y="493"/>
                  </a:lnTo>
                  <a:lnTo>
                    <a:pt x="84" y="493"/>
                  </a:lnTo>
                  <a:lnTo>
                    <a:pt x="82" y="493"/>
                  </a:lnTo>
                  <a:lnTo>
                    <a:pt x="82" y="495"/>
                  </a:lnTo>
                  <a:lnTo>
                    <a:pt x="82" y="495"/>
                  </a:lnTo>
                  <a:lnTo>
                    <a:pt x="84" y="495"/>
                  </a:lnTo>
                  <a:lnTo>
                    <a:pt x="93" y="504"/>
                  </a:lnTo>
                  <a:lnTo>
                    <a:pt x="93" y="504"/>
                  </a:lnTo>
                  <a:lnTo>
                    <a:pt x="95" y="504"/>
                  </a:lnTo>
                  <a:lnTo>
                    <a:pt x="99" y="506"/>
                  </a:lnTo>
                  <a:lnTo>
                    <a:pt x="99" y="506"/>
                  </a:lnTo>
                  <a:lnTo>
                    <a:pt x="101" y="508"/>
                  </a:lnTo>
                  <a:lnTo>
                    <a:pt x="101" y="508"/>
                  </a:lnTo>
                  <a:lnTo>
                    <a:pt x="114" y="512"/>
                  </a:lnTo>
                  <a:lnTo>
                    <a:pt x="118" y="514"/>
                  </a:lnTo>
                  <a:lnTo>
                    <a:pt x="124" y="514"/>
                  </a:lnTo>
                  <a:lnTo>
                    <a:pt x="124" y="510"/>
                  </a:lnTo>
                  <a:lnTo>
                    <a:pt x="128" y="508"/>
                  </a:lnTo>
                  <a:lnTo>
                    <a:pt x="131" y="506"/>
                  </a:lnTo>
                  <a:lnTo>
                    <a:pt x="141" y="504"/>
                  </a:lnTo>
                  <a:lnTo>
                    <a:pt x="143" y="504"/>
                  </a:lnTo>
                  <a:lnTo>
                    <a:pt x="145" y="500"/>
                  </a:lnTo>
                  <a:lnTo>
                    <a:pt x="147" y="498"/>
                  </a:lnTo>
                  <a:lnTo>
                    <a:pt x="164" y="489"/>
                  </a:lnTo>
                  <a:lnTo>
                    <a:pt x="168" y="487"/>
                  </a:lnTo>
                  <a:lnTo>
                    <a:pt x="170" y="487"/>
                  </a:lnTo>
                  <a:lnTo>
                    <a:pt x="170" y="485"/>
                  </a:lnTo>
                  <a:lnTo>
                    <a:pt x="171" y="479"/>
                  </a:lnTo>
                  <a:lnTo>
                    <a:pt x="171" y="479"/>
                  </a:lnTo>
                  <a:lnTo>
                    <a:pt x="175" y="477"/>
                  </a:lnTo>
                  <a:lnTo>
                    <a:pt x="175" y="476"/>
                  </a:lnTo>
                  <a:lnTo>
                    <a:pt x="175" y="476"/>
                  </a:lnTo>
                  <a:lnTo>
                    <a:pt x="177" y="466"/>
                  </a:lnTo>
                  <a:lnTo>
                    <a:pt x="177" y="462"/>
                  </a:lnTo>
                  <a:lnTo>
                    <a:pt x="175" y="458"/>
                  </a:lnTo>
                  <a:lnTo>
                    <a:pt x="177" y="458"/>
                  </a:lnTo>
                  <a:lnTo>
                    <a:pt x="177" y="458"/>
                  </a:lnTo>
                  <a:lnTo>
                    <a:pt x="177" y="457"/>
                  </a:lnTo>
                  <a:lnTo>
                    <a:pt x="179" y="455"/>
                  </a:lnTo>
                  <a:lnTo>
                    <a:pt x="179" y="453"/>
                  </a:lnTo>
                  <a:lnTo>
                    <a:pt x="179" y="453"/>
                  </a:lnTo>
                  <a:lnTo>
                    <a:pt x="181" y="451"/>
                  </a:lnTo>
                  <a:lnTo>
                    <a:pt x="183" y="451"/>
                  </a:lnTo>
                  <a:lnTo>
                    <a:pt x="185" y="449"/>
                  </a:lnTo>
                  <a:lnTo>
                    <a:pt x="183" y="447"/>
                  </a:lnTo>
                  <a:lnTo>
                    <a:pt x="183" y="449"/>
                  </a:lnTo>
                  <a:lnTo>
                    <a:pt x="181" y="449"/>
                  </a:lnTo>
                  <a:lnTo>
                    <a:pt x="181" y="449"/>
                  </a:lnTo>
                  <a:lnTo>
                    <a:pt x="179" y="451"/>
                  </a:lnTo>
                  <a:lnTo>
                    <a:pt x="179" y="449"/>
                  </a:lnTo>
                  <a:lnTo>
                    <a:pt x="181" y="447"/>
                  </a:lnTo>
                  <a:lnTo>
                    <a:pt x="181" y="439"/>
                  </a:lnTo>
                  <a:lnTo>
                    <a:pt x="181" y="439"/>
                  </a:lnTo>
                  <a:lnTo>
                    <a:pt x="185" y="434"/>
                  </a:lnTo>
                  <a:lnTo>
                    <a:pt x="187" y="430"/>
                  </a:lnTo>
                  <a:lnTo>
                    <a:pt x="198" y="420"/>
                  </a:lnTo>
                  <a:lnTo>
                    <a:pt x="202" y="418"/>
                  </a:lnTo>
                  <a:lnTo>
                    <a:pt x="206" y="417"/>
                  </a:lnTo>
                  <a:lnTo>
                    <a:pt x="210" y="415"/>
                  </a:lnTo>
                  <a:lnTo>
                    <a:pt x="221" y="415"/>
                  </a:lnTo>
                  <a:lnTo>
                    <a:pt x="223" y="415"/>
                  </a:lnTo>
                  <a:lnTo>
                    <a:pt x="225" y="413"/>
                  </a:lnTo>
                  <a:lnTo>
                    <a:pt x="225" y="413"/>
                  </a:lnTo>
                  <a:lnTo>
                    <a:pt x="225" y="411"/>
                  </a:lnTo>
                  <a:lnTo>
                    <a:pt x="227" y="411"/>
                  </a:lnTo>
                  <a:lnTo>
                    <a:pt x="231" y="409"/>
                  </a:lnTo>
                  <a:lnTo>
                    <a:pt x="232" y="409"/>
                  </a:lnTo>
                  <a:lnTo>
                    <a:pt x="234" y="409"/>
                  </a:lnTo>
                  <a:lnTo>
                    <a:pt x="234" y="407"/>
                  </a:lnTo>
                  <a:lnTo>
                    <a:pt x="236" y="407"/>
                  </a:lnTo>
                  <a:lnTo>
                    <a:pt x="240" y="405"/>
                  </a:lnTo>
                  <a:lnTo>
                    <a:pt x="242" y="405"/>
                  </a:lnTo>
                  <a:lnTo>
                    <a:pt x="244" y="403"/>
                  </a:lnTo>
                  <a:lnTo>
                    <a:pt x="248" y="403"/>
                  </a:lnTo>
                  <a:lnTo>
                    <a:pt x="248" y="403"/>
                  </a:lnTo>
                  <a:lnTo>
                    <a:pt x="248" y="403"/>
                  </a:lnTo>
                  <a:lnTo>
                    <a:pt x="250" y="403"/>
                  </a:lnTo>
                  <a:lnTo>
                    <a:pt x="250" y="403"/>
                  </a:lnTo>
                  <a:lnTo>
                    <a:pt x="252" y="401"/>
                  </a:lnTo>
                  <a:lnTo>
                    <a:pt x="253" y="401"/>
                  </a:lnTo>
                  <a:lnTo>
                    <a:pt x="255" y="401"/>
                  </a:lnTo>
                  <a:lnTo>
                    <a:pt x="259" y="401"/>
                  </a:lnTo>
                  <a:lnTo>
                    <a:pt x="263" y="403"/>
                  </a:lnTo>
                  <a:lnTo>
                    <a:pt x="265" y="403"/>
                  </a:lnTo>
                  <a:lnTo>
                    <a:pt x="265" y="403"/>
                  </a:lnTo>
                  <a:lnTo>
                    <a:pt x="269" y="403"/>
                  </a:lnTo>
                  <a:lnTo>
                    <a:pt x="272" y="401"/>
                  </a:lnTo>
                  <a:lnTo>
                    <a:pt x="274" y="401"/>
                  </a:lnTo>
                  <a:lnTo>
                    <a:pt x="274" y="403"/>
                  </a:lnTo>
                  <a:lnTo>
                    <a:pt x="276" y="401"/>
                  </a:lnTo>
                  <a:lnTo>
                    <a:pt x="278" y="403"/>
                  </a:lnTo>
                  <a:lnTo>
                    <a:pt x="284" y="403"/>
                  </a:lnTo>
                  <a:lnTo>
                    <a:pt x="290" y="407"/>
                  </a:lnTo>
                  <a:lnTo>
                    <a:pt x="295" y="413"/>
                  </a:lnTo>
                  <a:lnTo>
                    <a:pt x="297" y="413"/>
                  </a:lnTo>
                  <a:lnTo>
                    <a:pt x="299" y="413"/>
                  </a:lnTo>
                  <a:lnTo>
                    <a:pt x="297" y="411"/>
                  </a:lnTo>
                  <a:lnTo>
                    <a:pt x="290" y="405"/>
                  </a:lnTo>
                  <a:lnTo>
                    <a:pt x="290" y="405"/>
                  </a:lnTo>
                  <a:lnTo>
                    <a:pt x="288" y="403"/>
                  </a:lnTo>
                  <a:lnTo>
                    <a:pt x="288" y="403"/>
                  </a:lnTo>
                  <a:lnTo>
                    <a:pt x="288" y="403"/>
                  </a:lnTo>
                  <a:lnTo>
                    <a:pt x="288" y="401"/>
                  </a:lnTo>
                  <a:lnTo>
                    <a:pt x="288" y="401"/>
                  </a:lnTo>
                  <a:lnTo>
                    <a:pt x="288" y="399"/>
                  </a:lnTo>
                  <a:lnTo>
                    <a:pt x="288" y="399"/>
                  </a:lnTo>
                  <a:lnTo>
                    <a:pt x="288" y="399"/>
                  </a:lnTo>
                  <a:lnTo>
                    <a:pt x="288" y="398"/>
                  </a:lnTo>
                  <a:lnTo>
                    <a:pt x="286" y="398"/>
                  </a:lnTo>
                  <a:lnTo>
                    <a:pt x="284" y="398"/>
                  </a:lnTo>
                  <a:lnTo>
                    <a:pt x="282" y="399"/>
                  </a:lnTo>
                  <a:lnTo>
                    <a:pt x="280" y="399"/>
                  </a:lnTo>
                  <a:lnTo>
                    <a:pt x="267" y="399"/>
                  </a:lnTo>
                  <a:lnTo>
                    <a:pt x="263" y="399"/>
                  </a:lnTo>
                  <a:lnTo>
                    <a:pt x="261" y="398"/>
                  </a:lnTo>
                  <a:lnTo>
                    <a:pt x="253" y="392"/>
                  </a:lnTo>
                  <a:lnTo>
                    <a:pt x="250" y="388"/>
                  </a:lnTo>
                  <a:lnTo>
                    <a:pt x="250" y="384"/>
                  </a:lnTo>
                  <a:lnTo>
                    <a:pt x="248" y="382"/>
                  </a:lnTo>
                  <a:lnTo>
                    <a:pt x="250" y="379"/>
                  </a:lnTo>
                  <a:lnTo>
                    <a:pt x="250" y="375"/>
                  </a:lnTo>
                  <a:lnTo>
                    <a:pt x="252" y="373"/>
                  </a:lnTo>
                  <a:lnTo>
                    <a:pt x="252" y="371"/>
                  </a:lnTo>
                  <a:lnTo>
                    <a:pt x="253" y="369"/>
                  </a:lnTo>
                  <a:lnTo>
                    <a:pt x="253" y="369"/>
                  </a:lnTo>
                  <a:lnTo>
                    <a:pt x="253" y="369"/>
                  </a:lnTo>
                  <a:lnTo>
                    <a:pt x="255" y="367"/>
                  </a:lnTo>
                  <a:lnTo>
                    <a:pt x="255" y="367"/>
                  </a:lnTo>
                  <a:lnTo>
                    <a:pt x="255" y="365"/>
                  </a:lnTo>
                  <a:lnTo>
                    <a:pt x="255" y="365"/>
                  </a:lnTo>
                  <a:lnTo>
                    <a:pt x="261" y="358"/>
                  </a:lnTo>
                  <a:lnTo>
                    <a:pt x="263" y="354"/>
                  </a:lnTo>
                  <a:lnTo>
                    <a:pt x="265" y="352"/>
                  </a:lnTo>
                  <a:lnTo>
                    <a:pt x="267" y="350"/>
                  </a:lnTo>
                  <a:lnTo>
                    <a:pt x="267" y="350"/>
                  </a:lnTo>
                  <a:lnTo>
                    <a:pt x="269" y="348"/>
                  </a:lnTo>
                  <a:lnTo>
                    <a:pt x="269" y="344"/>
                  </a:lnTo>
                  <a:lnTo>
                    <a:pt x="274" y="337"/>
                  </a:lnTo>
                  <a:lnTo>
                    <a:pt x="278" y="333"/>
                  </a:lnTo>
                  <a:lnTo>
                    <a:pt x="282" y="331"/>
                  </a:lnTo>
                  <a:lnTo>
                    <a:pt x="280" y="329"/>
                  </a:lnTo>
                  <a:lnTo>
                    <a:pt x="278" y="325"/>
                  </a:lnTo>
                  <a:lnTo>
                    <a:pt x="278" y="320"/>
                  </a:lnTo>
                  <a:lnTo>
                    <a:pt x="278" y="318"/>
                  </a:lnTo>
                  <a:lnTo>
                    <a:pt x="278" y="318"/>
                  </a:lnTo>
                  <a:lnTo>
                    <a:pt x="280" y="316"/>
                  </a:lnTo>
                  <a:lnTo>
                    <a:pt x="280" y="316"/>
                  </a:lnTo>
                  <a:lnTo>
                    <a:pt x="282" y="316"/>
                  </a:lnTo>
                  <a:lnTo>
                    <a:pt x="282" y="314"/>
                  </a:lnTo>
                  <a:lnTo>
                    <a:pt x="282" y="312"/>
                  </a:lnTo>
                  <a:lnTo>
                    <a:pt x="282" y="312"/>
                  </a:lnTo>
                  <a:lnTo>
                    <a:pt x="282" y="310"/>
                  </a:lnTo>
                  <a:lnTo>
                    <a:pt x="284" y="308"/>
                  </a:lnTo>
                  <a:lnTo>
                    <a:pt x="290" y="306"/>
                  </a:lnTo>
                  <a:lnTo>
                    <a:pt x="292" y="304"/>
                  </a:lnTo>
                  <a:lnTo>
                    <a:pt x="293" y="304"/>
                  </a:lnTo>
                  <a:lnTo>
                    <a:pt x="295" y="304"/>
                  </a:lnTo>
                  <a:lnTo>
                    <a:pt x="297" y="304"/>
                  </a:lnTo>
                  <a:lnTo>
                    <a:pt x="299" y="304"/>
                  </a:lnTo>
                  <a:lnTo>
                    <a:pt x="303" y="304"/>
                  </a:lnTo>
                  <a:lnTo>
                    <a:pt x="305" y="304"/>
                  </a:lnTo>
                  <a:lnTo>
                    <a:pt x="305" y="302"/>
                  </a:lnTo>
                  <a:lnTo>
                    <a:pt x="305" y="302"/>
                  </a:lnTo>
                  <a:lnTo>
                    <a:pt x="309" y="302"/>
                  </a:lnTo>
                  <a:lnTo>
                    <a:pt x="311" y="302"/>
                  </a:lnTo>
                  <a:lnTo>
                    <a:pt x="312" y="302"/>
                  </a:lnTo>
                  <a:lnTo>
                    <a:pt x="312" y="302"/>
                  </a:lnTo>
                  <a:lnTo>
                    <a:pt x="309" y="304"/>
                  </a:lnTo>
                  <a:lnTo>
                    <a:pt x="309" y="304"/>
                  </a:lnTo>
                  <a:lnTo>
                    <a:pt x="309" y="304"/>
                  </a:lnTo>
                  <a:lnTo>
                    <a:pt x="307" y="304"/>
                  </a:lnTo>
                  <a:lnTo>
                    <a:pt x="307" y="306"/>
                  </a:lnTo>
                  <a:lnTo>
                    <a:pt x="309" y="306"/>
                  </a:lnTo>
                  <a:lnTo>
                    <a:pt x="309" y="306"/>
                  </a:lnTo>
                  <a:lnTo>
                    <a:pt x="311" y="306"/>
                  </a:lnTo>
                  <a:lnTo>
                    <a:pt x="326" y="310"/>
                  </a:lnTo>
                  <a:lnTo>
                    <a:pt x="328" y="310"/>
                  </a:lnTo>
                  <a:lnTo>
                    <a:pt x="328" y="308"/>
                  </a:lnTo>
                  <a:lnTo>
                    <a:pt x="326" y="308"/>
                  </a:lnTo>
                  <a:lnTo>
                    <a:pt x="324" y="306"/>
                  </a:lnTo>
                  <a:lnTo>
                    <a:pt x="322" y="306"/>
                  </a:lnTo>
                  <a:lnTo>
                    <a:pt x="320" y="306"/>
                  </a:lnTo>
                  <a:lnTo>
                    <a:pt x="320" y="306"/>
                  </a:lnTo>
                  <a:lnTo>
                    <a:pt x="318" y="306"/>
                  </a:lnTo>
                  <a:lnTo>
                    <a:pt x="318" y="304"/>
                  </a:lnTo>
                  <a:lnTo>
                    <a:pt x="316" y="304"/>
                  </a:lnTo>
                  <a:lnTo>
                    <a:pt x="314" y="304"/>
                  </a:lnTo>
                  <a:lnTo>
                    <a:pt x="312" y="304"/>
                  </a:lnTo>
                  <a:lnTo>
                    <a:pt x="314" y="304"/>
                  </a:lnTo>
                  <a:lnTo>
                    <a:pt x="314" y="302"/>
                  </a:lnTo>
                  <a:lnTo>
                    <a:pt x="326" y="304"/>
                  </a:lnTo>
                  <a:lnTo>
                    <a:pt x="328" y="306"/>
                  </a:lnTo>
                  <a:lnTo>
                    <a:pt x="328" y="308"/>
                  </a:lnTo>
                  <a:lnTo>
                    <a:pt x="330" y="308"/>
                  </a:lnTo>
                  <a:lnTo>
                    <a:pt x="332" y="308"/>
                  </a:lnTo>
                  <a:lnTo>
                    <a:pt x="333" y="308"/>
                  </a:lnTo>
                  <a:lnTo>
                    <a:pt x="335" y="308"/>
                  </a:lnTo>
                  <a:lnTo>
                    <a:pt x="335" y="306"/>
                  </a:lnTo>
                  <a:lnTo>
                    <a:pt x="335" y="299"/>
                  </a:lnTo>
                  <a:lnTo>
                    <a:pt x="335" y="282"/>
                  </a:lnTo>
                  <a:lnTo>
                    <a:pt x="335" y="278"/>
                  </a:lnTo>
                  <a:lnTo>
                    <a:pt x="335" y="263"/>
                  </a:lnTo>
                  <a:lnTo>
                    <a:pt x="335" y="259"/>
                  </a:lnTo>
                  <a:lnTo>
                    <a:pt x="333" y="259"/>
                  </a:lnTo>
                  <a:lnTo>
                    <a:pt x="332" y="257"/>
                  </a:lnTo>
                  <a:lnTo>
                    <a:pt x="332" y="257"/>
                  </a:lnTo>
                  <a:lnTo>
                    <a:pt x="332" y="257"/>
                  </a:lnTo>
                  <a:lnTo>
                    <a:pt x="330" y="255"/>
                  </a:lnTo>
                  <a:lnTo>
                    <a:pt x="330" y="255"/>
                  </a:lnTo>
                  <a:lnTo>
                    <a:pt x="330" y="255"/>
                  </a:lnTo>
                  <a:lnTo>
                    <a:pt x="330" y="253"/>
                  </a:lnTo>
                  <a:lnTo>
                    <a:pt x="330" y="253"/>
                  </a:lnTo>
                  <a:lnTo>
                    <a:pt x="332" y="253"/>
                  </a:lnTo>
                  <a:lnTo>
                    <a:pt x="332" y="253"/>
                  </a:lnTo>
                  <a:lnTo>
                    <a:pt x="330" y="251"/>
                  </a:lnTo>
                  <a:lnTo>
                    <a:pt x="330" y="251"/>
                  </a:lnTo>
                  <a:lnTo>
                    <a:pt x="330" y="251"/>
                  </a:lnTo>
                  <a:lnTo>
                    <a:pt x="328" y="253"/>
                  </a:lnTo>
                  <a:lnTo>
                    <a:pt x="328" y="251"/>
                  </a:lnTo>
                  <a:lnTo>
                    <a:pt x="328" y="251"/>
                  </a:lnTo>
                  <a:lnTo>
                    <a:pt x="328" y="251"/>
                  </a:lnTo>
                  <a:lnTo>
                    <a:pt x="328" y="251"/>
                  </a:lnTo>
                  <a:lnTo>
                    <a:pt x="326" y="251"/>
                  </a:lnTo>
                  <a:lnTo>
                    <a:pt x="326" y="251"/>
                  </a:lnTo>
                  <a:lnTo>
                    <a:pt x="326" y="251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22" y="249"/>
                  </a:lnTo>
                  <a:lnTo>
                    <a:pt x="322" y="249"/>
                  </a:lnTo>
                  <a:lnTo>
                    <a:pt x="322" y="247"/>
                  </a:lnTo>
                  <a:lnTo>
                    <a:pt x="322" y="247"/>
                  </a:lnTo>
                  <a:lnTo>
                    <a:pt x="322" y="245"/>
                  </a:lnTo>
                  <a:lnTo>
                    <a:pt x="322" y="245"/>
                  </a:lnTo>
                  <a:lnTo>
                    <a:pt x="322" y="245"/>
                  </a:lnTo>
                  <a:lnTo>
                    <a:pt x="322" y="245"/>
                  </a:lnTo>
                  <a:lnTo>
                    <a:pt x="324" y="245"/>
                  </a:lnTo>
                  <a:lnTo>
                    <a:pt x="324" y="245"/>
                  </a:lnTo>
                  <a:lnTo>
                    <a:pt x="324" y="245"/>
                  </a:lnTo>
                  <a:lnTo>
                    <a:pt x="326" y="245"/>
                  </a:lnTo>
                  <a:lnTo>
                    <a:pt x="326" y="245"/>
                  </a:lnTo>
                  <a:lnTo>
                    <a:pt x="326" y="244"/>
                  </a:lnTo>
                  <a:lnTo>
                    <a:pt x="324" y="244"/>
                  </a:lnTo>
                  <a:lnTo>
                    <a:pt x="324" y="244"/>
                  </a:lnTo>
                  <a:lnTo>
                    <a:pt x="324" y="242"/>
                  </a:lnTo>
                  <a:lnTo>
                    <a:pt x="324" y="242"/>
                  </a:lnTo>
                  <a:lnTo>
                    <a:pt x="324" y="242"/>
                  </a:lnTo>
                  <a:lnTo>
                    <a:pt x="326" y="242"/>
                  </a:lnTo>
                  <a:lnTo>
                    <a:pt x="328" y="244"/>
                  </a:lnTo>
                  <a:lnTo>
                    <a:pt x="330" y="244"/>
                  </a:lnTo>
                  <a:lnTo>
                    <a:pt x="330" y="242"/>
                  </a:lnTo>
                  <a:lnTo>
                    <a:pt x="332" y="242"/>
                  </a:lnTo>
                  <a:lnTo>
                    <a:pt x="333" y="242"/>
                  </a:lnTo>
                  <a:lnTo>
                    <a:pt x="335" y="242"/>
                  </a:lnTo>
                  <a:lnTo>
                    <a:pt x="335" y="242"/>
                  </a:lnTo>
                  <a:lnTo>
                    <a:pt x="335" y="240"/>
                  </a:lnTo>
                  <a:lnTo>
                    <a:pt x="335" y="225"/>
                  </a:lnTo>
                  <a:lnTo>
                    <a:pt x="333" y="215"/>
                  </a:lnTo>
                  <a:lnTo>
                    <a:pt x="333" y="207"/>
                  </a:lnTo>
                  <a:lnTo>
                    <a:pt x="333" y="207"/>
                  </a:lnTo>
                  <a:lnTo>
                    <a:pt x="333" y="207"/>
                  </a:lnTo>
                  <a:lnTo>
                    <a:pt x="330" y="205"/>
                  </a:lnTo>
                  <a:lnTo>
                    <a:pt x="328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09"/>
                  </a:lnTo>
                  <a:lnTo>
                    <a:pt x="320" y="211"/>
                  </a:lnTo>
                  <a:lnTo>
                    <a:pt x="320" y="213"/>
                  </a:lnTo>
                  <a:lnTo>
                    <a:pt x="318" y="213"/>
                  </a:lnTo>
                  <a:lnTo>
                    <a:pt x="320" y="211"/>
                  </a:lnTo>
                  <a:lnTo>
                    <a:pt x="324" y="205"/>
                  </a:lnTo>
                  <a:lnTo>
                    <a:pt x="326" y="205"/>
                  </a:lnTo>
                  <a:lnTo>
                    <a:pt x="326" y="205"/>
                  </a:lnTo>
                  <a:lnTo>
                    <a:pt x="328" y="204"/>
                  </a:lnTo>
                  <a:lnTo>
                    <a:pt x="328" y="204"/>
                  </a:lnTo>
                  <a:lnTo>
                    <a:pt x="330" y="204"/>
                  </a:lnTo>
                  <a:lnTo>
                    <a:pt x="332" y="204"/>
                  </a:lnTo>
                  <a:lnTo>
                    <a:pt x="332" y="204"/>
                  </a:lnTo>
                  <a:lnTo>
                    <a:pt x="332" y="204"/>
                  </a:lnTo>
                  <a:lnTo>
                    <a:pt x="332" y="198"/>
                  </a:lnTo>
                  <a:lnTo>
                    <a:pt x="332" y="198"/>
                  </a:lnTo>
                  <a:lnTo>
                    <a:pt x="330" y="198"/>
                  </a:lnTo>
                  <a:lnTo>
                    <a:pt x="330" y="198"/>
                  </a:lnTo>
                  <a:lnTo>
                    <a:pt x="330" y="198"/>
                  </a:lnTo>
                  <a:lnTo>
                    <a:pt x="330" y="200"/>
                  </a:lnTo>
                  <a:lnTo>
                    <a:pt x="330" y="200"/>
                  </a:lnTo>
                  <a:lnTo>
                    <a:pt x="330" y="200"/>
                  </a:lnTo>
                  <a:lnTo>
                    <a:pt x="328" y="196"/>
                  </a:lnTo>
                  <a:lnTo>
                    <a:pt x="326" y="190"/>
                  </a:lnTo>
                  <a:lnTo>
                    <a:pt x="326" y="186"/>
                  </a:lnTo>
                  <a:lnTo>
                    <a:pt x="326" y="185"/>
                  </a:lnTo>
                  <a:lnTo>
                    <a:pt x="328" y="181"/>
                  </a:lnTo>
                  <a:lnTo>
                    <a:pt x="328" y="177"/>
                  </a:lnTo>
                  <a:lnTo>
                    <a:pt x="330" y="167"/>
                  </a:lnTo>
                  <a:lnTo>
                    <a:pt x="330" y="166"/>
                  </a:lnTo>
                  <a:lnTo>
                    <a:pt x="332" y="166"/>
                  </a:lnTo>
                  <a:lnTo>
                    <a:pt x="332" y="162"/>
                  </a:lnTo>
                  <a:lnTo>
                    <a:pt x="332" y="162"/>
                  </a:lnTo>
                  <a:lnTo>
                    <a:pt x="328" y="162"/>
                  </a:lnTo>
                  <a:lnTo>
                    <a:pt x="326" y="162"/>
                  </a:lnTo>
                  <a:lnTo>
                    <a:pt x="326" y="162"/>
                  </a:lnTo>
                  <a:lnTo>
                    <a:pt x="326" y="162"/>
                  </a:lnTo>
                  <a:lnTo>
                    <a:pt x="326" y="162"/>
                  </a:lnTo>
                  <a:lnTo>
                    <a:pt x="324" y="162"/>
                  </a:lnTo>
                  <a:lnTo>
                    <a:pt x="324" y="162"/>
                  </a:lnTo>
                  <a:lnTo>
                    <a:pt x="324" y="162"/>
                  </a:lnTo>
                  <a:lnTo>
                    <a:pt x="322" y="160"/>
                  </a:lnTo>
                  <a:lnTo>
                    <a:pt x="322" y="160"/>
                  </a:lnTo>
                  <a:lnTo>
                    <a:pt x="322" y="160"/>
                  </a:lnTo>
                  <a:lnTo>
                    <a:pt x="322" y="160"/>
                  </a:lnTo>
                  <a:lnTo>
                    <a:pt x="322" y="160"/>
                  </a:lnTo>
                  <a:lnTo>
                    <a:pt x="322" y="158"/>
                  </a:lnTo>
                  <a:lnTo>
                    <a:pt x="322" y="158"/>
                  </a:lnTo>
                  <a:lnTo>
                    <a:pt x="322" y="156"/>
                  </a:lnTo>
                  <a:lnTo>
                    <a:pt x="322" y="156"/>
                  </a:lnTo>
                  <a:lnTo>
                    <a:pt x="322" y="154"/>
                  </a:lnTo>
                  <a:lnTo>
                    <a:pt x="322" y="154"/>
                  </a:lnTo>
                  <a:lnTo>
                    <a:pt x="322" y="154"/>
                  </a:lnTo>
                  <a:lnTo>
                    <a:pt x="320" y="154"/>
                  </a:lnTo>
                  <a:lnTo>
                    <a:pt x="320" y="152"/>
                  </a:lnTo>
                  <a:lnTo>
                    <a:pt x="320" y="152"/>
                  </a:lnTo>
                  <a:lnTo>
                    <a:pt x="320" y="152"/>
                  </a:lnTo>
                  <a:lnTo>
                    <a:pt x="320" y="152"/>
                  </a:lnTo>
                  <a:lnTo>
                    <a:pt x="320" y="150"/>
                  </a:lnTo>
                  <a:lnTo>
                    <a:pt x="320" y="150"/>
                  </a:lnTo>
                  <a:lnTo>
                    <a:pt x="318" y="148"/>
                  </a:lnTo>
                  <a:lnTo>
                    <a:pt x="318" y="148"/>
                  </a:lnTo>
                  <a:lnTo>
                    <a:pt x="318" y="148"/>
                  </a:lnTo>
                  <a:lnTo>
                    <a:pt x="318" y="147"/>
                  </a:lnTo>
                  <a:lnTo>
                    <a:pt x="320" y="147"/>
                  </a:lnTo>
                  <a:lnTo>
                    <a:pt x="320" y="147"/>
                  </a:lnTo>
                  <a:lnTo>
                    <a:pt x="320" y="147"/>
                  </a:lnTo>
                  <a:lnTo>
                    <a:pt x="320" y="147"/>
                  </a:lnTo>
                  <a:lnTo>
                    <a:pt x="320" y="147"/>
                  </a:lnTo>
                  <a:lnTo>
                    <a:pt x="322" y="147"/>
                  </a:lnTo>
                  <a:lnTo>
                    <a:pt x="322" y="148"/>
                  </a:lnTo>
                  <a:lnTo>
                    <a:pt x="324" y="148"/>
                  </a:lnTo>
                  <a:lnTo>
                    <a:pt x="324" y="148"/>
                  </a:lnTo>
                  <a:lnTo>
                    <a:pt x="326" y="148"/>
                  </a:lnTo>
                  <a:lnTo>
                    <a:pt x="328" y="148"/>
                  </a:lnTo>
                  <a:lnTo>
                    <a:pt x="328" y="148"/>
                  </a:lnTo>
                  <a:lnTo>
                    <a:pt x="328" y="148"/>
                  </a:lnTo>
                  <a:lnTo>
                    <a:pt x="328" y="150"/>
                  </a:lnTo>
                  <a:lnTo>
                    <a:pt x="328" y="150"/>
                  </a:lnTo>
                  <a:lnTo>
                    <a:pt x="326" y="152"/>
                  </a:lnTo>
                  <a:lnTo>
                    <a:pt x="326" y="152"/>
                  </a:lnTo>
                  <a:lnTo>
                    <a:pt x="326" y="152"/>
                  </a:lnTo>
                  <a:lnTo>
                    <a:pt x="326" y="152"/>
                  </a:lnTo>
                  <a:lnTo>
                    <a:pt x="328" y="152"/>
                  </a:lnTo>
                  <a:lnTo>
                    <a:pt x="328" y="154"/>
                  </a:lnTo>
                  <a:lnTo>
                    <a:pt x="328" y="154"/>
                  </a:lnTo>
                  <a:lnTo>
                    <a:pt x="330" y="154"/>
                  </a:lnTo>
                  <a:lnTo>
                    <a:pt x="330" y="154"/>
                  </a:lnTo>
                  <a:lnTo>
                    <a:pt x="332" y="152"/>
                  </a:lnTo>
                  <a:lnTo>
                    <a:pt x="333" y="150"/>
                  </a:lnTo>
                  <a:lnTo>
                    <a:pt x="335" y="150"/>
                  </a:lnTo>
                  <a:lnTo>
                    <a:pt x="335" y="150"/>
                  </a:lnTo>
                  <a:lnTo>
                    <a:pt x="335" y="150"/>
                  </a:lnTo>
                  <a:lnTo>
                    <a:pt x="335" y="148"/>
                  </a:lnTo>
                  <a:lnTo>
                    <a:pt x="335" y="148"/>
                  </a:lnTo>
                  <a:lnTo>
                    <a:pt x="335" y="145"/>
                  </a:lnTo>
                  <a:lnTo>
                    <a:pt x="335" y="145"/>
                  </a:lnTo>
                  <a:lnTo>
                    <a:pt x="337" y="143"/>
                  </a:lnTo>
                  <a:lnTo>
                    <a:pt x="339" y="139"/>
                  </a:lnTo>
                  <a:lnTo>
                    <a:pt x="343" y="133"/>
                  </a:lnTo>
                  <a:lnTo>
                    <a:pt x="343" y="133"/>
                  </a:lnTo>
                  <a:lnTo>
                    <a:pt x="345" y="131"/>
                  </a:lnTo>
                  <a:lnTo>
                    <a:pt x="349" y="124"/>
                  </a:lnTo>
                  <a:lnTo>
                    <a:pt x="347" y="126"/>
                  </a:lnTo>
                  <a:lnTo>
                    <a:pt x="345" y="126"/>
                  </a:lnTo>
                  <a:lnTo>
                    <a:pt x="343" y="126"/>
                  </a:lnTo>
                  <a:lnTo>
                    <a:pt x="345" y="124"/>
                  </a:lnTo>
                  <a:lnTo>
                    <a:pt x="349" y="122"/>
                  </a:lnTo>
                  <a:lnTo>
                    <a:pt x="351" y="120"/>
                  </a:lnTo>
                  <a:lnTo>
                    <a:pt x="354" y="114"/>
                  </a:lnTo>
                  <a:lnTo>
                    <a:pt x="354" y="114"/>
                  </a:lnTo>
                  <a:lnTo>
                    <a:pt x="354" y="114"/>
                  </a:lnTo>
                  <a:lnTo>
                    <a:pt x="356" y="112"/>
                  </a:lnTo>
                  <a:lnTo>
                    <a:pt x="358" y="112"/>
                  </a:lnTo>
                  <a:lnTo>
                    <a:pt x="360" y="108"/>
                  </a:lnTo>
                  <a:lnTo>
                    <a:pt x="360" y="107"/>
                  </a:lnTo>
                  <a:lnTo>
                    <a:pt x="364" y="101"/>
                  </a:lnTo>
                  <a:lnTo>
                    <a:pt x="366" y="95"/>
                  </a:lnTo>
                  <a:lnTo>
                    <a:pt x="366" y="95"/>
                  </a:lnTo>
                  <a:lnTo>
                    <a:pt x="366" y="93"/>
                  </a:lnTo>
                  <a:lnTo>
                    <a:pt x="368" y="88"/>
                  </a:lnTo>
                  <a:lnTo>
                    <a:pt x="368" y="86"/>
                  </a:lnTo>
                  <a:lnTo>
                    <a:pt x="370" y="84"/>
                  </a:lnTo>
                  <a:lnTo>
                    <a:pt x="370" y="82"/>
                  </a:lnTo>
                  <a:lnTo>
                    <a:pt x="370" y="80"/>
                  </a:lnTo>
                  <a:lnTo>
                    <a:pt x="372" y="74"/>
                  </a:lnTo>
                  <a:lnTo>
                    <a:pt x="373" y="67"/>
                  </a:lnTo>
                  <a:lnTo>
                    <a:pt x="373" y="55"/>
                  </a:lnTo>
                  <a:lnTo>
                    <a:pt x="375" y="50"/>
                  </a:lnTo>
                  <a:lnTo>
                    <a:pt x="375" y="46"/>
                  </a:lnTo>
                  <a:lnTo>
                    <a:pt x="375" y="44"/>
                  </a:lnTo>
                  <a:lnTo>
                    <a:pt x="377" y="42"/>
                  </a:lnTo>
                  <a:lnTo>
                    <a:pt x="377" y="42"/>
                  </a:lnTo>
                  <a:lnTo>
                    <a:pt x="377" y="38"/>
                  </a:lnTo>
                  <a:lnTo>
                    <a:pt x="377" y="38"/>
                  </a:lnTo>
                  <a:lnTo>
                    <a:pt x="377" y="36"/>
                  </a:lnTo>
                  <a:lnTo>
                    <a:pt x="379" y="34"/>
                  </a:lnTo>
                  <a:lnTo>
                    <a:pt x="379" y="32"/>
                  </a:lnTo>
                  <a:lnTo>
                    <a:pt x="379" y="31"/>
                  </a:lnTo>
                  <a:lnTo>
                    <a:pt x="377" y="31"/>
                  </a:lnTo>
                  <a:lnTo>
                    <a:pt x="377" y="31"/>
                  </a:lnTo>
                  <a:lnTo>
                    <a:pt x="377" y="31"/>
                  </a:lnTo>
                  <a:lnTo>
                    <a:pt x="379" y="29"/>
                  </a:lnTo>
                  <a:lnTo>
                    <a:pt x="379" y="29"/>
                  </a:lnTo>
                  <a:lnTo>
                    <a:pt x="379" y="29"/>
                  </a:lnTo>
                  <a:lnTo>
                    <a:pt x="379" y="27"/>
                  </a:lnTo>
                  <a:lnTo>
                    <a:pt x="381" y="21"/>
                  </a:lnTo>
                  <a:lnTo>
                    <a:pt x="381" y="19"/>
                  </a:lnTo>
                  <a:lnTo>
                    <a:pt x="381" y="1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15" name="Freeform 18">
              <a:extLst>
                <a:ext uri="{FF2B5EF4-FFF2-40B4-BE49-F238E27FC236}">
                  <a16:creationId xmlns:a16="http://schemas.microsoft.com/office/drawing/2014/main" id="{3EC887CC-A98E-FC34-5D2F-798BA0AE4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1013" y="2495550"/>
              <a:ext cx="130175" cy="166688"/>
            </a:xfrm>
            <a:custGeom>
              <a:avLst/>
              <a:gdLst>
                <a:gd name="T0" fmla="*/ 78 w 82"/>
                <a:gd name="T1" fmla="*/ 78 h 105"/>
                <a:gd name="T2" fmla="*/ 74 w 82"/>
                <a:gd name="T3" fmla="*/ 76 h 105"/>
                <a:gd name="T4" fmla="*/ 72 w 82"/>
                <a:gd name="T5" fmla="*/ 75 h 105"/>
                <a:gd name="T6" fmla="*/ 69 w 82"/>
                <a:gd name="T7" fmla="*/ 69 h 105"/>
                <a:gd name="T8" fmla="*/ 69 w 82"/>
                <a:gd name="T9" fmla="*/ 63 h 105"/>
                <a:gd name="T10" fmla="*/ 69 w 82"/>
                <a:gd name="T11" fmla="*/ 59 h 105"/>
                <a:gd name="T12" fmla="*/ 69 w 82"/>
                <a:gd name="T13" fmla="*/ 57 h 105"/>
                <a:gd name="T14" fmla="*/ 72 w 82"/>
                <a:gd name="T15" fmla="*/ 50 h 105"/>
                <a:gd name="T16" fmla="*/ 78 w 82"/>
                <a:gd name="T17" fmla="*/ 27 h 105"/>
                <a:gd name="T18" fmla="*/ 78 w 82"/>
                <a:gd name="T19" fmla="*/ 23 h 105"/>
                <a:gd name="T20" fmla="*/ 74 w 82"/>
                <a:gd name="T21" fmla="*/ 19 h 105"/>
                <a:gd name="T22" fmla="*/ 74 w 82"/>
                <a:gd name="T23" fmla="*/ 16 h 105"/>
                <a:gd name="T24" fmla="*/ 74 w 82"/>
                <a:gd name="T25" fmla="*/ 12 h 105"/>
                <a:gd name="T26" fmla="*/ 74 w 82"/>
                <a:gd name="T27" fmla="*/ 12 h 105"/>
                <a:gd name="T28" fmla="*/ 71 w 82"/>
                <a:gd name="T29" fmla="*/ 8 h 105"/>
                <a:gd name="T30" fmla="*/ 65 w 82"/>
                <a:gd name="T31" fmla="*/ 4 h 105"/>
                <a:gd name="T32" fmla="*/ 57 w 82"/>
                <a:gd name="T33" fmla="*/ 2 h 105"/>
                <a:gd name="T34" fmla="*/ 53 w 82"/>
                <a:gd name="T35" fmla="*/ 0 h 105"/>
                <a:gd name="T36" fmla="*/ 48 w 82"/>
                <a:gd name="T37" fmla="*/ 4 h 105"/>
                <a:gd name="T38" fmla="*/ 46 w 82"/>
                <a:gd name="T39" fmla="*/ 8 h 105"/>
                <a:gd name="T40" fmla="*/ 42 w 82"/>
                <a:gd name="T41" fmla="*/ 8 h 105"/>
                <a:gd name="T42" fmla="*/ 36 w 82"/>
                <a:gd name="T43" fmla="*/ 12 h 105"/>
                <a:gd name="T44" fmla="*/ 34 w 82"/>
                <a:gd name="T45" fmla="*/ 12 h 105"/>
                <a:gd name="T46" fmla="*/ 15 w 82"/>
                <a:gd name="T47" fmla="*/ 16 h 105"/>
                <a:gd name="T48" fmla="*/ 13 w 82"/>
                <a:gd name="T49" fmla="*/ 16 h 105"/>
                <a:gd name="T50" fmla="*/ 10 w 82"/>
                <a:gd name="T51" fmla="*/ 16 h 105"/>
                <a:gd name="T52" fmla="*/ 8 w 82"/>
                <a:gd name="T53" fmla="*/ 21 h 105"/>
                <a:gd name="T54" fmla="*/ 10 w 82"/>
                <a:gd name="T55" fmla="*/ 25 h 105"/>
                <a:gd name="T56" fmla="*/ 13 w 82"/>
                <a:gd name="T57" fmla="*/ 27 h 105"/>
                <a:gd name="T58" fmla="*/ 15 w 82"/>
                <a:gd name="T59" fmla="*/ 29 h 105"/>
                <a:gd name="T60" fmla="*/ 13 w 82"/>
                <a:gd name="T61" fmla="*/ 35 h 105"/>
                <a:gd name="T62" fmla="*/ 11 w 82"/>
                <a:gd name="T63" fmla="*/ 40 h 105"/>
                <a:gd name="T64" fmla="*/ 4 w 82"/>
                <a:gd name="T65" fmla="*/ 57 h 105"/>
                <a:gd name="T66" fmla="*/ 2 w 82"/>
                <a:gd name="T67" fmla="*/ 65 h 105"/>
                <a:gd name="T68" fmla="*/ 2 w 82"/>
                <a:gd name="T69" fmla="*/ 67 h 105"/>
                <a:gd name="T70" fmla="*/ 4 w 82"/>
                <a:gd name="T71" fmla="*/ 69 h 105"/>
                <a:gd name="T72" fmla="*/ 4 w 82"/>
                <a:gd name="T73" fmla="*/ 71 h 105"/>
                <a:gd name="T74" fmla="*/ 2 w 82"/>
                <a:gd name="T75" fmla="*/ 71 h 105"/>
                <a:gd name="T76" fmla="*/ 2 w 82"/>
                <a:gd name="T77" fmla="*/ 75 h 105"/>
                <a:gd name="T78" fmla="*/ 0 w 82"/>
                <a:gd name="T79" fmla="*/ 76 h 105"/>
                <a:gd name="T80" fmla="*/ 2 w 82"/>
                <a:gd name="T81" fmla="*/ 80 h 105"/>
                <a:gd name="T82" fmla="*/ 2 w 82"/>
                <a:gd name="T83" fmla="*/ 84 h 105"/>
                <a:gd name="T84" fmla="*/ 2 w 82"/>
                <a:gd name="T85" fmla="*/ 90 h 105"/>
                <a:gd name="T86" fmla="*/ 6 w 82"/>
                <a:gd name="T87" fmla="*/ 94 h 105"/>
                <a:gd name="T88" fmla="*/ 8 w 82"/>
                <a:gd name="T89" fmla="*/ 95 h 105"/>
                <a:gd name="T90" fmla="*/ 8 w 82"/>
                <a:gd name="T91" fmla="*/ 97 h 105"/>
                <a:gd name="T92" fmla="*/ 10 w 82"/>
                <a:gd name="T93" fmla="*/ 99 h 105"/>
                <a:gd name="T94" fmla="*/ 13 w 82"/>
                <a:gd name="T95" fmla="*/ 101 h 105"/>
                <a:gd name="T96" fmla="*/ 21 w 82"/>
                <a:gd name="T97" fmla="*/ 101 h 105"/>
                <a:gd name="T98" fmla="*/ 31 w 82"/>
                <a:gd name="T99" fmla="*/ 105 h 105"/>
                <a:gd name="T100" fmla="*/ 32 w 82"/>
                <a:gd name="T101" fmla="*/ 105 h 105"/>
                <a:gd name="T102" fmla="*/ 36 w 82"/>
                <a:gd name="T103" fmla="*/ 105 h 105"/>
                <a:gd name="T104" fmla="*/ 40 w 82"/>
                <a:gd name="T105" fmla="*/ 103 h 105"/>
                <a:gd name="T106" fmla="*/ 50 w 82"/>
                <a:gd name="T107" fmla="*/ 95 h 105"/>
                <a:gd name="T108" fmla="*/ 61 w 82"/>
                <a:gd name="T109" fmla="*/ 97 h 105"/>
                <a:gd name="T110" fmla="*/ 63 w 82"/>
                <a:gd name="T111" fmla="*/ 99 h 105"/>
                <a:gd name="T112" fmla="*/ 67 w 82"/>
                <a:gd name="T113" fmla="*/ 99 h 105"/>
                <a:gd name="T114" fmla="*/ 67 w 82"/>
                <a:gd name="T115" fmla="*/ 99 h 105"/>
                <a:gd name="T116" fmla="*/ 69 w 82"/>
                <a:gd name="T117" fmla="*/ 92 h 105"/>
                <a:gd name="T118" fmla="*/ 72 w 82"/>
                <a:gd name="T119" fmla="*/ 88 h 105"/>
                <a:gd name="T120" fmla="*/ 80 w 82"/>
                <a:gd name="T121" fmla="*/ 86 h 105"/>
                <a:gd name="T122" fmla="*/ 82 w 82"/>
                <a:gd name="T123" fmla="*/ 82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2" h="105">
                  <a:moveTo>
                    <a:pt x="80" y="80"/>
                  </a:moveTo>
                  <a:lnTo>
                    <a:pt x="78" y="78"/>
                  </a:lnTo>
                  <a:lnTo>
                    <a:pt x="76" y="76"/>
                  </a:lnTo>
                  <a:lnTo>
                    <a:pt x="74" y="76"/>
                  </a:lnTo>
                  <a:lnTo>
                    <a:pt x="74" y="75"/>
                  </a:lnTo>
                  <a:lnTo>
                    <a:pt x="72" y="75"/>
                  </a:lnTo>
                  <a:lnTo>
                    <a:pt x="71" y="73"/>
                  </a:lnTo>
                  <a:lnTo>
                    <a:pt x="69" y="69"/>
                  </a:lnTo>
                  <a:lnTo>
                    <a:pt x="69" y="67"/>
                  </a:lnTo>
                  <a:lnTo>
                    <a:pt x="69" y="63"/>
                  </a:lnTo>
                  <a:lnTo>
                    <a:pt x="69" y="61"/>
                  </a:lnTo>
                  <a:lnTo>
                    <a:pt x="69" y="59"/>
                  </a:lnTo>
                  <a:lnTo>
                    <a:pt x="69" y="57"/>
                  </a:lnTo>
                  <a:lnTo>
                    <a:pt x="69" y="57"/>
                  </a:lnTo>
                  <a:lnTo>
                    <a:pt x="71" y="54"/>
                  </a:lnTo>
                  <a:lnTo>
                    <a:pt x="72" y="50"/>
                  </a:lnTo>
                  <a:lnTo>
                    <a:pt x="74" y="46"/>
                  </a:lnTo>
                  <a:lnTo>
                    <a:pt x="78" y="27"/>
                  </a:lnTo>
                  <a:lnTo>
                    <a:pt x="78" y="25"/>
                  </a:lnTo>
                  <a:lnTo>
                    <a:pt x="78" y="23"/>
                  </a:lnTo>
                  <a:lnTo>
                    <a:pt x="76" y="21"/>
                  </a:lnTo>
                  <a:lnTo>
                    <a:pt x="74" y="19"/>
                  </a:lnTo>
                  <a:lnTo>
                    <a:pt x="74" y="18"/>
                  </a:lnTo>
                  <a:lnTo>
                    <a:pt x="74" y="16"/>
                  </a:lnTo>
                  <a:lnTo>
                    <a:pt x="74" y="14"/>
                  </a:lnTo>
                  <a:lnTo>
                    <a:pt x="74" y="12"/>
                  </a:lnTo>
                  <a:lnTo>
                    <a:pt x="74" y="12"/>
                  </a:lnTo>
                  <a:lnTo>
                    <a:pt x="74" y="12"/>
                  </a:lnTo>
                  <a:lnTo>
                    <a:pt x="74" y="10"/>
                  </a:lnTo>
                  <a:lnTo>
                    <a:pt x="71" y="8"/>
                  </a:lnTo>
                  <a:lnTo>
                    <a:pt x="67" y="4"/>
                  </a:lnTo>
                  <a:lnTo>
                    <a:pt x="65" y="4"/>
                  </a:lnTo>
                  <a:lnTo>
                    <a:pt x="59" y="4"/>
                  </a:lnTo>
                  <a:lnTo>
                    <a:pt x="57" y="2"/>
                  </a:lnTo>
                  <a:lnTo>
                    <a:pt x="55" y="0"/>
                  </a:lnTo>
                  <a:lnTo>
                    <a:pt x="53" y="0"/>
                  </a:lnTo>
                  <a:lnTo>
                    <a:pt x="50" y="2"/>
                  </a:lnTo>
                  <a:lnTo>
                    <a:pt x="48" y="4"/>
                  </a:lnTo>
                  <a:lnTo>
                    <a:pt x="48" y="6"/>
                  </a:lnTo>
                  <a:lnTo>
                    <a:pt x="46" y="8"/>
                  </a:lnTo>
                  <a:lnTo>
                    <a:pt x="44" y="6"/>
                  </a:lnTo>
                  <a:lnTo>
                    <a:pt x="42" y="8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4" y="12"/>
                  </a:lnTo>
                  <a:lnTo>
                    <a:pt x="17" y="16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13" y="16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10" y="18"/>
                  </a:lnTo>
                  <a:lnTo>
                    <a:pt x="8" y="21"/>
                  </a:lnTo>
                  <a:lnTo>
                    <a:pt x="10" y="23"/>
                  </a:lnTo>
                  <a:lnTo>
                    <a:pt x="10" y="25"/>
                  </a:lnTo>
                  <a:lnTo>
                    <a:pt x="13" y="25"/>
                  </a:lnTo>
                  <a:lnTo>
                    <a:pt x="13" y="27"/>
                  </a:lnTo>
                  <a:lnTo>
                    <a:pt x="15" y="27"/>
                  </a:lnTo>
                  <a:lnTo>
                    <a:pt x="15" y="29"/>
                  </a:lnTo>
                  <a:lnTo>
                    <a:pt x="13" y="31"/>
                  </a:lnTo>
                  <a:lnTo>
                    <a:pt x="13" y="35"/>
                  </a:lnTo>
                  <a:lnTo>
                    <a:pt x="13" y="37"/>
                  </a:lnTo>
                  <a:lnTo>
                    <a:pt x="11" y="40"/>
                  </a:lnTo>
                  <a:lnTo>
                    <a:pt x="10" y="48"/>
                  </a:lnTo>
                  <a:lnTo>
                    <a:pt x="4" y="57"/>
                  </a:lnTo>
                  <a:lnTo>
                    <a:pt x="2" y="63"/>
                  </a:lnTo>
                  <a:lnTo>
                    <a:pt x="2" y="65"/>
                  </a:lnTo>
                  <a:lnTo>
                    <a:pt x="2" y="65"/>
                  </a:lnTo>
                  <a:lnTo>
                    <a:pt x="2" y="67"/>
                  </a:lnTo>
                  <a:lnTo>
                    <a:pt x="2" y="67"/>
                  </a:lnTo>
                  <a:lnTo>
                    <a:pt x="4" y="69"/>
                  </a:lnTo>
                  <a:lnTo>
                    <a:pt x="4" y="69"/>
                  </a:lnTo>
                  <a:lnTo>
                    <a:pt x="4" y="71"/>
                  </a:lnTo>
                  <a:lnTo>
                    <a:pt x="2" y="71"/>
                  </a:lnTo>
                  <a:lnTo>
                    <a:pt x="2" y="71"/>
                  </a:lnTo>
                  <a:lnTo>
                    <a:pt x="2" y="73"/>
                  </a:lnTo>
                  <a:lnTo>
                    <a:pt x="2" y="75"/>
                  </a:lnTo>
                  <a:lnTo>
                    <a:pt x="0" y="75"/>
                  </a:lnTo>
                  <a:lnTo>
                    <a:pt x="0" y="76"/>
                  </a:lnTo>
                  <a:lnTo>
                    <a:pt x="2" y="78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2" y="84"/>
                  </a:lnTo>
                  <a:lnTo>
                    <a:pt x="0" y="88"/>
                  </a:lnTo>
                  <a:lnTo>
                    <a:pt x="2" y="90"/>
                  </a:lnTo>
                  <a:lnTo>
                    <a:pt x="2" y="92"/>
                  </a:lnTo>
                  <a:lnTo>
                    <a:pt x="6" y="94"/>
                  </a:lnTo>
                  <a:lnTo>
                    <a:pt x="6" y="94"/>
                  </a:lnTo>
                  <a:lnTo>
                    <a:pt x="8" y="95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8" y="99"/>
                  </a:lnTo>
                  <a:lnTo>
                    <a:pt x="10" y="99"/>
                  </a:lnTo>
                  <a:lnTo>
                    <a:pt x="10" y="101"/>
                  </a:lnTo>
                  <a:lnTo>
                    <a:pt x="13" y="101"/>
                  </a:lnTo>
                  <a:lnTo>
                    <a:pt x="17" y="99"/>
                  </a:lnTo>
                  <a:lnTo>
                    <a:pt x="21" y="101"/>
                  </a:lnTo>
                  <a:lnTo>
                    <a:pt x="31" y="105"/>
                  </a:lnTo>
                  <a:lnTo>
                    <a:pt x="31" y="105"/>
                  </a:lnTo>
                  <a:lnTo>
                    <a:pt x="32" y="105"/>
                  </a:lnTo>
                  <a:lnTo>
                    <a:pt x="32" y="105"/>
                  </a:lnTo>
                  <a:lnTo>
                    <a:pt x="34" y="105"/>
                  </a:lnTo>
                  <a:lnTo>
                    <a:pt x="36" y="105"/>
                  </a:lnTo>
                  <a:lnTo>
                    <a:pt x="38" y="105"/>
                  </a:lnTo>
                  <a:lnTo>
                    <a:pt x="40" y="103"/>
                  </a:lnTo>
                  <a:lnTo>
                    <a:pt x="48" y="95"/>
                  </a:lnTo>
                  <a:lnTo>
                    <a:pt x="50" y="95"/>
                  </a:lnTo>
                  <a:lnTo>
                    <a:pt x="55" y="97"/>
                  </a:lnTo>
                  <a:lnTo>
                    <a:pt x="61" y="97"/>
                  </a:lnTo>
                  <a:lnTo>
                    <a:pt x="61" y="97"/>
                  </a:lnTo>
                  <a:lnTo>
                    <a:pt x="63" y="99"/>
                  </a:lnTo>
                  <a:lnTo>
                    <a:pt x="67" y="99"/>
                  </a:lnTo>
                  <a:lnTo>
                    <a:pt x="67" y="99"/>
                  </a:lnTo>
                  <a:lnTo>
                    <a:pt x="67" y="99"/>
                  </a:lnTo>
                  <a:lnTo>
                    <a:pt x="67" y="99"/>
                  </a:lnTo>
                  <a:lnTo>
                    <a:pt x="67" y="95"/>
                  </a:lnTo>
                  <a:lnTo>
                    <a:pt x="69" y="92"/>
                  </a:lnTo>
                  <a:lnTo>
                    <a:pt x="71" y="90"/>
                  </a:lnTo>
                  <a:lnTo>
                    <a:pt x="72" y="88"/>
                  </a:lnTo>
                  <a:lnTo>
                    <a:pt x="78" y="86"/>
                  </a:lnTo>
                  <a:lnTo>
                    <a:pt x="80" y="86"/>
                  </a:lnTo>
                  <a:lnTo>
                    <a:pt x="82" y="84"/>
                  </a:lnTo>
                  <a:lnTo>
                    <a:pt x="82" y="82"/>
                  </a:lnTo>
                  <a:lnTo>
                    <a:pt x="80" y="8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16" name="Freeform 19">
              <a:extLst>
                <a:ext uri="{FF2B5EF4-FFF2-40B4-BE49-F238E27FC236}">
                  <a16:creationId xmlns:a16="http://schemas.microsoft.com/office/drawing/2014/main" id="{8DE044A9-8B79-A80C-DA42-E5C095C6B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1013" y="2495550"/>
              <a:ext cx="130175" cy="166688"/>
            </a:xfrm>
            <a:custGeom>
              <a:avLst/>
              <a:gdLst>
                <a:gd name="T0" fmla="*/ 78 w 82"/>
                <a:gd name="T1" fmla="*/ 78 h 105"/>
                <a:gd name="T2" fmla="*/ 74 w 82"/>
                <a:gd name="T3" fmla="*/ 76 h 105"/>
                <a:gd name="T4" fmla="*/ 72 w 82"/>
                <a:gd name="T5" fmla="*/ 75 h 105"/>
                <a:gd name="T6" fmla="*/ 69 w 82"/>
                <a:gd name="T7" fmla="*/ 69 h 105"/>
                <a:gd name="T8" fmla="*/ 69 w 82"/>
                <a:gd name="T9" fmla="*/ 63 h 105"/>
                <a:gd name="T10" fmla="*/ 69 w 82"/>
                <a:gd name="T11" fmla="*/ 59 h 105"/>
                <a:gd name="T12" fmla="*/ 69 w 82"/>
                <a:gd name="T13" fmla="*/ 57 h 105"/>
                <a:gd name="T14" fmla="*/ 72 w 82"/>
                <a:gd name="T15" fmla="*/ 50 h 105"/>
                <a:gd name="T16" fmla="*/ 78 w 82"/>
                <a:gd name="T17" fmla="*/ 27 h 105"/>
                <a:gd name="T18" fmla="*/ 78 w 82"/>
                <a:gd name="T19" fmla="*/ 23 h 105"/>
                <a:gd name="T20" fmla="*/ 74 w 82"/>
                <a:gd name="T21" fmla="*/ 19 h 105"/>
                <a:gd name="T22" fmla="*/ 74 w 82"/>
                <a:gd name="T23" fmla="*/ 16 h 105"/>
                <a:gd name="T24" fmla="*/ 74 w 82"/>
                <a:gd name="T25" fmla="*/ 12 h 105"/>
                <a:gd name="T26" fmla="*/ 74 w 82"/>
                <a:gd name="T27" fmla="*/ 12 h 105"/>
                <a:gd name="T28" fmla="*/ 71 w 82"/>
                <a:gd name="T29" fmla="*/ 8 h 105"/>
                <a:gd name="T30" fmla="*/ 65 w 82"/>
                <a:gd name="T31" fmla="*/ 4 h 105"/>
                <a:gd name="T32" fmla="*/ 57 w 82"/>
                <a:gd name="T33" fmla="*/ 2 h 105"/>
                <a:gd name="T34" fmla="*/ 53 w 82"/>
                <a:gd name="T35" fmla="*/ 0 h 105"/>
                <a:gd name="T36" fmla="*/ 48 w 82"/>
                <a:gd name="T37" fmla="*/ 4 h 105"/>
                <a:gd name="T38" fmla="*/ 46 w 82"/>
                <a:gd name="T39" fmla="*/ 8 h 105"/>
                <a:gd name="T40" fmla="*/ 42 w 82"/>
                <a:gd name="T41" fmla="*/ 8 h 105"/>
                <a:gd name="T42" fmla="*/ 36 w 82"/>
                <a:gd name="T43" fmla="*/ 12 h 105"/>
                <a:gd name="T44" fmla="*/ 34 w 82"/>
                <a:gd name="T45" fmla="*/ 12 h 105"/>
                <a:gd name="T46" fmla="*/ 15 w 82"/>
                <a:gd name="T47" fmla="*/ 16 h 105"/>
                <a:gd name="T48" fmla="*/ 13 w 82"/>
                <a:gd name="T49" fmla="*/ 16 h 105"/>
                <a:gd name="T50" fmla="*/ 10 w 82"/>
                <a:gd name="T51" fmla="*/ 16 h 105"/>
                <a:gd name="T52" fmla="*/ 8 w 82"/>
                <a:gd name="T53" fmla="*/ 21 h 105"/>
                <a:gd name="T54" fmla="*/ 10 w 82"/>
                <a:gd name="T55" fmla="*/ 25 h 105"/>
                <a:gd name="T56" fmla="*/ 13 w 82"/>
                <a:gd name="T57" fmla="*/ 27 h 105"/>
                <a:gd name="T58" fmla="*/ 15 w 82"/>
                <a:gd name="T59" fmla="*/ 29 h 105"/>
                <a:gd name="T60" fmla="*/ 13 w 82"/>
                <a:gd name="T61" fmla="*/ 35 h 105"/>
                <a:gd name="T62" fmla="*/ 11 w 82"/>
                <a:gd name="T63" fmla="*/ 40 h 105"/>
                <a:gd name="T64" fmla="*/ 4 w 82"/>
                <a:gd name="T65" fmla="*/ 57 h 105"/>
                <a:gd name="T66" fmla="*/ 2 w 82"/>
                <a:gd name="T67" fmla="*/ 65 h 105"/>
                <a:gd name="T68" fmla="*/ 2 w 82"/>
                <a:gd name="T69" fmla="*/ 67 h 105"/>
                <a:gd name="T70" fmla="*/ 4 w 82"/>
                <a:gd name="T71" fmla="*/ 69 h 105"/>
                <a:gd name="T72" fmla="*/ 4 w 82"/>
                <a:gd name="T73" fmla="*/ 71 h 105"/>
                <a:gd name="T74" fmla="*/ 2 w 82"/>
                <a:gd name="T75" fmla="*/ 71 h 105"/>
                <a:gd name="T76" fmla="*/ 2 w 82"/>
                <a:gd name="T77" fmla="*/ 75 h 105"/>
                <a:gd name="T78" fmla="*/ 0 w 82"/>
                <a:gd name="T79" fmla="*/ 76 h 105"/>
                <a:gd name="T80" fmla="*/ 2 w 82"/>
                <a:gd name="T81" fmla="*/ 80 h 105"/>
                <a:gd name="T82" fmla="*/ 2 w 82"/>
                <a:gd name="T83" fmla="*/ 84 h 105"/>
                <a:gd name="T84" fmla="*/ 2 w 82"/>
                <a:gd name="T85" fmla="*/ 90 h 105"/>
                <a:gd name="T86" fmla="*/ 6 w 82"/>
                <a:gd name="T87" fmla="*/ 94 h 105"/>
                <a:gd name="T88" fmla="*/ 8 w 82"/>
                <a:gd name="T89" fmla="*/ 95 h 105"/>
                <a:gd name="T90" fmla="*/ 8 w 82"/>
                <a:gd name="T91" fmla="*/ 97 h 105"/>
                <a:gd name="T92" fmla="*/ 10 w 82"/>
                <a:gd name="T93" fmla="*/ 99 h 105"/>
                <a:gd name="T94" fmla="*/ 13 w 82"/>
                <a:gd name="T95" fmla="*/ 101 h 105"/>
                <a:gd name="T96" fmla="*/ 21 w 82"/>
                <a:gd name="T97" fmla="*/ 101 h 105"/>
                <a:gd name="T98" fmla="*/ 31 w 82"/>
                <a:gd name="T99" fmla="*/ 105 h 105"/>
                <a:gd name="T100" fmla="*/ 32 w 82"/>
                <a:gd name="T101" fmla="*/ 105 h 105"/>
                <a:gd name="T102" fmla="*/ 36 w 82"/>
                <a:gd name="T103" fmla="*/ 105 h 105"/>
                <a:gd name="T104" fmla="*/ 40 w 82"/>
                <a:gd name="T105" fmla="*/ 103 h 105"/>
                <a:gd name="T106" fmla="*/ 50 w 82"/>
                <a:gd name="T107" fmla="*/ 95 h 105"/>
                <a:gd name="T108" fmla="*/ 61 w 82"/>
                <a:gd name="T109" fmla="*/ 97 h 105"/>
                <a:gd name="T110" fmla="*/ 63 w 82"/>
                <a:gd name="T111" fmla="*/ 99 h 105"/>
                <a:gd name="T112" fmla="*/ 67 w 82"/>
                <a:gd name="T113" fmla="*/ 99 h 105"/>
                <a:gd name="T114" fmla="*/ 67 w 82"/>
                <a:gd name="T115" fmla="*/ 99 h 105"/>
                <a:gd name="T116" fmla="*/ 69 w 82"/>
                <a:gd name="T117" fmla="*/ 92 h 105"/>
                <a:gd name="T118" fmla="*/ 72 w 82"/>
                <a:gd name="T119" fmla="*/ 88 h 105"/>
                <a:gd name="T120" fmla="*/ 80 w 82"/>
                <a:gd name="T121" fmla="*/ 86 h 105"/>
                <a:gd name="T122" fmla="*/ 82 w 82"/>
                <a:gd name="T123" fmla="*/ 82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2" h="105">
                  <a:moveTo>
                    <a:pt x="80" y="80"/>
                  </a:moveTo>
                  <a:lnTo>
                    <a:pt x="78" y="78"/>
                  </a:lnTo>
                  <a:lnTo>
                    <a:pt x="76" y="76"/>
                  </a:lnTo>
                  <a:lnTo>
                    <a:pt x="74" y="76"/>
                  </a:lnTo>
                  <a:lnTo>
                    <a:pt x="74" y="75"/>
                  </a:lnTo>
                  <a:lnTo>
                    <a:pt x="72" y="75"/>
                  </a:lnTo>
                  <a:lnTo>
                    <a:pt x="71" y="73"/>
                  </a:lnTo>
                  <a:lnTo>
                    <a:pt x="69" y="69"/>
                  </a:lnTo>
                  <a:lnTo>
                    <a:pt x="69" y="67"/>
                  </a:lnTo>
                  <a:lnTo>
                    <a:pt x="69" y="63"/>
                  </a:lnTo>
                  <a:lnTo>
                    <a:pt x="69" y="61"/>
                  </a:lnTo>
                  <a:lnTo>
                    <a:pt x="69" y="59"/>
                  </a:lnTo>
                  <a:lnTo>
                    <a:pt x="69" y="57"/>
                  </a:lnTo>
                  <a:lnTo>
                    <a:pt x="69" y="57"/>
                  </a:lnTo>
                  <a:lnTo>
                    <a:pt x="71" y="54"/>
                  </a:lnTo>
                  <a:lnTo>
                    <a:pt x="72" y="50"/>
                  </a:lnTo>
                  <a:lnTo>
                    <a:pt x="74" y="46"/>
                  </a:lnTo>
                  <a:lnTo>
                    <a:pt x="78" y="27"/>
                  </a:lnTo>
                  <a:lnTo>
                    <a:pt x="78" y="25"/>
                  </a:lnTo>
                  <a:lnTo>
                    <a:pt x="78" y="23"/>
                  </a:lnTo>
                  <a:lnTo>
                    <a:pt x="76" y="21"/>
                  </a:lnTo>
                  <a:lnTo>
                    <a:pt x="74" y="19"/>
                  </a:lnTo>
                  <a:lnTo>
                    <a:pt x="74" y="18"/>
                  </a:lnTo>
                  <a:lnTo>
                    <a:pt x="74" y="16"/>
                  </a:lnTo>
                  <a:lnTo>
                    <a:pt x="74" y="14"/>
                  </a:lnTo>
                  <a:lnTo>
                    <a:pt x="74" y="12"/>
                  </a:lnTo>
                  <a:lnTo>
                    <a:pt x="74" y="12"/>
                  </a:lnTo>
                  <a:lnTo>
                    <a:pt x="74" y="12"/>
                  </a:lnTo>
                  <a:lnTo>
                    <a:pt x="74" y="10"/>
                  </a:lnTo>
                  <a:lnTo>
                    <a:pt x="71" y="8"/>
                  </a:lnTo>
                  <a:lnTo>
                    <a:pt x="67" y="4"/>
                  </a:lnTo>
                  <a:lnTo>
                    <a:pt x="65" y="4"/>
                  </a:lnTo>
                  <a:lnTo>
                    <a:pt x="59" y="4"/>
                  </a:lnTo>
                  <a:lnTo>
                    <a:pt x="57" y="2"/>
                  </a:lnTo>
                  <a:lnTo>
                    <a:pt x="55" y="0"/>
                  </a:lnTo>
                  <a:lnTo>
                    <a:pt x="53" y="0"/>
                  </a:lnTo>
                  <a:lnTo>
                    <a:pt x="50" y="2"/>
                  </a:lnTo>
                  <a:lnTo>
                    <a:pt x="48" y="4"/>
                  </a:lnTo>
                  <a:lnTo>
                    <a:pt x="48" y="6"/>
                  </a:lnTo>
                  <a:lnTo>
                    <a:pt x="46" y="8"/>
                  </a:lnTo>
                  <a:lnTo>
                    <a:pt x="44" y="6"/>
                  </a:lnTo>
                  <a:lnTo>
                    <a:pt x="42" y="8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4" y="12"/>
                  </a:lnTo>
                  <a:lnTo>
                    <a:pt x="17" y="16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13" y="16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10" y="18"/>
                  </a:lnTo>
                  <a:lnTo>
                    <a:pt x="8" y="21"/>
                  </a:lnTo>
                  <a:lnTo>
                    <a:pt x="10" y="23"/>
                  </a:lnTo>
                  <a:lnTo>
                    <a:pt x="10" y="25"/>
                  </a:lnTo>
                  <a:lnTo>
                    <a:pt x="13" y="25"/>
                  </a:lnTo>
                  <a:lnTo>
                    <a:pt x="13" y="27"/>
                  </a:lnTo>
                  <a:lnTo>
                    <a:pt x="15" y="27"/>
                  </a:lnTo>
                  <a:lnTo>
                    <a:pt x="15" y="29"/>
                  </a:lnTo>
                  <a:lnTo>
                    <a:pt x="13" y="31"/>
                  </a:lnTo>
                  <a:lnTo>
                    <a:pt x="13" y="35"/>
                  </a:lnTo>
                  <a:lnTo>
                    <a:pt x="13" y="37"/>
                  </a:lnTo>
                  <a:lnTo>
                    <a:pt x="11" y="40"/>
                  </a:lnTo>
                  <a:lnTo>
                    <a:pt x="10" y="48"/>
                  </a:lnTo>
                  <a:lnTo>
                    <a:pt x="4" y="57"/>
                  </a:lnTo>
                  <a:lnTo>
                    <a:pt x="2" y="63"/>
                  </a:lnTo>
                  <a:lnTo>
                    <a:pt x="2" y="65"/>
                  </a:lnTo>
                  <a:lnTo>
                    <a:pt x="2" y="65"/>
                  </a:lnTo>
                  <a:lnTo>
                    <a:pt x="2" y="67"/>
                  </a:lnTo>
                  <a:lnTo>
                    <a:pt x="2" y="67"/>
                  </a:lnTo>
                  <a:lnTo>
                    <a:pt x="4" y="69"/>
                  </a:lnTo>
                  <a:lnTo>
                    <a:pt x="4" y="69"/>
                  </a:lnTo>
                  <a:lnTo>
                    <a:pt x="4" y="71"/>
                  </a:lnTo>
                  <a:lnTo>
                    <a:pt x="2" y="71"/>
                  </a:lnTo>
                  <a:lnTo>
                    <a:pt x="2" y="71"/>
                  </a:lnTo>
                  <a:lnTo>
                    <a:pt x="2" y="73"/>
                  </a:lnTo>
                  <a:lnTo>
                    <a:pt x="2" y="75"/>
                  </a:lnTo>
                  <a:lnTo>
                    <a:pt x="0" y="75"/>
                  </a:lnTo>
                  <a:lnTo>
                    <a:pt x="0" y="76"/>
                  </a:lnTo>
                  <a:lnTo>
                    <a:pt x="2" y="78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2" y="84"/>
                  </a:lnTo>
                  <a:lnTo>
                    <a:pt x="0" y="88"/>
                  </a:lnTo>
                  <a:lnTo>
                    <a:pt x="2" y="90"/>
                  </a:lnTo>
                  <a:lnTo>
                    <a:pt x="2" y="92"/>
                  </a:lnTo>
                  <a:lnTo>
                    <a:pt x="6" y="94"/>
                  </a:lnTo>
                  <a:lnTo>
                    <a:pt x="6" y="94"/>
                  </a:lnTo>
                  <a:lnTo>
                    <a:pt x="8" y="95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8" y="99"/>
                  </a:lnTo>
                  <a:lnTo>
                    <a:pt x="10" y="99"/>
                  </a:lnTo>
                  <a:lnTo>
                    <a:pt x="10" y="101"/>
                  </a:lnTo>
                  <a:lnTo>
                    <a:pt x="13" y="101"/>
                  </a:lnTo>
                  <a:lnTo>
                    <a:pt x="17" y="99"/>
                  </a:lnTo>
                  <a:lnTo>
                    <a:pt x="21" y="101"/>
                  </a:lnTo>
                  <a:lnTo>
                    <a:pt x="31" y="105"/>
                  </a:lnTo>
                  <a:lnTo>
                    <a:pt x="31" y="105"/>
                  </a:lnTo>
                  <a:lnTo>
                    <a:pt x="32" y="105"/>
                  </a:lnTo>
                  <a:lnTo>
                    <a:pt x="32" y="105"/>
                  </a:lnTo>
                  <a:lnTo>
                    <a:pt x="34" y="105"/>
                  </a:lnTo>
                  <a:lnTo>
                    <a:pt x="36" y="105"/>
                  </a:lnTo>
                  <a:lnTo>
                    <a:pt x="38" y="105"/>
                  </a:lnTo>
                  <a:lnTo>
                    <a:pt x="40" y="103"/>
                  </a:lnTo>
                  <a:lnTo>
                    <a:pt x="48" y="95"/>
                  </a:lnTo>
                  <a:lnTo>
                    <a:pt x="50" y="95"/>
                  </a:lnTo>
                  <a:lnTo>
                    <a:pt x="55" y="97"/>
                  </a:lnTo>
                  <a:lnTo>
                    <a:pt x="61" y="97"/>
                  </a:lnTo>
                  <a:lnTo>
                    <a:pt x="61" y="97"/>
                  </a:lnTo>
                  <a:lnTo>
                    <a:pt x="63" y="99"/>
                  </a:lnTo>
                  <a:lnTo>
                    <a:pt x="67" y="99"/>
                  </a:lnTo>
                  <a:lnTo>
                    <a:pt x="67" y="99"/>
                  </a:lnTo>
                  <a:lnTo>
                    <a:pt x="67" y="99"/>
                  </a:lnTo>
                  <a:lnTo>
                    <a:pt x="67" y="99"/>
                  </a:lnTo>
                  <a:lnTo>
                    <a:pt x="67" y="95"/>
                  </a:lnTo>
                  <a:lnTo>
                    <a:pt x="69" y="92"/>
                  </a:lnTo>
                  <a:lnTo>
                    <a:pt x="71" y="90"/>
                  </a:lnTo>
                  <a:lnTo>
                    <a:pt x="72" y="88"/>
                  </a:lnTo>
                  <a:lnTo>
                    <a:pt x="78" y="86"/>
                  </a:lnTo>
                  <a:lnTo>
                    <a:pt x="80" y="86"/>
                  </a:lnTo>
                  <a:lnTo>
                    <a:pt x="82" y="84"/>
                  </a:lnTo>
                  <a:lnTo>
                    <a:pt x="82" y="82"/>
                  </a:lnTo>
                  <a:lnTo>
                    <a:pt x="80" y="8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17" name="Freeform 20">
              <a:extLst>
                <a:ext uri="{FF2B5EF4-FFF2-40B4-BE49-F238E27FC236}">
                  <a16:creationId xmlns:a16="http://schemas.microsoft.com/office/drawing/2014/main" id="{07DB059E-C503-AA3B-A95D-D89784B93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800" y="2143125"/>
              <a:ext cx="1285875" cy="1174750"/>
            </a:xfrm>
            <a:custGeom>
              <a:avLst/>
              <a:gdLst>
                <a:gd name="T0" fmla="*/ 787 w 810"/>
                <a:gd name="T1" fmla="*/ 348 h 740"/>
                <a:gd name="T2" fmla="*/ 732 w 810"/>
                <a:gd name="T3" fmla="*/ 359 h 740"/>
                <a:gd name="T4" fmla="*/ 753 w 810"/>
                <a:gd name="T5" fmla="*/ 333 h 740"/>
                <a:gd name="T6" fmla="*/ 753 w 810"/>
                <a:gd name="T7" fmla="*/ 312 h 740"/>
                <a:gd name="T8" fmla="*/ 726 w 810"/>
                <a:gd name="T9" fmla="*/ 274 h 740"/>
                <a:gd name="T10" fmla="*/ 711 w 810"/>
                <a:gd name="T11" fmla="*/ 253 h 740"/>
                <a:gd name="T12" fmla="*/ 688 w 810"/>
                <a:gd name="T13" fmla="*/ 264 h 740"/>
                <a:gd name="T14" fmla="*/ 690 w 810"/>
                <a:gd name="T15" fmla="*/ 217 h 740"/>
                <a:gd name="T16" fmla="*/ 663 w 810"/>
                <a:gd name="T17" fmla="*/ 230 h 740"/>
                <a:gd name="T18" fmla="*/ 644 w 810"/>
                <a:gd name="T19" fmla="*/ 220 h 740"/>
                <a:gd name="T20" fmla="*/ 634 w 810"/>
                <a:gd name="T21" fmla="*/ 219 h 740"/>
                <a:gd name="T22" fmla="*/ 617 w 810"/>
                <a:gd name="T23" fmla="*/ 230 h 740"/>
                <a:gd name="T24" fmla="*/ 598 w 810"/>
                <a:gd name="T25" fmla="*/ 238 h 740"/>
                <a:gd name="T26" fmla="*/ 596 w 810"/>
                <a:gd name="T27" fmla="*/ 220 h 740"/>
                <a:gd name="T28" fmla="*/ 583 w 810"/>
                <a:gd name="T29" fmla="*/ 188 h 740"/>
                <a:gd name="T30" fmla="*/ 558 w 810"/>
                <a:gd name="T31" fmla="*/ 131 h 740"/>
                <a:gd name="T32" fmla="*/ 547 w 810"/>
                <a:gd name="T33" fmla="*/ 101 h 740"/>
                <a:gd name="T34" fmla="*/ 522 w 810"/>
                <a:gd name="T35" fmla="*/ 103 h 740"/>
                <a:gd name="T36" fmla="*/ 493 w 810"/>
                <a:gd name="T37" fmla="*/ 85 h 740"/>
                <a:gd name="T38" fmla="*/ 469 w 810"/>
                <a:gd name="T39" fmla="*/ 78 h 740"/>
                <a:gd name="T40" fmla="*/ 465 w 810"/>
                <a:gd name="T41" fmla="*/ 49 h 740"/>
                <a:gd name="T42" fmla="*/ 415 w 810"/>
                <a:gd name="T43" fmla="*/ 7 h 740"/>
                <a:gd name="T44" fmla="*/ 248 w 810"/>
                <a:gd name="T45" fmla="*/ 196 h 740"/>
                <a:gd name="T46" fmla="*/ 91 w 810"/>
                <a:gd name="T47" fmla="*/ 228 h 740"/>
                <a:gd name="T48" fmla="*/ 63 w 810"/>
                <a:gd name="T49" fmla="*/ 390 h 740"/>
                <a:gd name="T50" fmla="*/ 108 w 810"/>
                <a:gd name="T51" fmla="*/ 487 h 740"/>
                <a:gd name="T52" fmla="*/ 181 w 810"/>
                <a:gd name="T53" fmla="*/ 574 h 740"/>
                <a:gd name="T54" fmla="*/ 229 w 810"/>
                <a:gd name="T55" fmla="*/ 576 h 740"/>
                <a:gd name="T56" fmla="*/ 263 w 810"/>
                <a:gd name="T57" fmla="*/ 586 h 740"/>
                <a:gd name="T58" fmla="*/ 280 w 810"/>
                <a:gd name="T59" fmla="*/ 591 h 740"/>
                <a:gd name="T60" fmla="*/ 322 w 810"/>
                <a:gd name="T61" fmla="*/ 601 h 740"/>
                <a:gd name="T62" fmla="*/ 343 w 810"/>
                <a:gd name="T63" fmla="*/ 605 h 740"/>
                <a:gd name="T64" fmla="*/ 341 w 810"/>
                <a:gd name="T65" fmla="*/ 633 h 740"/>
                <a:gd name="T66" fmla="*/ 360 w 810"/>
                <a:gd name="T67" fmla="*/ 656 h 740"/>
                <a:gd name="T68" fmla="*/ 379 w 810"/>
                <a:gd name="T69" fmla="*/ 679 h 740"/>
                <a:gd name="T70" fmla="*/ 413 w 810"/>
                <a:gd name="T71" fmla="*/ 707 h 740"/>
                <a:gd name="T72" fmla="*/ 451 w 810"/>
                <a:gd name="T73" fmla="*/ 738 h 740"/>
                <a:gd name="T74" fmla="*/ 471 w 810"/>
                <a:gd name="T75" fmla="*/ 707 h 740"/>
                <a:gd name="T76" fmla="*/ 507 w 810"/>
                <a:gd name="T77" fmla="*/ 639 h 740"/>
                <a:gd name="T78" fmla="*/ 495 w 810"/>
                <a:gd name="T79" fmla="*/ 595 h 740"/>
                <a:gd name="T80" fmla="*/ 507 w 810"/>
                <a:gd name="T81" fmla="*/ 574 h 740"/>
                <a:gd name="T82" fmla="*/ 501 w 810"/>
                <a:gd name="T83" fmla="*/ 551 h 740"/>
                <a:gd name="T84" fmla="*/ 524 w 810"/>
                <a:gd name="T85" fmla="*/ 538 h 740"/>
                <a:gd name="T86" fmla="*/ 537 w 810"/>
                <a:gd name="T87" fmla="*/ 553 h 740"/>
                <a:gd name="T88" fmla="*/ 528 w 810"/>
                <a:gd name="T89" fmla="*/ 563 h 740"/>
                <a:gd name="T90" fmla="*/ 591 w 810"/>
                <a:gd name="T91" fmla="*/ 591 h 740"/>
                <a:gd name="T92" fmla="*/ 581 w 810"/>
                <a:gd name="T93" fmla="*/ 629 h 740"/>
                <a:gd name="T94" fmla="*/ 556 w 810"/>
                <a:gd name="T95" fmla="*/ 648 h 740"/>
                <a:gd name="T96" fmla="*/ 585 w 810"/>
                <a:gd name="T97" fmla="*/ 654 h 740"/>
                <a:gd name="T98" fmla="*/ 619 w 810"/>
                <a:gd name="T99" fmla="*/ 607 h 740"/>
                <a:gd name="T100" fmla="*/ 659 w 810"/>
                <a:gd name="T101" fmla="*/ 612 h 740"/>
                <a:gd name="T102" fmla="*/ 678 w 810"/>
                <a:gd name="T103" fmla="*/ 607 h 740"/>
                <a:gd name="T104" fmla="*/ 688 w 810"/>
                <a:gd name="T105" fmla="*/ 593 h 740"/>
                <a:gd name="T106" fmla="*/ 684 w 810"/>
                <a:gd name="T107" fmla="*/ 553 h 740"/>
                <a:gd name="T108" fmla="*/ 728 w 810"/>
                <a:gd name="T109" fmla="*/ 529 h 740"/>
                <a:gd name="T110" fmla="*/ 728 w 810"/>
                <a:gd name="T111" fmla="*/ 500 h 740"/>
                <a:gd name="T112" fmla="*/ 688 w 810"/>
                <a:gd name="T113" fmla="*/ 510 h 740"/>
                <a:gd name="T114" fmla="*/ 646 w 810"/>
                <a:gd name="T115" fmla="*/ 468 h 740"/>
                <a:gd name="T116" fmla="*/ 676 w 810"/>
                <a:gd name="T117" fmla="*/ 439 h 740"/>
                <a:gd name="T118" fmla="*/ 720 w 810"/>
                <a:gd name="T119" fmla="*/ 409 h 740"/>
                <a:gd name="T120" fmla="*/ 770 w 810"/>
                <a:gd name="T121" fmla="*/ 376 h 740"/>
                <a:gd name="T122" fmla="*/ 802 w 810"/>
                <a:gd name="T123" fmla="*/ 356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10" h="740">
                  <a:moveTo>
                    <a:pt x="810" y="344"/>
                  </a:moveTo>
                  <a:lnTo>
                    <a:pt x="810" y="344"/>
                  </a:lnTo>
                  <a:lnTo>
                    <a:pt x="810" y="344"/>
                  </a:lnTo>
                  <a:lnTo>
                    <a:pt x="808" y="344"/>
                  </a:lnTo>
                  <a:lnTo>
                    <a:pt x="808" y="342"/>
                  </a:lnTo>
                  <a:lnTo>
                    <a:pt x="806" y="342"/>
                  </a:lnTo>
                  <a:lnTo>
                    <a:pt x="804" y="342"/>
                  </a:lnTo>
                  <a:lnTo>
                    <a:pt x="804" y="342"/>
                  </a:lnTo>
                  <a:lnTo>
                    <a:pt x="802" y="342"/>
                  </a:lnTo>
                  <a:lnTo>
                    <a:pt x="802" y="342"/>
                  </a:lnTo>
                  <a:lnTo>
                    <a:pt x="798" y="342"/>
                  </a:lnTo>
                  <a:lnTo>
                    <a:pt x="796" y="342"/>
                  </a:lnTo>
                  <a:lnTo>
                    <a:pt x="796" y="342"/>
                  </a:lnTo>
                  <a:lnTo>
                    <a:pt x="794" y="344"/>
                  </a:lnTo>
                  <a:lnTo>
                    <a:pt x="794" y="344"/>
                  </a:lnTo>
                  <a:lnTo>
                    <a:pt x="794" y="344"/>
                  </a:lnTo>
                  <a:lnTo>
                    <a:pt x="794" y="346"/>
                  </a:lnTo>
                  <a:lnTo>
                    <a:pt x="793" y="346"/>
                  </a:lnTo>
                  <a:lnTo>
                    <a:pt x="793" y="346"/>
                  </a:lnTo>
                  <a:lnTo>
                    <a:pt x="791" y="346"/>
                  </a:lnTo>
                  <a:lnTo>
                    <a:pt x="791" y="346"/>
                  </a:lnTo>
                  <a:lnTo>
                    <a:pt x="789" y="346"/>
                  </a:lnTo>
                  <a:lnTo>
                    <a:pt x="789" y="346"/>
                  </a:lnTo>
                  <a:lnTo>
                    <a:pt x="789" y="348"/>
                  </a:lnTo>
                  <a:lnTo>
                    <a:pt x="789" y="350"/>
                  </a:lnTo>
                  <a:lnTo>
                    <a:pt x="789" y="350"/>
                  </a:lnTo>
                  <a:lnTo>
                    <a:pt x="789" y="350"/>
                  </a:lnTo>
                  <a:lnTo>
                    <a:pt x="789" y="350"/>
                  </a:lnTo>
                  <a:lnTo>
                    <a:pt x="787" y="350"/>
                  </a:lnTo>
                  <a:lnTo>
                    <a:pt x="787" y="350"/>
                  </a:lnTo>
                  <a:lnTo>
                    <a:pt x="787" y="348"/>
                  </a:lnTo>
                  <a:lnTo>
                    <a:pt x="787" y="348"/>
                  </a:lnTo>
                  <a:lnTo>
                    <a:pt x="787" y="346"/>
                  </a:lnTo>
                  <a:lnTo>
                    <a:pt x="785" y="346"/>
                  </a:lnTo>
                  <a:lnTo>
                    <a:pt x="779" y="346"/>
                  </a:lnTo>
                  <a:lnTo>
                    <a:pt x="777" y="346"/>
                  </a:lnTo>
                  <a:lnTo>
                    <a:pt x="775" y="346"/>
                  </a:lnTo>
                  <a:lnTo>
                    <a:pt x="775" y="346"/>
                  </a:lnTo>
                  <a:lnTo>
                    <a:pt x="774" y="346"/>
                  </a:lnTo>
                  <a:lnTo>
                    <a:pt x="774" y="346"/>
                  </a:lnTo>
                  <a:lnTo>
                    <a:pt x="774" y="346"/>
                  </a:lnTo>
                  <a:lnTo>
                    <a:pt x="774" y="346"/>
                  </a:lnTo>
                  <a:lnTo>
                    <a:pt x="772" y="346"/>
                  </a:lnTo>
                  <a:lnTo>
                    <a:pt x="772" y="346"/>
                  </a:lnTo>
                  <a:lnTo>
                    <a:pt x="772" y="344"/>
                  </a:lnTo>
                  <a:lnTo>
                    <a:pt x="766" y="344"/>
                  </a:lnTo>
                  <a:lnTo>
                    <a:pt x="762" y="344"/>
                  </a:lnTo>
                  <a:lnTo>
                    <a:pt x="762" y="344"/>
                  </a:lnTo>
                  <a:lnTo>
                    <a:pt x="760" y="344"/>
                  </a:lnTo>
                  <a:lnTo>
                    <a:pt x="758" y="344"/>
                  </a:lnTo>
                  <a:lnTo>
                    <a:pt x="756" y="348"/>
                  </a:lnTo>
                  <a:lnTo>
                    <a:pt x="754" y="348"/>
                  </a:lnTo>
                  <a:lnTo>
                    <a:pt x="741" y="354"/>
                  </a:lnTo>
                  <a:lnTo>
                    <a:pt x="741" y="354"/>
                  </a:lnTo>
                  <a:lnTo>
                    <a:pt x="741" y="354"/>
                  </a:lnTo>
                  <a:lnTo>
                    <a:pt x="739" y="354"/>
                  </a:lnTo>
                  <a:lnTo>
                    <a:pt x="739" y="354"/>
                  </a:lnTo>
                  <a:lnTo>
                    <a:pt x="737" y="354"/>
                  </a:lnTo>
                  <a:lnTo>
                    <a:pt x="737" y="357"/>
                  </a:lnTo>
                  <a:lnTo>
                    <a:pt x="735" y="357"/>
                  </a:lnTo>
                  <a:lnTo>
                    <a:pt x="735" y="359"/>
                  </a:lnTo>
                  <a:lnTo>
                    <a:pt x="732" y="359"/>
                  </a:lnTo>
                  <a:lnTo>
                    <a:pt x="732" y="359"/>
                  </a:lnTo>
                  <a:lnTo>
                    <a:pt x="732" y="359"/>
                  </a:lnTo>
                  <a:lnTo>
                    <a:pt x="732" y="359"/>
                  </a:lnTo>
                  <a:lnTo>
                    <a:pt x="732" y="356"/>
                  </a:lnTo>
                  <a:lnTo>
                    <a:pt x="732" y="354"/>
                  </a:lnTo>
                  <a:lnTo>
                    <a:pt x="732" y="352"/>
                  </a:lnTo>
                  <a:lnTo>
                    <a:pt x="732" y="352"/>
                  </a:lnTo>
                  <a:lnTo>
                    <a:pt x="732" y="350"/>
                  </a:lnTo>
                  <a:lnTo>
                    <a:pt x="734" y="350"/>
                  </a:lnTo>
                  <a:lnTo>
                    <a:pt x="734" y="348"/>
                  </a:lnTo>
                  <a:lnTo>
                    <a:pt x="737" y="346"/>
                  </a:lnTo>
                  <a:lnTo>
                    <a:pt x="753" y="338"/>
                  </a:lnTo>
                  <a:lnTo>
                    <a:pt x="754" y="338"/>
                  </a:lnTo>
                  <a:lnTo>
                    <a:pt x="760" y="338"/>
                  </a:lnTo>
                  <a:lnTo>
                    <a:pt x="760" y="337"/>
                  </a:lnTo>
                  <a:lnTo>
                    <a:pt x="762" y="337"/>
                  </a:lnTo>
                  <a:lnTo>
                    <a:pt x="762" y="335"/>
                  </a:lnTo>
                  <a:lnTo>
                    <a:pt x="760" y="335"/>
                  </a:lnTo>
                  <a:lnTo>
                    <a:pt x="760" y="335"/>
                  </a:lnTo>
                  <a:lnTo>
                    <a:pt x="760" y="335"/>
                  </a:lnTo>
                  <a:lnTo>
                    <a:pt x="758" y="335"/>
                  </a:lnTo>
                  <a:lnTo>
                    <a:pt x="758" y="335"/>
                  </a:lnTo>
                  <a:lnTo>
                    <a:pt x="758" y="337"/>
                  </a:lnTo>
                  <a:lnTo>
                    <a:pt x="758" y="337"/>
                  </a:lnTo>
                  <a:lnTo>
                    <a:pt x="756" y="337"/>
                  </a:lnTo>
                  <a:lnTo>
                    <a:pt x="756" y="335"/>
                  </a:lnTo>
                  <a:lnTo>
                    <a:pt x="754" y="333"/>
                  </a:lnTo>
                  <a:lnTo>
                    <a:pt x="754" y="333"/>
                  </a:lnTo>
                  <a:lnTo>
                    <a:pt x="754" y="333"/>
                  </a:lnTo>
                  <a:lnTo>
                    <a:pt x="754" y="333"/>
                  </a:lnTo>
                  <a:lnTo>
                    <a:pt x="753" y="333"/>
                  </a:lnTo>
                  <a:lnTo>
                    <a:pt x="753" y="333"/>
                  </a:lnTo>
                  <a:lnTo>
                    <a:pt x="753" y="333"/>
                  </a:lnTo>
                  <a:lnTo>
                    <a:pt x="753" y="333"/>
                  </a:lnTo>
                  <a:lnTo>
                    <a:pt x="753" y="333"/>
                  </a:lnTo>
                  <a:lnTo>
                    <a:pt x="751" y="333"/>
                  </a:lnTo>
                  <a:lnTo>
                    <a:pt x="747" y="333"/>
                  </a:lnTo>
                  <a:lnTo>
                    <a:pt x="745" y="333"/>
                  </a:lnTo>
                  <a:lnTo>
                    <a:pt x="745" y="333"/>
                  </a:lnTo>
                  <a:lnTo>
                    <a:pt x="745" y="331"/>
                  </a:lnTo>
                  <a:lnTo>
                    <a:pt x="745" y="329"/>
                  </a:lnTo>
                  <a:lnTo>
                    <a:pt x="745" y="329"/>
                  </a:lnTo>
                  <a:lnTo>
                    <a:pt x="743" y="329"/>
                  </a:lnTo>
                  <a:lnTo>
                    <a:pt x="743" y="329"/>
                  </a:lnTo>
                  <a:lnTo>
                    <a:pt x="743" y="329"/>
                  </a:lnTo>
                  <a:lnTo>
                    <a:pt x="741" y="329"/>
                  </a:lnTo>
                  <a:lnTo>
                    <a:pt x="741" y="329"/>
                  </a:lnTo>
                  <a:lnTo>
                    <a:pt x="741" y="327"/>
                  </a:lnTo>
                  <a:lnTo>
                    <a:pt x="741" y="327"/>
                  </a:lnTo>
                  <a:lnTo>
                    <a:pt x="741" y="327"/>
                  </a:lnTo>
                  <a:lnTo>
                    <a:pt x="741" y="327"/>
                  </a:lnTo>
                  <a:lnTo>
                    <a:pt x="741" y="325"/>
                  </a:lnTo>
                  <a:lnTo>
                    <a:pt x="743" y="325"/>
                  </a:lnTo>
                  <a:lnTo>
                    <a:pt x="749" y="323"/>
                  </a:lnTo>
                  <a:lnTo>
                    <a:pt x="749" y="323"/>
                  </a:lnTo>
                  <a:lnTo>
                    <a:pt x="751" y="321"/>
                  </a:lnTo>
                  <a:lnTo>
                    <a:pt x="751" y="321"/>
                  </a:lnTo>
                  <a:lnTo>
                    <a:pt x="751" y="319"/>
                  </a:lnTo>
                  <a:lnTo>
                    <a:pt x="753" y="319"/>
                  </a:lnTo>
                  <a:lnTo>
                    <a:pt x="754" y="317"/>
                  </a:lnTo>
                  <a:lnTo>
                    <a:pt x="756" y="316"/>
                  </a:lnTo>
                  <a:lnTo>
                    <a:pt x="754" y="314"/>
                  </a:lnTo>
                  <a:lnTo>
                    <a:pt x="754" y="314"/>
                  </a:lnTo>
                  <a:lnTo>
                    <a:pt x="754" y="314"/>
                  </a:lnTo>
                  <a:lnTo>
                    <a:pt x="754" y="314"/>
                  </a:lnTo>
                  <a:lnTo>
                    <a:pt x="753" y="312"/>
                  </a:lnTo>
                  <a:lnTo>
                    <a:pt x="753" y="310"/>
                  </a:lnTo>
                  <a:lnTo>
                    <a:pt x="753" y="308"/>
                  </a:lnTo>
                  <a:lnTo>
                    <a:pt x="751" y="308"/>
                  </a:lnTo>
                  <a:lnTo>
                    <a:pt x="751" y="306"/>
                  </a:lnTo>
                  <a:lnTo>
                    <a:pt x="751" y="304"/>
                  </a:lnTo>
                  <a:lnTo>
                    <a:pt x="751" y="304"/>
                  </a:lnTo>
                  <a:lnTo>
                    <a:pt x="751" y="302"/>
                  </a:lnTo>
                  <a:lnTo>
                    <a:pt x="751" y="302"/>
                  </a:lnTo>
                  <a:lnTo>
                    <a:pt x="749" y="302"/>
                  </a:lnTo>
                  <a:lnTo>
                    <a:pt x="747" y="302"/>
                  </a:lnTo>
                  <a:lnTo>
                    <a:pt x="747" y="302"/>
                  </a:lnTo>
                  <a:lnTo>
                    <a:pt x="747" y="302"/>
                  </a:lnTo>
                  <a:lnTo>
                    <a:pt x="741" y="298"/>
                  </a:lnTo>
                  <a:lnTo>
                    <a:pt x="741" y="297"/>
                  </a:lnTo>
                  <a:lnTo>
                    <a:pt x="739" y="297"/>
                  </a:lnTo>
                  <a:lnTo>
                    <a:pt x="737" y="297"/>
                  </a:lnTo>
                  <a:lnTo>
                    <a:pt x="737" y="297"/>
                  </a:lnTo>
                  <a:lnTo>
                    <a:pt x="737" y="297"/>
                  </a:lnTo>
                  <a:lnTo>
                    <a:pt x="735" y="295"/>
                  </a:lnTo>
                  <a:lnTo>
                    <a:pt x="735" y="295"/>
                  </a:lnTo>
                  <a:lnTo>
                    <a:pt x="734" y="293"/>
                  </a:lnTo>
                  <a:lnTo>
                    <a:pt x="734" y="289"/>
                  </a:lnTo>
                  <a:lnTo>
                    <a:pt x="732" y="287"/>
                  </a:lnTo>
                  <a:lnTo>
                    <a:pt x="732" y="285"/>
                  </a:lnTo>
                  <a:lnTo>
                    <a:pt x="726" y="281"/>
                  </a:lnTo>
                  <a:lnTo>
                    <a:pt x="726" y="279"/>
                  </a:lnTo>
                  <a:lnTo>
                    <a:pt x="726" y="278"/>
                  </a:lnTo>
                  <a:lnTo>
                    <a:pt x="726" y="278"/>
                  </a:lnTo>
                  <a:lnTo>
                    <a:pt x="726" y="276"/>
                  </a:lnTo>
                  <a:lnTo>
                    <a:pt x="726" y="276"/>
                  </a:lnTo>
                  <a:lnTo>
                    <a:pt x="726" y="274"/>
                  </a:lnTo>
                  <a:lnTo>
                    <a:pt x="726" y="274"/>
                  </a:lnTo>
                  <a:lnTo>
                    <a:pt x="724" y="274"/>
                  </a:lnTo>
                  <a:lnTo>
                    <a:pt x="724" y="272"/>
                  </a:lnTo>
                  <a:lnTo>
                    <a:pt x="724" y="272"/>
                  </a:lnTo>
                  <a:lnTo>
                    <a:pt x="724" y="272"/>
                  </a:lnTo>
                  <a:lnTo>
                    <a:pt x="724" y="270"/>
                  </a:lnTo>
                  <a:lnTo>
                    <a:pt x="726" y="270"/>
                  </a:lnTo>
                  <a:lnTo>
                    <a:pt x="726" y="270"/>
                  </a:lnTo>
                  <a:lnTo>
                    <a:pt x="726" y="268"/>
                  </a:lnTo>
                  <a:lnTo>
                    <a:pt x="726" y="266"/>
                  </a:lnTo>
                  <a:lnTo>
                    <a:pt x="726" y="264"/>
                  </a:lnTo>
                  <a:lnTo>
                    <a:pt x="724" y="264"/>
                  </a:lnTo>
                  <a:lnTo>
                    <a:pt x="724" y="264"/>
                  </a:lnTo>
                  <a:lnTo>
                    <a:pt x="724" y="262"/>
                  </a:lnTo>
                  <a:lnTo>
                    <a:pt x="722" y="262"/>
                  </a:lnTo>
                  <a:lnTo>
                    <a:pt x="722" y="262"/>
                  </a:lnTo>
                  <a:lnTo>
                    <a:pt x="722" y="262"/>
                  </a:lnTo>
                  <a:lnTo>
                    <a:pt x="722" y="262"/>
                  </a:lnTo>
                  <a:lnTo>
                    <a:pt x="722" y="259"/>
                  </a:lnTo>
                  <a:lnTo>
                    <a:pt x="722" y="257"/>
                  </a:lnTo>
                  <a:lnTo>
                    <a:pt x="720" y="253"/>
                  </a:lnTo>
                  <a:lnTo>
                    <a:pt x="718" y="253"/>
                  </a:lnTo>
                  <a:lnTo>
                    <a:pt x="716" y="255"/>
                  </a:lnTo>
                  <a:lnTo>
                    <a:pt x="716" y="255"/>
                  </a:lnTo>
                  <a:lnTo>
                    <a:pt x="716" y="255"/>
                  </a:lnTo>
                  <a:lnTo>
                    <a:pt x="716" y="255"/>
                  </a:lnTo>
                  <a:lnTo>
                    <a:pt x="714" y="253"/>
                  </a:lnTo>
                  <a:lnTo>
                    <a:pt x="714" y="253"/>
                  </a:lnTo>
                  <a:lnTo>
                    <a:pt x="714" y="251"/>
                  </a:lnTo>
                  <a:lnTo>
                    <a:pt x="713" y="251"/>
                  </a:lnTo>
                  <a:lnTo>
                    <a:pt x="713" y="253"/>
                  </a:lnTo>
                  <a:lnTo>
                    <a:pt x="713" y="253"/>
                  </a:lnTo>
                  <a:lnTo>
                    <a:pt x="711" y="253"/>
                  </a:lnTo>
                  <a:lnTo>
                    <a:pt x="711" y="253"/>
                  </a:lnTo>
                  <a:lnTo>
                    <a:pt x="711" y="253"/>
                  </a:lnTo>
                  <a:lnTo>
                    <a:pt x="711" y="251"/>
                  </a:lnTo>
                  <a:lnTo>
                    <a:pt x="709" y="251"/>
                  </a:lnTo>
                  <a:lnTo>
                    <a:pt x="709" y="253"/>
                  </a:lnTo>
                  <a:lnTo>
                    <a:pt x="707" y="255"/>
                  </a:lnTo>
                  <a:lnTo>
                    <a:pt x="705" y="255"/>
                  </a:lnTo>
                  <a:lnTo>
                    <a:pt x="705" y="255"/>
                  </a:lnTo>
                  <a:lnTo>
                    <a:pt x="701" y="253"/>
                  </a:lnTo>
                  <a:lnTo>
                    <a:pt x="699" y="253"/>
                  </a:lnTo>
                  <a:lnTo>
                    <a:pt x="699" y="253"/>
                  </a:lnTo>
                  <a:lnTo>
                    <a:pt x="697" y="255"/>
                  </a:lnTo>
                  <a:lnTo>
                    <a:pt x="697" y="255"/>
                  </a:lnTo>
                  <a:lnTo>
                    <a:pt x="699" y="257"/>
                  </a:lnTo>
                  <a:lnTo>
                    <a:pt x="701" y="259"/>
                  </a:lnTo>
                  <a:lnTo>
                    <a:pt x="701" y="259"/>
                  </a:lnTo>
                  <a:lnTo>
                    <a:pt x="701" y="259"/>
                  </a:lnTo>
                  <a:lnTo>
                    <a:pt x="701" y="260"/>
                  </a:lnTo>
                  <a:lnTo>
                    <a:pt x="697" y="260"/>
                  </a:lnTo>
                  <a:lnTo>
                    <a:pt x="695" y="260"/>
                  </a:lnTo>
                  <a:lnTo>
                    <a:pt x="693" y="262"/>
                  </a:lnTo>
                  <a:lnTo>
                    <a:pt x="693" y="264"/>
                  </a:lnTo>
                  <a:lnTo>
                    <a:pt x="692" y="266"/>
                  </a:lnTo>
                  <a:lnTo>
                    <a:pt x="690" y="266"/>
                  </a:lnTo>
                  <a:lnTo>
                    <a:pt x="686" y="266"/>
                  </a:lnTo>
                  <a:lnTo>
                    <a:pt x="686" y="266"/>
                  </a:lnTo>
                  <a:lnTo>
                    <a:pt x="686" y="266"/>
                  </a:lnTo>
                  <a:lnTo>
                    <a:pt x="684" y="266"/>
                  </a:lnTo>
                  <a:lnTo>
                    <a:pt x="684" y="264"/>
                  </a:lnTo>
                  <a:lnTo>
                    <a:pt x="686" y="264"/>
                  </a:lnTo>
                  <a:lnTo>
                    <a:pt x="686" y="264"/>
                  </a:lnTo>
                  <a:lnTo>
                    <a:pt x="688" y="264"/>
                  </a:lnTo>
                  <a:lnTo>
                    <a:pt x="688" y="262"/>
                  </a:lnTo>
                  <a:lnTo>
                    <a:pt x="688" y="262"/>
                  </a:lnTo>
                  <a:lnTo>
                    <a:pt x="688" y="262"/>
                  </a:lnTo>
                  <a:lnTo>
                    <a:pt x="686" y="262"/>
                  </a:lnTo>
                  <a:lnTo>
                    <a:pt x="686" y="260"/>
                  </a:lnTo>
                  <a:lnTo>
                    <a:pt x="686" y="260"/>
                  </a:lnTo>
                  <a:lnTo>
                    <a:pt x="686" y="259"/>
                  </a:lnTo>
                  <a:lnTo>
                    <a:pt x="688" y="253"/>
                  </a:lnTo>
                  <a:lnTo>
                    <a:pt x="688" y="251"/>
                  </a:lnTo>
                  <a:lnTo>
                    <a:pt x="690" y="249"/>
                  </a:lnTo>
                  <a:lnTo>
                    <a:pt x="690" y="249"/>
                  </a:lnTo>
                  <a:lnTo>
                    <a:pt x="690" y="247"/>
                  </a:lnTo>
                  <a:lnTo>
                    <a:pt x="690" y="247"/>
                  </a:lnTo>
                  <a:lnTo>
                    <a:pt x="690" y="243"/>
                  </a:lnTo>
                  <a:lnTo>
                    <a:pt x="690" y="241"/>
                  </a:lnTo>
                  <a:lnTo>
                    <a:pt x="690" y="241"/>
                  </a:lnTo>
                  <a:lnTo>
                    <a:pt x="690" y="240"/>
                  </a:lnTo>
                  <a:lnTo>
                    <a:pt x="690" y="238"/>
                  </a:lnTo>
                  <a:lnTo>
                    <a:pt x="690" y="238"/>
                  </a:lnTo>
                  <a:lnTo>
                    <a:pt x="690" y="236"/>
                  </a:lnTo>
                  <a:lnTo>
                    <a:pt x="690" y="236"/>
                  </a:lnTo>
                  <a:lnTo>
                    <a:pt x="690" y="234"/>
                  </a:lnTo>
                  <a:lnTo>
                    <a:pt x="690" y="234"/>
                  </a:lnTo>
                  <a:lnTo>
                    <a:pt x="688" y="234"/>
                  </a:lnTo>
                  <a:lnTo>
                    <a:pt x="688" y="232"/>
                  </a:lnTo>
                  <a:lnTo>
                    <a:pt x="688" y="230"/>
                  </a:lnTo>
                  <a:lnTo>
                    <a:pt x="688" y="228"/>
                  </a:lnTo>
                  <a:lnTo>
                    <a:pt x="688" y="226"/>
                  </a:lnTo>
                  <a:lnTo>
                    <a:pt x="690" y="220"/>
                  </a:lnTo>
                  <a:lnTo>
                    <a:pt x="690" y="219"/>
                  </a:lnTo>
                  <a:lnTo>
                    <a:pt x="690" y="217"/>
                  </a:lnTo>
                  <a:lnTo>
                    <a:pt x="690" y="217"/>
                  </a:lnTo>
                  <a:lnTo>
                    <a:pt x="688" y="215"/>
                  </a:lnTo>
                  <a:lnTo>
                    <a:pt x="684" y="213"/>
                  </a:lnTo>
                  <a:lnTo>
                    <a:pt x="684" y="211"/>
                  </a:lnTo>
                  <a:lnTo>
                    <a:pt x="682" y="209"/>
                  </a:lnTo>
                  <a:lnTo>
                    <a:pt x="682" y="209"/>
                  </a:lnTo>
                  <a:lnTo>
                    <a:pt x="682" y="209"/>
                  </a:lnTo>
                  <a:lnTo>
                    <a:pt x="680" y="209"/>
                  </a:lnTo>
                  <a:lnTo>
                    <a:pt x="680" y="209"/>
                  </a:lnTo>
                  <a:lnTo>
                    <a:pt x="680" y="209"/>
                  </a:lnTo>
                  <a:lnTo>
                    <a:pt x="678" y="209"/>
                  </a:lnTo>
                  <a:lnTo>
                    <a:pt x="676" y="209"/>
                  </a:lnTo>
                  <a:lnTo>
                    <a:pt x="676" y="211"/>
                  </a:lnTo>
                  <a:lnTo>
                    <a:pt x="676" y="211"/>
                  </a:lnTo>
                  <a:lnTo>
                    <a:pt x="674" y="213"/>
                  </a:lnTo>
                  <a:lnTo>
                    <a:pt x="673" y="217"/>
                  </a:lnTo>
                  <a:lnTo>
                    <a:pt x="671" y="217"/>
                  </a:lnTo>
                  <a:lnTo>
                    <a:pt x="671" y="219"/>
                  </a:lnTo>
                  <a:lnTo>
                    <a:pt x="669" y="219"/>
                  </a:lnTo>
                  <a:lnTo>
                    <a:pt x="667" y="220"/>
                  </a:lnTo>
                  <a:lnTo>
                    <a:pt x="667" y="220"/>
                  </a:lnTo>
                  <a:lnTo>
                    <a:pt x="665" y="220"/>
                  </a:lnTo>
                  <a:lnTo>
                    <a:pt x="665" y="222"/>
                  </a:lnTo>
                  <a:lnTo>
                    <a:pt x="663" y="222"/>
                  </a:lnTo>
                  <a:lnTo>
                    <a:pt x="663" y="222"/>
                  </a:lnTo>
                  <a:lnTo>
                    <a:pt x="663" y="224"/>
                  </a:lnTo>
                  <a:lnTo>
                    <a:pt x="661" y="224"/>
                  </a:lnTo>
                  <a:lnTo>
                    <a:pt x="661" y="224"/>
                  </a:lnTo>
                  <a:lnTo>
                    <a:pt x="661" y="226"/>
                  </a:lnTo>
                  <a:lnTo>
                    <a:pt x="661" y="226"/>
                  </a:lnTo>
                  <a:lnTo>
                    <a:pt x="663" y="228"/>
                  </a:lnTo>
                  <a:lnTo>
                    <a:pt x="663" y="230"/>
                  </a:lnTo>
                  <a:lnTo>
                    <a:pt x="663" y="230"/>
                  </a:lnTo>
                  <a:lnTo>
                    <a:pt x="663" y="230"/>
                  </a:lnTo>
                  <a:lnTo>
                    <a:pt x="663" y="232"/>
                  </a:lnTo>
                  <a:lnTo>
                    <a:pt x="661" y="232"/>
                  </a:lnTo>
                  <a:lnTo>
                    <a:pt x="659" y="232"/>
                  </a:lnTo>
                  <a:lnTo>
                    <a:pt x="659" y="232"/>
                  </a:lnTo>
                  <a:lnTo>
                    <a:pt x="657" y="232"/>
                  </a:lnTo>
                  <a:lnTo>
                    <a:pt x="657" y="232"/>
                  </a:lnTo>
                  <a:lnTo>
                    <a:pt x="657" y="234"/>
                  </a:lnTo>
                  <a:lnTo>
                    <a:pt x="655" y="236"/>
                  </a:lnTo>
                  <a:lnTo>
                    <a:pt x="653" y="236"/>
                  </a:lnTo>
                  <a:lnTo>
                    <a:pt x="653" y="236"/>
                  </a:lnTo>
                  <a:lnTo>
                    <a:pt x="653" y="236"/>
                  </a:lnTo>
                  <a:lnTo>
                    <a:pt x="652" y="234"/>
                  </a:lnTo>
                  <a:lnTo>
                    <a:pt x="652" y="234"/>
                  </a:lnTo>
                  <a:lnTo>
                    <a:pt x="652" y="230"/>
                  </a:lnTo>
                  <a:lnTo>
                    <a:pt x="652" y="228"/>
                  </a:lnTo>
                  <a:lnTo>
                    <a:pt x="650" y="228"/>
                  </a:lnTo>
                  <a:lnTo>
                    <a:pt x="650" y="228"/>
                  </a:lnTo>
                  <a:lnTo>
                    <a:pt x="648" y="228"/>
                  </a:lnTo>
                  <a:lnTo>
                    <a:pt x="648" y="228"/>
                  </a:lnTo>
                  <a:lnTo>
                    <a:pt x="644" y="226"/>
                  </a:lnTo>
                  <a:lnTo>
                    <a:pt x="644" y="226"/>
                  </a:lnTo>
                  <a:lnTo>
                    <a:pt x="644" y="226"/>
                  </a:lnTo>
                  <a:lnTo>
                    <a:pt x="644" y="224"/>
                  </a:lnTo>
                  <a:lnTo>
                    <a:pt x="646" y="224"/>
                  </a:lnTo>
                  <a:lnTo>
                    <a:pt x="646" y="224"/>
                  </a:lnTo>
                  <a:lnTo>
                    <a:pt x="646" y="224"/>
                  </a:lnTo>
                  <a:lnTo>
                    <a:pt x="646" y="224"/>
                  </a:lnTo>
                  <a:lnTo>
                    <a:pt x="646" y="222"/>
                  </a:lnTo>
                  <a:lnTo>
                    <a:pt x="644" y="222"/>
                  </a:lnTo>
                  <a:lnTo>
                    <a:pt x="644" y="220"/>
                  </a:lnTo>
                  <a:lnTo>
                    <a:pt x="644" y="220"/>
                  </a:lnTo>
                  <a:lnTo>
                    <a:pt x="644" y="220"/>
                  </a:lnTo>
                  <a:lnTo>
                    <a:pt x="644" y="220"/>
                  </a:lnTo>
                  <a:lnTo>
                    <a:pt x="644" y="220"/>
                  </a:lnTo>
                  <a:lnTo>
                    <a:pt x="646" y="220"/>
                  </a:lnTo>
                  <a:lnTo>
                    <a:pt x="646" y="220"/>
                  </a:lnTo>
                  <a:lnTo>
                    <a:pt x="648" y="220"/>
                  </a:lnTo>
                  <a:lnTo>
                    <a:pt x="648" y="220"/>
                  </a:lnTo>
                  <a:lnTo>
                    <a:pt x="648" y="220"/>
                  </a:lnTo>
                  <a:lnTo>
                    <a:pt x="646" y="219"/>
                  </a:lnTo>
                  <a:lnTo>
                    <a:pt x="644" y="215"/>
                  </a:lnTo>
                  <a:lnTo>
                    <a:pt x="644" y="215"/>
                  </a:lnTo>
                  <a:lnTo>
                    <a:pt x="642" y="215"/>
                  </a:lnTo>
                  <a:lnTo>
                    <a:pt x="640" y="215"/>
                  </a:lnTo>
                  <a:lnTo>
                    <a:pt x="636" y="217"/>
                  </a:lnTo>
                  <a:lnTo>
                    <a:pt x="636" y="217"/>
                  </a:lnTo>
                  <a:lnTo>
                    <a:pt x="636" y="217"/>
                  </a:lnTo>
                  <a:lnTo>
                    <a:pt x="634" y="215"/>
                  </a:lnTo>
                  <a:lnTo>
                    <a:pt x="634" y="215"/>
                  </a:lnTo>
                  <a:lnTo>
                    <a:pt x="634" y="215"/>
                  </a:lnTo>
                  <a:lnTo>
                    <a:pt x="634" y="213"/>
                  </a:lnTo>
                  <a:lnTo>
                    <a:pt x="634" y="213"/>
                  </a:lnTo>
                  <a:lnTo>
                    <a:pt x="633" y="213"/>
                  </a:lnTo>
                  <a:lnTo>
                    <a:pt x="633" y="213"/>
                  </a:lnTo>
                  <a:lnTo>
                    <a:pt x="631" y="211"/>
                  </a:lnTo>
                  <a:lnTo>
                    <a:pt x="631" y="211"/>
                  </a:lnTo>
                  <a:lnTo>
                    <a:pt x="631" y="213"/>
                  </a:lnTo>
                  <a:lnTo>
                    <a:pt x="631" y="215"/>
                  </a:lnTo>
                  <a:lnTo>
                    <a:pt x="631" y="215"/>
                  </a:lnTo>
                  <a:lnTo>
                    <a:pt x="631" y="217"/>
                  </a:lnTo>
                  <a:lnTo>
                    <a:pt x="633" y="217"/>
                  </a:lnTo>
                  <a:lnTo>
                    <a:pt x="634" y="217"/>
                  </a:lnTo>
                  <a:lnTo>
                    <a:pt x="634" y="219"/>
                  </a:lnTo>
                  <a:lnTo>
                    <a:pt x="634" y="219"/>
                  </a:lnTo>
                  <a:lnTo>
                    <a:pt x="633" y="219"/>
                  </a:lnTo>
                  <a:lnTo>
                    <a:pt x="633" y="220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1" y="222"/>
                  </a:lnTo>
                  <a:lnTo>
                    <a:pt x="633" y="222"/>
                  </a:lnTo>
                  <a:lnTo>
                    <a:pt x="634" y="222"/>
                  </a:lnTo>
                  <a:lnTo>
                    <a:pt x="634" y="224"/>
                  </a:lnTo>
                  <a:lnTo>
                    <a:pt x="634" y="224"/>
                  </a:lnTo>
                  <a:lnTo>
                    <a:pt x="634" y="226"/>
                  </a:lnTo>
                  <a:lnTo>
                    <a:pt x="633" y="228"/>
                  </a:lnTo>
                  <a:lnTo>
                    <a:pt x="633" y="228"/>
                  </a:lnTo>
                  <a:lnTo>
                    <a:pt x="631" y="228"/>
                  </a:lnTo>
                  <a:lnTo>
                    <a:pt x="627" y="224"/>
                  </a:lnTo>
                  <a:lnTo>
                    <a:pt x="627" y="224"/>
                  </a:lnTo>
                  <a:lnTo>
                    <a:pt x="625" y="224"/>
                  </a:lnTo>
                  <a:lnTo>
                    <a:pt x="625" y="224"/>
                  </a:lnTo>
                  <a:lnTo>
                    <a:pt x="625" y="226"/>
                  </a:lnTo>
                  <a:lnTo>
                    <a:pt x="623" y="226"/>
                  </a:lnTo>
                  <a:lnTo>
                    <a:pt x="623" y="226"/>
                  </a:lnTo>
                  <a:lnTo>
                    <a:pt x="621" y="226"/>
                  </a:lnTo>
                  <a:lnTo>
                    <a:pt x="619" y="224"/>
                  </a:lnTo>
                  <a:lnTo>
                    <a:pt x="619" y="224"/>
                  </a:lnTo>
                  <a:lnTo>
                    <a:pt x="619" y="224"/>
                  </a:lnTo>
                  <a:lnTo>
                    <a:pt x="619" y="226"/>
                  </a:lnTo>
                  <a:lnTo>
                    <a:pt x="617" y="226"/>
                  </a:lnTo>
                  <a:lnTo>
                    <a:pt x="617" y="226"/>
                  </a:lnTo>
                  <a:lnTo>
                    <a:pt x="617" y="228"/>
                  </a:lnTo>
                  <a:lnTo>
                    <a:pt x="617" y="230"/>
                  </a:lnTo>
                  <a:lnTo>
                    <a:pt x="617" y="230"/>
                  </a:lnTo>
                  <a:lnTo>
                    <a:pt x="617" y="234"/>
                  </a:lnTo>
                  <a:lnTo>
                    <a:pt x="619" y="238"/>
                  </a:lnTo>
                  <a:lnTo>
                    <a:pt x="619" y="240"/>
                  </a:lnTo>
                  <a:lnTo>
                    <a:pt x="619" y="241"/>
                  </a:lnTo>
                  <a:lnTo>
                    <a:pt x="619" y="241"/>
                  </a:lnTo>
                  <a:lnTo>
                    <a:pt x="619" y="243"/>
                  </a:lnTo>
                  <a:lnTo>
                    <a:pt x="621" y="243"/>
                  </a:lnTo>
                  <a:lnTo>
                    <a:pt x="621" y="245"/>
                  </a:lnTo>
                  <a:lnTo>
                    <a:pt x="621" y="245"/>
                  </a:lnTo>
                  <a:lnTo>
                    <a:pt x="621" y="247"/>
                  </a:lnTo>
                  <a:lnTo>
                    <a:pt x="621" y="247"/>
                  </a:lnTo>
                  <a:lnTo>
                    <a:pt x="623" y="249"/>
                  </a:lnTo>
                  <a:lnTo>
                    <a:pt x="623" y="249"/>
                  </a:lnTo>
                  <a:lnTo>
                    <a:pt x="623" y="249"/>
                  </a:lnTo>
                  <a:lnTo>
                    <a:pt x="621" y="251"/>
                  </a:lnTo>
                  <a:lnTo>
                    <a:pt x="619" y="253"/>
                  </a:lnTo>
                  <a:lnTo>
                    <a:pt x="615" y="251"/>
                  </a:lnTo>
                  <a:lnTo>
                    <a:pt x="613" y="249"/>
                  </a:lnTo>
                  <a:lnTo>
                    <a:pt x="612" y="247"/>
                  </a:lnTo>
                  <a:lnTo>
                    <a:pt x="602" y="249"/>
                  </a:lnTo>
                  <a:lnTo>
                    <a:pt x="602" y="249"/>
                  </a:lnTo>
                  <a:lnTo>
                    <a:pt x="600" y="247"/>
                  </a:lnTo>
                  <a:lnTo>
                    <a:pt x="600" y="247"/>
                  </a:lnTo>
                  <a:lnTo>
                    <a:pt x="600" y="245"/>
                  </a:lnTo>
                  <a:lnTo>
                    <a:pt x="600" y="245"/>
                  </a:lnTo>
                  <a:lnTo>
                    <a:pt x="600" y="243"/>
                  </a:lnTo>
                  <a:lnTo>
                    <a:pt x="600" y="243"/>
                  </a:lnTo>
                  <a:lnTo>
                    <a:pt x="596" y="241"/>
                  </a:lnTo>
                  <a:lnTo>
                    <a:pt x="596" y="240"/>
                  </a:lnTo>
                  <a:lnTo>
                    <a:pt x="596" y="238"/>
                  </a:lnTo>
                  <a:lnTo>
                    <a:pt x="596" y="238"/>
                  </a:lnTo>
                  <a:lnTo>
                    <a:pt x="598" y="238"/>
                  </a:lnTo>
                  <a:lnTo>
                    <a:pt x="600" y="238"/>
                  </a:lnTo>
                  <a:lnTo>
                    <a:pt x="600" y="238"/>
                  </a:lnTo>
                  <a:lnTo>
                    <a:pt x="600" y="236"/>
                  </a:lnTo>
                  <a:lnTo>
                    <a:pt x="602" y="236"/>
                  </a:lnTo>
                  <a:lnTo>
                    <a:pt x="602" y="236"/>
                  </a:lnTo>
                  <a:lnTo>
                    <a:pt x="600" y="234"/>
                  </a:lnTo>
                  <a:lnTo>
                    <a:pt x="600" y="234"/>
                  </a:lnTo>
                  <a:lnTo>
                    <a:pt x="600" y="232"/>
                  </a:lnTo>
                  <a:lnTo>
                    <a:pt x="600" y="232"/>
                  </a:lnTo>
                  <a:lnTo>
                    <a:pt x="600" y="232"/>
                  </a:lnTo>
                  <a:lnTo>
                    <a:pt x="600" y="232"/>
                  </a:lnTo>
                  <a:lnTo>
                    <a:pt x="600" y="232"/>
                  </a:lnTo>
                  <a:lnTo>
                    <a:pt x="600" y="230"/>
                  </a:lnTo>
                  <a:lnTo>
                    <a:pt x="602" y="230"/>
                  </a:lnTo>
                  <a:lnTo>
                    <a:pt x="602" y="228"/>
                  </a:lnTo>
                  <a:lnTo>
                    <a:pt x="602" y="228"/>
                  </a:lnTo>
                  <a:lnTo>
                    <a:pt x="604" y="226"/>
                  </a:lnTo>
                  <a:lnTo>
                    <a:pt x="606" y="224"/>
                  </a:lnTo>
                  <a:lnTo>
                    <a:pt x="606" y="222"/>
                  </a:lnTo>
                  <a:lnTo>
                    <a:pt x="606" y="222"/>
                  </a:lnTo>
                  <a:lnTo>
                    <a:pt x="604" y="220"/>
                  </a:lnTo>
                  <a:lnTo>
                    <a:pt x="604" y="220"/>
                  </a:lnTo>
                  <a:lnTo>
                    <a:pt x="604" y="220"/>
                  </a:lnTo>
                  <a:lnTo>
                    <a:pt x="602" y="222"/>
                  </a:lnTo>
                  <a:lnTo>
                    <a:pt x="602" y="222"/>
                  </a:lnTo>
                  <a:lnTo>
                    <a:pt x="602" y="222"/>
                  </a:lnTo>
                  <a:lnTo>
                    <a:pt x="602" y="224"/>
                  </a:lnTo>
                  <a:lnTo>
                    <a:pt x="600" y="224"/>
                  </a:lnTo>
                  <a:lnTo>
                    <a:pt x="600" y="224"/>
                  </a:lnTo>
                  <a:lnTo>
                    <a:pt x="598" y="222"/>
                  </a:lnTo>
                  <a:lnTo>
                    <a:pt x="598" y="220"/>
                  </a:lnTo>
                  <a:lnTo>
                    <a:pt x="596" y="220"/>
                  </a:lnTo>
                  <a:lnTo>
                    <a:pt x="598" y="219"/>
                  </a:lnTo>
                  <a:lnTo>
                    <a:pt x="598" y="219"/>
                  </a:lnTo>
                  <a:lnTo>
                    <a:pt x="598" y="219"/>
                  </a:lnTo>
                  <a:lnTo>
                    <a:pt x="600" y="219"/>
                  </a:lnTo>
                  <a:lnTo>
                    <a:pt x="602" y="217"/>
                  </a:lnTo>
                  <a:lnTo>
                    <a:pt x="602" y="217"/>
                  </a:lnTo>
                  <a:lnTo>
                    <a:pt x="604" y="217"/>
                  </a:lnTo>
                  <a:lnTo>
                    <a:pt x="604" y="215"/>
                  </a:lnTo>
                  <a:lnTo>
                    <a:pt x="606" y="213"/>
                  </a:lnTo>
                  <a:lnTo>
                    <a:pt x="606" y="213"/>
                  </a:lnTo>
                  <a:lnTo>
                    <a:pt x="606" y="213"/>
                  </a:lnTo>
                  <a:lnTo>
                    <a:pt x="608" y="215"/>
                  </a:lnTo>
                  <a:lnTo>
                    <a:pt x="608" y="217"/>
                  </a:lnTo>
                  <a:lnTo>
                    <a:pt x="610" y="217"/>
                  </a:lnTo>
                  <a:lnTo>
                    <a:pt x="610" y="215"/>
                  </a:lnTo>
                  <a:lnTo>
                    <a:pt x="610" y="215"/>
                  </a:lnTo>
                  <a:lnTo>
                    <a:pt x="610" y="213"/>
                  </a:lnTo>
                  <a:lnTo>
                    <a:pt x="608" y="211"/>
                  </a:lnTo>
                  <a:lnTo>
                    <a:pt x="608" y="211"/>
                  </a:lnTo>
                  <a:lnTo>
                    <a:pt x="608" y="209"/>
                  </a:lnTo>
                  <a:lnTo>
                    <a:pt x="606" y="207"/>
                  </a:lnTo>
                  <a:lnTo>
                    <a:pt x="606" y="205"/>
                  </a:lnTo>
                  <a:lnTo>
                    <a:pt x="598" y="198"/>
                  </a:lnTo>
                  <a:lnTo>
                    <a:pt x="594" y="192"/>
                  </a:lnTo>
                  <a:lnTo>
                    <a:pt x="592" y="190"/>
                  </a:lnTo>
                  <a:lnTo>
                    <a:pt x="591" y="190"/>
                  </a:lnTo>
                  <a:lnTo>
                    <a:pt x="589" y="190"/>
                  </a:lnTo>
                  <a:lnTo>
                    <a:pt x="587" y="188"/>
                  </a:lnTo>
                  <a:lnTo>
                    <a:pt x="585" y="188"/>
                  </a:lnTo>
                  <a:lnTo>
                    <a:pt x="585" y="188"/>
                  </a:lnTo>
                  <a:lnTo>
                    <a:pt x="585" y="188"/>
                  </a:lnTo>
                  <a:lnTo>
                    <a:pt x="583" y="188"/>
                  </a:lnTo>
                  <a:lnTo>
                    <a:pt x="583" y="188"/>
                  </a:lnTo>
                  <a:lnTo>
                    <a:pt x="581" y="188"/>
                  </a:lnTo>
                  <a:lnTo>
                    <a:pt x="581" y="186"/>
                  </a:lnTo>
                  <a:lnTo>
                    <a:pt x="581" y="184"/>
                  </a:lnTo>
                  <a:lnTo>
                    <a:pt x="581" y="184"/>
                  </a:lnTo>
                  <a:lnTo>
                    <a:pt x="581" y="184"/>
                  </a:lnTo>
                  <a:lnTo>
                    <a:pt x="581" y="182"/>
                  </a:lnTo>
                  <a:lnTo>
                    <a:pt x="579" y="182"/>
                  </a:lnTo>
                  <a:lnTo>
                    <a:pt x="575" y="179"/>
                  </a:lnTo>
                  <a:lnTo>
                    <a:pt x="572" y="175"/>
                  </a:lnTo>
                  <a:lnTo>
                    <a:pt x="572" y="173"/>
                  </a:lnTo>
                  <a:lnTo>
                    <a:pt x="572" y="173"/>
                  </a:lnTo>
                  <a:lnTo>
                    <a:pt x="570" y="173"/>
                  </a:lnTo>
                  <a:lnTo>
                    <a:pt x="568" y="169"/>
                  </a:lnTo>
                  <a:lnTo>
                    <a:pt x="566" y="167"/>
                  </a:lnTo>
                  <a:lnTo>
                    <a:pt x="566" y="165"/>
                  </a:lnTo>
                  <a:lnTo>
                    <a:pt x="564" y="163"/>
                  </a:lnTo>
                  <a:lnTo>
                    <a:pt x="560" y="154"/>
                  </a:lnTo>
                  <a:lnTo>
                    <a:pt x="560" y="150"/>
                  </a:lnTo>
                  <a:lnTo>
                    <a:pt x="558" y="148"/>
                  </a:lnTo>
                  <a:lnTo>
                    <a:pt x="558" y="146"/>
                  </a:lnTo>
                  <a:lnTo>
                    <a:pt x="558" y="144"/>
                  </a:lnTo>
                  <a:lnTo>
                    <a:pt x="556" y="143"/>
                  </a:lnTo>
                  <a:lnTo>
                    <a:pt x="556" y="141"/>
                  </a:lnTo>
                  <a:lnTo>
                    <a:pt x="556" y="137"/>
                  </a:lnTo>
                  <a:lnTo>
                    <a:pt x="554" y="135"/>
                  </a:lnTo>
                  <a:lnTo>
                    <a:pt x="554" y="135"/>
                  </a:lnTo>
                  <a:lnTo>
                    <a:pt x="556" y="135"/>
                  </a:lnTo>
                  <a:lnTo>
                    <a:pt x="556" y="133"/>
                  </a:lnTo>
                  <a:lnTo>
                    <a:pt x="556" y="133"/>
                  </a:lnTo>
                  <a:lnTo>
                    <a:pt x="558" y="133"/>
                  </a:lnTo>
                  <a:lnTo>
                    <a:pt x="558" y="131"/>
                  </a:lnTo>
                  <a:lnTo>
                    <a:pt x="558" y="131"/>
                  </a:lnTo>
                  <a:lnTo>
                    <a:pt x="558" y="129"/>
                  </a:lnTo>
                  <a:lnTo>
                    <a:pt x="558" y="127"/>
                  </a:lnTo>
                  <a:lnTo>
                    <a:pt x="558" y="127"/>
                  </a:lnTo>
                  <a:lnTo>
                    <a:pt x="556" y="127"/>
                  </a:lnTo>
                  <a:lnTo>
                    <a:pt x="552" y="125"/>
                  </a:lnTo>
                  <a:lnTo>
                    <a:pt x="552" y="125"/>
                  </a:lnTo>
                  <a:lnTo>
                    <a:pt x="549" y="122"/>
                  </a:lnTo>
                  <a:lnTo>
                    <a:pt x="549" y="120"/>
                  </a:lnTo>
                  <a:lnTo>
                    <a:pt x="547" y="118"/>
                  </a:lnTo>
                  <a:lnTo>
                    <a:pt x="547" y="116"/>
                  </a:lnTo>
                  <a:lnTo>
                    <a:pt x="547" y="116"/>
                  </a:lnTo>
                  <a:lnTo>
                    <a:pt x="547" y="114"/>
                  </a:lnTo>
                  <a:lnTo>
                    <a:pt x="547" y="114"/>
                  </a:lnTo>
                  <a:lnTo>
                    <a:pt x="547" y="114"/>
                  </a:lnTo>
                  <a:lnTo>
                    <a:pt x="547" y="112"/>
                  </a:lnTo>
                  <a:lnTo>
                    <a:pt x="545" y="112"/>
                  </a:lnTo>
                  <a:lnTo>
                    <a:pt x="545" y="110"/>
                  </a:lnTo>
                  <a:lnTo>
                    <a:pt x="545" y="110"/>
                  </a:lnTo>
                  <a:lnTo>
                    <a:pt x="545" y="110"/>
                  </a:lnTo>
                  <a:lnTo>
                    <a:pt x="545" y="108"/>
                  </a:lnTo>
                  <a:lnTo>
                    <a:pt x="547" y="108"/>
                  </a:lnTo>
                  <a:lnTo>
                    <a:pt x="547" y="108"/>
                  </a:lnTo>
                  <a:lnTo>
                    <a:pt x="547" y="108"/>
                  </a:lnTo>
                  <a:lnTo>
                    <a:pt x="549" y="108"/>
                  </a:lnTo>
                  <a:lnTo>
                    <a:pt x="549" y="106"/>
                  </a:lnTo>
                  <a:lnTo>
                    <a:pt x="549" y="106"/>
                  </a:lnTo>
                  <a:lnTo>
                    <a:pt x="549" y="106"/>
                  </a:lnTo>
                  <a:lnTo>
                    <a:pt x="549" y="104"/>
                  </a:lnTo>
                  <a:lnTo>
                    <a:pt x="547" y="103"/>
                  </a:lnTo>
                  <a:lnTo>
                    <a:pt x="547" y="101"/>
                  </a:lnTo>
                  <a:lnTo>
                    <a:pt x="547" y="101"/>
                  </a:lnTo>
                  <a:lnTo>
                    <a:pt x="545" y="101"/>
                  </a:lnTo>
                  <a:lnTo>
                    <a:pt x="543" y="101"/>
                  </a:lnTo>
                  <a:lnTo>
                    <a:pt x="543" y="103"/>
                  </a:lnTo>
                  <a:lnTo>
                    <a:pt x="543" y="103"/>
                  </a:lnTo>
                  <a:lnTo>
                    <a:pt x="541" y="103"/>
                  </a:lnTo>
                  <a:lnTo>
                    <a:pt x="541" y="103"/>
                  </a:lnTo>
                  <a:lnTo>
                    <a:pt x="541" y="103"/>
                  </a:lnTo>
                  <a:lnTo>
                    <a:pt x="541" y="103"/>
                  </a:lnTo>
                  <a:lnTo>
                    <a:pt x="539" y="101"/>
                  </a:lnTo>
                  <a:lnTo>
                    <a:pt x="541" y="101"/>
                  </a:lnTo>
                  <a:lnTo>
                    <a:pt x="541" y="99"/>
                  </a:lnTo>
                  <a:lnTo>
                    <a:pt x="541" y="97"/>
                  </a:lnTo>
                  <a:lnTo>
                    <a:pt x="541" y="97"/>
                  </a:lnTo>
                  <a:lnTo>
                    <a:pt x="539" y="97"/>
                  </a:lnTo>
                  <a:lnTo>
                    <a:pt x="539" y="97"/>
                  </a:lnTo>
                  <a:lnTo>
                    <a:pt x="535" y="99"/>
                  </a:lnTo>
                  <a:lnTo>
                    <a:pt x="535" y="99"/>
                  </a:lnTo>
                  <a:lnTo>
                    <a:pt x="535" y="99"/>
                  </a:lnTo>
                  <a:lnTo>
                    <a:pt x="535" y="99"/>
                  </a:lnTo>
                  <a:lnTo>
                    <a:pt x="535" y="101"/>
                  </a:lnTo>
                  <a:lnTo>
                    <a:pt x="535" y="101"/>
                  </a:lnTo>
                  <a:lnTo>
                    <a:pt x="533" y="101"/>
                  </a:lnTo>
                  <a:lnTo>
                    <a:pt x="532" y="101"/>
                  </a:lnTo>
                  <a:lnTo>
                    <a:pt x="530" y="101"/>
                  </a:lnTo>
                  <a:lnTo>
                    <a:pt x="528" y="101"/>
                  </a:lnTo>
                  <a:lnTo>
                    <a:pt x="528" y="99"/>
                  </a:lnTo>
                  <a:lnTo>
                    <a:pt x="528" y="99"/>
                  </a:lnTo>
                  <a:lnTo>
                    <a:pt x="526" y="99"/>
                  </a:lnTo>
                  <a:lnTo>
                    <a:pt x="526" y="101"/>
                  </a:lnTo>
                  <a:lnTo>
                    <a:pt x="524" y="101"/>
                  </a:lnTo>
                  <a:lnTo>
                    <a:pt x="522" y="101"/>
                  </a:lnTo>
                  <a:lnTo>
                    <a:pt x="522" y="103"/>
                  </a:lnTo>
                  <a:lnTo>
                    <a:pt x="520" y="103"/>
                  </a:lnTo>
                  <a:lnTo>
                    <a:pt x="520" y="103"/>
                  </a:lnTo>
                  <a:lnTo>
                    <a:pt x="518" y="103"/>
                  </a:lnTo>
                  <a:lnTo>
                    <a:pt x="518" y="103"/>
                  </a:lnTo>
                  <a:lnTo>
                    <a:pt x="516" y="103"/>
                  </a:lnTo>
                  <a:lnTo>
                    <a:pt x="516" y="103"/>
                  </a:lnTo>
                  <a:lnTo>
                    <a:pt x="516" y="99"/>
                  </a:lnTo>
                  <a:lnTo>
                    <a:pt x="514" y="99"/>
                  </a:lnTo>
                  <a:lnTo>
                    <a:pt x="514" y="97"/>
                  </a:lnTo>
                  <a:lnTo>
                    <a:pt x="512" y="97"/>
                  </a:lnTo>
                  <a:lnTo>
                    <a:pt x="512" y="97"/>
                  </a:lnTo>
                  <a:lnTo>
                    <a:pt x="511" y="99"/>
                  </a:lnTo>
                  <a:lnTo>
                    <a:pt x="511" y="99"/>
                  </a:lnTo>
                  <a:lnTo>
                    <a:pt x="509" y="99"/>
                  </a:lnTo>
                  <a:lnTo>
                    <a:pt x="509" y="99"/>
                  </a:lnTo>
                  <a:lnTo>
                    <a:pt x="507" y="99"/>
                  </a:lnTo>
                  <a:lnTo>
                    <a:pt x="507" y="97"/>
                  </a:lnTo>
                  <a:lnTo>
                    <a:pt x="507" y="97"/>
                  </a:lnTo>
                  <a:lnTo>
                    <a:pt x="505" y="93"/>
                  </a:lnTo>
                  <a:lnTo>
                    <a:pt x="505" y="91"/>
                  </a:lnTo>
                  <a:lnTo>
                    <a:pt x="505" y="91"/>
                  </a:lnTo>
                  <a:lnTo>
                    <a:pt x="503" y="89"/>
                  </a:lnTo>
                  <a:lnTo>
                    <a:pt x="503" y="89"/>
                  </a:lnTo>
                  <a:lnTo>
                    <a:pt x="501" y="87"/>
                  </a:lnTo>
                  <a:lnTo>
                    <a:pt x="501" y="87"/>
                  </a:lnTo>
                  <a:lnTo>
                    <a:pt x="499" y="87"/>
                  </a:lnTo>
                  <a:lnTo>
                    <a:pt x="497" y="87"/>
                  </a:lnTo>
                  <a:lnTo>
                    <a:pt x="497" y="85"/>
                  </a:lnTo>
                  <a:lnTo>
                    <a:pt x="495" y="85"/>
                  </a:lnTo>
                  <a:lnTo>
                    <a:pt x="495" y="85"/>
                  </a:lnTo>
                  <a:lnTo>
                    <a:pt x="493" y="85"/>
                  </a:lnTo>
                  <a:lnTo>
                    <a:pt x="493" y="85"/>
                  </a:lnTo>
                  <a:lnTo>
                    <a:pt x="491" y="87"/>
                  </a:lnTo>
                  <a:lnTo>
                    <a:pt x="490" y="87"/>
                  </a:lnTo>
                  <a:lnTo>
                    <a:pt x="490" y="89"/>
                  </a:lnTo>
                  <a:lnTo>
                    <a:pt x="490" y="89"/>
                  </a:lnTo>
                  <a:lnTo>
                    <a:pt x="488" y="89"/>
                  </a:lnTo>
                  <a:lnTo>
                    <a:pt x="486" y="89"/>
                  </a:lnTo>
                  <a:lnTo>
                    <a:pt x="484" y="89"/>
                  </a:lnTo>
                  <a:lnTo>
                    <a:pt x="482" y="89"/>
                  </a:lnTo>
                  <a:lnTo>
                    <a:pt x="480" y="89"/>
                  </a:lnTo>
                  <a:lnTo>
                    <a:pt x="478" y="89"/>
                  </a:lnTo>
                  <a:lnTo>
                    <a:pt x="478" y="89"/>
                  </a:lnTo>
                  <a:lnTo>
                    <a:pt x="478" y="89"/>
                  </a:lnTo>
                  <a:lnTo>
                    <a:pt x="478" y="89"/>
                  </a:lnTo>
                  <a:lnTo>
                    <a:pt x="478" y="91"/>
                  </a:lnTo>
                  <a:lnTo>
                    <a:pt x="476" y="91"/>
                  </a:lnTo>
                  <a:lnTo>
                    <a:pt x="476" y="93"/>
                  </a:lnTo>
                  <a:lnTo>
                    <a:pt x="476" y="93"/>
                  </a:lnTo>
                  <a:lnTo>
                    <a:pt x="476" y="93"/>
                  </a:lnTo>
                  <a:lnTo>
                    <a:pt x="474" y="93"/>
                  </a:lnTo>
                  <a:lnTo>
                    <a:pt x="474" y="93"/>
                  </a:lnTo>
                  <a:lnTo>
                    <a:pt x="472" y="91"/>
                  </a:lnTo>
                  <a:lnTo>
                    <a:pt x="472" y="89"/>
                  </a:lnTo>
                  <a:lnTo>
                    <a:pt x="472" y="87"/>
                  </a:lnTo>
                  <a:lnTo>
                    <a:pt x="471" y="85"/>
                  </a:lnTo>
                  <a:lnTo>
                    <a:pt x="471" y="85"/>
                  </a:lnTo>
                  <a:lnTo>
                    <a:pt x="469" y="84"/>
                  </a:lnTo>
                  <a:lnTo>
                    <a:pt x="469" y="82"/>
                  </a:lnTo>
                  <a:lnTo>
                    <a:pt x="469" y="82"/>
                  </a:lnTo>
                  <a:lnTo>
                    <a:pt x="467" y="82"/>
                  </a:lnTo>
                  <a:lnTo>
                    <a:pt x="467" y="80"/>
                  </a:lnTo>
                  <a:lnTo>
                    <a:pt x="469" y="80"/>
                  </a:lnTo>
                  <a:lnTo>
                    <a:pt x="469" y="78"/>
                  </a:lnTo>
                  <a:lnTo>
                    <a:pt x="469" y="78"/>
                  </a:lnTo>
                  <a:lnTo>
                    <a:pt x="472" y="78"/>
                  </a:lnTo>
                  <a:lnTo>
                    <a:pt x="472" y="78"/>
                  </a:lnTo>
                  <a:lnTo>
                    <a:pt x="474" y="78"/>
                  </a:lnTo>
                  <a:lnTo>
                    <a:pt x="474" y="78"/>
                  </a:lnTo>
                  <a:lnTo>
                    <a:pt x="474" y="76"/>
                  </a:lnTo>
                  <a:lnTo>
                    <a:pt x="474" y="72"/>
                  </a:lnTo>
                  <a:lnTo>
                    <a:pt x="474" y="72"/>
                  </a:lnTo>
                  <a:lnTo>
                    <a:pt x="474" y="70"/>
                  </a:lnTo>
                  <a:lnTo>
                    <a:pt x="472" y="68"/>
                  </a:lnTo>
                  <a:lnTo>
                    <a:pt x="471" y="66"/>
                  </a:lnTo>
                  <a:lnTo>
                    <a:pt x="471" y="66"/>
                  </a:lnTo>
                  <a:lnTo>
                    <a:pt x="472" y="57"/>
                  </a:lnTo>
                  <a:lnTo>
                    <a:pt x="472" y="55"/>
                  </a:lnTo>
                  <a:lnTo>
                    <a:pt x="474" y="51"/>
                  </a:lnTo>
                  <a:lnTo>
                    <a:pt x="474" y="49"/>
                  </a:lnTo>
                  <a:lnTo>
                    <a:pt x="474" y="47"/>
                  </a:lnTo>
                  <a:lnTo>
                    <a:pt x="472" y="47"/>
                  </a:lnTo>
                  <a:lnTo>
                    <a:pt x="472" y="47"/>
                  </a:lnTo>
                  <a:lnTo>
                    <a:pt x="472" y="46"/>
                  </a:lnTo>
                  <a:lnTo>
                    <a:pt x="471" y="47"/>
                  </a:lnTo>
                  <a:lnTo>
                    <a:pt x="471" y="47"/>
                  </a:lnTo>
                  <a:lnTo>
                    <a:pt x="471" y="47"/>
                  </a:lnTo>
                  <a:lnTo>
                    <a:pt x="471" y="47"/>
                  </a:lnTo>
                  <a:lnTo>
                    <a:pt x="471" y="47"/>
                  </a:lnTo>
                  <a:lnTo>
                    <a:pt x="469" y="47"/>
                  </a:lnTo>
                  <a:lnTo>
                    <a:pt x="469" y="47"/>
                  </a:lnTo>
                  <a:lnTo>
                    <a:pt x="467" y="49"/>
                  </a:lnTo>
                  <a:lnTo>
                    <a:pt x="467" y="49"/>
                  </a:lnTo>
                  <a:lnTo>
                    <a:pt x="465" y="49"/>
                  </a:lnTo>
                  <a:lnTo>
                    <a:pt x="465" y="49"/>
                  </a:lnTo>
                  <a:lnTo>
                    <a:pt x="465" y="49"/>
                  </a:lnTo>
                  <a:lnTo>
                    <a:pt x="463" y="49"/>
                  </a:lnTo>
                  <a:lnTo>
                    <a:pt x="463" y="49"/>
                  </a:lnTo>
                  <a:lnTo>
                    <a:pt x="461" y="49"/>
                  </a:lnTo>
                  <a:lnTo>
                    <a:pt x="461" y="47"/>
                  </a:lnTo>
                  <a:lnTo>
                    <a:pt x="461" y="47"/>
                  </a:lnTo>
                  <a:lnTo>
                    <a:pt x="461" y="46"/>
                  </a:lnTo>
                  <a:lnTo>
                    <a:pt x="461" y="44"/>
                  </a:lnTo>
                  <a:lnTo>
                    <a:pt x="461" y="42"/>
                  </a:lnTo>
                  <a:lnTo>
                    <a:pt x="463" y="40"/>
                  </a:lnTo>
                  <a:lnTo>
                    <a:pt x="463" y="40"/>
                  </a:lnTo>
                  <a:lnTo>
                    <a:pt x="463" y="40"/>
                  </a:lnTo>
                  <a:lnTo>
                    <a:pt x="467" y="40"/>
                  </a:lnTo>
                  <a:lnTo>
                    <a:pt x="467" y="38"/>
                  </a:lnTo>
                  <a:lnTo>
                    <a:pt x="469" y="38"/>
                  </a:lnTo>
                  <a:lnTo>
                    <a:pt x="469" y="36"/>
                  </a:lnTo>
                  <a:lnTo>
                    <a:pt x="469" y="36"/>
                  </a:lnTo>
                  <a:lnTo>
                    <a:pt x="469" y="34"/>
                  </a:lnTo>
                  <a:lnTo>
                    <a:pt x="469" y="34"/>
                  </a:lnTo>
                  <a:lnTo>
                    <a:pt x="467" y="32"/>
                  </a:lnTo>
                  <a:lnTo>
                    <a:pt x="467" y="32"/>
                  </a:lnTo>
                  <a:lnTo>
                    <a:pt x="465" y="32"/>
                  </a:lnTo>
                  <a:lnTo>
                    <a:pt x="465" y="30"/>
                  </a:lnTo>
                  <a:lnTo>
                    <a:pt x="465" y="28"/>
                  </a:lnTo>
                  <a:lnTo>
                    <a:pt x="453" y="26"/>
                  </a:lnTo>
                  <a:lnTo>
                    <a:pt x="444" y="26"/>
                  </a:lnTo>
                  <a:lnTo>
                    <a:pt x="410" y="25"/>
                  </a:lnTo>
                  <a:lnTo>
                    <a:pt x="408" y="25"/>
                  </a:lnTo>
                  <a:lnTo>
                    <a:pt x="408" y="23"/>
                  </a:lnTo>
                  <a:lnTo>
                    <a:pt x="408" y="23"/>
                  </a:lnTo>
                  <a:lnTo>
                    <a:pt x="408" y="21"/>
                  </a:lnTo>
                  <a:lnTo>
                    <a:pt x="408" y="19"/>
                  </a:lnTo>
                  <a:lnTo>
                    <a:pt x="415" y="7"/>
                  </a:lnTo>
                  <a:lnTo>
                    <a:pt x="415" y="7"/>
                  </a:lnTo>
                  <a:lnTo>
                    <a:pt x="415" y="6"/>
                  </a:lnTo>
                  <a:lnTo>
                    <a:pt x="415" y="4"/>
                  </a:lnTo>
                  <a:lnTo>
                    <a:pt x="415" y="2"/>
                  </a:lnTo>
                  <a:lnTo>
                    <a:pt x="413" y="0"/>
                  </a:lnTo>
                  <a:lnTo>
                    <a:pt x="413" y="2"/>
                  </a:lnTo>
                  <a:lnTo>
                    <a:pt x="398" y="15"/>
                  </a:lnTo>
                  <a:lnTo>
                    <a:pt x="394" y="17"/>
                  </a:lnTo>
                  <a:lnTo>
                    <a:pt x="377" y="21"/>
                  </a:lnTo>
                  <a:lnTo>
                    <a:pt x="362" y="28"/>
                  </a:lnTo>
                  <a:lnTo>
                    <a:pt x="360" y="30"/>
                  </a:lnTo>
                  <a:lnTo>
                    <a:pt x="356" y="44"/>
                  </a:lnTo>
                  <a:lnTo>
                    <a:pt x="352" y="55"/>
                  </a:lnTo>
                  <a:lnTo>
                    <a:pt x="347" y="70"/>
                  </a:lnTo>
                  <a:lnTo>
                    <a:pt x="343" y="82"/>
                  </a:lnTo>
                  <a:lnTo>
                    <a:pt x="337" y="89"/>
                  </a:lnTo>
                  <a:lnTo>
                    <a:pt x="330" y="104"/>
                  </a:lnTo>
                  <a:lnTo>
                    <a:pt x="324" y="112"/>
                  </a:lnTo>
                  <a:lnTo>
                    <a:pt x="322" y="116"/>
                  </a:lnTo>
                  <a:lnTo>
                    <a:pt x="320" y="123"/>
                  </a:lnTo>
                  <a:lnTo>
                    <a:pt x="318" y="123"/>
                  </a:lnTo>
                  <a:lnTo>
                    <a:pt x="316" y="125"/>
                  </a:lnTo>
                  <a:lnTo>
                    <a:pt x="305" y="131"/>
                  </a:lnTo>
                  <a:lnTo>
                    <a:pt x="293" y="137"/>
                  </a:lnTo>
                  <a:lnTo>
                    <a:pt x="282" y="144"/>
                  </a:lnTo>
                  <a:lnTo>
                    <a:pt x="269" y="150"/>
                  </a:lnTo>
                  <a:lnTo>
                    <a:pt x="267" y="152"/>
                  </a:lnTo>
                  <a:lnTo>
                    <a:pt x="259" y="162"/>
                  </a:lnTo>
                  <a:lnTo>
                    <a:pt x="257" y="165"/>
                  </a:lnTo>
                  <a:lnTo>
                    <a:pt x="251" y="186"/>
                  </a:lnTo>
                  <a:lnTo>
                    <a:pt x="249" y="192"/>
                  </a:lnTo>
                  <a:lnTo>
                    <a:pt x="248" y="196"/>
                  </a:lnTo>
                  <a:lnTo>
                    <a:pt x="244" y="200"/>
                  </a:lnTo>
                  <a:lnTo>
                    <a:pt x="232" y="209"/>
                  </a:lnTo>
                  <a:lnTo>
                    <a:pt x="225" y="219"/>
                  </a:lnTo>
                  <a:lnTo>
                    <a:pt x="223" y="220"/>
                  </a:lnTo>
                  <a:lnTo>
                    <a:pt x="223" y="222"/>
                  </a:lnTo>
                  <a:lnTo>
                    <a:pt x="223" y="236"/>
                  </a:lnTo>
                  <a:lnTo>
                    <a:pt x="221" y="238"/>
                  </a:lnTo>
                  <a:lnTo>
                    <a:pt x="221" y="238"/>
                  </a:lnTo>
                  <a:lnTo>
                    <a:pt x="206" y="243"/>
                  </a:lnTo>
                  <a:lnTo>
                    <a:pt x="192" y="247"/>
                  </a:lnTo>
                  <a:lnTo>
                    <a:pt x="185" y="247"/>
                  </a:lnTo>
                  <a:lnTo>
                    <a:pt x="177" y="247"/>
                  </a:lnTo>
                  <a:lnTo>
                    <a:pt x="169" y="247"/>
                  </a:lnTo>
                  <a:lnTo>
                    <a:pt x="162" y="249"/>
                  </a:lnTo>
                  <a:lnTo>
                    <a:pt x="154" y="251"/>
                  </a:lnTo>
                  <a:lnTo>
                    <a:pt x="143" y="257"/>
                  </a:lnTo>
                  <a:lnTo>
                    <a:pt x="133" y="262"/>
                  </a:lnTo>
                  <a:lnTo>
                    <a:pt x="126" y="264"/>
                  </a:lnTo>
                  <a:lnTo>
                    <a:pt x="118" y="262"/>
                  </a:lnTo>
                  <a:lnTo>
                    <a:pt x="114" y="260"/>
                  </a:lnTo>
                  <a:lnTo>
                    <a:pt x="110" y="255"/>
                  </a:lnTo>
                  <a:lnTo>
                    <a:pt x="108" y="247"/>
                  </a:lnTo>
                  <a:lnTo>
                    <a:pt x="107" y="245"/>
                  </a:lnTo>
                  <a:lnTo>
                    <a:pt x="108" y="241"/>
                  </a:lnTo>
                  <a:lnTo>
                    <a:pt x="107" y="240"/>
                  </a:lnTo>
                  <a:lnTo>
                    <a:pt x="107" y="238"/>
                  </a:lnTo>
                  <a:lnTo>
                    <a:pt x="103" y="236"/>
                  </a:lnTo>
                  <a:lnTo>
                    <a:pt x="101" y="234"/>
                  </a:lnTo>
                  <a:lnTo>
                    <a:pt x="97" y="232"/>
                  </a:lnTo>
                  <a:lnTo>
                    <a:pt x="95" y="230"/>
                  </a:lnTo>
                  <a:lnTo>
                    <a:pt x="93" y="228"/>
                  </a:lnTo>
                  <a:lnTo>
                    <a:pt x="91" y="228"/>
                  </a:lnTo>
                  <a:lnTo>
                    <a:pt x="89" y="228"/>
                  </a:lnTo>
                  <a:lnTo>
                    <a:pt x="86" y="230"/>
                  </a:lnTo>
                  <a:lnTo>
                    <a:pt x="82" y="232"/>
                  </a:lnTo>
                  <a:lnTo>
                    <a:pt x="80" y="232"/>
                  </a:lnTo>
                  <a:lnTo>
                    <a:pt x="78" y="232"/>
                  </a:lnTo>
                  <a:lnTo>
                    <a:pt x="74" y="238"/>
                  </a:lnTo>
                  <a:lnTo>
                    <a:pt x="67" y="243"/>
                  </a:lnTo>
                  <a:lnTo>
                    <a:pt x="67" y="243"/>
                  </a:lnTo>
                  <a:lnTo>
                    <a:pt x="59" y="253"/>
                  </a:lnTo>
                  <a:lnTo>
                    <a:pt x="57" y="255"/>
                  </a:lnTo>
                  <a:lnTo>
                    <a:pt x="49" y="274"/>
                  </a:lnTo>
                  <a:lnTo>
                    <a:pt x="48" y="278"/>
                  </a:lnTo>
                  <a:lnTo>
                    <a:pt x="40" y="285"/>
                  </a:lnTo>
                  <a:lnTo>
                    <a:pt x="34" y="295"/>
                  </a:lnTo>
                  <a:lnTo>
                    <a:pt x="25" y="304"/>
                  </a:lnTo>
                  <a:lnTo>
                    <a:pt x="17" y="308"/>
                  </a:lnTo>
                  <a:lnTo>
                    <a:pt x="9" y="317"/>
                  </a:lnTo>
                  <a:lnTo>
                    <a:pt x="6" y="323"/>
                  </a:lnTo>
                  <a:lnTo>
                    <a:pt x="4" y="331"/>
                  </a:lnTo>
                  <a:lnTo>
                    <a:pt x="2" y="344"/>
                  </a:lnTo>
                  <a:lnTo>
                    <a:pt x="0" y="356"/>
                  </a:lnTo>
                  <a:lnTo>
                    <a:pt x="0" y="361"/>
                  </a:lnTo>
                  <a:lnTo>
                    <a:pt x="4" y="363"/>
                  </a:lnTo>
                  <a:lnTo>
                    <a:pt x="17" y="371"/>
                  </a:lnTo>
                  <a:lnTo>
                    <a:pt x="21" y="373"/>
                  </a:lnTo>
                  <a:lnTo>
                    <a:pt x="28" y="378"/>
                  </a:lnTo>
                  <a:lnTo>
                    <a:pt x="32" y="380"/>
                  </a:lnTo>
                  <a:lnTo>
                    <a:pt x="53" y="378"/>
                  </a:lnTo>
                  <a:lnTo>
                    <a:pt x="57" y="380"/>
                  </a:lnTo>
                  <a:lnTo>
                    <a:pt x="61" y="382"/>
                  </a:lnTo>
                  <a:lnTo>
                    <a:pt x="63" y="386"/>
                  </a:lnTo>
                  <a:lnTo>
                    <a:pt x="63" y="390"/>
                  </a:lnTo>
                  <a:lnTo>
                    <a:pt x="63" y="397"/>
                  </a:lnTo>
                  <a:lnTo>
                    <a:pt x="63" y="401"/>
                  </a:lnTo>
                  <a:lnTo>
                    <a:pt x="63" y="403"/>
                  </a:lnTo>
                  <a:lnTo>
                    <a:pt x="63" y="405"/>
                  </a:lnTo>
                  <a:lnTo>
                    <a:pt x="61" y="407"/>
                  </a:lnTo>
                  <a:lnTo>
                    <a:pt x="63" y="409"/>
                  </a:lnTo>
                  <a:lnTo>
                    <a:pt x="63" y="413"/>
                  </a:lnTo>
                  <a:lnTo>
                    <a:pt x="63" y="416"/>
                  </a:lnTo>
                  <a:lnTo>
                    <a:pt x="61" y="420"/>
                  </a:lnTo>
                  <a:lnTo>
                    <a:pt x="55" y="430"/>
                  </a:lnTo>
                  <a:lnTo>
                    <a:pt x="55" y="432"/>
                  </a:lnTo>
                  <a:lnTo>
                    <a:pt x="55" y="435"/>
                  </a:lnTo>
                  <a:lnTo>
                    <a:pt x="55" y="439"/>
                  </a:lnTo>
                  <a:lnTo>
                    <a:pt x="55" y="441"/>
                  </a:lnTo>
                  <a:lnTo>
                    <a:pt x="57" y="447"/>
                  </a:lnTo>
                  <a:lnTo>
                    <a:pt x="59" y="453"/>
                  </a:lnTo>
                  <a:lnTo>
                    <a:pt x="63" y="456"/>
                  </a:lnTo>
                  <a:lnTo>
                    <a:pt x="67" y="460"/>
                  </a:lnTo>
                  <a:lnTo>
                    <a:pt x="68" y="462"/>
                  </a:lnTo>
                  <a:lnTo>
                    <a:pt x="70" y="468"/>
                  </a:lnTo>
                  <a:lnTo>
                    <a:pt x="72" y="470"/>
                  </a:lnTo>
                  <a:lnTo>
                    <a:pt x="72" y="470"/>
                  </a:lnTo>
                  <a:lnTo>
                    <a:pt x="76" y="472"/>
                  </a:lnTo>
                  <a:lnTo>
                    <a:pt x="82" y="473"/>
                  </a:lnTo>
                  <a:lnTo>
                    <a:pt x="93" y="473"/>
                  </a:lnTo>
                  <a:lnTo>
                    <a:pt x="97" y="472"/>
                  </a:lnTo>
                  <a:lnTo>
                    <a:pt x="99" y="470"/>
                  </a:lnTo>
                  <a:lnTo>
                    <a:pt x="103" y="470"/>
                  </a:lnTo>
                  <a:lnTo>
                    <a:pt x="107" y="470"/>
                  </a:lnTo>
                  <a:lnTo>
                    <a:pt x="108" y="473"/>
                  </a:lnTo>
                  <a:lnTo>
                    <a:pt x="108" y="477"/>
                  </a:lnTo>
                  <a:lnTo>
                    <a:pt x="108" y="487"/>
                  </a:lnTo>
                  <a:lnTo>
                    <a:pt x="108" y="498"/>
                  </a:lnTo>
                  <a:lnTo>
                    <a:pt x="108" y="502"/>
                  </a:lnTo>
                  <a:lnTo>
                    <a:pt x="110" y="504"/>
                  </a:lnTo>
                  <a:lnTo>
                    <a:pt x="114" y="508"/>
                  </a:lnTo>
                  <a:lnTo>
                    <a:pt x="114" y="510"/>
                  </a:lnTo>
                  <a:lnTo>
                    <a:pt x="116" y="511"/>
                  </a:lnTo>
                  <a:lnTo>
                    <a:pt x="116" y="515"/>
                  </a:lnTo>
                  <a:lnTo>
                    <a:pt x="120" y="517"/>
                  </a:lnTo>
                  <a:lnTo>
                    <a:pt x="126" y="523"/>
                  </a:lnTo>
                  <a:lnTo>
                    <a:pt x="128" y="525"/>
                  </a:lnTo>
                  <a:lnTo>
                    <a:pt x="128" y="527"/>
                  </a:lnTo>
                  <a:lnTo>
                    <a:pt x="131" y="542"/>
                  </a:lnTo>
                  <a:lnTo>
                    <a:pt x="133" y="548"/>
                  </a:lnTo>
                  <a:lnTo>
                    <a:pt x="135" y="553"/>
                  </a:lnTo>
                  <a:lnTo>
                    <a:pt x="141" y="561"/>
                  </a:lnTo>
                  <a:lnTo>
                    <a:pt x="145" y="570"/>
                  </a:lnTo>
                  <a:lnTo>
                    <a:pt x="147" y="572"/>
                  </a:lnTo>
                  <a:lnTo>
                    <a:pt x="148" y="574"/>
                  </a:lnTo>
                  <a:lnTo>
                    <a:pt x="152" y="576"/>
                  </a:lnTo>
                  <a:lnTo>
                    <a:pt x="162" y="578"/>
                  </a:lnTo>
                  <a:lnTo>
                    <a:pt x="162" y="578"/>
                  </a:lnTo>
                  <a:lnTo>
                    <a:pt x="164" y="578"/>
                  </a:lnTo>
                  <a:lnTo>
                    <a:pt x="166" y="578"/>
                  </a:lnTo>
                  <a:lnTo>
                    <a:pt x="168" y="576"/>
                  </a:lnTo>
                  <a:lnTo>
                    <a:pt x="168" y="576"/>
                  </a:lnTo>
                  <a:lnTo>
                    <a:pt x="171" y="576"/>
                  </a:lnTo>
                  <a:lnTo>
                    <a:pt x="171" y="576"/>
                  </a:lnTo>
                  <a:lnTo>
                    <a:pt x="173" y="578"/>
                  </a:lnTo>
                  <a:lnTo>
                    <a:pt x="175" y="578"/>
                  </a:lnTo>
                  <a:lnTo>
                    <a:pt x="177" y="578"/>
                  </a:lnTo>
                  <a:lnTo>
                    <a:pt x="179" y="576"/>
                  </a:lnTo>
                  <a:lnTo>
                    <a:pt x="181" y="574"/>
                  </a:lnTo>
                  <a:lnTo>
                    <a:pt x="183" y="574"/>
                  </a:lnTo>
                  <a:lnTo>
                    <a:pt x="185" y="574"/>
                  </a:lnTo>
                  <a:lnTo>
                    <a:pt x="190" y="574"/>
                  </a:lnTo>
                  <a:lnTo>
                    <a:pt x="194" y="574"/>
                  </a:lnTo>
                  <a:lnTo>
                    <a:pt x="196" y="574"/>
                  </a:lnTo>
                  <a:lnTo>
                    <a:pt x="198" y="576"/>
                  </a:lnTo>
                  <a:lnTo>
                    <a:pt x="198" y="576"/>
                  </a:lnTo>
                  <a:lnTo>
                    <a:pt x="200" y="576"/>
                  </a:lnTo>
                  <a:lnTo>
                    <a:pt x="202" y="576"/>
                  </a:lnTo>
                  <a:lnTo>
                    <a:pt x="209" y="574"/>
                  </a:lnTo>
                  <a:lnTo>
                    <a:pt x="211" y="574"/>
                  </a:lnTo>
                  <a:lnTo>
                    <a:pt x="211" y="574"/>
                  </a:lnTo>
                  <a:lnTo>
                    <a:pt x="211" y="576"/>
                  </a:lnTo>
                  <a:lnTo>
                    <a:pt x="213" y="578"/>
                  </a:lnTo>
                  <a:lnTo>
                    <a:pt x="213" y="578"/>
                  </a:lnTo>
                  <a:lnTo>
                    <a:pt x="215" y="578"/>
                  </a:lnTo>
                  <a:lnTo>
                    <a:pt x="217" y="578"/>
                  </a:lnTo>
                  <a:lnTo>
                    <a:pt x="217" y="578"/>
                  </a:lnTo>
                  <a:lnTo>
                    <a:pt x="217" y="578"/>
                  </a:lnTo>
                  <a:lnTo>
                    <a:pt x="217" y="576"/>
                  </a:lnTo>
                  <a:lnTo>
                    <a:pt x="217" y="576"/>
                  </a:lnTo>
                  <a:lnTo>
                    <a:pt x="217" y="574"/>
                  </a:lnTo>
                  <a:lnTo>
                    <a:pt x="219" y="574"/>
                  </a:lnTo>
                  <a:lnTo>
                    <a:pt x="221" y="574"/>
                  </a:lnTo>
                  <a:lnTo>
                    <a:pt x="221" y="574"/>
                  </a:lnTo>
                  <a:lnTo>
                    <a:pt x="223" y="574"/>
                  </a:lnTo>
                  <a:lnTo>
                    <a:pt x="223" y="574"/>
                  </a:lnTo>
                  <a:lnTo>
                    <a:pt x="223" y="576"/>
                  </a:lnTo>
                  <a:lnTo>
                    <a:pt x="225" y="576"/>
                  </a:lnTo>
                  <a:lnTo>
                    <a:pt x="227" y="576"/>
                  </a:lnTo>
                  <a:lnTo>
                    <a:pt x="227" y="576"/>
                  </a:lnTo>
                  <a:lnTo>
                    <a:pt x="229" y="576"/>
                  </a:lnTo>
                  <a:lnTo>
                    <a:pt x="229" y="574"/>
                  </a:lnTo>
                  <a:lnTo>
                    <a:pt x="230" y="574"/>
                  </a:lnTo>
                  <a:lnTo>
                    <a:pt x="230" y="572"/>
                  </a:lnTo>
                  <a:lnTo>
                    <a:pt x="232" y="572"/>
                  </a:lnTo>
                  <a:lnTo>
                    <a:pt x="236" y="572"/>
                  </a:lnTo>
                  <a:lnTo>
                    <a:pt x="238" y="570"/>
                  </a:lnTo>
                  <a:lnTo>
                    <a:pt x="238" y="572"/>
                  </a:lnTo>
                  <a:lnTo>
                    <a:pt x="240" y="572"/>
                  </a:lnTo>
                  <a:lnTo>
                    <a:pt x="240" y="576"/>
                  </a:lnTo>
                  <a:lnTo>
                    <a:pt x="242" y="576"/>
                  </a:lnTo>
                  <a:lnTo>
                    <a:pt x="249" y="578"/>
                  </a:lnTo>
                  <a:lnTo>
                    <a:pt x="251" y="580"/>
                  </a:lnTo>
                  <a:lnTo>
                    <a:pt x="257" y="578"/>
                  </a:lnTo>
                  <a:lnTo>
                    <a:pt x="261" y="578"/>
                  </a:lnTo>
                  <a:lnTo>
                    <a:pt x="263" y="578"/>
                  </a:lnTo>
                  <a:lnTo>
                    <a:pt x="263" y="578"/>
                  </a:lnTo>
                  <a:lnTo>
                    <a:pt x="265" y="578"/>
                  </a:lnTo>
                  <a:lnTo>
                    <a:pt x="265" y="580"/>
                  </a:lnTo>
                  <a:lnTo>
                    <a:pt x="265" y="580"/>
                  </a:lnTo>
                  <a:lnTo>
                    <a:pt x="263" y="580"/>
                  </a:lnTo>
                  <a:lnTo>
                    <a:pt x="263" y="580"/>
                  </a:lnTo>
                  <a:lnTo>
                    <a:pt x="261" y="582"/>
                  </a:lnTo>
                  <a:lnTo>
                    <a:pt x="257" y="582"/>
                  </a:lnTo>
                  <a:lnTo>
                    <a:pt x="257" y="582"/>
                  </a:lnTo>
                  <a:lnTo>
                    <a:pt x="257" y="582"/>
                  </a:lnTo>
                  <a:lnTo>
                    <a:pt x="255" y="582"/>
                  </a:lnTo>
                  <a:lnTo>
                    <a:pt x="257" y="584"/>
                  </a:lnTo>
                  <a:lnTo>
                    <a:pt x="257" y="584"/>
                  </a:lnTo>
                  <a:lnTo>
                    <a:pt x="259" y="586"/>
                  </a:lnTo>
                  <a:lnTo>
                    <a:pt x="259" y="586"/>
                  </a:lnTo>
                  <a:lnTo>
                    <a:pt x="261" y="586"/>
                  </a:lnTo>
                  <a:lnTo>
                    <a:pt x="263" y="586"/>
                  </a:lnTo>
                  <a:lnTo>
                    <a:pt x="265" y="588"/>
                  </a:lnTo>
                  <a:lnTo>
                    <a:pt x="265" y="588"/>
                  </a:lnTo>
                  <a:lnTo>
                    <a:pt x="265" y="588"/>
                  </a:lnTo>
                  <a:lnTo>
                    <a:pt x="265" y="588"/>
                  </a:lnTo>
                  <a:lnTo>
                    <a:pt x="265" y="589"/>
                  </a:lnTo>
                  <a:lnTo>
                    <a:pt x="267" y="589"/>
                  </a:lnTo>
                  <a:lnTo>
                    <a:pt x="267" y="589"/>
                  </a:lnTo>
                  <a:lnTo>
                    <a:pt x="269" y="589"/>
                  </a:lnTo>
                  <a:lnTo>
                    <a:pt x="269" y="589"/>
                  </a:lnTo>
                  <a:lnTo>
                    <a:pt x="270" y="589"/>
                  </a:lnTo>
                  <a:lnTo>
                    <a:pt x="272" y="589"/>
                  </a:lnTo>
                  <a:lnTo>
                    <a:pt x="272" y="591"/>
                  </a:lnTo>
                  <a:lnTo>
                    <a:pt x="272" y="591"/>
                  </a:lnTo>
                  <a:lnTo>
                    <a:pt x="272" y="591"/>
                  </a:lnTo>
                  <a:lnTo>
                    <a:pt x="272" y="593"/>
                  </a:lnTo>
                  <a:lnTo>
                    <a:pt x="272" y="593"/>
                  </a:lnTo>
                  <a:lnTo>
                    <a:pt x="272" y="595"/>
                  </a:lnTo>
                  <a:lnTo>
                    <a:pt x="272" y="595"/>
                  </a:lnTo>
                  <a:lnTo>
                    <a:pt x="274" y="597"/>
                  </a:lnTo>
                  <a:lnTo>
                    <a:pt x="274" y="599"/>
                  </a:lnTo>
                  <a:lnTo>
                    <a:pt x="276" y="599"/>
                  </a:lnTo>
                  <a:lnTo>
                    <a:pt x="276" y="599"/>
                  </a:lnTo>
                  <a:lnTo>
                    <a:pt x="276" y="599"/>
                  </a:lnTo>
                  <a:lnTo>
                    <a:pt x="278" y="599"/>
                  </a:lnTo>
                  <a:lnTo>
                    <a:pt x="278" y="599"/>
                  </a:lnTo>
                  <a:lnTo>
                    <a:pt x="278" y="599"/>
                  </a:lnTo>
                  <a:lnTo>
                    <a:pt x="278" y="599"/>
                  </a:lnTo>
                  <a:lnTo>
                    <a:pt x="280" y="593"/>
                  </a:lnTo>
                  <a:lnTo>
                    <a:pt x="280" y="591"/>
                  </a:lnTo>
                  <a:lnTo>
                    <a:pt x="280" y="591"/>
                  </a:lnTo>
                  <a:lnTo>
                    <a:pt x="280" y="591"/>
                  </a:lnTo>
                  <a:lnTo>
                    <a:pt x="280" y="591"/>
                  </a:lnTo>
                  <a:lnTo>
                    <a:pt x="282" y="591"/>
                  </a:lnTo>
                  <a:lnTo>
                    <a:pt x="284" y="591"/>
                  </a:lnTo>
                  <a:lnTo>
                    <a:pt x="284" y="591"/>
                  </a:lnTo>
                  <a:lnTo>
                    <a:pt x="290" y="595"/>
                  </a:lnTo>
                  <a:lnTo>
                    <a:pt x="290" y="595"/>
                  </a:lnTo>
                  <a:lnTo>
                    <a:pt x="291" y="595"/>
                  </a:lnTo>
                  <a:lnTo>
                    <a:pt x="293" y="595"/>
                  </a:lnTo>
                  <a:lnTo>
                    <a:pt x="293" y="595"/>
                  </a:lnTo>
                  <a:lnTo>
                    <a:pt x="295" y="597"/>
                  </a:lnTo>
                  <a:lnTo>
                    <a:pt x="295" y="597"/>
                  </a:lnTo>
                  <a:lnTo>
                    <a:pt x="295" y="597"/>
                  </a:lnTo>
                  <a:lnTo>
                    <a:pt x="297" y="601"/>
                  </a:lnTo>
                  <a:lnTo>
                    <a:pt x="297" y="601"/>
                  </a:lnTo>
                  <a:lnTo>
                    <a:pt x="299" y="603"/>
                  </a:lnTo>
                  <a:lnTo>
                    <a:pt x="299" y="603"/>
                  </a:lnTo>
                  <a:lnTo>
                    <a:pt x="301" y="605"/>
                  </a:lnTo>
                  <a:lnTo>
                    <a:pt x="303" y="605"/>
                  </a:lnTo>
                  <a:lnTo>
                    <a:pt x="307" y="605"/>
                  </a:lnTo>
                  <a:lnTo>
                    <a:pt x="310" y="605"/>
                  </a:lnTo>
                  <a:lnTo>
                    <a:pt x="312" y="605"/>
                  </a:lnTo>
                  <a:lnTo>
                    <a:pt x="316" y="607"/>
                  </a:lnTo>
                  <a:lnTo>
                    <a:pt x="318" y="607"/>
                  </a:lnTo>
                  <a:lnTo>
                    <a:pt x="318" y="607"/>
                  </a:lnTo>
                  <a:lnTo>
                    <a:pt x="320" y="605"/>
                  </a:lnTo>
                  <a:lnTo>
                    <a:pt x="322" y="605"/>
                  </a:lnTo>
                  <a:lnTo>
                    <a:pt x="322" y="603"/>
                  </a:lnTo>
                  <a:lnTo>
                    <a:pt x="322" y="603"/>
                  </a:lnTo>
                  <a:lnTo>
                    <a:pt x="322" y="603"/>
                  </a:lnTo>
                  <a:lnTo>
                    <a:pt x="322" y="601"/>
                  </a:lnTo>
                  <a:lnTo>
                    <a:pt x="322" y="601"/>
                  </a:lnTo>
                  <a:lnTo>
                    <a:pt x="322" y="601"/>
                  </a:lnTo>
                  <a:lnTo>
                    <a:pt x="322" y="601"/>
                  </a:lnTo>
                  <a:lnTo>
                    <a:pt x="322" y="599"/>
                  </a:lnTo>
                  <a:lnTo>
                    <a:pt x="324" y="599"/>
                  </a:lnTo>
                  <a:lnTo>
                    <a:pt x="324" y="599"/>
                  </a:lnTo>
                  <a:lnTo>
                    <a:pt x="324" y="597"/>
                  </a:lnTo>
                  <a:lnTo>
                    <a:pt x="324" y="597"/>
                  </a:lnTo>
                  <a:lnTo>
                    <a:pt x="324" y="595"/>
                  </a:lnTo>
                  <a:lnTo>
                    <a:pt x="324" y="595"/>
                  </a:lnTo>
                  <a:lnTo>
                    <a:pt x="324" y="595"/>
                  </a:lnTo>
                  <a:lnTo>
                    <a:pt x="326" y="593"/>
                  </a:lnTo>
                  <a:lnTo>
                    <a:pt x="326" y="593"/>
                  </a:lnTo>
                  <a:lnTo>
                    <a:pt x="326" y="593"/>
                  </a:lnTo>
                  <a:lnTo>
                    <a:pt x="328" y="593"/>
                  </a:lnTo>
                  <a:lnTo>
                    <a:pt x="328" y="593"/>
                  </a:lnTo>
                  <a:lnTo>
                    <a:pt x="331" y="591"/>
                  </a:lnTo>
                  <a:lnTo>
                    <a:pt x="333" y="591"/>
                  </a:lnTo>
                  <a:lnTo>
                    <a:pt x="333" y="591"/>
                  </a:lnTo>
                  <a:lnTo>
                    <a:pt x="335" y="591"/>
                  </a:lnTo>
                  <a:lnTo>
                    <a:pt x="335" y="591"/>
                  </a:lnTo>
                  <a:lnTo>
                    <a:pt x="335" y="593"/>
                  </a:lnTo>
                  <a:lnTo>
                    <a:pt x="335" y="593"/>
                  </a:lnTo>
                  <a:lnTo>
                    <a:pt x="335" y="593"/>
                  </a:lnTo>
                  <a:lnTo>
                    <a:pt x="335" y="595"/>
                  </a:lnTo>
                  <a:lnTo>
                    <a:pt x="335" y="599"/>
                  </a:lnTo>
                  <a:lnTo>
                    <a:pt x="333" y="601"/>
                  </a:lnTo>
                  <a:lnTo>
                    <a:pt x="333" y="601"/>
                  </a:lnTo>
                  <a:lnTo>
                    <a:pt x="333" y="601"/>
                  </a:lnTo>
                  <a:lnTo>
                    <a:pt x="335" y="603"/>
                  </a:lnTo>
                  <a:lnTo>
                    <a:pt x="335" y="603"/>
                  </a:lnTo>
                  <a:lnTo>
                    <a:pt x="337" y="603"/>
                  </a:lnTo>
                  <a:lnTo>
                    <a:pt x="341" y="605"/>
                  </a:lnTo>
                  <a:lnTo>
                    <a:pt x="341" y="605"/>
                  </a:lnTo>
                  <a:lnTo>
                    <a:pt x="343" y="605"/>
                  </a:lnTo>
                  <a:lnTo>
                    <a:pt x="343" y="605"/>
                  </a:lnTo>
                  <a:lnTo>
                    <a:pt x="343" y="603"/>
                  </a:lnTo>
                  <a:lnTo>
                    <a:pt x="345" y="603"/>
                  </a:lnTo>
                  <a:lnTo>
                    <a:pt x="345" y="605"/>
                  </a:lnTo>
                  <a:lnTo>
                    <a:pt x="345" y="605"/>
                  </a:lnTo>
                  <a:lnTo>
                    <a:pt x="345" y="607"/>
                  </a:lnTo>
                  <a:lnTo>
                    <a:pt x="345" y="607"/>
                  </a:lnTo>
                  <a:lnTo>
                    <a:pt x="345" y="608"/>
                  </a:lnTo>
                  <a:lnTo>
                    <a:pt x="345" y="608"/>
                  </a:lnTo>
                  <a:lnTo>
                    <a:pt x="343" y="608"/>
                  </a:lnTo>
                  <a:lnTo>
                    <a:pt x="343" y="608"/>
                  </a:lnTo>
                  <a:lnTo>
                    <a:pt x="341" y="608"/>
                  </a:lnTo>
                  <a:lnTo>
                    <a:pt x="339" y="608"/>
                  </a:lnTo>
                  <a:lnTo>
                    <a:pt x="339" y="608"/>
                  </a:lnTo>
                  <a:lnTo>
                    <a:pt x="339" y="608"/>
                  </a:lnTo>
                  <a:lnTo>
                    <a:pt x="337" y="610"/>
                  </a:lnTo>
                  <a:lnTo>
                    <a:pt x="337" y="610"/>
                  </a:lnTo>
                  <a:lnTo>
                    <a:pt x="337" y="610"/>
                  </a:lnTo>
                  <a:lnTo>
                    <a:pt x="337" y="612"/>
                  </a:lnTo>
                  <a:lnTo>
                    <a:pt x="335" y="612"/>
                  </a:lnTo>
                  <a:lnTo>
                    <a:pt x="335" y="614"/>
                  </a:lnTo>
                  <a:lnTo>
                    <a:pt x="333" y="620"/>
                  </a:lnTo>
                  <a:lnTo>
                    <a:pt x="333" y="622"/>
                  </a:lnTo>
                  <a:lnTo>
                    <a:pt x="333" y="622"/>
                  </a:lnTo>
                  <a:lnTo>
                    <a:pt x="335" y="626"/>
                  </a:lnTo>
                  <a:lnTo>
                    <a:pt x="335" y="627"/>
                  </a:lnTo>
                  <a:lnTo>
                    <a:pt x="335" y="627"/>
                  </a:lnTo>
                  <a:lnTo>
                    <a:pt x="337" y="629"/>
                  </a:lnTo>
                  <a:lnTo>
                    <a:pt x="339" y="629"/>
                  </a:lnTo>
                  <a:lnTo>
                    <a:pt x="339" y="631"/>
                  </a:lnTo>
                  <a:lnTo>
                    <a:pt x="341" y="631"/>
                  </a:lnTo>
                  <a:lnTo>
                    <a:pt x="341" y="633"/>
                  </a:lnTo>
                  <a:lnTo>
                    <a:pt x="343" y="633"/>
                  </a:lnTo>
                  <a:lnTo>
                    <a:pt x="343" y="635"/>
                  </a:lnTo>
                  <a:lnTo>
                    <a:pt x="345" y="635"/>
                  </a:lnTo>
                  <a:lnTo>
                    <a:pt x="345" y="637"/>
                  </a:lnTo>
                  <a:lnTo>
                    <a:pt x="345" y="637"/>
                  </a:lnTo>
                  <a:lnTo>
                    <a:pt x="347" y="641"/>
                  </a:lnTo>
                  <a:lnTo>
                    <a:pt x="349" y="641"/>
                  </a:lnTo>
                  <a:lnTo>
                    <a:pt x="349" y="641"/>
                  </a:lnTo>
                  <a:lnTo>
                    <a:pt x="352" y="639"/>
                  </a:lnTo>
                  <a:lnTo>
                    <a:pt x="354" y="639"/>
                  </a:lnTo>
                  <a:lnTo>
                    <a:pt x="354" y="637"/>
                  </a:lnTo>
                  <a:lnTo>
                    <a:pt x="354" y="637"/>
                  </a:lnTo>
                  <a:lnTo>
                    <a:pt x="356" y="633"/>
                  </a:lnTo>
                  <a:lnTo>
                    <a:pt x="356" y="633"/>
                  </a:lnTo>
                  <a:lnTo>
                    <a:pt x="358" y="631"/>
                  </a:lnTo>
                  <a:lnTo>
                    <a:pt x="358" y="633"/>
                  </a:lnTo>
                  <a:lnTo>
                    <a:pt x="362" y="637"/>
                  </a:lnTo>
                  <a:lnTo>
                    <a:pt x="362" y="639"/>
                  </a:lnTo>
                  <a:lnTo>
                    <a:pt x="362" y="641"/>
                  </a:lnTo>
                  <a:lnTo>
                    <a:pt x="362" y="643"/>
                  </a:lnTo>
                  <a:lnTo>
                    <a:pt x="362" y="643"/>
                  </a:lnTo>
                  <a:lnTo>
                    <a:pt x="362" y="643"/>
                  </a:lnTo>
                  <a:lnTo>
                    <a:pt x="364" y="645"/>
                  </a:lnTo>
                  <a:lnTo>
                    <a:pt x="364" y="647"/>
                  </a:lnTo>
                  <a:lnTo>
                    <a:pt x="364" y="648"/>
                  </a:lnTo>
                  <a:lnTo>
                    <a:pt x="364" y="650"/>
                  </a:lnTo>
                  <a:lnTo>
                    <a:pt x="364" y="650"/>
                  </a:lnTo>
                  <a:lnTo>
                    <a:pt x="362" y="650"/>
                  </a:lnTo>
                  <a:lnTo>
                    <a:pt x="360" y="652"/>
                  </a:lnTo>
                  <a:lnTo>
                    <a:pt x="360" y="652"/>
                  </a:lnTo>
                  <a:lnTo>
                    <a:pt x="360" y="654"/>
                  </a:lnTo>
                  <a:lnTo>
                    <a:pt x="360" y="656"/>
                  </a:lnTo>
                  <a:lnTo>
                    <a:pt x="360" y="658"/>
                  </a:lnTo>
                  <a:lnTo>
                    <a:pt x="360" y="660"/>
                  </a:lnTo>
                  <a:lnTo>
                    <a:pt x="358" y="664"/>
                  </a:lnTo>
                  <a:lnTo>
                    <a:pt x="358" y="664"/>
                  </a:lnTo>
                  <a:lnTo>
                    <a:pt x="358" y="666"/>
                  </a:lnTo>
                  <a:lnTo>
                    <a:pt x="362" y="664"/>
                  </a:lnTo>
                  <a:lnTo>
                    <a:pt x="362" y="666"/>
                  </a:lnTo>
                  <a:lnTo>
                    <a:pt x="364" y="666"/>
                  </a:lnTo>
                  <a:lnTo>
                    <a:pt x="364" y="666"/>
                  </a:lnTo>
                  <a:lnTo>
                    <a:pt x="364" y="667"/>
                  </a:lnTo>
                  <a:lnTo>
                    <a:pt x="366" y="669"/>
                  </a:lnTo>
                  <a:lnTo>
                    <a:pt x="366" y="669"/>
                  </a:lnTo>
                  <a:lnTo>
                    <a:pt x="368" y="671"/>
                  </a:lnTo>
                  <a:lnTo>
                    <a:pt x="368" y="671"/>
                  </a:lnTo>
                  <a:lnTo>
                    <a:pt x="371" y="671"/>
                  </a:lnTo>
                  <a:lnTo>
                    <a:pt x="371" y="673"/>
                  </a:lnTo>
                  <a:lnTo>
                    <a:pt x="371" y="673"/>
                  </a:lnTo>
                  <a:lnTo>
                    <a:pt x="373" y="673"/>
                  </a:lnTo>
                  <a:lnTo>
                    <a:pt x="373" y="675"/>
                  </a:lnTo>
                  <a:lnTo>
                    <a:pt x="373" y="675"/>
                  </a:lnTo>
                  <a:lnTo>
                    <a:pt x="371" y="677"/>
                  </a:lnTo>
                  <a:lnTo>
                    <a:pt x="371" y="677"/>
                  </a:lnTo>
                  <a:lnTo>
                    <a:pt x="371" y="679"/>
                  </a:lnTo>
                  <a:lnTo>
                    <a:pt x="371" y="681"/>
                  </a:lnTo>
                  <a:lnTo>
                    <a:pt x="371" y="683"/>
                  </a:lnTo>
                  <a:lnTo>
                    <a:pt x="371" y="683"/>
                  </a:lnTo>
                  <a:lnTo>
                    <a:pt x="373" y="683"/>
                  </a:lnTo>
                  <a:lnTo>
                    <a:pt x="373" y="683"/>
                  </a:lnTo>
                  <a:lnTo>
                    <a:pt x="375" y="683"/>
                  </a:lnTo>
                  <a:lnTo>
                    <a:pt x="377" y="681"/>
                  </a:lnTo>
                  <a:lnTo>
                    <a:pt x="377" y="679"/>
                  </a:lnTo>
                  <a:lnTo>
                    <a:pt x="379" y="679"/>
                  </a:lnTo>
                  <a:lnTo>
                    <a:pt x="381" y="681"/>
                  </a:lnTo>
                  <a:lnTo>
                    <a:pt x="383" y="683"/>
                  </a:lnTo>
                  <a:lnTo>
                    <a:pt x="383" y="685"/>
                  </a:lnTo>
                  <a:lnTo>
                    <a:pt x="383" y="686"/>
                  </a:lnTo>
                  <a:lnTo>
                    <a:pt x="383" y="688"/>
                  </a:lnTo>
                  <a:lnTo>
                    <a:pt x="383" y="690"/>
                  </a:lnTo>
                  <a:lnTo>
                    <a:pt x="383" y="692"/>
                  </a:lnTo>
                  <a:lnTo>
                    <a:pt x="383" y="694"/>
                  </a:lnTo>
                  <a:lnTo>
                    <a:pt x="385" y="694"/>
                  </a:lnTo>
                  <a:lnTo>
                    <a:pt x="383" y="696"/>
                  </a:lnTo>
                  <a:lnTo>
                    <a:pt x="383" y="698"/>
                  </a:lnTo>
                  <a:lnTo>
                    <a:pt x="383" y="700"/>
                  </a:lnTo>
                  <a:lnTo>
                    <a:pt x="387" y="700"/>
                  </a:lnTo>
                  <a:lnTo>
                    <a:pt x="389" y="700"/>
                  </a:lnTo>
                  <a:lnTo>
                    <a:pt x="391" y="702"/>
                  </a:lnTo>
                  <a:lnTo>
                    <a:pt x="391" y="702"/>
                  </a:lnTo>
                  <a:lnTo>
                    <a:pt x="398" y="700"/>
                  </a:lnTo>
                  <a:lnTo>
                    <a:pt x="400" y="700"/>
                  </a:lnTo>
                  <a:lnTo>
                    <a:pt x="400" y="700"/>
                  </a:lnTo>
                  <a:lnTo>
                    <a:pt x="402" y="702"/>
                  </a:lnTo>
                  <a:lnTo>
                    <a:pt x="404" y="705"/>
                  </a:lnTo>
                  <a:lnTo>
                    <a:pt x="408" y="709"/>
                  </a:lnTo>
                  <a:lnTo>
                    <a:pt x="408" y="709"/>
                  </a:lnTo>
                  <a:lnTo>
                    <a:pt x="410" y="709"/>
                  </a:lnTo>
                  <a:lnTo>
                    <a:pt x="410" y="709"/>
                  </a:lnTo>
                  <a:lnTo>
                    <a:pt x="410" y="709"/>
                  </a:lnTo>
                  <a:lnTo>
                    <a:pt x="411" y="709"/>
                  </a:lnTo>
                  <a:lnTo>
                    <a:pt x="411" y="709"/>
                  </a:lnTo>
                  <a:lnTo>
                    <a:pt x="411" y="709"/>
                  </a:lnTo>
                  <a:lnTo>
                    <a:pt x="411" y="707"/>
                  </a:lnTo>
                  <a:lnTo>
                    <a:pt x="411" y="707"/>
                  </a:lnTo>
                  <a:lnTo>
                    <a:pt x="413" y="707"/>
                  </a:lnTo>
                  <a:lnTo>
                    <a:pt x="413" y="707"/>
                  </a:lnTo>
                  <a:lnTo>
                    <a:pt x="417" y="711"/>
                  </a:lnTo>
                  <a:lnTo>
                    <a:pt x="421" y="713"/>
                  </a:lnTo>
                  <a:lnTo>
                    <a:pt x="425" y="717"/>
                  </a:lnTo>
                  <a:lnTo>
                    <a:pt x="427" y="717"/>
                  </a:lnTo>
                  <a:lnTo>
                    <a:pt x="429" y="719"/>
                  </a:lnTo>
                  <a:lnTo>
                    <a:pt x="429" y="721"/>
                  </a:lnTo>
                  <a:lnTo>
                    <a:pt x="429" y="721"/>
                  </a:lnTo>
                  <a:lnTo>
                    <a:pt x="429" y="723"/>
                  </a:lnTo>
                  <a:lnTo>
                    <a:pt x="429" y="724"/>
                  </a:lnTo>
                  <a:lnTo>
                    <a:pt x="429" y="726"/>
                  </a:lnTo>
                  <a:lnTo>
                    <a:pt x="431" y="726"/>
                  </a:lnTo>
                  <a:lnTo>
                    <a:pt x="431" y="728"/>
                  </a:lnTo>
                  <a:lnTo>
                    <a:pt x="432" y="728"/>
                  </a:lnTo>
                  <a:lnTo>
                    <a:pt x="432" y="726"/>
                  </a:lnTo>
                  <a:lnTo>
                    <a:pt x="434" y="726"/>
                  </a:lnTo>
                  <a:lnTo>
                    <a:pt x="434" y="726"/>
                  </a:lnTo>
                  <a:lnTo>
                    <a:pt x="436" y="726"/>
                  </a:lnTo>
                  <a:lnTo>
                    <a:pt x="436" y="726"/>
                  </a:lnTo>
                  <a:lnTo>
                    <a:pt x="440" y="728"/>
                  </a:lnTo>
                  <a:lnTo>
                    <a:pt x="440" y="728"/>
                  </a:lnTo>
                  <a:lnTo>
                    <a:pt x="442" y="730"/>
                  </a:lnTo>
                  <a:lnTo>
                    <a:pt x="442" y="732"/>
                  </a:lnTo>
                  <a:lnTo>
                    <a:pt x="444" y="734"/>
                  </a:lnTo>
                  <a:lnTo>
                    <a:pt x="444" y="734"/>
                  </a:lnTo>
                  <a:lnTo>
                    <a:pt x="446" y="736"/>
                  </a:lnTo>
                  <a:lnTo>
                    <a:pt x="446" y="736"/>
                  </a:lnTo>
                  <a:lnTo>
                    <a:pt x="446" y="736"/>
                  </a:lnTo>
                  <a:lnTo>
                    <a:pt x="448" y="738"/>
                  </a:lnTo>
                  <a:lnTo>
                    <a:pt x="448" y="740"/>
                  </a:lnTo>
                  <a:lnTo>
                    <a:pt x="450" y="738"/>
                  </a:lnTo>
                  <a:lnTo>
                    <a:pt x="451" y="738"/>
                  </a:lnTo>
                  <a:lnTo>
                    <a:pt x="451" y="738"/>
                  </a:lnTo>
                  <a:lnTo>
                    <a:pt x="453" y="736"/>
                  </a:lnTo>
                  <a:lnTo>
                    <a:pt x="453" y="736"/>
                  </a:lnTo>
                  <a:lnTo>
                    <a:pt x="455" y="736"/>
                  </a:lnTo>
                  <a:lnTo>
                    <a:pt x="457" y="736"/>
                  </a:lnTo>
                  <a:lnTo>
                    <a:pt x="459" y="738"/>
                  </a:lnTo>
                  <a:lnTo>
                    <a:pt x="459" y="738"/>
                  </a:lnTo>
                  <a:lnTo>
                    <a:pt x="461" y="738"/>
                  </a:lnTo>
                  <a:lnTo>
                    <a:pt x="469" y="734"/>
                  </a:lnTo>
                  <a:lnTo>
                    <a:pt x="474" y="732"/>
                  </a:lnTo>
                  <a:lnTo>
                    <a:pt x="480" y="728"/>
                  </a:lnTo>
                  <a:lnTo>
                    <a:pt x="484" y="726"/>
                  </a:lnTo>
                  <a:lnTo>
                    <a:pt x="484" y="726"/>
                  </a:lnTo>
                  <a:lnTo>
                    <a:pt x="484" y="724"/>
                  </a:lnTo>
                  <a:lnTo>
                    <a:pt x="482" y="724"/>
                  </a:lnTo>
                  <a:lnTo>
                    <a:pt x="482" y="723"/>
                  </a:lnTo>
                  <a:lnTo>
                    <a:pt x="480" y="723"/>
                  </a:lnTo>
                  <a:lnTo>
                    <a:pt x="480" y="721"/>
                  </a:lnTo>
                  <a:lnTo>
                    <a:pt x="478" y="721"/>
                  </a:lnTo>
                  <a:lnTo>
                    <a:pt x="478" y="721"/>
                  </a:lnTo>
                  <a:lnTo>
                    <a:pt x="476" y="721"/>
                  </a:lnTo>
                  <a:lnTo>
                    <a:pt x="474" y="721"/>
                  </a:lnTo>
                  <a:lnTo>
                    <a:pt x="472" y="719"/>
                  </a:lnTo>
                  <a:lnTo>
                    <a:pt x="469" y="719"/>
                  </a:lnTo>
                  <a:lnTo>
                    <a:pt x="469" y="719"/>
                  </a:lnTo>
                  <a:lnTo>
                    <a:pt x="467" y="719"/>
                  </a:lnTo>
                  <a:lnTo>
                    <a:pt x="467" y="717"/>
                  </a:lnTo>
                  <a:lnTo>
                    <a:pt x="467" y="717"/>
                  </a:lnTo>
                  <a:lnTo>
                    <a:pt x="467" y="715"/>
                  </a:lnTo>
                  <a:lnTo>
                    <a:pt x="467" y="715"/>
                  </a:lnTo>
                  <a:lnTo>
                    <a:pt x="469" y="707"/>
                  </a:lnTo>
                  <a:lnTo>
                    <a:pt x="471" y="707"/>
                  </a:lnTo>
                  <a:lnTo>
                    <a:pt x="476" y="702"/>
                  </a:lnTo>
                  <a:lnTo>
                    <a:pt x="478" y="700"/>
                  </a:lnTo>
                  <a:lnTo>
                    <a:pt x="482" y="698"/>
                  </a:lnTo>
                  <a:lnTo>
                    <a:pt x="484" y="698"/>
                  </a:lnTo>
                  <a:lnTo>
                    <a:pt x="490" y="694"/>
                  </a:lnTo>
                  <a:lnTo>
                    <a:pt x="491" y="694"/>
                  </a:lnTo>
                  <a:lnTo>
                    <a:pt x="493" y="694"/>
                  </a:lnTo>
                  <a:lnTo>
                    <a:pt x="493" y="694"/>
                  </a:lnTo>
                  <a:lnTo>
                    <a:pt x="497" y="690"/>
                  </a:lnTo>
                  <a:lnTo>
                    <a:pt x="497" y="690"/>
                  </a:lnTo>
                  <a:lnTo>
                    <a:pt x="499" y="688"/>
                  </a:lnTo>
                  <a:lnTo>
                    <a:pt x="499" y="686"/>
                  </a:lnTo>
                  <a:lnTo>
                    <a:pt x="501" y="683"/>
                  </a:lnTo>
                  <a:lnTo>
                    <a:pt x="501" y="681"/>
                  </a:lnTo>
                  <a:lnTo>
                    <a:pt x="501" y="681"/>
                  </a:lnTo>
                  <a:lnTo>
                    <a:pt x="503" y="679"/>
                  </a:lnTo>
                  <a:lnTo>
                    <a:pt x="503" y="679"/>
                  </a:lnTo>
                  <a:lnTo>
                    <a:pt x="505" y="677"/>
                  </a:lnTo>
                  <a:lnTo>
                    <a:pt x="505" y="675"/>
                  </a:lnTo>
                  <a:lnTo>
                    <a:pt x="505" y="673"/>
                  </a:lnTo>
                  <a:lnTo>
                    <a:pt x="505" y="671"/>
                  </a:lnTo>
                  <a:lnTo>
                    <a:pt x="505" y="667"/>
                  </a:lnTo>
                  <a:lnTo>
                    <a:pt x="503" y="666"/>
                  </a:lnTo>
                  <a:lnTo>
                    <a:pt x="501" y="664"/>
                  </a:lnTo>
                  <a:lnTo>
                    <a:pt x="501" y="662"/>
                  </a:lnTo>
                  <a:lnTo>
                    <a:pt x="501" y="660"/>
                  </a:lnTo>
                  <a:lnTo>
                    <a:pt x="501" y="658"/>
                  </a:lnTo>
                  <a:lnTo>
                    <a:pt x="501" y="654"/>
                  </a:lnTo>
                  <a:lnTo>
                    <a:pt x="505" y="643"/>
                  </a:lnTo>
                  <a:lnTo>
                    <a:pt x="507" y="641"/>
                  </a:lnTo>
                  <a:lnTo>
                    <a:pt x="507" y="641"/>
                  </a:lnTo>
                  <a:lnTo>
                    <a:pt x="507" y="639"/>
                  </a:lnTo>
                  <a:lnTo>
                    <a:pt x="507" y="639"/>
                  </a:lnTo>
                  <a:lnTo>
                    <a:pt x="507" y="637"/>
                  </a:lnTo>
                  <a:lnTo>
                    <a:pt x="505" y="637"/>
                  </a:lnTo>
                  <a:lnTo>
                    <a:pt x="503" y="635"/>
                  </a:lnTo>
                  <a:lnTo>
                    <a:pt x="503" y="633"/>
                  </a:lnTo>
                  <a:lnTo>
                    <a:pt x="501" y="633"/>
                  </a:lnTo>
                  <a:lnTo>
                    <a:pt x="501" y="631"/>
                  </a:lnTo>
                  <a:lnTo>
                    <a:pt x="501" y="629"/>
                  </a:lnTo>
                  <a:lnTo>
                    <a:pt x="499" y="627"/>
                  </a:lnTo>
                  <a:lnTo>
                    <a:pt x="499" y="622"/>
                  </a:lnTo>
                  <a:lnTo>
                    <a:pt x="499" y="620"/>
                  </a:lnTo>
                  <a:lnTo>
                    <a:pt x="499" y="620"/>
                  </a:lnTo>
                  <a:lnTo>
                    <a:pt x="497" y="618"/>
                  </a:lnTo>
                  <a:lnTo>
                    <a:pt x="495" y="618"/>
                  </a:lnTo>
                  <a:lnTo>
                    <a:pt x="493" y="616"/>
                  </a:lnTo>
                  <a:lnTo>
                    <a:pt x="491" y="616"/>
                  </a:lnTo>
                  <a:lnTo>
                    <a:pt x="488" y="616"/>
                  </a:lnTo>
                  <a:lnTo>
                    <a:pt x="488" y="616"/>
                  </a:lnTo>
                  <a:lnTo>
                    <a:pt x="486" y="616"/>
                  </a:lnTo>
                  <a:lnTo>
                    <a:pt x="486" y="616"/>
                  </a:lnTo>
                  <a:lnTo>
                    <a:pt x="486" y="614"/>
                  </a:lnTo>
                  <a:lnTo>
                    <a:pt x="488" y="614"/>
                  </a:lnTo>
                  <a:lnTo>
                    <a:pt x="488" y="612"/>
                  </a:lnTo>
                  <a:lnTo>
                    <a:pt x="488" y="610"/>
                  </a:lnTo>
                  <a:lnTo>
                    <a:pt x="488" y="608"/>
                  </a:lnTo>
                  <a:lnTo>
                    <a:pt x="488" y="608"/>
                  </a:lnTo>
                  <a:lnTo>
                    <a:pt x="490" y="607"/>
                  </a:lnTo>
                  <a:lnTo>
                    <a:pt x="493" y="603"/>
                  </a:lnTo>
                  <a:lnTo>
                    <a:pt x="495" y="601"/>
                  </a:lnTo>
                  <a:lnTo>
                    <a:pt x="495" y="599"/>
                  </a:lnTo>
                  <a:lnTo>
                    <a:pt x="495" y="597"/>
                  </a:lnTo>
                  <a:lnTo>
                    <a:pt x="495" y="595"/>
                  </a:lnTo>
                  <a:lnTo>
                    <a:pt x="493" y="595"/>
                  </a:lnTo>
                  <a:lnTo>
                    <a:pt x="484" y="593"/>
                  </a:lnTo>
                  <a:lnTo>
                    <a:pt x="484" y="591"/>
                  </a:lnTo>
                  <a:lnTo>
                    <a:pt x="484" y="591"/>
                  </a:lnTo>
                  <a:lnTo>
                    <a:pt x="484" y="589"/>
                  </a:lnTo>
                  <a:lnTo>
                    <a:pt x="484" y="589"/>
                  </a:lnTo>
                  <a:lnTo>
                    <a:pt x="484" y="588"/>
                  </a:lnTo>
                  <a:lnTo>
                    <a:pt x="488" y="584"/>
                  </a:lnTo>
                  <a:lnTo>
                    <a:pt x="490" y="576"/>
                  </a:lnTo>
                  <a:lnTo>
                    <a:pt x="490" y="574"/>
                  </a:lnTo>
                  <a:lnTo>
                    <a:pt x="490" y="572"/>
                  </a:lnTo>
                  <a:lnTo>
                    <a:pt x="490" y="572"/>
                  </a:lnTo>
                  <a:lnTo>
                    <a:pt x="490" y="569"/>
                  </a:lnTo>
                  <a:lnTo>
                    <a:pt x="490" y="565"/>
                  </a:lnTo>
                  <a:lnTo>
                    <a:pt x="490" y="565"/>
                  </a:lnTo>
                  <a:lnTo>
                    <a:pt x="490" y="565"/>
                  </a:lnTo>
                  <a:lnTo>
                    <a:pt x="491" y="565"/>
                  </a:lnTo>
                  <a:lnTo>
                    <a:pt x="491" y="565"/>
                  </a:lnTo>
                  <a:lnTo>
                    <a:pt x="491" y="567"/>
                  </a:lnTo>
                  <a:lnTo>
                    <a:pt x="491" y="569"/>
                  </a:lnTo>
                  <a:lnTo>
                    <a:pt x="493" y="569"/>
                  </a:lnTo>
                  <a:lnTo>
                    <a:pt x="493" y="570"/>
                  </a:lnTo>
                  <a:lnTo>
                    <a:pt x="495" y="570"/>
                  </a:lnTo>
                  <a:lnTo>
                    <a:pt x="495" y="572"/>
                  </a:lnTo>
                  <a:lnTo>
                    <a:pt x="497" y="574"/>
                  </a:lnTo>
                  <a:lnTo>
                    <a:pt x="497" y="574"/>
                  </a:lnTo>
                  <a:lnTo>
                    <a:pt x="499" y="576"/>
                  </a:lnTo>
                  <a:lnTo>
                    <a:pt x="499" y="576"/>
                  </a:lnTo>
                  <a:lnTo>
                    <a:pt x="503" y="576"/>
                  </a:lnTo>
                  <a:lnTo>
                    <a:pt x="505" y="576"/>
                  </a:lnTo>
                  <a:lnTo>
                    <a:pt x="505" y="574"/>
                  </a:lnTo>
                  <a:lnTo>
                    <a:pt x="507" y="574"/>
                  </a:lnTo>
                  <a:lnTo>
                    <a:pt x="507" y="572"/>
                  </a:lnTo>
                  <a:lnTo>
                    <a:pt x="507" y="570"/>
                  </a:lnTo>
                  <a:lnTo>
                    <a:pt x="507" y="570"/>
                  </a:lnTo>
                  <a:lnTo>
                    <a:pt x="507" y="569"/>
                  </a:lnTo>
                  <a:lnTo>
                    <a:pt x="507" y="567"/>
                  </a:lnTo>
                  <a:lnTo>
                    <a:pt x="509" y="565"/>
                  </a:lnTo>
                  <a:lnTo>
                    <a:pt x="509" y="565"/>
                  </a:lnTo>
                  <a:lnTo>
                    <a:pt x="509" y="563"/>
                  </a:lnTo>
                  <a:lnTo>
                    <a:pt x="507" y="563"/>
                  </a:lnTo>
                  <a:lnTo>
                    <a:pt x="507" y="563"/>
                  </a:lnTo>
                  <a:lnTo>
                    <a:pt x="505" y="563"/>
                  </a:lnTo>
                  <a:lnTo>
                    <a:pt x="505" y="563"/>
                  </a:lnTo>
                  <a:lnTo>
                    <a:pt x="503" y="563"/>
                  </a:lnTo>
                  <a:lnTo>
                    <a:pt x="503" y="563"/>
                  </a:lnTo>
                  <a:lnTo>
                    <a:pt x="501" y="563"/>
                  </a:lnTo>
                  <a:lnTo>
                    <a:pt x="499" y="563"/>
                  </a:lnTo>
                  <a:lnTo>
                    <a:pt x="497" y="563"/>
                  </a:lnTo>
                  <a:lnTo>
                    <a:pt x="495" y="563"/>
                  </a:lnTo>
                  <a:lnTo>
                    <a:pt x="495" y="563"/>
                  </a:lnTo>
                  <a:lnTo>
                    <a:pt x="495" y="561"/>
                  </a:lnTo>
                  <a:lnTo>
                    <a:pt x="495" y="559"/>
                  </a:lnTo>
                  <a:lnTo>
                    <a:pt x="495" y="557"/>
                  </a:lnTo>
                  <a:lnTo>
                    <a:pt x="495" y="555"/>
                  </a:lnTo>
                  <a:lnTo>
                    <a:pt x="495" y="555"/>
                  </a:lnTo>
                  <a:lnTo>
                    <a:pt x="493" y="550"/>
                  </a:lnTo>
                  <a:lnTo>
                    <a:pt x="493" y="550"/>
                  </a:lnTo>
                  <a:lnTo>
                    <a:pt x="493" y="548"/>
                  </a:lnTo>
                  <a:lnTo>
                    <a:pt x="495" y="548"/>
                  </a:lnTo>
                  <a:lnTo>
                    <a:pt x="497" y="550"/>
                  </a:lnTo>
                  <a:lnTo>
                    <a:pt x="499" y="550"/>
                  </a:lnTo>
                  <a:lnTo>
                    <a:pt x="501" y="551"/>
                  </a:lnTo>
                  <a:lnTo>
                    <a:pt x="501" y="551"/>
                  </a:lnTo>
                  <a:lnTo>
                    <a:pt x="501" y="553"/>
                  </a:lnTo>
                  <a:lnTo>
                    <a:pt x="503" y="553"/>
                  </a:lnTo>
                  <a:lnTo>
                    <a:pt x="503" y="553"/>
                  </a:lnTo>
                  <a:lnTo>
                    <a:pt x="507" y="555"/>
                  </a:lnTo>
                  <a:lnTo>
                    <a:pt x="507" y="555"/>
                  </a:lnTo>
                  <a:lnTo>
                    <a:pt x="509" y="555"/>
                  </a:lnTo>
                  <a:lnTo>
                    <a:pt x="511" y="555"/>
                  </a:lnTo>
                  <a:lnTo>
                    <a:pt x="511" y="555"/>
                  </a:lnTo>
                  <a:lnTo>
                    <a:pt x="512" y="555"/>
                  </a:lnTo>
                  <a:lnTo>
                    <a:pt x="514" y="551"/>
                  </a:lnTo>
                  <a:lnTo>
                    <a:pt x="514" y="551"/>
                  </a:lnTo>
                  <a:lnTo>
                    <a:pt x="514" y="551"/>
                  </a:lnTo>
                  <a:lnTo>
                    <a:pt x="516" y="553"/>
                  </a:lnTo>
                  <a:lnTo>
                    <a:pt x="518" y="553"/>
                  </a:lnTo>
                  <a:lnTo>
                    <a:pt x="518" y="553"/>
                  </a:lnTo>
                  <a:lnTo>
                    <a:pt x="518" y="553"/>
                  </a:lnTo>
                  <a:lnTo>
                    <a:pt x="518" y="551"/>
                  </a:lnTo>
                  <a:lnTo>
                    <a:pt x="520" y="551"/>
                  </a:lnTo>
                  <a:lnTo>
                    <a:pt x="520" y="550"/>
                  </a:lnTo>
                  <a:lnTo>
                    <a:pt x="520" y="548"/>
                  </a:lnTo>
                  <a:lnTo>
                    <a:pt x="518" y="544"/>
                  </a:lnTo>
                  <a:lnTo>
                    <a:pt x="518" y="544"/>
                  </a:lnTo>
                  <a:lnTo>
                    <a:pt x="520" y="544"/>
                  </a:lnTo>
                  <a:lnTo>
                    <a:pt x="520" y="542"/>
                  </a:lnTo>
                  <a:lnTo>
                    <a:pt x="520" y="542"/>
                  </a:lnTo>
                  <a:lnTo>
                    <a:pt x="522" y="540"/>
                  </a:lnTo>
                  <a:lnTo>
                    <a:pt x="522" y="540"/>
                  </a:lnTo>
                  <a:lnTo>
                    <a:pt x="522" y="540"/>
                  </a:lnTo>
                  <a:lnTo>
                    <a:pt x="522" y="538"/>
                  </a:lnTo>
                  <a:lnTo>
                    <a:pt x="522" y="538"/>
                  </a:lnTo>
                  <a:lnTo>
                    <a:pt x="522" y="538"/>
                  </a:lnTo>
                  <a:lnTo>
                    <a:pt x="524" y="538"/>
                  </a:lnTo>
                  <a:lnTo>
                    <a:pt x="524" y="536"/>
                  </a:lnTo>
                  <a:lnTo>
                    <a:pt x="530" y="538"/>
                  </a:lnTo>
                  <a:lnTo>
                    <a:pt x="532" y="538"/>
                  </a:lnTo>
                  <a:lnTo>
                    <a:pt x="535" y="536"/>
                  </a:lnTo>
                  <a:lnTo>
                    <a:pt x="539" y="536"/>
                  </a:lnTo>
                  <a:lnTo>
                    <a:pt x="539" y="536"/>
                  </a:lnTo>
                  <a:lnTo>
                    <a:pt x="539" y="536"/>
                  </a:lnTo>
                  <a:lnTo>
                    <a:pt x="541" y="536"/>
                  </a:lnTo>
                  <a:lnTo>
                    <a:pt x="541" y="536"/>
                  </a:lnTo>
                  <a:lnTo>
                    <a:pt x="539" y="538"/>
                  </a:lnTo>
                  <a:lnTo>
                    <a:pt x="539" y="538"/>
                  </a:lnTo>
                  <a:lnTo>
                    <a:pt x="537" y="542"/>
                  </a:lnTo>
                  <a:lnTo>
                    <a:pt x="537" y="544"/>
                  </a:lnTo>
                  <a:lnTo>
                    <a:pt x="537" y="544"/>
                  </a:lnTo>
                  <a:lnTo>
                    <a:pt x="537" y="544"/>
                  </a:lnTo>
                  <a:lnTo>
                    <a:pt x="539" y="546"/>
                  </a:lnTo>
                  <a:lnTo>
                    <a:pt x="539" y="548"/>
                  </a:lnTo>
                  <a:lnTo>
                    <a:pt x="539" y="548"/>
                  </a:lnTo>
                  <a:lnTo>
                    <a:pt x="539" y="550"/>
                  </a:lnTo>
                  <a:lnTo>
                    <a:pt x="539" y="550"/>
                  </a:lnTo>
                  <a:lnTo>
                    <a:pt x="537" y="550"/>
                  </a:lnTo>
                  <a:lnTo>
                    <a:pt x="537" y="550"/>
                  </a:lnTo>
                  <a:lnTo>
                    <a:pt x="535" y="548"/>
                  </a:lnTo>
                  <a:lnTo>
                    <a:pt x="533" y="548"/>
                  </a:lnTo>
                  <a:lnTo>
                    <a:pt x="533" y="548"/>
                  </a:lnTo>
                  <a:lnTo>
                    <a:pt x="533" y="548"/>
                  </a:lnTo>
                  <a:lnTo>
                    <a:pt x="533" y="550"/>
                  </a:lnTo>
                  <a:lnTo>
                    <a:pt x="533" y="550"/>
                  </a:lnTo>
                  <a:lnTo>
                    <a:pt x="533" y="551"/>
                  </a:lnTo>
                  <a:lnTo>
                    <a:pt x="533" y="551"/>
                  </a:lnTo>
                  <a:lnTo>
                    <a:pt x="535" y="553"/>
                  </a:lnTo>
                  <a:lnTo>
                    <a:pt x="537" y="553"/>
                  </a:lnTo>
                  <a:lnTo>
                    <a:pt x="539" y="553"/>
                  </a:lnTo>
                  <a:lnTo>
                    <a:pt x="543" y="553"/>
                  </a:lnTo>
                  <a:lnTo>
                    <a:pt x="547" y="551"/>
                  </a:lnTo>
                  <a:lnTo>
                    <a:pt x="547" y="551"/>
                  </a:lnTo>
                  <a:lnTo>
                    <a:pt x="547" y="551"/>
                  </a:lnTo>
                  <a:lnTo>
                    <a:pt x="549" y="551"/>
                  </a:lnTo>
                  <a:lnTo>
                    <a:pt x="547" y="553"/>
                  </a:lnTo>
                  <a:lnTo>
                    <a:pt x="547" y="553"/>
                  </a:lnTo>
                  <a:lnTo>
                    <a:pt x="547" y="555"/>
                  </a:lnTo>
                  <a:lnTo>
                    <a:pt x="545" y="555"/>
                  </a:lnTo>
                  <a:lnTo>
                    <a:pt x="545" y="557"/>
                  </a:lnTo>
                  <a:lnTo>
                    <a:pt x="543" y="557"/>
                  </a:lnTo>
                  <a:lnTo>
                    <a:pt x="541" y="557"/>
                  </a:lnTo>
                  <a:lnTo>
                    <a:pt x="539" y="557"/>
                  </a:lnTo>
                  <a:lnTo>
                    <a:pt x="537" y="557"/>
                  </a:lnTo>
                  <a:lnTo>
                    <a:pt x="535" y="557"/>
                  </a:lnTo>
                  <a:lnTo>
                    <a:pt x="535" y="557"/>
                  </a:lnTo>
                  <a:lnTo>
                    <a:pt x="533" y="557"/>
                  </a:lnTo>
                  <a:lnTo>
                    <a:pt x="532" y="555"/>
                  </a:lnTo>
                  <a:lnTo>
                    <a:pt x="530" y="553"/>
                  </a:lnTo>
                  <a:lnTo>
                    <a:pt x="530" y="553"/>
                  </a:lnTo>
                  <a:lnTo>
                    <a:pt x="528" y="551"/>
                  </a:lnTo>
                  <a:lnTo>
                    <a:pt x="528" y="553"/>
                  </a:lnTo>
                  <a:lnTo>
                    <a:pt x="528" y="553"/>
                  </a:lnTo>
                  <a:lnTo>
                    <a:pt x="528" y="553"/>
                  </a:lnTo>
                  <a:lnTo>
                    <a:pt x="528" y="555"/>
                  </a:lnTo>
                  <a:lnTo>
                    <a:pt x="530" y="557"/>
                  </a:lnTo>
                  <a:lnTo>
                    <a:pt x="530" y="559"/>
                  </a:lnTo>
                  <a:lnTo>
                    <a:pt x="530" y="559"/>
                  </a:lnTo>
                  <a:lnTo>
                    <a:pt x="530" y="561"/>
                  </a:lnTo>
                  <a:lnTo>
                    <a:pt x="530" y="561"/>
                  </a:lnTo>
                  <a:lnTo>
                    <a:pt x="528" y="563"/>
                  </a:lnTo>
                  <a:lnTo>
                    <a:pt x="526" y="565"/>
                  </a:lnTo>
                  <a:lnTo>
                    <a:pt x="526" y="567"/>
                  </a:lnTo>
                  <a:lnTo>
                    <a:pt x="526" y="567"/>
                  </a:lnTo>
                  <a:lnTo>
                    <a:pt x="528" y="569"/>
                  </a:lnTo>
                  <a:lnTo>
                    <a:pt x="528" y="569"/>
                  </a:lnTo>
                  <a:lnTo>
                    <a:pt x="530" y="570"/>
                  </a:lnTo>
                  <a:lnTo>
                    <a:pt x="532" y="570"/>
                  </a:lnTo>
                  <a:lnTo>
                    <a:pt x="533" y="570"/>
                  </a:lnTo>
                  <a:lnTo>
                    <a:pt x="535" y="570"/>
                  </a:lnTo>
                  <a:lnTo>
                    <a:pt x="539" y="570"/>
                  </a:lnTo>
                  <a:lnTo>
                    <a:pt x="541" y="570"/>
                  </a:lnTo>
                  <a:lnTo>
                    <a:pt x="547" y="572"/>
                  </a:lnTo>
                  <a:lnTo>
                    <a:pt x="549" y="572"/>
                  </a:lnTo>
                  <a:lnTo>
                    <a:pt x="552" y="572"/>
                  </a:lnTo>
                  <a:lnTo>
                    <a:pt x="560" y="569"/>
                  </a:lnTo>
                  <a:lnTo>
                    <a:pt x="566" y="569"/>
                  </a:lnTo>
                  <a:lnTo>
                    <a:pt x="570" y="569"/>
                  </a:lnTo>
                  <a:lnTo>
                    <a:pt x="577" y="565"/>
                  </a:lnTo>
                  <a:lnTo>
                    <a:pt x="577" y="565"/>
                  </a:lnTo>
                  <a:lnTo>
                    <a:pt x="579" y="565"/>
                  </a:lnTo>
                  <a:lnTo>
                    <a:pt x="581" y="565"/>
                  </a:lnTo>
                  <a:lnTo>
                    <a:pt x="581" y="565"/>
                  </a:lnTo>
                  <a:lnTo>
                    <a:pt x="583" y="567"/>
                  </a:lnTo>
                  <a:lnTo>
                    <a:pt x="585" y="570"/>
                  </a:lnTo>
                  <a:lnTo>
                    <a:pt x="585" y="572"/>
                  </a:lnTo>
                  <a:lnTo>
                    <a:pt x="585" y="574"/>
                  </a:lnTo>
                  <a:lnTo>
                    <a:pt x="585" y="574"/>
                  </a:lnTo>
                  <a:lnTo>
                    <a:pt x="585" y="576"/>
                  </a:lnTo>
                  <a:lnTo>
                    <a:pt x="587" y="576"/>
                  </a:lnTo>
                  <a:lnTo>
                    <a:pt x="589" y="578"/>
                  </a:lnTo>
                  <a:lnTo>
                    <a:pt x="591" y="582"/>
                  </a:lnTo>
                  <a:lnTo>
                    <a:pt x="591" y="591"/>
                  </a:lnTo>
                  <a:lnTo>
                    <a:pt x="591" y="591"/>
                  </a:lnTo>
                  <a:lnTo>
                    <a:pt x="591" y="593"/>
                  </a:lnTo>
                  <a:lnTo>
                    <a:pt x="591" y="593"/>
                  </a:lnTo>
                  <a:lnTo>
                    <a:pt x="591" y="595"/>
                  </a:lnTo>
                  <a:lnTo>
                    <a:pt x="589" y="595"/>
                  </a:lnTo>
                  <a:lnTo>
                    <a:pt x="587" y="595"/>
                  </a:lnTo>
                  <a:lnTo>
                    <a:pt x="587" y="595"/>
                  </a:lnTo>
                  <a:lnTo>
                    <a:pt x="583" y="593"/>
                  </a:lnTo>
                  <a:lnTo>
                    <a:pt x="581" y="593"/>
                  </a:lnTo>
                  <a:lnTo>
                    <a:pt x="581" y="593"/>
                  </a:lnTo>
                  <a:lnTo>
                    <a:pt x="579" y="593"/>
                  </a:lnTo>
                  <a:lnTo>
                    <a:pt x="579" y="595"/>
                  </a:lnTo>
                  <a:lnTo>
                    <a:pt x="577" y="599"/>
                  </a:lnTo>
                  <a:lnTo>
                    <a:pt x="577" y="601"/>
                  </a:lnTo>
                  <a:lnTo>
                    <a:pt x="579" y="601"/>
                  </a:lnTo>
                  <a:lnTo>
                    <a:pt x="579" y="603"/>
                  </a:lnTo>
                  <a:lnTo>
                    <a:pt x="579" y="607"/>
                  </a:lnTo>
                  <a:lnTo>
                    <a:pt x="579" y="608"/>
                  </a:lnTo>
                  <a:lnTo>
                    <a:pt x="581" y="608"/>
                  </a:lnTo>
                  <a:lnTo>
                    <a:pt x="581" y="610"/>
                  </a:lnTo>
                  <a:lnTo>
                    <a:pt x="583" y="610"/>
                  </a:lnTo>
                  <a:lnTo>
                    <a:pt x="583" y="610"/>
                  </a:lnTo>
                  <a:lnTo>
                    <a:pt x="583" y="610"/>
                  </a:lnTo>
                  <a:lnTo>
                    <a:pt x="585" y="612"/>
                  </a:lnTo>
                  <a:lnTo>
                    <a:pt x="585" y="614"/>
                  </a:lnTo>
                  <a:lnTo>
                    <a:pt x="585" y="616"/>
                  </a:lnTo>
                  <a:lnTo>
                    <a:pt x="583" y="618"/>
                  </a:lnTo>
                  <a:lnTo>
                    <a:pt x="581" y="622"/>
                  </a:lnTo>
                  <a:lnTo>
                    <a:pt x="579" y="624"/>
                  </a:lnTo>
                  <a:lnTo>
                    <a:pt x="579" y="626"/>
                  </a:lnTo>
                  <a:lnTo>
                    <a:pt x="579" y="627"/>
                  </a:lnTo>
                  <a:lnTo>
                    <a:pt x="581" y="629"/>
                  </a:lnTo>
                  <a:lnTo>
                    <a:pt x="585" y="631"/>
                  </a:lnTo>
                  <a:lnTo>
                    <a:pt x="585" y="631"/>
                  </a:lnTo>
                  <a:lnTo>
                    <a:pt x="585" y="633"/>
                  </a:lnTo>
                  <a:lnTo>
                    <a:pt x="583" y="635"/>
                  </a:lnTo>
                  <a:lnTo>
                    <a:pt x="581" y="637"/>
                  </a:lnTo>
                  <a:lnTo>
                    <a:pt x="579" y="639"/>
                  </a:lnTo>
                  <a:lnTo>
                    <a:pt x="579" y="641"/>
                  </a:lnTo>
                  <a:lnTo>
                    <a:pt x="579" y="643"/>
                  </a:lnTo>
                  <a:lnTo>
                    <a:pt x="577" y="643"/>
                  </a:lnTo>
                  <a:lnTo>
                    <a:pt x="577" y="643"/>
                  </a:lnTo>
                  <a:lnTo>
                    <a:pt x="577" y="643"/>
                  </a:lnTo>
                  <a:lnTo>
                    <a:pt x="575" y="643"/>
                  </a:lnTo>
                  <a:lnTo>
                    <a:pt x="573" y="641"/>
                  </a:lnTo>
                  <a:lnTo>
                    <a:pt x="573" y="641"/>
                  </a:lnTo>
                  <a:lnTo>
                    <a:pt x="572" y="641"/>
                  </a:lnTo>
                  <a:lnTo>
                    <a:pt x="570" y="643"/>
                  </a:lnTo>
                  <a:lnTo>
                    <a:pt x="570" y="643"/>
                  </a:lnTo>
                  <a:lnTo>
                    <a:pt x="568" y="643"/>
                  </a:lnTo>
                  <a:lnTo>
                    <a:pt x="566" y="643"/>
                  </a:lnTo>
                  <a:lnTo>
                    <a:pt x="566" y="643"/>
                  </a:lnTo>
                  <a:lnTo>
                    <a:pt x="564" y="641"/>
                  </a:lnTo>
                  <a:lnTo>
                    <a:pt x="564" y="641"/>
                  </a:lnTo>
                  <a:lnTo>
                    <a:pt x="562" y="641"/>
                  </a:lnTo>
                  <a:lnTo>
                    <a:pt x="560" y="639"/>
                  </a:lnTo>
                  <a:lnTo>
                    <a:pt x="560" y="639"/>
                  </a:lnTo>
                  <a:lnTo>
                    <a:pt x="558" y="639"/>
                  </a:lnTo>
                  <a:lnTo>
                    <a:pt x="558" y="639"/>
                  </a:lnTo>
                  <a:lnTo>
                    <a:pt x="558" y="639"/>
                  </a:lnTo>
                  <a:lnTo>
                    <a:pt x="556" y="641"/>
                  </a:lnTo>
                  <a:lnTo>
                    <a:pt x="554" y="645"/>
                  </a:lnTo>
                  <a:lnTo>
                    <a:pt x="554" y="645"/>
                  </a:lnTo>
                  <a:lnTo>
                    <a:pt x="556" y="648"/>
                  </a:lnTo>
                  <a:lnTo>
                    <a:pt x="556" y="650"/>
                  </a:lnTo>
                  <a:lnTo>
                    <a:pt x="556" y="652"/>
                  </a:lnTo>
                  <a:lnTo>
                    <a:pt x="558" y="652"/>
                  </a:lnTo>
                  <a:lnTo>
                    <a:pt x="564" y="656"/>
                  </a:lnTo>
                  <a:lnTo>
                    <a:pt x="564" y="656"/>
                  </a:lnTo>
                  <a:lnTo>
                    <a:pt x="564" y="658"/>
                  </a:lnTo>
                  <a:lnTo>
                    <a:pt x="564" y="660"/>
                  </a:lnTo>
                  <a:lnTo>
                    <a:pt x="566" y="662"/>
                  </a:lnTo>
                  <a:lnTo>
                    <a:pt x="570" y="662"/>
                  </a:lnTo>
                  <a:lnTo>
                    <a:pt x="570" y="662"/>
                  </a:lnTo>
                  <a:lnTo>
                    <a:pt x="572" y="662"/>
                  </a:lnTo>
                  <a:lnTo>
                    <a:pt x="573" y="664"/>
                  </a:lnTo>
                  <a:lnTo>
                    <a:pt x="573" y="664"/>
                  </a:lnTo>
                  <a:lnTo>
                    <a:pt x="575" y="664"/>
                  </a:lnTo>
                  <a:lnTo>
                    <a:pt x="575" y="664"/>
                  </a:lnTo>
                  <a:lnTo>
                    <a:pt x="575" y="662"/>
                  </a:lnTo>
                  <a:lnTo>
                    <a:pt x="575" y="662"/>
                  </a:lnTo>
                  <a:lnTo>
                    <a:pt x="575" y="660"/>
                  </a:lnTo>
                  <a:lnTo>
                    <a:pt x="577" y="658"/>
                  </a:lnTo>
                  <a:lnTo>
                    <a:pt x="577" y="656"/>
                  </a:lnTo>
                  <a:lnTo>
                    <a:pt x="577" y="656"/>
                  </a:lnTo>
                  <a:lnTo>
                    <a:pt x="577" y="652"/>
                  </a:lnTo>
                  <a:lnTo>
                    <a:pt x="577" y="652"/>
                  </a:lnTo>
                  <a:lnTo>
                    <a:pt x="577" y="652"/>
                  </a:lnTo>
                  <a:lnTo>
                    <a:pt x="577" y="652"/>
                  </a:lnTo>
                  <a:lnTo>
                    <a:pt x="579" y="652"/>
                  </a:lnTo>
                  <a:lnTo>
                    <a:pt x="579" y="652"/>
                  </a:lnTo>
                  <a:lnTo>
                    <a:pt x="581" y="652"/>
                  </a:lnTo>
                  <a:lnTo>
                    <a:pt x="581" y="654"/>
                  </a:lnTo>
                  <a:lnTo>
                    <a:pt x="581" y="654"/>
                  </a:lnTo>
                  <a:lnTo>
                    <a:pt x="583" y="654"/>
                  </a:lnTo>
                  <a:lnTo>
                    <a:pt x="585" y="654"/>
                  </a:lnTo>
                  <a:lnTo>
                    <a:pt x="589" y="652"/>
                  </a:lnTo>
                  <a:lnTo>
                    <a:pt x="592" y="650"/>
                  </a:lnTo>
                  <a:lnTo>
                    <a:pt x="600" y="647"/>
                  </a:lnTo>
                  <a:lnTo>
                    <a:pt x="602" y="647"/>
                  </a:lnTo>
                  <a:lnTo>
                    <a:pt x="602" y="645"/>
                  </a:lnTo>
                  <a:lnTo>
                    <a:pt x="602" y="645"/>
                  </a:lnTo>
                  <a:lnTo>
                    <a:pt x="602" y="643"/>
                  </a:lnTo>
                  <a:lnTo>
                    <a:pt x="602" y="643"/>
                  </a:lnTo>
                  <a:lnTo>
                    <a:pt x="602" y="643"/>
                  </a:lnTo>
                  <a:lnTo>
                    <a:pt x="602" y="643"/>
                  </a:lnTo>
                  <a:lnTo>
                    <a:pt x="602" y="641"/>
                  </a:lnTo>
                  <a:lnTo>
                    <a:pt x="600" y="641"/>
                  </a:lnTo>
                  <a:lnTo>
                    <a:pt x="602" y="639"/>
                  </a:lnTo>
                  <a:lnTo>
                    <a:pt x="602" y="637"/>
                  </a:lnTo>
                  <a:lnTo>
                    <a:pt x="610" y="633"/>
                  </a:lnTo>
                  <a:lnTo>
                    <a:pt x="613" y="629"/>
                  </a:lnTo>
                  <a:lnTo>
                    <a:pt x="613" y="627"/>
                  </a:lnTo>
                  <a:lnTo>
                    <a:pt x="613" y="627"/>
                  </a:lnTo>
                  <a:lnTo>
                    <a:pt x="613" y="624"/>
                  </a:lnTo>
                  <a:lnTo>
                    <a:pt x="613" y="624"/>
                  </a:lnTo>
                  <a:lnTo>
                    <a:pt x="613" y="620"/>
                  </a:lnTo>
                  <a:lnTo>
                    <a:pt x="613" y="618"/>
                  </a:lnTo>
                  <a:lnTo>
                    <a:pt x="613" y="616"/>
                  </a:lnTo>
                  <a:lnTo>
                    <a:pt x="613" y="614"/>
                  </a:lnTo>
                  <a:lnTo>
                    <a:pt x="613" y="612"/>
                  </a:lnTo>
                  <a:lnTo>
                    <a:pt x="613" y="610"/>
                  </a:lnTo>
                  <a:lnTo>
                    <a:pt x="615" y="610"/>
                  </a:lnTo>
                  <a:lnTo>
                    <a:pt x="615" y="608"/>
                  </a:lnTo>
                  <a:lnTo>
                    <a:pt x="617" y="608"/>
                  </a:lnTo>
                  <a:lnTo>
                    <a:pt x="619" y="607"/>
                  </a:lnTo>
                  <a:lnTo>
                    <a:pt x="619" y="607"/>
                  </a:lnTo>
                  <a:lnTo>
                    <a:pt x="619" y="607"/>
                  </a:lnTo>
                  <a:lnTo>
                    <a:pt x="621" y="608"/>
                  </a:lnTo>
                  <a:lnTo>
                    <a:pt x="621" y="608"/>
                  </a:lnTo>
                  <a:lnTo>
                    <a:pt x="619" y="610"/>
                  </a:lnTo>
                  <a:lnTo>
                    <a:pt x="619" y="610"/>
                  </a:lnTo>
                  <a:lnTo>
                    <a:pt x="619" y="612"/>
                  </a:lnTo>
                  <a:lnTo>
                    <a:pt x="621" y="612"/>
                  </a:lnTo>
                  <a:lnTo>
                    <a:pt x="621" y="614"/>
                  </a:lnTo>
                  <a:lnTo>
                    <a:pt x="623" y="614"/>
                  </a:lnTo>
                  <a:lnTo>
                    <a:pt x="623" y="614"/>
                  </a:lnTo>
                  <a:lnTo>
                    <a:pt x="627" y="614"/>
                  </a:lnTo>
                  <a:lnTo>
                    <a:pt x="629" y="614"/>
                  </a:lnTo>
                  <a:lnTo>
                    <a:pt x="631" y="614"/>
                  </a:lnTo>
                  <a:lnTo>
                    <a:pt x="636" y="616"/>
                  </a:lnTo>
                  <a:lnTo>
                    <a:pt x="638" y="616"/>
                  </a:lnTo>
                  <a:lnTo>
                    <a:pt x="640" y="616"/>
                  </a:lnTo>
                  <a:lnTo>
                    <a:pt x="644" y="616"/>
                  </a:lnTo>
                  <a:lnTo>
                    <a:pt x="646" y="616"/>
                  </a:lnTo>
                  <a:lnTo>
                    <a:pt x="646" y="618"/>
                  </a:lnTo>
                  <a:lnTo>
                    <a:pt x="648" y="618"/>
                  </a:lnTo>
                  <a:lnTo>
                    <a:pt x="648" y="620"/>
                  </a:lnTo>
                  <a:lnTo>
                    <a:pt x="648" y="622"/>
                  </a:lnTo>
                  <a:lnTo>
                    <a:pt x="650" y="622"/>
                  </a:lnTo>
                  <a:lnTo>
                    <a:pt x="650" y="622"/>
                  </a:lnTo>
                  <a:lnTo>
                    <a:pt x="652" y="622"/>
                  </a:lnTo>
                  <a:lnTo>
                    <a:pt x="653" y="622"/>
                  </a:lnTo>
                  <a:lnTo>
                    <a:pt x="653" y="620"/>
                  </a:lnTo>
                  <a:lnTo>
                    <a:pt x="653" y="620"/>
                  </a:lnTo>
                  <a:lnTo>
                    <a:pt x="655" y="616"/>
                  </a:lnTo>
                  <a:lnTo>
                    <a:pt x="655" y="616"/>
                  </a:lnTo>
                  <a:lnTo>
                    <a:pt x="655" y="614"/>
                  </a:lnTo>
                  <a:lnTo>
                    <a:pt x="657" y="614"/>
                  </a:lnTo>
                  <a:lnTo>
                    <a:pt x="659" y="612"/>
                  </a:lnTo>
                  <a:lnTo>
                    <a:pt x="663" y="612"/>
                  </a:lnTo>
                  <a:lnTo>
                    <a:pt x="663" y="612"/>
                  </a:lnTo>
                  <a:lnTo>
                    <a:pt x="665" y="612"/>
                  </a:lnTo>
                  <a:lnTo>
                    <a:pt x="665" y="612"/>
                  </a:lnTo>
                  <a:lnTo>
                    <a:pt x="665" y="614"/>
                  </a:lnTo>
                  <a:lnTo>
                    <a:pt x="665" y="616"/>
                  </a:lnTo>
                  <a:lnTo>
                    <a:pt x="663" y="616"/>
                  </a:lnTo>
                  <a:lnTo>
                    <a:pt x="663" y="618"/>
                  </a:lnTo>
                  <a:lnTo>
                    <a:pt x="663" y="618"/>
                  </a:lnTo>
                  <a:lnTo>
                    <a:pt x="663" y="620"/>
                  </a:lnTo>
                  <a:lnTo>
                    <a:pt x="665" y="620"/>
                  </a:lnTo>
                  <a:lnTo>
                    <a:pt x="669" y="624"/>
                  </a:lnTo>
                  <a:lnTo>
                    <a:pt x="671" y="626"/>
                  </a:lnTo>
                  <a:lnTo>
                    <a:pt x="673" y="627"/>
                  </a:lnTo>
                  <a:lnTo>
                    <a:pt x="676" y="627"/>
                  </a:lnTo>
                  <a:lnTo>
                    <a:pt x="678" y="626"/>
                  </a:lnTo>
                  <a:lnTo>
                    <a:pt x="678" y="626"/>
                  </a:lnTo>
                  <a:lnTo>
                    <a:pt x="678" y="626"/>
                  </a:lnTo>
                  <a:lnTo>
                    <a:pt x="680" y="626"/>
                  </a:lnTo>
                  <a:lnTo>
                    <a:pt x="682" y="626"/>
                  </a:lnTo>
                  <a:lnTo>
                    <a:pt x="682" y="626"/>
                  </a:lnTo>
                  <a:lnTo>
                    <a:pt x="682" y="624"/>
                  </a:lnTo>
                  <a:lnTo>
                    <a:pt x="684" y="624"/>
                  </a:lnTo>
                  <a:lnTo>
                    <a:pt x="684" y="622"/>
                  </a:lnTo>
                  <a:lnTo>
                    <a:pt x="684" y="622"/>
                  </a:lnTo>
                  <a:lnTo>
                    <a:pt x="684" y="620"/>
                  </a:lnTo>
                  <a:lnTo>
                    <a:pt x="686" y="620"/>
                  </a:lnTo>
                  <a:lnTo>
                    <a:pt x="684" y="618"/>
                  </a:lnTo>
                  <a:lnTo>
                    <a:pt x="684" y="616"/>
                  </a:lnTo>
                  <a:lnTo>
                    <a:pt x="680" y="610"/>
                  </a:lnTo>
                  <a:lnTo>
                    <a:pt x="678" y="608"/>
                  </a:lnTo>
                  <a:lnTo>
                    <a:pt x="678" y="607"/>
                  </a:lnTo>
                  <a:lnTo>
                    <a:pt x="678" y="599"/>
                  </a:lnTo>
                  <a:lnTo>
                    <a:pt x="676" y="597"/>
                  </a:lnTo>
                  <a:lnTo>
                    <a:pt x="676" y="597"/>
                  </a:lnTo>
                  <a:lnTo>
                    <a:pt x="676" y="595"/>
                  </a:lnTo>
                  <a:lnTo>
                    <a:pt x="676" y="595"/>
                  </a:lnTo>
                  <a:lnTo>
                    <a:pt x="678" y="591"/>
                  </a:lnTo>
                  <a:lnTo>
                    <a:pt x="678" y="591"/>
                  </a:lnTo>
                  <a:lnTo>
                    <a:pt x="678" y="591"/>
                  </a:lnTo>
                  <a:lnTo>
                    <a:pt x="678" y="589"/>
                  </a:lnTo>
                  <a:lnTo>
                    <a:pt x="676" y="588"/>
                  </a:lnTo>
                  <a:lnTo>
                    <a:pt x="676" y="586"/>
                  </a:lnTo>
                  <a:lnTo>
                    <a:pt x="678" y="586"/>
                  </a:lnTo>
                  <a:lnTo>
                    <a:pt x="678" y="584"/>
                  </a:lnTo>
                  <a:lnTo>
                    <a:pt x="678" y="584"/>
                  </a:lnTo>
                  <a:lnTo>
                    <a:pt x="680" y="586"/>
                  </a:lnTo>
                  <a:lnTo>
                    <a:pt x="680" y="586"/>
                  </a:lnTo>
                  <a:lnTo>
                    <a:pt x="680" y="586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4" y="586"/>
                  </a:lnTo>
                  <a:lnTo>
                    <a:pt x="684" y="586"/>
                  </a:lnTo>
                  <a:lnTo>
                    <a:pt x="684" y="588"/>
                  </a:lnTo>
                  <a:lnTo>
                    <a:pt x="684" y="588"/>
                  </a:lnTo>
                  <a:lnTo>
                    <a:pt x="686" y="589"/>
                  </a:lnTo>
                  <a:lnTo>
                    <a:pt x="686" y="589"/>
                  </a:lnTo>
                  <a:lnTo>
                    <a:pt x="686" y="589"/>
                  </a:lnTo>
                  <a:lnTo>
                    <a:pt x="686" y="591"/>
                  </a:lnTo>
                  <a:lnTo>
                    <a:pt x="686" y="593"/>
                  </a:lnTo>
                  <a:lnTo>
                    <a:pt x="686" y="593"/>
                  </a:lnTo>
                  <a:lnTo>
                    <a:pt x="686" y="593"/>
                  </a:lnTo>
                  <a:lnTo>
                    <a:pt x="686" y="593"/>
                  </a:lnTo>
                  <a:lnTo>
                    <a:pt x="688" y="593"/>
                  </a:lnTo>
                  <a:lnTo>
                    <a:pt x="690" y="593"/>
                  </a:lnTo>
                  <a:lnTo>
                    <a:pt x="690" y="593"/>
                  </a:lnTo>
                  <a:lnTo>
                    <a:pt x="697" y="588"/>
                  </a:lnTo>
                  <a:lnTo>
                    <a:pt x="699" y="588"/>
                  </a:lnTo>
                  <a:lnTo>
                    <a:pt x="699" y="588"/>
                  </a:lnTo>
                  <a:lnTo>
                    <a:pt x="701" y="586"/>
                  </a:lnTo>
                  <a:lnTo>
                    <a:pt x="701" y="584"/>
                  </a:lnTo>
                  <a:lnTo>
                    <a:pt x="701" y="582"/>
                  </a:lnTo>
                  <a:lnTo>
                    <a:pt x="699" y="578"/>
                  </a:lnTo>
                  <a:lnTo>
                    <a:pt x="699" y="574"/>
                  </a:lnTo>
                  <a:lnTo>
                    <a:pt x="697" y="574"/>
                  </a:lnTo>
                  <a:lnTo>
                    <a:pt x="695" y="572"/>
                  </a:lnTo>
                  <a:lnTo>
                    <a:pt x="692" y="569"/>
                  </a:lnTo>
                  <a:lnTo>
                    <a:pt x="692" y="569"/>
                  </a:lnTo>
                  <a:lnTo>
                    <a:pt x="690" y="569"/>
                  </a:lnTo>
                  <a:lnTo>
                    <a:pt x="690" y="569"/>
                  </a:lnTo>
                  <a:lnTo>
                    <a:pt x="688" y="569"/>
                  </a:lnTo>
                  <a:lnTo>
                    <a:pt x="688" y="569"/>
                  </a:lnTo>
                  <a:lnTo>
                    <a:pt x="684" y="569"/>
                  </a:lnTo>
                  <a:lnTo>
                    <a:pt x="680" y="567"/>
                  </a:lnTo>
                  <a:lnTo>
                    <a:pt x="676" y="561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74" y="557"/>
                  </a:lnTo>
                  <a:lnTo>
                    <a:pt x="676" y="557"/>
                  </a:lnTo>
                  <a:lnTo>
                    <a:pt x="676" y="557"/>
                  </a:lnTo>
                  <a:lnTo>
                    <a:pt x="676" y="557"/>
                  </a:lnTo>
                  <a:lnTo>
                    <a:pt x="678" y="555"/>
                  </a:lnTo>
                  <a:lnTo>
                    <a:pt x="680" y="555"/>
                  </a:lnTo>
                  <a:lnTo>
                    <a:pt x="682" y="555"/>
                  </a:lnTo>
                  <a:lnTo>
                    <a:pt x="682" y="555"/>
                  </a:lnTo>
                  <a:lnTo>
                    <a:pt x="684" y="553"/>
                  </a:lnTo>
                  <a:lnTo>
                    <a:pt x="684" y="553"/>
                  </a:lnTo>
                  <a:lnTo>
                    <a:pt x="684" y="551"/>
                  </a:lnTo>
                  <a:lnTo>
                    <a:pt x="684" y="550"/>
                  </a:lnTo>
                  <a:lnTo>
                    <a:pt x="684" y="548"/>
                  </a:lnTo>
                  <a:lnTo>
                    <a:pt x="682" y="546"/>
                  </a:lnTo>
                  <a:lnTo>
                    <a:pt x="680" y="542"/>
                  </a:lnTo>
                  <a:lnTo>
                    <a:pt x="680" y="542"/>
                  </a:lnTo>
                  <a:lnTo>
                    <a:pt x="680" y="542"/>
                  </a:lnTo>
                  <a:lnTo>
                    <a:pt x="680" y="542"/>
                  </a:lnTo>
                  <a:lnTo>
                    <a:pt x="680" y="540"/>
                  </a:lnTo>
                  <a:lnTo>
                    <a:pt x="682" y="540"/>
                  </a:lnTo>
                  <a:lnTo>
                    <a:pt x="682" y="538"/>
                  </a:lnTo>
                  <a:lnTo>
                    <a:pt x="682" y="538"/>
                  </a:lnTo>
                  <a:lnTo>
                    <a:pt x="684" y="536"/>
                  </a:lnTo>
                  <a:lnTo>
                    <a:pt x="688" y="536"/>
                  </a:lnTo>
                  <a:lnTo>
                    <a:pt x="695" y="532"/>
                  </a:lnTo>
                  <a:lnTo>
                    <a:pt x="695" y="532"/>
                  </a:lnTo>
                  <a:lnTo>
                    <a:pt x="697" y="532"/>
                  </a:lnTo>
                  <a:lnTo>
                    <a:pt x="699" y="532"/>
                  </a:lnTo>
                  <a:lnTo>
                    <a:pt x="703" y="532"/>
                  </a:lnTo>
                  <a:lnTo>
                    <a:pt x="713" y="529"/>
                  </a:lnTo>
                  <a:lnTo>
                    <a:pt x="713" y="529"/>
                  </a:lnTo>
                  <a:lnTo>
                    <a:pt x="714" y="529"/>
                  </a:lnTo>
                  <a:lnTo>
                    <a:pt x="716" y="529"/>
                  </a:lnTo>
                  <a:lnTo>
                    <a:pt x="718" y="529"/>
                  </a:lnTo>
                  <a:lnTo>
                    <a:pt x="720" y="529"/>
                  </a:lnTo>
                  <a:lnTo>
                    <a:pt x="720" y="529"/>
                  </a:lnTo>
                  <a:lnTo>
                    <a:pt x="722" y="530"/>
                  </a:lnTo>
                  <a:lnTo>
                    <a:pt x="724" y="530"/>
                  </a:lnTo>
                  <a:lnTo>
                    <a:pt x="726" y="530"/>
                  </a:lnTo>
                  <a:lnTo>
                    <a:pt x="726" y="530"/>
                  </a:lnTo>
                  <a:lnTo>
                    <a:pt x="728" y="529"/>
                  </a:lnTo>
                  <a:lnTo>
                    <a:pt x="728" y="529"/>
                  </a:lnTo>
                  <a:lnTo>
                    <a:pt x="728" y="529"/>
                  </a:lnTo>
                  <a:lnTo>
                    <a:pt x="728" y="529"/>
                  </a:lnTo>
                  <a:lnTo>
                    <a:pt x="730" y="527"/>
                  </a:lnTo>
                  <a:lnTo>
                    <a:pt x="730" y="527"/>
                  </a:lnTo>
                  <a:lnTo>
                    <a:pt x="732" y="527"/>
                  </a:lnTo>
                  <a:lnTo>
                    <a:pt x="732" y="525"/>
                  </a:lnTo>
                  <a:lnTo>
                    <a:pt x="730" y="523"/>
                  </a:lnTo>
                  <a:lnTo>
                    <a:pt x="732" y="523"/>
                  </a:lnTo>
                  <a:lnTo>
                    <a:pt x="732" y="521"/>
                  </a:lnTo>
                  <a:lnTo>
                    <a:pt x="732" y="521"/>
                  </a:lnTo>
                  <a:lnTo>
                    <a:pt x="732" y="521"/>
                  </a:lnTo>
                  <a:lnTo>
                    <a:pt x="732" y="519"/>
                  </a:lnTo>
                  <a:lnTo>
                    <a:pt x="732" y="519"/>
                  </a:lnTo>
                  <a:lnTo>
                    <a:pt x="730" y="515"/>
                  </a:lnTo>
                  <a:lnTo>
                    <a:pt x="728" y="515"/>
                  </a:lnTo>
                  <a:lnTo>
                    <a:pt x="728" y="513"/>
                  </a:lnTo>
                  <a:lnTo>
                    <a:pt x="728" y="513"/>
                  </a:lnTo>
                  <a:lnTo>
                    <a:pt x="728" y="511"/>
                  </a:lnTo>
                  <a:lnTo>
                    <a:pt x="728" y="511"/>
                  </a:lnTo>
                  <a:lnTo>
                    <a:pt x="728" y="511"/>
                  </a:lnTo>
                  <a:lnTo>
                    <a:pt x="728" y="510"/>
                  </a:lnTo>
                  <a:lnTo>
                    <a:pt x="728" y="510"/>
                  </a:lnTo>
                  <a:lnTo>
                    <a:pt x="728" y="508"/>
                  </a:lnTo>
                  <a:lnTo>
                    <a:pt x="728" y="508"/>
                  </a:lnTo>
                  <a:lnTo>
                    <a:pt x="728" y="506"/>
                  </a:lnTo>
                  <a:lnTo>
                    <a:pt x="726" y="506"/>
                  </a:lnTo>
                  <a:lnTo>
                    <a:pt x="726" y="504"/>
                  </a:lnTo>
                  <a:lnTo>
                    <a:pt x="726" y="504"/>
                  </a:lnTo>
                  <a:lnTo>
                    <a:pt x="728" y="502"/>
                  </a:lnTo>
                  <a:lnTo>
                    <a:pt x="728" y="502"/>
                  </a:lnTo>
                  <a:lnTo>
                    <a:pt x="728" y="500"/>
                  </a:lnTo>
                  <a:lnTo>
                    <a:pt x="728" y="500"/>
                  </a:lnTo>
                  <a:lnTo>
                    <a:pt x="728" y="500"/>
                  </a:lnTo>
                  <a:lnTo>
                    <a:pt x="728" y="498"/>
                  </a:lnTo>
                  <a:lnTo>
                    <a:pt x="728" y="498"/>
                  </a:lnTo>
                  <a:lnTo>
                    <a:pt x="728" y="498"/>
                  </a:lnTo>
                  <a:lnTo>
                    <a:pt x="726" y="496"/>
                  </a:lnTo>
                  <a:lnTo>
                    <a:pt x="726" y="496"/>
                  </a:lnTo>
                  <a:lnTo>
                    <a:pt x="726" y="496"/>
                  </a:lnTo>
                  <a:lnTo>
                    <a:pt x="724" y="496"/>
                  </a:lnTo>
                  <a:lnTo>
                    <a:pt x="722" y="496"/>
                  </a:lnTo>
                  <a:lnTo>
                    <a:pt x="720" y="496"/>
                  </a:lnTo>
                  <a:lnTo>
                    <a:pt x="718" y="498"/>
                  </a:lnTo>
                  <a:lnTo>
                    <a:pt x="716" y="498"/>
                  </a:lnTo>
                  <a:lnTo>
                    <a:pt x="716" y="500"/>
                  </a:lnTo>
                  <a:lnTo>
                    <a:pt x="716" y="500"/>
                  </a:lnTo>
                  <a:lnTo>
                    <a:pt x="714" y="504"/>
                  </a:lnTo>
                  <a:lnTo>
                    <a:pt x="714" y="504"/>
                  </a:lnTo>
                  <a:lnTo>
                    <a:pt x="713" y="506"/>
                  </a:lnTo>
                  <a:lnTo>
                    <a:pt x="713" y="506"/>
                  </a:lnTo>
                  <a:lnTo>
                    <a:pt x="711" y="508"/>
                  </a:lnTo>
                  <a:lnTo>
                    <a:pt x="711" y="508"/>
                  </a:lnTo>
                  <a:lnTo>
                    <a:pt x="709" y="508"/>
                  </a:lnTo>
                  <a:lnTo>
                    <a:pt x="707" y="506"/>
                  </a:lnTo>
                  <a:lnTo>
                    <a:pt x="705" y="506"/>
                  </a:lnTo>
                  <a:lnTo>
                    <a:pt x="703" y="506"/>
                  </a:lnTo>
                  <a:lnTo>
                    <a:pt x="703" y="506"/>
                  </a:lnTo>
                  <a:lnTo>
                    <a:pt x="701" y="506"/>
                  </a:lnTo>
                  <a:lnTo>
                    <a:pt x="697" y="508"/>
                  </a:lnTo>
                  <a:lnTo>
                    <a:pt x="695" y="510"/>
                  </a:lnTo>
                  <a:lnTo>
                    <a:pt x="690" y="510"/>
                  </a:lnTo>
                  <a:lnTo>
                    <a:pt x="688" y="510"/>
                  </a:lnTo>
                  <a:lnTo>
                    <a:pt x="688" y="510"/>
                  </a:lnTo>
                  <a:lnTo>
                    <a:pt x="688" y="510"/>
                  </a:lnTo>
                  <a:lnTo>
                    <a:pt x="684" y="508"/>
                  </a:lnTo>
                  <a:lnTo>
                    <a:pt x="682" y="508"/>
                  </a:lnTo>
                  <a:lnTo>
                    <a:pt x="678" y="506"/>
                  </a:lnTo>
                  <a:lnTo>
                    <a:pt x="678" y="506"/>
                  </a:lnTo>
                  <a:lnTo>
                    <a:pt x="678" y="508"/>
                  </a:lnTo>
                  <a:lnTo>
                    <a:pt x="674" y="508"/>
                  </a:lnTo>
                  <a:lnTo>
                    <a:pt x="674" y="508"/>
                  </a:lnTo>
                  <a:lnTo>
                    <a:pt x="673" y="508"/>
                  </a:lnTo>
                  <a:lnTo>
                    <a:pt x="673" y="508"/>
                  </a:lnTo>
                  <a:lnTo>
                    <a:pt x="669" y="504"/>
                  </a:lnTo>
                  <a:lnTo>
                    <a:pt x="667" y="504"/>
                  </a:lnTo>
                  <a:lnTo>
                    <a:pt x="667" y="504"/>
                  </a:lnTo>
                  <a:lnTo>
                    <a:pt x="665" y="504"/>
                  </a:lnTo>
                  <a:lnTo>
                    <a:pt x="663" y="504"/>
                  </a:lnTo>
                  <a:lnTo>
                    <a:pt x="663" y="504"/>
                  </a:lnTo>
                  <a:lnTo>
                    <a:pt x="661" y="502"/>
                  </a:lnTo>
                  <a:lnTo>
                    <a:pt x="661" y="502"/>
                  </a:lnTo>
                  <a:lnTo>
                    <a:pt x="659" y="498"/>
                  </a:lnTo>
                  <a:lnTo>
                    <a:pt x="657" y="496"/>
                  </a:lnTo>
                  <a:lnTo>
                    <a:pt x="657" y="496"/>
                  </a:lnTo>
                  <a:lnTo>
                    <a:pt x="655" y="496"/>
                  </a:lnTo>
                  <a:lnTo>
                    <a:pt x="655" y="496"/>
                  </a:lnTo>
                  <a:lnTo>
                    <a:pt x="653" y="496"/>
                  </a:lnTo>
                  <a:lnTo>
                    <a:pt x="653" y="494"/>
                  </a:lnTo>
                  <a:lnTo>
                    <a:pt x="653" y="494"/>
                  </a:lnTo>
                  <a:lnTo>
                    <a:pt x="653" y="491"/>
                  </a:lnTo>
                  <a:lnTo>
                    <a:pt x="652" y="485"/>
                  </a:lnTo>
                  <a:lnTo>
                    <a:pt x="648" y="472"/>
                  </a:lnTo>
                  <a:lnTo>
                    <a:pt x="648" y="470"/>
                  </a:lnTo>
                  <a:lnTo>
                    <a:pt x="648" y="470"/>
                  </a:lnTo>
                  <a:lnTo>
                    <a:pt x="646" y="468"/>
                  </a:lnTo>
                  <a:lnTo>
                    <a:pt x="648" y="468"/>
                  </a:lnTo>
                  <a:lnTo>
                    <a:pt x="648" y="466"/>
                  </a:lnTo>
                  <a:lnTo>
                    <a:pt x="650" y="466"/>
                  </a:lnTo>
                  <a:lnTo>
                    <a:pt x="650" y="466"/>
                  </a:lnTo>
                  <a:lnTo>
                    <a:pt x="650" y="464"/>
                  </a:lnTo>
                  <a:lnTo>
                    <a:pt x="650" y="462"/>
                  </a:lnTo>
                  <a:lnTo>
                    <a:pt x="650" y="460"/>
                  </a:lnTo>
                  <a:lnTo>
                    <a:pt x="652" y="458"/>
                  </a:lnTo>
                  <a:lnTo>
                    <a:pt x="653" y="454"/>
                  </a:lnTo>
                  <a:lnTo>
                    <a:pt x="653" y="454"/>
                  </a:lnTo>
                  <a:lnTo>
                    <a:pt x="653" y="454"/>
                  </a:lnTo>
                  <a:lnTo>
                    <a:pt x="657" y="453"/>
                  </a:lnTo>
                  <a:lnTo>
                    <a:pt x="657" y="453"/>
                  </a:lnTo>
                  <a:lnTo>
                    <a:pt x="659" y="453"/>
                  </a:lnTo>
                  <a:lnTo>
                    <a:pt x="659" y="451"/>
                  </a:lnTo>
                  <a:lnTo>
                    <a:pt x="661" y="451"/>
                  </a:lnTo>
                  <a:lnTo>
                    <a:pt x="661" y="449"/>
                  </a:lnTo>
                  <a:lnTo>
                    <a:pt x="661" y="447"/>
                  </a:lnTo>
                  <a:lnTo>
                    <a:pt x="663" y="447"/>
                  </a:lnTo>
                  <a:lnTo>
                    <a:pt x="667" y="449"/>
                  </a:lnTo>
                  <a:lnTo>
                    <a:pt x="669" y="449"/>
                  </a:lnTo>
                  <a:lnTo>
                    <a:pt x="671" y="449"/>
                  </a:lnTo>
                  <a:lnTo>
                    <a:pt x="671" y="447"/>
                  </a:lnTo>
                  <a:lnTo>
                    <a:pt x="673" y="445"/>
                  </a:lnTo>
                  <a:lnTo>
                    <a:pt x="674" y="445"/>
                  </a:lnTo>
                  <a:lnTo>
                    <a:pt x="674" y="443"/>
                  </a:lnTo>
                  <a:lnTo>
                    <a:pt x="674" y="443"/>
                  </a:lnTo>
                  <a:lnTo>
                    <a:pt x="676" y="443"/>
                  </a:lnTo>
                  <a:lnTo>
                    <a:pt x="676" y="443"/>
                  </a:lnTo>
                  <a:lnTo>
                    <a:pt x="676" y="441"/>
                  </a:lnTo>
                  <a:lnTo>
                    <a:pt x="676" y="439"/>
                  </a:lnTo>
                  <a:lnTo>
                    <a:pt x="676" y="439"/>
                  </a:lnTo>
                  <a:lnTo>
                    <a:pt x="678" y="437"/>
                  </a:lnTo>
                  <a:lnTo>
                    <a:pt x="684" y="433"/>
                  </a:lnTo>
                  <a:lnTo>
                    <a:pt x="684" y="433"/>
                  </a:lnTo>
                  <a:lnTo>
                    <a:pt x="686" y="432"/>
                  </a:lnTo>
                  <a:lnTo>
                    <a:pt x="686" y="432"/>
                  </a:lnTo>
                  <a:lnTo>
                    <a:pt x="686" y="430"/>
                  </a:lnTo>
                  <a:lnTo>
                    <a:pt x="686" y="430"/>
                  </a:lnTo>
                  <a:lnTo>
                    <a:pt x="690" y="430"/>
                  </a:lnTo>
                  <a:lnTo>
                    <a:pt x="690" y="428"/>
                  </a:lnTo>
                  <a:lnTo>
                    <a:pt x="692" y="428"/>
                  </a:lnTo>
                  <a:lnTo>
                    <a:pt x="692" y="426"/>
                  </a:lnTo>
                  <a:lnTo>
                    <a:pt x="693" y="426"/>
                  </a:lnTo>
                  <a:lnTo>
                    <a:pt x="695" y="424"/>
                  </a:lnTo>
                  <a:lnTo>
                    <a:pt x="695" y="424"/>
                  </a:lnTo>
                  <a:lnTo>
                    <a:pt x="695" y="422"/>
                  </a:lnTo>
                  <a:lnTo>
                    <a:pt x="697" y="422"/>
                  </a:lnTo>
                  <a:lnTo>
                    <a:pt x="699" y="420"/>
                  </a:lnTo>
                  <a:lnTo>
                    <a:pt x="701" y="420"/>
                  </a:lnTo>
                  <a:lnTo>
                    <a:pt x="701" y="420"/>
                  </a:lnTo>
                  <a:lnTo>
                    <a:pt x="703" y="420"/>
                  </a:lnTo>
                  <a:lnTo>
                    <a:pt x="703" y="420"/>
                  </a:lnTo>
                  <a:lnTo>
                    <a:pt x="703" y="418"/>
                  </a:lnTo>
                  <a:lnTo>
                    <a:pt x="703" y="418"/>
                  </a:lnTo>
                  <a:lnTo>
                    <a:pt x="705" y="416"/>
                  </a:lnTo>
                  <a:lnTo>
                    <a:pt x="707" y="414"/>
                  </a:lnTo>
                  <a:lnTo>
                    <a:pt x="709" y="414"/>
                  </a:lnTo>
                  <a:lnTo>
                    <a:pt x="711" y="414"/>
                  </a:lnTo>
                  <a:lnTo>
                    <a:pt x="714" y="414"/>
                  </a:lnTo>
                  <a:lnTo>
                    <a:pt x="716" y="413"/>
                  </a:lnTo>
                  <a:lnTo>
                    <a:pt x="718" y="411"/>
                  </a:lnTo>
                  <a:lnTo>
                    <a:pt x="720" y="411"/>
                  </a:lnTo>
                  <a:lnTo>
                    <a:pt x="720" y="409"/>
                  </a:lnTo>
                  <a:lnTo>
                    <a:pt x="722" y="409"/>
                  </a:lnTo>
                  <a:lnTo>
                    <a:pt x="722" y="409"/>
                  </a:lnTo>
                  <a:lnTo>
                    <a:pt x="722" y="407"/>
                  </a:lnTo>
                  <a:lnTo>
                    <a:pt x="724" y="405"/>
                  </a:lnTo>
                  <a:lnTo>
                    <a:pt x="724" y="403"/>
                  </a:lnTo>
                  <a:lnTo>
                    <a:pt x="726" y="403"/>
                  </a:lnTo>
                  <a:lnTo>
                    <a:pt x="728" y="401"/>
                  </a:lnTo>
                  <a:lnTo>
                    <a:pt x="730" y="403"/>
                  </a:lnTo>
                  <a:lnTo>
                    <a:pt x="732" y="401"/>
                  </a:lnTo>
                  <a:lnTo>
                    <a:pt x="732" y="401"/>
                  </a:lnTo>
                  <a:lnTo>
                    <a:pt x="734" y="401"/>
                  </a:lnTo>
                  <a:lnTo>
                    <a:pt x="735" y="401"/>
                  </a:lnTo>
                  <a:lnTo>
                    <a:pt x="735" y="399"/>
                  </a:lnTo>
                  <a:lnTo>
                    <a:pt x="735" y="399"/>
                  </a:lnTo>
                  <a:lnTo>
                    <a:pt x="735" y="397"/>
                  </a:lnTo>
                  <a:lnTo>
                    <a:pt x="737" y="397"/>
                  </a:lnTo>
                  <a:lnTo>
                    <a:pt x="741" y="397"/>
                  </a:lnTo>
                  <a:lnTo>
                    <a:pt x="743" y="397"/>
                  </a:lnTo>
                  <a:lnTo>
                    <a:pt x="743" y="395"/>
                  </a:lnTo>
                  <a:lnTo>
                    <a:pt x="747" y="394"/>
                  </a:lnTo>
                  <a:lnTo>
                    <a:pt x="753" y="390"/>
                  </a:lnTo>
                  <a:lnTo>
                    <a:pt x="753" y="390"/>
                  </a:lnTo>
                  <a:lnTo>
                    <a:pt x="754" y="390"/>
                  </a:lnTo>
                  <a:lnTo>
                    <a:pt x="758" y="388"/>
                  </a:lnTo>
                  <a:lnTo>
                    <a:pt x="760" y="388"/>
                  </a:lnTo>
                  <a:lnTo>
                    <a:pt x="760" y="388"/>
                  </a:lnTo>
                  <a:lnTo>
                    <a:pt x="762" y="386"/>
                  </a:lnTo>
                  <a:lnTo>
                    <a:pt x="764" y="384"/>
                  </a:lnTo>
                  <a:lnTo>
                    <a:pt x="766" y="384"/>
                  </a:lnTo>
                  <a:lnTo>
                    <a:pt x="770" y="382"/>
                  </a:lnTo>
                  <a:lnTo>
                    <a:pt x="772" y="380"/>
                  </a:lnTo>
                  <a:lnTo>
                    <a:pt x="770" y="376"/>
                  </a:lnTo>
                  <a:lnTo>
                    <a:pt x="775" y="376"/>
                  </a:lnTo>
                  <a:lnTo>
                    <a:pt x="775" y="375"/>
                  </a:lnTo>
                  <a:lnTo>
                    <a:pt x="777" y="375"/>
                  </a:lnTo>
                  <a:lnTo>
                    <a:pt x="777" y="373"/>
                  </a:lnTo>
                  <a:lnTo>
                    <a:pt x="777" y="373"/>
                  </a:lnTo>
                  <a:lnTo>
                    <a:pt x="777" y="371"/>
                  </a:lnTo>
                  <a:lnTo>
                    <a:pt x="779" y="371"/>
                  </a:lnTo>
                  <a:lnTo>
                    <a:pt x="781" y="371"/>
                  </a:lnTo>
                  <a:lnTo>
                    <a:pt x="783" y="371"/>
                  </a:lnTo>
                  <a:lnTo>
                    <a:pt x="785" y="369"/>
                  </a:lnTo>
                  <a:lnTo>
                    <a:pt x="787" y="369"/>
                  </a:lnTo>
                  <a:lnTo>
                    <a:pt x="789" y="369"/>
                  </a:lnTo>
                  <a:lnTo>
                    <a:pt x="789" y="369"/>
                  </a:lnTo>
                  <a:lnTo>
                    <a:pt x="791" y="369"/>
                  </a:lnTo>
                  <a:lnTo>
                    <a:pt x="791" y="369"/>
                  </a:lnTo>
                  <a:lnTo>
                    <a:pt x="793" y="369"/>
                  </a:lnTo>
                  <a:lnTo>
                    <a:pt x="793" y="369"/>
                  </a:lnTo>
                  <a:lnTo>
                    <a:pt x="794" y="369"/>
                  </a:lnTo>
                  <a:lnTo>
                    <a:pt x="794" y="369"/>
                  </a:lnTo>
                  <a:lnTo>
                    <a:pt x="794" y="367"/>
                  </a:lnTo>
                  <a:lnTo>
                    <a:pt x="794" y="365"/>
                  </a:lnTo>
                  <a:lnTo>
                    <a:pt x="796" y="365"/>
                  </a:lnTo>
                  <a:lnTo>
                    <a:pt x="796" y="363"/>
                  </a:lnTo>
                  <a:lnTo>
                    <a:pt x="796" y="363"/>
                  </a:lnTo>
                  <a:lnTo>
                    <a:pt x="796" y="361"/>
                  </a:lnTo>
                  <a:lnTo>
                    <a:pt x="796" y="361"/>
                  </a:lnTo>
                  <a:lnTo>
                    <a:pt x="796" y="359"/>
                  </a:lnTo>
                  <a:lnTo>
                    <a:pt x="796" y="357"/>
                  </a:lnTo>
                  <a:lnTo>
                    <a:pt x="798" y="357"/>
                  </a:lnTo>
                  <a:lnTo>
                    <a:pt x="802" y="359"/>
                  </a:lnTo>
                  <a:lnTo>
                    <a:pt x="802" y="357"/>
                  </a:lnTo>
                  <a:lnTo>
                    <a:pt x="802" y="356"/>
                  </a:lnTo>
                  <a:lnTo>
                    <a:pt x="804" y="356"/>
                  </a:lnTo>
                  <a:lnTo>
                    <a:pt x="806" y="356"/>
                  </a:lnTo>
                  <a:lnTo>
                    <a:pt x="806" y="354"/>
                  </a:lnTo>
                  <a:lnTo>
                    <a:pt x="806" y="354"/>
                  </a:lnTo>
                  <a:lnTo>
                    <a:pt x="804" y="352"/>
                  </a:lnTo>
                  <a:lnTo>
                    <a:pt x="804" y="352"/>
                  </a:lnTo>
                  <a:lnTo>
                    <a:pt x="804" y="350"/>
                  </a:lnTo>
                  <a:lnTo>
                    <a:pt x="804" y="350"/>
                  </a:lnTo>
                  <a:lnTo>
                    <a:pt x="804" y="350"/>
                  </a:lnTo>
                  <a:lnTo>
                    <a:pt x="804" y="350"/>
                  </a:lnTo>
                  <a:lnTo>
                    <a:pt x="804" y="350"/>
                  </a:lnTo>
                  <a:lnTo>
                    <a:pt x="806" y="350"/>
                  </a:lnTo>
                  <a:lnTo>
                    <a:pt x="806" y="348"/>
                  </a:lnTo>
                  <a:lnTo>
                    <a:pt x="810" y="346"/>
                  </a:lnTo>
                  <a:lnTo>
                    <a:pt x="810" y="346"/>
                  </a:lnTo>
                  <a:lnTo>
                    <a:pt x="810" y="344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18" name="Freeform 21">
              <a:extLst>
                <a:ext uri="{FF2B5EF4-FFF2-40B4-BE49-F238E27FC236}">
                  <a16:creationId xmlns:a16="http://schemas.microsoft.com/office/drawing/2014/main" id="{5F12CB2A-C78B-7111-ADC7-FEAC0E976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800" y="2143125"/>
              <a:ext cx="1285875" cy="1174750"/>
            </a:xfrm>
            <a:custGeom>
              <a:avLst/>
              <a:gdLst>
                <a:gd name="T0" fmla="*/ 787 w 810"/>
                <a:gd name="T1" fmla="*/ 348 h 740"/>
                <a:gd name="T2" fmla="*/ 732 w 810"/>
                <a:gd name="T3" fmla="*/ 359 h 740"/>
                <a:gd name="T4" fmla="*/ 753 w 810"/>
                <a:gd name="T5" fmla="*/ 333 h 740"/>
                <a:gd name="T6" fmla="*/ 753 w 810"/>
                <a:gd name="T7" fmla="*/ 312 h 740"/>
                <a:gd name="T8" fmla="*/ 726 w 810"/>
                <a:gd name="T9" fmla="*/ 274 h 740"/>
                <a:gd name="T10" fmla="*/ 711 w 810"/>
                <a:gd name="T11" fmla="*/ 253 h 740"/>
                <a:gd name="T12" fmla="*/ 688 w 810"/>
                <a:gd name="T13" fmla="*/ 264 h 740"/>
                <a:gd name="T14" fmla="*/ 690 w 810"/>
                <a:gd name="T15" fmla="*/ 217 h 740"/>
                <a:gd name="T16" fmla="*/ 663 w 810"/>
                <a:gd name="T17" fmla="*/ 230 h 740"/>
                <a:gd name="T18" fmla="*/ 644 w 810"/>
                <a:gd name="T19" fmla="*/ 220 h 740"/>
                <a:gd name="T20" fmla="*/ 634 w 810"/>
                <a:gd name="T21" fmla="*/ 219 h 740"/>
                <a:gd name="T22" fmla="*/ 617 w 810"/>
                <a:gd name="T23" fmla="*/ 230 h 740"/>
                <a:gd name="T24" fmla="*/ 598 w 810"/>
                <a:gd name="T25" fmla="*/ 238 h 740"/>
                <a:gd name="T26" fmla="*/ 596 w 810"/>
                <a:gd name="T27" fmla="*/ 220 h 740"/>
                <a:gd name="T28" fmla="*/ 583 w 810"/>
                <a:gd name="T29" fmla="*/ 188 h 740"/>
                <a:gd name="T30" fmla="*/ 558 w 810"/>
                <a:gd name="T31" fmla="*/ 131 h 740"/>
                <a:gd name="T32" fmla="*/ 547 w 810"/>
                <a:gd name="T33" fmla="*/ 101 h 740"/>
                <a:gd name="T34" fmla="*/ 522 w 810"/>
                <a:gd name="T35" fmla="*/ 103 h 740"/>
                <a:gd name="T36" fmla="*/ 493 w 810"/>
                <a:gd name="T37" fmla="*/ 85 h 740"/>
                <a:gd name="T38" fmla="*/ 469 w 810"/>
                <a:gd name="T39" fmla="*/ 78 h 740"/>
                <a:gd name="T40" fmla="*/ 465 w 810"/>
                <a:gd name="T41" fmla="*/ 49 h 740"/>
                <a:gd name="T42" fmla="*/ 415 w 810"/>
                <a:gd name="T43" fmla="*/ 7 h 740"/>
                <a:gd name="T44" fmla="*/ 248 w 810"/>
                <a:gd name="T45" fmla="*/ 196 h 740"/>
                <a:gd name="T46" fmla="*/ 91 w 810"/>
                <a:gd name="T47" fmla="*/ 228 h 740"/>
                <a:gd name="T48" fmla="*/ 63 w 810"/>
                <a:gd name="T49" fmla="*/ 390 h 740"/>
                <a:gd name="T50" fmla="*/ 108 w 810"/>
                <a:gd name="T51" fmla="*/ 487 h 740"/>
                <a:gd name="T52" fmla="*/ 181 w 810"/>
                <a:gd name="T53" fmla="*/ 574 h 740"/>
                <a:gd name="T54" fmla="*/ 229 w 810"/>
                <a:gd name="T55" fmla="*/ 576 h 740"/>
                <a:gd name="T56" fmla="*/ 263 w 810"/>
                <a:gd name="T57" fmla="*/ 586 h 740"/>
                <a:gd name="T58" fmla="*/ 280 w 810"/>
                <a:gd name="T59" fmla="*/ 591 h 740"/>
                <a:gd name="T60" fmla="*/ 322 w 810"/>
                <a:gd name="T61" fmla="*/ 601 h 740"/>
                <a:gd name="T62" fmla="*/ 343 w 810"/>
                <a:gd name="T63" fmla="*/ 605 h 740"/>
                <a:gd name="T64" fmla="*/ 341 w 810"/>
                <a:gd name="T65" fmla="*/ 633 h 740"/>
                <a:gd name="T66" fmla="*/ 360 w 810"/>
                <a:gd name="T67" fmla="*/ 656 h 740"/>
                <a:gd name="T68" fmla="*/ 379 w 810"/>
                <a:gd name="T69" fmla="*/ 679 h 740"/>
                <a:gd name="T70" fmla="*/ 413 w 810"/>
                <a:gd name="T71" fmla="*/ 707 h 740"/>
                <a:gd name="T72" fmla="*/ 451 w 810"/>
                <a:gd name="T73" fmla="*/ 738 h 740"/>
                <a:gd name="T74" fmla="*/ 471 w 810"/>
                <a:gd name="T75" fmla="*/ 707 h 740"/>
                <a:gd name="T76" fmla="*/ 507 w 810"/>
                <a:gd name="T77" fmla="*/ 639 h 740"/>
                <a:gd name="T78" fmla="*/ 495 w 810"/>
                <a:gd name="T79" fmla="*/ 595 h 740"/>
                <a:gd name="T80" fmla="*/ 507 w 810"/>
                <a:gd name="T81" fmla="*/ 574 h 740"/>
                <a:gd name="T82" fmla="*/ 501 w 810"/>
                <a:gd name="T83" fmla="*/ 551 h 740"/>
                <a:gd name="T84" fmla="*/ 524 w 810"/>
                <a:gd name="T85" fmla="*/ 538 h 740"/>
                <a:gd name="T86" fmla="*/ 537 w 810"/>
                <a:gd name="T87" fmla="*/ 553 h 740"/>
                <a:gd name="T88" fmla="*/ 528 w 810"/>
                <a:gd name="T89" fmla="*/ 563 h 740"/>
                <a:gd name="T90" fmla="*/ 591 w 810"/>
                <a:gd name="T91" fmla="*/ 591 h 740"/>
                <a:gd name="T92" fmla="*/ 581 w 810"/>
                <a:gd name="T93" fmla="*/ 629 h 740"/>
                <a:gd name="T94" fmla="*/ 556 w 810"/>
                <a:gd name="T95" fmla="*/ 648 h 740"/>
                <a:gd name="T96" fmla="*/ 585 w 810"/>
                <a:gd name="T97" fmla="*/ 654 h 740"/>
                <a:gd name="T98" fmla="*/ 619 w 810"/>
                <a:gd name="T99" fmla="*/ 607 h 740"/>
                <a:gd name="T100" fmla="*/ 659 w 810"/>
                <a:gd name="T101" fmla="*/ 612 h 740"/>
                <a:gd name="T102" fmla="*/ 678 w 810"/>
                <a:gd name="T103" fmla="*/ 607 h 740"/>
                <a:gd name="T104" fmla="*/ 688 w 810"/>
                <a:gd name="T105" fmla="*/ 593 h 740"/>
                <a:gd name="T106" fmla="*/ 684 w 810"/>
                <a:gd name="T107" fmla="*/ 553 h 740"/>
                <a:gd name="T108" fmla="*/ 728 w 810"/>
                <a:gd name="T109" fmla="*/ 529 h 740"/>
                <a:gd name="T110" fmla="*/ 728 w 810"/>
                <a:gd name="T111" fmla="*/ 500 h 740"/>
                <a:gd name="T112" fmla="*/ 688 w 810"/>
                <a:gd name="T113" fmla="*/ 510 h 740"/>
                <a:gd name="T114" fmla="*/ 646 w 810"/>
                <a:gd name="T115" fmla="*/ 468 h 740"/>
                <a:gd name="T116" fmla="*/ 676 w 810"/>
                <a:gd name="T117" fmla="*/ 439 h 740"/>
                <a:gd name="T118" fmla="*/ 720 w 810"/>
                <a:gd name="T119" fmla="*/ 409 h 740"/>
                <a:gd name="T120" fmla="*/ 770 w 810"/>
                <a:gd name="T121" fmla="*/ 376 h 740"/>
                <a:gd name="T122" fmla="*/ 802 w 810"/>
                <a:gd name="T123" fmla="*/ 356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10" h="740">
                  <a:moveTo>
                    <a:pt x="810" y="344"/>
                  </a:moveTo>
                  <a:lnTo>
                    <a:pt x="810" y="344"/>
                  </a:lnTo>
                  <a:lnTo>
                    <a:pt x="810" y="344"/>
                  </a:lnTo>
                  <a:lnTo>
                    <a:pt x="808" y="344"/>
                  </a:lnTo>
                  <a:lnTo>
                    <a:pt x="808" y="342"/>
                  </a:lnTo>
                  <a:lnTo>
                    <a:pt x="806" y="342"/>
                  </a:lnTo>
                  <a:lnTo>
                    <a:pt x="804" y="342"/>
                  </a:lnTo>
                  <a:lnTo>
                    <a:pt x="804" y="342"/>
                  </a:lnTo>
                  <a:lnTo>
                    <a:pt x="802" y="342"/>
                  </a:lnTo>
                  <a:lnTo>
                    <a:pt x="802" y="342"/>
                  </a:lnTo>
                  <a:lnTo>
                    <a:pt x="798" y="342"/>
                  </a:lnTo>
                  <a:lnTo>
                    <a:pt x="796" y="342"/>
                  </a:lnTo>
                  <a:lnTo>
                    <a:pt x="796" y="342"/>
                  </a:lnTo>
                  <a:lnTo>
                    <a:pt x="794" y="344"/>
                  </a:lnTo>
                  <a:lnTo>
                    <a:pt x="794" y="344"/>
                  </a:lnTo>
                  <a:lnTo>
                    <a:pt x="794" y="344"/>
                  </a:lnTo>
                  <a:lnTo>
                    <a:pt x="794" y="346"/>
                  </a:lnTo>
                  <a:lnTo>
                    <a:pt x="793" y="346"/>
                  </a:lnTo>
                  <a:lnTo>
                    <a:pt x="793" y="346"/>
                  </a:lnTo>
                  <a:lnTo>
                    <a:pt x="791" y="346"/>
                  </a:lnTo>
                  <a:lnTo>
                    <a:pt x="791" y="346"/>
                  </a:lnTo>
                  <a:lnTo>
                    <a:pt x="789" y="346"/>
                  </a:lnTo>
                  <a:lnTo>
                    <a:pt x="789" y="346"/>
                  </a:lnTo>
                  <a:lnTo>
                    <a:pt x="789" y="348"/>
                  </a:lnTo>
                  <a:lnTo>
                    <a:pt x="789" y="350"/>
                  </a:lnTo>
                  <a:lnTo>
                    <a:pt x="789" y="350"/>
                  </a:lnTo>
                  <a:lnTo>
                    <a:pt x="789" y="350"/>
                  </a:lnTo>
                  <a:lnTo>
                    <a:pt x="789" y="350"/>
                  </a:lnTo>
                  <a:lnTo>
                    <a:pt x="787" y="350"/>
                  </a:lnTo>
                  <a:lnTo>
                    <a:pt x="787" y="350"/>
                  </a:lnTo>
                  <a:lnTo>
                    <a:pt x="787" y="348"/>
                  </a:lnTo>
                  <a:lnTo>
                    <a:pt x="787" y="348"/>
                  </a:lnTo>
                  <a:lnTo>
                    <a:pt x="787" y="346"/>
                  </a:lnTo>
                  <a:lnTo>
                    <a:pt x="785" y="346"/>
                  </a:lnTo>
                  <a:lnTo>
                    <a:pt x="779" y="346"/>
                  </a:lnTo>
                  <a:lnTo>
                    <a:pt x="777" y="346"/>
                  </a:lnTo>
                  <a:lnTo>
                    <a:pt x="775" y="346"/>
                  </a:lnTo>
                  <a:lnTo>
                    <a:pt x="775" y="346"/>
                  </a:lnTo>
                  <a:lnTo>
                    <a:pt x="774" y="346"/>
                  </a:lnTo>
                  <a:lnTo>
                    <a:pt x="774" y="346"/>
                  </a:lnTo>
                  <a:lnTo>
                    <a:pt x="774" y="346"/>
                  </a:lnTo>
                  <a:lnTo>
                    <a:pt x="774" y="346"/>
                  </a:lnTo>
                  <a:lnTo>
                    <a:pt x="772" y="346"/>
                  </a:lnTo>
                  <a:lnTo>
                    <a:pt x="772" y="346"/>
                  </a:lnTo>
                  <a:lnTo>
                    <a:pt x="772" y="344"/>
                  </a:lnTo>
                  <a:lnTo>
                    <a:pt x="766" y="344"/>
                  </a:lnTo>
                  <a:lnTo>
                    <a:pt x="762" y="344"/>
                  </a:lnTo>
                  <a:lnTo>
                    <a:pt x="762" y="344"/>
                  </a:lnTo>
                  <a:lnTo>
                    <a:pt x="760" y="344"/>
                  </a:lnTo>
                  <a:lnTo>
                    <a:pt x="758" y="344"/>
                  </a:lnTo>
                  <a:lnTo>
                    <a:pt x="756" y="348"/>
                  </a:lnTo>
                  <a:lnTo>
                    <a:pt x="754" y="348"/>
                  </a:lnTo>
                  <a:lnTo>
                    <a:pt x="741" y="354"/>
                  </a:lnTo>
                  <a:lnTo>
                    <a:pt x="741" y="354"/>
                  </a:lnTo>
                  <a:lnTo>
                    <a:pt x="741" y="354"/>
                  </a:lnTo>
                  <a:lnTo>
                    <a:pt x="739" y="354"/>
                  </a:lnTo>
                  <a:lnTo>
                    <a:pt x="739" y="354"/>
                  </a:lnTo>
                  <a:lnTo>
                    <a:pt x="737" y="354"/>
                  </a:lnTo>
                  <a:lnTo>
                    <a:pt x="737" y="357"/>
                  </a:lnTo>
                  <a:lnTo>
                    <a:pt x="735" y="357"/>
                  </a:lnTo>
                  <a:lnTo>
                    <a:pt x="735" y="359"/>
                  </a:lnTo>
                  <a:lnTo>
                    <a:pt x="732" y="359"/>
                  </a:lnTo>
                  <a:lnTo>
                    <a:pt x="732" y="359"/>
                  </a:lnTo>
                  <a:lnTo>
                    <a:pt x="732" y="359"/>
                  </a:lnTo>
                  <a:lnTo>
                    <a:pt x="732" y="359"/>
                  </a:lnTo>
                  <a:lnTo>
                    <a:pt x="732" y="356"/>
                  </a:lnTo>
                  <a:lnTo>
                    <a:pt x="732" y="354"/>
                  </a:lnTo>
                  <a:lnTo>
                    <a:pt x="732" y="352"/>
                  </a:lnTo>
                  <a:lnTo>
                    <a:pt x="732" y="352"/>
                  </a:lnTo>
                  <a:lnTo>
                    <a:pt x="732" y="350"/>
                  </a:lnTo>
                  <a:lnTo>
                    <a:pt x="734" y="350"/>
                  </a:lnTo>
                  <a:lnTo>
                    <a:pt x="734" y="348"/>
                  </a:lnTo>
                  <a:lnTo>
                    <a:pt x="737" y="346"/>
                  </a:lnTo>
                  <a:lnTo>
                    <a:pt x="753" y="338"/>
                  </a:lnTo>
                  <a:lnTo>
                    <a:pt x="754" y="338"/>
                  </a:lnTo>
                  <a:lnTo>
                    <a:pt x="760" y="338"/>
                  </a:lnTo>
                  <a:lnTo>
                    <a:pt x="760" y="337"/>
                  </a:lnTo>
                  <a:lnTo>
                    <a:pt x="762" y="337"/>
                  </a:lnTo>
                  <a:lnTo>
                    <a:pt x="762" y="335"/>
                  </a:lnTo>
                  <a:lnTo>
                    <a:pt x="760" y="335"/>
                  </a:lnTo>
                  <a:lnTo>
                    <a:pt x="760" y="335"/>
                  </a:lnTo>
                  <a:lnTo>
                    <a:pt x="760" y="335"/>
                  </a:lnTo>
                  <a:lnTo>
                    <a:pt x="758" y="335"/>
                  </a:lnTo>
                  <a:lnTo>
                    <a:pt x="758" y="335"/>
                  </a:lnTo>
                  <a:lnTo>
                    <a:pt x="758" y="337"/>
                  </a:lnTo>
                  <a:lnTo>
                    <a:pt x="758" y="337"/>
                  </a:lnTo>
                  <a:lnTo>
                    <a:pt x="756" y="337"/>
                  </a:lnTo>
                  <a:lnTo>
                    <a:pt x="756" y="335"/>
                  </a:lnTo>
                  <a:lnTo>
                    <a:pt x="754" y="333"/>
                  </a:lnTo>
                  <a:lnTo>
                    <a:pt x="754" y="333"/>
                  </a:lnTo>
                  <a:lnTo>
                    <a:pt x="754" y="333"/>
                  </a:lnTo>
                  <a:lnTo>
                    <a:pt x="754" y="333"/>
                  </a:lnTo>
                  <a:lnTo>
                    <a:pt x="753" y="333"/>
                  </a:lnTo>
                  <a:lnTo>
                    <a:pt x="753" y="333"/>
                  </a:lnTo>
                  <a:lnTo>
                    <a:pt x="753" y="333"/>
                  </a:lnTo>
                  <a:lnTo>
                    <a:pt x="753" y="333"/>
                  </a:lnTo>
                  <a:lnTo>
                    <a:pt x="753" y="333"/>
                  </a:lnTo>
                  <a:lnTo>
                    <a:pt x="751" y="333"/>
                  </a:lnTo>
                  <a:lnTo>
                    <a:pt x="747" y="333"/>
                  </a:lnTo>
                  <a:lnTo>
                    <a:pt x="745" y="333"/>
                  </a:lnTo>
                  <a:lnTo>
                    <a:pt x="745" y="333"/>
                  </a:lnTo>
                  <a:lnTo>
                    <a:pt x="745" y="331"/>
                  </a:lnTo>
                  <a:lnTo>
                    <a:pt x="745" y="329"/>
                  </a:lnTo>
                  <a:lnTo>
                    <a:pt x="745" y="329"/>
                  </a:lnTo>
                  <a:lnTo>
                    <a:pt x="743" y="329"/>
                  </a:lnTo>
                  <a:lnTo>
                    <a:pt x="743" y="329"/>
                  </a:lnTo>
                  <a:lnTo>
                    <a:pt x="743" y="329"/>
                  </a:lnTo>
                  <a:lnTo>
                    <a:pt x="741" y="329"/>
                  </a:lnTo>
                  <a:lnTo>
                    <a:pt x="741" y="329"/>
                  </a:lnTo>
                  <a:lnTo>
                    <a:pt x="741" y="327"/>
                  </a:lnTo>
                  <a:lnTo>
                    <a:pt x="741" y="327"/>
                  </a:lnTo>
                  <a:lnTo>
                    <a:pt x="741" y="327"/>
                  </a:lnTo>
                  <a:lnTo>
                    <a:pt x="741" y="327"/>
                  </a:lnTo>
                  <a:lnTo>
                    <a:pt x="741" y="325"/>
                  </a:lnTo>
                  <a:lnTo>
                    <a:pt x="743" y="325"/>
                  </a:lnTo>
                  <a:lnTo>
                    <a:pt x="749" y="323"/>
                  </a:lnTo>
                  <a:lnTo>
                    <a:pt x="749" y="323"/>
                  </a:lnTo>
                  <a:lnTo>
                    <a:pt x="751" y="321"/>
                  </a:lnTo>
                  <a:lnTo>
                    <a:pt x="751" y="321"/>
                  </a:lnTo>
                  <a:lnTo>
                    <a:pt x="751" y="319"/>
                  </a:lnTo>
                  <a:lnTo>
                    <a:pt x="753" y="319"/>
                  </a:lnTo>
                  <a:lnTo>
                    <a:pt x="754" y="317"/>
                  </a:lnTo>
                  <a:lnTo>
                    <a:pt x="756" y="316"/>
                  </a:lnTo>
                  <a:lnTo>
                    <a:pt x="754" y="314"/>
                  </a:lnTo>
                  <a:lnTo>
                    <a:pt x="754" y="314"/>
                  </a:lnTo>
                  <a:lnTo>
                    <a:pt x="754" y="314"/>
                  </a:lnTo>
                  <a:lnTo>
                    <a:pt x="754" y="314"/>
                  </a:lnTo>
                  <a:lnTo>
                    <a:pt x="753" y="312"/>
                  </a:lnTo>
                  <a:lnTo>
                    <a:pt x="753" y="310"/>
                  </a:lnTo>
                  <a:lnTo>
                    <a:pt x="753" y="308"/>
                  </a:lnTo>
                  <a:lnTo>
                    <a:pt x="751" y="308"/>
                  </a:lnTo>
                  <a:lnTo>
                    <a:pt x="751" y="306"/>
                  </a:lnTo>
                  <a:lnTo>
                    <a:pt x="751" y="304"/>
                  </a:lnTo>
                  <a:lnTo>
                    <a:pt x="751" y="304"/>
                  </a:lnTo>
                  <a:lnTo>
                    <a:pt x="751" y="302"/>
                  </a:lnTo>
                  <a:lnTo>
                    <a:pt x="751" y="302"/>
                  </a:lnTo>
                  <a:lnTo>
                    <a:pt x="749" y="302"/>
                  </a:lnTo>
                  <a:lnTo>
                    <a:pt x="747" y="302"/>
                  </a:lnTo>
                  <a:lnTo>
                    <a:pt x="747" y="302"/>
                  </a:lnTo>
                  <a:lnTo>
                    <a:pt x="747" y="302"/>
                  </a:lnTo>
                  <a:lnTo>
                    <a:pt x="741" y="298"/>
                  </a:lnTo>
                  <a:lnTo>
                    <a:pt x="741" y="297"/>
                  </a:lnTo>
                  <a:lnTo>
                    <a:pt x="739" y="297"/>
                  </a:lnTo>
                  <a:lnTo>
                    <a:pt x="737" y="297"/>
                  </a:lnTo>
                  <a:lnTo>
                    <a:pt x="737" y="297"/>
                  </a:lnTo>
                  <a:lnTo>
                    <a:pt x="737" y="297"/>
                  </a:lnTo>
                  <a:lnTo>
                    <a:pt x="735" y="295"/>
                  </a:lnTo>
                  <a:lnTo>
                    <a:pt x="735" y="295"/>
                  </a:lnTo>
                  <a:lnTo>
                    <a:pt x="734" y="293"/>
                  </a:lnTo>
                  <a:lnTo>
                    <a:pt x="734" y="289"/>
                  </a:lnTo>
                  <a:lnTo>
                    <a:pt x="732" y="287"/>
                  </a:lnTo>
                  <a:lnTo>
                    <a:pt x="732" y="285"/>
                  </a:lnTo>
                  <a:lnTo>
                    <a:pt x="726" y="281"/>
                  </a:lnTo>
                  <a:lnTo>
                    <a:pt x="726" y="279"/>
                  </a:lnTo>
                  <a:lnTo>
                    <a:pt x="726" y="278"/>
                  </a:lnTo>
                  <a:lnTo>
                    <a:pt x="726" y="278"/>
                  </a:lnTo>
                  <a:lnTo>
                    <a:pt x="726" y="276"/>
                  </a:lnTo>
                  <a:lnTo>
                    <a:pt x="726" y="276"/>
                  </a:lnTo>
                  <a:lnTo>
                    <a:pt x="726" y="274"/>
                  </a:lnTo>
                  <a:lnTo>
                    <a:pt x="726" y="274"/>
                  </a:lnTo>
                  <a:lnTo>
                    <a:pt x="724" y="274"/>
                  </a:lnTo>
                  <a:lnTo>
                    <a:pt x="724" y="272"/>
                  </a:lnTo>
                  <a:lnTo>
                    <a:pt x="724" y="272"/>
                  </a:lnTo>
                  <a:lnTo>
                    <a:pt x="724" y="272"/>
                  </a:lnTo>
                  <a:lnTo>
                    <a:pt x="724" y="270"/>
                  </a:lnTo>
                  <a:lnTo>
                    <a:pt x="726" y="270"/>
                  </a:lnTo>
                  <a:lnTo>
                    <a:pt x="726" y="270"/>
                  </a:lnTo>
                  <a:lnTo>
                    <a:pt x="726" y="268"/>
                  </a:lnTo>
                  <a:lnTo>
                    <a:pt x="726" y="266"/>
                  </a:lnTo>
                  <a:lnTo>
                    <a:pt x="726" y="264"/>
                  </a:lnTo>
                  <a:lnTo>
                    <a:pt x="724" y="264"/>
                  </a:lnTo>
                  <a:lnTo>
                    <a:pt x="724" y="264"/>
                  </a:lnTo>
                  <a:lnTo>
                    <a:pt x="724" y="262"/>
                  </a:lnTo>
                  <a:lnTo>
                    <a:pt x="722" y="262"/>
                  </a:lnTo>
                  <a:lnTo>
                    <a:pt x="722" y="262"/>
                  </a:lnTo>
                  <a:lnTo>
                    <a:pt x="722" y="262"/>
                  </a:lnTo>
                  <a:lnTo>
                    <a:pt x="722" y="262"/>
                  </a:lnTo>
                  <a:lnTo>
                    <a:pt x="722" y="259"/>
                  </a:lnTo>
                  <a:lnTo>
                    <a:pt x="722" y="257"/>
                  </a:lnTo>
                  <a:lnTo>
                    <a:pt x="720" y="253"/>
                  </a:lnTo>
                  <a:lnTo>
                    <a:pt x="718" y="253"/>
                  </a:lnTo>
                  <a:lnTo>
                    <a:pt x="716" y="255"/>
                  </a:lnTo>
                  <a:lnTo>
                    <a:pt x="716" y="255"/>
                  </a:lnTo>
                  <a:lnTo>
                    <a:pt x="716" y="255"/>
                  </a:lnTo>
                  <a:lnTo>
                    <a:pt x="716" y="255"/>
                  </a:lnTo>
                  <a:lnTo>
                    <a:pt x="714" y="253"/>
                  </a:lnTo>
                  <a:lnTo>
                    <a:pt x="714" y="253"/>
                  </a:lnTo>
                  <a:lnTo>
                    <a:pt x="714" y="251"/>
                  </a:lnTo>
                  <a:lnTo>
                    <a:pt x="713" y="251"/>
                  </a:lnTo>
                  <a:lnTo>
                    <a:pt x="713" y="253"/>
                  </a:lnTo>
                  <a:lnTo>
                    <a:pt x="713" y="253"/>
                  </a:lnTo>
                  <a:lnTo>
                    <a:pt x="711" y="253"/>
                  </a:lnTo>
                  <a:lnTo>
                    <a:pt x="711" y="253"/>
                  </a:lnTo>
                  <a:lnTo>
                    <a:pt x="711" y="253"/>
                  </a:lnTo>
                  <a:lnTo>
                    <a:pt x="711" y="251"/>
                  </a:lnTo>
                  <a:lnTo>
                    <a:pt x="709" y="251"/>
                  </a:lnTo>
                  <a:lnTo>
                    <a:pt x="709" y="253"/>
                  </a:lnTo>
                  <a:lnTo>
                    <a:pt x="707" y="255"/>
                  </a:lnTo>
                  <a:lnTo>
                    <a:pt x="705" y="255"/>
                  </a:lnTo>
                  <a:lnTo>
                    <a:pt x="705" y="255"/>
                  </a:lnTo>
                  <a:lnTo>
                    <a:pt x="701" y="253"/>
                  </a:lnTo>
                  <a:lnTo>
                    <a:pt x="699" y="253"/>
                  </a:lnTo>
                  <a:lnTo>
                    <a:pt x="699" y="253"/>
                  </a:lnTo>
                  <a:lnTo>
                    <a:pt x="697" y="255"/>
                  </a:lnTo>
                  <a:lnTo>
                    <a:pt x="697" y="255"/>
                  </a:lnTo>
                  <a:lnTo>
                    <a:pt x="699" y="257"/>
                  </a:lnTo>
                  <a:lnTo>
                    <a:pt x="701" y="259"/>
                  </a:lnTo>
                  <a:lnTo>
                    <a:pt x="701" y="259"/>
                  </a:lnTo>
                  <a:lnTo>
                    <a:pt x="701" y="259"/>
                  </a:lnTo>
                  <a:lnTo>
                    <a:pt x="701" y="260"/>
                  </a:lnTo>
                  <a:lnTo>
                    <a:pt x="697" y="260"/>
                  </a:lnTo>
                  <a:lnTo>
                    <a:pt x="695" y="260"/>
                  </a:lnTo>
                  <a:lnTo>
                    <a:pt x="693" y="262"/>
                  </a:lnTo>
                  <a:lnTo>
                    <a:pt x="693" y="264"/>
                  </a:lnTo>
                  <a:lnTo>
                    <a:pt x="692" y="266"/>
                  </a:lnTo>
                  <a:lnTo>
                    <a:pt x="690" y="266"/>
                  </a:lnTo>
                  <a:lnTo>
                    <a:pt x="686" y="266"/>
                  </a:lnTo>
                  <a:lnTo>
                    <a:pt x="686" y="266"/>
                  </a:lnTo>
                  <a:lnTo>
                    <a:pt x="686" y="266"/>
                  </a:lnTo>
                  <a:lnTo>
                    <a:pt x="684" y="266"/>
                  </a:lnTo>
                  <a:lnTo>
                    <a:pt x="684" y="264"/>
                  </a:lnTo>
                  <a:lnTo>
                    <a:pt x="686" y="264"/>
                  </a:lnTo>
                  <a:lnTo>
                    <a:pt x="686" y="264"/>
                  </a:lnTo>
                  <a:lnTo>
                    <a:pt x="688" y="264"/>
                  </a:lnTo>
                  <a:lnTo>
                    <a:pt x="688" y="262"/>
                  </a:lnTo>
                  <a:lnTo>
                    <a:pt x="688" y="262"/>
                  </a:lnTo>
                  <a:lnTo>
                    <a:pt x="688" y="262"/>
                  </a:lnTo>
                  <a:lnTo>
                    <a:pt x="686" y="262"/>
                  </a:lnTo>
                  <a:lnTo>
                    <a:pt x="686" y="260"/>
                  </a:lnTo>
                  <a:lnTo>
                    <a:pt x="686" y="260"/>
                  </a:lnTo>
                  <a:lnTo>
                    <a:pt x="686" y="259"/>
                  </a:lnTo>
                  <a:lnTo>
                    <a:pt x="688" y="253"/>
                  </a:lnTo>
                  <a:lnTo>
                    <a:pt x="688" y="251"/>
                  </a:lnTo>
                  <a:lnTo>
                    <a:pt x="690" y="249"/>
                  </a:lnTo>
                  <a:lnTo>
                    <a:pt x="690" y="249"/>
                  </a:lnTo>
                  <a:lnTo>
                    <a:pt x="690" y="247"/>
                  </a:lnTo>
                  <a:lnTo>
                    <a:pt x="690" y="247"/>
                  </a:lnTo>
                  <a:lnTo>
                    <a:pt x="690" y="243"/>
                  </a:lnTo>
                  <a:lnTo>
                    <a:pt x="690" y="241"/>
                  </a:lnTo>
                  <a:lnTo>
                    <a:pt x="690" y="241"/>
                  </a:lnTo>
                  <a:lnTo>
                    <a:pt x="690" y="240"/>
                  </a:lnTo>
                  <a:lnTo>
                    <a:pt x="690" y="238"/>
                  </a:lnTo>
                  <a:lnTo>
                    <a:pt x="690" y="238"/>
                  </a:lnTo>
                  <a:lnTo>
                    <a:pt x="690" y="236"/>
                  </a:lnTo>
                  <a:lnTo>
                    <a:pt x="690" y="236"/>
                  </a:lnTo>
                  <a:lnTo>
                    <a:pt x="690" y="234"/>
                  </a:lnTo>
                  <a:lnTo>
                    <a:pt x="690" y="234"/>
                  </a:lnTo>
                  <a:lnTo>
                    <a:pt x="688" y="234"/>
                  </a:lnTo>
                  <a:lnTo>
                    <a:pt x="688" y="232"/>
                  </a:lnTo>
                  <a:lnTo>
                    <a:pt x="688" y="230"/>
                  </a:lnTo>
                  <a:lnTo>
                    <a:pt x="688" y="228"/>
                  </a:lnTo>
                  <a:lnTo>
                    <a:pt x="688" y="226"/>
                  </a:lnTo>
                  <a:lnTo>
                    <a:pt x="690" y="220"/>
                  </a:lnTo>
                  <a:lnTo>
                    <a:pt x="690" y="219"/>
                  </a:lnTo>
                  <a:lnTo>
                    <a:pt x="690" y="217"/>
                  </a:lnTo>
                  <a:lnTo>
                    <a:pt x="690" y="217"/>
                  </a:lnTo>
                  <a:lnTo>
                    <a:pt x="688" y="215"/>
                  </a:lnTo>
                  <a:lnTo>
                    <a:pt x="684" y="213"/>
                  </a:lnTo>
                  <a:lnTo>
                    <a:pt x="684" y="211"/>
                  </a:lnTo>
                  <a:lnTo>
                    <a:pt x="682" y="209"/>
                  </a:lnTo>
                  <a:lnTo>
                    <a:pt x="682" y="209"/>
                  </a:lnTo>
                  <a:lnTo>
                    <a:pt x="682" y="209"/>
                  </a:lnTo>
                  <a:lnTo>
                    <a:pt x="680" y="209"/>
                  </a:lnTo>
                  <a:lnTo>
                    <a:pt x="680" y="209"/>
                  </a:lnTo>
                  <a:lnTo>
                    <a:pt x="680" y="209"/>
                  </a:lnTo>
                  <a:lnTo>
                    <a:pt x="678" y="209"/>
                  </a:lnTo>
                  <a:lnTo>
                    <a:pt x="676" y="209"/>
                  </a:lnTo>
                  <a:lnTo>
                    <a:pt x="676" y="211"/>
                  </a:lnTo>
                  <a:lnTo>
                    <a:pt x="676" y="211"/>
                  </a:lnTo>
                  <a:lnTo>
                    <a:pt x="674" y="213"/>
                  </a:lnTo>
                  <a:lnTo>
                    <a:pt x="673" y="217"/>
                  </a:lnTo>
                  <a:lnTo>
                    <a:pt x="671" y="217"/>
                  </a:lnTo>
                  <a:lnTo>
                    <a:pt x="671" y="219"/>
                  </a:lnTo>
                  <a:lnTo>
                    <a:pt x="669" y="219"/>
                  </a:lnTo>
                  <a:lnTo>
                    <a:pt x="667" y="220"/>
                  </a:lnTo>
                  <a:lnTo>
                    <a:pt x="667" y="220"/>
                  </a:lnTo>
                  <a:lnTo>
                    <a:pt x="665" y="220"/>
                  </a:lnTo>
                  <a:lnTo>
                    <a:pt x="665" y="222"/>
                  </a:lnTo>
                  <a:lnTo>
                    <a:pt x="663" y="222"/>
                  </a:lnTo>
                  <a:lnTo>
                    <a:pt x="663" y="222"/>
                  </a:lnTo>
                  <a:lnTo>
                    <a:pt x="663" y="224"/>
                  </a:lnTo>
                  <a:lnTo>
                    <a:pt x="661" y="224"/>
                  </a:lnTo>
                  <a:lnTo>
                    <a:pt x="661" y="224"/>
                  </a:lnTo>
                  <a:lnTo>
                    <a:pt x="661" y="226"/>
                  </a:lnTo>
                  <a:lnTo>
                    <a:pt x="661" y="226"/>
                  </a:lnTo>
                  <a:lnTo>
                    <a:pt x="663" y="228"/>
                  </a:lnTo>
                  <a:lnTo>
                    <a:pt x="663" y="230"/>
                  </a:lnTo>
                  <a:lnTo>
                    <a:pt x="663" y="230"/>
                  </a:lnTo>
                  <a:lnTo>
                    <a:pt x="663" y="230"/>
                  </a:lnTo>
                  <a:lnTo>
                    <a:pt x="663" y="232"/>
                  </a:lnTo>
                  <a:lnTo>
                    <a:pt x="661" y="232"/>
                  </a:lnTo>
                  <a:lnTo>
                    <a:pt x="659" y="232"/>
                  </a:lnTo>
                  <a:lnTo>
                    <a:pt x="659" y="232"/>
                  </a:lnTo>
                  <a:lnTo>
                    <a:pt x="657" y="232"/>
                  </a:lnTo>
                  <a:lnTo>
                    <a:pt x="657" y="232"/>
                  </a:lnTo>
                  <a:lnTo>
                    <a:pt x="657" y="234"/>
                  </a:lnTo>
                  <a:lnTo>
                    <a:pt x="655" y="236"/>
                  </a:lnTo>
                  <a:lnTo>
                    <a:pt x="653" y="236"/>
                  </a:lnTo>
                  <a:lnTo>
                    <a:pt x="653" y="236"/>
                  </a:lnTo>
                  <a:lnTo>
                    <a:pt x="653" y="236"/>
                  </a:lnTo>
                  <a:lnTo>
                    <a:pt x="652" y="234"/>
                  </a:lnTo>
                  <a:lnTo>
                    <a:pt x="652" y="234"/>
                  </a:lnTo>
                  <a:lnTo>
                    <a:pt x="652" y="230"/>
                  </a:lnTo>
                  <a:lnTo>
                    <a:pt x="652" y="228"/>
                  </a:lnTo>
                  <a:lnTo>
                    <a:pt x="650" y="228"/>
                  </a:lnTo>
                  <a:lnTo>
                    <a:pt x="650" y="228"/>
                  </a:lnTo>
                  <a:lnTo>
                    <a:pt x="648" y="228"/>
                  </a:lnTo>
                  <a:lnTo>
                    <a:pt x="648" y="228"/>
                  </a:lnTo>
                  <a:lnTo>
                    <a:pt x="644" y="226"/>
                  </a:lnTo>
                  <a:lnTo>
                    <a:pt x="644" y="226"/>
                  </a:lnTo>
                  <a:lnTo>
                    <a:pt x="644" y="226"/>
                  </a:lnTo>
                  <a:lnTo>
                    <a:pt x="644" y="224"/>
                  </a:lnTo>
                  <a:lnTo>
                    <a:pt x="646" y="224"/>
                  </a:lnTo>
                  <a:lnTo>
                    <a:pt x="646" y="224"/>
                  </a:lnTo>
                  <a:lnTo>
                    <a:pt x="646" y="224"/>
                  </a:lnTo>
                  <a:lnTo>
                    <a:pt x="646" y="224"/>
                  </a:lnTo>
                  <a:lnTo>
                    <a:pt x="646" y="222"/>
                  </a:lnTo>
                  <a:lnTo>
                    <a:pt x="644" y="222"/>
                  </a:lnTo>
                  <a:lnTo>
                    <a:pt x="644" y="220"/>
                  </a:lnTo>
                  <a:lnTo>
                    <a:pt x="644" y="220"/>
                  </a:lnTo>
                  <a:lnTo>
                    <a:pt x="644" y="220"/>
                  </a:lnTo>
                  <a:lnTo>
                    <a:pt x="644" y="220"/>
                  </a:lnTo>
                  <a:lnTo>
                    <a:pt x="644" y="220"/>
                  </a:lnTo>
                  <a:lnTo>
                    <a:pt x="646" y="220"/>
                  </a:lnTo>
                  <a:lnTo>
                    <a:pt x="646" y="220"/>
                  </a:lnTo>
                  <a:lnTo>
                    <a:pt x="648" y="220"/>
                  </a:lnTo>
                  <a:lnTo>
                    <a:pt x="648" y="220"/>
                  </a:lnTo>
                  <a:lnTo>
                    <a:pt x="648" y="220"/>
                  </a:lnTo>
                  <a:lnTo>
                    <a:pt x="646" y="219"/>
                  </a:lnTo>
                  <a:lnTo>
                    <a:pt x="644" y="215"/>
                  </a:lnTo>
                  <a:lnTo>
                    <a:pt x="644" y="215"/>
                  </a:lnTo>
                  <a:lnTo>
                    <a:pt x="642" y="215"/>
                  </a:lnTo>
                  <a:lnTo>
                    <a:pt x="640" y="215"/>
                  </a:lnTo>
                  <a:lnTo>
                    <a:pt x="636" y="217"/>
                  </a:lnTo>
                  <a:lnTo>
                    <a:pt x="636" y="217"/>
                  </a:lnTo>
                  <a:lnTo>
                    <a:pt x="636" y="217"/>
                  </a:lnTo>
                  <a:lnTo>
                    <a:pt x="634" y="215"/>
                  </a:lnTo>
                  <a:lnTo>
                    <a:pt x="634" y="215"/>
                  </a:lnTo>
                  <a:lnTo>
                    <a:pt x="634" y="215"/>
                  </a:lnTo>
                  <a:lnTo>
                    <a:pt x="634" y="213"/>
                  </a:lnTo>
                  <a:lnTo>
                    <a:pt x="634" y="213"/>
                  </a:lnTo>
                  <a:lnTo>
                    <a:pt x="633" y="213"/>
                  </a:lnTo>
                  <a:lnTo>
                    <a:pt x="633" y="213"/>
                  </a:lnTo>
                  <a:lnTo>
                    <a:pt x="631" y="211"/>
                  </a:lnTo>
                  <a:lnTo>
                    <a:pt x="631" y="211"/>
                  </a:lnTo>
                  <a:lnTo>
                    <a:pt x="631" y="213"/>
                  </a:lnTo>
                  <a:lnTo>
                    <a:pt x="631" y="215"/>
                  </a:lnTo>
                  <a:lnTo>
                    <a:pt x="631" y="215"/>
                  </a:lnTo>
                  <a:lnTo>
                    <a:pt x="631" y="217"/>
                  </a:lnTo>
                  <a:lnTo>
                    <a:pt x="633" y="217"/>
                  </a:lnTo>
                  <a:lnTo>
                    <a:pt x="634" y="217"/>
                  </a:lnTo>
                  <a:lnTo>
                    <a:pt x="634" y="219"/>
                  </a:lnTo>
                  <a:lnTo>
                    <a:pt x="634" y="219"/>
                  </a:lnTo>
                  <a:lnTo>
                    <a:pt x="633" y="219"/>
                  </a:lnTo>
                  <a:lnTo>
                    <a:pt x="633" y="220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1" y="222"/>
                  </a:lnTo>
                  <a:lnTo>
                    <a:pt x="633" y="222"/>
                  </a:lnTo>
                  <a:lnTo>
                    <a:pt x="634" y="222"/>
                  </a:lnTo>
                  <a:lnTo>
                    <a:pt x="634" y="224"/>
                  </a:lnTo>
                  <a:lnTo>
                    <a:pt x="634" y="224"/>
                  </a:lnTo>
                  <a:lnTo>
                    <a:pt x="634" y="226"/>
                  </a:lnTo>
                  <a:lnTo>
                    <a:pt x="633" y="228"/>
                  </a:lnTo>
                  <a:lnTo>
                    <a:pt x="633" y="228"/>
                  </a:lnTo>
                  <a:lnTo>
                    <a:pt x="631" y="228"/>
                  </a:lnTo>
                  <a:lnTo>
                    <a:pt x="627" y="224"/>
                  </a:lnTo>
                  <a:lnTo>
                    <a:pt x="627" y="224"/>
                  </a:lnTo>
                  <a:lnTo>
                    <a:pt x="625" y="224"/>
                  </a:lnTo>
                  <a:lnTo>
                    <a:pt x="625" y="224"/>
                  </a:lnTo>
                  <a:lnTo>
                    <a:pt x="625" y="226"/>
                  </a:lnTo>
                  <a:lnTo>
                    <a:pt x="623" y="226"/>
                  </a:lnTo>
                  <a:lnTo>
                    <a:pt x="623" y="226"/>
                  </a:lnTo>
                  <a:lnTo>
                    <a:pt x="621" y="226"/>
                  </a:lnTo>
                  <a:lnTo>
                    <a:pt x="619" y="224"/>
                  </a:lnTo>
                  <a:lnTo>
                    <a:pt x="619" y="224"/>
                  </a:lnTo>
                  <a:lnTo>
                    <a:pt x="619" y="224"/>
                  </a:lnTo>
                  <a:lnTo>
                    <a:pt x="619" y="226"/>
                  </a:lnTo>
                  <a:lnTo>
                    <a:pt x="617" y="226"/>
                  </a:lnTo>
                  <a:lnTo>
                    <a:pt x="617" y="226"/>
                  </a:lnTo>
                  <a:lnTo>
                    <a:pt x="617" y="228"/>
                  </a:lnTo>
                  <a:lnTo>
                    <a:pt x="617" y="230"/>
                  </a:lnTo>
                  <a:lnTo>
                    <a:pt x="617" y="230"/>
                  </a:lnTo>
                  <a:lnTo>
                    <a:pt x="617" y="234"/>
                  </a:lnTo>
                  <a:lnTo>
                    <a:pt x="619" y="238"/>
                  </a:lnTo>
                  <a:lnTo>
                    <a:pt x="619" y="240"/>
                  </a:lnTo>
                  <a:lnTo>
                    <a:pt x="619" y="241"/>
                  </a:lnTo>
                  <a:lnTo>
                    <a:pt x="619" y="241"/>
                  </a:lnTo>
                  <a:lnTo>
                    <a:pt x="619" y="243"/>
                  </a:lnTo>
                  <a:lnTo>
                    <a:pt x="621" y="243"/>
                  </a:lnTo>
                  <a:lnTo>
                    <a:pt x="621" y="245"/>
                  </a:lnTo>
                  <a:lnTo>
                    <a:pt x="621" y="245"/>
                  </a:lnTo>
                  <a:lnTo>
                    <a:pt x="621" y="247"/>
                  </a:lnTo>
                  <a:lnTo>
                    <a:pt x="621" y="247"/>
                  </a:lnTo>
                  <a:lnTo>
                    <a:pt x="623" y="249"/>
                  </a:lnTo>
                  <a:lnTo>
                    <a:pt x="623" y="249"/>
                  </a:lnTo>
                  <a:lnTo>
                    <a:pt x="623" y="249"/>
                  </a:lnTo>
                  <a:lnTo>
                    <a:pt x="621" y="251"/>
                  </a:lnTo>
                  <a:lnTo>
                    <a:pt x="619" y="253"/>
                  </a:lnTo>
                  <a:lnTo>
                    <a:pt x="615" y="251"/>
                  </a:lnTo>
                  <a:lnTo>
                    <a:pt x="613" y="249"/>
                  </a:lnTo>
                  <a:lnTo>
                    <a:pt x="612" y="247"/>
                  </a:lnTo>
                  <a:lnTo>
                    <a:pt x="602" y="249"/>
                  </a:lnTo>
                  <a:lnTo>
                    <a:pt x="602" y="249"/>
                  </a:lnTo>
                  <a:lnTo>
                    <a:pt x="600" y="247"/>
                  </a:lnTo>
                  <a:lnTo>
                    <a:pt x="600" y="247"/>
                  </a:lnTo>
                  <a:lnTo>
                    <a:pt x="600" y="245"/>
                  </a:lnTo>
                  <a:lnTo>
                    <a:pt x="600" y="245"/>
                  </a:lnTo>
                  <a:lnTo>
                    <a:pt x="600" y="243"/>
                  </a:lnTo>
                  <a:lnTo>
                    <a:pt x="600" y="243"/>
                  </a:lnTo>
                  <a:lnTo>
                    <a:pt x="596" y="241"/>
                  </a:lnTo>
                  <a:lnTo>
                    <a:pt x="596" y="240"/>
                  </a:lnTo>
                  <a:lnTo>
                    <a:pt x="596" y="238"/>
                  </a:lnTo>
                  <a:lnTo>
                    <a:pt x="596" y="238"/>
                  </a:lnTo>
                  <a:lnTo>
                    <a:pt x="598" y="238"/>
                  </a:lnTo>
                  <a:lnTo>
                    <a:pt x="600" y="238"/>
                  </a:lnTo>
                  <a:lnTo>
                    <a:pt x="600" y="238"/>
                  </a:lnTo>
                  <a:lnTo>
                    <a:pt x="600" y="236"/>
                  </a:lnTo>
                  <a:lnTo>
                    <a:pt x="602" y="236"/>
                  </a:lnTo>
                  <a:lnTo>
                    <a:pt x="602" y="236"/>
                  </a:lnTo>
                  <a:lnTo>
                    <a:pt x="600" y="234"/>
                  </a:lnTo>
                  <a:lnTo>
                    <a:pt x="600" y="234"/>
                  </a:lnTo>
                  <a:lnTo>
                    <a:pt x="600" y="232"/>
                  </a:lnTo>
                  <a:lnTo>
                    <a:pt x="600" y="232"/>
                  </a:lnTo>
                  <a:lnTo>
                    <a:pt x="600" y="232"/>
                  </a:lnTo>
                  <a:lnTo>
                    <a:pt x="600" y="232"/>
                  </a:lnTo>
                  <a:lnTo>
                    <a:pt x="600" y="232"/>
                  </a:lnTo>
                  <a:lnTo>
                    <a:pt x="600" y="230"/>
                  </a:lnTo>
                  <a:lnTo>
                    <a:pt x="602" y="230"/>
                  </a:lnTo>
                  <a:lnTo>
                    <a:pt x="602" y="228"/>
                  </a:lnTo>
                  <a:lnTo>
                    <a:pt x="602" y="228"/>
                  </a:lnTo>
                  <a:lnTo>
                    <a:pt x="604" y="226"/>
                  </a:lnTo>
                  <a:lnTo>
                    <a:pt x="606" y="224"/>
                  </a:lnTo>
                  <a:lnTo>
                    <a:pt x="606" y="222"/>
                  </a:lnTo>
                  <a:lnTo>
                    <a:pt x="606" y="222"/>
                  </a:lnTo>
                  <a:lnTo>
                    <a:pt x="604" y="220"/>
                  </a:lnTo>
                  <a:lnTo>
                    <a:pt x="604" y="220"/>
                  </a:lnTo>
                  <a:lnTo>
                    <a:pt x="604" y="220"/>
                  </a:lnTo>
                  <a:lnTo>
                    <a:pt x="602" y="222"/>
                  </a:lnTo>
                  <a:lnTo>
                    <a:pt x="602" y="222"/>
                  </a:lnTo>
                  <a:lnTo>
                    <a:pt x="602" y="222"/>
                  </a:lnTo>
                  <a:lnTo>
                    <a:pt x="602" y="224"/>
                  </a:lnTo>
                  <a:lnTo>
                    <a:pt x="600" y="224"/>
                  </a:lnTo>
                  <a:lnTo>
                    <a:pt x="600" y="224"/>
                  </a:lnTo>
                  <a:lnTo>
                    <a:pt x="598" y="222"/>
                  </a:lnTo>
                  <a:lnTo>
                    <a:pt x="598" y="220"/>
                  </a:lnTo>
                  <a:lnTo>
                    <a:pt x="596" y="220"/>
                  </a:lnTo>
                  <a:lnTo>
                    <a:pt x="598" y="219"/>
                  </a:lnTo>
                  <a:lnTo>
                    <a:pt x="598" y="219"/>
                  </a:lnTo>
                  <a:lnTo>
                    <a:pt x="598" y="219"/>
                  </a:lnTo>
                  <a:lnTo>
                    <a:pt x="600" y="219"/>
                  </a:lnTo>
                  <a:lnTo>
                    <a:pt x="602" y="217"/>
                  </a:lnTo>
                  <a:lnTo>
                    <a:pt x="602" y="217"/>
                  </a:lnTo>
                  <a:lnTo>
                    <a:pt x="604" y="217"/>
                  </a:lnTo>
                  <a:lnTo>
                    <a:pt x="604" y="215"/>
                  </a:lnTo>
                  <a:lnTo>
                    <a:pt x="606" y="213"/>
                  </a:lnTo>
                  <a:lnTo>
                    <a:pt x="606" y="213"/>
                  </a:lnTo>
                  <a:lnTo>
                    <a:pt x="606" y="213"/>
                  </a:lnTo>
                  <a:lnTo>
                    <a:pt x="608" y="215"/>
                  </a:lnTo>
                  <a:lnTo>
                    <a:pt x="608" y="217"/>
                  </a:lnTo>
                  <a:lnTo>
                    <a:pt x="610" y="217"/>
                  </a:lnTo>
                  <a:lnTo>
                    <a:pt x="610" y="215"/>
                  </a:lnTo>
                  <a:lnTo>
                    <a:pt x="610" y="215"/>
                  </a:lnTo>
                  <a:lnTo>
                    <a:pt x="610" y="213"/>
                  </a:lnTo>
                  <a:lnTo>
                    <a:pt x="608" y="211"/>
                  </a:lnTo>
                  <a:lnTo>
                    <a:pt x="608" y="211"/>
                  </a:lnTo>
                  <a:lnTo>
                    <a:pt x="608" y="209"/>
                  </a:lnTo>
                  <a:lnTo>
                    <a:pt x="606" y="207"/>
                  </a:lnTo>
                  <a:lnTo>
                    <a:pt x="606" y="205"/>
                  </a:lnTo>
                  <a:lnTo>
                    <a:pt x="598" y="198"/>
                  </a:lnTo>
                  <a:lnTo>
                    <a:pt x="594" y="192"/>
                  </a:lnTo>
                  <a:lnTo>
                    <a:pt x="592" y="190"/>
                  </a:lnTo>
                  <a:lnTo>
                    <a:pt x="591" y="190"/>
                  </a:lnTo>
                  <a:lnTo>
                    <a:pt x="589" y="190"/>
                  </a:lnTo>
                  <a:lnTo>
                    <a:pt x="587" y="188"/>
                  </a:lnTo>
                  <a:lnTo>
                    <a:pt x="585" y="188"/>
                  </a:lnTo>
                  <a:lnTo>
                    <a:pt x="585" y="188"/>
                  </a:lnTo>
                  <a:lnTo>
                    <a:pt x="585" y="188"/>
                  </a:lnTo>
                  <a:lnTo>
                    <a:pt x="583" y="188"/>
                  </a:lnTo>
                  <a:lnTo>
                    <a:pt x="583" y="188"/>
                  </a:lnTo>
                  <a:lnTo>
                    <a:pt x="581" y="188"/>
                  </a:lnTo>
                  <a:lnTo>
                    <a:pt x="581" y="186"/>
                  </a:lnTo>
                  <a:lnTo>
                    <a:pt x="581" y="184"/>
                  </a:lnTo>
                  <a:lnTo>
                    <a:pt x="581" y="184"/>
                  </a:lnTo>
                  <a:lnTo>
                    <a:pt x="581" y="184"/>
                  </a:lnTo>
                  <a:lnTo>
                    <a:pt x="581" y="182"/>
                  </a:lnTo>
                  <a:lnTo>
                    <a:pt x="579" y="182"/>
                  </a:lnTo>
                  <a:lnTo>
                    <a:pt x="575" y="179"/>
                  </a:lnTo>
                  <a:lnTo>
                    <a:pt x="572" y="175"/>
                  </a:lnTo>
                  <a:lnTo>
                    <a:pt x="572" y="173"/>
                  </a:lnTo>
                  <a:lnTo>
                    <a:pt x="572" y="173"/>
                  </a:lnTo>
                  <a:lnTo>
                    <a:pt x="570" y="173"/>
                  </a:lnTo>
                  <a:lnTo>
                    <a:pt x="568" y="169"/>
                  </a:lnTo>
                  <a:lnTo>
                    <a:pt x="566" y="167"/>
                  </a:lnTo>
                  <a:lnTo>
                    <a:pt x="566" y="165"/>
                  </a:lnTo>
                  <a:lnTo>
                    <a:pt x="564" y="163"/>
                  </a:lnTo>
                  <a:lnTo>
                    <a:pt x="560" y="154"/>
                  </a:lnTo>
                  <a:lnTo>
                    <a:pt x="560" y="150"/>
                  </a:lnTo>
                  <a:lnTo>
                    <a:pt x="558" y="148"/>
                  </a:lnTo>
                  <a:lnTo>
                    <a:pt x="558" y="146"/>
                  </a:lnTo>
                  <a:lnTo>
                    <a:pt x="558" y="144"/>
                  </a:lnTo>
                  <a:lnTo>
                    <a:pt x="556" y="143"/>
                  </a:lnTo>
                  <a:lnTo>
                    <a:pt x="556" y="141"/>
                  </a:lnTo>
                  <a:lnTo>
                    <a:pt x="556" y="137"/>
                  </a:lnTo>
                  <a:lnTo>
                    <a:pt x="554" y="135"/>
                  </a:lnTo>
                  <a:lnTo>
                    <a:pt x="554" y="135"/>
                  </a:lnTo>
                  <a:lnTo>
                    <a:pt x="556" y="135"/>
                  </a:lnTo>
                  <a:lnTo>
                    <a:pt x="556" y="133"/>
                  </a:lnTo>
                  <a:lnTo>
                    <a:pt x="556" y="133"/>
                  </a:lnTo>
                  <a:lnTo>
                    <a:pt x="558" y="133"/>
                  </a:lnTo>
                  <a:lnTo>
                    <a:pt x="558" y="131"/>
                  </a:lnTo>
                  <a:lnTo>
                    <a:pt x="558" y="131"/>
                  </a:lnTo>
                  <a:lnTo>
                    <a:pt x="558" y="129"/>
                  </a:lnTo>
                  <a:lnTo>
                    <a:pt x="558" y="127"/>
                  </a:lnTo>
                  <a:lnTo>
                    <a:pt x="558" y="127"/>
                  </a:lnTo>
                  <a:lnTo>
                    <a:pt x="556" y="127"/>
                  </a:lnTo>
                  <a:lnTo>
                    <a:pt x="552" y="125"/>
                  </a:lnTo>
                  <a:lnTo>
                    <a:pt x="552" y="125"/>
                  </a:lnTo>
                  <a:lnTo>
                    <a:pt x="549" y="122"/>
                  </a:lnTo>
                  <a:lnTo>
                    <a:pt x="549" y="120"/>
                  </a:lnTo>
                  <a:lnTo>
                    <a:pt x="547" y="118"/>
                  </a:lnTo>
                  <a:lnTo>
                    <a:pt x="547" y="116"/>
                  </a:lnTo>
                  <a:lnTo>
                    <a:pt x="547" y="116"/>
                  </a:lnTo>
                  <a:lnTo>
                    <a:pt x="547" y="114"/>
                  </a:lnTo>
                  <a:lnTo>
                    <a:pt x="547" y="114"/>
                  </a:lnTo>
                  <a:lnTo>
                    <a:pt x="547" y="114"/>
                  </a:lnTo>
                  <a:lnTo>
                    <a:pt x="547" y="112"/>
                  </a:lnTo>
                  <a:lnTo>
                    <a:pt x="545" y="112"/>
                  </a:lnTo>
                  <a:lnTo>
                    <a:pt x="545" y="110"/>
                  </a:lnTo>
                  <a:lnTo>
                    <a:pt x="545" y="110"/>
                  </a:lnTo>
                  <a:lnTo>
                    <a:pt x="545" y="110"/>
                  </a:lnTo>
                  <a:lnTo>
                    <a:pt x="545" y="108"/>
                  </a:lnTo>
                  <a:lnTo>
                    <a:pt x="547" y="108"/>
                  </a:lnTo>
                  <a:lnTo>
                    <a:pt x="547" y="108"/>
                  </a:lnTo>
                  <a:lnTo>
                    <a:pt x="547" y="108"/>
                  </a:lnTo>
                  <a:lnTo>
                    <a:pt x="549" y="108"/>
                  </a:lnTo>
                  <a:lnTo>
                    <a:pt x="549" y="106"/>
                  </a:lnTo>
                  <a:lnTo>
                    <a:pt x="549" y="106"/>
                  </a:lnTo>
                  <a:lnTo>
                    <a:pt x="549" y="106"/>
                  </a:lnTo>
                  <a:lnTo>
                    <a:pt x="549" y="104"/>
                  </a:lnTo>
                  <a:lnTo>
                    <a:pt x="547" y="103"/>
                  </a:lnTo>
                  <a:lnTo>
                    <a:pt x="547" y="101"/>
                  </a:lnTo>
                  <a:lnTo>
                    <a:pt x="547" y="101"/>
                  </a:lnTo>
                  <a:lnTo>
                    <a:pt x="545" y="101"/>
                  </a:lnTo>
                  <a:lnTo>
                    <a:pt x="543" y="101"/>
                  </a:lnTo>
                  <a:lnTo>
                    <a:pt x="543" y="103"/>
                  </a:lnTo>
                  <a:lnTo>
                    <a:pt x="543" y="103"/>
                  </a:lnTo>
                  <a:lnTo>
                    <a:pt x="541" y="103"/>
                  </a:lnTo>
                  <a:lnTo>
                    <a:pt x="541" y="103"/>
                  </a:lnTo>
                  <a:lnTo>
                    <a:pt x="541" y="103"/>
                  </a:lnTo>
                  <a:lnTo>
                    <a:pt x="541" y="103"/>
                  </a:lnTo>
                  <a:lnTo>
                    <a:pt x="539" y="101"/>
                  </a:lnTo>
                  <a:lnTo>
                    <a:pt x="541" y="101"/>
                  </a:lnTo>
                  <a:lnTo>
                    <a:pt x="541" y="99"/>
                  </a:lnTo>
                  <a:lnTo>
                    <a:pt x="541" y="97"/>
                  </a:lnTo>
                  <a:lnTo>
                    <a:pt x="541" y="97"/>
                  </a:lnTo>
                  <a:lnTo>
                    <a:pt x="539" y="97"/>
                  </a:lnTo>
                  <a:lnTo>
                    <a:pt x="539" y="97"/>
                  </a:lnTo>
                  <a:lnTo>
                    <a:pt x="535" y="99"/>
                  </a:lnTo>
                  <a:lnTo>
                    <a:pt x="535" y="99"/>
                  </a:lnTo>
                  <a:lnTo>
                    <a:pt x="535" y="99"/>
                  </a:lnTo>
                  <a:lnTo>
                    <a:pt x="535" y="99"/>
                  </a:lnTo>
                  <a:lnTo>
                    <a:pt x="535" y="101"/>
                  </a:lnTo>
                  <a:lnTo>
                    <a:pt x="535" y="101"/>
                  </a:lnTo>
                  <a:lnTo>
                    <a:pt x="533" y="101"/>
                  </a:lnTo>
                  <a:lnTo>
                    <a:pt x="532" y="101"/>
                  </a:lnTo>
                  <a:lnTo>
                    <a:pt x="530" y="101"/>
                  </a:lnTo>
                  <a:lnTo>
                    <a:pt x="528" y="101"/>
                  </a:lnTo>
                  <a:lnTo>
                    <a:pt x="528" y="99"/>
                  </a:lnTo>
                  <a:lnTo>
                    <a:pt x="528" y="99"/>
                  </a:lnTo>
                  <a:lnTo>
                    <a:pt x="526" y="99"/>
                  </a:lnTo>
                  <a:lnTo>
                    <a:pt x="526" y="101"/>
                  </a:lnTo>
                  <a:lnTo>
                    <a:pt x="524" y="101"/>
                  </a:lnTo>
                  <a:lnTo>
                    <a:pt x="522" y="101"/>
                  </a:lnTo>
                  <a:lnTo>
                    <a:pt x="522" y="103"/>
                  </a:lnTo>
                  <a:lnTo>
                    <a:pt x="520" y="103"/>
                  </a:lnTo>
                  <a:lnTo>
                    <a:pt x="520" y="103"/>
                  </a:lnTo>
                  <a:lnTo>
                    <a:pt x="518" y="103"/>
                  </a:lnTo>
                  <a:lnTo>
                    <a:pt x="518" y="103"/>
                  </a:lnTo>
                  <a:lnTo>
                    <a:pt x="516" y="103"/>
                  </a:lnTo>
                  <a:lnTo>
                    <a:pt x="516" y="103"/>
                  </a:lnTo>
                  <a:lnTo>
                    <a:pt x="516" y="99"/>
                  </a:lnTo>
                  <a:lnTo>
                    <a:pt x="514" y="99"/>
                  </a:lnTo>
                  <a:lnTo>
                    <a:pt x="514" y="97"/>
                  </a:lnTo>
                  <a:lnTo>
                    <a:pt x="512" y="97"/>
                  </a:lnTo>
                  <a:lnTo>
                    <a:pt x="512" y="97"/>
                  </a:lnTo>
                  <a:lnTo>
                    <a:pt x="511" y="99"/>
                  </a:lnTo>
                  <a:lnTo>
                    <a:pt x="511" y="99"/>
                  </a:lnTo>
                  <a:lnTo>
                    <a:pt x="509" y="99"/>
                  </a:lnTo>
                  <a:lnTo>
                    <a:pt x="509" y="99"/>
                  </a:lnTo>
                  <a:lnTo>
                    <a:pt x="507" y="99"/>
                  </a:lnTo>
                  <a:lnTo>
                    <a:pt x="507" y="97"/>
                  </a:lnTo>
                  <a:lnTo>
                    <a:pt x="507" y="97"/>
                  </a:lnTo>
                  <a:lnTo>
                    <a:pt x="505" y="93"/>
                  </a:lnTo>
                  <a:lnTo>
                    <a:pt x="505" y="91"/>
                  </a:lnTo>
                  <a:lnTo>
                    <a:pt x="505" y="91"/>
                  </a:lnTo>
                  <a:lnTo>
                    <a:pt x="503" y="89"/>
                  </a:lnTo>
                  <a:lnTo>
                    <a:pt x="503" y="89"/>
                  </a:lnTo>
                  <a:lnTo>
                    <a:pt x="501" y="87"/>
                  </a:lnTo>
                  <a:lnTo>
                    <a:pt x="501" y="87"/>
                  </a:lnTo>
                  <a:lnTo>
                    <a:pt x="499" y="87"/>
                  </a:lnTo>
                  <a:lnTo>
                    <a:pt x="497" y="87"/>
                  </a:lnTo>
                  <a:lnTo>
                    <a:pt x="497" y="85"/>
                  </a:lnTo>
                  <a:lnTo>
                    <a:pt x="495" y="85"/>
                  </a:lnTo>
                  <a:lnTo>
                    <a:pt x="495" y="85"/>
                  </a:lnTo>
                  <a:lnTo>
                    <a:pt x="493" y="85"/>
                  </a:lnTo>
                  <a:lnTo>
                    <a:pt x="493" y="85"/>
                  </a:lnTo>
                  <a:lnTo>
                    <a:pt x="491" y="87"/>
                  </a:lnTo>
                  <a:lnTo>
                    <a:pt x="490" y="87"/>
                  </a:lnTo>
                  <a:lnTo>
                    <a:pt x="490" y="89"/>
                  </a:lnTo>
                  <a:lnTo>
                    <a:pt x="490" y="89"/>
                  </a:lnTo>
                  <a:lnTo>
                    <a:pt x="488" y="89"/>
                  </a:lnTo>
                  <a:lnTo>
                    <a:pt x="486" y="89"/>
                  </a:lnTo>
                  <a:lnTo>
                    <a:pt x="484" y="89"/>
                  </a:lnTo>
                  <a:lnTo>
                    <a:pt x="482" y="89"/>
                  </a:lnTo>
                  <a:lnTo>
                    <a:pt x="480" y="89"/>
                  </a:lnTo>
                  <a:lnTo>
                    <a:pt x="478" y="89"/>
                  </a:lnTo>
                  <a:lnTo>
                    <a:pt x="478" y="89"/>
                  </a:lnTo>
                  <a:lnTo>
                    <a:pt x="478" y="89"/>
                  </a:lnTo>
                  <a:lnTo>
                    <a:pt x="478" y="89"/>
                  </a:lnTo>
                  <a:lnTo>
                    <a:pt x="478" y="91"/>
                  </a:lnTo>
                  <a:lnTo>
                    <a:pt x="476" y="91"/>
                  </a:lnTo>
                  <a:lnTo>
                    <a:pt x="476" y="93"/>
                  </a:lnTo>
                  <a:lnTo>
                    <a:pt x="476" y="93"/>
                  </a:lnTo>
                  <a:lnTo>
                    <a:pt x="476" y="93"/>
                  </a:lnTo>
                  <a:lnTo>
                    <a:pt x="474" y="93"/>
                  </a:lnTo>
                  <a:lnTo>
                    <a:pt x="474" y="93"/>
                  </a:lnTo>
                  <a:lnTo>
                    <a:pt x="472" y="91"/>
                  </a:lnTo>
                  <a:lnTo>
                    <a:pt x="472" y="89"/>
                  </a:lnTo>
                  <a:lnTo>
                    <a:pt x="472" y="87"/>
                  </a:lnTo>
                  <a:lnTo>
                    <a:pt x="471" y="85"/>
                  </a:lnTo>
                  <a:lnTo>
                    <a:pt x="471" y="85"/>
                  </a:lnTo>
                  <a:lnTo>
                    <a:pt x="469" y="84"/>
                  </a:lnTo>
                  <a:lnTo>
                    <a:pt x="469" y="82"/>
                  </a:lnTo>
                  <a:lnTo>
                    <a:pt x="469" y="82"/>
                  </a:lnTo>
                  <a:lnTo>
                    <a:pt x="467" y="82"/>
                  </a:lnTo>
                  <a:lnTo>
                    <a:pt x="467" y="80"/>
                  </a:lnTo>
                  <a:lnTo>
                    <a:pt x="469" y="80"/>
                  </a:lnTo>
                  <a:lnTo>
                    <a:pt x="469" y="78"/>
                  </a:lnTo>
                  <a:lnTo>
                    <a:pt x="469" y="78"/>
                  </a:lnTo>
                  <a:lnTo>
                    <a:pt x="472" y="78"/>
                  </a:lnTo>
                  <a:lnTo>
                    <a:pt x="472" y="78"/>
                  </a:lnTo>
                  <a:lnTo>
                    <a:pt x="474" y="78"/>
                  </a:lnTo>
                  <a:lnTo>
                    <a:pt x="474" y="78"/>
                  </a:lnTo>
                  <a:lnTo>
                    <a:pt x="474" y="76"/>
                  </a:lnTo>
                  <a:lnTo>
                    <a:pt x="474" y="72"/>
                  </a:lnTo>
                  <a:lnTo>
                    <a:pt x="474" y="72"/>
                  </a:lnTo>
                  <a:lnTo>
                    <a:pt x="474" y="70"/>
                  </a:lnTo>
                  <a:lnTo>
                    <a:pt x="472" y="68"/>
                  </a:lnTo>
                  <a:lnTo>
                    <a:pt x="471" y="66"/>
                  </a:lnTo>
                  <a:lnTo>
                    <a:pt x="471" y="66"/>
                  </a:lnTo>
                  <a:lnTo>
                    <a:pt x="472" y="57"/>
                  </a:lnTo>
                  <a:lnTo>
                    <a:pt x="472" y="55"/>
                  </a:lnTo>
                  <a:lnTo>
                    <a:pt x="474" y="51"/>
                  </a:lnTo>
                  <a:lnTo>
                    <a:pt x="474" y="49"/>
                  </a:lnTo>
                  <a:lnTo>
                    <a:pt x="474" y="47"/>
                  </a:lnTo>
                  <a:lnTo>
                    <a:pt x="472" y="47"/>
                  </a:lnTo>
                  <a:lnTo>
                    <a:pt x="472" y="47"/>
                  </a:lnTo>
                  <a:lnTo>
                    <a:pt x="472" y="46"/>
                  </a:lnTo>
                  <a:lnTo>
                    <a:pt x="471" y="47"/>
                  </a:lnTo>
                  <a:lnTo>
                    <a:pt x="471" y="47"/>
                  </a:lnTo>
                  <a:lnTo>
                    <a:pt x="471" y="47"/>
                  </a:lnTo>
                  <a:lnTo>
                    <a:pt x="471" y="47"/>
                  </a:lnTo>
                  <a:lnTo>
                    <a:pt x="471" y="47"/>
                  </a:lnTo>
                  <a:lnTo>
                    <a:pt x="469" y="47"/>
                  </a:lnTo>
                  <a:lnTo>
                    <a:pt x="469" y="47"/>
                  </a:lnTo>
                  <a:lnTo>
                    <a:pt x="467" y="49"/>
                  </a:lnTo>
                  <a:lnTo>
                    <a:pt x="467" y="49"/>
                  </a:lnTo>
                  <a:lnTo>
                    <a:pt x="465" y="49"/>
                  </a:lnTo>
                  <a:lnTo>
                    <a:pt x="465" y="49"/>
                  </a:lnTo>
                  <a:lnTo>
                    <a:pt x="465" y="49"/>
                  </a:lnTo>
                  <a:lnTo>
                    <a:pt x="463" y="49"/>
                  </a:lnTo>
                  <a:lnTo>
                    <a:pt x="463" y="49"/>
                  </a:lnTo>
                  <a:lnTo>
                    <a:pt x="461" y="49"/>
                  </a:lnTo>
                  <a:lnTo>
                    <a:pt x="461" y="47"/>
                  </a:lnTo>
                  <a:lnTo>
                    <a:pt x="461" y="47"/>
                  </a:lnTo>
                  <a:lnTo>
                    <a:pt x="461" y="46"/>
                  </a:lnTo>
                  <a:lnTo>
                    <a:pt x="461" y="44"/>
                  </a:lnTo>
                  <a:lnTo>
                    <a:pt x="461" y="42"/>
                  </a:lnTo>
                  <a:lnTo>
                    <a:pt x="463" y="40"/>
                  </a:lnTo>
                  <a:lnTo>
                    <a:pt x="463" y="40"/>
                  </a:lnTo>
                  <a:lnTo>
                    <a:pt x="463" y="40"/>
                  </a:lnTo>
                  <a:lnTo>
                    <a:pt x="467" y="40"/>
                  </a:lnTo>
                  <a:lnTo>
                    <a:pt x="467" y="38"/>
                  </a:lnTo>
                  <a:lnTo>
                    <a:pt x="469" y="38"/>
                  </a:lnTo>
                  <a:lnTo>
                    <a:pt x="469" y="36"/>
                  </a:lnTo>
                  <a:lnTo>
                    <a:pt x="469" y="36"/>
                  </a:lnTo>
                  <a:lnTo>
                    <a:pt x="469" y="34"/>
                  </a:lnTo>
                  <a:lnTo>
                    <a:pt x="469" y="34"/>
                  </a:lnTo>
                  <a:lnTo>
                    <a:pt x="467" y="32"/>
                  </a:lnTo>
                  <a:lnTo>
                    <a:pt x="467" y="32"/>
                  </a:lnTo>
                  <a:lnTo>
                    <a:pt x="465" y="32"/>
                  </a:lnTo>
                  <a:lnTo>
                    <a:pt x="465" y="30"/>
                  </a:lnTo>
                  <a:lnTo>
                    <a:pt x="465" y="28"/>
                  </a:lnTo>
                  <a:lnTo>
                    <a:pt x="453" y="26"/>
                  </a:lnTo>
                  <a:lnTo>
                    <a:pt x="444" y="26"/>
                  </a:lnTo>
                  <a:lnTo>
                    <a:pt x="410" y="25"/>
                  </a:lnTo>
                  <a:lnTo>
                    <a:pt x="408" y="25"/>
                  </a:lnTo>
                  <a:lnTo>
                    <a:pt x="408" y="23"/>
                  </a:lnTo>
                  <a:lnTo>
                    <a:pt x="408" y="23"/>
                  </a:lnTo>
                  <a:lnTo>
                    <a:pt x="408" y="21"/>
                  </a:lnTo>
                  <a:lnTo>
                    <a:pt x="408" y="19"/>
                  </a:lnTo>
                  <a:lnTo>
                    <a:pt x="415" y="7"/>
                  </a:lnTo>
                  <a:lnTo>
                    <a:pt x="415" y="7"/>
                  </a:lnTo>
                  <a:lnTo>
                    <a:pt x="415" y="6"/>
                  </a:lnTo>
                  <a:lnTo>
                    <a:pt x="415" y="4"/>
                  </a:lnTo>
                  <a:lnTo>
                    <a:pt x="415" y="2"/>
                  </a:lnTo>
                  <a:lnTo>
                    <a:pt x="413" y="0"/>
                  </a:lnTo>
                  <a:lnTo>
                    <a:pt x="413" y="2"/>
                  </a:lnTo>
                  <a:lnTo>
                    <a:pt x="398" y="15"/>
                  </a:lnTo>
                  <a:lnTo>
                    <a:pt x="394" y="17"/>
                  </a:lnTo>
                  <a:lnTo>
                    <a:pt x="377" y="21"/>
                  </a:lnTo>
                  <a:lnTo>
                    <a:pt x="362" y="28"/>
                  </a:lnTo>
                  <a:lnTo>
                    <a:pt x="360" y="30"/>
                  </a:lnTo>
                  <a:lnTo>
                    <a:pt x="356" y="44"/>
                  </a:lnTo>
                  <a:lnTo>
                    <a:pt x="352" y="55"/>
                  </a:lnTo>
                  <a:lnTo>
                    <a:pt x="347" y="70"/>
                  </a:lnTo>
                  <a:lnTo>
                    <a:pt x="343" y="82"/>
                  </a:lnTo>
                  <a:lnTo>
                    <a:pt x="337" y="89"/>
                  </a:lnTo>
                  <a:lnTo>
                    <a:pt x="330" y="104"/>
                  </a:lnTo>
                  <a:lnTo>
                    <a:pt x="324" y="112"/>
                  </a:lnTo>
                  <a:lnTo>
                    <a:pt x="322" y="116"/>
                  </a:lnTo>
                  <a:lnTo>
                    <a:pt x="320" y="123"/>
                  </a:lnTo>
                  <a:lnTo>
                    <a:pt x="318" y="123"/>
                  </a:lnTo>
                  <a:lnTo>
                    <a:pt x="316" y="125"/>
                  </a:lnTo>
                  <a:lnTo>
                    <a:pt x="305" y="131"/>
                  </a:lnTo>
                  <a:lnTo>
                    <a:pt x="293" y="137"/>
                  </a:lnTo>
                  <a:lnTo>
                    <a:pt x="282" y="144"/>
                  </a:lnTo>
                  <a:lnTo>
                    <a:pt x="269" y="150"/>
                  </a:lnTo>
                  <a:lnTo>
                    <a:pt x="267" y="152"/>
                  </a:lnTo>
                  <a:lnTo>
                    <a:pt x="259" y="162"/>
                  </a:lnTo>
                  <a:lnTo>
                    <a:pt x="257" y="165"/>
                  </a:lnTo>
                  <a:lnTo>
                    <a:pt x="251" y="186"/>
                  </a:lnTo>
                  <a:lnTo>
                    <a:pt x="249" y="192"/>
                  </a:lnTo>
                  <a:lnTo>
                    <a:pt x="248" y="196"/>
                  </a:lnTo>
                  <a:lnTo>
                    <a:pt x="244" y="200"/>
                  </a:lnTo>
                  <a:lnTo>
                    <a:pt x="232" y="209"/>
                  </a:lnTo>
                  <a:lnTo>
                    <a:pt x="225" y="219"/>
                  </a:lnTo>
                  <a:lnTo>
                    <a:pt x="223" y="220"/>
                  </a:lnTo>
                  <a:lnTo>
                    <a:pt x="223" y="222"/>
                  </a:lnTo>
                  <a:lnTo>
                    <a:pt x="223" y="236"/>
                  </a:lnTo>
                  <a:lnTo>
                    <a:pt x="221" y="238"/>
                  </a:lnTo>
                  <a:lnTo>
                    <a:pt x="221" y="238"/>
                  </a:lnTo>
                  <a:lnTo>
                    <a:pt x="206" y="243"/>
                  </a:lnTo>
                  <a:lnTo>
                    <a:pt x="192" y="247"/>
                  </a:lnTo>
                  <a:lnTo>
                    <a:pt x="185" y="247"/>
                  </a:lnTo>
                  <a:lnTo>
                    <a:pt x="177" y="247"/>
                  </a:lnTo>
                  <a:lnTo>
                    <a:pt x="169" y="247"/>
                  </a:lnTo>
                  <a:lnTo>
                    <a:pt x="162" y="249"/>
                  </a:lnTo>
                  <a:lnTo>
                    <a:pt x="154" y="251"/>
                  </a:lnTo>
                  <a:lnTo>
                    <a:pt x="143" y="257"/>
                  </a:lnTo>
                  <a:lnTo>
                    <a:pt x="133" y="262"/>
                  </a:lnTo>
                  <a:lnTo>
                    <a:pt x="126" y="264"/>
                  </a:lnTo>
                  <a:lnTo>
                    <a:pt x="118" y="262"/>
                  </a:lnTo>
                  <a:lnTo>
                    <a:pt x="114" y="260"/>
                  </a:lnTo>
                  <a:lnTo>
                    <a:pt x="110" y="255"/>
                  </a:lnTo>
                  <a:lnTo>
                    <a:pt x="108" y="247"/>
                  </a:lnTo>
                  <a:lnTo>
                    <a:pt x="107" y="245"/>
                  </a:lnTo>
                  <a:lnTo>
                    <a:pt x="108" y="241"/>
                  </a:lnTo>
                  <a:lnTo>
                    <a:pt x="107" y="240"/>
                  </a:lnTo>
                  <a:lnTo>
                    <a:pt x="107" y="238"/>
                  </a:lnTo>
                  <a:lnTo>
                    <a:pt x="103" y="236"/>
                  </a:lnTo>
                  <a:lnTo>
                    <a:pt x="101" y="234"/>
                  </a:lnTo>
                  <a:lnTo>
                    <a:pt x="97" y="232"/>
                  </a:lnTo>
                  <a:lnTo>
                    <a:pt x="95" y="230"/>
                  </a:lnTo>
                  <a:lnTo>
                    <a:pt x="93" y="228"/>
                  </a:lnTo>
                  <a:lnTo>
                    <a:pt x="91" y="228"/>
                  </a:lnTo>
                  <a:lnTo>
                    <a:pt x="89" y="228"/>
                  </a:lnTo>
                  <a:lnTo>
                    <a:pt x="86" y="230"/>
                  </a:lnTo>
                  <a:lnTo>
                    <a:pt x="82" y="232"/>
                  </a:lnTo>
                  <a:lnTo>
                    <a:pt x="80" y="232"/>
                  </a:lnTo>
                  <a:lnTo>
                    <a:pt x="78" y="232"/>
                  </a:lnTo>
                  <a:lnTo>
                    <a:pt x="74" y="238"/>
                  </a:lnTo>
                  <a:lnTo>
                    <a:pt x="67" y="243"/>
                  </a:lnTo>
                  <a:lnTo>
                    <a:pt x="67" y="243"/>
                  </a:lnTo>
                  <a:lnTo>
                    <a:pt x="59" y="253"/>
                  </a:lnTo>
                  <a:lnTo>
                    <a:pt x="57" y="255"/>
                  </a:lnTo>
                  <a:lnTo>
                    <a:pt x="49" y="274"/>
                  </a:lnTo>
                  <a:lnTo>
                    <a:pt x="48" y="278"/>
                  </a:lnTo>
                  <a:lnTo>
                    <a:pt x="40" y="285"/>
                  </a:lnTo>
                  <a:lnTo>
                    <a:pt x="34" y="295"/>
                  </a:lnTo>
                  <a:lnTo>
                    <a:pt x="25" y="304"/>
                  </a:lnTo>
                  <a:lnTo>
                    <a:pt x="17" y="308"/>
                  </a:lnTo>
                  <a:lnTo>
                    <a:pt x="9" y="317"/>
                  </a:lnTo>
                  <a:lnTo>
                    <a:pt x="6" y="323"/>
                  </a:lnTo>
                  <a:lnTo>
                    <a:pt x="4" y="331"/>
                  </a:lnTo>
                  <a:lnTo>
                    <a:pt x="2" y="344"/>
                  </a:lnTo>
                  <a:lnTo>
                    <a:pt x="0" y="356"/>
                  </a:lnTo>
                  <a:lnTo>
                    <a:pt x="0" y="361"/>
                  </a:lnTo>
                  <a:lnTo>
                    <a:pt x="4" y="363"/>
                  </a:lnTo>
                  <a:lnTo>
                    <a:pt x="17" y="371"/>
                  </a:lnTo>
                  <a:lnTo>
                    <a:pt x="21" y="373"/>
                  </a:lnTo>
                  <a:lnTo>
                    <a:pt x="28" y="378"/>
                  </a:lnTo>
                  <a:lnTo>
                    <a:pt x="32" y="380"/>
                  </a:lnTo>
                  <a:lnTo>
                    <a:pt x="53" y="378"/>
                  </a:lnTo>
                  <a:lnTo>
                    <a:pt x="57" y="380"/>
                  </a:lnTo>
                  <a:lnTo>
                    <a:pt x="61" y="382"/>
                  </a:lnTo>
                  <a:lnTo>
                    <a:pt x="63" y="386"/>
                  </a:lnTo>
                  <a:lnTo>
                    <a:pt x="63" y="390"/>
                  </a:lnTo>
                  <a:lnTo>
                    <a:pt x="63" y="397"/>
                  </a:lnTo>
                  <a:lnTo>
                    <a:pt x="63" y="401"/>
                  </a:lnTo>
                  <a:lnTo>
                    <a:pt x="63" y="403"/>
                  </a:lnTo>
                  <a:lnTo>
                    <a:pt x="63" y="405"/>
                  </a:lnTo>
                  <a:lnTo>
                    <a:pt x="61" y="407"/>
                  </a:lnTo>
                  <a:lnTo>
                    <a:pt x="63" y="409"/>
                  </a:lnTo>
                  <a:lnTo>
                    <a:pt x="63" y="413"/>
                  </a:lnTo>
                  <a:lnTo>
                    <a:pt x="63" y="416"/>
                  </a:lnTo>
                  <a:lnTo>
                    <a:pt x="61" y="420"/>
                  </a:lnTo>
                  <a:lnTo>
                    <a:pt x="55" y="430"/>
                  </a:lnTo>
                  <a:lnTo>
                    <a:pt x="55" y="432"/>
                  </a:lnTo>
                  <a:lnTo>
                    <a:pt x="55" y="435"/>
                  </a:lnTo>
                  <a:lnTo>
                    <a:pt x="55" y="439"/>
                  </a:lnTo>
                  <a:lnTo>
                    <a:pt x="55" y="441"/>
                  </a:lnTo>
                  <a:lnTo>
                    <a:pt x="57" y="447"/>
                  </a:lnTo>
                  <a:lnTo>
                    <a:pt x="59" y="453"/>
                  </a:lnTo>
                  <a:lnTo>
                    <a:pt x="63" y="456"/>
                  </a:lnTo>
                  <a:lnTo>
                    <a:pt x="67" y="460"/>
                  </a:lnTo>
                  <a:lnTo>
                    <a:pt x="68" y="462"/>
                  </a:lnTo>
                  <a:lnTo>
                    <a:pt x="70" y="468"/>
                  </a:lnTo>
                  <a:lnTo>
                    <a:pt x="72" y="470"/>
                  </a:lnTo>
                  <a:lnTo>
                    <a:pt x="72" y="470"/>
                  </a:lnTo>
                  <a:lnTo>
                    <a:pt x="76" y="472"/>
                  </a:lnTo>
                  <a:lnTo>
                    <a:pt x="82" y="473"/>
                  </a:lnTo>
                  <a:lnTo>
                    <a:pt x="93" y="473"/>
                  </a:lnTo>
                  <a:lnTo>
                    <a:pt x="97" y="472"/>
                  </a:lnTo>
                  <a:lnTo>
                    <a:pt x="99" y="470"/>
                  </a:lnTo>
                  <a:lnTo>
                    <a:pt x="103" y="470"/>
                  </a:lnTo>
                  <a:lnTo>
                    <a:pt x="107" y="470"/>
                  </a:lnTo>
                  <a:lnTo>
                    <a:pt x="108" y="473"/>
                  </a:lnTo>
                  <a:lnTo>
                    <a:pt x="108" y="477"/>
                  </a:lnTo>
                  <a:lnTo>
                    <a:pt x="108" y="487"/>
                  </a:lnTo>
                  <a:lnTo>
                    <a:pt x="108" y="498"/>
                  </a:lnTo>
                  <a:lnTo>
                    <a:pt x="108" y="502"/>
                  </a:lnTo>
                  <a:lnTo>
                    <a:pt x="110" y="504"/>
                  </a:lnTo>
                  <a:lnTo>
                    <a:pt x="114" y="508"/>
                  </a:lnTo>
                  <a:lnTo>
                    <a:pt x="114" y="510"/>
                  </a:lnTo>
                  <a:lnTo>
                    <a:pt x="116" y="511"/>
                  </a:lnTo>
                  <a:lnTo>
                    <a:pt x="116" y="515"/>
                  </a:lnTo>
                  <a:lnTo>
                    <a:pt x="120" y="517"/>
                  </a:lnTo>
                  <a:lnTo>
                    <a:pt x="126" y="523"/>
                  </a:lnTo>
                  <a:lnTo>
                    <a:pt x="128" y="525"/>
                  </a:lnTo>
                  <a:lnTo>
                    <a:pt x="128" y="527"/>
                  </a:lnTo>
                  <a:lnTo>
                    <a:pt x="131" y="542"/>
                  </a:lnTo>
                  <a:lnTo>
                    <a:pt x="133" y="548"/>
                  </a:lnTo>
                  <a:lnTo>
                    <a:pt x="135" y="553"/>
                  </a:lnTo>
                  <a:lnTo>
                    <a:pt x="141" y="561"/>
                  </a:lnTo>
                  <a:lnTo>
                    <a:pt x="145" y="570"/>
                  </a:lnTo>
                  <a:lnTo>
                    <a:pt x="147" y="572"/>
                  </a:lnTo>
                  <a:lnTo>
                    <a:pt x="148" y="574"/>
                  </a:lnTo>
                  <a:lnTo>
                    <a:pt x="152" y="576"/>
                  </a:lnTo>
                  <a:lnTo>
                    <a:pt x="162" y="578"/>
                  </a:lnTo>
                  <a:lnTo>
                    <a:pt x="162" y="578"/>
                  </a:lnTo>
                  <a:lnTo>
                    <a:pt x="164" y="578"/>
                  </a:lnTo>
                  <a:lnTo>
                    <a:pt x="166" y="578"/>
                  </a:lnTo>
                  <a:lnTo>
                    <a:pt x="168" y="576"/>
                  </a:lnTo>
                  <a:lnTo>
                    <a:pt x="168" y="576"/>
                  </a:lnTo>
                  <a:lnTo>
                    <a:pt x="171" y="576"/>
                  </a:lnTo>
                  <a:lnTo>
                    <a:pt x="171" y="576"/>
                  </a:lnTo>
                  <a:lnTo>
                    <a:pt x="173" y="578"/>
                  </a:lnTo>
                  <a:lnTo>
                    <a:pt x="175" y="578"/>
                  </a:lnTo>
                  <a:lnTo>
                    <a:pt x="177" y="578"/>
                  </a:lnTo>
                  <a:lnTo>
                    <a:pt x="179" y="576"/>
                  </a:lnTo>
                  <a:lnTo>
                    <a:pt x="181" y="574"/>
                  </a:lnTo>
                  <a:lnTo>
                    <a:pt x="183" y="574"/>
                  </a:lnTo>
                  <a:lnTo>
                    <a:pt x="185" y="574"/>
                  </a:lnTo>
                  <a:lnTo>
                    <a:pt x="190" y="574"/>
                  </a:lnTo>
                  <a:lnTo>
                    <a:pt x="194" y="574"/>
                  </a:lnTo>
                  <a:lnTo>
                    <a:pt x="196" y="574"/>
                  </a:lnTo>
                  <a:lnTo>
                    <a:pt x="198" y="576"/>
                  </a:lnTo>
                  <a:lnTo>
                    <a:pt x="198" y="576"/>
                  </a:lnTo>
                  <a:lnTo>
                    <a:pt x="200" y="576"/>
                  </a:lnTo>
                  <a:lnTo>
                    <a:pt x="202" y="576"/>
                  </a:lnTo>
                  <a:lnTo>
                    <a:pt x="209" y="574"/>
                  </a:lnTo>
                  <a:lnTo>
                    <a:pt x="211" y="574"/>
                  </a:lnTo>
                  <a:lnTo>
                    <a:pt x="211" y="574"/>
                  </a:lnTo>
                  <a:lnTo>
                    <a:pt x="211" y="576"/>
                  </a:lnTo>
                  <a:lnTo>
                    <a:pt x="213" y="578"/>
                  </a:lnTo>
                  <a:lnTo>
                    <a:pt x="213" y="578"/>
                  </a:lnTo>
                  <a:lnTo>
                    <a:pt x="215" y="578"/>
                  </a:lnTo>
                  <a:lnTo>
                    <a:pt x="217" y="578"/>
                  </a:lnTo>
                  <a:lnTo>
                    <a:pt x="217" y="578"/>
                  </a:lnTo>
                  <a:lnTo>
                    <a:pt x="217" y="578"/>
                  </a:lnTo>
                  <a:lnTo>
                    <a:pt x="217" y="576"/>
                  </a:lnTo>
                  <a:lnTo>
                    <a:pt x="217" y="576"/>
                  </a:lnTo>
                  <a:lnTo>
                    <a:pt x="217" y="574"/>
                  </a:lnTo>
                  <a:lnTo>
                    <a:pt x="219" y="574"/>
                  </a:lnTo>
                  <a:lnTo>
                    <a:pt x="221" y="574"/>
                  </a:lnTo>
                  <a:lnTo>
                    <a:pt x="221" y="574"/>
                  </a:lnTo>
                  <a:lnTo>
                    <a:pt x="223" y="574"/>
                  </a:lnTo>
                  <a:lnTo>
                    <a:pt x="223" y="574"/>
                  </a:lnTo>
                  <a:lnTo>
                    <a:pt x="223" y="576"/>
                  </a:lnTo>
                  <a:lnTo>
                    <a:pt x="225" y="576"/>
                  </a:lnTo>
                  <a:lnTo>
                    <a:pt x="227" y="576"/>
                  </a:lnTo>
                  <a:lnTo>
                    <a:pt x="227" y="576"/>
                  </a:lnTo>
                  <a:lnTo>
                    <a:pt x="229" y="576"/>
                  </a:lnTo>
                  <a:lnTo>
                    <a:pt x="229" y="574"/>
                  </a:lnTo>
                  <a:lnTo>
                    <a:pt x="230" y="574"/>
                  </a:lnTo>
                  <a:lnTo>
                    <a:pt x="230" y="572"/>
                  </a:lnTo>
                  <a:lnTo>
                    <a:pt x="232" y="572"/>
                  </a:lnTo>
                  <a:lnTo>
                    <a:pt x="236" y="572"/>
                  </a:lnTo>
                  <a:lnTo>
                    <a:pt x="238" y="570"/>
                  </a:lnTo>
                  <a:lnTo>
                    <a:pt x="238" y="572"/>
                  </a:lnTo>
                  <a:lnTo>
                    <a:pt x="240" y="572"/>
                  </a:lnTo>
                  <a:lnTo>
                    <a:pt x="240" y="576"/>
                  </a:lnTo>
                  <a:lnTo>
                    <a:pt x="242" y="576"/>
                  </a:lnTo>
                  <a:lnTo>
                    <a:pt x="249" y="578"/>
                  </a:lnTo>
                  <a:lnTo>
                    <a:pt x="251" y="580"/>
                  </a:lnTo>
                  <a:lnTo>
                    <a:pt x="257" y="578"/>
                  </a:lnTo>
                  <a:lnTo>
                    <a:pt x="261" y="578"/>
                  </a:lnTo>
                  <a:lnTo>
                    <a:pt x="263" y="578"/>
                  </a:lnTo>
                  <a:lnTo>
                    <a:pt x="263" y="578"/>
                  </a:lnTo>
                  <a:lnTo>
                    <a:pt x="265" y="578"/>
                  </a:lnTo>
                  <a:lnTo>
                    <a:pt x="265" y="580"/>
                  </a:lnTo>
                  <a:lnTo>
                    <a:pt x="265" y="580"/>
                  </a:lnTo>
                  <a:lnTo>
                    <a:pt x="263" y="580"/>
                  </a:lnTo>
                  <a:lnTo>
                    <a:pt x="263" y="580"/>
                  </a:lnTo>
                  <a:lnTo>
                    <a:pt x="261" y="582"/>
                  </a:lnTo>
                  <a:lnTo>
                    <a:pt x="257" y="582"/>
                  </a:lnTo>
                  <a:lnTo>
                    <a:pt x="257" y="582"/>
                  </a:lnTo>
                  <a:lnTo>
                    <a:pt x="257" y="582"/>
                  </a:lnTo>
                  <a:lnTo>
                    <a:pt x="255" y="582"/>
                  </a:lnTo>
                  <a:lnTo>
                    <a:pt x="257" y="584"/>
                  </a:lnTo>
                  <a:lnTo>
                    <a:pt x="257" y="584"/>
                  </a:lnTo>
                  <a:lnTo>
                    <a:pt x="259" y="586"/>
                  </a:lnTo>
                  <a:lnTo>
                    <a:pt x="259" y="586"/>
                  </a:lnTo>
                  <a:lnTo>
                    <a:pt x="261" y="586"/>
                  </a:lnTo>
                  <a:lnTo>
                    <a:pt x="263" y="586"/>
                  </a:lnTo>
                  <a:lnTo>
                    <a:pt x="265" y="588"/>
                  </a:lnTo>
                  <a:lnTo>
                    <a:pt x="265" y="588"/>
                  </a:lnTo>
                  <a:lnTo>
                    <a:pt x="265" y="588"/>
                  </a:lnTo>
                  <a:lnTo>
                    <a:pt x="265" y="588"/>
                  </a:lnTo>
                  <a:lnTo>
                    <a:pt x="265" y="589"/>
                  </a:lnTo>
                  <a:lnTo>
                    <a:pt x="267" y="589"/>
                  </a:lnTo>
                  <a:lnTo>
                    <a:pt x="267" y="589"/>
                  </a:lnTo>
                  <a:lnTo>
                    <a:pt x="269" y="589"/>
                  </a:lnTo>
                  <a:lnTo>
                    <a:pt x="269" y="589"/>
                  </a:lnTo>
                  <a:lnTo>
                    <a:pt x="270" y="589"/>
                  </a:lnTo>
                  <a:lnTo>
                    <a:pt x="272" y="589"/>
                  </a:lnTo>
                  <a:lnTo>
                    <a:pt x="272" y="591"/>
                  </a:lnTo>
                  <a:lnTo>
                    <a:pt x="272" y="591"/>
                  </a:lnTo>
                  <a:lnTo>
                    <a:pt x="272" y="591"/>
                  </a:lnTo>
                  <a:lnTo>
                    <a:pt x="272" y="593"/>
                  </a:lnTo>
                  <a:lnTo>
                    <a:pt x="272" y="593"/>
                  </a:lnTo>
                  <a:lnTo>
                    <a:pt x="272" y="595"/>
                  </a:lnTo>
                  <a:lnTo>
                    <a:pt x="272" y="595"/>
                  </a:lnTo>
                  <a:lnTo>
                    <a:pt x="274" y="597"/>
                  </a:lnTo>
                  <a:lnTo>
                    <a:pt x="274" y="599"/>
                  </a:lnTo>
                  <a:lnTo>
                    <a:pt x="276" y="599"/>
                  </a:lnTo>
                  <a:lnTo>
                    <a:pt x="276" y="599"/>
                  </a:lnTo>
                  <a:lnTo>
                    <a:pt x="276" y="599"/>
                  </a:lnTo>
                  <a:lnTo>
                    <a:pt x="278" y="599"/>
                  </a:lnTo>
                  <a:lnTo>
                    <a:pt x="278" y="599"/>
                  </a:lnTo>
                  <a:lnTo>
                    <a:pt x="278" y="599"/>
                  </a:lnTo>
                  <a:lnTo>
                    <a:pt x="278" y="599"/>
                  </a:lnTo>
                  <a:lnTo>
                    <a:pt x="280" y="593"/>
                  </a:lnTo>
                  <a:lnTo>
                    <a:pt x="280" y="591"/>
                  </a:lnTo>
                  <a:lnTo>
                    <a:pt x="280" y="591"/>
                  </a:lnTo>
                  <a:lnTo>
                    <a:pt x="280" y="591"/>
                  </a:lnTo>
                  <a:lnTo>
                    <a:pt x="280" y="591"/>
                  </a:lnTo>
                  <a:lnTo>
                    <a:pt x="282" y="591"/>
                  </a:lnTo>
                  <a:lnTo>
                    <a:pt x="284" y="591"/>
                  </a:lnTo>
                  <a:lnTo>
                    <a:pt x="284" y="591"/>
                  </a:lnTo>
                  <a:lnTo>
                    <a:pt x="290" y="595"/>
                  </a:lnTo>
                  <a:lnTo>
                    <a:pt x="290" y="595"/>
                  </a:lnTo>
                  <a:lnTo>
                    <a:pt x="291" y="595"/>
                  </a:lnTo>
                  <a:lnTo>
                    <a:pt x="293" y="595"/>
                  </a:lnTo>
                  <a:lnTo>
                    <a:pt x="293" y="595"/>
                  </a:lnTo>
                  <a:lnTo>
                    <a:pt x="295" y="597"/>
                  </a:lnTo>
                  <a:lnTo>
                    <a:pt x="295" y="597"/>
                  </a:lnTo>
                  <a:lnTo>
                    <a:pt x="295" y="597"/>
                  </a:lnTo>
                  <a:lnTo>
                    <a:pt x="297" y="601"/>
                  </a:lnTo>
                  <a:lnTo>
                    <a:pt x="297" y="601"/>
                  </a:lnTo>
                  <a:lnTo>
                    <a:pt x="299" y="603"/>
                  </a:lnTo>
                  <a:lnTo>
                    <a:pt x="299" y="603"/>
                  </a:lnTo>
                  <a:lnTo>
                    <a:pt x="301" y="605"/>
                  </a:lnTo>
                  <a:lnTo>
                    <a:pt x="303" y="605"/>
                  </a:lnTo>
                  <a:lnTo>
                    <a:pt x="307" y="605"/>
                  </a:lnTo>
                  <a:lnTo>
                    <a:pt x="310" y="605"/>
                  </a:lnTo>
                  <a:lnTo>
                    <a:pt x="312" y="605"/>
                  </a:lnTo>
                  <a:lnTo>
                    <a:pt x="316" y="607"/>
                  </a:lnTo>
                  <a:lnTo>
                    <a:pt x="318" y="607"/>
                  </a:lnTo>
                  <a:lnTo>
                    <a:pt x="318" y="607"/>
                  </a:lnTo>
                  <a:lnTo>
                    <a:pt x="320" y="605"/>
                  </a:lnTo>
                  <a:lnTo>
                    <a:pt x="322" y="605"/>
                  </a:lnTo>
                  <a:lnTo>
                    <a:pt x="322" y="603"/>
                  </a:lnTo>
                  <a:lnTo>
                    <a:pt x="322" y="603"/>
                  </a:lnTo>
                  <a:lnTo>
                    <a:pt x="322" y="603"/>
                  </a:lnTo>
                  <a:lnTo>
                    <a:pt x="322" y="601"/>
                  </a:lnTo>
                  <a:lnTo>
                    <a:pt x="322" y="601"/>
                  </a:lnTo>
                  <a:lnTo>
                    <a:pt x="322" y="601"/>
                  </a:lnTo>
                  <a:lnTo>
                    <a:pt x="322" y="601"/>
                  </a:lnTo>
                  <a:lnTo>
                    <a:pt x="322" y="599"/>
                  </a:lnTo>
                  <a:lnTo>
                    <a:pt x="324" y="599"/>
                  </a:lnTo>
                  <a:lnTo>
                    <a:pt x="324" y="599"/>
                  </a:lnTo>
                  <a:lnTo>
                    <a:pt x="324" y="597"/>
                  </a:lnTo>
                  <a:lnTo>
                    <a:pt x="324" y="597"/>
                  </a:lnTo>
                  <a:lnTo>
                    <a:pt x="324" y="595"/>
                  </a:lnTo>
                  <a:lnTo>
                    <a:pt x="324" y="595"/>
                  </a:lnTo>
                  <a:lnTo>
                    <a:pt x="324" y="595"/>
                  </a:lnTo>
                  <a:lnTo>
                    <a:pt x="326" y="593"/>
                  </a:lnTo>
                  <a:lnTo>
                    <a:pt x="326" y="593"/>
                  </a:lnTo>
                  <a:lnTo>
                    <a:pt x="326" y="593"/>
                  </a:lnTo>
                  <a:lnTo>
                    <a:pt x="328" y="593"/>
                  </a:lnTo>
                  <a:lnTo>
                    <a:pt x="328" y="593"/>
                  </a:lnTo>
                  <a:lnTo>
                    <a:pt x="331" y="591"/>
                  </a:lnTo>
                  <a:lnTo>
                    <a:pt x="333" y="591"/>
                  </a:lnTo>
                  <a:lnTo>
                    <a:pt x="333" y="591"/>
                  </a:lnTo>
                  <a:lnTo>
                    <a:pt x="335" y="591"/>
                  </a:lnTo>
                  <a:lnTo>
                    <a:pt x="335" y="591"/>
                  </a:lnTo>
                  <a:lnTo>
                    <a:pt x="335" y="593"/>
                  </a:lnTo>
                  <a:lnTo>
                    <a:pt x="335" y="593"/>
                  </a:lnTo>
                  <a:lnTo>
                    <a:pt x="335" y="593"/>
                  </a:lnTo>
                  <a:lnTo>
                    <a:pt x="335" y="595"/>
                  </a:lnTo>
                  <a:lnTo>
                    <a:pt x="335" y="599"/>
                  </a:lnTo>
                  <a:lnTo>
                    <a:pt x="333" y="601"/>
                  </a:lnTo>
                  <a:lnTo>
                    <a:pt x="333" y="601"/>
                  </a:lnTo>
                  <a:lnTo>
                    <a:pt x="333" y="601"/>
                  </a:lnTo>
                  <a:lnTo>
                    <a:pt x="335" y="603"/>
                  </a:lnTo>
                  <a:lnTo>
                    <a:pt x="335" y="603"/>
                  </a:lnTo>
                  <a:lnTo>
                    <a:pt x="337" y="603"/>
                  </a:lnTo>
                  <a:lnTo>
                    <a:pt x="341" y="605"/>
                  </a:lnTo>
                  <a:lnTo>
                    <a:pt x="341" y="605"/>
                  </a:lnTo>
                  <a:lnTo>
                    <a:pt x="343" y="605"/>
                  </a:lnTo>
                  <a:lnTo>
                    <a:pt x="343" y="605"/>
                  </a:lnTo>
                  <a:lnTo>
                    <a:pt x="343" y="603"/>
                  </a:lnTo>
                  <a:lnTo>
                    <a:pt x="345" y="603"/>
                  </a:lnTo>
                  <a:lnTo>
                    <a:pt x="345" y="605"/>
                  </a:lnTo>
                  <a:lnTo>
                    <a:pt x="345" y="605"/>
                  </a:lnTo>
                  <a:lnTo>
                    <a:pt x="345" y="607"/>
                  </a:lnTo>
                  <a:lnTo>
                    <a:pt x="345" y="607"/>
                  </a:lnTo>
                  <a:lnTo>
                    <a:pt x="345" y="608"/>
                  </a:lnTo>
                  <a:lnTo>
                    <a:pt x="345" y="608"/>
                  </a:lnTo>
                  <a:lnTo>
                    <a:pt x="343" y="608"/>
                  </a:lnTo>
                  <a:lnTo>
                    <a:pt x="343" y="608"/>
                  </a:lnTo>
                  <a:lnTo>
                    <a:pt x="341" y="608"/>
                  </a:lnTo>
                  <a:lnTo>
                    <a:pt x="339" y="608"/>
                  </a:lnTo>
                  <a:lnTo>
                    <a:pt x="339" y="608"/>
                  </a:lnTo>
                  <a:lnTo>
                    <a:pt x="339" y="608"/>
                  </a:lnTo>
                  <a:lnTo>
                    <a:pt x="337" y="610"/>
                  </a:lnTo>
                  <a:lnTo>
                    <a:pt x="337" y="610"/>
                  </a:lnTo>
                  <a:lnTo>
                    <a:pt x="337" y="610"/>
                  </a:lnTo>
                  <a:lnTo>
                    <a:pt x="337" y="612"/>
                  </a:lnTo>
                  <a:lnTo>
                    <a:pt x="335" y="612"/>
                  </a:lnTo>
                  <a:lnTo>
                    <a:pt x="335" y="614"/>
                  </a:lnTo>
                  <a:lnTo>
                    <a:pt x="333" y="620"/>
                  </a:lnTo>
                  <a:lnTo>
                    <a:pt x="333" y="622"/>
                  </a:lnTo>
                  <a:lnTo>
                    <a:pt x="333" y="622"/>
                  </a:lnTo>
                  <a:lnTo>
                    <a:pt x="335" y="626"/>
                  </a:lnTo>
                  <a:lnTo>
                    <a:pt x="335" y="627"/>
                  </a:lnTo>
                  <a:lnTo>
                    <a:pt x="335" y="627"/>
                  </a:lnTo>
                  <a:lnTo>
                    <a:pt x="337" y="629"/>
                  </a:lnTo>
                  <a:lnTo>
                    <a:pt x="339" y="629"/>
                  </a:lnTo>
                  <a:lnTo>
                    <a:pt x="339" y="631"/>
                  </a:lnTo>
                  <a:lnTo>
                    <a:pt x="341" y="631"/>
                  </a:lnTo>
                  <a:lnTo>
                    <a:pt x="341" y="633"/>
                  </a:lnTo>
                  <a:lnTo>
                    <a:pt x="343" y="633"/>
                  </a:lnTo>
                  <a:lnTo>
                    <a:pt x="343" y="635"/>
                  </a:lnTo>
                  <a:lnTo>
                    <a:pt x="345" y="635"/>
                  </a:lnTo>
                  <a:lnTo>
                    <a:pt x="345" y="637"/>
                  </a:lnTo>
                  <a:lnTo>
                    <a:pt x="345" y="637"/>
                  </a:lnTo>
                  <a:lnTo>
                    <a:pt x="347" y="641"/>
                  </a:lnTo>
                  <a:lnTo>
                    <a:pt x="349" y="641"/>
                  </a:lnTo>
                  <a:lnTo>
                    <a:pt x="349" y="641"/>
                  </a:lnTo>
                  <a:lnTo>
                    <a:pt x="352" y="639"/>
                  </a:lnTo>
                  <a:lnTo>
                    <a:pt x="354" y="639"/>
                  </a:lnTo>
                  <a:lnTo>
                    <a:pt x="354" y="637"/>
                  </a:lnTo>
                  <a:lnTo>
                    <a:pt x="354" y="637"/>
                  </a:lnTo>
                  <a:lnTo>
                    <a:pt x="356" y="633"/>
                  </a:lnTo>
                  <a:lnTo>
                    <a:pt x="356" y="633"/>
                  </a:lnTo>
                  <a:lnTo>
                    <a:pt x="358" y="631"/>
                  </a:lnTo>
                  <a:lnTo>
                    <a:pt x="358" y="633"/>
                  </a:lnTo>
                  <a:lnTo>
                    <a:pt x="362" y="637"/>
                  </a:lnTo>
                  <a:lnTo>
                    <a:pt x="362" y="639"/>
                  </a:lnTo>
                  <a:lnTo>
                    <a:pt x="362" y="641"/>
                  </a:lnTo>
                  <a:lnTo>
                    <a:pt x="362" y="643"/>
                  </a:lnTo>
                  <a:lnTo>
                    <a:pt x="362" y="643"/>
                  </a:lnTo>
                  <a:lnTo>
                    <a:pt x="362" y="643"/>
                  </a:lnTo>
                  <a:lnTo>
                    <a:pt x="364" y="645"/>
                  </a:lnTo>
                  <a:lnTo>
                    <a:pt x="364" y="647"/>
                  </a:lnTo>
                  <a:lnTo>
                    <a:pt x="364" y="648"/>
                  </a:lnTo>
                  <a:lnTo>
                    <a:pt x="364" y="650"/>
                  </a:lnTo>
                  <a:lnTo>
                    <a:pt x="364" y="650"/>
                  </a:lnTo>
                  <a:lnTo>
                    <a:pt x="362" y="650"/>
                  </a:lnTo>
                  <a:lnTo>
                    <a:pt x="360" y="652"/>
                  </a:lnTo>
                  <a:lnTo>
                    <a:pt x="360" y="652"/>
                  </a:lnTo>
                  <a:lnTo>
                    <a:pt x="360" y="654"/>
                  </a:lnTo>
                  <a:lnTo>
                    <a:pt x="360" y="656"/>
                  </a:lnTo>
                  <a:lnTo>
                    <a:pt x="360" y="658"/>
                  </a:lnTo>
                  <a:lnTo>
                    <a:pt x="360" y="660"/>
                  </a:lnTo>
                  <a:lnTo>
                    <a:pt x="358" y="664"/>
                  </a:lnTo>
                  <a:lnTo>
                    <a:pt x="358" y="664"/>
                  </a:lnTo>
                  <a:lnTo>
                    <a:pt x="358" y="666"/>
                  </a:lnTo>
                  <a:lnTo>
                    <a:pt x="362" y="664"/>
                  </a:lnTo>
                  <a:lnTo>
                    <a:pt x="362" y="666"/>
                  </a:lnTo>
                  <a:lnTo>
                    <a:pt x="364" y="666"/>
                  </a:lnTo>
                  <a:lnTo>
                    <a:pt x="364" y="666"/>
                  </a:lnTo>
                  <a:lnTo>
                    <a:pt x="364" y="667"/>
                  </a:lnTo>
                  <a:lnTo>
                    <a:pt x="366" y="669"/>
                  </a:lnTo>
                  <a:lnTo>
                    <a:pt x="366" y="669"/>
                  </a:lnTo>
                  <a:lnTo>
                    <a:pt x="368" y="671"/>
                  </a:lnTo>
                  <a:lnTo>
                    <a:pt x="368" y="671"/>
                  </a:lnTo>
                  <a:lnTo>
                    <a:pt x="371" y="671"/>
                  </a:lnTo>
                  <a:lnTo>
                    <a:pt x="371" y="673"/>
                  </a:lnTo>
                  <a:lnTo>
                    <a:pt x="371" y="673"/>
                  </a:lnTo>
                  <a:lnTo>
                    <a:pt x="373" y="673"/>
                  </a:lnTo>
                  <a:lnTo>
                    <a:pt x="373" y="675"/>
                  </a:lnTo>
                  <a:lnTo>
                    <a:pt x="373" y="675"/>
                  </a:lnTo>
                  <a:lnTo>
                    <a:pt x="371" y="677"/>
                  </a:lnTo>
                  <a:lnTo>
                    <a:pt x="371" y="677"/>
                  </a:lnTo>
                  <a:lnTo>
                    <a:pt x="371" y="679"/>
                  </a:lnTo>
                  <a:lnTo>
                    <a:pt x="371" y="681"/>
                  </a:lnTo>
                  <a:lnTo>
                    <a:pt x="371" y="683"/>
                  </a:lnTo>
                  <a:lnTo>
                    <a:pt x="371" y="683"/>
                  </a:lnTo>
                  <a:lnTo>
                    <a:pt x="373" y="683"/>
                  </a:lnTo>
                  <a:lnTo>
                    <a:pt x="373" y="683"/>
                  </a:lnTo>
                  <a:lnTo>
                    <a:pt x="375" y="683"/>
                  </a:lnTo>
                  <a:lnTo>
                    <a:pt x="377" y="681"/>
                  </a:lnTo>
                  <a:lnTo>
                    <a:pt x="377" y="679"/>
                  </a:lnTo>
                  <a:lnTo>
                    <a:pt x="379" y="679"/>
                  </a:lnTo>
                  <a:lnTo>
                    <a:pt x="381" y="681"/>
                  </a:lnTo>
                  <a:lnTo>
                    <a:pt x="383" y="683"/>
                  </a:lnTo>
                  <a:lnTo>
                    <a:pt x="383" y="685"/>
                  </a:lnTo>
                  <a:lnTo>
                    <a:pt x="383" y="686"/>
                  </a:lnTo>
                  <a:lnTo>
                    <a:pt x="383" y="688"/>
                  </a:lnTo>
                  <a:lnTo>
                    <a:pt x="383" y="690"/>
                  </a:lnTo>
                  <a:lnTo>
                    <a:pt x="383" y="692"/>
                  </a:lnTo>
                  <a:lnTo>
                    <a:pt x="383" y="694"/>
                  </a:lnTo>
                  <a:lnTo>
                    <a:pt x="385" y="694"/>
                  </a:lnTo>
                  <a:lnTo>
                    <a:pt x="383" y="696"/>
                  </a:lnTo>
                  <a:lnTo>
                    <a:pt x="383" y="698"/>
                  </a:lnTo>
                  <a:lnTo>
                    <a:pt x="383" y="700"/>
                  </a:lnTo>
                  <a:lnTo>
                    <a:pt x="387" y="700"/>
                  </a:lnTo>
                  <a:lnTo>
                    <a:pt x="389" y="700"/>
                  </a:lnTo>
                  <a:lnTo>
                    <a:pt x="391" y="702"/>
                  </a:lnTo>
                  <a:lnTo>
                    <a:pt x="391" y="702"/>
                  </a:lnTo>
                  <a:lnTo>
                    <a:pt x="398" y="700"/>
                  </a:lnTo>
                  <a:lnTo>
                    <a:pt x="400" y="700"/>
                  </a:lnTo>
                  <a:lnTo>
                    <a:pt x="400" y="700"/>
                  </a:lnTo>
                  <a:lnTo>
                    <a:pt x="402" y="702"/>
                  </a:lnTo>
                  <a:lnTo>
                    <a:pt x="404" y="705"/>
                  </a:lnTo>
                  <a:lnTo>
                    <a:pt x="408" y="709"/>
                  </a:lnTo>
                  <a:lnTo>
                    <a:pt x="408" y="709"/>
                  </a:lnTo>
                  <a:lnTo>
                    <a:pt x="410" y="709"/>
                  </a:lnTo>
                  <a:lnTo>
                    <a:pt x="410" y="709"/>
                  </a:lnTo>
                  <a:lnTo>
                    <a:pt x="410" y="709"/>
                  </a:lnTo>
                  <a:lnTo>
                    <a:pt x="411" y="709"/>
                  </a:lnTo>
                  <a:lnTo>
                    <a:pt x="411" y="709"/>
                  </a:lnTo>
                  <a:lnTo>
                    <a:pt x="411" y="709"/>
                  </a:lnTo>
                  <a:lnTo>
                    <a:pt x="411" y="707"/>
                  </a:lnTo>
                  <a:lnTo>
                    <a:pt x="411" y="707"/>
                  </a:lnTo>
                  <a:lnTo>
                    <a:pt x="413" y="707"/>
                  </a:lnTo>
                  <a:lnTo>
                    <a:pt x="413" y="707"/>
                  </a:lnTo>
                  <a:lnTo>
                    <a:pt x="417" y="711"/>
                  </a:lnTo>
                  <a:lnTo>
                    <a:pt x="421" y="713"/>
                  </a:lnTo>
                  <a:lnTo>
                    <a:pt x="425" y="717"/>
                  </a:lnTo>
                  <a:lnTo>
                    <a:pt x="427" y="717"/>
                  </a:lnTo>
                  <a:lnTo>
                    <a:pt x="429" y="719"/>
                  </a:lnTo>
                  <a:lnTo>
                    <a:pt x="429" y="721"/>
                  </a:lnTo>
                  <a:lnTo>
                    <a:pt x="429" y="721"/>
                  </a:lnTo>
                  <a:lnTo>
                    <a:pt x="429" y="723"/>
                  </a:lnTo>
                  <a:lnTo>
                    <a:pt x="429" y="724"/>
                  </a:lnTo>
                  <a:lnTo>
                    <a:pt x="429" y="726"/>
                  </a:lnTo>
                  <a:lnTo>
                    <a:pt x="431" y="726"/>
                  </a:lnTo>
                  <a:lnTo>
                    <a:pt x="431" y="728"/>
                  </a:lnTo>
                  <a:lnTo>
                    <a:pt x="432" y="728"/>
                  </a:lnTo>
                  <a:lnTo>
                    <a:pt x="432" y="726"/>
                  </a:lnTo>
                  <a:lnTo>
                    <a:pt x="434" y="726"/>
                  </a:lnTo>
                  <a:lnTo>
                    <a:pt x="434" y="726"/>
                  </a:lnTo>
                  <a:lnTo>
                    <a:pt x="436" y="726"/>
                  </a:lnTo>
                  <a:lnTo>
                    <a:pt x="436" y="726"/>
                  </a:lnTo>
                  <a:lnTo>
                    <a:pt x="440" y="728"/>
                  </a:lnTo>
                  <a:lnTo>
                    <a:pt x="440" y="728"/>
                  </a:lnTo>
                  <a:lnTo>
                    <a:pt x="442" y="730"/>
                  </a:lnTo>
                  <a:lnTo>
                    <a:pt x="442" y="732"/>
                  </a:lnTo>
                  <a:lnTo>
                    <a:pt x="444" y="734"/>
                  </a:lnTo>
                  <a:lnTo>
                    <a:pt x="444" y="734"/>
                  </a:lnTo>
                  <a:lnTo>
                    <a:pt x="446" y="736"/>
                  </a:lnTo>
                  <a:lnTo>
                    <a:pt x="446" y="736"/>
                  </a:lnTo>
                  <a:lnTo>
                    <a:pt x="446" y="736"/>
                  </a:lnTo>
                  <a:lnTo>
                    <a:pt x="448" y="738"/>
                  </a:lnTo>
                  <a:lnTo>
                    <a:pt x="448" y="740"/>
                  </a:lnTo>
                  <a:lnTo>
                    <a:pt x="450" y="738"/>
                  </a:lnTo>
                  <a:lnTo>
                    <a:pt x="451" y="738"/>
                  </a:lnTo>
                  <a:lnTo>
                    <a:pt x="451" y="738"/>
                  </a:lnTo>
                  <a:lnTo>
                    <a:pt x="453" y="736"/>
                  </a:lnTo>
                  <a:lnTo>
                    <a:pt x="453" y="736"/>
                  </a:lnTo>
                  <a:lnTo>
                    <a:pt x="455" y="736"/>
                  </a:lnTo>
                  <a:lnTo>
                    <a:pt x="457" y="736"/>
                  </a:lnTo>
                  <a:lnTo>
                    <a:pt x="459" y="738"/>
                  </a:lnTo>
                  <a:lnTo>
                    <a:pt x="459" y="738"/>
                  </a:lnTo>
                  <a:lnTo>
                    <a:pt x="461" y="738"/>
                  </a:lnTo>
                  <a:lnTo>
                    <a:pt x="469" y="734"/>
                  </a:lnTo>
                  <a:lnTo>
                    <a:pt x="474" y="732"/>
                  </a:lnTo>
                  <a:lnTo>
                    <a:pt x="480" y="728"/>
                  </a:lnTo>
                  <a:lnTo>
                    <a:pt x="484" y="726"/>
                  </a:lnTo>
                  <a:lnTo>
                    <a:pt x="484" y="726"/>
                  </a:lnTo>
                  <a:lnTo>
                    <a:pt x="484" y="724"/>
                  </a:lnTo>
                  <a:lnTo>
                    <a:pt x="482" y="724"/>
                  </a:lnTo>
                  <a:lnTo>
                    <a:pt x="482" y="723"/>
                  </a:lnTo>
                  <a:lnTo>
                    <a:pt x="480" y="723"/>
                  </a:lnTo>
                  <a:lnTo>
                    <a:pt x="480" y="721"/>
                  </a:lnTo>
                  <a:lnTo>
                    <a:pt x="478" y="721"/>
                  </a:lnTo>
                  <a:lnTo>
                    <a:pt x="478" y="721"/>
                  </a:lnTo>
                  <a:lnTo>
                    <a:pt x="476" y="721"/>
                  </a:lnTo>
                  <a:lnTo>
                    <a:pt x="474" y="721"/>
                  </a:lnTo>
                  <a:lnTo>
                    <a:pt x="472" y="719"/>
                  </a:lnTo>
                  <a:lnTo>
                    <a:pt x="469" y="719"/>
                  </a:lnTo>
                  <a:lnTo>
                    <a:pt x="469" y="719"/>
                  </a:lnTo>
                  <a:lnTo>
                    <a:pt x="467" y="719"/>
                  </a:lnTo>
                  <a:lnTo>
                    <a:pt x="467" y="717"/>
                  </a:lnTo>
                  <a:lnTo>
                    <a:pt x="467" y="717"/>
                  </a:lnTo>
                  <a:lnTo>
                    <a:pt x="467" y="715"/>
                  </a:lnTo>
                  <a:lnTo>
                    <a:pt x="467" y="715"/>
                  </a:lnTo>
                  <a:lnTo>
                    <a:pt x="469" y="707"/>
                  </a:lnTo>
                  <a:lnTo>
                    <a:pt x="471" y="707"/>
                  </a:lnTo>
                  <a:lnTo>
                    <a:pt x="476" y="702"/>
                  </a:lnTo>
                  <a:lnTo>
                    <a:pt x="478" y="700"/>
                  </a:lnTo>
                  <a:lnTo>
                    <a:pt x="482" y="698"/>
                  </a:lnTo>
                  <a:lnTo>
                    <a:pt x="484" y="698"/>
                  </a:lnTo>
                  <a:lnTo>
                    <a:pt x="490" y="694"/>
                  </a:lnTo>
                  <a:lnTo>
                    <a:pt x="491" y="694"/>
                  </a:lnTo>
                  <a:lnTo>
                    <a:pt x="493" y="694"/>
                  </a:lnTo>
                  <a:lnTo>
                    <a:pt x="493" y="694"/>
                  </a:lnTo>
                  <a:lnTo>
                    <a:pt x="497" y="690"/>
                  </a:lnTo>
                  <a:lnTo>
                    <a:pt x="497" y="690"/>
                  </a:lnTo>
                  <a:lnTo>
                    <a:pt x="499" y="688"/>
                  </a:lnTo>
                  <a:lnTo>
                    <a:pt x="499" y="686"/>
                  </a:lnTo>
                  <a:lnTo>
                    <a:pt x="501" y="683"/>
                  </a:lnTo>
                  <a:lnTo>
                    <a:pt x="501" y="681"/>
                  </a:lnTo>
                  <a:lnTo>
                    <a:pt x="501" y="681"/>
                  </a:lnTo>
                  <a:lnTo>
                    <a:pt x="503" y="679"/>
                  </a:lnTo>
                  <a:lnTo>
                    <a:pt x="503" y="679"/>
                  </a:lnTo>
                  <a:lnTo>
                    <a:pt x="505" y="677"/>
                  </a:lnTo>
                  <a:lnTo>
                    <a:pt x="505" y="675"/>
                  </a:lnTo>
                  <a:lnTo>
                    <a:pt x="505" y="673"/>
                  </a:lnTo>
                  <a:lnTo>
                    <a:pt x="505" y="671"/>
                  </a:lnTo>
                  <a:lnTo>
                    <a:pt x="505" y="667"/>
                  </a:lnTo>
                  <a:lnTo>
                    <a:pt x="503" y="666"/>
                  </a:lnTo>
                  <a:lnTo>
                    <a:pt x="501" y="664"/>
                  </a:lnTo>
                  <a:lnTo>
                    <a:pt x="501" y="662"/>
                  </a:lnTo>
                  <a:lnTo>
                    <a:pt x="501" y="660"/>
                  </a:lnTo>
                  <a:lnTo>
                    <a:pt x="501" y="658"/>
                  </a:lnTo>
                  <a:lnTo>
                    <a:pt x="501" y="654"/>
                  </a:lnTo>
                  <a:lnTo>
                    <a:pt x="505" y="643"/>
                  </a:lnTo>
                  <a:lnTo>
                    <a:pt x="507" y="641"/>
                  </a:lnTo>
                  <a:lnTo>
                    <a:pt x="507" y="641"/>
                  </a:lnTo>
                  <a:lnTo>
                    <a:pt x="507" y="639"/>
                  </a:lnTo>
                  <a:lnTo>
                    <a:pt x="507" y="639"/>
                  </a:lnTo>
                  <a:lnTo>
                    <a:pt x="507" y="637"/>
                  </a:lnTo>
                  <a:lnTo>
                    <a:pt x="505" y="637"/>
                  </a:lnTo>
                  <a:lnTo>
                    <a:pt x="503" y="635"/>
                  </a:lnTo>
                  <a:lnTo>
                    <a:pt x="503" y="633"/>
                  </a:lnTo>
                  <a:lnTo>
                    <a:pt x="501" y="633"/>
                  </a:lnTo>
                  <a:lnTo>
                    <a:pt x="501" y="631"/>
                  </a:lnTo>
                  <a:lnTo>
                    <a:pt x="501" y="629"/>
                  </a:lnTo>
                  <a:lnTo>
                    <a:pt x="499" y="627"/>
                  </a:lnTo>
                  <a:lnTo>
                    <a:pt x="499" y="622"/>
                  </a:lnTo>
                  <a:lnTo>
                    <a:pt x="499" y="620"/>
                  </a:lnTo>
                  <a:lnTo>
                    <a:pt x="499" y="620"/>
                  </a:lnTo>
                  <a:lnTo>
                    <a:pt x="497" y="618"/>
                  </a:lnTo>
                  <a:lnTo>
                    <a:pt x="495" y="618"/>
                  </a:lnTo>
                  <a:lnTo>
                    <a:pt x="493" y="616"/>
                  </a:lnTo>
                  <a:lnTo>
                    <a:pt x="491" y="616"/>
                  </a:lnTo>
                  <a:lnTo>
                    <a:pt x="488" y="616"/>
                  </a:lnTo>
                  <a:lnTo>
                    <a:pt x="488" y="616"/>
                  </a:lnTo>
                  <a:lnTo>
                    <a:pt x="486" y="616"/>
                  </a:lnTo>
                  <a:lnTo>
                    <a:pt x="486" y="616"/>
                  </a:lnTo>
                  <a:lnTo>
                    <a:pt x="486" y="614"/>
                  </a:lnTo>
                  <a:lnTo>
                    <a:pt x="488" y="614"/>
                  </a:lnTo>
                  <a:lnTo>
                    <a:pt x="488" y="612"/>
                  </a:lnTo>
                  <a:lnTo>
                    <a:pt x="488" y="610"/>
                  </a:lnTo>
                  <a:lnTo>
                    <a:pt x="488" y="608"/>
                  </a:lnTo>
                  <a:lnTo>
                    <a:pt x="488" y="608"/>
                  </a:lnTo>
                  <a:lnTo>
                    <a:pt x="490" y="607"/>
                  </a:lnTo>
                  <a:lnTo>
                    <a:pt x="493" y="603"/>
                  </a:lnTo>
                  <a:lnTo>
                    <a:pt x="495" y="601"/>
                  </a:lnTo>
                  <a:lnTo>
                    <a:pt x="495" y="599"/>
                  </a:lnTo>
                  <a:lnTo>
                    <a:pt x="495" y="597"/>
                  </a:lnTo>
                  <a:lnTo>
                    <a:pt x="495" y="595"/>
                  </a:lnTo>
                  <a:lnTo>
                    <a:pt x="493" y="595"/>
                  </a:lnTo>
                  <a:lnTo>
                    <a:pt x="484" y="593"/>
                  </a:lnTo>
                  <a:lnTo>
                    <a:pt x="484" y="591"/>
                  </a:lnTo>
                  <a:lnTo>
                    <a:pt x="484" y="591"/>
                  </a:lnTo>
                  <a:lnTo>
                    <a:pt x="484" y="589"/>
                  </a:lnTo>
                  <a:lnTo>
                    <a:pt x="484" y="589"/>
                  </a:lnTo>
                  <a:lnTo>
                    <a:pt x="484" y="588"/>
                  </a:lnTo>
                  <a:lnTo>
                    <a:pt x="488" y="584"/>
                  </a:lnTo>
                  <a:lnTo>
                    <a:pt x="490" y="576"/>
                  </a:lnTo>
                  <a:lnTo>
                    <a:pt x="490" y="574"/>
                  </a:lnTo>
                  <a:lnTo>
                    <a:pt x="490" y="572"/>
                  </a:lnTo>
                  <a:lnTo>
                    <a:pt x="490" y="572"/>
                  </a:lnTo>
                  <a:lnTo>
                    <a:pt x="490" y="569"/>
                  </a:lnTo>
                  <a:lnTo>
                    <a:pt x="490" y="565"/>
                  </a:lnTo>
                  <a:lnTo>
                    <a:pt x="490" y="565"/>
                  </a:lnTo>
                  <a:lnTo>
                    <a:pt x="490" y="565"/>
                  </a:lnTo>
                  <a:lnTo>
                    <a:pt x="491" y="565"/>
                  </a:lnTo>
                  <a:lnTo>
                    <a:pt x="491" y="565"/>
                  </a:lnTo>
                  <a:lnTo>
                    <a:pt x="491" y="567"/>
                  </a:lnTo>
                  <a:lnTo>
                    <a:pt x="491" y="569"/>
                  </a:lnTo>
                  <a:lnTo>
                    <a:pt x="493" y="569"/>
                  </a:lnTo>
                  <a:lnTo>
                    <a:pt x="493" y="570"/>
                  </a:lnTo>
                  <a:lnTo>
                    <a:pt x="495" y="570"/>
                  </a:lnTo>
                  <a:lnTo>
                    <a:pt x="495" y="572"/>
                  </a:lnTo>
                  <a:lnTo>
                    <a:pt x="497" y="574"/>
                  </a:lnTo>
                  <a:lnTo>
                    <a:pt x="497" y="574"/>
                  </a:lnTo>
                  <a:lnTo>
                    <a:pt x="499" y="576"/>
                  </a:lnTo>
                  <a:lnTo>
                    <a:pt x="499" y="576"/>
                  </a:lnTo>
                  <a:lnTo>
                    <a:pt x="503" y="576"/>
                  </a:lnTo>
                  <a:lnTo>
                    <a:pt x="505" y="576"/>
                  </a:lnTo>
                  <a:lnTo>
                    <a:pt x="505" y="574"/>
                  </a:lnTo>
                  <a:lnTo>
                    <a:pt x="507" y="574"/>
                  </a:lnTo>
                  <a:lnTo>
                    <a:pt x="507" y="572"/>
                  </a:lnTo>
                  <a:lnTo>
                    <a:pt x="507" y="570"/>
                  </a:lnTo>
                  <a:lnTo>
                    <a:pt x="507" y="570"/>
                  </a:lnTo>
                  <a:lnTo>
                    <a:pt x="507" y="569"/>
                  </a:lnTo>
                  <a:lnTo>
                    <a:pt x="507" y="567"/>
                  </a:lnTo>
                  <a:lnTo>
                    <a:pt x="509" y="565"/>
                  </a:lnTo>
                  <a:lnTo>
                    <a:pt x="509" y="565"/>
                  </a:lnTo>
                  <a:lnTo>
                    <a:pt x="509" y="563"/>
                  </a:lnTo>
                  <a:lnTo>
                    <a:pt x="507" y="563"/>
                  </a:lnTo>
                  <a:lnTo>
                    <a:pt x="507" y="563"/>
                  </a:lnTo>
                  <a:lnTo>
                    <a:pt x="505" y="563"/>
                  </a:lnTo>
                  <a:lnTo>
                    <a:pt x="505" y="563"/>
                  </a:lnTo>
                  <a:lnTo>
                    <a:pt x="503" y="563"/>
                  </a:lnTo>
                  <a:lnTo>
                    <a:pt x="503" y="563"/>
                  </a:lnTo>
                  <a:lnTo>
                    <a:pt x="501" y="563"/>
                  </a:lnTo>
                  <a:lnTo>
                    <a:pt x="499" y="563"/>
                  </a:lnTo>
                  <a:lnTo>
                    <a:pt x="497" y="563"/>
                  </a:lnTo>
                  <a:lnTo>
                    <a:pt x="495" y="563"/>
                  </a:lnTo>
                  <a:lnTo>
                    <a:pt x="495" y="563"/>
                  </a:lnTo>
                  <a:lnTo>
                    <a:pt x="495" y="561"/>
                  </a:lnTo>
                  <a:lnTo>
                    <a:pt x="495" y="559"/>
                  </a:lnTo>
                  <a:lnTo>
                    <a:pt x="495" y="557"/>
                  </a:lnTo>
                  <a:lnTo>
                    <a:pt x="495" y="555"/>
                  </a:lnTo>
                  <a:lnTo>
                    <a:pt x="495" y="555"/>
                  </a:lnTo>
                  <a:lnTo>
                    <a:pt x="493" y="550"/>
                  </a:lnTo>
                  <a:lnTo>
                    <a:pt x="493" y="550"/>
                  </a:lnTo>
                  <a:lnTo>
                    <a:pt x="493" y="548"/>
                  </a:lnTo>
                  <a:lnTo>
                    <a:pt x="495" y="548"/>
                  </a:lnTo>
                  <a:lnTo>
                    <a:pt x="497" y="550"/>
                  </a:lnTo>
                  <a:lnTo>
                    <a:pt x="499" y="550"/>
                  </a:lnTo>
                  <a:lnTo>
                    <a:pt x="501" y="551"/>
                  </a:lnTo>
                  <a:lnTo>
                    <a:pt x="501" y="551"/>
                  </a:lnTo>
                  <a:lnTo>
                    <a:pt x="501" y="553"/>
                  </a:lnTo>
                  <a:lnTo>
                    <a:pt x="503" y="553"/>
                  </a:lnTo>
                  <a:lnTo>
                    <a:pt x="503" y="553"/>
                  </a:lnTo>
                  <a:lnTo>
                    <a:pt x="507" y="555"/>
                  </a:lnTo>
                  <a:lnTo>
                    <a:pt x="507" y="555"/>
                  </a:lnTo>
                  <a:lnTo>
                    <a:pt x="509" y="555"/>
                  </a:lnTo>
                  <a:lnTo>
                    <a:pt x="511" y="555"/>
                  </a:lnTo>
                  <a:lnTo>
                    <a:pt x="511" y="555"/>
                  </a:lnTo>
                  <a:lnTo>
                    <a:pt x="512" y="555"/>
                  </a:lnTo>
                  <a:lnTo>
                    <a:pt x="514" y="551"/>
                  </a:lnTo>
                  <a:lnTo>
                    <a:pt x="514" y="551"/>
                  </a:lnTo>
                  <a:lnTo>
                    <a:pt x="514" y="551"/>
                  </a:lnTo>
                  <a:lnTo>
                    <a:pt x="516" y="553"/>
                  </a:lnTo>
                  <a:lnTo>
                    <a:pt x="518" y="553"/>
                  </a:lnTo>
                  <a:lnTo>
                    <a:pt x="518" y="553"/>
                  </a:lnTo>
                  <a:lnTo>
                    <a:pt x="518" y="553"/>
                  </a:lnTo>
                  <a:lnTo>
                    <a:pt x="518" y="551"/>
                  </a:lnTo>
                  <a:lnTo>
                    <a:pt x="520" y="551"/>
                  </a:lnTo>
                  <a:lnTo>
                    <a:pt x="520" y="550"/>
                  </a:lnTo>
                  <a:lnTo>
                    <a:pt x="520" y="548"/>
                  </a:lnTo>
                  <a:lnTo>
                    <a:pt x="518" y="544"/>
                  </a:lnTo>
                  <a:lnTo>
                    <a:pt x="518" y="544"/>
                  </a:lnTo>
                  <a:lnTo>
                    <a:pt x="520" y="544"/>
                  </a:lnTo>
                  <a:lnTo>
                    <a:pt x="520" y="542"/>
                  </a:lnTo>
                  <a:lnTo>
                    <a:pt x="520" y="542"/>
                  </a:lnTo>
                  <a:lnTo>
                    <a:pt x="522" y="540"/>
                  </a:lnTo>
                  <a:lnTo>
                    <a:pt x="522" y="540"/>
                  </a:lnTo>
                  <a:lnTo>
                    <a:pt x="522" y="540"/>
                  </a:lnTo>
                  <a:lnTo>
                    <a:pt x="522" y="538"/>
                  </a:lnTo>
                  <a:lnTo>
                    <a:pt x="522" y="538"/>
                  </a:lnTo>
                  <a:lnTo>
                    <a:pt x="522" y="538"/>
                  </a:lnTo>
                  <a:lnTo>
                    <a:pt x="524" y="538"/>
                  </a:lnTo>
                  <a:lnTo>
                    <a:pt x="524" y="536"/>
                  </a:lnTo>
                  <a:lnTo>
                    <a:pt x="530" y="538"/>
                  </a:lnTo>
                  <a:lnTo>
                    <a:pt x="532" y="538"/>
                  </a:lnTo>
                  <a:lnTo>
                    <a:pt x="535" y="536"/>
                  </a:lnTo>
                  <a:lnTo>
                    <a:pt x="539" y="536"/>
                  </a:lnTo>
                  <a:lnTo>
                    <a:pt x="539" y="536"/>
                  </a:lnTo>
                  <a:lnTo>
                    <a:pt x="539" y="536"/>
                  </a:lnTo>
                  <a:lnTo>
                    <a:pt x="541" y="536"/>
                  </a:lnTo>
                  <a:lnTo>
                    <a:pt x="541" y="536"/>
                  </a:lnTo>
                  <a:lnTo>
                    <a:pt x="539" y="538"/>
                  </a:lnTo>
                  <a:lnTo>
                    <a:pt x="539" y="538"/>
                  </a:lnTo>
                  <a:lnTo>
                    <a:pt x="537" y="542"/>
                  </a:lnTo>
                  <a:lnTo>
                    <a:pt x="537" y="544"/>
                  </a:lnTo>
                  <a:lnTo>
                    <a:pt x="537" y="544"/>
                  </a:lnTo>
                  <a:lnTo>
                    <a:pt x="537" y="544"/>
                  </a:lnTo>
                  <a:lnTo>
                    <a:pt x="539" y="546"/>
                  </a:lnTo>
                  <a:lnTo>
                    <a:pt x="539" y="548"/>
                  </a:lnTo>
                  <a:lnTo>
                    <a:pt x="539" y="548"/>
                  </a:lnTo>
                  <a:lnTo>
                    <a:pt x="539" y="550"/>
                  </a:lnTo>
                  <a:lnTo>
                    <a:pt x="539" y="550"/>
                  </a:lnTo>
                  <a:lnTo>
                    <a:pt x="537" y="550"/>
                  </a:lnTo>
                  <a:lnTo>
                    <a:pt x="537" y="550"/>
                  </a:lnTo>
                  <a:lnTo>
                    <a:pt x="535" y="548"/>
                  </a:lnTo>
                  <a:lnTo>
                    <a:pt x="533" y="548"/>
                  </a:lnTo>
                  <a:lnTo>
                    <a:pt x="533" y="548"/>
                  </a:lnTo>
                  <a:lnTo>
                    <a:pt x="533" y="548"/>
                  </a:lnTo>
                  <a:lnTo>
                    <a:pt x="533" y="550"/>
                  </a:lnTo>
                  <a:lnTo>
                    <a:pt x="533" y="550"/>
                  </a:lnTo>
                  <a:lnTo>
                    <a:pt x="533" y="551"/>
                  </a:lnTo>
                  <a:lnTo>
                    <a:pt x="533" y="551"/>
                  </a:lnTo>
                  <a:lnTo>
                    <a:pt x="535" y="553"/>
                  </a:lnTo>
                  <a:lnTo>
                    <a:pt x="537" y="553"/>
                  </a:lnTo>
                  <a:lnTo>
                    <a:pt x="539" y="553"/>
                  </a:lnTo>
                  <a:lnTo>
                    <a:pt x="543" y="553"/>
                  </a:lnTo>
                  <a:lnTo>
                    <a:pt x="547" y="551"/>
                  </a:lnTo>
                  <a:lnTo>
                    <a:pt x="547" y="551"/>
                  </a:lnTo>
                  <a:lnTo>
                    <a:pt x="547" y="551"/>
                  </a:lnTo>
                  <a:lnTo>
                    <a:pt x="549" y="551"/>
                  </a:lnTo>
                  <a:lnTo>
                    <a:pt x="547" y="553"/>
                  </a:lnTo>
                  <a:lnTo>
                    <a:pt x="547" y="553"/>
                  </a:lnTo>
                  <a:lnTo>
                    <a:pt x="547" y="555"/>
                  </a:lnTo>
                  <a:lnTo>
                    <a:pt x="545" y="555"/>
                  </a:lnTo>
                  <a:lnTo>
                    <a:pt x="545" y="557"/>
                  </a:lnTo>
                  <a:lnTo>
                    <a:pt x="543" y="557"/>
                  </a:lnTo>
                  <a:lnTo>
                    <a:pt x="541" y="557"/>
                  </a:lnTo>
                  <a:lnTo>
                    <a:pt x="539" y="557"/>
                  </a:lnTo>
                  <a:lnTo>
                    <a:pt x="537" y="557"/>
                  </a:lnTo>
                  <a:lnTo>
                    <a:pt x="535" y="557"/>
                  </a:lnTo>
                  <a:lnTo>
                    <a:pt x="535" y="557"/>
                  </a:lnTo>
                  <a:lnTo>
                    <a:pt x="533" y="557"/>
                  </a:lnTo>
                  <a:lnTo>
                    <a:pt x="532" y="555"/>
                  </a:lnTo>
                  <a:lnTo>
                    <a:pt x="530" y="553"/>
                  </a:lnTo>
                  <a:lnTo>
                    <a:pt x="530" y="553"/>
                  </a:lnTo>
                  <a:lnTo>
                    <a:pt x="528" y="551"/>
                  </a:lnTo>
                  <a:lnTo>
                    <a:pt x="528" y="553"/>
                  </a:lnTo>
                  <a:lnTo>
                    <a:pt x="528" y="553"/>
                  </a:lnTo>
                  <a:lnTo>
                    <a:pt x="528" y="553"/>
                  </a:lnTo>
                  <a:lnTo>
                    <a:pt x="528" y="555"/>
                  </a:lnTo>
                  <a:lnTo>
                    <a:pt x="530" y="557"/>
                  </a:lnTo>
                  <a:lnTo>
                    <a:pt x="530" y="559"/>
                  </a:lnTo>
                  <a:lnTo>
                    <a:pt x="530" y="559"/>
                  </a:lnTo>
                  <a:lnTo>
                    <a:pt x="530" y="561"/>
                  </a:lnTo>
                  <a:lnTo>
                    <a:pt x="530" y="561"/>
                  </a:lnTo>
                  <a:lnTo>
                    <a:pt x="528" y="563"/>
                  </a:lnTo>
                  <a:lnTo>
                    <a:pt x="526" y="565"/>
                  </a:lnTo>
                  <a:lnTo>
                    <a:pt x="526" y="567"/>
                  </a:lnTo>
                  <a:lnTo>
                    <a:pt x="526" y="567"/>
                  </a:lnTo>
                  <a:lnTo>
                    <a:pt x="528" y="569"/>
                  </a:lnTo>
                  <a:lnTo>
                    <a:pt x="528" y="569"/>
                  </a:lnTo>
                  <a:lnTo>
                    <a:pt x="530" y="570"/>
                  </a:lnTo>
                  <a:lnTo>
                    <a:pt x="532" y="570"/>
                  </a:lnTo>
                  <a:lnTo>
                    <a:pt x="533" y="570"/>
                  </a:lnTo>
                  <a:lnTo>
                    <a:pt x="535" y="570"/>
                  </a:lnTo>
                  <a:lnTo>
                    <a:pt x="539" y="570"/>
                  </a:lnTo>
                  <a:lnTo>
                    <a:pt x="541" y="570"/>
                  </a:lnTo>
                  <a:lnTo>
                    <a:pt x="547" y="572"/>
                  </a:lnTo>
                  <a:lnTo>
                    <a:pt x="549" y="572"/>
                  </a:lnTo>
                  <a:lnTo>
                    <a:pt x="552" y="572"/>
                  </a:lnTo>
                  <a:lnTo>
                    <a:pt x="560" y="569"/>
                  </a:lnTo>
                  <a:lnTo>
                    <a:pt x="566" y="569"/>
                  </a:lnTo>
                  <a:lnTo>
                    <a:pt x="570" y="569"/>
                  </a:lnTo>
                  <a:lnTo>
                    <a:pt x="577" y="565"/>
                  </a:lnTo>
                  <a:lnTo>
                    <a:pt x="577" y="565"/>
                  </a:lnTo>
                  <a:lnTo>
                    <a:pt x="579" y="565"/>
                  </a:lnTo>
                  <a:lnTo>
                    <a:pt x="581" y="565"/>
                  </a:lnTo>
                  <a:lnTo>
                    <a:pt x="581" y="565"/>
                  </a:lnTo>
                  <a:lnTo>
                    <a:pt x="583" y="567"/>
                  </a:lnTo>
                  <a:lnTo>
                    <a:pt x="585" y="570"/>
                  </a:lnTo>
                  <a:lnTo>
                    <a:pt x="585" y="572"/>
                  </a:lnTo>
                  <a:lnTo>
                    <a:pt x="585" y="574"/>
                  </a:lnTo>
                  <a:lnTo>
                    <a:pt x="585" y="574"/>
                  </a:lnTo>
                  <a:lnTo>
                    <a:pt x="585" y="576"/>
                  </a:lnTo>
                  <a:lnTo>
                    <a:pt x="587" y="576"/>
                  </a:lnTo>
                  <a:lnTo>
                    <a:pt x="589" y="578"/>
                  </a:lnTo>
                  <a:lnTo>
                    <a:pt x="591" y="582"/>
                  </a:lnTo>
                  <a:lnTo>
                    <a:pt x="591" y="591"/>
                  </a:lnTo>
                  <a:lnTo>
                    <a:pt x="591" y="591"/>
                  </a:lnTo>
                  <a:lnTo>
                    <a:pt x="591" y="593"/>
                  </a:lnTo>
                  <a:lnTo>
                    <a:pt x="591" y="593"/>
                  </a:lnTo>
                  <a:lnTo>
                    <a:pt x="591" y="595"/>
                  </a:lnTo>
                  <a:lnTo>
                    <a:pt x="589" y="595"/>
                  </a:lnTo>
                  <a:lnTo>
                    <a:pt x="587" y="595"/>
                  </a:lnTo>
                  <a:lnTo>
                    <a:pt x="587" y="595"/>
                  </a:lnTo>
                  <a:lnTo>
                    <a:pt x="583" y="593"/>
                  </a:lnTo>
                  <a:lnTo>
                    <a:pt x="581" y="593"/>
                  </a:lnTo>
                  <a:lnTo>
                    <a:pt x="581" y="593"/>
                  </a:lnTo>
                  <a:lnTo>
                    <a:pt x="579" y="593"/>
                  </a:lnTo>
                  <a:lnTo>
                    <a:pt x="579" y="595"/>
                  </a:lnTo>
                  <a:lnTo>
                    <a:pt x="577" y="599"/>
                  </a:lnTo>
                  <a:lnTo>
                    <a:pt x="577" y="601"/>
                  </a:lnTo>
                  <a:lnTo>
                    <a:pt x="579" y="601"/>
                  </a:lnTo>
                  <a:lnTo>
                    <a:pt x="579" y="603"/>
                  </a:lnTo>
                  <a:lnTo>
                    <a:pt x="579" y="607"/>
                  </a:lnTo>
                  <a:lnTo>
                    <a:pt x="579" y="608"/>
                  </a:lnTo>
                  <a:lnTo>
                    <a:pt x="581" y="608"/>
                  </a:lnTo>
                  <a:lnTo>
                    <a:pt x="581" y="610"/>
                  </a:lnTo>
                  <a:lnTo>
                    <a:pt x="583" y="610"/>
                  </a:lnTo>
                  <a:lnTo>
                    <a:pt x="583" y="610"/>
                  </a:lnTo>
                  <a:lnTo>
                    <a:pt x="583" y="610"/>
                  </a:lnTo>
                  <a:lnTo>
                    <a:pt x="585" y="612"/>
                  </a:lnTo>
                  <a:lnTo>
                    <a:pt x="585" y="614"/>
                  </a:lnTo>
                  <a:lnTo>
                    <a:pt x="585" y="616"/>
                  </a:lnTo>
                  <a:lnTo>
                    <a:pt x="583" y="618"/>
                  </a:lnTo>
                  <a:lnTo>
                    <a:pt x="581" y="622"/>
                  </a:lnTo>
                  <a:lnTo>
                    <a:pt x="579" y="624"/>
                  </a:lnTo>
                  <a:lnTo>
                    <a:pt x="579" y="626"/>
                  </a:lnTo>
                  <a:lnTo>
                    <a:pt x="579" y="627"/>
                  </a:lnTo>
                  <a:lnTo>
                    <a:pt x="581" y="629"/>
                  </a:lnTo>
                  <a:lnTo>
                    <a:pt x="585" y="631"/>
                  </a:lnTo>
                  <a:lnTo>
                    <a:pt x="585" y="631"/>
                  </a:lnTo>
                  <a:lnTo>
                    <a:pt x="585" y="633"/>
                  </a:lnTo>
                  <a:lnTo>
                    <a:pt x="583" y="635"/>
                  </a:lnTo>
                  <a:lnTo>
                    <a:pt x="581" y="637"/>
                  </a:lnTo>
                  <a:lnTo>
                    <a:pt x="579" y="639"/>
                  </a:lnTo>
                  <a:lnTo>
                    <a:pt x="579" y="641"/>
                  </a:lnTo>
                  <a:lnTo>
                    <a:pt x="579" y="643"/>
                  </a:lnTo>
                  <a:lnTo>
                    <a:pt x="577" y="643"/>
                  </a:lnTo>
                  <a:lnTo>
                    <a:pt x="577" y="643"/>
                  </a:lnTo>
                  <a:lnTo>
                    <a:pt x="577" y="643"/>
                  </a:lnTo>
                  <a:lnTo>
                    <a:pt x="575" y="643"/>
                  </a:lnTo>
                  <a:lnTo>
                    <a:pt x="573" y="641"/>
                  </a:lnTo>
                  <a:lnTo>
                    <a:pt x="573" y="641"/>
                  </a:lnTo>
                  <a:lnTo>
                    <a:pt x="572" y="641"/>
                  </a:lnTo>
                  <a:lnTo>
                    <a:pt x="570" y="643"/>
                  </a:lnTo>
                  <a:lnTo>
                    <a:pt x="570" y="643"/>
                  </a:lnTo>
                  <a:lnTo>
                    <a:pt x="568" y="643"/>
                  </a:lnTo>
                  <a:lnTo>
                    <a:pt x="566" y="643"/>
                  </a:lnTo>
                  <a:lnTo>
                    <a:pt x="566" y="643"/>
                  </a:lnTo>
                  <a:lnTo>
                    <a:pt x="564" y="641"/>
                  </a:lnTo>
                  <a:lnTo>
                    <a:pt x="564" y="641"/>
                  </a:lnTo>
                  <a:lnTo>
                    <a:pt x="562" y="641"/>
                  </a:lnTo>
                  <a:lnTo>
                    <a:pt x="560" y="639"/>
                  </a:lnTo>
                  <a:lnTo>
                    <a:pt x="560" y="639"/>
                  </a:lnTo>
                  <a:lnTo>
                    <a:pt x="558" y="639"/>
                  </a:lnTo>
                  <a:lnTo>
                    <a:pt x="558" y="639"/>
                  </a:lnTo>
                  <a:lnTo>
                    <a:pt x="558" y="639"/>
                  </a:lnTo>
                  <a:lnTo>
                    <a:pt x="556" y="641"/>
                  </a:lnTo>
                  <a:lnTo>
                    <a:pt x="554" y="645"/>
                  </a:lnTo>
                  <a:lnTo>
                    <a:pt x="554" y="645"/>
                  </a:lnTo>
                  <a:lnTo>
                    <a:pt x="556" y="648"/>
                  </a:lnTo>
                  <a:lnTo>
                    <a:pt x="556" y="650"/>
                  </a:lnTo>
                  <a:lnTo>
                    <a:pt x="556" y="652"/>
                  </a:lnTo>
                  <a:lnTo>
                    <a:pt x="558" y="652"/>
                  </a:lnTo>
                  <a:lnTo>
                    <a:pt x="564" y="656"/>
                  </a:lnTo>
                  <a:lnTo>
                    <a:pt x="564" y="656"/>
                  </a:lnTo>
                  <a:lnTo>
                    <a:pt x="564" y="658"/>
                  </a:lnTo>
                  <a:lnTo>
                    <a:pt x="564" y="660"/>
                  </a:lnTo>
                  <a:lnTo>
                    <a:pt x="566" y="662"/>
                  </a:lnTo>
                  <a:lnTo>
                    <a:pt x="570" y="662"/>
                  </a:lnTo>
                  <a:lnTo>
                    <a:pt x="570" y="662"/>
                  </a:lnTo>
                  <a:lnTo>
                    <a:pt x="572" y="662"/>
                  </a:lnTo>
                  <a:lnTo>
                    <a:pt x="573" y="664"/>
                  </a:lnTo>
                  <a:lnTo>
                    <a:pt x="573" y="664"/>
                  </a:lnTo>
                  <a:lnTo>
                    <a:pt x="575" y="664"/>
                  </a:lnTo>
                  <a:lnTo>
                    <a:pt x="575" y="664"/>
                  </a:lnTo>
                  <a:lnTo>
                    <a:pt x="575" y="662"/>
                  </a:lnTo>
                  <a:lnTo>
                    <a:pt x="575" y="662"/>
                  </a:lnTo>
                  <a:lnTo>
                    <a:pt x="575" y="660"/>
                  </a:lnTo>
                  <a:lnTo>
                    <a:pt x="577" y="658"/>
                  </a:lnTo>
                  <a:lnTo>
                    <a:pt x="577" y="656"/>
                  </a:lnTo>
                  <a:lnTo>
                    <a:pt x="577" y="656"/>
                  </a:lnTo>
                  <a:lnTo>
                    <a:pt x="577" y="652"/>
                  </a:lnTo>
                  <a:lnTo>
                    <a:pt x="577" y="652"/>
                  </a:lnTo>
                  <a:lnTo>
                    <a:pt x="577" y="652"/>
                  </a:lnTo>
                  <a:lnTo>
                    <a:pt x="577" y="652"/>
                  </a:lnTo>
                  <a:lnTo>
                    <a:pt x="579" y="652"/>
                  </a:lnTo>
                  <a:lnTo>
                    <a:pt x="579" y="652"/>
                  </a:lnTo>
                  <a:lnTo>
                    <a:pt x="581" y="652"/>
                  </a:lnTo>
                  <a:lnTo>
                    <a:pt x="581" y="654"/>
                  </a:lnTo>
                  <a:lnTo>
                    <a:pt x="581" y="654"/>
                  </a:lnTo>
                  <a:lnTo>
                    <a:pt x="583" y="654"/>
                  </a:lnTo>
                  <a:lnTo>
                    <a:pt x="585" y="654"/>
                  </a:lnTo>
                  <a:lnTo>
                    <a:pt x="589" y="652"/>
                  </a:lnTo>
                  <a:lnTo>
                    <a:pt x="592" y="650"/>
                  </a:lnTo>
                  <a:lnTo>
                    <a:pt x="600" y="647"/>
                  </a:lnTo>
                  <a:lnTo>
                    <a:pt x="602" y="647"/>
                  </a:lnTo>
                  <a:lnTo>
                    <a:pt x="602" y="645"/>
                  </a:lnTo>
                  <a:lnTo>
                    <a:pt x="602" y="645"/>
                  </a:lnTo>
                  <a:lnTo>
                    <a:pt x="602" y="643"/>
                  </a:lnTo>
                  <a:lnTo>
                    <a:pt x="602" y="643"/>
                  </a:lnTo>
                  <a:lnTo>
                    <a:pt x="602" y="643"/>
                  </a:lnTo>
                  <a:lnTo>
                    <a:pt x="602" y="643"/>
                  </a:lnTo>
                  <a:lnTo>
                    <a:pt x="602" y="641"/>
                  </a:lnTo>
                  <a:lnTo>
                    <a:pt x="600" y="641"/>
                  </a:lnTo>
                  <a:lnTo>
                    <a:pt x="602" y="639"/>
                  </a:lnTo>
                  <a:lnTo>
                    <a:pt x="602" y="637"/>
                  </a:lnTo>
                  <a:lnTo>
                    <a:pt x="610" y="633"/>
                  </a:lnTo>
                  <a:lnTo>
                    <a:pt x="613" y="629"/>
                  </a:lnTo>
                  <a:lnTo>
                    <a:pt x="613" y="627"/>
                  </a:lnTo>
                  <a:lnTo>
                    <a:pt x="613" y="627"/>
                  </a:lnTo>
                  <a:lnTo>
                    <a:pt x="613" y="624"/>
                  </a:lnTo>
                  <a:lnTo>
                    <a:pt x="613" y="624"/>
                  </a:lnTo>
                  <a:lnTo>
                    <a:pt x="613" y="620"/>
                  </a:lnTo>
                  <a:lnTo>
                    <a:pt x="613" y="618"/>
                  </a:lnTo>
                  <a:lnTo>
                    <a:pt x="613" y="616"/>
                  </a:lnTo>
                  <a:lnTo>
                    <a:pt x="613" y="614"/>
                  </a:lnTo>
                  <a:lnTo>
                    <a:pt x="613" y="612"/>
                  </a:lnTo>
                  <a:lnTo>
                    <a:pt x="613" y="610"/>
                  </a:lnTo>
                  <a:lnTo>
                    <a:pt x="615" y="610"/>
                  </a:lnTo>
                  <a:lnTo>
                    <a:pt x="615" y="608"/>
                  </a:lnTo>
                  <a:lnTo>
                    <a:pt x="617" y="608"/>
                  </a:lnTo>
                  <a:lnTo>
                    <a:pt x="619" y="607"/>
                  </a:lnTo>
                  <a:lnTo>
                    <a:pt x="619" y="607"/>
                  </a:lnTo>
                  <a:lnTo>
                    <a:pt x="619" y="607"/>
                  </a:lnTo>
                  <a:lnTo>
                    <a:pt x="621" y="608"/>
                  </a:lnTo>
                  <a:lnTo>
                    <a:pt x="621" y="608"/>
                  </a:lnTo>
                  <a:lnTo>
                    <a:pt x="619" y="610"/>
                  </a:lnTo>
                  <a:lnTo>
                    <a:pt x="619" y="610"/>
                  </a:lnTo>
                  <a:lnTo>
                    <a:pt x="619" y="612"/>
                  </a:lnTo>
                  <a:lnTo>
                    <a:pt x="621" y="612"/>
                  </a:lnTo>
                  <a:lnTo>
                    <a:pt x="621" y="614"/>
                  </a:lnTo>
                  <a:lnTo>
                    <a:pt x="623" y="614"/>
                  </a:lnTo>
                  <a:lnTo>
                    <a:pt x="623" y="614"/>
                  </a:lnTo>
                  <a:lnTo>
                    <a:pt x="627" y="614"/>
                  </a:lnTo>
                  <a:lnTo>
                    <a:pt x="629" y="614"/>
                  </a:lnTo>
                  <a:lnTo>
                    <a:pt x="631" y="614"/>
                  </a:lnTo>
                  <a:lnTo>
                    <a:pt x="636" y="616"/>
                  </a:lnTo>
                  <a:lnTo>
                    <a:pt x="638" y="616"/>
                  </a:lnTo>
                  <a:lnTo>
                    <a:pt x="640" y="616"/>
                  </a:lnTo>
                  <a:lnTo>
                    <a:pt x="644" y="616"/>
                  </a:lnTo>
                  <a:lnTo>
                    <a:pt x="646" y="616"/>
                  </a:lnTo>
                  <a:lnTo>
                    <a:pt x="646" y="618"/>
                  </a:lnTo>
                  <a:lnTo>
                    <a:pt x="648" y="618"/>
                  </a:lnTo>
                  <a:lnTo>
                    <a:pt x="648" y="620"/>
                  </a:lnTo>
                  <a:lnTo>
                    <a:pt x="648" y="622"/>
                  </a:lnTo>
                  <a:lnTo>
                    <a:pt x="650" y="622"/>
                  </a:lnTo>
                  <a:lnTo>
                    <a:pt x="650" y="622"/>
                  </a:lnTo>
                  <a:lnTo>
                    <a:pt x="652" y="622"/>
                  </a:lnTo>
                  <a:lnTo>
                    <a:pt x="653" y="622"/>
                  </a:lnTo>
                  <a:lnTo>
                    <a:pt x="653" y="620"/>
                  </a:lnTo>
                  <a:lnTo>
                    <a:pt x="653" y="620"/>
                  </a:lnTo>
                  <a:lnTo>
                    <a:pt x="655" y="616"/>
                  </a:lnTo>
                  <a:lnTo>
                    <a:pt x="655" y="616"/>
                  </a:lnTo>
                  <a:lnTo>
                    <a:pt x="655" y="614"/>
                  </a:lnTo>
                  <a:lnTo>
                    <a:pt x="657" y="614"/>
                  </a:lnTo>
                  <a:lnTo>
                    <a:pt x="659" y="612"/>
                  </a:lnTo>
                  <a:lnTo>
                    <a:pt x="663" y="612"/>
                  </a:lnTo>
                  <a:lnTo>
                    <a:pt x="663" y="612"/>
                  </a:lnTo>
                  <a:lnTo>
                    <a:pt x="665" y="612"/>
                  </a:lnTo>
                  <a:lnTo>
                    <a:pt x="665" y="612"/>
                  </a:lnTo>
                  <a:lnTo>
                    <a:pt x="665" y="614"/>
                  </a:lnTo>
                  <a:lnTo>
                    <a:pt x="665" y="616"/>
                  </a:lnTo>
                  <a:lnTo>
                    <a:pt x="663" y="616"/>
                  </a:lnTo>
                  <a:lnTo>
                    <a:pt x="663" y="618"/>
                  </a:lnTo>
                  <a:lnTo>
                    <a:pt x="663" y="618"/>
                  </a:lnTo>
                  <a:lnTo>
                    <a:pt x="663" y="620"/>
                  </a:lnTo>
                  <a:lnTo>
                    <a:pt x="665" y="620"/>
                  </a:lnTo>
                  <a:lnTo>
                    <a:pt x="669" y="624"/>
                  </a:lnTo>
                  <a:lnTo>
                    <a:pt x="671" y="626"/>
                  </a:lnTo>
                  <a:lnTo>
                    <a:pt x="673" y="627"/>
                  </a:lnTo>
                  <a:lnTo>
                    <a:pt x="676" y="627"/>
                  </a:lnTo>
                  <a:lnTo>
                    <a:pt x="678" y="626"/>
                  </a:lnTo>
                  <a:lnTo>
                    <a:pt x="678" y="626"/>
                  </a:lnTo>
                  <a:lnTo>
                    <a:pt x="678" y="626"/>
                  </a:lnTo>
                  <a:lnTo>
                    <a:pt x="680" y="626"/>
                  </a:lnTo>
                  <a:lnTo>
                    <a:pt x="682" y="626"/>
                  </a:lnTo>
                  <a:lnTo>
                    <a:pt x="682" y="626"/>
                  </a:lnTo>
                  <a:lnTo>
                    <a:pt x="682" y="624"/>
                  </a:lnTo>
                  <a:lnTo>
                    <a:pt x="684" y="624"/>
                  </a:lnTo>
                  <a:lnTo>
                    <a:pt x="684" y="622"/>
                  </a:lnTo>
                  <a:lnTo>
                    <a:pt x="684" y="622"/>
                  </a:lnTo>
                  <a:lnTo>
                    <a:pt x="684" y="620"/>
                  </a:lnTo>
                  <a:lnTo>
                    <a:pt x="686" y="620"/>
                  </a:lnTo>
                  <a:lnTo>
                    <a:pt x="684" y="618"/>
                  </a:lnTo>
                  <a:lnTo>
                    <a:pt x="684" y="616"/>
                  </a:lnTo>
                  <a:lnTo>
                    <a:pt x="680" y="610"/>
                  </a:lnTo>
                  <a:lnTo>
                    <a:pt x="678" y="608"/>
                  </a:lnTo>
                  <a:lnTo>
                    <a:pt x="678" y="607"/>
                  </a:lnTo>
                  <a:lnTo>
                    <a:pt x="678" y="599"/>
                  </a:lnTo>
                  <a:lnTo>
                    <a:pt x="676" y="597"/>
                  </a:lnTo>
                  <a:lnTo>
                    <a:pt x="676" y="597"/>
                  </a:lnTo>
                  <a:lnTo>
                    <a:pt x="676" y="595"/>
                  </a:lnTo>
                  <a:lnTo>
                    <a:pt x="676" y="595"/>
                  </a:lnTo>
                  <a:lnTo>
                    <a:pt x="678" y="591"/>
                  </a:lnTo>
                  <a:lnTo>
                    <a:pt x="678" y="591"/>
                  </a:lnTo>
                  <a:lnTo>
                    <a:pt x="678" y="591"/>
                  </a:lnTo>
                  <a:lnTo>
                    <a:pt x="678" y="589"/>
                  </a:lnTo>
                  <a:lnTo>
                    <a:pt x="676" y="588"/>
                  </a:lnTo>
                  <a:lnTo>
                    <a:pt x="676" y="586"/>
                  </a:lnTo>
                  <a:lnTo>
                    <a:pt x="678" y="586"/>
                  </a:lnTo>
                  <a:lnTo>
                    <a:pt x="678" y="584"/>
                  </a:lnTo>
                  <a:lnTo>
                    <a:pt x="678" y="584"/>
                  </a:lnTo>
                  <a:lnTo>
                    <a:pt x="680" y="586"/>
                  </a:lnTo>
                  <a:lnTo>
                    <a:pt x="680" y="586"/>
                  </a:lnTo>
                  <a:lnTo>
                    <a:pt x="680" y="586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4" y="586"/>
                  </a:lnTo>
                  <a:lnTo>
                    <a:pt x="684" y="586"/>
                  </a:lnTo>
                  <a:lnTo>
                    <a:pt x="684" y="588"/>
                  </a:lnTo>
                  <a:lnTo>
                    <a:pt x="684" y="588"/>
                  </a:lnTo>
                  <a:lnTo>
                    <a:pt x="686" y="589"/>
                  </a:lnTo>
                  <a:lnTo>
                    <a:pt x="686" y="589"/>
                  </a:lnTo>
                  <a:lnTo>
                    <a:pt x="686" y="589"/>
                  </a:lnTo>
                  <a:lnTo>
                    <a:pt x="686" y="591"/>
                  </a:lnTo>
                  <a:lnTo>
                    <a:pt x="686" y="593"/>
                  </a:lnTo>
                  <a:lnTo>
                    <a:pt x="686" y="593"/>
                  </a:lnTo>
                  <a:lnTo>
                    <a:pt x="686" y="593"/>
                  </a:lnTo>
                  <a:lnTo>
                    <a:pt x="686" y="593"/>
                  </a:lnTo>
                  <a:lnTo>
                    <a:pt x="688" y="593"/>
                  </a:lnTo>
                  <a:lnTo>
                    <a:pt x="690" y="593"/>
                  </a:lnTo>
                  <a:lnTo>
                    <a:pt x="690" y="593"/>
                  </a:lnTo>
                  <a:lnTo>
                    <a:pt x="697" y="588"/>
                  </a:lnTo>
                  <a:lnTo>
                    <a:pt x="699" y="588"/>
                  </a:lnTo>
                  <a:lnTo>
                    <a:pt x="699" y="588"/>
                  </a:lnTo>
                  <a:lnTo>
                    <a:pt x="701" y="586"/>
                  </a:lnTo>
                  <a:lnTo>
                    <a:pt x="701" y="584"/>
                  </a:lnTo>
                  <a:lnTo>
                    <a:pt x="701" y="582"/>
                  </a:lnTo>
                  <a:lnTo>
                    <a:pt x="699" y="578"/>
                  </a:lnTo>
                  <a:lnTo>
                    <a:pt x="699" y="574"/>
                  </a:lnTo>
                  <a:lnTo>
                    <a:pt x="697" y="574"/>
                  </a:lnTo>
                  <a:lnTo>
                    <a:pt x="695" y="572"/>
                  </a:lnTo>
                  <a:lnTo>
                    <a:pt x="692" y="569"/>
                  </a:lnTo>
                  <a:lnTo>
                    <a:pt x="692" y="569"/>
                  </a:lnTo>
                  <a:lnTo>
                    <a:pt x="690" y="569"/>
                  </a:lnTo>
                  <a:lnTo>
                    <a:pt x="690" y="569"/>
                  </a:lnTo>
                  <a:lnTo>
                    <a:pt x="688" y="569"/>
                  </a:lnTo>
                  <a:lnTo>
                    <a:pt x="688" y="569"/>
                  </a:lnTo>
                  <a:lnTo>
                    <a:pt x="684" y="569"/>
                  </a:lnTo>
                  <a:lnTo>
                    <a:pt x="680" y="567"/>
                  </a:lnTo>
                  <a:lnTo>
                    <a:pt x="676" y="561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74" y="557"/>
                  </a:lnTo>
                  <a:lnTo>
                    <a:pt x="676" y="557"/>
                  </a:lnTo>
                  <a:lnTo>
                    <a:pt x="676" y="557"/>
                  </a:lnTo>
                  <a:lnTo>
                    <a:pt x="676" y="557"/>
                  </a:lnTo>
                  <a:lnTo>
                    <a:pt x="678" y="555"/>
                  </a:lnTo>
                  <a:lnTo>
                    <a:pt x="680" y="555"/>
                  </a:lnTo>
                  <a:lnTo>
                    <a:pt x="682" y="555"/>
                  </a:lnTo>
                  <a:lnTo>
                    <a:pt x="682" y="555"/>
                  </a:lnTo>
                  <a:lnTo>
                    <a:pt x="684" y="553"/>
                  </a:lnTo>
                  <a:lnTo>
                    <a:pt x="684" y="553"/>
                  </a:lnTo>
                  <a:lnTo>
                    <a:pt x="684" y="551"/>
                  </a:lnTo>
                  <a:lnTo>
                    <a:pt x="684" y="550"/>
                  </a:lnTo>
                  <a:lnTo>
                    <a:pt x="684" y="548"/>
                  </a:lnTo>
                  <a:lnTo>
                    <a:pt x="682" y="546"/>
                  </a:lnTo>
                  <a:lnTo>
                    <a:pt x="680" y="542"/>
                  </a:lnTo>
                  <a:lnTo>
                    <a:pt x="680" y="542"/>
                  </a:lnTo>
                  <a:lnTo>
                    <a:pt x="680" y="542"/>
                  </a:lnTo>
                  <a:lnTo>
                    <a:pt x="680" y="542"/>
                  </a:lnTo>
                  <a:lnTo>
                    <a:pt x="680" y="540"/>
                  </a:lnTo>
                  <a:lnTo>
                    <a:pt x="682" y="540"/>
                  </a:lnTo>
                  <a:lnTo>
                    <a:pt x="682" y="538"/>
                  </a:lnTo>
                  <a:lnTo>
                    <a:pt x="682" y="538"/>
                  </a:lnTo>
                  <a:lnTo>
                    <a:pt x="684" y="536"/>
                  </a:lnTo>
                  <a:lnTo>
                    <a:pt x="688" y="536"/>
                  </a:lnTo>
                  <a:lnTo>
                    <a:pt x="695" y="532"/>
                  </a:lnTo>
                  <a:lnTo>
                    <a:pt x="695" y="532"/>
                  </a:lnTo>
                  <a:lnTo>
                    <a:pt x="697" y="532"/>
                  </a:lnTo>
                  <a:lnTo>
                    <a:pt x="699" y="532"/>
                  </a:lnTo>
                  <a:lnTo>
                    <a:pt x="703" y="532"/>
                  </a:lnTo>
                  <a:lnTo>
                    <a:pt x="713" y="529"/>
                  </a:lnTo>
                  <a:lnTo>
                    <a:pt x="713" y="529"/>
                  </a:lnTo>
                  <a:lnTo>
                    <a:pt x="714" y="529"/>
                  </a:lnTo>
                  <a:lnTo>
                    <a:pt x="716" y="529"/>
                  </a:lnTo>
                  <a:lnTo>
                    <a:pt x="718" y="529"/>
                  </a:lnTo>
                  <a:lnTo>
                    <a:pt x="720" y="529"/>
                  </a:lnTo>
                  <a:lnTo>
                    <a:pt x="720" y="529"/>
                  </a:lnTo>
                  <a:lnTo>
                    <a:pt x="722" y="530"/>
                  </a:lnTo>
                  <a:lnTo>
                    <a:pt x="724" y="530"/>
                  </a:lnTo>
                  <a:lnTo>
                    <a:pt x="726" y="530"/>
                  </a:lnTo>
                  <a:lnTo>
                    <a:pt x="726" y="530"/>
                  </a:lnTo>
                  <a:lnTo>
                    <a:pt x="728" y="529"/>
                  </a:lnTo>
                  <a:lnTo>
                    <a:pt x="728" y="529"/>
                  </a:lnTo>
                  <a:lnTo>
                    <a:pt x="728" y="529"/>
                  </a:lnTo>
                  <a:lnTo>
                    <a:pt x="728" y="529"/>
                  </a:lnTo>
                  <a:lnTo>
                    <a:pt x="730" y="527"/>
                  </a:lnTo>
                  <a:lnTo>
                    <a:pt x="730" y="527"/>
                  </a:lnTo>
                  <a:lnTo>
                    <a:pt x="732" y="527"/>
                  </a:lnTo>
                  <a:lnTo>
                    <a:pt x="732" y="525"/>
                  </a:lnTo>
                  <a:lnTo>
                    <a:pt x="730" y="523"/>
                  </a:lnTo>
                  <a:lnTo>
                    <a:pt x="732" y="523"/>
                  </a:lnTo>
                  <a:lnTo>
                    <a:pt x="732" y="521"/>
                  </a:lnTo>
                  <a:lnTo>
                    <a:pt x="732" y="521"/>
                  </a:lnTo>
                  <a:lnTo>
                    <a:pt x="732" y="521"/>
                  </a:lnTo>
                  <a:lnTo>
                    <a:pt x="732" y="519"/>
                  </a:lnTo>
                  <a:lnTo>
                    <a:pt x="732" y="519"/>
                  </a:lnTo>
                  <a:lnTo>
                    <a:pt x="730" y="515"/>
                  </a:lnTo>
                  <a:lnTo>
                    <a:pt x="728" y="515"/>
                  </a:lnTo>
                  <a:lnTo>
                    <a:pt x="728" y="513"/>
                  </a:lnTo>
                  <a:lnTo>
                    <a:pt x="728" y="513"/>
                  </a:lnTo>
                  <a:lnTo>
                    <a:pt x="728" y="511"/>
                  </a:lnTo>
                  <a:lnTo>
                    <a:pt x="728" y="511"/>
                  </a:lnTo>
                  <a:lnTo>
                    <a:pt x="728" y="511"/>
                  </a:lnTo>
                  <a:lnTo>
                    <a:pt x="728" y="510"/>
                  </a:lnTo>
                  <a:lnTo>
                    <a:pt x="728" y="510"/>
                  </a:lnTo>
                  <a:lnTo>
                    <a:pt x="728" y="508"/>
                  </a:lnTo>
                  <a:lnTo>
                    <a:pt x="728" y="508"/>
                  </a:lnTo>
                  <a:lnTo>
                    <a:pt x="728" y="506"/>
                  </a:lnTo>
                  <a:lnTo>
                    <a:pt x="726" y="506"/>
                  </a:lnTo>
                  <a:lnTo>
                    <a:pt x="726" y="504"/>
                  </a:lnTo>
                  <a:lnTo>
                    <a:pt x="726" y="504"/>
                  </a:lnTo>
                  <a:lnTo>
                    <a:pt x="728" y="502"/>
                  </a:lnTo>
                  <a:lnTo>
                    <a:pt x="728" y="502"/>
                  </a:lnTo>
                  <a:lnTo>
                    <a:pt x="728" y="500"/>
                  </a:lnTo>
                  <a:lnTo>
                    <a:pt x="728" y="500"/>
                  </a:lnTo>
                  <a:lnTo>
                    <a:pt x="728" y="500"/>
                  </a:lnTo>
                  <a:lnTo>
                    <a:pt x="728" y="498"/>
                  </a:lnTo>
                  <a:lnTo>
                    <a:pt x="728" y="498"/>
                  </a:lnTo>
                  <a:lnTo>
                    <a:pt x="728" y="498"/>
                  </a:lnTo>
                  <a:lnTo>
                    <a:pt x="726" y="496"/>
                  </a:lnTo>
                  <a:lnTo>
                    <a:pt x="726" y="496"/>
                  </a:lnTo>
                  <a:lnTo>
                    <a:pt x="726" y="496"/>
                  </a:lnTo>
                  <a:lnTo>
                    <a:pt x="724" y="496"/>
                  </a:lnTo>
                  <a:lnTo>
                    <a:pt x="722" y="496"/>
                  </a:lnTo>
                  <a:lnTo>
                    <a:pt x="720" y="496"/>
                  </a:lnTo>
                  <a:lnTo>
                    <a:pt x="718" y="498"/>
                  </a:lnTo>
                  <a:lnTo>
                    <a:pt x="716" y="498"/>
                  </a:lnTo>
                  <a:lnTo>
                    <a:pt x="716" y="500"/>
                  </a:lnTo>
                  <a:lnTo>
                    <a:pt x="716" y="500"/>
                  </a:lnTo>
                  <a:lnTo>
                    <a:pt x="714" y="504"/>
                  </a:lnTo>
                  <a:lnTo>
                    <a:pt x="714" y="504"/>
                  </a:lnTo>
                  <a:lnTo>
                    <a:pt x="713" y="506"/>
                  </a:lnTo>
                  <a:lnTo>
                    <a:pt x="713" y="506"/>
                  </a:lnTo>
                  <a:lnTo>
                    <a:pt x="711" y="508"/>
                  </a:lnTo>
                  <a:lnTo>
                    <a:pt x="711" y="508"/>
                  </a:lnTo>
                  <a:lnTo>
                    <a:pt x="709" y="508"/>
                  </a:lnTo>
                  <a:lnTo>
                    <a:pt x="707" y="506"/>
                  </a:lnTo>
                  <a:lnTo>
                    <a:pt x="705" y="506"/>
                  </a:lnTo>
                  <a:lnTo>
                    <a:pt x="703" y="506"/>
                  </a:lnTo>
                  <a:lnTo>
                    <a:pt x="703" y="506"/>
                  </a:lnTo>
                  <a:lnTo>
                    <a:pt x="701" y="506"/>
                  </a:lnTo>
                  <a:lnTo>
                    <a:pt x="697" y="508"/>
                  </a:lnTo>
                  <a:lnTo>
                    <a:pt x="695" y="510"/>
                  </a:lnTo>
                  <a:lnTo>
                    <a:pt x="690" y="510"/>
                  </a:lnTo>
                  <a:lnTo>
                    <a:pt x="688" y="510"/>
                  </a:lnTo>
                  <a:lnTo>
                    <a:pt x="688" y="510"/>
                  </a:lnTo>
                  <a:lnTo>
                    <a:pt x="688" y="510"/>
                  </a:lnTo>
                  <a:lnTo>
                    <a:pt x="684" y="508"/>
                  </a:lnTo>
                  <a:lnTo>
                    <a:pt x="682" y="508"/>
                  </a:lnTo>
                  <a:lnTo>
                    <a:pt x="678" y="506"/>
                  </a:lnTo>
                  <a:lnTo>
                    <a:pt x="678" y="506"/>
                  </a:lnTo>
                  <a:lnTo>
                    <a:pt x="678" y="508"/>
                  </a:lnTo>
                  <a:lnTo>
                    <a:pt x="674" y="508"/>
                  </a:lnTo>
                  <a:lnTo>
                    <a:pt x="674" y="508"/>
                  </a:lnTo>
                  <a:lnTo>
                    <a:pt x="673" y="508"/>
                  </a:lnTo>
                  <a:lnTo>
                    <a:pt x="673" y="508"/>
                  </a:lnTo>
                  <a:lnTo>
                    <a:pt x="669" y="504"/>
                  </a:lnTo>
                  <a:lnTo>
                    <a:pt x="667" y="504"/>
                  </a:lnTo>
                  <a:lnTo>
                    <a:pt x="667" y="504"/>
                  </a:lnTo>
                  <a:lnTo>
                    <a:pt x="665" y="504"/>
                  </a:lnTo>
                  <a:lnTo>
                    <a:pt x="663" y="504"/>
                  </a:lnTo>
                  <a:lnTo>
                    <a:pt x="663" y="504"/>
                  </a:lnTo>
                  <a:lnTo>
                    <a:pt x="661" y="502"/>
                  </a:lnTo>
                  <a:lnTo>
                    <a:pt x="661" y="502"/>
                  </a:lnTo>
                  <a:lnTo>
                    <a:pt x="659" y="498"/>
                  </a:lnTo>
                  <a:lnTo>
                    <a:pt x="657" y="496"/>
                  </a:lnTo>
                  <a:lnTo>
                    <a:pt x="657" y="496"/>
                  </a:lnTo>
                  <a:lnTo>
                    <a:pt x="655" y="496"/>
                  </a:lnTo>
                  <a:lnTo>
                    <a:pt x="655" y="496"/>
                  </a:lnTo>
                  <a:lnTo>
                    <a:pt x="653" y="496"/>
                  </a:lnTo>
                  <a:lnTo>
                    <a:pt x="653" y="494"/>
                  </a:lnTo>
                  <a:lnTo>
                    <a:pt x="653" y="494"/>
                  </a:lnTo>
                  <a:lnTo>
                    <a:pt x="653" y="491"/>
                  </a:lnTo>
                  <a:lnTo>
                    <a:pt x="652" y="485"/>
                  </a:lnTo>
                  <a:lnTo>
                    <a:pt x="648" y="472"/>
                  </a:lnTo>
                  <a:lnTo>
                    <a:pt x="648" y="470"/>
                  </a:lnTo>
                  <a:lnTo>
                    <a:pt x="648" y="470"/>
                  </a:lnTo>
                  <a:lnTo>
                    <a:pt x="646" y="468"/>
                  </a:lnTo>
                  <a:lnTo>
                    <a:pt x="648" y="468"/>
                  </a:lnTo>
                  <a:lnTo>
                    <a:pt x="648" y="466"/>
                  </a:lnTo>
                  <a:lnTo>
                    <a:pt x="650" y="466"/>
                  </a:lnTo>
                  <a:lnTo>
                    <a:pt x="650" y="466"/>
                  </a:lnTo>
                  <a:lnTo>
                    <a:pt x="650" y="464"/>
                  </a:lnTo>
                  <a:lnTo>
                    <a:pt x="650" y="462"/>
                  </a:lnTo>
                  <a:lnTo>
                    <a:pt x="650" y="460"/>
                  </a:lnTo>
                  <a:lnTo>
                    <a:pt x="652" y="458"/>
                  </a:lnTo>
                  <a:lnTo>
                    <a:pt x="653" y="454"/>
                  </a:lnTo>
                  <a:lnTo>
                    <a:pt x="653" y="454"/>
                  </a:lnTo>
                  <a:lnTo>
                    <a:pt x="653" y="454"/>
                  </a:lnTo>
                  <a:lnTo>
                    <a:pt x="657" y="453"/>
                  </a:lnTo>
                  <a:lnTo>
                    <a:pt x="657" y="453"/>
                  </a:lnTo>
                  <a:lnTo>
                    <a:pt x="659" y="453"/>
                  </a:lnTo>
                  <a:lnTo>
                    <a:pt x="659" y="451"/>
                  </a:lnTo>
                  <a:lnTo>
                    <a:pt x="661" y="451"/>
                  </a:lnTo>
                  <a:lnTo>
                    <a:pt x="661" y="449"/>
                  </a:lnTo>
                  <a:lnTo>
                    <a:pt x="661" y="447"/>
                  </a:lnTo>
                  <a:lnTo>
                    <a:pt x="663" y="447"/>
                  </a:lnTo>
                  <a:lnTo>
                    <a:pt x="667" y="449"/>
                  </a:lnTo>
                  <a:lnTo>
                    <a:pt x="669" y="449"/>
                  </a:lnTo>
                  <a:lnTo>
                    <a:pt x="671" y="449"/>
                  </a:lnTo>
                  <a:lnTo>
                    <a:pt x="671" y="447"/>
                  </a:lnTo>
                  <a:lnTo>
                    <a:pt x="673" y="445"/>
                  </a:lnTo>
                  <a:lnTo>
                    <a:pt x="674" y="445"/>
                  </a:lnTo>
                  <a:lnTo>
                    <a:pt x="674" y="443"/>
                  </a:lnTo>
                  <a:lnTo>
                    <a:pt x="674" y="443"/>
                  </a:lnTo>
                  <a:lnTo>
                    <a:pt x="676" y="443"/>
                  </a:lnTo>
                  <a:lnTo>
                    <a:pt x="676" y="443"/>
                  </a:lnTo>
                  <a:lnTo>
                    <a:pt x="676" y="441"/>
                  </a:lnTo>
                  <a:lnTo>
                    <a:pt x="676" y="439"/>
                  </a:lnTo>
                  <a:lnTo>
                    <a:pt x="676" y="439"/>
                  </a:lnTo>
                  <a:lnTo>
                    <a:pt x="678" y="437"/>
                  </a:lnTo>
                  <a:lnTo>
                    <a:pt x="684" y="433"/>
                  </a:lnTo>
                  <a:lnTo>
                    <a:pt x="684" y="433"/>
                  </a:lnTo>
                  <a:lnTo>
                    <a:pt x="686" y="432"/>
                  </a:lnTo>
                  <a:lnTo>
                    <a:pt x="686" y="432"/>
                  </a:lnTo>
                  <a:lnTo>
                    <a:pt x="686" y="430"/>
                  </a:lnTo>
                  <a:lnTo>
                    <a:pt x="686" y="430"/>
                  </a:lnTo>
                  <a:lnTo>
                    <a:pt x="690" y="430"/>
                  </a:lnTo>
                  <a:lnTo>
                    <a:pt x="690" y="428"/>
                  </a:lnTo>
                  <a:lnTo>
                    <a:pt x="692" y="428"/>
                  </a:lnTo>
                  <a:lnTo>
                    <a:pt x="692" y="426"/>
                  </a:lnTo>
                  <a:lnTo>
                    <a:pt x="693" y="426"/>
                  </a:lnTo>
                  <a:lnTo>
                    <a:pt x="695" y="424"/>
                  </a:lnTo>
                  <a:lnTo>
                    <a:pt x="695" y="424"/>
                  </a:lnTo>
                  <a:lnTo>
                    <a:pt x="695" y="422"/>
                  </a:lnTo>
                  <a:lnTo>
                    <a:pt x="697" y="422"/>
                  </a:lnTo>
                  <a:lnTo>
                    <a:pt x="699" y="420"/>
                  </a:lnTo>
                  <a:lnTo>
                    <a:pt x="701" y="420"/>
                  </a:lnTo>
                  <a:lnTo>
                    <a:pt x="701" y="420"/>
                  </a:lnTo>
                  <a:lnTo>
                    <a:pt x="703" y="420"/>
                  </a:lnTo>
                  <a:lnTo>
                    <a:pt x="703" y="420"/>
                  </a:lnTo>
                  <a:lnTo>
                    <a:pt x="703" y="418"/>
                  </a:lnTo>
                  <a:lnTo>
                    <a:pt x="703" y="418"/>
                  </a:lnTo>
                  <a:lnTo>
                    <a:pt x="705" y="416"/>
                  </a:lnTo>
                  <a:lnTo>
                    <a:pt x="707" y="414"/>
                  </a:lnTo>
                  <a:lnTo>
                    <a:pt x="709" y="414"/>
                  </a:lnTo>
                  <a:lnTo>
                    <a:pt x="711" y="414"/>
                  </a:lnTo>
                  <a:lnTo>
                    <a:pt x="714" y="414"/>
                  </a:lnTo>
                  <a:lnTo>
                    <a:pt x="716" y="413"/>
                  </a:lnTo>
                  <a:lnTo>
                    <a:pt x="718" y="411"/>
                  </a:lnTo>
                  <a:lnTo>
                    <a:pt x="720" y="411"/>
                  </a:lnTo>
                  <a:lnTo>
                    <a:pt x="720" y="409"/>
                  </a:lnTo>
                  <a:lnTo>
                    <a:pt x="722" y="409"/>
                  </a:lnTo>
                  <a:lnTo>
                    <a:pt x="722" y="409"/>
                  </a:lnTo>
                  <a:lnTo>
                    <a:pt x="722" y="407"/>
                  </a:lnTo>
                  <a:lnTo>
                    <a:pt x="724" y="405"/>
                  </a:lnTo>
                  <a:lnTo>
                    <a:pt x="724" y="403"/>
                  </a:lnTo>
                  <a:lnTo>
                    <a:pt x="726" y="403"/>
                  </a:lnTo>
                  <a:lnTo>
                    <a:pt x="728" y="401"/>
                  </a:lnTo>
                  <a:lnTo>
                    <a:pt x="730" y="403"/>
                  </a:lnTo>
                  <a:lnTo>
                    <a:pt x="732" y="401"/>
                  </a:lnTo>
                  <a:lnTo>
                    <a:pt x="732" y="401"/>
                  </a:lnTo>
                  <a:lnTo>
                    <a:pt x="734" y="401"/>
                  </a:lnTo>
                  <a:lnTo>
                    <a:pt x="735" y="401"/>
                  </a:lnTo>
                  <a:lnTo>
                    <a:pt x="735" y="399"/>
                  </a:lnTo>
                  <a:lnTo>
                    <a:pt x="735" y="399"/>
                  </a:lnTo>
                  <a:lnTo>
                    <a:pt x="735" y="397"/>
                  </a:lnTo>
                  <a:lnTo>
                    <a:pt x="737" y="397"/>
                  </a:lnTo>
                  <a:lnTo>
                    <a:pt x="741" y="397"/>
                  </a:lnTo>
                  <a:lnTo>
                    <a:pt x="743" y="397"/>
                  </a:lnTo>
                  <a:lnTo>
                    <a:pt x="743" y="395"/>
                  </a:lnTo>
                  <a:lnTo>
                    <a:pt x="747" y="394"/>
                  </a:lnTo>
                  <a:lnTo>
                    <a:pt x="753" y="390"/>
                  </a:lnTo>
                  <a:lnTo>
                    <a:pt x="753" y="390"/>
                  </a:lnTo>
                  <a:lnTo>
                    <a:pt x="754" y="390"/>
                  </a:lnTo>
                  <a:lnTo>
                    <a:pt x="758" y="388"/>
                  </a:lnTo>
                  <a:lnTo>
                    <a:pt x="760" y="388"/>
                  </a:lnTo>
                  <a:lnTo>
                    <a:pt x="760" y="388"/>
                  </a:lnTo>
                  <a:lnTo>
                    <a:pt x="762" y="386"/>
                  </a:lnTo>
                  <a:lnTo>
                    <a:pt x="764" y="384"/>
                  </a:lnTo>
                  <a:lnTo>
                    <a:pt x="766" y="384"/>
                  </a:lnTo>
                  <a:lnTo>
                    <a:pt x="770" y="382"/>
                  </a:lnTo>
                  <a:lnTo>
                    <a:pt x="772" y="380"/>
                  </a:lnTo>
                  <a:lnTo>
                    <a:pt x="770" y="376"/>
                  </a:lnTo>
                  <a:lnTo>
                    <a:pt x="775" y="376"/>
                  </a:lnTo>
                  <a:lnTo>
                    <a:pt x="775" y="375"/>
                  </a:lnTo>
                  <a:lnTo>
                    <a:pt x="777" y="375"/>
                  </a:lnTo>
                  <a:lnTo>
                    <a:pt x="777" y="373"/>
                  </a:lnTo>
                  <a:lnTo>
                    <a:pt x="777" y="373"/>
                  </a:lnTo>
                  <a:lnTo>
                    <a:pt x="777" y="371"/>
                  </a:lnTo>
                  <a:lnTo>
                    <a:pt x="779" y="371"/>
                  </a:lnTo>
                  <a:lnTo>
                    <a:pt x="781" y="371"/>
                  </a:lnTo>
                  <a:lnTo>
                    <a:pt x="783" y="371"/>
                  </a:lnTo>
                  <a:lnTo>
                    <a:pt x="785" y="369"/>
                  </a:lnTo>
                  <a:lnTo>
                    <a:pt x="787" y="369"/>
                  </a:lnTo>
                  <a:lnTo>
                    <a:pt x="789" y="369"/>
                  </a:lnTo>
                  <a:lnTo>
                    <a:pt x="789" y="369"/>
                  </a:lnTo>
                  <a:lnTo>
                    <a:pt x="791" y="369"/>
                  </a:lnTo>
                  <a:lnTo>
                    <a:pt x="791" y="369"/>
                  </a:lnTo>
                  <a:lnTo>
                    <a:pt x="793" y="369"/>
                  </a:lnTo>
                  <a:lnTo>
                    <a:pt x="793" y="369"/>
                  </a:lnTo>
                  <a:lnTo>
                    <a:pt x="794" y="369"/>
                  </a:lnTo>
                  <a:lnTo>
                    <a:pt x="794" y="369"/>
                  </a:lnTo>
                  <a:lnTo>
                    <a:pt x="794" y="367"/>
                  </a:lnTo>
                  <a:lnTo>
                    <a:pt x="794" y="365"/>
                  </a:lnTo>
                  <a:lnTo>
                    <a:pt x="796" y="365"/>
                  </a:lnTo>
                  <a:lnTo>
                    <a:pt x="796" y="363"/>
                  </a:lnTo>
                  <a:lnTo>
                    <a:pt x="796" y="363"/>
                  </a:lnTo>
                  <a:lnTo>
                    <a:pt x="796" y="361"/>
                  </a:lnTo>
                  <a:lnTo>
                    <a:pt x="796" y="361"/>
                  </a:lnTo>
                  <a:lnTo>
                    <a:pt x="796" y="359"/>
                  </a:lnTo>
                  <a:lnTo>
                    <a:pt x="796" y="357"/>
                  </a:lnTo>
                  <a:lnTo>
                    <a:pt x="798" y="357"/>
                  </a:lnTo>
                  <a:lnTo>
                    <a:pt x="802" y="359"/>
                  </a:lnTo>
                  <a:lnTo>
                    <a:pt x="802" y="357"/>
                  </a:lnTo>
                  <a:lnTo>
                    <a:pt x="802" y="356"/>
                  </a:lnTo>
                  <a:lnTo>
                    <a:pt x="804" y="356"/>
                  </a:lnTo>
                  <a:lnTo>
                    <a:pt x="806" y="356"/>
                  </a:lnTo>
                  <a:lnTo>
                    <a:pt x="806" y="354"/>
                  </a:lnTo>
                  <a:lnTo>
                    <a:pt x="806" y="354"/>
                  </a:lnTo>
                  <a:lnTo>
                    <a:pt x="804" y="352"/>
                  </a:lnTo>
                  <a:lnTo>
                    <a:pt x="804" y="352"/>
                  </a:lnTo>
                  <a:lnTo>
                    <a:pt x="804" y="350"/>
                  </a:lnTo>
                  <a:lnTo>
                    <a:pt x="804" y="350"/>
                  </a:lnTo>
                  <a:lnTo>
                    <a:pt x="804" y="350"/>
                  </a:lnTo>
                  <a:lnTo>
                    <a:pt x="804" y="350"/>
                  </a:lnTo>
                  <a:lnTo>
                    <a:pt x="804" y="350"/>
                  </a:lnTo>
                  <a:lnTo>
                    <a:pt x="806" y="350"/>
                  </a:lnTo>
                  <a:lnTo>
                    <a:pt x="806" y="348"/>
                  </a:lnTo>
                  <a:lnTo>
                    <a:pt x="810" y="346"/>
                  </a:lnTo>
                  <a:lnTo>
                    <a:pt x="810" y="346"/>
                  </a:lnTo>
                  <a:lnTo>
                    <a:pt x="810" y="34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19" name="Freeform 22">
              <a:extLst>
                <a:ext uri="{FF2B5EF4-FFF2-40B4-BE49-F238E27FC236}">
                  <a16:creationId xmlns:a16="http://schemas.microsoft.com/office/drawing/2014/main" id="{6D1873C6-DF30-61FE-2A36-C96C448E8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150" y="1747838"/>
              <a:ext cx="447675" cy="503238"/>
            </a:xfrm>
            <a:custGeom>
              <a:avLst/>
              <a:gdLst>
                <a:gd name="T0" fmla="*/ 282 w 282"/>
                <a:gd name="T1" fmla="*/ 211 h 317"/>
                <a:gd name="T2" fmla="*/ 278 w 282"/>
                <a:gd name="T3" fmla="*/ 198 h 317"/>
                <a:gd name="T4" fmla="*/ 270 w 282"/>
                <a:gd name="T5" fmla="*/ 199 h 317"/>
                <a:gd name="T6" fmla="*/ 267 w 282"/>
                <a:gd name="T7" fmla="*/ 186 h 317"/>
                <a:gd name="T8" fmla="*/ 272 w 282"/>
                <a:gd name="T9" fmla="*/ 180 h 317"/>
                <a:gd name="T10" fmla="*/ 255 w 282"/>
                <a:gd name="T11" fmla="*/ 158 h 317"/>
                <a:gd name="T12" fmla="*/ 257 w 282"/>
                <a:gd name="T13" fmla="*/ 140 h 317"/>
                <a:gd name="T14" fmla="*/ 249 w 282"/>
                <a:gd name="T15" fmla="*/ 135 h 317"/>
                <a:gd name="T16" fmla="*/ 246 w 282"/>
                <a:gd name="T17" fmla="*/ 133 h 317"/>
                <a:gd name="T18" fmla="*/ 238 w 282"/>
                <a:gd name="T19" fmla="*/ 129 h 317"/>
                <a:gd name="T20" fmla="*/ 229 w 282"/>
                <a:gd name="T21" fmla="*/ 127 h 317"/>
                <a:gd name="T22" fmla="*/ 217 w 282"/>
                <a:gd name="T23" fmla="*/ 131 h 317"/>
                <a:gd name="T24" fmla="*/ 192 w 282"/>
                <a:gd name="T25" fmla="*/ 74 h 317"/>
                <a:gd name="T26" fmla="*/ 175 w 282"/>
                <a:gd name="T27" fmla="*/ 53 h 317"/>
                <a:gd name="T28" fmla="*/ 168 w 282"/>
                <a:gd name="T29" fmla="*/ 38 h 317"/>
                <a:gd name="T30" fmla="*/ 162 w 282"/>
                <a:gd name="T31" fmla="*/ 30 h 317"/>
                <a:gd name="T32" fmla="*/ 190 w 282"/>
                <a:gd name="T33" fmla="*/ 9 h 317"/>
                <a:gd name="T34" fmla="*/ 173 w 282"/>
                <a:gd name="T35" fmla="*/ 9 h 317"/>
                <a:gd name="T36" fmla="*/ 148 w 282"/>
                <a:gd name="T37" fmla="*/ 21 h 317"/>
                <a:gd name="T38" fmla="*/ 137 w 282"/>
                <a:gd name="T39" fmla="*/ 23 h 317"/>
                <a:gd name="T40" fmla="*/ 122 w 282"/>
                <a:gd name="T41" fmla="*/ 43 h 317"/>
                <a:gd name="T42" fmla="*/ 107 w 282"/>
                <a:gd name="T43" fmla="*/ 49 h 317"/>
                <a:gd name="T44" fmla="*/ 87 w 282"/>
                <a:gd name="T45" fmla="*/ 59 h 317"/>
                <a:gd name="T46" fmla="*/ 63 w 282"/>
                <a:gd name="T47" fmla="*/ 82 h 317"/>
                <a:gd name="T48" fmla="*/ 65 w 282"/>
                <a:gd name="T49" fmla="*/ 99 h 317"/>
                <a:gd name="T50" fmla="*/ 61 w 282"/>
                <a:gd name="T51" fmla="*/ 144 h 317"/>
                <a:gd name="T52" fmla="*/ 67 w 282"/>
                <a:gd name="T53" fmla="*/ 159 h 317"/>
                <a:gd name="T54" fmla="*/ 51 w 282"/>
                <a:gd name="T55" fmla="*/ 175 h 317"/>
                <a:gd name="T56" fmla="*/ 38 w 282"/>
                <a:gd name="T57" fmla="*/ 184 h 317"/>
                <a:gd name="T58" fmla="*/ 28 w 282"/>
                <a:gd name="T59" fmla="*/ 198 h 317"/>
                <a:gd name="T60" fmla="*/ 19 w 282"/>
                <a:gd name="T61" fmla="*/ 217 h 317"/>
                <a:gd name="T62" fmla="*/ 2 w 282"/>
                <a:gd name="T63" fmla="*/ 230 h 317"/>
                <a:gd name="T64" fmla="*/ 11 w 282"/>
                <a:gd name="T65" fmla="*/ 256 h 317"/>
                <a:gd name="T66" fmla="*/ 72 w 282"/>
                <a:gd name="T67" fmla="*/ 279 h 317"/>
                <a:gd name="T68" fmla="*/ 87 w 282"/>
                <a:gd name="T69" fmla="*/ 272 h 317"/>
                <a:gd name="T70" fmla="*/ 99 w 282"/>
                <a:gd name="T71" fmla="*/ 277 h 317"/>
                <a:gd name="T72" fmla="*/ 108 w 282"/>
                <a:gd name="T73" fmla="*/ 285 h 317"/>
                <a:gd name="T74" fmla="*/ 116 w 282"/>
                <a:gd name="T75" fmla="*/ 279 h 317"/>
                <a:gd name="T76" fmla="*/ 116 w 282"/>
                <a:gd name="T77" fmla="*/ 285 h 317"/>
                <a:gd name="T78" fmla="*/ 120 w 282"/>
                <a:gd name="T79" fmla="*/ 293 h 317"/>
                <a:gd name="T80" fmla="*/ 126 w 282"/>
                <a:gd name="T81" fmla="*/ 293 h 317"/>
                <a:gd name="T82" fmla="*/ 126 w 282"/>
                <a:gd name="T83" fmla="*/ 298 h 317"/>
                <a:gd name="T84" fmla="*/ 122 w 282"/>
                <a:gd name="T85" fmla="*/ 304 h 317"/>
                <a:gd name="T86" fmla="*/ 126 w 282"/>
                <a:gd name="T87" fmla="*/ 312 h 317"/>
                <a:gd name="T88" fmla="*/ 133 w 282"/>
                <a:gd name="T89" fmla="*/ 314 h 317"/>
                <a:gd name="T90" fmla="*/ 139 w 282"/>
                <a:gd name="T91" fmla="*/ 304 h 317"/>
                <a:gd name="T92" fmla="*/ 156 w 282"/>
                <a:gd name="T93" fmla="*/ 293 h 317"/>
                <a:gd name="T94" fmla="*/ 173 w 282"/>
                <a:gd name="T95" fmla="*/ 293 h 317"/>
                <a:gd name="T96" fmla="*/ 188 w 282"/>
                <a:gd name="T97" fmla="*/ 298 h 317"/>
                <a:gd name="T98" fmla="*/ 211 w 282"/>
                <a:gd name="T99" fmla="*/ 289 h 317"/>
                <a:gd name="T100" fmla="*/ 215 w 282"/>
                <a:gd name="T101" fmla="*/ 277 h 317"/>
                <a:gd name="T102" fmla="*/ 219 w 282"/>
                <a:gd name="T103" fmla="*/ 264 h 317"/>
                <a:gd name="T104" fmla="*/ 217 w 282"/>
                <a:gd name="T105" fmla="*/ 258 h 317"/>
                <a:gd name="T106" fmla="*/ 229 w 282"/>
                <a:gd name="T107" fmla="*/ 258 h 317"/>
                <a:gd name="T108" fmla="*/ 234 w 282"/>
                <a:gd name="T109" fmla="*/ 258 h 317"/>
                <a:gd name="T110" fmla="*/ 236 w 282"/>
                <a:gd name="T111" fmla="*/ 251 h 317"/>
                <a:gd name="T112" fmla="*/ 257 w 282"/>
                <a:gd name="T113" fmla="*/ 255 h 317"/>
                <a:gd name="T114" fmla="*/ 255 w 282"/>
                <a:gd name="T115" fmla="*/ 247 h 317"/>
                <a:gd name="T116" fmla="*/ 249 w 282"/>
                <a:gd name="T117" fmla="*/ 247 h 317"/>
                <a:gd name="T118" fmla="*/ 265 w 282"/>
                <a:gd name="T119" fmla="*/ 236 h 317"/>
                <a:gd name="T120" fmla="*/ 267 w 282"/>
                <a:gd name="T121" fmla="*/ 226 h 317"/>
                <a:gd name="T122" fmla="*/ 280 w 282"/>
                <a:gd name="T123" fmla="*/ 232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2" h="317">
                  <a:moveTo>
                    <a:pt x="282" y="224"/>
                  </a:moveTo>
                  <a:lnTo>
                    <a:pt x="282" y="222"/>
                  </a:lnTo>
                  <a:lnTo>
                    <a:pt x="282" y="218"/>
                  </a:lnTo>
                  <a:lnTo>
                    <a:pt x="282" y="218"/>
                  </a:lnTo>
                  <a:lnTo>
                    <a:pt x="282" y="218"/>
                  </a:lnTo>
                  <a:lnTo>
                    <a:pt x="282" y="217"/>
                  </a:lnTo>
                  <a:lnTo>
                    <a:pt x="282" y="217"/>
                  </a:lnTo>
                  <a:lnTo>
                    <a:pt x="282" y="215"/>
                  </a:lnTo>
                  <a:lnTo>
                    <a:pt x="282" y="215"/>
                  </a:lnTo>
                  <a:lnTo>
                    <a:pt x="282" y="215"/>
                  </a:lnTo>
                  <a:lnTo>
                    <a:pt x="282" y="213"/>
                  </a:lnTo>
                  <a:lnTo>
                    <a:pt x="282" y="211"/>
                  </a:lnTo>
                  <a:lnTo>
                    <a:pt x="282" y="207"/>
                  </a:lnTo>
                  <a:lnTo>
                    <a:pt x="282" y="207"/>
                  </a:lnTo>
                  <a:lnTo>
                    <a:pt x="282" y="207"/>
                  </a:lnTo>
                  <a:lnTo>
                    <a:pt x="282" y="205"/>
                  </a:lnTo>
                  <a:lnTo>
                    <a:pt x="280" y="203"/>
                  </a:lnTo>
                  <a:lnTo>
                    <a:pt x="280" y="203"/>
                  </a:lnTo>
                  <a:lnTo>
                    <a:pt x="280" y="203"/>
                  </a:lnTo>
                  <a:lnTo>
                    <a:pt x="280" y="203"/>
                  </a:lnTo>
                  <a:lnTo>
                    <a:pt x="278" y="203"/>
                  </a:lnTo>
                  <a:lnTo>
                    <a:pt x="278" y="201"/>
                  </a:lnTo>
                  <a:lnTo>
                    <a:pt x="278" y="199"/>
                  </a:lnTo>
                  <a:lnTo>
                    <a:pt x="278" y="198"/>
                  </a:lnTo>
                  <a:lnTo>
                    <a:pt x="278" y="198"/>
                  </a:lnTo>
                  <a:lnTo>
                    <a:pt x="276" y="198"/>
                  </a:lnTo>
                  <a:lnTo>
                    <a:pt x="276" y="198"/>
                  </a:lnTo>
                  <a:lnTo>
                    <a:pt x="276" y="198"/>
                  </a:lnTo>
                  <a:lnTo>
                    <a:pt x="276" y="199"/>
                  </a:lnTo>
                  <a:lnTo>
                    <a:pt x="274" y="198"/>
                  </a:lnTo>
                  <a:lnTo>
                    <a:pt x="274" y="198"/>
                  </a:lnTo>
                  <a:lnTo>
                    <a:pt x="272" y="198"/>
                  </a:lnTo>
                  <a:lnTo>
                    <a:pt x="272" y="198"/>
                  </a:lnTo>
                  <a:lnTo>
                    <a:pt x="272" y="198"/>
                  </a:lnTo>
                  <a:lnTo>
                    <a:pt x="270" y="199"/>
                  </a:lnTo>
                  <a:lnTo>
                    <a:pt x="270" y="199"/>
                  </a:lnTo>
                  <a:lnTo>
                    <a:pt x="270" y="199"/>
                  </a:lnTo>
                  <a:lnTo>
                    <a:pt x="270" y="198"/>
                  </a:lnTo>
                  <a:lnTo>
                    <a:pt x="269" y="198"/>
                  </a:lnTo>
                  <a:lnTo>
                    <a:pt x="267" y="194"/>
                  </a:lnTo>
                  <a:lnTo>
                    <a:pt x="263" y="192"/>
                  </a:lnTo>
                  <a:lnTo>
                    <a:pt x="263" y="192"/>
                  </a:lnTo>
                  <a:lnTo>
                    <a:pt x="263" y="190"/>
                  </a:lnTo>
                  <a:lnTo>
                    <a:pt x="263" y="190"/>
                  </a:lnTo>
                  <a:lnTo>
                    <a:pt x="263" y="188"/>
                  </a:lnTo>
                  <a:lnTo>
                    <a:pt x="263" y="188"/>
                  </a:lnTo>
                  <a:lnTo>
                    <a:pt x="263" y="188"/>
                  </a:lnTo>
                  <a:lnTo>
                    <a:pt x="267" y="186"/>
                  </a:lnTo>
                  <a:lnTo>
                    <a:pt x="269" y="186"/>
                  </a:lnTo>
                  <a:lnTo>
                    <a:pt x="270" y="186"/>
                  </a:lnTo>
                  <a:lnTo>
                    <a:pt x="274" y="186"/>
                  </a:lnTo>
                  <a:lnTo>
                    <a:pt x="274" y="184"/>
                  </a:lnTo>
                  <a:lnTo>
                    <a:pt x="276" y="182"/>
                  </a:lnTo>
                  <a:lnTo>
                    <a:pt x="276" y="182"/>
                  </a:lnTo>
                  <a:lnTo>
                    <a:pt x="276" y="182"/>
                  </a:lnTo>
                  <a:lnTo>
                    <a:pt x="276" y="180"/>
                  </a:lnTo>
                  <a:lnTo>
                    <a:pt x="274" y="180"/>
                  </a:lnTo>
                  <a:lnTo>
                    <a:pt x="274" y="180"/>
                  </a:lnTo>
                  <a:lnTo>
                    <a:pt x="272" y="180"/>
                  </a:lnTo>
                  <a:lnTo>
                    <a:pt x="272" y="180"/>
                  </a:lnTo>
                  <a:lnTo>
                    <a:pt x="272" y="179"/>
                  </a:lnTo>
                  <a:lnTo>
                    <a:pt x="270" y="177"/>
                  </a:lnTo>
                  <a:lnTo>
                    <a:pt x="270" y="175"/>
                  </a:lnTo>
                  <a:lnTo>
                    <a:pt x="269" y="175"/>
                  </a:lnTo>
                  <a:lnTo>
                    <a:pt x="265" y="171"/>
                  </a:lnTo>
                  <a:lnTo>
                    <a:pt x="263" y="169"/>
                  </a:lnTo>
                  <a:lnTo>
                    <a:pt x="259" y="163"/>
                  </a:lnTo>
                  <a:lnTo>
                    <a:pt x="257" y="161"/>
                  </a:lnTo>
                  <a:lnTo>
                    <a:pt x="255" y="161"/>
                  </a:lnTo>
                  <a:lnTo>
                    <a:pt x="255" y="159"/>
                  </a:lnTo>
                  <a:lnTo>
                    <a:pt x="255" y="158"/>
                  </a:lnTo>
                  <a:lnTo>
                    <a:pt x="255" y="158"/>
                  </a:lnTo>
                  <a:lnTo>
                    <a:pt x="255" y="156"/>
                  </a:lnTo>
                  <a:lnTo>
                    <a:pt x="255" y="156"/>
                  </a:lnTo>
                  <a:lnTo>
                    <a:pt x="255" y="154"/>
                  </a:lnTo>
                  <a:lnTo>
                    <a:pt x="255" y="152"/>
                  </a:lnTo>
                  <a:lnTo>
                    <a:pt x="255" y="152"/>
                  </a:lnTo>
                  <a:lnTo>
                    <a:pt x="253" y="150"/>
                  </a:lnTo>
                  <a:lnTo>
                    <a:pt x="253" y="150"/>
                  </a:lnTo>
                  <a:lnTo>
                    <a:pt x="253" y="144"/>
                  </a:lnTo>
                  <a:lnTo>
                    <a:pt x="253" y="144"/>
                  </a:lnTo>
                  <a:lnTo>
                    <a:pt x="255" y="142"/>
                  </a:lnTo>
                  <a:lnTo>
                    <a:pt x="255" y="142"/>
                  </a:lnTo>
                  <a:lnTo>
                    <a:pt x="257" y="140"/>
                  </a:lnTo>
                  <a:lnTo>
                    <a:pt x="255" y="140"/>
                  </a:lnTo>
                  <a:lnTo>
                    <a:pt x="255" y="139"/>
                  </a:lnTo>
                  <a:lnTo>
                    <a:pt x="253" y="140"/>
                  </a:lnTo>
                  <a:lnTo>
                    <a:pt x="251" y="140"/>
                  </a:lnTo>
                  <a:lnTo>
                    <a:pt x="251" y="139"/>
                  </a:lnTo>
                  <a:lnTo>
                    <a:pt x="253" y="137"/>
                  </a:lnTo>
                  <a:lnTo>
                    <a:pt x="253" y="137"/>
                  </a:lnTo>
                  <a:lnTo>
                    <a:pt x="251" y="135"/>
                  </a:lnTo>
                  <a:lnTo>
                    <a:pt x="251" y="135"/>
                  </a:lnTo>
                  <a:lnTo>
                    <a:pt x="251" y="135"/>
                  </a:lnTo>
                  <a:lnTo>
                    <a:pt x="251" y="135"/>
                  </a:lnTo>
                  <a:lnTo>
                    <a:pt x="249" y="135"/>
                  </a:lnTo>
                  <a:lnTo>
                    <a:pt x="249" y="135"/>
                  </a:lnTo>
                  <a:lnTo>
                    <a:pt x="249" y="137"/>
                  </a:lnTo>
                  <a:lnTo>
                    <a:pt x="249" y="137"/>
                  </a:lnTo>
                  <a:lnTo>
                    <a:pt x="249" y="137"/>
                  </a:lnTo>
                  <a:lnTo>
                    <a:pt x="248" y="137"/>
                  </a:lnTo>
                  <a:lnTo>
                    <a:pt x="248" y="135"/>
                  </a:lnTo>
                  <a:lnTo>
                    <a:pt x="248" y="135"/>
                  </a:lnTo>
                  <a:lnTo>
                    <a:pt x="248" y="133"/>
                  </a:lnTo>
                  <a:lnTo>
                    <a:pt x="246" y="133"/>
                  </a:lnTo>
                  <a:lnTo>
                    <a:pt x="246" y="133"/>
                  </a:lnTo>
                  <a:lnTo>
                    <a:pt x="246" y="133"/>
                  </a:lnTo>
                  <a:lnTo>
                    <a:pt x="246" y="133"/>
                  </a:lnTo>
                  <a:lnTo>
                    <a:pt x="244" y="133"/>
                  </a:lnTo>
                  <a:lnTo>
                    <a:pt x="244" y="133"/>
                  </a:lnTo>
                  <a:lnTo>
                    <a:pt x="244" y="133"/>
                  </a:lnTo>
                  <a:lnTo>
                    <a:pt x="244" y="133"/>
                  </a:lnTo>
                  <a:lnTo>
                    <a:pt x="242" y="131"/>
                  </a:lnTo>
                  <a:lnTo>
                    <a:pt x="242" y="131"/>
                  </a:lnTo>
                  <a:lnTo>
                    <a:pt x="242" y="131"/>
                  </a:lnTo>
                  <a:lnTo>
                    <a:pt x="242" y="131"/>
                  </a:lnTo>
                  <a:lnTo>
                    <a:pt x="240" y="133"/>
                  </a:lnTo>
                  <a:lnTo>
                    <a:pt x="240" y="133"/>
                  </a:lnTo>
                  <a:lnTo>
                    <a:pt x="240" y="131"/>
                  </a:lnTo>
                  <a:lnTo>
                    <a:pt x="238" y="129"/>
                  </a:lnTo>
                  <a:lnTo>
                    <a:pt x="236" y="125"/>
                  </a:lnTo>
                  <a:lnTo>
                    <a:pt x="232" y="120"/>
                  </a:lnTo>
                  <a:lnTo>
                    <a:pt x="232" y="118"/>
                  </a:lnTo>
                  <a:lnTo>
                    <a:pt x="232" y="118"/>
                  </a:lnTo>
                  <a:lnTo>
                    <a:pt x="230" y="118"/>
                  </a:lnTo>
                  <a:lnTo>
                    <a:pt x="230" y="120"/>
                  </a:lnTo>
                  <a:lnTo>
                    <a:pt x="230" y="120"/>
                  </a:lnTo>
                  <a:lnTo>
                    <a:pt x="229" y="120"/>
                  </a:lnTo>
                  <a:lnTo>
                    <a:pt x="229" y="121"/>
                  </a:lnTo>
                  <a:lnTo>
                    <a:pt x="229" y="125"/>
                  </a:lnTo>
                  <a:lnTo>
                    <a:pt x="229" y="125"/>
                  </a:lnTo>
                  <a:lnTo>
                    <a:pt x="229" y="127"/>
                  </a:lnTo>
                  <a:lnTo>
                    <a:pt x="227" y="125"/>
                  </a:lnTo>
                  <a:lnTo>
                    <a:pt x="227" y="127"/>
                  </a:lnTo>
                  <a:lnTo>
                    <a:pt x="225" y="127"/>
                  </a:lnTo>
                  <a:lnTo>
                    <a:pt x="225" y="129"/>
                  </a:lnTo>
                  <a:lnTo>
                    <a:pt x="225" y="131"/>
                  </a:lnTo>
                  <a:lnTo>
                    <a:pt x="225" y="131"/>
                  </a:lnTo>
                  <a:lnTo>
                    <a:pt x="223" y="131"/>
                  </a:lnTo>
                  <a:lnTo>
                    <a:pt x="223" y="131"/>
                  </a:lnTo>
                  <a:lnTo>
                    <a:pt x="221" y="129"/>
                  </a:lnTo>
                  <a:lnTo>
                    <a:pt x="219" y="129"/>
                  </a:lnTo>
                  <a:lnTo>
                    <a:pt x="219" y="131"/>
                  </a:lnTo>
                  <a:lnTo>
                    <a:pt x="217" y="131"/>
                  </a:lnTo>
                  <a:lnTo>
                    <a:pt x="215" y="129"/>
                  </a:lnTo>
                  <a:lnTo>
                    <a:pt x="213" y="127"/>
                  </a:lnTo>
                  <a:lnTo>
                    <a:pt x="211" y="125"/>
                  </a:lnTo>
                  <a:lnTo>
                    <a:pt x="211" y="123"/>
                  </a:lnTo>
                  <a:lnTo>
                    <a:pt x="209" y="118"/>
                  </a:lnTo>
                  <a:lnTo>
                    <a:pt x="206" y="102"/>
                  </a:lnTo>
                  <a:lnTo>
                    <a:pt x="194" y="82"/>
                  </a:lnTo>
                  <a:lnTo>
                    <a:pt x="192" y="78"/>
                  </a:lnTo>
                  <a:lnTo>
                    <a:pt x="190" y="76"/>
                  </a:lnTo>
                  <a:lnTo>
                    <a:pt x="192" y="76"/>
                  </a:lnTo>
                  <a:lnTo>
                    <a:pt x="192" y="74"/>
                  </a:lnTo>
                  <a:lnTo>
                    <a:pt x="192" y="74"/>
                  </a:lnTo>
                  <a:lnTo>
                    <a:pt x="192" y="74"/>
                  </a:lnTo>
                  <a:lnTo>
                    <a:pt x="194" y="74"/>
                  </a:lnTo>
                  <a:lnTo>
                    <a:pt x="194" y="74"/>
                  </a:lnTo>
                  <a:lnTo>
                    <a:pt x="196" y="74"/>
                  </a:lnTo>
                  <a:lnTo>
                    <a:pt x="196" y="74"/>
                  </a:lnTo>
                  <a:lnTo>
                    <a:pt x="196" y="72"/>
                  </a:lnTo>
                  <a:lnTo>
                    <a:pt x="192" y="66"/>
                  </a:lnTo>
                  <a:lnTo>
                    <a:pt x="188" y="61"/>
                  </a:lnTo>
                  <a:lnTo>
                    <a:pt x="187" y="59"/>
                  </a:lnTo>
                  <a:lnTo>
                    <a:pt x="187" y="59"/>
                  </a:lnTo>
                  <a:lnTo>
                    <a:pt x="181" y="55"/>
                  </a:lnTo>
                  <a:lnTo>
                    <a:pt x="175" y="53"/>
                  </a:lnTo>
                  <a:lnTo>
                    <a:pt x="171" y="51"/>
                  </a:lnTo>
                  <a:lnTo>
                    <a:pt x="171" y="49"/>
                  </a:lnTo>
                  <a:lnTo>
                    <a:pt x="169" y="51"/>
                  </a:lnTo>
                  <a:lnTo>
                    <a:pt x="168" y="49"/>
                  </a:lnTo>
                  <a:lnTo>
                    <a:pt x="162" y="49"/>
                  </a:lnTo>
                  <a:lnTo>
                    <a:pt x="162" y="47"/>
                  </a:lnTo>
                  <a:lnTo>
                    <a:pt x="160" y="47"/>
                  </a:lnTo>
                  <a:lnTo>
                    <a:pt x="160" y="47"/>
                  </a:lnTo>
                  <a:lnTo>
                    <a:pt x="160" y="45"/>
                  </a:lnTo>
                  <a:lnTo>
                    <a:pt x="166" y="40"/>
                  </a:lnTo>
                  <a:lnTo>
                    <a:pt x="166" y="38"/>
                  </a:lnTo>
                  <a:lnTo>
                    <a:pt x="168" y="38"/>
                  </a:lnTo>
                  <a:lnTo>
                    <a:pt x="168" y="36"/>
                  </a:lnTo>
                  <a:lnTo>
                    <a:pt x="168" y="34"/>
                  </a:lnTo>
                  <a:lnTo>
                    <a:pt x="168" y="34"/>
                  </a:lnTo>
                  <a:lnTo>
                    <a:pt x="166" y="34"/>
                  </a:lnTo>
                  <a:lnTo>
                    <a:pt x="166" y="34"/>
                  </a:lnTo>
                  <a:lnTo>
                    <a:pt x="166" y="36"/>
                  </a:lnTo>
                  <a:lnTo>
                    <a:pt x="164" y="36"/>
                  </a:lnTo>
                  <a:lnTo>
                    <a:pt x="164" y="36"/>
                  </a:lnTo>
                  <a:lnTo>
                    <a:pt x="164" y="34"/>
                  </a:lnTo>
                  <a:lnTo>
                    <a:pt x="162" y="34"/>
                  </a:lnTo>
                  <a:lnTo>
                    <a:pt x="162" y="32"/>
                  </a:lnTo>
                  <a:lnTo>
                    <a:pt x="162" y="30"/>
                  </a:lnTo>
                  <a:lnTo>
                    <a:pt x="164" y="28"/>
                  </a:lnTo>
                  <a:lnTo>
                    <a:pt x="164" y="28"/>
                  </a:lnTo>
                  <a:lnTo>
                    <a:pt x="164" y="28"/>
                  </a:lnTo>
                  <a:lnTo>
                    <a:pt x="169" y="26"/>
                  </a:lnTo>
                  <a:lnTo>
                    <a:pt x="171" y="26"/>
                  </a:lnTo>
                  <a:lnTo>
                    <a:pt x="173" y="24"/>
                  </a:lnTo>
                  <a:lnTo>
                    <a:pt x="175" y="23"/>
                  </a:lnTo>
                  <a:lnTo>
                    <a:pt x="179" y="19"/>
                  </a:lnTo>
                  <a:lnTo>
                    <a:pt x="185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0" y="9"/>
                  </a:lnTo>
                  <a:lnTo>
                    <a:pt x="190" y="9"/>
                  </a:lnTo>
                  <a:lnTo>
                    <a:pt x="187" y="2"/>
                  </a:lnTo>
                  <a:lnTo>
                    <a:pt x="187" y="2"/>
                  </a:lnTo>
                  <a:lnTo>
                    <a:pt x="185" y="0"/>
                  </a:lnTo>
                  <a:lnTo>
                    <a:pt x="185" y="0"/>
                  </a:lnTo>
                  <a:lnTo>
                    <a:pt x="183" y="2"/>
                  </a:lnTo>
                  <a:lnTo>
                    <a:pt x="183" y="2"/>
                  </a:lnTo>
                  <a:lnTo>
                    <a:pt x="181" y="2"/>
                  </a:lnTo>
                  <a:lnTo>
                    <a:pt x="179" y="4"/>
                  </a:lnTo>
                  <a:lnTo>
                    <a:pt x="175" y="5"/>
                  </a:lnTo>
                  <a:lnTo>
                    <a:pt x="175" y="5"/>
                  </a:lnTo>
                  <a:lnTo>
                    <a:pt x="173" y="9"/>
                  </a:lnTo>
                  <a:lnTo>
                    <a:pt x="173" y="9"/>
                  </a:lnTo>
                  <a:lnTo>
                    <a:pt x="173" y="9"/>
                  </a:lnTo>
                  <a:lnTo>
                    <a:pt x="171" y="11"/>
                  </a:lnTo>
                  <a:lnTo>
                    <a:pt x="171" y="11"/>
                  </a:lnTo>
                  <a:lnTo>
                    <a:pt x="169" y="13"/>
                  </a:lnTo>
                  <a:lnTo>
                    <a:pt x="162" y="13"/>
                  </a:lnTo>
                  <a:lnTo>
                    <a:pt x="160" y="15"/>
                  </a:lnTo>
                  <a:lnTo>
                    <a:pt x="156" y="19"/>
                  </a:lnTo>
                  <a:lnTo>
                    <a:pt x="152" y="23"/>
                  </a:lnTo>
                  <a:lnTo>
                    <a:pt x="150" y="23"/>
                  </a:lnTo>
                  <a:lnTo>
                    <a:pt x="150" y="23"/>
                  </a:lnTo>
                  <a:lnTo>
                    <a:pt x="148" y="21"/>
                  </a:lnTo>
                  <a:lnTo>
                    <a:pt x="148" y="21"/>
                  </a:lnTo>
                  <a:lnTo>
                    <a:pt x="147" y="21"/>
                  </a:lnTo>
                  <a:lnTo>
                    <a:pt x="147" y="19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5" y="17"/>
                  </a:lnTo>
                  <a:lnTo>
                    <a:pt x="145" y="19"/>
                  </a:lnTo>
                  <a:lnTo>
                    <a:pt x="143" y="19"/>
                  </a:lnTo>
                  <a:lnTo>
                    <a:pt x="137" y="19"/>
                  </a:lnTo>
                  <a:lnTo>
                    <a:pt x="133" y="21"/>
                  </a:lnTo>
                  <a:lnTo>
                    <a:pt x="137" y="23"/>
                  </a:lnTo>
                  <a:lnTo>
                    <a:pt x="139" y="24"/>
                  </a:lnTo>
                  <a:lnTo>
                    <a:pt x="139" y="28"/>
                  </a:lnTo>
                  <a:lnTo>
                    <a:pt x="139" y="30"/>
                  </a:lnTo>
                  <a:lnTo>
                    <a:pt x="135" y="34"/>
                  </a:lnTo>
                  <a:lnTo>
                    <a:pt x="135" y="34"/>
                  </a:lnTo>
                  <a:lnTo>
                    <a:pt x="133" y="38"/>
                  </a:lnTo>
                  <a:lnTo>
                    <a:pt x="133" y="40"/>
                  </a:lnTo>
                  <a:lnTo>
                    <a:pt x="131" y="40"/>
                  </a:lnTo>
                  <a:lnTo>
                    <a:pt x="129" y="40"/>
                  </a:lnTo>
                  <a:lnTo>
                    <a:pt x="128" y="40"/>
                  </a:lnTo>
                  <a:lnTo>
                    <a:pt x="124" y="42"/>
                  </a:lnTo>
                  <a:lnTo>
                    <a:pt x="122" y="43"/>
                  </a:lnTo>
                  <a:lnTo>
                    <a:pt x="122" y="47"/>
                  </a:lnTo>
                  <a:lnTo>
                    <a:pt x="122" y="47"/>
                  </a:lnTo>
                  <a:lnTo>
                    <a:pt x="120" y="45"/>
                  </a:lnTo>
                  <a:lnTo>
                    <a:pt x="118" y="45"/>
                  </a:lnTo>
                  <a:lnTo>
                    <a:pt x="118" y="47"/>
                  </a:lnTo>
                  <a:lnTo>
                    <a:pt x="116" y="47"/>
                  </a:lnTo>
                  <a:lnTo>
                    <a:pt x="116" y="47"/>
                  </a:lnTo>
                  <a:lnTo>
                    <a:pt x="110" y="45"/>
                  </a:lnTo>
                  <a:lnTo>
                    <a:pt x="108" y="45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07" y="49"/>
                  </a:lnTo>
                  <a:lnTo>
                    <a:pt x="105" y="49"/>
                  </a:lnTo>
                  <a:lnTo>
                    <a:pt x="105" y="51"/>
                  </a:lnTo>
                  <a:lnTo>
                    <a:pt x="105" y="51"/>
                  </a:lnTo>
                  <a:lnTo>
                    <a:pt x="103" y="51"/>
                  </a:lnTo>
                  <a:lnTo>
                    <a:pt x="103" y="53"/>
                  </a:lnTo>
                  <a:lnTo>
                    <a:pt x="101" y="53"/>
                  </a:lnTo>
                  <a:lnTo>
                    <a:pt x="97" y="53"/>
                  </a:lnTo>
                  <a:lnTo>
                    <a:pt x="95" y="53"/>
                  </a:lnTo>
                  <a:lnTo>
                    <a:pt x="95" y="55"/>
                  </a:lnTo>
                  <a:lnTo>
                    <a:pt x="91" y="53"/>
                  </a:lnTo>
                  <a:lnTo>
                    <a:pt x="89" y="55"/>
                  </a:lnTo>
                  <a:lnTo>
                    <a:pt x="87" y="59"/>
                  </a:lnTo>
                  <a:lnTo>
                    <a:pt x="86" y="62"/>
                  </a:lnTo>
                  <a:lnTo>
                    <a:pt x="84" y="62"/>
                  </a:lnTo>
                  <a:lnTo>
                    <a:pt x="78" y="61"/>
                  </a:lnTo>
                  <a:lnTo>
                    <a:pt x="76" y="66"/>
                  </a:lnTo>
                  <a:lnTo>
                    <a:pt x="74" y="68"/>
                  </a:lnTo>
                  <a:lnTo>
                    <a:pt x="72" y="68"/>
                  </a:lnTo>
                  <a:lnTo>
                    <a:pt x="67" y="74"/>
                  </a:lnTo>
                  <a:lnTo>
                    <a:pt x="65" y="74"/>
                  </a:lnTo>
                  <a:lnTo>
                    <a:pt x="65" y="76"/>
                  </a:lnTo>
                  <a:lnTo>
                    <a:pt x="63" y="80"/>
                  </a:lnTo>
                  <a:lnTo>
                    <a:pt x="63" y="80"/>
                  </a:lnTo>
                  <a:lnTo>
                    <a:pt x="63" y="82"/>
                  </a:lnTo>
                  <a:lnTo>
                    <a:pt x="63" y="82"/>
                  </a:lnTo>
                  <a:lnTo>
                    <a:pt x="63" y="82"/>
                  </a:lnTo>
                  <a:lnTo>
                    <a:pt x="63" y="83"/>
                  </a:lnTo>
                  <a:lnTo>
                    <a:pt x="61" y="83"/>
                  </a:lnTo>
                  <a:lnTo>
                    <a:pt x="61" y="85"/>
                  </a:lnTo>
                  <a:lnTo>
                    <a:pt x="61" y="85"/>
                  </a:lnTo>
                  <a:lnTo>
                    <a:pt x="61" y="85"/>
                  </a:lnTo>
                  <a:lnTo>
                    <a:pt x="61" y="85"/>
                  </a:lnTo>
                  <a:lnTo>
                    <a:pt x="59" y="87"/>
                  </a:lnTo>
                  <a:lnTo>
                    <a:pt x="59" y="87"/>
                  </a:lnTo>
                  <a:lnTo>
                    <a:pt x="61" y="89"/>
                  </a:lnTo>
                  <a:lnTo>
                    <a:pt x="65" y="99"/>
                  </a:lnTo>
                  <a:lnTo>
                    <a:pt x="68" y="108"/>
                  </a:lnTo>
                  <a:lnTo>
                    <a:pt x="70" y="112"/>
                  </a:lnTo>
                  <a:lnTo>
                    <a:pt x="70" y="114"/>
                  </a:lnTo>
                  <a:lnTo>
                    <a:pt x="70" y="116"/>
                  </a:lnTo>
                  <a:lnTo>
                    <a:pt x="68" y="118"/>
                  </a:lnTo>
                  <a:lnTo>
                    <a:pt x="68" y="120"/>
                  </a:lnTo>
                  <a:lnTo>
                    <a:pt x="67" y="121"/>
                  </a:lnTo>
                  <a:lnTo>
                    <a:pt x="63" y="131"/>
                  </a:lnTo>
                  <a:lnTo>
                    <a:pt x="63" y="135"/>
                  </a:lnTo>
                  <a:lnTo>
                    <a:pt x="63" y="139"/>
                  </a:lnTo>
                  <a:lnTo>
                    <a:pt x="61" y="142"/>
                  </a:lnTo>
                  <a:lnTo>
                    <a:pt x="61" y="144"/>
                  </a:lnTo>
                  <a:lnTo>
                    <a:pt x="61" y="148"/>
                  </a:lnTo>
                  <a:lnTo>
                    <a:pt x="61" y="148"/>
                  </a:lnTo>
                  <a:lnTo>
                    <a:pt x="63" y="150"/>
                  </a:lnTo>
                  <a:lnTo>
                    <a:pt x="63" y="152"/>
                  </a:lnTo>
                  <a:lnTo>
                    <a:pt x="65" y="152"/>
                  </a:lnTo>
                  <a:lnTo>
                    <a:pt x="68" y="152"/>
                  </a:lnTo>
                  <a:lnTo>
                    <a:pt x="70" y="152"/>
                  </a:lnTo>
                  <a:lnTo>
                    <a:pt x="72" y="152"/>
                  </a:lnTo>
                  <a:lnTo>
                    <a:pt x="74" y="154"/>
                  </a:lnTo>
                  <a:lnTo>
                    <a:pt x="74" y="156"/>
                  </a:lnTo>
                  <a:lnTo>
                    <a:pt x="68" y="158"/>
                  </a:lnTo>
                  <a:lnTo>
                    <a:pt x="67" y="159"/>
                  </a:lnTo>
                  <a:lnTo>
                    <a:pt x="67" y="161"/>
                  </a:lnTo>
                  <a:lnTo>
                    <a:pt x="67" y="163"/>
                  </a:lnTo>
                  <a:lnTo>
                    <a:pt x="65" y="165"/>
                  </a:lnTo>
                  <a:lnTo>
                    <a:pt x="63" y="167"/>
                  </a:lnTo>
                  <a:lnTo>
                    <a:pt x="63" y="169"/>
                  </a:lnTo>
                  <a:lnTo>
                    <a:pt x="61" y="169"/>
                  </a:lnTo>
                  <a:lnTo>
                    <a:pt x="59" y="169"/>
                  </a:lnTo>
                  <a:lnTo>
                    <a:pt x="57" y="169"/>
                  </a:lnTo>
                  <a:lnTo>
                    <a:pt x="55" y="169"/>
                  </a:lnTo>
                  <a:lnTo>
                    <a:pt x="53" y="171"/>
                  </a:lnTo>
                  <a:lnTo>
                    <a:pt x="51" y="173"/>
                  </a:lnTo>
                  <a:lnTo>
                    <a:pt x="51" y="175"/>
                  </a:lnTo>
                  <a:lnTo>
                    <a:pt x="51" y="175"/>
                  </a:lnTo>
                  <a:lnTo>
                    <a:pt x="49" y="175"/>
                  </a:lnTo>
                  <a:lnTo>
                    <a:pt x="47" y="175"/>
                  </a:lnTo>
                  <a:lnTo>
                    <a:pt x="46" y="175"/>
                  </a:lnTo>
                  <a:lnTo>
                    <a:pt x="44" y="175"/>
                  </a:lnTo>
                  <a:lnTo>
                    <a:pt x="44" y="175"/>
                  </a:lnTo>
                  <a:lnTo>
                    <a:pt x="42" y="177"/>
                  </a:lnTo>
                  <a:lnTo>
                    <a:pt x="42" y="179"/>
                  </a:lnTo>
                  <a:lnTo>
                    <a:pt x="42" y="180"/>
                  </a:lnTo>
                  <a:lnTo>
                    <a:pt x="42" y="182"/>
                  </a:lnTo>
                  <a:lnTo>
                    <a:pt x="40" y="182"/>
                  </a:lnTo>
                  <a:lnTo>
                    <a:pt x="38" y="184"/>
                  </a:lnTo>
                  <a:lnTo>
                    <a:pt x="38" y="184"/>
                  </a:lnTo>
                  <a:lnTo>
                    <a:pt x="38" y="186"/>
                  </a:lnTo>
                  <a:lnTo>
                    <a:pt x="38" y="186"/>
                  </a:lnTo>
                  <a:lnTo>
                    <a:pt x="38" y="188"/>
                  </a:lnTo>
                  <a:lnTo>
                    <a:pt x="36" y="188"/>
                  </a:lnTo>
                  <a:lnTo>
                    <a:pt x="36" y="190"/>
                  </a:lnTo>
                  <a:lnTo>
                    <a:pt x="34" y="192"/>
                  </a:lnTo>
                  <a:lnTo>
                    <a:pt x="32" y="194"/>
                  </a:lnTo>
                  <a:lnTo>
                    <a:pt x="32" y="194"/>
                  </a:lnTo>
                  <a:lnTo>
                    <a:pt x="30" y="196"/>
                  </a:lnTo>
                  <a:lnTo>
                    <a:pt x="30" y="198"/>
                  </a:lnTo>
                  <a:lnTo>
                    <a:pt x="28" y="198"/>
                  </a:lnTo>
                  <a:lnTo>
                    <a:pt x="28" y="199"/>
                  </a:lnTo>
                  <a:lnTo>
                    <a:pt x="28" y="201"/>
                  </a:lnTo>
                  <a:lnTo>
                    <a:pt x="27" y="201"/>
                  </a:lnTo>
                  <a:lnTo>
                    <a:pt x="25" y="201"/>
                  </a:lnTo>
                  <a:lnTo>
                    <a:pt x="23" y="203"/>
                  </a:lnTo>
                  <a:lnTo>
                    <a:pt x="21" y="203"/>
                  </a:lnTo>
                  <a:lnTo>
                    <a:pt x="21" y="205"/>
                  </a:lnTo>
                  <a:lnTo>
                    <a:pt x="19" y="207"/>
                  </a:lnTo>
                  <a:lnTo>
                    <a:pt x="19" y="209"/>
                  </a:lnTo>
                  <a:lnTo>
                    <a:pt x="19" y="211"/>
                  </a:lnTo>
                  <a:lnTo>
                    <a:pt x="19" y="215"/>
                  </a:lnTo>
                  <a:lnTo>
                    <a:pt x="19" y="217"/>
                  </a:lnTo>
                  <a:lnTo>
                    <a:pt x="15" y="217"/>
                  </a:lnTo>
                  <a:lnTo>
                    <a:pt x="13" y="218"/>
                  </a:lnTo>
                  <a:lnTo>
                    <a:pt x="13" y="218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6" y="226"/>
                  </a:lnTo>
                  <a:lnTo>
                    <a:pt x="6" y="226"/>
                  </a:lnTo>
                  <a:lnTo>
                    <a:pt x="6" y="226"/>
                  </a:lnTo>
                  <a:lnTo>
                    <a:pt x="6" y="228"/>
                  </a:lnTo>
                  <a:lnTo>
                    <a:pt x="6" y="228"/>
                  </a:lnTo>
                  <a:lnTo>
                    <a:pt x="4" y="228"/>
                  </a:lnTo>
                  <a:lnTo>
                    <a:pt x="2" y="230"/>
                  </a:lnTo>
                  <a:lnTo>
                    <a:pt x="0" y="232"/>
                  </a:lnTo>
                  <a:lnTo>
                    <a:pt x="0" y="234"/>
                  </a:lnTo>
                  <a:lnTo>
                    <a:pt x="0" y="234"/>
                  </a:lnTo>
                  <a:lnTo>
                    <a:pt x="4" y="236"/>
                  </a:lnTo>
                  <a:lnTo>
                    <a:pt x="6" y="239"/>
                  </a:lnTo>
                  <a:lnTo>
                    <a:pt x="7" y="243"/>
                  </a:lnTo>
                  <a:lnTo>
                    <a:pt x="9" y="247"/>
                  </a:lnTo>
                  <a:lnTo>
                    <a:pt x="9" y="249"/>
                  </a:lnTo>
                  <a:lnTo>
                    <a:pt x="11" y="251"/>
                  </a:lnTo>
                  <a:lnTo>
                    <a:pt x="11" y="253"/>
                  </a:lnTo>
                  <a:lnTo>
                    <a:pt x="11" y="255"/>
                  </a:lnTo>
                  <a:lnTo>
                    <a:pt x="11" y="256"/>
                  </a:lnTo>
                  <a:lnTo>
                    <a:pt x="11" y="256"/>
                  </a:lnTo>
                  <a:lnTo>
                    <a:pt x="4" y="268"/>
                  </a:lnTo>
                  <a:lnTo>
                    <a:pt x="4" y="270"/>
                  </a:lnTo>
                  <a:lnTo>
                    <a:pt x="4" y="272"/>
                  </a:lnTo>
                  <a:lnTo>
                    <a:pt x="4" y="272"/>
                  </a:lnTo>
                  <a:lnTo>
                    <a:pt x="4" y="272"/>
                  </a:lnTo>
                  <a:lnTo>
                    <a:pt x="6" y="274"/>
                  </a:lnTo>
                  <a:lnTo>
                    <a:pt x="40" y="275"/>
                  </a:lnTo>
                  <a:lnTo>
                    <a:pt x="49" y="275"/>
                  </a:lnTo>
                  <a:lnTo>
                    <a:pt x="61" y="277"/>
                  </a:lnTo>
                  <a:lnTo>
                    <a:pt x="67" y="277"/>
                  </a:lnTo>
                  <a:lnTo>
                    <a:pt x="72" y="279"/>
                  </a:lnTo>
                  <a:lnTo>
                    <a:pt x="74" y="279"/>
                  </a:lnTo>
                  <a:lnTo>
                    <a:pt x="74" y="279"/>
                  </a:lnTo>
                  <a:lnTo>
                    <a:pt x="74" y="279"/>
                  </a:lnTo>
                  <a:lnTo>
                    <a:pt x="76" y="277"/>
                  </a:lnTo>
                  <a:lnTo>
                    <a:pt x="76" y="277"/>
                  </a:lnTo>
                  <a:lnTo>
                    <a:pt x="76" y="277"/>
                  </a:lnTo>
                  <a:lnTo>
                    <a:pt x="80" y="274"/>
                  </a:lnTo>
                  <a:lnTo>
                    <a:pt x="80" y="274"/>
                  </a:lnTo>
                  <a:lnTo>
                    <a:pt x="82" y="274"/>
                  </a:lnTo>
                  <a:lnTo>
                    <a:pt x="82" y="274"/>
                  </a:lnTo>
                  <a:lnTo>
                    <a:pt x="86" y="274"/>
                  </a:lnTo>
                  <a:lnTo>
                    <a:pt x="87" y="272"/>
                  </a:lnTo>
                  <a:lnTo>
                    <a:pt x="89" y="272"/>
                  </a:lnTo>
                  <a:lnTo>
                    <a:pt x="89" y="272"/>
                  </a:lnTo>
                  <a:lnTo>
                    <a:pt x="89" y="274"/>
                  </a:lnTo>
                  <a:lnTo>
                    <a:pt x="91" y="274"/>
                  </a:lnTo>
                  <a:lnTo>
                    <a:pt x="91" y="274"/>
                  </a:lnTo>
                  <a:lnTo>
                    <a:pt x="91" y="275"/>
                  </a:lnTo>
                  <a:lnTo>
                    <a:pt x="93" y="275"/>
                  </a:lnTo>
                  <a:lnTo>
                    <a:pt x="97" y="275"/>
                  </a:lnTo>
                  <a:lnTo>
                    <a:pt x="99" y="275"/>
                  </a:lnTo>
                  <a:lnTo>
                    <a:pt x="99" y="277"/>
                  </a:lnTo>
                  <a:lnTo>
                    <a:pt x="99" y="277"/>
                  </a:lnTo>
                  <a:lnTo>
                    <a:pt x="99" y="277"/>
                  </a:lnTo>
                  <a:lnTo>
                    <a:pt x="101" y="277"/>
                  </a:lnTo>
                  <a:lnTo>
                    <a:pt x="101" y="279"/>
                  </a:lnTo>
                  <a:lnTo>
                    <a:pt x="101" y="279"/>
                  </a:lnTo>
                  <a:lnTo>
                    <a:pt x="101" y="281"/>
                  </a:lnTo>
                  <a:lnTo>
                    <a:pt x="101" y="281"/>
                  </a:lnTo>
                  <a:lnTo>
                    <a:pt x="103" y="283"/>
                  </a:lnTo>
                  <a:lnTo>
                    <a:pt x="105" y="283"/>
                  </a:lnTo>
                  <a:lnTo>
                    <a:pt x="105" y="283"/>
                  </a:lnTo>
                  <a:lnTo>
                    <a:pt x="105" y="283"/>
                  </a:lnTo>
                  <a:lnTo>
                    <a:pt x="107" y="285"/>
                  </a:lnTo>
                  <a:lnTo>
                    <a:pt x="107" y="285"/>
                  </a:lnTo>
                  <a:lnTo>
                    <a:pt x="108" y="285"/>
                  </a:lnTo>
                  <a:lnTo>
                    <a:pt x="110" y="283"/>
                  </a:lnTo>
                  <a:lnTo>
                    <a:pt x="112" y="283"/>
                  </a:lnTo>
                  <a:lnTo>
                    <a:pt x="112" y="283"/>
                  </a:lnTo>
                  <a:lnTo>
                    <a:pt x="112" y="283"/>
                  </a:lnTo>
                  <a:lnTo>
                    <a:pt x="114" y="281"/>
                  </a:lnTo>
                  <a:lnTo>
                    <a:pt x="114" y="281"/>
                  </a:lnTo>
                  <a:lnTo>
                    <a:pt x="114" y="281"/>
                  </a:lnTo>
                  <a:lnTo>
                    <a:pt x="114" y="279"/>
                  </a:lnTo>
                  <a:lnTo>
                    <a:pt x="114" y="279"/>
                  </a:lnTo>
                  <a:lnTo>
                    <a:pt x="114" y="279"/>
                  </a:lnTo>
                  <a:lnTo>
                    <a:pt x="114" y="279"/>
                  </a:lnTo>
                  <a:lnTo>
                    <a:pt x="116" y="279"/>
                  </a:lnTo>
                  <a:lnTo>
                    <a:pt x="116" y="279"/>
                  </a:lnTo>
                  <a:lnTo>
                    <a:pt x="116" y="281"/>
                  </a:lnTo>
                  <a:lnTo>
                    <a:pt x="116" y="281"/>
                  </a:lnTo>
                  <a:lnTo>
                    <a:pt x="116" y="283"/>
                  </a:lnTo>
                  <a:lnTo>
                    <a:pt x="116" y="283"/>
                  </a:lnTo>
                  <a:lnTo>
                    <a:pt x="116" y="283"/>
                  </a:lnTo>
                  <a:lnTo>
                    <a:pt x="116" y="285"/>
                  </a:lnTo>
                  <a:lnTo>
                    <a:pt x="114" y="285"/>
                  </a:lnTo>
                  <a:lnTo>
                    <a:pt x="114" y="285"/>
                  </a:lnTo>
                  <a:lnTo>
                    <a:pt x="114" y="285"/>
                  </a:lnTo>
                  <a:lnTo>
                    <a:pt x="114" y="285"/>
                  </a:lnTo>
                  <a:lnTo>
                    <a:pt x="116" y="285"/>
                  </a:lnTo>
                  <a:lnTo>
                    <a:pt x="116" y="287"/>
                  </a:lnTo>
                  <a:lnTo>
                    <a:pt x="116" y="287"/>
                  </a:lnTo>
                  <a:lnTo>
                    <a:pt x="116" y="289"/>
                  </a:lnTo>
                  <a:lnTo>
                    <a:pt x="116" y="289"/>
                  </a:lnTo>
                  <a:lnTo>
                    <a:pt x="116" y="291"/>
                  </a:lnTo>
                  <a:lnTo>
                    <a:pt x="118" y="291"/>
                  </a:lnTo>
                  <a:lnTo>
                    <a:pt x="118" y="291"/>
                  </a:lnTo>
                  <a:lnTo>
                    <a:pt x="120" y="293"/>
                  </a:lnTo>
                  <a:lnTo>
                    <a:pt x="120" y="293"/>
                  </a:lnTo>
                  <a:lnTo>
                    <a:pt x="120" y="293"/>
                  </a:lnTo>
                  <a:lnTo>
                    <a:pt x="120" y="293"/>
                  </a:lnTo>
                  <a:lnTo>
                    <a:pt x="120" y="293"/>
                  </a:lnTo>
                  <a:lnTo>
                    <a:pt x="120" y="291"/>
                  </a:lnTo>
                  <a:lnTo>
                    <a:pt x="120" y="291"/>
                  </a:lnTo>
                  <a:lnTo>
                    <a:pt x="122" y="289"/>
                  </a:lnTo>
                  <a:lnTo>
                    <a:pt x="122" y="289"/>
                  </a:lnTo>
                  <a:lnTo>
                    <a:pt x="124" y="289"/>
                  </a:lnTo>
                  <a:lnTo>
                    <a:pt x="124" y="289"/>
                  </a:lnTo>
                  <a:lnTo>
                    <a:pt x="124" y="289"/>
                  </a:lnTo>
                  <a:lnTo>
                    <a:pt x="124" y="289"/>
                  </a:lnTo>
                  <a:lnTo>
                    <a:pt x="124" y="291"/>
                  </a:lnTo>
                  <a:lnTo>
                    <a:pt x="126" y="291"/>
                  </a:lnTo>
                  <a:lnTo>
                    <a:pt x="126" y="293"/>
                  </a:lnTo>
                  <a:lnTo>
                    <a:pt x="126" y="293"/>
                  </a:lnTo>
                  <a:lnTo>
                    <a:pt x="128" y="296"/>
                  </a:lnTo>
                  <a:lnTo>
                    <a:pt x="128" y="296"/>
                  </a:lnTo>
                  <a:lnTo>
                    <a:pt x="128" y="296"/>
                  </a:lnTo>
                  <a:lnTo>
                    <a:pt x="128" y="298"/>
                  </a:lnTo>
                  <a:lnTo>
                    <a:pt x="128" y="298"/>
                  </a:lnTo>
                  <a:lnTo>
                    <a:pt x="128" y="298"/>
                  </a:lnTo>
                  <a:lnTo>
                    <a:pt x="128" y="298"/>
                  </a:lnTo>
                  <a:lnTo>
                    <a:pt x="128" y="298"/>
                  </a:lnTo>
                  <a:lnTo>
                    <a:pt x="126" y="298"/>
                  </a:lnTo>
                  <a:lnTo>
                    <a:pt x="126" y="298"/>
                  </a:lnTo>
                  <a:lnTo>
                    <a:pt x="126" y="298"/>
                  </a:lnTo>
                  <a:lnTo>
                    <a:pt x="126" y="298"/>
                  </a:lnTo>
                  <a:lnTo>
                    <a:pt x="126" y="298"/>
                  </a:lnTo>
                  <a:lnTo>
                    <a:pt x="126" y="298"/>
                  </a:lnTo>
                  <a:lnTo>
                    <a:pt x="126" y="298"/>
                  </a:lnTo>
                  <a:lnTo>
                    <a:pt x="126" y="300"/>
                  </a:lnTo>
                  <a:lnTo>
                    <a:pt x="126" y="302"/>
                  </a:lnTo>
                  <a:lnTo>
                    <a:pt x="126" y="302"/>
                  </a:lnTo>
                  <a:lnTo>
                    <a:pt x="126" y="302"/>
                  </a:lnTo>
                  <a:lnTo>
                    <a:pt x="124" y="302"/>
                  </a:lnTo>
                  <a:lnTo>
                    <a:pt x="124" y="304"/>
                  </a:lnTo>
                  <a:lnTo>
                    <a:pt x="124" y="304"/>
                  </a:lnTo>
                  <a:lnTo>
                    <a:pt x="122" y="304"/>
                  </a:lnTo>
                  <a:lnTo>
                    <a:pt x="122" y="304"/>
                  </a:lnTo>
                  <a:lnTo>
                    <a:pt x="122" y="304"/>
                  </a:lnTo>
                  <a:lnTo>
                    <a:pt x="122" y="304"/>
                  </a:lnTo>
                  <a:lnTo>
                    <a:pt x="124" y="306"/>
                  </a:lnTo>
                  <a:lnTo>
                    <a:pt x="124" y="308"/>
                  </a:lnTo>
                  <a:lnTo>
                    <a:pt x="124" y="308"/>
                  </a:lnTo>
                  <a:lnTo>
                    <a:pt x="124" y="308"/>
                  </a:lnTo>
                  <a:lnTo>
                    <a:pt x="124" y="308"/>
                  </a:lnTo>
                  <a:lnTo>
                    <a:pt x="124" y="308"/>
                  </a:lnTo>
                  <a:lnTo>
                    <a:pt x="124" y="310"/>
                  </a:lnTo>
                  <a:lnTo>
                    <a:pt x="126" y="310"/>
                  </a:lnTo>
                  <a:lnTo>
                    <a:pt x="126" y="312"/>
                  </a:lnTo>
                  <a:lnTo>
                    <a:pt x="126" y="312"/>
                  </a:lnTo>
                  <a:lnTo>
                    <a:pt x="126" y="312"/>
                  </a:lnTo>
                  <a:lnTo>
                    <a:pt x="126" y="314"/>
                  </a:lnTo>
                  <a:lnTo>
                    <a:pt x="128" y="314"/>
                  </a:lnTo>
                  <a:lnTo>
                    <a:pt x="128" y="314"/>
                  </a:lnTo>
                  <a:lnTo>
                    <a:pt x="128" y="315"/>
                  </a:lnTo>
                  <a:lnTo>
                    <a:pt x="128" y="317"/>
                  </a:lnTo>
                  <a:lnTo>
                    <a:pt x="129" y="317"/>
                  </a:lnTo>
                  <a:lnTo>
                    <a:pt x="131" y="317"/>
                  </a:lnTo>
                  <a:lnTo>
                    <a:pt x="133" y="315"/>
                  </a:lnTo>
                  <a:lnTo>
                    <a:pt x="133" y="315"/>
                  </a:lnTo>
                  <a:lnTo>
                    <a:pt x="135" y="315"/>
                  </a:lnTo>
                  <a:lnTo>
                    <a:pt x="133" y="314"/>
                  </a:lnTo>
                  <a:lnTo>
                    <a:pt x="133" y="314"/>
                  </a:lnTo>
                  <a:lnTo>
                    <a:pt x="133" y="312"/>
                  </a:lnTo>
                  <a:lnTo>
                    <a:pt x="133" y="312"/>
                  </a:lnTo>
                  <a:lnTo>
                    <a:pt x="133" y="310"/>
                  </a:lnTo>
                  <a:lnTo>
                    <a:pt x="135" y="308"/>
                  </a:lnTo>
                  <a:lnTo>
                    <a:pt x="135" y="306"/>
                  </a:lnTo>
                  <a:lnTo>
                    <a:pt x="137" y="306"/>
                  </a:lnTo>
                  <a:lnTo>
                    <a:pt x="137" y="308"/>
                  </a:lnTo>
                  <a:lnTo>
                    <a:pt x="137" y="306"/>
                  </a:lnTo>
                  <a:lnTo>
                    <a:pt x="139" y="306"/>
                  </a:lnTo>
                  <a:lnTo>
                    <a:pt x="139" y="306"/>
                  </a:lnTo>
                  <a:lnTo>
                    <a:pt x="139" y="304"/>
                  </a:lnTo>
                  <a:lnTo>
                    <a:pt x="139" y="304"/>
                  </a:lnTo>
                  <a:lnTo>
                    <a:pt x="141" y="302"/>
                  </a:lnTo>
                  <a:lnTo>
                    <a:pt x="141" y="300"/>
                  </a:lnTo>
                  <a:lnTo>
                    <a:pt x="145" y="296"/>
                  </a:lnTo>
                  <a:lnTo>
                    <a:pt x="147" y="295"/>
                  </a:lnTo>
                  <a:lnTo>
                    <a:pt x="147" y="291"/>
                  </a:lnTo>
                  <a:lnTo>
                    <a:pt x="148" y="291"/>
                  </a:lnTo>
                  <a:lnTo>
                    <a:pt x="148" y="291"/>
                  </a:lnTo>
                  <a:lnTo>
                    <a:pt x="150" y="293"/>
                  </a:lnTo>
                  <a:lnTo>
                    <a:pt x="154" y="293"/>
                  </a:lnTo>
                  <a:lnTo>
                    <a:pt x="156" y="295"/>
                  </a:lnTo>
                  <a:lnTo>
                    <a:pt x="156" y="293"/>
                  </a:lnTo>
                  <a:lnTo>
                    <a:pt x="156" y="295"/>
                  </a:lnTo>
                  <a:lnTo>
                    <a:pt x="160" y="295"/>
                  </a:lnTo>
                  <a:lnTo>
                    <a:pt x="162" y="296"/>
                  </a:lnTo>
                  <a:lnTo>
                    <a:pt x="164" y="296"/>
                  </a:lnTo>
                  <a:lnTo>
                    <a:pt x="166" y="295"/>
                  </a:lnTo>
                  <a:lnTo>
                    <a:pt x="168" y="295"/>
                  </a:lnTo>
                  <a:lnTo>
                    <a:pt x="171" y="296"/>
                  </a:lnTo>
                  <a:lnTo>
                    <a:pt x="171" y="295"/>
                  </a:lnTo>
                  <a:lnTo>
                    <a:pt x="173" y="295"/>
                  </a:lnTo>
                  <a:lnTo>
                    <a:pt x="173" y="295"/>
                  </a:lnTo>
                  <a:lnTo>
                    <a:pt x="173" y="293"/>
                  </a:lnTo>
                  <a:lnTo>
                    <a:pt x="173" y="293"/>
                  </a:lnTo>
                  <a:lnTo>
                    <a:pt x="173" y="291"/>
                  </a:lnTo>
                  <a:lnTo>
                    <a:pt x="177" y="289"/>
                  </a:lnTo>
                  <a:lnTo>
                    <a:pt x="179" y="289"/>
                  </a:lnTo>
                  <a:lnTo>
                    <a:pt x="179" y="289"/>
                  </a:lnTo>
                  <a:lnTo>
                    <a:pt x="181" y="289"/>
                  </a:lnTo>
                  <a:lnTo>
                    <a:pt x="183" y="289"/>
                  </a:lnTo>
                  <a:lnTo>
                    <a:pt x="183" y="291"/>
                  </a:lnTo>
                  <a:lnTo>
                    <a:pt x="185" y="293"/>
                  </a:lnTo>
                  <a:lnTo>
                    <a:pt x="185" y="293"/>
                  </a:lnTo>
                  <a:lnTo>
                    <a:pt x="187" y="296"/>
                  </a:lnTo>
                  <a:lnTo>
                    <a:pt x="187" y="296"/>
                  </a:lnTo>
                  <a:lnTo>
                    <a:pt x="188" y="298"/>
                  </a:lnTo>
                  <a:lnTo>
                    <a:pt x="190" y="298"/>
                  </a:lnTo>
                  <a:lnTo>
                    <a:pt x="192" y="298"/>
                  </a:lnTo>
                  <a:lnTo>
                    <a:pt x="194" y="298"/>
                  </a:lnTo>
                  <a:lnTo>
                    <a:pt x="196" y="298"/>
                  </a:lnTo>
                  <a:lnTo>
                    <a:pt x="198" y="296"/>
                  </a:lnTo>
                  <a:lnTo>
                    <a:pt x="198" y="296"/>
                  </a:lnTo>
                  <a:lnTo>
                    <a:pt x="202" y="296"/>
                  </a:lnTo>
                  <a:lnTo>
                    <a:pt x="202" y="296"/>
                  </a:lnTo>
                  <a:lnTo>
                    <a:pt x="204" y="296"/>
                  </a:lnTo>
                  <a:lnTo>
                    <a:pt x="206" y="293"/>
                  </a:lnTo>
                  <a:lnTo>
                    <a:pt x="209" y="291"/>
                  </a:lnTo>
                  <a:lnTo>
                    <a:pt x="211" y="289"/>
                  </a:lnTo>
                  <a:lnTo>
                    <a:pt x="213" y="289"/>
                  </a:lnTo>
                  <a:lnTo>
                    <a:pt x="215" y="287"/>
                  </a:lnTo>
                  <a:lnTo>
                    <a:pt x="219" y="287"/>
                  </a:lnTo>
                  <a:lnTo>
                    <a:pt x="219" y="285"/>
                  </a:lnTo>
                  <a:lnTo>
                    <a:pt x="219" y="283"/>
                  </a:lnTo>
                  <a:lnTo>
                    <a:pt x="219" y="283"/>
                  </a:lnTo>
                  <a:lnTo>
                    <a:pt x="217" y="281"/>
                  </a:lnTo>
                  <a:lnTo>
                    <a:pt x="217" y="281"/>
                  </a:lnTo>
                  <a:lnTo>
                    <a:pt x="215" y="281"/>
                  </a:lnTo>
                  <a:lnTo>
                    <a:pt x="215" y="279"/>
                  </a:lnTo>
                  <a:lnTo>
                    <a:pt x="215" y="279"/>
                  </a:lnTo>
                  <a:lnTo>
                    <a:pt x="215" y="277"/>
                  </a:lnTo>
                  <a:lnTo>
                    <a:pt x="215" y="277"/>
                  </a:lnTo>
                  <a:lnTo>
                    <a:pt x="215" y="275"/>
                  </a:lnTo>
                  <a:lnTo>
                    <a:pt x="215" y="274"/>
                  </a:lnTo>
                  <a:lnTo>
                    <a:pt x="217" y="268"/>
                  </a:lnTo>
                  <a:lnTo>
                    <a:pt x="217" y="268"/>
                  </a:lnTo>
                  <a:lnTo>
                    <a:pt x="219" y="266"/>
                  </a:lnTo>
                  <a:lnTo>
                    <a:pt x="219" y="266"/>
                  </a:lnTo>
                  <a:lnTo>
                    <a:pt x="219" y="266"/>
                  </a:lnTo>
                  <a:lnTo>
                    <a:pt x="219" y="266"/>
                  </a:lnTo>
                  <a:lnTo>
                    <a:pt x="219" y="264"/>
                  </a:lnTo>
                  <a:lnTo>
                    <a:pt x="219" y="264"/>
                  </a:lnTo>
                  <a:lnTo>
                    <a:pt x="219" y="264"/>
                  </a:lnTo>
                  <a:lnTo>
                    <a:pt x="219" y="262"/>
                  </a:lnTo>
                  <a:lnTo>
                    <a:pt x="219" y="262"/>
                  </a:lnTo>
                  <a:lnTo>
                    <a:pt x="219" y="262"/>
                  </a:lnTo>
                  <a:lnTo>
                    <a:pt x="221" y="262"/>
                  </a:lnTo>
                  <a:lnTo>
                    <a:pt x="223" y="262"/>
                  </a:lnTo>
                  <a:lnTo>
                    <a:pt x="221" y="260"/>
                  </a:lnTo>
                  <a:lnTo>
                    <a:pt x="221" y="260"/>
                  </a:lnTo>
                  <a:lnTo>
                    <a:pt x="219" y="260"/>
                  </a:lnTo>
                  <a:lnTo>
                    <a:pt x="219" y="260"/>
                  </a:lnTo>
                  <a:lnTo>
                    <a:pt x="217" y="258"/>
                  </a:lnTo>
                  <a:lnTo>
                    <a:pt x="217" y="258"/>
                  </a:lnTo>
                  <a:lnTo>
                    <a:pt x="217" y="258"/>
                  </a:lnTo>
                  <a:lnTo>
                    <a:pt x="217" y="256"/>
                  </a:lnTo>
                  <a:lnTo>
                    <a:pt x="219" y="256"/>
                  </a:lnTo>
                  <a:lnTo>
                    <a:pt x="219" y="256"/>
                  </a:lnTo>
                  <a:lnTo>
                    <a:pt x="219" y="256"/>
                  </a:lnTo>
                  <a:lnTo>
                    <a:pt x="223" y="258"/>
                  </a:lnTo>
                  <a:lnTo>
                    <a:pt x="223" y="258"/>
                  </a:lnTo>
                  <a:lnTo>
                    <a:pt x="225" y="258"/>
                  </a:lnTo>
                  <a:lnTo>
                    <a:pt x="225" y="258"/>
                  </a:lnTo>
                  <a:lnTo>
                    <a:pt x="227" y="260"/>
                  </a:lnTo>
                  <a:lnTo>
                    <a:pt x="227" y="260"/>
                  </a:lnTo>
                  <a:lnTo>
                    <a:pt x="229" y="260"/>
                  </a:lnTo>
                  <a:lnTo>
                    <a:pt x="229" y="258"/>
                  </a:lnTo>
                  <a:lnTo>
                    <a:pt x="229" y="258"/>
                  </a:lnTo>
                  <a:lnTo>
                    <a:pt x="229" y="258"/>
                  </a:lnTo>
                  <a:lnTo>
                    <a:pt x="229" y="256"/>
                  </a:lnTo>
                  <a:lnTo>
                    <a:pt x="229" y="256"/>
                  </a:lnTo>
                  <a:lnTo>
                    <a:pt x="229" y="256"/>
                  </a:lnTo>
                  <a:lnTo>
                    <a:pt x="230" y="256"/>
                  </a:lnTo>
                  <a:lnTo>
                    <a:pt x="230" y="256"/>
                  </a:lnTo>
                  <a:lnTo>
                    <a:pt x="232" y="258"/>
                  </a:lnTo>
                  <a:lnTo>
                    <a:pt x="232" y="258"/>
                  </a:lnTo>
                  <a:lnTo>
                    <a:pt x="232" y="258"/>
                  </a:lnTo>
                  <a:lnTo>
                    <a:pt x="232" y="258"/>
                  </a:lnTo>
                  <a:lnTo>
                    <a:pt x="234" y="258"/>
                  </a:lnTo>
                  <a:lnTo>
                    <a:pt x="234" y="258"/>
                  </a:lnTo>
                  <a:lnTo>
                    <a:pt x="234" y="256"/>
                  </a:lnTo>
                  <a:lnTo>
                    <a:pt x="234" y="255"/>
                  </a:lnTo>
                  <a:lnTo>
                    <a:pt x="234" y="255"/>
                  </a:lnTo>
                  <a:lnTo>
                    <a:pt x="234" y="255"/>
                  </a:lnTo>
                  <a:lnTo>
                    <a:pt x="234" y="253"/>
                  </a:lnTo>
                  <a:lnTo>
                    <a:pt x="234" y="253"/>
                  </a:lnTo>
                  <a:lnTo>
                    <a:pt x="234" y="253"/>
                  </a:lnTo>
                  <a:lnTo>
                    <a:pt x="234" y="251"/>
                  </a:lnTo>
                  <a:lnTo>
                    <a:pt x="236" y="251"/>
                  </a:lnTo>
                  <a:lnTo>
                    <a:pt x="236" y="251"/>
                  </a:lnTo>
                  <a:lnTo>
                    <a:pt x="236" y="251"/>
                  </a:lnTo>
                  <a:lnTo>
                    <a:pt x="238" y="253"/>
                  </a:lnTo>
                  <a:lnTo>
                    <a:pt x="238" y="256"/>
                  </a:lnTo>
                  <a:lnTo>
                    <a:pt x="238" y="258"/>
                  </a:lnTo>
                  <a:lnTo>
                    <a:pt x="240" y="260"/>
                  </a:lnTo>
                  <a:lnTo>
                    <a:pt x="240" y="260"/>
                  </a:lnTo>
                  <a:lnTo>
                    <a:pt x="242" y="260"/>
                  </a:lnTo>
                  <a:lnTo>
                    <a:pt x="244" y="262"/>
                  </a:lnTo>
                  <a:lnTo>
                    <a:pt x="244" y="262"/>
                  </a:lnTo>
                  <a:lnTo>
                    <a:pt x="248" y="262"/>
                  </a:lnTo>
                  <a:lnTo>
                    <a:pt x="253" y="258"/>
                  </a:lnTo>
                  <a:lnTo>
                    <a:pt x="257" y="256"/>
                  </a:lnTo>
                  <a:lnTo>
                    <a:pt x="257" y="255"/>
                  </a:lnTo>
                  <a:lnTo>
                    <a:pt x="257" y="255"/>
                  </a:lnTo>
                  <a:lnTo>
                    <a:pt x="257" y="253"/>
                  </a:lnTo>
                  <a:lnTo>
                    <a:pt x="257" y="251"/>
                  </a:lnTo>
                  <a:lnTo>
                    <a:pt x="257" y="251"/>
                  </a:lnTo>
                  <a:lnTo>
                    <a:pt x="257" y="251"/>
                  </a:lnTo>
                  <a:lnTo>
                    <a:pt x="257" y="249"/>
                  </a:lnTo>
                  <a:lnTo>
                    <a:pt x="257" y="249"/>
                  </a:lnTo>
                  <a:lnTo>
                    <a:pt x="257" y="249"/>
                  </a:lnTo>
                  <a:lnTo>
                    <a:pt x="257" y="249"/>
                  </a:lnTo>
                  <a:lnTo>
                    <a:pt x="255" y="249"/>
                  </a:lnTo>
                  <a:lnTo>
                    <a:pt x="255" y="247"/>
                  </a:lnTo>
                  <a:lnTo>
                    <a:pt x="255" y="247"/>
                  </a:lnTo>
                  <a:lnTo>
                    <a:pt x="253" y="247"/>
                  </a:lnTo>
                  <a:lnTo>
                    <a:pt x="253" y="247"/>
                  </a:lnTo>
                  <a:lnTo>
                    <a:pt x="253" y="245"/>
                  </a:lnTo>
                  <a:lnTo>
                    <a:pt x="253" y="245"/>
                  </a:lnTo>
                  <a:lnTo>
                    <a:pt x="253" y="245"/>
                  </a:lnTo>
                  <a:lnTo>
                    <a:pt x="253" y="245"/>
                  </a:lnTo>
                  <a:lnTo>
                    <a:pt x="253" y="245"/>
                  </a:lnTo>
                  <a:lnTo>
                    <a:pt x="251" y="245"/>
                  </a:lnTo>
                  <a:lnTo>
                    <a:pt x="251" y="245"/>
                  </a:lnTo>
                  <a:lnTo>
                    <a:pt x="249" y="247"/>
                  </a:lnTo>
                  <a:lnTo>
                    <a:pt x="249" y="247"/>
                  </a:lnTo>
                  <a:lnTo>
                    <a:pt x="249" y="247"/>
                  </a:lnTo>
                  <a:lnTo>
                    <a:pt x="249" y="247"/>
                  </a:lnTo>
                  <a:lnTo>
                    <a:pt x="248" y="247"/>
                  </a:lnTo>
                  <a:lnTo>
                    <a:pt x="248" y="247"/>
                  </a:lnTo>
                  <a:lnTo>
                    <a:pt x="248" y="245"/>
                  </a:lnTo>
                  <a:lnTo>
                    <a:pt x="248" y="245"/>
                  </a:lnTo>
                  <a:lnTo>
                    <a:pt x="249" y="243"/>
                  </a:lnTo>
                  <a:lnTo>
                    <a:pt x="251" y="243"/>
                  </a:lnTo>
                  <a:lnTo>
                    <a:pt x="255" y="241"/>
                  </a:lnTo>
                  <a:lnTo>
                    <a:pt x="255" y="241"/>
                  </a:lnTo>
                  <a:lnTo>
                    <a:pt x="257" y="239"/>
                  </a:lnTo>
                  <a:lnTo>
                    <a:pt x="259" y="239"/>
                  </a:lnTo>
                  <a:lnTo>
                    <a:pt x="265" y="236"/>
                  </a:lnTo>
                  <a:lnTo>
                    <a:pt x="267" y="234"/>
                  </a:lnTo>
                  <a:lnTo>
                    <a:pt x="267" y="234"/>
                  </a:lnTo>
                  <a:lnTo>
                    <a:pt x="267" y="232"/>
                  </a:lnTo>
                  <a:lnTo>
                    <a:pt x="267" y="232"/>
                  </a:lnTo>
                  <a:lnTo>
                    <a:pt x="267" y="232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5" y="230"/>
                  </a:lnTo>
                  <a:lnTo>
                    <a:pt x="265" y="228"/>
                  </a:lnTo>
                  <a:lnTo>
                    <a:pt x="265" y="226"/>
                  </a:lnTo>
                  <a:lnTo>
                    <a:pt x="267" y="226"/>
                  </a:lnTo>
                  <a:lnTo>
                    <a:pt x="269" y="224"/>
                  </a:lnTo>
                  <a:lnTo>
                    <a:pt x="269" y="224"/>
                  </a:lnTo>
                  <a:lnTo>
                    <a:pt x="270" y="226"/>
                  </a:lnTo>
                  <a:lnTo>
                    <a:pt x="272" y="226"/>
                  </a:lnTo>
                  <a:lnTo>
                    <a:pt x="274" y="226"/>
                  </a:lnTo>
                  <a:lnTo>
                    <a:pt x="276" y="226"/>
                  </a:lnTo>
                  <a:lnTo>
                    <a:pt x="276" y="226"/>
                  </a:lnTo>
                  <a:lnTo>
                    <a:pt x="278" y="228"/>
                  </a:lnTo>
                  <a:lnTo>
                    <a:pt x="278" y="230"/>
                  </a:lnTo>
                  <a:lnTo>
                    <a:pt x="278" y="232"/>
                  </a:lnTo>
                  <a:lnTo>
                    <a:pt x="280" y="234"/>
                  </a:lnTo>
                  <a:lnTo>
                    <a:pt x="280" y="232"/>
                  </a:lnTo>
                  <a:lnTo>
                    <a:pt x="282" y="232"/>
                  </a:lnTo>
                  <a:lnTo>
                    <a:pt x="282" y="230"/>
                  </a:lnTo>
                  <a:lnTo>
                    <a:pt x="282" y="228"/>
                  </a:lnTo>
                  <a:lnTo>
                    <a:pt x="282" y="228"/>
                  </a:lnTo>
                  <a:lnTo>
                    <a:pt x="282" y="224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20" name="Freeform 23">
              <a:extLst>
                <a:ext uri="{FF2B5EF4-FFF2-40B4-BE49-F238E27FC236}">
                  <a16:creationId xmlns:a16="http://schemas.microsoft.com/office/drawing/2014/main" id="{0C58BF59-0903-37FB-2F22-A3762BE29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150" y="1747838"/>
              <a:ext cx="447675" cy="503238"/>
            </a:xfrm>
            <a:custGeom>
              <a:avLst/>
              <a:gdLst>
                <a:gd name="T0" fmla="*/ 282 w 282"/>
                <a:gd name="T1" fmla="*/ 211 h 317"/>
                <a:gd name="T2" fmla="*/ 278 w 282"/>
                <a:gd name="T3" fmla="*/ 198 h 317"/>
                <a:gd name="T4" fmla="*/ 270 w 282"/>
                <a:gd name="T5" fmla="*/ 199 h 317"/>
                <a:gd name="T6" fmla="*/ 267 w 282"/>
                <a:gd name="T7" fmla="*/ 186 h 317"/>
                <a:gd name="T8" fmla="*/ 272 w 282"/>
                <a:gd name="T9" fmla="*/ 180 h 317"/>
                <a:gd name="T10" fmla="*/ 255 w 282"/>
                <a:gd name="T11" fmla="*/ 158 h 317"/>
                <a:gd name="T12" fmla="*/ 257 w 282"/>
                <a:gd name="T13" fmla="*/ 140 h 317"/>
                <a:gd name="T14" fmla="*/ 249 w 282"/>
                <a:gd name="T15" fmla="*/ 135 h 317"/>
                <a:gd name="T16" fmla="*/ 246 w 282"/>
                <a:gd name="T17" fmla="*/ 133 h 317"/>
                <a:gd name="T18" fmla="*/ 238 w 282"/>
                <a:gd name="T19" fmla="*/ 129 h 317"/>
                <a:gd name="T20" fmla="*/ 229 w 282"/>
                <a:gd name="T21" fmla="*/ 127 h 317"/>
                <a:gd name="T22" fmla="*/ 217 w 282"/>
                <a:gd name="T23" fmla="*/ 131 h 317"/>
                <a:gd name="T24" fmla="*/ 192 w 282"/>
                <a:gd name="T25" fmla="*/ 74 h 317"/>
                <a:gd name="T26" fmla="*/ 175 w 282"/>
                <a:gd name="T27" fmla="*/ 53 h 317"/>
                <a:gd name="T28" fmla="*/ 168 w 282"/>
                <a:gd name="T29" fmla="*/ 38 h 317"/>
                <a:gd name="T30" fmla="*/ 162 w 282"/>
                <a:gd name="T31" fmla="*/ 30 h 317"/>
                <a:gd name="T32" fmla="*/ 190 w 282"/>
                <a:gd name="T33" fmla="*/ 9 h 317"/>
                <a:gd name="T34" fmla="*/ 173 w 282"/>
                <a:gd name="T35" fmla="*/ 9 h 317"/>
                <a:gd name="T36" fmla="*/ 148 w 282"/>
                <a:gd name="T37" fmla="*/ 21 h 317"/>
                <a:gd name="T38" fmla="*/ 137 w 282"/>
                <a:gd name="T39" fmla="*/ 23 h 317"/>
                <a:gd name="T40" fmla="*/ 122 w 282"/>
                <a:gd name="T41" fmla="*/ 43 h 317"/>
                <a:gd name="T42" fmla="*/ 107 w 282"/>
                <a:gd name="T43" fmla="*/ 49 h 317"/>
                <a:gd name="T44" fmla="*/ 87 w 282"/>
                <a:gd name="T45" fmla="*/ 59 h 317"/>
                <a:gd name="T46" fmla="*/ 63 w 282"/>
                <a:gd name="T47" fmla="*/ 82 h 317"/>
                <a:gd name="T48" fmla="*/ 65 w 282"/>
                <a:gd name="T49" fmla="*/ 99 h 317"/>
                <a:gd name="T50" fmla="*/ 61 w 282"/>
                <a:gd name="T51" fmla="*/ 144 h 317"/>
                <a:gd name="T52" fmla="*/ 67 w 282"/>
                <a:gd name="T53" fmla="*/ 159 h 317"/>
                <a:gd name="T54" fmla="*/ 51 w 282"/>
                <a:gd name="T55" fmla="*/ 175 h 317"/>
                <a:gd name="T56" fmla="*/ 38 w 282"/>
                <a:gd name="T57" fmla="*/ 184 h 317"/>
                <a:gd name="T58" fmla="*/ 28 w 282"/>
                <a:gd name="T59" fmla="*/ 198 h 317"/>
                <a:gd name="T60" fmla="*/ 19 w 282"/>
                <a:gd name="T61" fmla="*/ 217 h 317"/>
                <a:gd name="T62" fmla="*/ 2 w 282"/>
                <a:gd name="T63" fmla="*/ 230 h 317"/>
                <a:gd name="T64" fmla="*/ 11 w 282"/>
                <a:gd name="T65" fmla="*/ 256 h 317"/>
                <a:gd name="T66" fmla="*/ 72 w 282"/>
                <a:gd name="T67" fmla="*/ 279 h 317"/>
                <a:gd name="T68" fmla="*/ 87 w 282"/>
                <a:gd name="T69" fmla="*/ 272 h 317"/>
                <a:gd name="T70" fmla="*/ 99 w 282"/>
                <a:gd name="T71" fmla="*/ 277 h 317"/>
                <a:gd name="T72" fmla="*/ 108 w 282"/>
                <a:gd name="T73" fmla="*/ 285 h 317"/>
                <a:gd name="T74" fmla="*/ 116 w 282"/>
                <a:gd name="T75" fmla="*/ 279 h 317"/>
                <a:gd name="T76" fmla="*/ 116 w 282"/>
                <a:gd name="T77" fmla="*/ 285 h 317"/>
                <a:gd name="T78" fmla="*/ 120 w 282"/>
                <a:gd name="T79" fmla="*/ 293 h 317"/>
                <a:gd name="T80" fmla="*/ 126 w 282"/>
                <a:gd name="T81" fmla="*/ 293 h 317"/>
                <a:gd name="T82" fmla="*/ 126 w 282"/>
                <a:gd name="T83" fmla="*/ 298 h 317"/>
                <a:gd name="T84" fmla="*/ 122 w 282"/>
                <a:gd name="T85" fmla="*/ 304 h 317"/>
                <a:gd name="T86" fmla="*/ 126 w 282"/>
                <a:gd name="T87" fmla="*/ 312 h 317"/>
                <a:gd name="T88" fmla="*/ 133 w 282"/>
                <a:gd name="T89" fmla="*/ 314 h 317"/>
                <a:gd name="T90" fmla="*/ 139 w 282"/>
                <a:gd name="T91" fmla="*/ 304 h 317"/>
                <a:gd name="T92" fmla="*/ 156 w 282"/>
                <a:gd name="T93" fmla="*/ 293 h 317"/>
                <a:gd name="T94" fmla="*/ 173 w 282"/>
                <a:gd name="T95" fmla="*/ 293 h 317"/>
                <a:gd name="T96" fmla="*/ 188 w 282"/>
                <a:gd name="T97" fmla="*/ 298 h 317"/>
                <a:gd name="T98" fmla="*/ 211 w 282"/>
                <a:gd name="T99" fmla="*/ 289 h 317"/>
                <a:gd name="T100" fmla="*/ 215 w 282"/>
                <a:gd name="T101" fmla="*/ 277 h 317"/>
                <a:gd name="T102" fmla="*/ 219 w 282"/>
                <a:gd name="T103" fmla="*/ 264 h 317"/>
                <a:gd name="T104" fmla="*/ 217 w 282"/>
                <a:gd name="T105" fmla="*/ 258 h 317"/>
                <a:gd name="T106" fmla="*/ 229 w 282"/>
                <a:gd name="T107" fmla="*/ 258 h 317"/>
                <a:gd name="T108" fmla="*/ 234 w 282"/>
                <a:gd name="T109" fmla="*/ 258 h 317"/>
                <a:gd name="T110" fmla="*/ 236 w 282"/>
                <a:gd name="T111" fmla="*/ 251 h 317"/>
                <a:gd name="T112" fmla="*/ 257 w 282"/>
                <a:gd name="T113" fmla="*/ 255 h 317"/>
                <a:gd name="T114" fmla="*/ 255 w 282"/>
                <a:gd name="T115" fmla="*/ 247 h 317"/>
                <a:gd name="T116" fmla="*/ 249 w 282"/>
                <a:gd name="T117" fmla="*/ 247 h 317"/>
                <a:gd name="T118" fmla="*/ 265 w 282"/>
                <a:gd name="T119" fmla="*/ 236 h 317"/>
                <a:gd name="T120" fmla="*/ 267 w 282"/>
                <a:gd name="T121" fmla="*/ 226 h 317"/>
                <a:gd name="T122" fmla="*/ 280 w 282"/>
                <a:gd name="T123" fmla="*/ 232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2" h="317">
                  <a:moveTo>
                    <a:pt x="282" y="224"/>
                  </a:moveTo>
                  <a:lnTo>
                    <a:pt x="282" y="222"/>
                  </a:lnTo>
                  <a:lnTo>
                    <a:pt x="282" y="218"/>
                  </a:lnTo>
                  <a:lnTo>
                    <a:pt x="282" y="218"/>
                  </a:lnTo>
                  <a:lnTo>
                    <a:pt x="282" y="218"/>
                  </a:lnTo>
                  <a:lnTo>
                    <a:pt x="282" y="217"/>
                  </a:lnTo>
                  <a:lnTo>
                    <a:pt x="282" y="217"/>
                  </a:lnTo>
                  <a:lnTo>
                    <a:pt x="282" y="215"/>
                  </a:lnTo>
                  <a:lnTo>
                    <a:pt x="282" y="215"/>
                  </a:lnTo>
                  <a:lnTo>
                    <a:pt x="282" y="215"/>
                  </a:lnTo>
                  <a:lnTo>
                    <a:pt x="282" y="213"/>
                  </a:lnTo>
                  <a:lnTo>
                    <a:pt x="282" y="211"/>
                  </a:lnTo>
                  <a:lnTo>
                    <a:pt x="282" y="207"/>
                  </a:lnTo>
                  <a:lnTo>
                    <a:pt x="282" y="207"/>
                  </a:lnTo>
                  <a:lnTo>
                    <a:pt x="282" y="207"/>
                  </a:lnTo>
                  <a:lnTo>
                    <a:pt x="282" y="205"/>
                  </a:lnTo>
                  <a:lnTo>
                    <a:pt x="280" y="203"/>
                  </a:lnTo>
                  <a:lnTo>
                    <a:pt x="280" y="203"/>
                  </a:lnTo>
                  <a:lnTo>
                    <a:pt x="280" y="203"/>
                  </a:lnTo>
                  <a:lnTo>
                    <a:pt x="280" y="203"/>
                  </a:lnTo>
                  <a:lnTo>
                    <a:pt x="278" y="203"/>
                  </a:lnTo>
                  <a:lnTo>
                    <a:pt x="278" y="201"/>
                  </a:lnTo>
                  <a:lnTo>
                    <a:pt x="278" y="199"/>
                  </a:lnTo>
                  <a:lnTo>
                    <a:pt x="278" y="198"/>
                  </a:lnTo>
                  <a:lnTo>
                    <a:pt x="278" y="198"/>
                  </a:lnTo>
                  <a:lnTo>
                    <a:pt x="276" y="198"/>
                  </a:lnTo>
                  <a:lnTo>
                    <a:pt x="276" y="198"/>
                  </a:lnTo>
                  <a:lnTo>
                    <a:pt x="276" y="198"/>
                  </a:lnTo>
                  <a:lnTo>
                    <a:pt x="276" y="199"/>
                  </a:lnTo>
                  <a:lnTo>
                    <a:pt x="274" y="198"/>
                  </a:lnTo>
                  <a:lnTo>
                    <a:pt x="274" y="198"/>
                  </a:lnTo>
                  <a:lnTo>
                    <a:pt x="272" y="198"/>
                  </a:lnTo>
                  <a:lnTo>
                    <a:pt x="272" y="198"/>
                  </a:lnTo>
                  <a:lnTo>
                    <a:pt x="272" y="198"/>
                  </a:lnTo>
                  <a:lnTo>
                    <a:pt x="270" y="199"/>
                  </a:lnTo>
                  <a:lnTo>
                    <a:pt x="270" y="199"/>
                  </a:lnTo>
                  <a:lnTo>
                    <a:pt x="270" y="199"/>
                  </a:lnTo>
                  <a:lnTo>
                    <a:pt x="270" y="198"/>
                  </a:lnTo>
                  <a:lnTo>
                    <a:pt x="269" y="198"/>
                  </a:lnTo>
                  <a:lnTo>
                    <a:pt x="267" y="194"/>
                  </a:lnTo>
                  <a:lnTo>
                    <a:pt x="263" y="192"/>
                  </a:lnTo>
                  <a:lnTo>
                    <a:pt x="263" y="192"/>
                  </a:lnTo>
                  <a:lnTo>
                    <a:pt x="263" y="190"/>
                  </a:lnTo>
                  <a:lnTo>
                    <a:pt x="263" y="190"/>
                  </a:lnTo>
                  <a:lnTo>
                    <a:pt x="263" y="188"/>
                  </a:lnTo>
                  <a:lnTo>
                    <a:pt x="263" y="188"/>
                  </a:lnTo>
                  <a:lnTo>
                    <a:pt x="263" y="188"/>
                  </a:lnTo>
                  <a:lnTo>
                    <a:pt x="267" y="186"/>
                  </a:lnTo>
                  <a:lnTo>
                    <a:pt x="269" y="186"/>
                  </a:lnTo>
                  <a:lnTo>
                    <a:pt x="270" y="186"/>
                  </a:lnTo>
                  <a:lnTo>
                    <a:pt x="274" y="186"/>
                  </a:lnTo>
                  <a:lnTo>
                    <a:pt x="274" y="184"/>
                  </a:lnTo>
                  <a:lnTo>
                    <a:pt x="276" y="182"/>
                  </a:lnTo>
                  <a:lnTo>
                    <a:pt x="276" y="182"/>
                  </a:lnTo>
                  <a:lnTo>
                    <a:pt x="276" y="182"/>
                  </a:lnTo>
                  <a:lnTo>
                    <a:pt x="276" y="180"/>
                  </a:lnTo>
                  <a:lnTo>
                    <a:pt x="274" y="180"/>
                  </a:lnTo>
                  <a:lnTo>
                    <a:pt x="274" y="180"/>
                  </a:lnTo>
                  <a:lnTo>
                    <a:pt x="272" y="180"/>
                  </a:lnTo>
                  <a:lnTo>
                    <a:pt x="272" y="180"/>
                  </a:lnTo>
                  <a:lnTo>
                    <a:pt x="272" y="179"/>
                  </a:lnTo>
                  <a:lnTo>
                    <a:pt x="270" y="177"/>
                  </a:lnTo>
                  <a:lnTo>
                    <a:pt x="270" y="175"/>
                  </a:lnTo>
                  <a:lnTo>
                    <a:pt x="269" y="175"/>
                  </a:lnTo>
                  <a:lnTo>
                    <a:pt x="265" y="171"/>
                  </a:lnTo>
                  <a:lnTo>
                    <a:pt x="263" y="169"/>
                  </a:lnTo>
                  <a:lnTo>
                    <a:pt x="259" y="163"/>
                  </a:lnTo>
                  <a:lnTo>
                    <a:pt x="257" y="161"/>
                  </a:lnTo>
                  <a:lnTo>
                    <a:pt x="255" y="161"/>
                  </a:lnTo>
                  <a:lnTo>
                    <a:pt x="255" y="159"/>
                  </a:lnTo>
                  <a:lnTo>
                    <a:pt x="255" y="158"/>
                  </a:lnTo>
                  <a:lnTo>
                    <a:pt x="255" y="158"/>
                  </a:lnTo>
                  <a:lnTo>
                    <a:pt x="255" y="156"/>
                  </a:lnTo>
                  <a:lnTo>
                    <a:pt x="255" y="156"/>
                  </a:lnTo>
                  <a:lnTo>
                    <a:pt x="255" y="154"/>
                  </a:lnTo>
                  <a:lnTo>
                    <a:pt x="255" y="152"/>
                  </a:lnTo>
                  <a:lnTo>
                    <a:pt x="255" y="152"/>
                  </a:lnTo>
                  <a:lnTo>
                    <a:pt x="253" y="150"/>
                  </a:lnTo>
                  <a:lnTo>
                    <a:pt x="253" y="150"/>
                  </a:lnTo>
                  <a:lnTo>
                    <a:pt x="253" y="144"/>
                  </a:lnTo>
                  <a:lnTo>
                    <a:pt x="253" y="144"/>
                  </a:lnTo>
                  <a:lnTo>
                    <a:pt x="255" y="142"/>
                  </a:lnTo>
                  <a:lnTo>
                    <a:pt x="255" y="142"/>
                  </a:lnTo>
                  <a:lnTo>
                    <a:pt x="257" y="140"/>
                  </a:lnTo>
                  <a:lnTo>
                    <a:pt x="255" y="140"/>
                  </a:lnTo>
                  <a:lnTo>
                    <a:pt x="255" y="139"/>
                  </a:lnTo>
                  <a:lnTo>
                    <a:pt x="253" y="140"/>
                  </a:lnTo>
                  <a:lnTo>
                    <a:pt x="251" y="140"/>
                  </a:lnTo>
                  <a:lnTo>
                    <a:pt x="251" y="139"/>
                  </a:lnTo>
                  <a:lnTo>
                    <a:pt x="253" y="137"/>
                  </a:lnTo>
                  <a:lnTo>
                    <a:pt x="253" y="137"/>
                  </a:lnTo>
                  <a:lnTo>
                    <a:pt x="251" y="135"/>
                  </a:lnTo>
                  <a:lnTo>
                    <a:pt x="251" y="135"/>
                  </a:lnTo>
                  <a:lnTo>
                    <a:pt x="251" y="135"/>
                  </a:lnTo>
                  <a:lnTo>
                    <a:pt x="251" y="135"/>
                  </a:lnTo>
                  <a:lnTo>
                    <a:pt x="249" y="135"/>
                  </a:lnTo>
                  <a:lnTo>
                    <a:pt x="249" y="135"/>
                  </a:lnTo>
                  <a:lnTo>
                    <a:pt x="249" y="137"/>
                  </a:lnTo>
                  <a:lnTo>
                    <a:pt x="249" y="137"/>
                  </a:lnTo>
                  <a:lnTo>
                    <a:pt x="249" y="137"/>
                  </a:lnTo>
                  <a:lnTo>
                    <a:pt x="248" y="137"/>
                  </a:lnTo>
                  <a:lnTo>
                    <a:pt x="248" y="135"/>
                  </a:lnTo>
                  <a:lnTo>
                    <a:pt x="248" y="135"/>
                  </a:lnTo>
                  <a:lnTo>
                    <a:pt x="248" y="133"/>
                  </a:lnTo>
                  <a:lnTo>
                    <a:pt x="246" y="133"/>
                  </a:lnTo>
                  <a:lnTo>
                    <a:pt x="246" y="133"/>
                  </a:lnTo>
                  <a:lnTo>
                    <a:pt x="246" y="133"/>
                  </a:lnTo>
                  <a:lnTo>
                    <a:pt x="246" y="133"/>
                  </a:lnTo>
                  <a:lnTo>
                    <a:pt x="244" y="133"/>
                  </a:lnTo>
                  <a:lnTo>
                    <a:pt x="244" y="133"/>
                  </a:lnTo>
                  <a:lnTo>
                    <a:pt x="244" y="133"/>
                  </a:lnTo>
                  <a:lnTo>
                    <a:pt x="244" y="133"/>
                  </a:lnTo>
                  <a:lnTo>
                    <a:pt x="242" y="131"/>
                  </a:lnTo>
                  <a:lnTo>
                    <a:pt x="242" y="131"/>
                  </a:lnTo>
                  <a:lnTo>
                    <a:pt x="242" y="131"/>
                  </a:lnTo>
                  <a:lnTo>
                    <a:pt x="242" y="131"/>
                  </a:lnTo>
                  <a:lnTo>
                    <a:pt x="240" y="133"/>
                  </a:lnTo>
                  <a:lnTo>
                    <a:pt x="240" y="133"/>
                  </a:lnTo>
                  <a:lnTo>
                    <a:pt x="240" y="131"/>
                  </a:lnTo>
                  <a:lnTo>
                    <a:pt x="238" y="129"/>
                  </a:lnTo>
                  <a:lnTo>
                    <a:pt x="236" y="125"/>
                  </a:lnTo>
                  <a:lnTo>
                    <a:pt x="232" y="120"/>
                  </a:lnTo>
                  <a:lnTo>
                    <a:pt x="232" y="118"/>
                  </a:lnTo>
                  <a:lnTo>
                    <a:pt x="232" y="118"/>
                  </a:lnTo>
                  <a:lnTo>
                    <a:pt x="230" y="118"/>
                  </a:lnTo>
                  <a:lnTo>
                    <a:pt x="230" y="120"/>
                  </a:lnTo>
                  <a:lnTo>
                    <a:pt x="230" y="120"/>
                  </a:lnTo>
                  <a:lnTo>
                    <a:pt x="229" y="120"/>
                  </a:lnTo>
                  <a:lnTo>
                    <a:pt x="229" y="121"/>
                  </a:lnTo>
                  <a:lnTo>
                    <a:pt x="229" y="125"/>
                  </a:lnTo>
                  <a:lnTo>
                    <a:pt x="229" y="125"/>
                  </a:lnTo>
                  <a:lnTo>
                    <a:pt x="229" y="127"/>
                  </a:lnTo>
                  <a:lnTo>
                    <a:pt x="227" y="125"/>
                  </a:lnTo>
                  <a:lnTo>
                    <a:pt x="227" y="127"/>
                  </a:lnTo>
                  <a:lnTo>
                    <a:pt x="225" y="127"/>
                  </a:lnTo>
                  <a:lnTo>
                    <a:pt x="225" y="129"/>
                  </a:lnTo>
                  <a:lnTo>
                    <a:pt x="225" y="131"/>
                  </a:lnTo>
                  <a:lnTo>
                    <a:pt x="225" y="131"/>
                  </a:lnTo>
                  <a:lnTo>
                    <a:pt x="223" y="131"/>
                  </a:lnTo>
                  <a:lnTo>
                    <a:pt x="223" y="131"/>
                  </a:lnTo>
                  <a:lnTo>
                    <a:pt x="221" y="129"/>
                  </a:lnTo>
                  <a:lnTo>
                    <a:pt x="219" y="129"/>
                  </a:lnTo>
                  <a:lnTo>
                    <a:pt x="219" y="131"/>
                  </a:lnTo>
                  <a:lnTo>
                    <a:pt x="217" y="131"/>
                  </a:lnTo>
                  <a:lnTo>
                    <a:pt x="215" y="129"/>
                  </a:lnTo>
                  <a:lnTo>
                    <a:pt x="213" y="127"/>
                  </a:lnTo>
                  <a:lnTo>
                    <a:pt x="211" y="125"/>
                  </a:lnTo>
                  <a:lnTo>
                    <a:pt x="211" y="123"/>
                  </a:lnTo>
                  <a:lnTo>
                    <a:pt x="209" y="118"/>
                  </a:lnTo>
                  <a:lnTo>
                    <a:pt x="206" y="102"/>
                  </a:lnTo>
                  <a:lnTo>
                    <a:pt x="194" y="82"/>
                  </a:lnTo>
                  <a:lnTo>
                    <a:pt x="192" y="78"/>
                  </a:lnTo>
                  <a:lnTo>
                    <a:pt x="190" y="76"/>
                  </a:lnTo>
                  <a:lnTo>
                    <a:pt x="192" y="76"/>
                  </a:lnTo>
                  <a:lnTo>
                    <a:pt x="192" y="74"/>
                  </a:lnTo>
                  <a:lnTo>
                    <a:pt x="192" y="74"/>
                  </a:lnTo>
                  <a:lnTo>
                    <a:pt x="192" y="74"/>
                  </a:lnTo>
                  <a:lnTo>
                    <a:pt x="194" y="74"/>
                  </a:lnTo>
                  <a:lnTo>
                    <a:pt x="194" y="74"/>
                  </a:lnTo>
                  <a:lnTo>
                    <a:pt x="196" y="74"/>
                  </a:lnTo>
                  <a:lnTo>
                    <a:pt x="196" y="74"/>
                  </a:lnTo>
                  <a:lnTo>
                    <a:pt x="196" y="72"/>
                  </a:lnTo>
                  <a:lnTo>
                    <a:pt x="192" y="66"/>
                  </a:lnTo>
                  <a:lnTo>
                    <a:pt x="188" y="61"/>
                  </a:lnTo>
                  <a:lnTo>
                    <a:pt x="187" y="59"/>
                  </a:lnTo>
                  <a:lnTo>
                    <a:pt x="187" y="59"/>
                  </a:lnTo>
                  <a:lnTo>
                    <a:pt x="181" y="55"/>
                  </a:lnTo>
                  <a:lnTo>
                    <a:pt x="175" y="53"/>
                  </a:lnTo>
                  <a:lnTo>
                    <a:pt x="171" y="51"/>
                  </a:lnTo>
                  <a:lnTo>
                    <a:pt x="171" y="49"/>
                  </a:lnTo>
                  <a:lnTo>
                    <a:pt x="169" y="51"/>
                  </a:lnTo>
                  <a:lnTo>
                    <a:pt x="168" y="49"/>
                  </a:lnTo>
                  <a:lnTo>
                    <a:pt x="162" y="49"/>
                  </a:lnTo>
                  <a:lnTo>
                    <a:pt x="162" y="47"/>
                  </a:lnTo>
                  <a:lnTo>
                    <a:pt x="160" y="47"/>
                  </a:lnTo>
                  <a:lnTo>
                    <a:pt x="160" y="47"/>
                  </a:lnTo>
                  <a:lnTo>
                    <a:pt x="160" y="45"/>
                  </a:lnTo>
                  <a:lnTo>
                    <a:pt x="166" y="40"/>
                  </a:lnTo>
                  <a:lnTo>
                    <a:pt x="166" y="38"/>
                  </a:lnTo>
                  <a:lnTo>
                    <a:pt x="168" y="38"/>
                  </a:lnTo>
                  <a:lnTo>
                    <a:pt x="168" y="36"/>
                  </a:lnTo>
                  <a:lnTo>
                    <a:pt x="168" y="34"/>
                  </a:lnTo>
                  <a:lnTo>
                    <a:pt x="168" y="34"/>
                  </a:lnTo>
                  <a:lnTo>
                    <a:pt x="166" y="34"/>
                  </a:lnTo>
                  <a:lnTo>
                    <a:pt x="166" y="34"/>
                  </a:lnTo>
                  <a:lnTo>
                    <a:pt x="166" y="36"/>
                  </a:lnTo>
                  <a:lnTo>
                    <a:pt x="164" y="36"/>
                  </a:lnTo>
                  <a:lnTo>
                    <a:pt x="164" y="36"/>
                  </a:lnTo>
                  <a:lnTo>
                    <a:pt x="164" y="34"/>
                  </a:lnTo>
                  <a:lnTo>
                    <a:pt x="162" y="34"/>
                  </a:lnTo>
                  <a:lnTo>
                    <a:pt x="162" y="32"/>
                  </a:lnTo>
                  <a:lnTo>
                    <a:pt x="162" y="30"/>
                  </a:lnTo>
                  <a:lnTo>
                    <a:pt x="164" y="28"/>
                  </a:lnTo>
                  <a:lnTo>
                    <a:pt x="164" y="28"/>
                  </a:lnTo>
                  <a:lnTo>
                    <a:pt x="164" y="28"/>
                  </a:lnTo>
                  <a:lnTo>
                    <a:pt x="169" y="26"/>
                  </a:lnTo>
                  <a:lnTo>
                    <a:pt x="171" y="26"/>
                  </a:lnTo>
                  <a:lnTo>
                    <a:pt x="173" y="24"/>
                  </a:lnTo>
                  <a:lnTo>
                    <a:pt x="175" y="23"/>
                  </a:lnTo>
                  <a:lnTo>
                    <a:pt x="179" y="19"/>
                  </a:lnTo>
                  <a:lnTo>
                    <a:pt x="185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0" y="9"/>
                  </a:lnTo>
                  <a:lnTo>
                    <a:pt x="190" y="9"/>
                  </a:lnTo>
                  <a:lnTo>
                    <a:pt x="187" y="2"/>
                  </a:lnTo>
                  <a:lnTo>
                    <a:pt x="187" y="2"/>
                  </a:lnTo>
                  <a:lnTo>
                    <a:pt x="185" y="0"/>
                  </a:lnTo>
                  <a:lnTo>
                    <a:pt x="185" y="0"/>
                  </a:lnTo>
                  <a:lnTo>
                    <a:pt x="183" y="2"/>
                  </a:lnTo>
                  <a:lnTo>
                    <a:pt x="183" y="2"/>
                  </a:lnTo>
                  <a:lnTo>
                    <a:pt x="181" y="2"/>
                  </a:lnTo>
                  <a:lnTo>
                    <a:pt x="179" y="4"/>
                  </a:lnTo>
                  <a:lnTo>
                    <a:pt x="175" y="5"/>
                  </a:lnTo>
                  <a:lnTo>
                    <a:pt x="175" y="5"/>
                  </a:lnTo>
                  <a:lnTo>
                    <a:pt x="173" y="9"/>
                  </a:lnTo>
                  <a:lnTo>
                    <a:pt x="173" y="9"/>
                  </a:lnTo>
                  <a:lnTo>
                    <a:pt x="173" y="9"/>
                  </a:lnTo>
                  <a:lnTo>
                    <a:pt x="171" y="11"/>
                  </a:lnTo>
                  <a:lnTo>
                    <a:pt x="171" y="11"/>
                  </a:lnTo>
                  <a:lnTo>
                    <a:pt x="169" y="13"/>
                  </a:lnTo>
                  <a:lnTo>
                    <a:pt x="162" y="13"/>
                  </a:lnTo>
                  <a:lnTo>
                    <a:pt x="160" y="15"/>
                  </a:lnTo>
                  <a:lnTo>
                    <a:pt x="156" y="19"/>
                  </a:lnTo>
                  <a:lnTo>
                    <a:pt x="152" y="23"/>
                  </a:lnTo>
                  <a:lnTo>
                    <a:pt x="150" y="23"/>
                  </a:lnTo>
                  <a:lnTo>
                    <a:pt x="150" y="23"/>
                  </a:lnTo>
                  <a:lnTo>
                    <a:pt x="148" y="21"/>
                  </a:lnTo>
                  <a:lnTo>
                    <a:pt x="148" y="21"/>
                  </a:lnTo>
                  <a:lnTo>
                    <a:pt x="147" y="21"/>
                  </a:lnTo>
                  <a:lnTo>
                    <a:pt x="147" y="19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5" y="17"/>
                  </a:lnTo>
                  <a:lnTo>
                    <a:pt x="145" y="19"/>
                  </a:lnTo>
                  <a:lnTo>
                    <a:pt x="143" y="19"/>
                  </a:lnTo>
                  <a:lnTo>
                    <a:pt x="137" y="19"/>
                  </a:lnTo>
                  <a:lnTo>
                    <a:pt x="133" y="21"/>
                  </a:lnTo>
                  <a:lnTo>
                    <a:pt x="137" y="23"/>
                  </a:lnTo>
                  <a:lnTo>
                    <a:pt x="139" y="24"/>
                  </a:lnTo>
                  <a:lnTo>
                    <a:pt x="139" y="28"/>
                  </a:lnTo>
                  <a:lnTo>
                    <a:pt x="139" y="30"/>
                  </a:lnTo>
                  <a:lnTo>
                    <a:pt x="135" y="34"/>
                  </a:lnTo>
                  <a:lnTo>
                    <a:pt x="135" y="34"/>
                  </a:lnTo>
                  <a:lnTo>
                    <a:pt x="133" y="38"/>
                  </a:lnTo>
                  <a:lnTo>
                    <a:pt x="133" y="40"/>
                  </a:lnTo>
                  <a:lnTo>
                    <a:pt x="131" y="40"/>
                  </a:lnTo>
                  <a:lnTo>
                    <a:pt x="129" y="40"/>
                  </a:lnTo>
                  <a:lnTo>
                    <a:pt x="128" y="40"/>
                  </a:lnTo>
                  <a:lnTo>
                    <a:pt x="124" y="42"/>
                  </a:lnTo>
                  <a:lnTo>
                    <a:pt x="122" y="43"/>
                  </a:lnTo>
                  <a:lnTo>
                    <a:pt x="122" y="47"/>
                  </a:lnTo>
                  <a:lnTo>
                    <a:pt x="122" y="47"/>
                  </a:lnTo>
                  <a:lnTo>
                    <a:pt x="120" y="45"/>
                  </a:lnTo>
                  <a:lnTo>
                    <a:pt x="118" y="45"/>
                  </a:lnTo>
                  <a:lnTo>
                    <a:pt x="118" y="47"/>
                  </a:lnTo>
                  <a:lnTo>
                    <a:pt x="116" y="47"/>
                  </a:lnTo>
                  <a:lnTo>
                    <a:pt x="116" y="47"/>
                  </a:lnTo>
                  <a:lnTo>
                    <a:pt x="110" y="45"/>
                  </a:lnTo>
                  <a:lnTo>
                    <a:pt x="108" y="45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07" y="49"/>
                  </a:lnTo>
                  <a:lnTo>
                    <a:pt x="105" y="49"/>
                  </a:lnTo>
                  <a:lnTo>
                    <a:pt x="105" y="51"/>
                  </a:lnTo>
                  <a:lnTo>
                    <a:pt x="105" y="51"/>
                  </a:lnTo>
                  <a:lnTo>
                    <a:pt x="103" y="51"/>
                  </a:lnTo>
                  <a:lnTo>
                    <a:pt x="103" y="53"/>
                  </a:lnTo>
                  <a:lnTo>
                    <a:pt x="101" y="53"/>
                  </a:lnTo>
                  <a:lnTo>
                    <a:pt x="97" y="53"/>
                  </a:lnTo>
                  <a:lnTo>
                    <a:pt x="95" y="53"/>
                  </a:lnTo>
                  <a:lnTo>
                    <a:pt x="95" y="55"/>
                  </a:lnTo>
                  <a:lnTo>
                    <a:pt x="91" y="53"/>
                  </a:lnTo>
                  <a:lnTo>
                    <a:pt x="89" y="55"/>
                  </a:lnTo>
                  <a:lnTo>
                    <a:pt x="87" y="59"/>
                  </a:lnTo>
                  <a:lnTo>
                    <a:pt x="86" y="62"/>
                  </a:lnTo>
                  <a:lnTo>
                    <a:pt x="84" y="62"/>
                  </a:lnTo>
                  <a:lnTo>
                    <a:pt x="78" y="61"/>
                  </a:lnTo>
                  <a:lnTo>
                    <a:pt x="76" y="66"/>
                  </a:lnTo>
                  <a:lnTo>
                    <a:pt x="74" y="68"/>
                  </a:lnTo>
                  <a:lnTo>
                    <a:pt x="72" y="68"/>
                  </a:lnTo>
                  <a:lnTo>
                    <a:pt x="67" y="74"/>
                  </a:lnTo>
                  <a:lnTo>
                    <a:pt x="65" y="74"/>
                  </a:lnTo>
                  <a:lnTo>
                    <a:pt x="65" y="76"/>
                  </a:lnTo>
                  <a:lnTo>
                    <a:pt x="63" y="80"/>
                  </a:lnTo>
                  <a:lnTo>
                    <a:pt x="63" y="80"/>
                  </a:lnTo>
                  <a:lnTo>
                    <a:pt x="63" y="82"/>
                  </a:lnTo>
                  <a:lnTo>
                    <a:pt x="63" y="82"/>
                  </a:lnTo>
                  <a:lnTo>
                    <a:pt x="63" y="82"/>
                  </a:lnTo>
                  <a:lnTo>
                    <a:pt x="63" y="83"/>
                  </a:lnTo>
                  <a:lnTo>
                    <a:pt x="61" y="83"/>
                  </a:lnTo>
                  <a:lnTo>
                    <a:pt x="61" y="85"/>
                  </a:lnTo>
                  <a:lnTo>
                    <a:pt x="61" y="85"/>
                  </a:lnTo>
                  <a:lnTo>
                    <a:pt x="61" y="85"/>
                  </a:lnTo>
                  <a:lnTo>
                    <a:pt x="61" y="85"/>
                  </a:lnTo>
                  <a:lnTo>
                    <a:pt x="59" y="87"/>
                  </a:lnTo>
                  <a:lnTo>
                    <a:pt x="59" y="87"/>
                  </a:lnTo>
                  <a:lnTo>
                    <a:pt x="61" y="89"/>
                  </a:lnTo>
                  <a:lnTo>
                    <a:pt x="65" y="99"/>
                  </a:lnTo>
                  <a:lnTo>
                    <a:pt x="68" y="108"/>
                  </a:lnTo>
                  <a:lnTo>
                    <a:pt x="70" y="112"/>
                  </a:lnTo>
                  <a:lnTo>
                    <a:pt x="70" y="114"/>
                  </a:lnTo>
                  <a:lnTo>
                    <a:pt x="70" y="116"/>
                  </a:lnTo>
                  <a:lnTo>
                    <a:pt x="68" y="118"/>
                  </a:lnTo>
                  <a:lnTo>
                    <a:pt x="68" y="120"/>
                  </a:lnTo>
                  <a:lnTo>
                    <a:pt x="67" y="121"/>
                  </a:lnTo>
                  <a:lnTo>
                    <a:pt x="63" y="131"/>
                  </a:lnTo>
                  <a:lnTo>
                    <a:pt x="63" y="135"/>
                  </a:lnTo>
                  <a:lnTo>
                    <a:pt x="63" y="139"/>
                  </a:lnTo>
                  <a:lnTo>
                    <a:pt x="61" y="142"/>
                  </a:lnTo>
                  <a:lnTo>
                    <a:pt x="61" y="144"/>
                  </a:lnTo>
                  <a:lnTo>
                    <a:pt x="61" y="148"/>
                  </a:lnTo>
                  <a:lnTo>
                    <a:pt x="61" y="148"/>
                  </a:lnTo>
                  <a:lnTo>
                    <a:pt x="63" y="150"/>
                  </a:lnTo>
                  <a:lnTo>
                    <a:pt x="63" y="152"/>
                  </a:lnTo>
                  <a:lnTo>
                    <a:pt x="65" y="152"/>
                  </a:lnTo>
                  <a:lnTo>
                    <a:pt x="68" y="152"/>
                  </a:lnTo>
                  <a:lnTo>
                    <a:pt x="70" y="152"/>
                  </a:lnTo>
                  <a:lnTo>
                    <a:pt x="72" y="152"/>
                  </a:lnTo>
                  <a:lnTo>
                    <a:pt x="74" y="154"/>
                  </a:lnTo>
                  <a:lnTo>
                    <a:pt x="74" y="156"/>
                  </a:lnTo>
                  <a:lnTo>
                    <a:pt x="68" y="158"/>
                  </a:lnTo>
                  <a:lnTo>
                    <a:pt x="67" y="159"/>
                  </a:lnTo>
                  <a:lnTo>
                    <a:pt x="67" y="161"/>
                  </a:lnTo>
                  <a:lnTo>
                    <a:pt x="67" y="163"/>
                  </a:lnTo>
                  <a:lnTo>
                    <a:pt x="65" y="165"/>
                  </a:lnTo>
                  <a:lnTo>
                    <a:pt x="63" y="167"/>
                  </a:lnTo>
                  <a:lnTo>
                    <a:pt x="63" y="169"/>
                  </a:lnTo>
                  <a:lnTo>
                    <a:pt x="61" y="169"/>
                  </a:lnTo>
                  <a:lnTo>
                    <a:pt x="59" y="169"/>
                  </a:lnTo>
                  <a:lnTo>
                    <a:pt x="57" y="169"/>
                  </a:lnTo>
                  <a:lnTo>
                    <a:pt x="55" y="169"/>
                  </a:lnTo>
                  <a:lnTo>
                    <a:pt x="53" y="171"/>
                  </a:lnTo>
                  <a:lnTo>
                    <a:pt x="51" y="173"/>
                  </a:lnTo>
                  <a:lnTo>
                    <a:pt x="51" y="175"/>
                  </a:lnTo>
                  <a:lnTo>
                    <a:pt x="51" y="175"/>
                  </a:lnTo>
                  <a:lnTo>
                    <a:pt x="49" y="175"/>
                  </a:lnTo>
                  <a:lnTo>
                    <a:pt x="47" y="175"/>
                  </a:lnTo>
                  <a:lnTo>
                    <a:pt x="46" y="175"/>
                  </a:lnTo>
                  <a:lnTo>
                    <a:pt x="44" y="175"/>
                  </a:lnTo>
                  <a:lnTo>
                    <a:pt x="44" y="175"/>
                  </a:lnTo>
                  <a:lnTo>
                    <a:pt x="42" y="177"/>
                  </a:lnTo>
                  <a:lnTo>
                    <a:pt x="42" y="179"/>
                  </a:lnTo>
                  <a:lnTo>
                    <a:pt x="42" y="180"/>
                  </a:lnTo>
                  <a:lnTo>
                    <a:pt x="42" y="182"/>
                  </a:lnTo>
                  <a:lnTo>
                    <a:pt x="40" y="182"/>
                  </a:lnTo>
                  <a:lnTo>
                    <a:pt x="38" y="184"/>
                  </a:lnTo>
                  <a:lnTo>
                    <a:pt x="38" y="184"/>
                  </a:lnTo>
                  <a:lnTo>
                    <a:pt x="38" y="186"/>
                  </a:lnTo>
                  <a:lnTo>
                    <a:pt x="38" y="186"/>
                  </a:lnTo>
                  <a:lnTo>
                    <a:pt x="38" y="188"/>
                  </a:lnTo>
                  <a:lnTo>
                    <a:pt x="36" y="188"/>
                  </a:lnTo>
                  <a:lnTo>
                    <a:pt x="36" y="190"/>
                  </a:lnTo>
                  <a:lnTo>
                    <a:pt x="34" y="192"/>
                  </a:lnTo>
                  <a:lnTo>
                    <a:pt x="32" y="194"/>
                  </a:lnTo>
                  <a:lnTo>
                    <a:pt x="32" y="194"/>
                  </a:lnTo>
                  <a:lnTo>
                    <a:pt x="30" y="196"/>
                  </a:lnTo>
                  <a:lnTo>
                    <a:pt x="30" y="198"/>
                  </a:lnTo>
                  <a:lnTo>
                    <a:pt x="28" y="198"/>
                  </a:lnTo>
                  <a:lnTo>
                    <a:pt x="28" y="199"/>
                  </a:lnTo>
                  <a:lnTo>
                    <a:pt x="28" y="201"/>
                  </a:lnTo>
                  <a:lnTo>
                    <a:pt x="27" y="201"/>
                  </a:lnTo>
                  <a:lnTo>
                    <a:pt x="25" y="201"/>
                  </a:lnTo>
                  <a:lnTo>
                    <a:pt x="23" y="203"/>
                  </a:lnTo>
                  <a:lnTo>
                    <a:pt x="21" y="203"/>
                  </a:lnTo>
                  <a:lnTo>
                    <a:pt x="21" y="205"/>
                  </a:lnTo>
                  <a:lnTo>
                    <a:pt x="19" y="207"/>
                  </a:lnTo>
                  <a:lnTo>
                    <a:pt x="19" y="209"/>
                  </a:lnTo>
                  <a:lnTo>
                    <a:pt x="19" y="211"/>
                  </a:lnTo>
                  <a:lnTo>
                    <a:pt x="19" y="215"/>
                  </a:lnTo>
                  <a:lnTo>
                    <a:pt x="19" y="217"/>
                  </a:lnTo>
                  <a:lnTo>
                    <a:pt x="15" y="217"/>
                  </a:lnTo>
                  <a:lnTo>
                    <a:pt x="13" y="218"/>
                  </a:lnTo>
                  <a:lnTo>
                    <a:pt x="13" y="218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6" y="226"/>
                  </a:lnTo>
                  <a:lnTo>
                    <a:pt x="6" y="226"/>
                  </a:lnTo>
                  <a:lnTo>
                    <a:pt x="6" y="226"/>
                  </a:lnTo>
                  <a:lnTo>
                    <a:pt x="6" y="228"/>
                  </a:lnTo>
                  <a:lnTo>
                    <a:pt x="6" y="228"/>
                  </a:lnTo>
                  <a:lnTo>
                    <a:pt x="4" y="228"/>
                  </a:lnTo>
                  <a:lnTo>
                    <a:pt x="2" y="230"/>
                  </a:lnTo>
                  <a:lnTo>
                    <a:pt x="0" y="232"/>
                  </a:lnTo>
                  <a:lnTo>
                    <a:pt x="0" y="234"/>
                  </a:lnTo>
                  <a:lnTo>
                    <a:pt x="0" y="234"/>
                  </a:lnTo>
                  <a:lnTo>
                    <a:pt x="4" y="236"/>
                  </a:lnTo>
                  <a:lnTo>
                    <a:pt x="6" y="239"/>
                  </a:lnTo>
                  <a:lnTo>
                    <a:pt x="7" y="243"/>
                  </a:lnTo>
                  <a:lnTo>
                    <a:pt x="9" y="247"/>
                  </a:lnTo>
                  <a:lnTo>
                    <a:pt x="9" y="249"/>
                  </a:lnTo>
                  <a:lnTo>
                    <a:pt x="11" y="251"/>
                  </a:lnTo>
                  <a:lnTo>
                    <a:pt x="11" y="253"/>
                  </a:lnTo>
                  <a:lnTo>
                    <a:pt x="11" y="255"/>
                  </a:lnTo>
                  <a:lnTo>
                    <a:pt x="11" y="256"/>
                  </a:lnTo>
                  <a:lnTo>
                    <a:pt x="11" y="256"/>
                  </a:lnTo>
                  <a:lnTo>
                    <a:pt x="4" y="268"/>
                  </a:lnTo>
                  <a:lnTo>
                    <a:pt x="4" y="270"/>
                  </a:lnTo>
                  <a:lnTo>
                    <a:pt x="4" y="272"/>
                  </a:lnTo>
                  <a:lnTo>
                    <a:pt x="4" y="272"/>
                  </a:lnTo>
                  <a:lnTo>
                    <a:pt x="4" y="272"/>
                  </a:lnTo>
                  <a:lnTo>
                    <a:pt x="6" y="274"/>
                  </a:lnTo>
                  <a:lnTo>
                    <a:pt x="40" y="275"/>
                  </a:lnTo>
                  <a:lnTo>
                    <a:pt x="49" y="275"/>
                  </a:lnTo>
                  <a:lnTo>
                    <a:pt x="61" y="277"/>
                  </a:lnTo>
                  <a:lnTo>
                    <a:pt x="67" y="277"/>
                  </a:lnTo>
                  <a:lnTo>
                    <a:pt x="72" y="279"/>
                  </a:lnTo>
                  <a:lnTo>
                    <a:pt x="74" y="279"/>
                  </a:lnTo>
                  <a:lnTo>
                    <a:pt x="74" y="279"/>
                  </a:lnTo>
                  <a:lnTo>
                    <a:pt x="74" y="279"/>
                  </a:lnTo>
                  <a:lnTo>
                    <a:pt x="76" y="277"/>
                  </a:lnTo>
                  <a:lnTo>
                    <a:pt x="76" y="277"/>
                  </a:lnTo>
                  <a:lnTo>
                    <a:pt x="76" y="277"/>
                  </a:lnTo>
                  <a:lnTo>
                    <a:pt x="80" y="274"/>
                  </a:lnTo>
                  <a:lnTo>
                    <a:pt x="80" y="274"/>
                  </a:lnTo>
                  <a:lnTo>
                    <a:pt x="82" y="274"/>
                  </a:lnTo>
                  <a:lnTo>
                    <a:pt x="82" y="274"/>
                  </a:lnTo>
                  <a:lnTo>
                    <a:pt x="86" y="274"/>
                  </a:lnTo>
                  <a:lnTo>
                    <a:pt x="87" y="272"/>
                  </a:lnTo>
                  <a:lnTo>
                    <a:pt x="89" y="272"/>
                  </a:lnTo>
                  <a:lnTo>
                    <a:pt x="89" y="272"/>
                  </a:lnTo>
                  <a:lnTo>
                    <a:pt x="89" y="274"/>
                  </a:lnTo>
                  <a:lnTo>
                    <a:pt x="91" y="274"/>
                  </a:lnTo>
                  <a:lnTo>
                    <a:pt x="91" y="274"/>
                  </a:lnTo>
                  <a:lnTo>
                    <a:pt x="91" y="275"/>
                  </a:lnTo>
                  <a:lnTo>
                    <a:pt x="93" y="275"/>
                  </a:lnTo>
                  <a:lnTo>
                    <a:pt x="97" y="275"/>
                  </a:lnTo>
                  <a:lnTo>
                    <a:pt x="99" y="275"/>
                  </a:lnTo>
                  <a:lnTo>
                    <a:pt x="99" y="277"/>
                  </a:lnTo>
                  <a:lnTo>
                    <a:pt x="99" y="277"/>
                  </a:lnTo>
                  <a:lnTo>
                    <a:pt x="99" y="277"/>
                  </a:lnTo>
                  <a:lnTo>
                    <a:pt x="101" y="277"/>
                  </a:lnTo>
                  <a:lnTo>
                    <a:pt x="101" y="279"/>
                  </a:lnTo>
                  <a:lnTo>
                    <a:pt x="101" y="279"/>
                  </a:lnTo>
                  <a:lnTo>
                    <a:pt x="101" y="281"/>
                  </a:lnTo>
                  <a:lnTo>
                    <a:pt x="101" y="281"/>
                  </a:lnTo>
                  <a:lnTo>
                    <a:pt x="103" y="283"/>
                  </a:lnTo>
                  <a:lnTo>
                    <a:pt x="105" y="283"/>
                  </a:lnTo>
                  <a:lnTo>
                    <a:pt x="105" y="283"/>
                  </a:lnTo>
                  <a:lnTo>
                    <a:pt x="105" y="283"/>
                  </a:lnTo>
                  <a:lnTo>
                    <a:pt x="107" y="285"/>
                  </a:lnTo>
                  <a:lnTo>
                    <a:pt x="107" y="285"/>
                  </a:lnTo>
                  <a:lnTo>
                    <a:pt x="108" y="285"/>
                  </a:lnTo>
                  <a:lnTo>
                    <a:pt x="110" y="283"/>
                  </a:lnTo>
                  <a:lnTo>
                    <a:pt x="112" y="283"/>
                  </a:lnTo>
                  <a:lnTo>
                    <a:pt x="112" y="283"/>
                  </a:lnTo>
                  <a:lnTo>
                    <a:pt x="112" y="283"/>
                  </a:lnTo>
                  <a:lnTo>
                    <a:pt x="114" y="281"/>
                  </a:lnTo>
                  <a:lnTo>
                    <a:pt x="114" y="281"/>
                  </a:lnTo>
                  <a:lnTo>
                    <a:pt x="114" y="281"/>
                  </a:lnTo>
                  <a:lnTo>
                    <a:pt x="114" y="279"/>
                  </a:lnTo>
                  <a:lnTo>
                    <a:pt x="114" y="279"/>
                  </a:lnTo>
                  <a:lnTo>
                    <a:pt x="114" y="279"/>
                  </a:lnTo>
                  <a:lnTo>
                    <a:pt x="114" y="279"/>
                  </a:lnTo>
                  <a:lnTo>
                    <a:pt x="116" y="279"/>
                  </a:lnTo>
                  <a:lnTo>
                    <a:pt x="116" y="279"/>
                  </a:lnTo>
                  <a:lnTo>
                    <a:pt x="116" y="281"/>
                  </a:lnTo>
                  <a:lnTo>
                    <a:pt x="116" y="281"/>
                  </a:lnTo>
                  <a:lnTo>
                    <a:pt x="116" y="283"/>
                  </a:lnTo>
                  <a:lnTo>
                    <a:pt x="116" y="283"/>
                  </a:lnTo>
                  <a:lnTo>
                    <a:pt x="116" y="283"/>
                  </a:lnTo>
                  <a:lnTo>
                    <a:pt x="116" y="285"/>
                  </a:lnTo>
                  <a:lnTo>
                    <a:pt x="114" y="285"/>
                  </a:lnTo>
                  <a:lnTo>
                    <a:pt x="114" y="285"/>
                  </a:lnTo>
                  <a:lnTo>
                    <a:pt x="114" y="285"/>
                  </a:lnTo>
                  <a:lnTo>
                    <a:pt x="114" y="285"/>
                  </a:lnTo>
                  <a:lnTo>
                    <a:pt x="116" y="285"/>
                  </a:lnTo>
                  <a:lnTo>
                    <a:pt x="116" y="287"/>
                  </a:lnTo>
                  <a:lnTo>
                    <a:pt x="116" y="287"/>
                  </a:lnTo>
                  <a:lnTo>
                    <a:pt x="116" y="289"/>
                  </a:lnTo>
                  <a:lnTo>
                    <a:pt x="116" y="289"/>
                  </a:lnTo>
                  <a:lnTo>
                    <a:pt x="116" y="291"/>
                  </a:lnTo>
                  <a:lnTo>
                    <a:pt x="118" y="291"/>
                  </a:lnTo>
                  <a:lnTo>
                    <a:pt x="118" y="291"/>
                  </a:lnTo>
                  <a:lnTo>
                    <a:pt x="120" y="293"/>
                  </a:lnTo>
                  <a:lnTo>
                    <a:pt x="120" y="293"/>
                  </a:lnTo>
                  <a:lnTo>
                    <a:pt x="120" y="293"/>
                  </a:lnTo>
                  <a:lnTo>
                    <a:pt x="120" y="293"/>
                  </a:lnTo>
                  <a:lnTo>
                    <a:pt x="120" y="293"/>
                  </a:lnTo>
                  <a:lnTo>
                    <a:pt x="120" y="291"/>
                  </a:lnTo>
                  <a:lnTo>
                    <a:pt x="120" y="291"/>
                  </a:lnTo>
                  <a:lnTo>
                    <a:pt x="122" y="289"/>
                  </a:lnTo>
                  <a:lnTo>
                    <a:pt x="122" y="289"/>
                  </a:lnTo>
                  <a:lnTo>
                    <a:pt x="124" y="289"/>
                  </a:lnTo>
                  <a:lnTo>
                    <a:pt x="124" y="289"/>
                  </a:lnTo>
                  <a:lnTo>
                    <a:pt x="124" y="289"/>
                  </a:lnTo>
                  <a:lnTo>
                    <a:pt x="124" y="289"/>
                  </a:lnTo>
                  <a:lnTo>
                    <a:pt x="124" y="291"/>
                  </a:lnTo>
                  <a:lnTo>
                    <a:pt x="126" y="291"/>
                  </a:lnTo>
                  <a:lnTo>
                    <a:pt x="126" y="293"/>
                  </a:lnTo>
                  <a:lnTo>
                    <a:pt x="126" y="293"/>
                  </a:lnTo>
                  <a:lnTo>
                    <a:pt x="128" y="296"/>
                  </a:lnTo>
                  <a:lnTo>
                    <a:pt x="128" y="296"/>
                  </a:lnTo>
                  <a:lnTo>
                    <a:pt x="128" y="296"/>
                  </a:lnTo>
                  <a:lnTo>
                    <a:pt x="128" y="298"/>
                  </a:lnTo>
                  <a:lnTo>
                    <a:pt x="128" y="298"/>
                  </a:lnTo>
                  <a:lnTo>
                    <a:pt x="128" y="298"/>
                  </a:lnTo>
                  <a:lnTo>
                    <a:pt x="128" y="298"/>
                  </a:lnTo>
                  <a:lnTo>
                    <a:pt x="128" y="298"/>
                  </a:lnTo>
                  <a:lnTo>
                    <a:pt x="126" y="298"/>
                  </a:lnTo>
                  <a:lnTo>
                    <a:pt x="126" y="298"/>
                  </a:lnTo>
                  <a:lnTo>
                    <a:pt x="126" y="298"/>
                  </a:lnTo>
                  <a:lnTo>
                    <a:pt x="126" y="298"/>
                  </a:lnTo>
                  <a:lnTo>
                    <a:pt x="126" y="298"/>
                  </a:lnTo>
                  <a:lnTo>
                    <a:pt x="126" y="298"/>
                  </a:lnTo>
                  <a:lnTo>
                    <a:pt x="126" y="298"/>
                  </a:lnTo>
                  <a:lnTo>
                    <a:pt x="126" y="300"/>
                  </a:lnTo>
                  <a:lnTo>
                    <a:pt x="126" y="302"/>
                  </a:lnTo>
                  <a:lnTo>
                    <a:pt x="126" y="302"/>
                  </a:lnTo>
                  <a:lnTo>
                    <a:pt x="126" y="302"/>
                  </a:lnTo>
                  <a:lnTo>
                    <a:pt x="124" y="302"/>
                  </a:lnTo>
                  <a:lnTo>
                    <a:pt x="124" y="304"/>
                  </a:lnTo>
                  <a:lnTo>
                    <a:pt x="124" y="304"/>
                  </a:lnTo>
                  <a:lnTo>
                    <a:pt x="122" y="304"/>
                  </a:lnTo>
                  <a:lnTo>
                    <a:pt x="122" y="304"/>
                  </a:lnTo>
                  <a:lnTo>
                    <a:pt x="122" y="304"/>
                  </a:lnTo>
                  <a:lnTo>
                    <a:pt x="122" y="304"/>
                  </a:lnTo>
                  <a:lnTo>
                    <a:pt x="124" y="306"/>
                  </a:lnTo>
                  <a:lnTo>
                    <a:pt x="124" y="308"/>
                  </a:lnTo>
                  <a:lnTo>
                    <a:pt x="124" y="308"/>
                  </a:lnTo>
                  <a:lnTo>
                    <a:pt x="124" y="308"/>
                  </a:lnTo>
                  <a:lnTo>
                    <a:pt x="124" y="308"/>
                  </a:lnTo>
                  <a:lnTo>
                    <a:pt x="124" y="308"/>
                  </a:lnTo>
                  <a:lnTo>
                    <a:pt x="124" y="310"/>
                  </a:lnTo>
                  <a:lnTo>
                    <a:pt x="126" y="310"/>
                  </a:lnTo>
                  <a:lnTo>
                    <a:pt x="126" y="312"/>
                  </a:lnTo>
                  <a:lnTo>
                    <a:pt x="126" y="312"/>
                  </a:lnTo>
                  <a:lnTo>
                    <a:pt x="126" y="312"/>
                  </a:lnTo>
                  <a:lnTo>
                    <a:pt x="126" y="314"/>
                  </a:lnTo>
                  <a:lnTo>
                    <a:pt x="128" y="314"/>
                  </a:lnTo>
                  <a:lnTo>
                    <a:pt x="128" y="314"/>
                  </a:lnTo>
                  <a:lnTo>
                    <a:pt x="128" y="315"/>
                  </a:lnTo>
                  <a:lnTo>
                    <a:pt x="128" y="317"/>
                  </a:lnTo>
                  <a:lnTo>
                    <a:pt x="129" y="317"/>
                  </a:lnTo>
                  <a:lnTo>
                    <a:pt x="131" y="317"/>
                  </a:lnTo>
                  <a:lnTo>
                    <a:pt x="133" y="315"/>
                  </a:lnTo>
                  <a:lnTo>
                    <a:pt x="133" y="315"/>
                  </a:lnTo>
                  <a:lnTo>
                    <a:pt x="135" y="315"/>
                  </a:lnTo>
                  <a:lnTo>
                    <a:pt x="133" y="314"/>
                  </a:lnTo>
                  <a:lnTo>
                    <a:pt x="133" y="314"/>
                  </a:lnTo>
                  <a:lnTo>
                    <a:pt x="133" y="312"/>
                  </a:lnTo>
                  <a:lnTo>
                    <a:pt x="133" y="312"/>
                  </a:lnTo>
                  <a:lnTo>
                    <a:pt x="133" y="310"/>
                  </a:lnTo>
                  <a:lnTo>
                    <a:pt x="135" y="308"/>
                  </a:lnTo>
                  <a:lnTo>
                    <a:pt x="135" y="306"/>
                  </a:lnTo>
                  <a:lnTo>
                    <a:pt x="137" y="306"/>
                  </a:lnTo>
                  <a:lnTo>
                    <a:pt x="137" y="308"/>
                  </a:lnTo>
                  <a:lnTo>
                    <a:pt x="137" y="306"/>
                  </a:lnTo>
                  <a:lnTo>
                    <a:pt x="139" y="306"/>
                  </a:lnTo>
                  <a:lnTo>
                    <a:pt x="139" y="306"/>
                  </a:lnTo>
                  <a:lnTo>
                    <a:pt x="139" y="304"/>
                  </a:lnTo>
                  <a:lnTo>
                    <a:pt x="139" y="304"/>
                  </a:lnTo>
                  <a:lnTo>
                    <a:pt x="141" y="302"/>
                  </a:lnTo>
                  <a:lnTo>
                    <a:pt x="141" y="300"/>
                  </a:lnTo>
                  <a:lnTo>
                    <a:pt x="145" y="296"/>
                  </a:lnTo>
                  <a:lnTo>
                    <a:pt x="147" y="295"/>
                  </a:lnTo>
                  <a:lnTo>
                    <a:pt x="147" y="291"/>
                  </a:lnTo>
                  <a:lnTo>
                    <a:pt x="148" y="291"/>
                  </a:lnTo>
                  <a:lnTo>
                    <a:pt x="148" y="291"/>
                  </a:lnTo>
                  <a:lnTo>
                    <a:pt x="150" y="293"/>
                  </a:lnTo>
                  <a:lnTo>
                    <a:pt x="154" y="293"/>
                  </a:lnTo>
                  <a:lnTo>
                    <a:pt x="156" y="295"/>
                  </a:lnTo>
                  <a:lnTo>
                    <a:pt x="156" y="293"/>
                  </a:lnTo>
                  <a:lnTo>
                    <a:pt x="156" y="295"/>
                  </a:lnTo>
                  <a:lnTo>
                    <a:pt x="160" y="295"/>
                  </a:lnTo>
                  <a:lnTo>
                    <a:pt x="162" y="296"/>
                  </a:lnTo>
                  <a:lnTo>
                    <a:pt x="164" y="296"/>
                  </a:lnTo>
                  <a:lnTo>
                    <a:pt x="166" y="295"/>
                  </a:lnTo>
                  <a:lnTo>
                    <a:pt x="168" y="295"/>
                  </a:lnTo>
                  <a:lnTo>
                    <a:pt x="171" y="296"/>
                  </a:lnTo>
                  <a:lnTo>
                    <a:pt x="171" y="295"/>
                  </a:lnTo>
                  <a:lnTo>
                    <a:pt x="173" y="295"/>
                  </a:lnTo>
                  <a:lnTo>
                    <a:pt x="173" y="295"/>
                  </a:lnTo>
                  <a:lnTo>
                    <a:pt x="173" y="293"/>
                  </a:lnTo>
                  <a:lnTo>
                    <a:pt x="173" y="293"/>
                  </a:lnTo>
                  <a:lnTo>
                    <a:pt x="173" y="291"/>
                  </a:lnTo>
                  <a:lnTo>
                    <a:pt x="177" y="289"/>
                  </a:lnTo>
                  <a:lnTo>
                    <a:pt x="179" y="289"/>
                  </a:lnTo>
                  <a:lnTo>
                    <a:pt x="179" y="289"/>
                  </a:lnTo>
                  <a:lnTo>
                    <a:pt x="181" y="289"/>
                  </a:lnTo>
                  <a:lnTo>
                    <a:pt x="183" y="289"/>
                  </a:lnTo>
                  <a:lnTo>
                    <a:pt x="183" y="291"/>
                  </a:lnTo>
                  <a:lnTo>
                    <a:pt x="185" y="293"/>
                  </a:lnTo>
                  <a:lnTo>
                    <a:pt x="185" y="293"/>
                  </a:lnTo>
                  <a:lnTo>
                    <a:pt x="187" y="296"/>
                  </a:lnTo>
                  <a:lnTo>
                    <a:pt x="187" y="296"/>
                  </a:lnTo>
                  <a:lnTo>
                    <a:pt x="188" y="298"/>
                  </a:lnTo>
                  <a:lnTo>
                    <a:pt x="190" y="298"/>
                  </a:lnTo>
                  <a:lnTo>
                    <a:pt x="192" y="298"/>
                  </a:lnTo>
                  <a:lnTo>
                    <a:pt x="194" y="298"/>
                  </a:lnTo>
                  <a:lnTo>
                    <a:pt x="196" y="298"/>
                  </a:lnTo>
                  <a:lnTo>
                    <a:pt x="198" y="296"/>
                  </a:lnTo>
                  <a:lnTo>
                    <a:pt x="198" y="296"/>
                  </a:lnTo>
                  <a:lnTo>
                    <a:pt x="202" y="296"/>
                  </a:lnTo>
                  <a:lnTo>
                    <a:pt x="202" y="296"/>
                  </a:lnTo>
                  <a:lnTo>
                    <a:pt x="204" y="296"/>
                  </a:lnTo>
                  <a:lnTo>
                    <a:pt x="206" y="293"/>
                  </a:lnTo>
                  <a:lnTo>
                    <a:pt x="209" y="291"/>
                  </a:lnTo>
                  <a:lnTo>
                    <a:pt x="211" y="289"/>
                  </a:lnTo>
                  <a:lnTo>
                    <a:pt x="213" y="289"/>
                  </a:lnTo>
                  <a:lnTo>
                    <a:pt x="215" y="287"/>
                  </a:lnTo>
                  <a:lnTo>
                    <a:pt x="219" y="287"/>
                  </a:lnTo>
                  <a:lnTo>
                    <a:pt x="219" y="285"/>
                  </a:lnTo>
                  <a:lnTo>
                    <a:pt x="219" y="283"/>
                  </a:lnTo>
                  <a:lnTo>
                    <a:pt x="219" y="283"/>
                  </a:lnTo>
                  <a:lnTo>
                    <a:pt x="217" y="281"/>
                  </a:lnTo>
                  <a:lnTo>
                    <a:pt x="217" y="281"/>
                  </a:lnTo>
                  <a:lnTo>
                    <a:pt x="215" y="281"/>
                  </a:lnTo>
                  <a:lnTo>
                    <a:pt x="215" y="279"/>
                  </a:lnTo>
                  <a:lnTo>
                    <a:pt x="215" y="279"/>
                  </a:lnTo>
                  <a:lnTo>
                    <a:pt x="215" y="277"/>
                  </a:lnTo>
                  <a:lnTo>
                    <a:pt x="215" y="277"/>
                  </a:lnTo>
                  <a:lnTo>
                    <a:pt x="215" y="275"/>
                  </a:lnTo>
                  <a:lnTo>
                    <a:pt x="215" y="274"/>
                  </a:lnTo>
                  <a:lnTo>
                    <a:pt x="217" y="268"/>
                  </a:lnTo>
                  <a:lnTo>
                    <a:pt x="217" y="268"/>
                  </a:lnTo>
                  <a:lnTo>
                    <a:pt x="219" y="266"/>
                  </a:lnTo>
                  <a:lnTo>
                    <a:pt x="219" y="266"/>
                  </a:lnTo>
                  <a:lnTo>
                    <a:pt x="219" y="266"/>
                  </a:lnTo>
                  <a:lnTo>
                    <a:pt x="219" y="266"/>
                  </a:lnTo>
                  <a:lnTo>
                    <a:pt x="219" y="264"/>
                  </a:lnTo>
                  <a:lnTo>
                    <a:pt x="219" y="264"/>
                  </a:lnTo>
                  <a:lnTo>
                    <a:pt x="219" y="264"/>
                  </a:lnTo>
                  <a:lnTo>
                    <a:pt x="219" y="262"/>
                  </a:lnTo>
                  <a:lnTo>
                    <a:pt x="219" y="262"/>
                  </a:lnTo>
                  <a:lnTo>
                    <a:pt x="219" y="262"/>
                  </a:lnTo>
                  <a:lnTo>
                    <a:pt x="221" y="262"/>
                  </a:lnTo>
                  <a:lnTo>
                    <a:pt x="223" y="262"/>
                  </a:lnTo>
                  <a:lnTo>
                    <a:pt x="221" y="260"/>
                  </a:lnTo>
                  <a:lnTo>
                    <a:pt x="221" y="260"/>
                  </a:lnTo>
                  <a:lnTo>
                    <a:pt x="219" y="260"/>
                  </a:lnTo>
                  <a:lnTo>
                    <a:pt x="219" y="260"/>
                  </a:lnTo>
                  <a:lnTo>
                    <a:pt x="217" y="258"/>
                  </a:lnTo>
                  <a:lnTo>
                    <a:pt x="217" y="258"/>
                  </a:lnTo>
                  <a:lnTo>
                    <a:pt x="217" y="258"/>
                  </a:lnTo>
                  <a:lnTo>
                    <a:pt x="217" y="256"/>
                  </a:lnTo>
                  <a:lnTo>
                    <a:pt x="219" y="256"/>
                  </a:lnTo>
                  <a:lnTo>
                    <a:pt x="219" y="256"/>
                  </a:lnTo>
                  <a:lnTo>
                    <a:pt x="219" y="256"/>
                  </a:lnTo>
                  <a:lnTo>
                    <a:pt x="223" y="258"/>
                  </a:lnTo>
                  <a:lnTo>
                    <a:pt x="223" y="258"/>
                  </a:lnTo>
                  <a:lnTo>
                    <a:pt x="225" y="258"/>
                  </a:lnTo>
                  <a:lnTo>
                    <a:pt x="225" y="258"/>
                  </a:lnTo>
                  <a:lnTo>
                    <a:pt x="227" y="260"/>
                  </a:lnTo>
                  <a:lnTo>
                    <a:pt x="227" y="260"/>
                  </a:lnTo>
                  <a:lnTo>
                    <a:pt x="229" y="260"/>
                  </a:lnTo>
                  <a:lnTo>
                    <a:pt x="229" y="258"/>
                  </a:lnTo>
                  <a:lnTo>
                    <a:pt x="229" y="258"/>
                  </a:lnTo>
                  <a:lnTo>
                    <a:pt x="229" y="258"/>
                  </a:lnTo>
                  <a:lnTo>
                    <a:pt x="229" y="256"/>
                  </a:lnTo>
                  <a:lnTo>
                    <a:pt x="229" y="256"/>
                  </a:lnTo>
                  <a:lnTo>
                    <a:pt x="229" y="256"/>
                  </a:lnTo>
                  <a:lnTo>
                    <a:pt x="230" y="256"/>
                  </a:lnTo>
                  <a:lnTo>
                    <a:pt x="230" y="256"/>
                  </a:lnTo>
                  <a:lnTo>
                    <a:pt x="232" y="258"/>
                  </a:lnTo>
                  <a:lnTo>
                    <a:pt x="232" y="258"/>
                  </a:lnTo>
                  <a:lnTo>
                    <a:pt x="232" y="258"/>
                  </a:lnTo>
                  <a:lnTo>
                    <a:pt x="232" y="258"/>
                  </a:lnTo>
                  <a:lnTo>
                    <a:pt x="234" y="258"/>
                  </a:lnTo>
                  <a:lnTo>
                    <a:pt x="234" y="258"/>
                  </a:lnTo>
                  <a:lnTo>
                    <a:pt x="234" y="256"/>
                  </a:lnTo>
                  <a:lnTo>
                    <a:pt x="234" y="255"/>
                  </a:lnTo>
                  <a:lnTo>
                    <a:pt x="234" y="255"/>
                  </a:lnTo>
                  <a:lnTo>
                    <a:pt x="234" y="255"/>
                  </a:lnTo>
                  <a:lnTo>
                    <a:pt x="234" y="253"/>
                  </a:lnTo>
                  <a:lnTo>
                    <a:pt x="234" y="253"/>
                  </a:lnTo>
                  <a:lnTo>
                    <a:pt x="234" y="253"/>
                  </a:lnTo>
                  <a:lnTo>
                    <a:pt x="234" y="251"/>
                  </a:lnTo>
                  <a:lnTo>
                    <a:pt x="236" y="251"/>
                  </a:lnTo>
                  <a:lnTo>
                    <a:pt x="236" y="251"/>
                  </a:lnTo>
                  <a:lnTo>
                    <a:pt x="236" y="251"/>
                  </a:lnTo>
                  <a:lnTo>
                    <a:pt x="238" y="253"/>
                  </a:lnTo>
                  <a:lnTo>
                    <a:pt x="238" y="256"/>
                  </a:lnTo>
                  <a:lnTo>
                    <a:pt x="238" y="258"/>
                  </a:lnTo>
                  <a:lnTo>
                    <a:pt x="240" y="260"/>
                  </a:lnTo>
                  <a:lnTo>
                    <a:pt x="240" y="260"/>
                  </a:lnTo>
                  <a:lnTo>
                    <a:pt x="242" y="260"/>
                  </a:lnTo>
                  <a:lnTo>
                    <a:pt x="244" y="262"/>
                  </a:lnTo>
                  <a:lnTo>
                    <a:pt x="244" y="262"/>
                  </a:lnTo>
                  <a:lnTo>
                    <a:pt x="248" y="262"/>
                  </a:lnTo>
                  <a:lnTo>
                    <a:pt x="253" y="258"/>
                  </a:lnTo>
                  <a:lnTo>
                    <a:pt x="257" y="256"/>
                  </a:lnTo>
                  <a:lnTo>
                    <a:pt x="257" y="255"/>
                  </a:lnTo>
                  <a:lnTo>
                    <a:pt x="257" y="255"/>
                  </a:lnTo>
                  <a:lnTo>
                    <a:pt x="257" y="253"/>
                  </a:lnTo>
                  <a:lnTo>
                    <a:pt x="257" y="251"/>
                  </a:lnTo>
                  <a:lnTo>
                    <a:pt x="257" y="251"/>
                  </a:lnTo>
                  <a:lnTo>
                    <a:pt x="257" y="251"/>
                  </a:lnTo>
                  <a:lnTo>
                    <a:pt x="257" y="249"/>
                  </a:lnTo>
                  <a:lnTo>
                    <a:pt x="257" y="249"/>
                  </a:lnTo>
                  <a:lnTo>
                    <a:pt x="257" y="249"/>
                  </a:lnTo>
                  <a:lnTo>
                    <a:pt x="257" y="249"/>
                  </a:lnTo>
                  <a:lnTo>
                    <a:pt x="255" y="249"/>
                  </a:lnTo>
                  <a:lnTo>
                    <a:pt x="255" y="247"/>
                  </a:lnTo>
                  <a:lnTo>
                    <a:pt x="255" y="247"/>
                  </a:lnTo>
                  <a:lnTo>
                    <a:pt x="253" y="247"/>
                  </a:lnTo>
                  <a:lnTo>
                    <a:pt x="253" y="247"/>
                  </a:lnTo>
                  <a:lnTo>
                    <a:pt x="253" y="245"/>
                  </a:lnTo>
                  <a:lnTo>
                    <a:pt x="253" y="245"/>
                  </a:lnTo>
                  <a:lnTo>
                    <a:pt x="253" y="245"/>
                  </a:lnTo>
                  <a:lnTo>
                    <a:pt x="253" y="245"/>
                  </a:lnTo>
                  <a:lnTo>
                    <a:pt x="253" y="245"/>
                  </a:lnTo>
                  <a:lnTo>
                    <a:pt x="251" y="245"/>
                  </a:lnTo>
                  <a:lnTo>
                    <a:pt x="251" y="245"/>
                  </a:lnTo>
                  <a:lnTo>
                    <a:pt x="249" y="247"/>
                  </a:lnTo>
                  <a:lnTo>
                    <a:pt x="249" y="247"/>
                  </a:lnTo>
                  <a:lnTo>
                    <a:pt x="249" y="247"/>
                  </a:lnTo>
                  <a:lnTo>
                    <a:pt x="249" y="247"/>
                  </a:lnTo>
                  <a:lnTo>
                    <a:pt x="248" y="247"/>
                  </a:lnTo>
                  <a:lnTo>
                    <a:pt x="248" y="247"/>
                  </a:lnTo>
                  <a:lnTo>
                    <a:pt x="248" y="245"/>
                  </a:lnTo>
                  <a:lnTo>
                    <a:pt x="248" y="245"/>
                  </a:lnTo>
                  <a:lnTo>
                    <a:pt x="249" y="243"/>
                  </a:lnTo>
                  <a:lnTo>
                    <a:pt x="251" y="243"/>
                  </a:lnTo>
                  <a:lnTo>
                    <a:pt x="255" y="241"/>
                  </a:lnTo>
                  <a:lnTo>
                    <a:pt x="255" y="241"/>
                  </a:lnTo>
                  <a:lnTo>
                    <a:pt x="257" y="239"/>
                  </a:lnTo>
                  <a:lnTo>
                    <a:pt x="259" y="239"/>
                  </a:lnTo>
                  <a:lnTo>
                    <a:pt x="265" y="236"/>
                  </a:lnTo>
                  <a:lnTo>
                    <a:pt x="267" y="234"/>
                  </a:lnTo>
                  <a:lnTo>
                    <a:pt x="267" y="234"/>
                  </a:lnTo>
                  <a:lnTo>
                    <a:pt x="267" y="232"/>
                  </a:lnTo>
                  <a:lnTo>
                    <a:pt x="267" y="232"/>
                  </a:lnTo>
                  <a:lnTo>
                    <a:pt x="267" y="232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5" y="230"/>
                  </a:lnTo>
                  <a:lnTo>
                    <a:pt x="265" y="228"/>
                  </a:lnTo>
                  <a:lnTo>
                    <a:pt x="265" y="226"/>
                  </a:lnTo>
                  <a:lnTo>
                    <a:pt x="267" y="226"/>
                  </a:lnTo>
                  <a:lnTo>
                    <a:pt x="269" y="224"/>
                  </a:lnTo>
                  <a:lnTo>
                    <a:pt x="269" y="224"/>
                  </a:lnTo>
                  <a:lnTo>
                    <a:pt x="270" y="226"/>
                  </a:lnTo>
                  <a:lnTo>
                    <a:pt x="272" y="226"/>
                  </a:lnTo>
                  <a:lnTo>
                    <a:pt x="274" y="226"/>
                  </a:lnTo>
                  <a:lnTo>
                    <a:pt x="276" y="226"/>
                  </a:lnTo>
                  <a:lnTo>
                    <a:pt x="276" y="226"/>
                  </a:lnTo>
                  <a:lnTo>
                    <a:pt x="278" y="228"/>
                  </a:lnTo>
                  <a:lnTo>
                    <a:pt x="278" y="230"/>
                  </a:lnTo>
                  <a:lnTo>
                    <a:pt x="278" y="232"/>
                  </a:lnTo>
                  <a:lnTo>
                    <a:pt x="280" y="234"/>
                  </a:lnTo>
                  <a:lnTo>
                    <a:pt x="280" y="232"/>
                  </a:lnTo>
                  <a:lnTo>
                    <a:pt x="282" y="232"/>
                  </a:lnTo>
                  <a:lnTo>
                    <a:pt x="282" y="230"/>
                  </a:lnTo>
                  <a:lnTo>
                    <a:pt x="282" y="228"/>
                  </a:lnTo>
                  <a:lnTo>
                    <a:pt x="282" y="228"/>
                  </a:lnTo>
                  <a:lnTo>
                    <a:pt x="282" y="22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21" name="Freeform 24">
              <a:extLst>
                <a:ext uri="{FF2B5EF4-FFF2-40B4-BE49-F238E27FC236}">
                  <a16:creationId xmlns:a16="http://schemas.microsoft.com/office/drawing/2014/main" id="{E6CDBEEC-0564-6F3D-C70A-E0B6610CCE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56175" y="4295775"/>
              <a:ext cx="1039813" cy="896938"/>
            </a:xfrm>
            <a:custGeom>
              <a:avLst/>
              <a:gdLst>
                <a:gd name="T0" fmla="*/ 426 w 655"/>
                <a:gd name="T1" fmla="*/ 548 h 565"/>
                <a:gd name="T2" fmla="*/ 421 w 655"/>
                <a:gd name="T3" fmla="*/ 550 h 565"/>
                <a:gd name="T4" fmla="*/ 417 w 655"/>
                <a:gd name="T5" fmla="*/ 548 h 565"/>
                <a:gd name="T6" fmla="*/ 419 w 655"/>
                <a:gd name="T7" fmla="*/ 551 h 565"/>
                <a:gd name="T8" fmla="*/ 417 w 655"/>
                <a:gd name="T9" fmla="*/ 551 h 565"/>
                <a:gd name="T10" fmla="*/ 415 w 655"/>
                <a:gd name="T11" fmla="*/ 551 h 565"/>
                <a:gd name="T12" fmla="*/ 415 w 655"/>
                <a:gd name="T13" fmla="*/ 555 h 565"/>
                <a:gd name="T14" fmla="*/ 419 w 655"/>
                <a:gd name="T15" fmla="*/ 557 h 565"/>
                <a:gd name="T16" fmla="*/ 421 w 655"/>
                <a:gd name="T17" fmla="*/ 557 h 565"/>
                <a:gd name="T18" fmla="*/ 423 w 655"/>
                <a:gd name="T19" fmla="*/ 557 h 565"/>
                <a:gd name="T20" fmla="*/ 425 w 655"/>
                <a:gd name="T21" fmla="*/ 559 h 565"/>
                <a:gd name="T22" fmla="*/ 423 w 655"/>
                <a:gd name="T23" fmla="*/ 561 h 565"/>
                <a:gd name="T24" fmla="*/ 425 w 655"/>
                <a:gd name="T25" fmla="*/ 563 h 565"/>
                <a:gd name="T26" fmla="*/ 426 w 655"/>
                <a:gd name="T27" fmla="*/ 551 h 565"/>
                <a:gd name="T28" fmla="*/ 9 w 655"/>
                <a:gd name="T29" fmla="*/ 439 h 565"/>
                <a:gd name="T30" fmla="*/ 5 w 655"/>
                <a:gd name="T31" fmla="*/ 441 h 565"/>
                <a:gd name="T32" fmla="*/ 2 w 655"/>
                <a:gd name="T33" fmla="*/ 443 h 565"/>
                <a:gd name="T34" fmla="*/ 0 w 655"/>
                <a:gd name="T35" fmla="*/ 451 h 565"/>
                <a:gd name="T36" fmla="*/ 0 w 655"/>
                <a:gd name="T37" fmla="*/ 451 h 565"/>
                <a:gd name="T38" fmla="*/ 2 w 655"/>
                <a:gd name="T39" fmla="*/ 451 h 565"/>
                <a:gd name="T40" fmla="*/ 5 w 655"/>
                <a:gd name="T41" fmla="*/ 454 h 565"/>
                <a:gd name="T42" fmla="*/ 9 w 655"/>
                <a:gd name="T43" fmla="*/ 447 h 565"/>
                <a:gd name="T44" fmla="*/ 11 w 655"/>
                <a:gd name="T45" fmla="*/ 443 h 565"/>
                <a:gd name="T46" fmla="*/ 15 w 655"/>
                <a:gd name="T47" fmla="*/ 441 h 565"/>
                <a:gd name="T48" fmla="*/ 15 w 655"/>
                <a:gd name="T49" fmla="*/ 437 h 565"/>
                <a:gd name="T50" fmla="*/ 428 w 655"/>
                <a:gd name="T51" fmla="*/ 456 h 565"/>
                <a:gd name="T52" fmla="*/ 423 w 655"/>
                <a:gd name="T53" fmla="*/ 460 h 565"/>
                <a:gd name="T54" fmla="*/ 419 w 655"/>
                <a:gd name="T55" fmla="*/ 458 h 565"/>
                <a:gd name="T56" fmla="*/ 421 w 655"/>
                <a:gd name="T57" fmla="*/ 456 h 565"/>
                <a:gd name="T58" fmla="*/ 421 w 655"/>
                <a:gd name="T59" fmla="*/ 454 h 565"/>
                <a:gd name="T60" fmla="*/ 415 w 655"/>
                <a:gd name="T61" fmla="*/ 454 h 565"/>
                <a:gd name="T62" fmla="*/ 413 w 655"/>
                <a:gd name="T63" fmla="*/ 453 h 565"/>
                <a:gd name="T64" fmla="*/ 411 w 655"/>
                <a:gd name="T65" fmla="*/ 454 h 565"/>
                <a:gd name="T66" fmla="*/ 413 w 655"/>
                <a:gd name="T67" fmla="*/ 456 h 565"/>
                <a:gd name="T68" fmla="*/ 413 w 655"/>
                <a:gd name="T69" fmla="*/ 458 h 565"/>
                <a:gd name="T70" fmla="*/ 415 w 655"/>
                <a:gd name="T71" fmla="*/ 460 h 565"/>
                <a:gd name="T72" fmla="*/ 415 w 655"/>
                <a:gd name="T73" fmla="*/ 464 h 565"/>
                <a:gd name="T74" fmla="*/ 415 w 655"/>
                <a:gd name="T75" fmla="*/ 466 h 565"/>
                <a:gd name="T76" fmla="*/ 417 w 655"/>
                <a:gd name="T77" fmla="*/ 468 h 565"/>
                <a:gd name="T78" fmla="*/ 419 w 655"/>
                <a:gd name="T79" fmla="*/ 468 h 565"/>
                <a:gd name="T80" fmla="*/ 425 w 655"/>
                <a:gd name="T81" fmla="*/ 468 h 565"/>
                <a:gd name="T82" fmla="*/ 428 w 655"/>
                <a:gd name="T83" fmla="*/ 456 h 565"/>
                <a:gd name="T84" fmla="*/ 428 w 655"/>
                <a:gd name="T85" fmla="*/ 456 h 565"/>
                <a:gd name="T86" fmla="*/ 653 w 655"/>
                <a:gd name="T87" fmla="*/ 2 h 565"/>
                <a:gd name="T88" fmla="*/ 653 w 655"/>
                <a:gd name="T89" fmla="*/ 2 h 565"/>
                <a:gd name="T90" fmla="*/ 647 w 655"/>
                <a:gd name="T91" fmla="*/ 2 h 565"/>
                <a:gd name="T92" fmla="*/ 646 w 655"/>
                <a:gd name="T93" fmla="*/ 0 h 565"/>
                <a:gd name="T94" fmla="*/ 644 w 655"/>
                <a:gd name="T95" fmla="*/ 2 h 565"/>
                <a:gd name="T96" fmla="*/ 647 w 655"/>
                <a:gd name="T97" fmla="*/ 4 h 565"/>
                <a:gd name="T98" fmla="*/ 653 w 655"/>
                <a:gd name="T99" fmla="*/ 6 h 565"/>
                <a:gd name="T100" fmla="*/ 653 w 655"/>
                <a:gd name="T101" fmla="*/ 4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55" h="565">
                  <a:moveTo>
                    <a:pt x="426" y="551"/>
                  </a:moveTo>
                  <a:lnTo>
                    <a:pt x="428" y="548"/>
                  </a:lnTo>
                  <a:lnTo>
                    <a:pt x="428" y="548"/>
                  </a:lnTo>
                  <a:lnTo>
                    <a:pt x="426" y="548"/>
                  </a:lnTo>
                  <a:lnTo>
                    <a:pt x="425" y="548"/>
                  </a:lnTo>
                  <a:lnTo>
                    <a:pt x="423" y="548"/>
                  </a:lnTo>
                  <a:lnTo>
                    <a:pt x="423" y="550"/>
                  </a:lnTo>
                  <a:lnTo>
                    <a:pt x="421" y="550"/>
                  </a:lnTo>
                  <a:lnTo>
                    <a:pt x="419" y="548"/>
                  </a:lnTo>
                  <a:lnTo>
                    <a:pt x="417" y="548"/>
                  </a:lnTo>
                  <a:lnTo>
                    <a:pt x="417" y="548"/>
                  </a:lnTo>
                  <a:lnTo>
                    <a:pt x="417" y="548"/>
                  </a:lnTo>
                  <a:lnTo>
                    <a:pt x="417" y="550"/>
                  </a:lnTo>
                  <a:lnTo>
                    <a:pt x="417" y="550"/>
                  </a:lnTo>
                  <a:lnTo>
                    <a:pt x="419" y="550"/>
                  </a:lnTo>
                  <a:lnTo>
                    <a:pt x="419" y="551"/>
                  </a:lnTo>
                  <a:lnTo>
                    <a:pt x="419" y="551"/>
                  </a:lnTo>
                  <a:lnTo>
                    <a:pt x="417" y="551"/>
                  </a:lnTo>
                  <a:lnTo>
                    <a:pt x="417" y="551"/>
                  </a:lnTo>
                  <a:lnTo>
                    <a:pt x="417" y="551"/>
                  </a:lnTo>
                  <a:lnTo>
                    <a:pt x="415" y="551"/>
                  </a:lnTo>
                  <a:lnTo>
                    <a:pt x="415" y="551"/>
                  </a:lnTo>
                  <a:lnTo>
                    <a:pt x="415" y="551"/>
                  </a:lnTo>
                  <a:lnTo>
                    <a:pt x="415" y="551"/>
                  </a:lnTo>
                  <a:lnTo>
                    <a:pt x="415" y="553"/>
                  </a:lnTo>
                  <a:lnTo>
                    <a:pt x="415" y="553"/>
                  </a:lnTo>
                  <a:lnTo>
                    <a:pt x="415" y="555"/>
                  </a:lnTo>
                  <a:lnTo>
                    <a:pt x="415" y="555"/>
                  </a:lnTo>
                  <a:lnTo>
                    <a:pt x="417" y="555"/>
                  </a:lnTo>
                  <a:lnTo>
                    <a:pt x="417" y="555"/>
                  </a:lnTo>
                  <a:lnTo>
                    <a:pt x="417" y="555"/>
                  </a:lnTo>
                  <a:lnTo>
                    <a:pt x="419" y="557"/>
                  </a:lnTo>
                  <a:lnTo>
                    <a:pt x="419" y="557"/>
                  </a:lnTo>
                  <a:lnTo>
                    <a:pt x="419" y="557"/>
                  </a:lnTo>
                  <a:lnTo>
                    <a:pt x="421" y="557"/>
                  </a:lnTo>
                  <a:lnTo>
                    <a:pt x="421" y="557"/>
                  </a:lnTo>
                  <a:lnTo>
                    <a:pt x="421" y="557"/>
                  </a:lnTo>
                  <a:lnTo>
                    <a:pt x="421" y="557"/>
                  </a:lnTo>
                  <a:lnTo>
                    <a:pt x="421" y="559"/>
                  </a:lnTo>
                  <a:lnTo>
                    <a:pt x="423" y="557"/>
                  </a:lnTo>
                  <a:lnTo>
                    <a:pt x="423" y="557"/>
                  </a:lnTo>
                  <a:lnTo>
                    <a:pt x="423" y="557"/>
                  </a:lnTo>
                  <a:lnTo>
                    <a:pt x="425" y="559"/>
                  </a:lnTo>
                  <a:lnTo>
                    <a:pt x="425" y="559"/>
                  </a:lnTo>
                  <a:lnTo>
                    <a:pt x="423" y="559"/>
                  </a:lnTo>
                  <a:lnTo>
                    <a:pt x="423" y="559"/>
                  </a:lnTo>
                  <a:lnTo>
                    <a:pt x="423" y="561"/>
                  </a:lnTo>
                  <a:lnTo>
                    <a:pt x="423" y="561"/>
                  </a:lnTo>
                  <a:lnTo>
                    <a:pt x="423" y="561"/>
                  </a:lnTo>
                  <a:lnTo>
                    <a:pt x="425" y="563"/>
                  </a:lnTo>
                  <a:lnTo>
                    <a:pt x="425" y="563"/>
                  </a:lnTo>
                  <a:lnTo>
                    <a:pt x="425" y="563"/>
                  </a:lnTo>
                  <a:lnTo>
                    <a:pt x="426" y="565"/>
                  </a:lnTo>
                  <a:lnTo>
                    <a:pt x="428" y="565"/>
                  </a:lnTo>
                  <a:lnTo>
                    <a:pt x="428" y="565"/>
                  </a:lnTo>
                  <a:lnTo>
                    <a:pt x="426" y="551"/>
                  </a:lnTo>
                  <a:close/>
                  <a:moveTo>
                    <a:pt x="15" y="439"/>
                  </a:moveTo>
                  <a:lnTo>
                    <a:pt x="13" y="439"/>
                  </a:lnTo>
                  <a:lnTo>
                    <a:pt x="11" y="439"/>
                  </a:lnTo>
                  <a:lnTo>
                    <a:pt x="9" y="439"/>
                  </a:lnTo>
                  <a:lnTo>
                    <a:pt x="9" y="439"/>
                  </a:lnTo>
                  <a:lnTo>
                    <a:pt x="7" y="441"/>
                  </a:lnTo>
                  <a:lnTo>
                    <a:pt x="7" y="441"/>
                  </a:lnTo>
                  <a:lnTo>
                    <a:pt x="5" y="441"/>
                  </a:lnTo>
                  <a:lnTo>
                    <a:pt x="5" y="443"/>
                  </a:lnTo>
                  <a:lnTo>
                    <a:pt x="3" y="443"/>
                  </a:lnTo>
                  <a:lnTo>
                    <a:pt x="2" y="441"/>
                  </a:lnTo>
                  <a:lnTo>
                    <a:pt x="2" y="443"/>
                  </a:lnTo>
                  <a:lnTo>
                    <a:pt x="2" y="449"/>
                  </a:lnTo>
                  <a:lnTo>
                    <a:pt x="2" y="451"/>
                  </a:lnTo>
                  <a:lnTo>
                    <a:pt x="0" y="451"/>
                  </a:lnTo>
                  <a:lnTo>
                    <a:pt x="0" y="451"/>
                  </a:lnTo>
                  <a:lnTo>
                    <a:pt x="0" y="451"/>
                  </a:lnTo>
                  <a:lnTo>
                    <a:pt x="0" y="451"/>
                  </a:lnTo>
                  <a:lnTo>
                    <a:pt x="0" y="451"/>
                  </a:lnTo>
                  <a:lnTo>
                    <a:pt x="0" y="451"/>
                  </a:lnTo>
                  <a:lnTo>
                    <a:pt x="0" y="451"/>
                  </a:lnTo>
                  <a:lnTo>
                    <a:pt x="2" y="451"/>
                  </a:lnTo>
                  <a:lnTo>
                    <a:pt x="2" y="451"/>
                  </a:lnTo>
                  <a:lnTo>
                    <a:pt x="2" y="451"/>
                  </a:lnTo>
                  <a:lnTo>
                    <a:pt x="2" y="451"/>
                  </a:lnTo>
                  <a:lnTo>
                    <a:pt x="2" y="451"/>
                  </a:lnTo>
                  <a:lnTo>
                    <a:pt x="3" y="453"/>
                  </a:lnTo>
                  <a:lnTo>
                    <a:pt x="5" y="454"/>
                  </a:lnTo>
                  <a:lnTo>
                    <a:pt x="3" y="453"/>
                  </a:lnTo>
                  <a:lnTo>
                    <a:pt x="5" y="451"/>
                  </a:lnTo>
                  <a:lnTo>
                    <a:pt x="9" y="449"/>
                  </a:lnTo>
                  <a:lnTo>
                    <a:pt x="9" y="447"/>
                  </a:lnTo>
                  <a:lnTo>
                    <a:pt x="7" y="445"/>
                  </a:lnTo>
                  <a:lnTo>
                    <a:pt x="9" y="443"/>
                  </a:lnTo>
                  <a:lnTo>
                    <a:pt x="11" y="441"/>
                  </a:lnTo>
                  <a:lnTo>
                    <a:pt x="11" y="443"/>
                  </a:lnTo>
                  <a:lnTo>
                    <a:pt x="11" y="443"/>
                  </a:lnTo>
                  <a:lnTo>
                    <a:pt x="13" y="443"/>
                  </a:lnTo>
                  <a:lnTo>
                    <a:pt x="13" y="441"/>
                  </a:lnTo>
                  <a:lnTo>
                    <a:pt x="15" y="441"/>
                  </a:lnTo>
                  <a:lnTo>
                    <a:pt x="15" y="439"/>
                  </a:lnTo>
                  <a:lnTo>
                    <a:pt x="17" y="439"/>
                  </a:lnTo>
                  <a:lnTo>
                    <a:pt x="17" y="439"/>
                  </a:lnTo>
                  <a:lnTo>
                    <a:pt x="15" y="437"/>
                  </a:lnTo>
                  <a:lnTo>
                    <a:pt x="15" y="439"/>
                  </a:lnTo>
                  <a:close/>
                  <a:moveTo>
                    <a:pt x="428" y="456"/>
                  </a:moveTo>
                  <a:lnTo>
                    <a:pt x="428" y="456"/>
                  </a:lnTo>
                  <a:lnTo>
                    <a:pt x="428" y="456"/>
                  </a:lnTo>
                  <a:lnTo>
                    <a:pt x="426" y="456"/>
                  </a:lnTo>
                  <a:lnTo>
                    <a:pt x="425" y="458"/>
                  </a:lnTo>
                  <a:lnTo>
                    <a:pt x="423" y="460"/>
                  </a:lnTo>
                  <a:lnTo>
                    <a:pt x="423" y="460"/>
                  </a:lnTo>
                  <a:lnTo>
                    <a:pt x="421" y="460"/>
                  </a:lnTo>
                  <a:lnTo>
                    <a:pt x="421" y="460"/>
                  </a:lnTo>
                  <a:lnTo>
                    <a:pt x="421" y="458"/>
                  </a:lnTo>
                  <a:lnTo>
                    <a:pt x="419" y="458"/>
                  </a:lnTo>
                  <a:lnTo>
                    <a:pt x="419" y="458"/>
                  </a:lnTo>
                  <a:lnTo>
                    <a:pt x="419" y="458"/>
                  </a:lnTo>
                  <a:lnTo>
                    <a:pt x="419" y="458"/>
                  </a:lnTo>
                  <a:lnTo>
                    <a:pt x="421" y="456"/>
                  </a:lnTo>
                  <a:lnTo>
                    <a:pt x="421" y="456"/>
                  </a:lnTo>
                  <a:lnTo>
                    <a:pt x="421" y="454"/>
                  </a:lnTo>
                  <a:lnTo>
                    <a:pt x="421" y="454"/>
                  </a:lnTo>
                  <a:lnTo>
                    <a:pt x="421" y="454"/>
                  </a:lnTo>
                  <a:lnTo>
                    <a:pt x="419" y="454"/>
                  </a:lnTo>
                  <a:lnTo>
                    <a:pt x="417" y="454"/>
                  </a:lnTo>
                  <a:lnTo>
                    <a:pt x="417" y="454"/>
                  </a:lnTo>
                  <a:lnTo>
                    <a:pt x="415" y="454"/>
                  </a:lnTo>
                  <a:lnTo>
                    <a:pt x="415" y="453"/>
                  </a:lnTo>
                  <a:lnTo>
                    <a:pt x="413" y="453"/>
                  </a:lnTo>
                  <a:lnTo>
                    <a:pt x="413" y="453"/>
                  </a:lnTo>
                  <a:lnTo>
                    <a:pt x="413" y="453"/>
                  </a:lnTo>
                  <a:lnTo>
                    <a:pt x="413" y="453"/>
                  </a:lnTo>
                  <a:lnTo>
                    <a:pt x="413" y="453"/>
                  </a:lnTo>
                  <a:lnTo>
                    <a:pt x="411" y="453"/>
                  </a:lnTo>
                  <a:lnTo>
                    <a:pt x="411" y="454"/>
                  </a:lnTo>
                  <a:lnTo>
                    <a:pt x="411" y="454"/>
                  </a:lnTo>
                  <a:lnTo>
                    <a:pt x="411" y="454"/>
                  </a:lnTo>
                  <a:lnTo>
                    <a:pt x="413" y="456"/>
                  </a:lnTo>
                  <a:lnTo>
                    <a:pt x="413" y="456"/>
                  </a:lnTo>
                  <a:lnTo>
                    <a:pt x="413" y="458"/>
                  </a:lnTo>
                  <a:lnTo>
                    <a:pt x="413" y="458"/>
                  </a:lnTo>
                  <a:lnTo>
                    <a:pt x="413" y="458"/>
                  </a:lnTo>
                  <a:lnTo>
                    <a:pt x="413" y="458"/>
                  </a:lnTo>
                  <a:lnTo>
                    <a:pt x="413" y="460"/>
                  </a:lnTo>
                  <a:lnTo>
                    <a:pt x="415" y="460"/>
                  </a:lnTo>
                  <a:lnTo>
                    <a:pt x="415" y="460"/>
                  </a:lnTo>
                  <a:lnTo>
                    <a:pt x="415" y="460"/>
                  </a:lnTo>
                  <a:lnTo>
                    <a:pt x="415" y="462"/>
                  </a:lnTo>
                  <a:lnTo>
                    <a:pt x="415" y="462"/>
                  </a:lnTo>
                  <a:lnTo>
                    <a:pt x="415" y="464"/>
                  </a:lnTo>
                  <a:lnTo>
                    <a:pt x="415" y="464"/>
                  </a:lnTo>
                  <a:lnTo>
                    <a:pt x="415" y="466"/>
                  </a:lnTo>
                  <a:lnTo>
                    <a:pt x="415" y="466"/>
                  </a:lnTo>
                  <a:lnTo>
                    <a:pt x="415" y="466"/>
                  </a:lnTo>
                  <a:lnTo>
                    <a:pt x="415" y="466"/>
                  </a:lnTo>
                  <a:lnTo>
                    <a:pt x="415" y="466"/>
                  </a:lnTo>
                  <a:lnTo>
                    <a:pt x="417" y="468"/>
                  </a:lnTo>
                  <a:lnTo>
                    <a:pt x="417" y="468"/>
                  </a:lnTo>
                  <a:lnTo>
                    <a:pt x="417" y="468"/>
                  </a:lnTo>
                  <a:lnTo>
                    <a:pt x="419" y="468"/>
                  </a:lnTo>
                  <a:lnTo>
                    <a:pt x="419" y="468"/>
                  </a:lnTo>
                  <a:lnTo>
                    <a:pt x="419" y="468"/>
                  </a:lnTo>
                  <a:lnTo>
                    <a:pt x="419" y="468"/>
                  </a:lnTo>
                  <a:lnTo>
                    <a:pt x="421" y="468"/>
                  </a:lnTo>
                  <a:lnTo>
                    <a:pt x="425" y="468"/>
                  </a:lnTo>
                  <a:lnTo>
                    <a:pt x="425" y="468"/>
                  </a:lnTo>
                  <a:lnTo>
                    <a:pt x="425" y="468"/>
                  </a:lnTo>
                  <a:lnTo>
                    <a:pt x="425" y="464"/>
                  </a:lnTo>
                  <a:lnTo>
                    <a:pt x="428" y="458"/>
                  </a:lnTo>
                  <a:lnTo>
                    <a:pt x="428" y="456"/>
                  </a:lnTo>
                  <a:lnTo>
                    <a:pt x="428" y="456"/>
                  </a:lnTo>
                  <a:lnTo>
                    <a:pt x="428" y="454"/>
                  </a:lnTo>
                  <a:lnTo>
                    <a:pt x="428" y="454"/>
                  </a:lnTo>
                  <a:lnTo>
                    <a:pt x="428" y="454"/>
                  </a:lnTo>
                  <a:lnTo>
                    <a:pt x="428" y="456"/>
                  </a:lnTo>
                  <a:close/>
                  <a:moveTo>
                    <a:pt x="653" y="4"/>
                  </a:moveTo>
                  <a:lnTo>
                    <a:pt x="655" y="4"/>
                  </a:lnTo>
                  <a:lnTo>
                    <a:pt x="655" y="2"/>
                  </a:lnTo>
                  <a:lnTo>
                    <a:pt x="653" y="2"/>
                  </a:lnTo>
                  <a:lnTo>
                    <a:pt x="653" y="2"/>
                  </a:lnTo>
                  <a:lnTo>
                    <a:pt x="653" y="2"/>
                  </a:lnTo>
                  <a:lnTo>
                    <a:pt x="653" y="2"/>
                  </a:lnTo>
                  <a:lnTo>
                    <a:pt x="653" y="2"/>
                  </a:lnTo>
                  <a:lnTo>
                    <a:pt x="651" y="4"/>
                  </a:lnTo>
                  <a:lnTo>
                    <a:pt x="651" y="4"/>
                  </a:lnTo>
                  <a:lnTo>
                    <a:pt x="647" y="4"/>
                  </a:lnTo>
                  <a:lnTo>
                    <a:pt x="647" y="2"/>
                  </a:lnTo>
                  <a:lnTo>
                    <a:pt x="646" y="2"/>
                  </a:lnTo>
                  <a:lnTo>
                    <a:pt x="647" y="0"/>
                  </a:lnTo>
                  <a:lnTo>
                    <a:pt x="646" y="0"/>
                  </a:lnTo>
                  <a:lnTo>
                    <a:pt x="646" y="0"/>
                  </a:lnTo>
                  <a:lnTo>
                    <a:pt x="646" y="2"/>
                  </a:lnTo>
                  <a:lnTo>
                    <a:pt x="644" y="2"/>
                  </a:lnTo>
                  <a:lnTo>
                    <a:pt x="644" y="2"/>
                  </a:lnTo>
                  <a:lnTo>
                    <a:pt x="644" y="2"/>
                  </a:lnTo>
                  <a:lnTo>
                    <a:pt x="644" y="4"/>
                  </a:lnTo>
                  <a:lnTo>
                    <a:pt x="644" y="4"/>
                  </a:lnTo>
                  <a:lnTo>
                    <a:pt x="646" y="4"/>
                  </a:lnTo>
                  <a:lnTo>
                    <a:pt x="647" y="4"/>
                  </a:lnTo>
                  <a:lnTo>
                    <a:pt x="649" y="6"/>
                  </a:lnTo>
                  <a:lnTo>
                    <a:pt x="651" y="6"/>
                  </a:lnTo>
                  <a:lnTo>
                    <a:pt x="651" y="6"/>
                  </a:lnTo>
                  <a:lnTo>
                    <a:pt x="653" y="6"/>
                  </a:lnTo>
                  <a:lnTo>
                    <a:pt x="651" y="4"/>
                  </a:lnTo>
                  <a:lnTo>
                    <a:pt x="651" y="4"/>
                  </a:lnTo>
                  <a:lnTo>
                    <a:pt x="651" y="4"/>
                  </a:lnTo>
                  <a:lnTo>
                    <a:pt x="653" y="4"/>
                  </a:lnTo>
                  <a:lnTo>
                    <a:pt x="653" y="4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22" name="Freeform 25">
              <a:extLst>
                <a:ext uri="{FF2B5EF4-FFF2-40B4-BE49-F238E27FC236}">
                  <a16:creationId xmlns:a16="http://schemas.microsoft.com/office/drawing/2014/main" id="{34F0C788-7BB9-79BB-A524-3ED706C5F0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56175" y="4295775"/>
              <a:ext cx="1039813" cy="896938"/>
            </a:xfrm>
            <a:custGeom>
              <a:avLst/>
              <a:gdLst>
                <a:gd name="T0" fmla="*/ 426 w 655"/>
                <a:gd name="T1" fmla="*/ 548 h 565"/>
                <a:gd name="T2" fmla="*/ 421 w 655"/>
                <a:gd name="T3" fmla="*/ 550 h 565"/>
                <a:gd name="T4" fmla="*/ 417 w 655"/>
                <a:gd name="T5" fmla="*/ 548 h 565"/>
                <a:gd name="T6" fmla="*/ 419 w 655"/>
                <a:gd name="T7" fmla="*/ 551 h 565"/>
                <a:gd name="T8" fmla="*/ 417 w 655"/>
                <a:gd name="T9" fmla="*/ 551 h 565"/>
                <a:gd name="T10" fmla="*/ 415 w 655"/>
                <a:gd name="T11" fmla="*/ 551 h 565"/>
                <a:gd name="T12" fmla="*/ 415 w 655"/>
                <a:gd name="T13" fmla="*/ 555 h 565"/>
                <a:gd name="T14" fmla="*/ 419 w 655"/>
                <a:gd name="T15" fmla="*/ 557 h 565"/>
                <a:gd name="T16" fmla="*/ 421 w 655"/>
                <a:gd name="T17" fmla="*/ 557 h 565"/>
                <a:gd name="T18" fmla="*/ 423 w 655"/>
                <a:gd name="T19" fmla="*/ 557 h 565"/>
                <a:gd name="T20" fmla="*/ 425 w 655"/>
                <a:gd name="T21" fmla="*/ 559 h 565"/>
                <a:gd name="T22" fmla="*/ 423 w 655"/>
                <a:gd name="T23" fmla="*/ 561 h 565"/>
                <a:gd name="T24" fmla="*/ 425 w 655"/>
                <a:gd name="T25" fmla="*/ 563 h 565"/>
                <a:gd name="T26" fmla="*/ 426 w 655"/>
                <a:gd name="T27" fmla="*/ 551 h 565"/>
                <a:gd name="T28" fmla="*/ 9 w 655"/>
                <a:gd name="T29" fmla="*/ 439 h 565"/>
                <a:gd name="T30" fmla="*/ 5 w 655"/>
                <a:gd name="T31" fmla="*/ 441 h 565"/>
                <a:gd name="T32" fmla="*/ 2 w 655"/>
                <a:gd name="T33" fmla="*/ 443 h 565"/>
                <a:gd name="T34" fmla="*/ 0 w 655"/>
                <a:gd name="T35" fmla="*/ 451 h 565"/>
                <a:gd name="T36" fmla="*/ 0 w 655"/>
                <a:gd name="T37" fmla="*/ 451 h 565"/>
                <a:gd name="T38" fmla="*/ 2 w 655"/>
                <a:gd name="T39" fmla="*/ 451 h 565"/>
                <a:gd name="T40" fmla="*/ 5 w 655"/>
                <a:gd name="T41" fmla="*/ 454 h 565"/>
                <a:gd name="T42" fmla="*/ 9 w 655"/>
                <a:gd name="T43" fmla="*/ 447 h 565"/>
                <a:gd name="T44" fmla="*/ 11 w 655"/>
                <a:gd name="T45" fmla="*/ 443 h 565"/>
                <a:gd name="T46" fmla="*/ 15 w 655"/>
                <a:gd name="T47" fmla="*/ 441 h 565"/>
                <a:gd name="T48" fmla="*/ 15 w 655"/>
                <a:gd name="T49" fmla="*/ 437 h 565"/>
                <a:gd name="T50" fmla="*/ 428 w 655"/>
                <a:gd name="T51" fmla="*/ 456 h 565"/>
                <a:gd name="T52" fmla="*/ 423 w 655"/>
                <a:gd name="T53" fmla="*/ 460 h 565"/>
                <a:gd name="T54" fmla="*/ 419 w 655"/>
                <a:gd name="T55" fmla="*/ 458 h 565"/>
                <a:gd name="T56" fmla="*/ 421 w 655"/>
                <a:gd name="T57" fmla="*/ 456 h 565"/>
                <a:gd name="T58" fmla="*/ 421 w 655"/>
                <a:gd name="T59" fmla="*/ 454 h 565"/>
                <a:gd name="T60" fmla="*/ 415 w 655"/>
                <a:gd name="T61" fmla="*/ 454 h 565"/>
                <a:gd name="T62" fmla="*/ 413 w 655"/>
                <a:gd name="T63" fmla="*/ 453 h 565"/>
                <a:gd name="T64" fmla="*/ 411 w 655"/>
                <a:gd name="T65" fmla="*/ 454 h 565"/>
                <a:gd name="T66" fmla="*/ 413 w 655"/>
                <a:gd name="T67" fmla="*/ 456 h 565"/>
                <a:gd name="T68" fmla="*/ 413 w 655"/>
                <a:gd name="T69" fmla="*/ 458 h 565"/>
                <a:gd name="T70" fmla="*/ 415 w 655"/>
                <a:gd name="T71" fmla="*/ 460 h 565"/>
                <a:gd name="T72" fmla="*/ 415 w 655"/>
                <a:gd name="T73" fmla="*/ 464 h 565"/>
                <a:gd name="T74" fmla="*/ 415 w 655"/>
                <a:gd name="T75" fmla="*/ 466 h 565"/>
                <a:gd name="T76" fmla="*/ 417 w 655"/>
                <a:gd name="T77" fmla="*/ 468 h 565"/>
                <a:gd name="T78" fmla="*/ 419 w 655"/>
                <a:gd name="T79" fmla="*/ 468 h 565"/>
                <a:gd name="T80" fmla="*/ 425 w 655"/>
                <a:gd name="T81" fmla="*/ 468 h 565"/>
                <a:gd name="T82" fmla="*/ 428 w 655"/>
                <a:gd name="T83" fmla="*/ 456 h 565"/>
                <a:gd name="T84" fmla="*/ 428 w 655"/>
                <a:gd name="T85" fmla="*/ 456 h 565"/>
                <a:gd name="T86" fmla="*/ 653 w 655"/>
                <a:gd name="T87" fmla="*/ 2 h 565"/>
                <a:gd name="T88" fmla="*/ 653 w 655"/>
                <a:gd name="T89" fmla="*/ 2 h 565"/>
                <a:gd name="T90" fmla="*/ 647 w 655"/>
                <a:gd name="T91" fmla="*/ 2 h 565"/>
                <a:gd name="T92" fmla="*/ 646 w 655"/>
                <a:gd name="T93" fmla="*/ 0 h 565"/>
                <a:gd name="T94" fmla="*/ 644 w 655"/>
                <a:gd name="T95" fmla="*/ 2 h 565"/>
                <a:gd name="T96" fmla="*/ 647 w 655"/>
                <a:gd name="T97" fmla="*/ 4 h 565"/>
                <a:gd name="T98" fmla="*/ 653 w 655"/>
                <a:gd name="T99" fmla="*/ 6 h 565"/>
                <a:gd name="T100" fmla="*/ 653 w 655"/>
                <a:gd name="T101" fmla="*/ 4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55" h="565">
                  <a:moveTo>
                    <a:pt x="426" y="551"/>
                  </a:moveTo>
                  <a:lnTo>
                    <a:pt x="428" y="548"/>
                  </a:lnTo>
                  <a:lnTo>
                    <a:pt x="428" y="548"/>
                  </a:lnTo>
                  <a:lnTo>
                    <a:pt x="426" y="548"/>
                  </a:lnTo>
                  <a:lnTo>
                    <a:pt x="425" y="548"/>
                  </a:lnTo>
                  <a:lnTo>
                    <a:pt x="423" y="548"/>
                  </a:lnTo>
                  <a:lnTo>
                    <a:pt x="423" y="550"/>
                  </a:lnTo>
                  <a:lnTo>
                    <a:pt x="421" y="550"/>
                  </a:lnTo>
                  <a:lnTo>
                    <a:pt x="419" y="548"/>
                  </a:lnTo>
                  <a:lnTo>
                    <a:pt x="417" y="548"/>
                  </a:lnTo>
                  <a:lnTo>
                    <a:pt x="417" y="548"/>
                  </a:lnTo>
                  <a:lnTo>
                    <a:pt x="417" y="548"/>
                  </a:lnTo>
                  <a:lnTo>
                    <a:pt x="417" y="550"/>
                  </a:lnTo>
                  <a:lnTo>
                    <a:pt x="417" y="550"/>
                  </a:lnTo>
                  <a:lnTo>
                    <a:pt x="419" y="550"/>
                  </a:lnTo>
                  <a:lnTo>
                    <a:pt x="419" y="551"/>
                  </a:lnTo>
                  <a:lnTo>
                    <a:pt x="419" y="551"/>
                  </a:lnTo>
                  <a:lnTo>
                    <a:pt x="417" y="551"/>
                  </a:lnTo>
                  <a:lnTo>
                    <a:pt x="417" y="551"/>
                  </a:lnTo>
                  <a:lnTo>
                    <a:pt x="417" y="551"/>
                  </a:lnTo>
                  <a:lnTo>
                    <a:pt x="415" y="551"/>
                  </a:lnTo>
                  <a:lnTo>
                    <a:pt x="415" y="551"/>
                  </a:lnTo>
                  <a:lnTo>
                    <a:pt x="415" y="551"/>
                  </a:lnTo>
                  <a:lnTo>
                    <a:pt x="415" y="551"/>
                  </a:lnTo>
                  <a:lnTo>
                    <a:pt x="415" y="553"/>
                  </a:lnTo>
                  <a:lnTo>
                    <a:pt x="415" y="553"/>
                  </a:lnTo>
                  <a:lnTo>
                    <a:pt x="415" y="555"/>
                  </a:lnTo>
                  <a:lnTo>
                    <a:pt x="415" y="555"/>
                  </a:lnTo>
                  <a:lnTo>
                    <a:pt x="417" y="555"/>
                  </a:lnTo>
                  <a:lnTo>
                    <a:pt x="417" y="555"/>
                  </a:lnTo>
                  <a:lnTo>
                    <a:pt x="417" y="555"/>
                  </a:lnTo>
                  <a:lnTo>
                    <a:pt x="419" y="557"/>
                  </a:lnTo>
                  <a:lnTo>
                    <a:pt x="419" y="557"/>
                  </a:lnTo>
                  <a:lnTo>
                    <a:pt x="419" y="557"/>
                  </a:lnTo>
                  <a:lnTo>
                    <a:pt x="421" y="557"/>
                  </a:lnTo>
                  <a:lnTo>
                    <a:pt x="421" y="557"/>
                  </a:lnTo>
                  <a:lnTo>
                    <a:pt x="421" y="557"/>
                  </a:lnTo>
                  <a:lnTo>
                    <a:pt x="421" y="557"/>
                  </a:lnTo>
                  <a:lnTo>
                    <a:pt x="421" y="559"/>
                  </a:lnTo>
                  <a:lnTo>
                    <a:pt x="423" y="557"/>
                  </a:lnTo>
                  <a:lnTo>
                    <a:pt x="423" y="557"/>
                  </a:lnTo>
                  <a:lnTo>
                    <a:pt x="423" y="557"/>
                  </a:lnTo>
                  <a:lnTo>
                    <a:pt x="425" y="559"/>
                  </a:lnTo>
                  <a:lnTo>
                    <a:pt x="425" y="559"/>
                  </a:lnTo>
                  <a:lnTo>
                    <a:pt x="423" y="559"/>
                  </a:lnTo>
                  <a:lnTo>
                    <a:pt x="423" y="559"/>
                  </a:lnTo>
                  <a:lnTo>
                    <a:pt x="423" y="561"/>
                  </a:lnTo>
                  <a:lnTo>
                    <a:pt x="423" y="561"/>
                  </a:lnTo>
                  <a:lnTo>
                    <a:pt x="423" y="561"/>
                  </a:lnTo>
                  <a:lnTo>
                    <a:pt x="425" y="563"/>
                  </a:lnTo>
                  <a:lnTo>
                    <a:pt x="425" y="563"/>
                  </a:lnTo>
                  <a:lnTo>
                    <a:pt x="425" y="563"/>
                  </a:lnTo>
                  <a:lnTo>
                    <a:pt x="426" y="565"/>
                  </a:lnTo>
                  <a:lnTo>
                    <a:pt x="428" y="565"/>
                  </a:lnTo>
                  <a:lnTo>
                    <a:pt x="428" y="565"/>
                  </a:lnTo>
                  <a:lnTo>
                    <a:pt x="426" y="551"/>
                  </a:lnTo>
                  <a:close/>
                  <a:moveTo>
                    <a:pt x="15" y="439"/>
                  </a:moveTo>
                  <a:lnTo>
                    <a:pt x="13" y="439"/>
                  </a:lnTo>
                  <a:lnTo>
                    <a:pt x="11" y="439"/>
                  </a:lnTo>
                  <a:lnTo>
                    <a:pt x="9" y="439"/>
                  </a:lnTo>
                  <a:lnTo>
                    <a:pt x="9" y="439"/>
                  </a:lnTo>
                  <a:lnTo>
                    <a:pt x="7" y="441"/>
                  </a:lnTo>
                  <a:lnTo>
                    <a:pt x="7" y="441"/>
                  </a:lnTo>
                  <a:lnTo>
                    <a:pt x="5" y="441"/>
                  </a:lnTo>
                  <a:lnTo>
                    <a:pt x="5" y="443"/>
                  </a:lnTo>
                  <a:lnTo>
                    <a:pt x="3" y="443"/>
                  </a:lnTo>
                  <a:lnTo>
                    <a:pt x="2" y="441"/>
                  </a:lnTo>
                  <a:lnTo>
                    <a:pt x="2" y="443"/>
                  </a:lnTo>
                  <a:lnTo>
                    <a:pt x="2" y="449"/>
                  </a:lnTo>
                  <a:lnTo>
                    <a:pt x="2" y="451"/>
                  </a:lnTo>
                  <a:lnTo>
                    <a:pt x="0" y="451"/>
                  </a:lnTo>
                  <a:lnTo>
                    <a:pt x="0" y="451"/>
                  </a:lnTo>
                  <a:lnTo>
                    <a:pt x="0" y="451"/>
                  </a:lnTo>
                  <a:lnTo>
                    <a:pt x="0" y="451"/>
                  </a:lnTo>
                  <a:lnTo>
                    <a:pt x="0" y="451"/>
                  </a:lnTo>
                  <a:lnTo>
                    <a:pt x="0" y="451"/>
                  </a:lnTo>
                  <a:lnTo>
                    <a:pt x="0" y="451"/>
                  </a:lnTo>
                  <a:lnTo>
                    <a:pt x="2" y="451"/>
                  </a:lnTo>
                  <a:lnTo>
                    <a:pt x="2" y="451"/>
                  </a:lnTo>
                  <a:lnTo>
                    <a:pt x="2" y="451"/>
                  </a:lnTo>
                  <a:lnTo>
                    <a:pt x="2" y="451"/>
                  </a:lnTo>
                  <a:lnTo>
                    <a:pt x="2" y="451"/>
                  </a:lnTo>
                  <a:lnTo>
                    <a:pt x="3" y="453"/>
                  </a:lnTo>
                  <a:lnTo>
                    <a:pt x="5" y="454"/>
                  </a:lnTo>
                  <a:lnTo>
                    <a:pt x="3" y="453"/>
                  </a:lnTo>
                  <a:lnTo>
                    <a:pt x="5" y="451"/>
                  </a:lnTo>
                  <a:lnTo>
                    <a:pt x="9" y="449"/>
                  </a:lnTo>
                  <a:lnTo>
                    <a:pt x="9" y="447"/>
                  </a:lnTo>
                  <a:lnTo>
                    <a:pt x="7" y="445"/>
                  </a:lnTo>
                  <a:lnTo>
                    <a:pt x="9" y="443"/>
                  </a:lnTo>
                  <a:lnTo>
                    <a:pt x="11" y="441"/>
                  </a:lnTo>
                  <a:lnTo>
                    <a:pt x="11" y="443"/>
                  </a:lnTo>
                  <a:lnTo>
                    <a:pt x="11" y="443"/>
                  </a:lnTo>
                  <a:lnTo>
                    <a:pt x="13" y="443"/>
                  </a:lnTo>
                  <a:lnTo>
                    <a:pt x="13" y="441"/>
                  </a:lnTo>
                  <a:lnTo>
                    <a:pt x="15" y="441"/>
                  </a:lnTo>
                  <a:lnTo>
                    <a:pt x="15" y="439"/>
                  </a:lnTo>
                  <a:lnTo>
                    <a:pt x="17" y="439"/>
                  </a:lnTo>
                  <a:lnTo>
                    <a:pt x="17" y="439"/>
                  </a:lnTo>
                  <a:lnTo>
                    <a:pt x="15" y="437"/>
                  </a:lnTo>
                  <a:lnTo>
                    <a:pt x="15" y="439"/>
                  </a:lnTo>
                  <a:close/>
                  <a:moveTo>
                    <a:pt x="428" y="456"/>
                  </a:moveTo>
                  <a:lnTo>
                    <a:pt x="428" y="456"/>
                  </a:lnTo>
                  <a:lnTo>
                    <a:pt x="428" y="456"/>
                  </a:lnTo>
                  <a:lnTo>
                    <a:pt x="426" y="456"/>
                  </a:lnTo>
                  <a:lnTo>
                    <a:pt x="425" y="458"/>
                  </a:lnTo>
                  <a:lnTo>
                    <a:pt x="423" y="460"/>
                  </a:lnTo>
                  <a:lnTo>
                    <a:pt x="423" y="460"/>
                  </a:lnTo>
                  <a:lnTo>
                    <a:pt x="421" y="460"/>
                  </a:lnTo>
                  <a:lnTo>
                    <a:pt x="421" y="460"/>
                  </a:lnTo>
                  <a:lnTo>
                    <a:pt x="421" y="458"/>
                  </a:lnTo>
                  <a:lnTo>
                    <a:pt x="419" y="458"/>
                  </a:lnTo>
                  <a:lnTo>
                    <a:pt x="419" y="458"/>
                  </a:lnTo>
                  <a:lnTo>
                    <a:pt x="419" y="458"/>
                  </a:lnTo>
                  <a:lnTo>
                    <a:pt x="419" y="458"/>
                  </a:lnTo>
                  <a:lnTo>
                    <a:pt x="421" y="456"/>
                  </a:lnTo>
                  <a:lnTo>
                    <a:pt x="421" y="456"/>
                  </a:lnTo>
                  <a:lnTo>
                    <a:pt x="421" y="454"/>
                  </a:lnTo>
                  <a:lnTo>
                    <a:pt x="421" y="454"/>
                  </a:lnTo>
                  <a:lnTo>
                    <a:pt x="421" y="454"/>
                  </a:lnTo>
                  <a:lnTo>
                    <a:pt x="419" y="454"/>
                  </a:lnTo>
                  <a:lnTo>
                    <a:pt x="417" y="454"/>
                  </a:lnTo>
                  <a:lnTo>
                    <a:pt x="417" y="454"/>
                  </a:lnTo>
                  <a:lnTo>
                    <a:pt x="415" y="454"/>
                  </a:lnTo>
                  <a:lnTo>
                    <a:pt x="415" y="453"/>
                  </a:lnTo>
                  <a:lnTo>
                    <a:pt x="413" y="453"/>
                  </a:lnTo>
                  <a:lnTo>
                    <a:pt x="413" y="453"/>
                  </a:lnTo>
                  <a:lnTo>
                    <a:pt x="413" y="453"/>
                  </a:lnTo>
                  <a:lnTo>
                    <a:pt x="413" y="453"/>
                  </a:lnTo>
                  <a:lnTo>
                    <a:pt x="413" y="453"/>
                  </a:lnTo>
                  <a:lnTo>
                    <a:pt x="411" y="453"/>
                  </a:lnTo>
                  <a:lnTo>
                    <a:pt x="411" y="454"/>
                  </a:lnTo>
                  <a:lnTo>
                    <a:pt x="411" y="454"/>
                  </a:lnTo>
                  <a:lnTo>
                    <a:pt x="411" y="454"/>
                  </a:lnTo>
                  <a:lnTo>
                    <a:pt x="413" y="456"/>
                  </a:lnTo>
                  <a:lnTo>
                    <a:pt x="413" y="456"/>
                  </a:lnTo>
                  <a:lnTo>
                    <a:pt x="413" y="458"/>
                  </a:lnTo>
                  <a:lnTo>
                    <a:pt x="413" y="458"/>
                  </a:lnTo>
                  <a:lnTo>
                    <a:pt x="413" y="458"/>
                  </a:lnTo>
                  <a:lnTo>
                    <a:pt x="413" y="458"/>
                  </a:lnTo>
                  <a:lnTo>
                    <a:pt x="413" y="460"/>
                  </a:lnTo>
                  <a:lnTo>
                    <a:pt x="415" y="460"/>
                  </a:lnTo>
                  <a:lnTo>
                    <a:pt x="415" y="460"/>
                  </a:lnTo>
                  <a:lnTo>
                    <a:pt x="415" y="460"/>
                  </a:lnTo>
                  <a:lnTo>
                    <a:pt x="415" y="462"/>
                  </a:lnTo>
                  <a:lnTo>
                    <a:pt x="415" y="462"/>
                  </a:lnTo>
                  <a:lnTo>
                    <a:pt x="415" y="464"/>
                  </a:lnTo>
                  <a:lnTo>
                    <a:pt x="415" y="464"/>
                  </a:lnTo>
                  <a:lnTo>
                    <a:pt x="415" y="466"/>
                  </a:lnTo>
                  <a:lnTo>
                    <a:pt x="415" y="466"/>
                  </a:lnTo>
                  <a:lnTo>
                    <a:pt x="415" y="466"/>
                  </a:lnTo>
                  <a:lnTo>
                    <a:pt x="415" y="466"/>
                  </a:lnTo>
                  <a:lnTo>
                    <a:pt x="415" y="466"/>
                  </a:lnTo>
                  <a:lnTo>
                    <a:pt x="417" y="468"/>
                  </a:lnTo>
                  <a:lnTo>
                    <a:pt x="417" y="468"/>
                  </a:lnTo>
                  <a:lnTo>
                    <a:pt x="417" y="468"/>
                  </a:lnTo>
                  <a:lnTo>
                    <a:pt x="419" y="468"/>
                  </a:lnTo>
                  <a:lnTo>
                    <a:pt x="419" y="468"/>
                  </a:lnTo>
                  <a:lnTo>
                    <a:pt x="419" y="468"/>
                  </a:lnTo>
                  <a:lnTo>
                    <a:pt x="419" y="468"/>
                  </a:lnTo>
                  <a:lnTo>
                    <a:pt x="421" y="468"/>
                  </a:lnTo>
                  <a:lnTo>
                    <a:pt x="425" y="468"/>
                  </a:lnTo>
                  <a:lnTo>
                    <a:pt x="425" y="468"/>
                  </a:lnTo>
                  <a:lnTo>
                    <a:pt x="425" y="468"/>
                  </a:lnTo>
                  <a:lnTo>
                    <a:pt x="425" y="464"/>
                  </a:lnTo>
                  <a:lnTo>
                    <a:pt x="428" y="458"/>
                  </a:lnTo>
                  <a:lnTo>
                    <a:pt x="428" y="456"/>
                  </a:lnTo>
                  <a:lnTo>
                    <a:pt x="428" y="456"/>
                  </a:lnTo>
                  <a:lnTo>
                    <a:pt x="428" y="454"/>
                  </a:lnTo>
                  <a:lnTo>
                    <a:pt x="428" y="454"/>
                  </a:lnTo>
                  <a:lnTo>
                    <a:pt x="428" y="454"/>
                  </a:lnTo>
                  <a:lnTo>
                    <a:pt x="428" y="456"/>
                  </a:lnTo>
                  <a:close/>
                  <a:moveTo>
                    <a:pt x="653" y="4"/>
                  </a:moveTo>
                  <a:lnTo>
                    <a:pt x="655" y="4"/>
                  </a:lnTo>
                  <a:lnTo>
                    <a:pt x="655" y="2"/>
                  </a:lnTo>
                  <a:lnTo>
                    <a:pt x="653" y="2"/>
                  </a:lnTo>
                  <a:lnTo>
                    <a:pt x="653" y="2"/>
                  </a:lnTo>
                  <a:lnTo>
                    <a:pt x="653" y="2"/>
                  </a:lnTo>
                  <a:lnTo>
                    <a:pt x="653" y="2"/>
                  </a:lnTo>
                  <a:lnTo>
                    <a:pt x="653" y="2"/>
                  </a:lnTo>
                  <a:lnTo>
                    <a:pt x="651" y="4"/>
                  </a:lnTo>
                  <a:lnTo>
                    <a:pt x="651" y="4"/>
                  </a:lnTo>
                  <a:lnTo>
                    <a:pt x="647" y="4"/>
                  </a:lnTo>
                  <a:lnTo>
                    <a:pt x="647" y="2"/>
                  </a:lnTo>
                  <a:lnTo>
                    <a:pt x="646" y="2"/>
                  </a:lnTo>
                  <a:lnTo>
                    <a:pt x="647" y="0"/>
                  </a:lnTo>
                  <a:lnTo>
                    <a:pt x="646" y="0"/>
                  </a:lnTo>
                  <a:lnTo>
                    <a:pt x="646" y="0"/>
                  </a:lnTo>
                  <a:lnTo>
                    <a:pt x="646" y="2"/>
                  </a:lnTo>
                  <a:lnTo>
                    <a:pt x="644" y="2"/>
                  </a:lnTo>
                  <a:lnTo>
                    <a:pt x="644" y="2"/>
                  </a:lnTo>
                  <a:lnTo>
                    <a:pt x="644" y="2"/>
                  </a:lnTo>
                  <a:lnTo>
                    <a:pt x="644" y="4"/>
                  </a:lnTo>
                  <a:lnTo>
                    <a:pt x="644" y="4"/>
                  </a:lnTo>
                  <a:lnTo>
                    <a:pt x="646" y="4"/>
                  </a:lnTo>
                  <a:lnTo>
                    <a:pt x="647" y="4"/>
                  </a:lnTo>
                  <a:lnTo>
                    <a:pt x="649" y="6"/>
                  </a:lnTo>
                  <a:lnTo>
                    <a:pt x="651" y="6"/>
                  </a:lnTo>
                  <a:lnTo>
                    <a:pt x="651" y="6"/>
                  </a:lnTo>
                  <a:lnTo>
                    <a:pt x="653" y="6"/>
                  </a:lnTo>
                  <a:lnTo>
                    <a:pt x="651" y="4"/>
                  </a:lnTo>
                  <a:lnTo>
                    <a:pt x="651" y="4"/>
                  </a:lnTo>
                  <a:lnTo>
                    <a:pt x="651" y="4"/>
                  </a:lnTo>
                  <a:lnTo>
                    <a:pt x="653" y="4"/>
                  </a:lnTo>
                  <a:lnTo>
                    <a:pt x="653" y="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23" name="Freeform 26">
              <a:extLst>
                <a:ext uri="{FF2B5EF4-FFF2-40B4-BE49-F238E27FC236}">
                  <a16:creationId xmlns:a16="http://schemas.microsoft.com/office/drawing/2014/main" id="{98D960F6-9EE4-C94C-50BC-9F3C151AA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463" y="3392488"/>
              <a:ext cx="893763" cy="742950"/>
            </a:xfrm>
            <a:custGeom>
              <a:avLst/>
              <a:gdLst>
                <a:gd name="T0" fmla="*/ 528 w 563"/>
                <a:gd name="T1" fmla="*/ 59 h 468"/>
                <a:gd name="T2" fmla="*/ 509 w 563"/>
                <a:gd name="T3" fmla="*/ 44 h 468"/>
                <a:gd name="T4" fmla="*/ 460 w 563"/>
                <a:gd name="T5" fmla="*/ 21 h 468"/>
                <a:gd name="T6" fmla="*/ 421 w 563"/>
                <a:gd name="T7" fmla="*/ 6 h 468"/>
                <a:gd name="T8" fmla="*/ 423 w 563"/>
                <a:gd name="T9" fmla="*/ 48 h 468"/>
                <a:gd name="T10" fmla="*/ 401 w 563"/>
                <a:gd name="T11" fmla="*/ 48 h 468"/>
                <a:gd name="T12" fmla="*/ 343 w 563"/>
                <a:gd name="T13" fmla="*/ 44 h 468"/>
                <a:gd name="T14" fmla="*/ 334 w 563"/>
                <a:gd name="T15" fmla="*/ 12 h 468"/>
                <a:gd name="T16" fmla="*/ 288 w 563"/>
                <a:gd name="T17" fmla="*/ 19 h 468"/>
                <a:gd name="T18" fmla="*/ 240 w 563"/>
                <a:gd name="T19" fmla="*/ 8 h 468"/>
                <a:gd name="T20" fmla="*/ 200 w 563"/>
                <a:gd name="T21" fmla="*/ 46 h 468"/>
                <a:gd name="T22" fmla="*/ 202 w 563"/>
                <a:gd name="T23" fmla="*/ 67 h 468"/>
                <a:gd name="T24" fmla="*/ 181 w 563"/>
                <a:gd name="T25" fmla="*/ 97 h 468"/>
                <a:gd name="T26" fmla="*/ 176 w 563"/>
                <a:gd name="T27" fmla="*/ 120 h 468"/>
                <a:gd name="T28" fmla="*/ 153 w 563"/>
                <a:gd name="T29" fmla="*/ 141 h 468"/>
                <a:gd name="T30" fmla="*/ 117 w 563"/>
                <a:gd name="T31" fmla="*/ 141 h 468"/>
                <a:gd name="T32" fmla="*/ 96 w 563"/>
                <a:gd name="T33" fmla="*/ 171 h 468"/>
                <a:gd name="T34" fmla="*/ 90 w 563"/>
                <a:gd name="T35" fmla="*/ 192 h 468"/>
                <a:gd name="T36" fmla="*/ 96 w 563"/>
                <a:gd name="T37" fmla="*/ 211 h 468"/>
                <a:gd name="T38" fmla="*/ 111 w 563"/>
                <a:gd name="T39" fmla="*/ 251 h 468"/>
                <a:gd name="T40" fmla="*/ 120 w 563"/>
                <a:gd name="T41" fmla="*/ 265 h 468"/>
                <a:gd name="T42" fmla="*/ 111 w 563"/>
                <a:gd name="T43" fmla="*/ 270 h 468"/>
                <a:gd name="T44" fmla="*/ 77 w 563"/>
                <a:gd name="T45" fmla="*/ 255 h 468"/>
                <a:gd name="T46" fmla="*/ 61 w 563"/>
                <a:gd name="T47" fmla="*/ 251 h 468"/>
                <a:gd name="T48" fmla="*/ 40 w 563"/>
                <a:gd name="T49" fmla="*/ 263 h 468"/>
                <a:gd name="T50" fmla="*/ 61 w 563"/>
                <a:gd name="T51" fmla="*/ 301 h 468"/>
                <a:gd name="T52" fmla="*/ 73 w 563"/>
                <a:gd name="T53" fmla="*/ 320 h 468"/>
                <a:gd name="T54" fmla="*/ 78 w 563"/>
                <a:gd name="T55" fmla="*/ 352 h 468"/>
                <a:gd name="T56" fmla="*/ 67 w 563"/>
                <a:gd name="T57" fmla="*/ 373 h 468"/>
                <a:gd name="T58" fmla="*/ 50 w 563"/>
                <a:gd name="T59" fmla="*/ 388 h 468"/>
                <a:gd name="T60" fmla="*/ 25 w 563"/>
                <a:gd name="T61" fmla="*/ 419 h 468"/>
                <a:gd name="T62" fmla="*/ 12 w 563"/>
                <a:gd name="T63" fmla="*/ 441 h 468"/>
                <a:gd name="T64" fmla="*/ 4 w 563"/>
                <a:gd name="T65" fmla="*/ 460 h 468"/>
                <a:gd name="T66" fmla="*/ 19 w 563"/>
                <a:gd name="T67" fmla="*/ 468 h 468"/>
                <a:gd name="T68" fmla="*/ 77 w 563"/>
                <a:gd name="T69" fmla="*/ 449 h 468"/>
                <a:gd name="T70" fmla="*/ 90 w 563"/>
                <a:gd name="T71" fmla="*/ 434 h 468"/>
                <a:gd name="T72" fmla="*/ 99 w 563"/>
                <a:gd name="T73" fmla="*/ 398 h 468"/>
                <a:gd name="T74" fmla="*/ 113 w 563"/>
                <a:gd name="T75" fmla="*/ 417 h 468"/>
                <a:gd name="T76" fmla="*/ 130 w 563"/>
                <a:gd name="T77" fmla="*/ 413 h 468"/>
                <a:gd name="T78" fmla="*/ 149 w 563"/>
                <a:gd name="T79" fmla="*/ 411 h 468"/>
                <a:gd name="T80" fmla="*/ 151 w 563"/>
                <a:gd name="T81" fmla="*/ 390 h 468"/>
                <a:gd name="T82" fmla="*/ 181 w 563"/>
                <a:gd name="T83" fmla="*/ 367 h 468"/>
                <a:gd name="T84" fmla="*/ 178 w 563"/>
                <a:gd name="T85" fmla="*/ 354 h 468"/>
                <a:gd name="T86" fmla="*/ 193 w 563"/>
                <a:gd name="T87" fmla="*/ 350 h 468"/>
                <a:gd name="T88" fmla="*/ 204 w 563"/>
                <a:gd name="T89" fmla="*/ 339 h 468"/>
                <a:gd name="T90" fmla="*/ 220 w 563"/>
                <a:gd name="T91" fmla="*/ 350 h 468"/>
                <a:gd name="T92" fmla="*/ 248 w 563"/>
                <a:gd name="T93" fmla="*/ 369 h 468"/>
                <a:gd name="T94" fmla="*/ 286 w 563"/>
                <a:gd name="T95" fmla="*/ 356 h 468"/>
                <a:gd name="T96" fmla="*/ 303 w 563"/>
                <a:gd name="T97" fmla="*/ 343 h 468"/>
                <a:gd name="T98" fmla="*/ 357 w 563"/>
                <a:gd name="T99" fmla="*/ 301 h 468"/>
                <a:gd name="T100" fmla="*/ 370 w 563"/>
                <a:gd name="T101" fmla="*/ 291 h 468"/>
                <a:gd name="T102" fmla="*/ 357 w 563"/>
                <a:gd name="T103" fmla="*/ 291 h 468"/>
                <a:gd name="T104" fmla="*/ 347 w 563"/>
                <a:gd name="T105" fmla="*/ 305 h 468"/>
                <a:gd name="T106" fmla="*/ 355 w 563"/>
                <a:gd name="T107" fmla="*/ 280 h 468"/>
                <a:gd name="T108" fmla="*/ 381 w 563"/>
                <a:gd name="T109" fmla="*/ 282 h 468"/>
                <a:gd name="T110" fmla="*/ 393 w 563"/>
                <a:gd name="T111" fmla="*/ 280 h 468"/>
                <a:gd name="T112" fmla="*/ 458 w 563"/>
                <a:gd name="T113" fmla="*/ 255 h 468"/>
                <a:gd name="T114" fmla="*/ 442 w 563"/>
                <a:gd name="T115" fmla="*/ 242 h 468"/>
                <a:gd name="T116" fmla="*/ 484 w 563"/>
                <a:gd name="T117" fmla="*/ 230 h 468"/>
                <a:gd name="T118" fmla="*/ 496 w 563"/>
                <a:gd name="T119" fmla="*/ 206 h 468"/>
                <a:gd name="T120" fmla="*/ 519 w 563"/>
                <a:gd name="T121" fmla="*/ 183 h 468"/>
                <a:gd name="T122" fmla="*/ 542 w 563"/>
                <a:gd name="T123" fmla="*/ 101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63" h="468">
                  <a:moveTo>
                    <a:pt x="563" y="93"/>
                  </a:moveTo>
                  <a:lnTo>
                    <a:pt x="559" y="88"/>
                  </a:lnTo>
                  <a:lnTo>
                    <a:pt x="559" y="88"/>
                  </a:lnTo>
                  <a:lnTo>
                    <a:pt x="559" y="86"/>
                  </a:lnTo>
                  <a:lnTo>
                    <a:pt x="559" y="84"/>
                  </a:lnTo>
                  <a:lnTo>
                    <a:pt x="559" y="82"/>
                  </a:lnTo>
                  <a:lnTo>
                    <a:pt x="559" y="80"/>
                  </a:lnTo>
                  <a:lnTo>
                    <a:pt x="559" y="78"/>
                  </a:lnTo>
                  <a:lnTo>
                    <a:pt x="557" y="78"/>
                  </a:lnTo>
                  <a:lnTo>
                    <a:pt x="545" y="74"/>
                  </a:lnTo>
                  <a:lnTo>
                    <a:pt x="542" y="74"/>
                  </a:lnTo>
                  <a:lnTo>
                    <a:pt x="542" y="73"/>
                  </a:lnTo>
                  <a:lnTo>
                    <a:pt x="540" y="71"/>
                  </a:lnTo>
                  <a:lnTo>
                    <a:pt x="540" y="69"/>
                  </a:lnTo>
                  <a:lnTo>
                    <a:pt x="540" y="67"/>
                  </a:lnTo>
                  <a:lnTo>
                    <a:pt x="540" y="63"/>
                  </a:lnTo>
                  <a:lnTo>
                    <a:pt x="538" y="61"/>
                  </a:lnTo>
                  <a:lnTo>
                    <a:pt x="536" y="61"/>
                  </a:lnTo>
                  <a:lnTo>
                    <a:pt x="534" y="59"/>
                  </a:lnTo>
                  <a:lnTo>
                    <a:pt x="532" y="59"/>
                  </a:lnTo>
                  <a:lnTo>
                    <a:pt x="530" y="59"/>
                  </a:lnTo>
                  <a:lnTo>
                    <a:pt x="530" y="59"/>
                  </a:lnTo>
                  <a:lnTo>
                    <a:pt x="528" y="59"/>
                  </a:lnTo>
                  <a:lnTo>
                    <a:pt x="528" y="61"/>
                  </a:lnTo>
                  <a:lnTo>
                    <a:pt x="528" y="61"/>
                  </a:lnTo>
                  <a:lnTo>
                    <a:pt x="526" y="63"/>
                  </a:lnTo>
                  <a:lnTo>
                    <a:pt x="526" y="63"/>
                  </a:lnTo>
                  <a:lnTo>
                    <a:pt x="526" y="63"/>
                  </a:lnTo>
                  <a:lnTo>
                    <a:pt x="524" y="65"/>
                  </a:lnTo>
                  <a:lnTo>
                    <a:pt x="524" y="65"/>
                  </a:lnTo>
                  <a:lnTo>
                    <a:pt x="524" y="65"/>
                  </a:lnTo>
                  <a:lnTo>
                    <a:pt x="522" y="65"/>
                  </a:lnTo>
                  <a:lnTo>
                    <a:pt x="519" y="63"/>
                  </a:lnTo>
                  <a:lnTo>
                    <a:pt x="519" y="61"/>
                  </a:lnTo>
                  <a:lnTo>
                    <a:pt x="519" y="59"/>
                  </a:lnTo>
                  <a:lnTo>
                    <a:pt x="519" y="55"/>
                  </a:lnTo>
                  <a:lnTo>
                    <a:pt x="519" y="55"/>
                  </a:lnTo>
                  <a:lnTo>
                    <a:pt x="519" y="55"/>
                  </a:lnTo>
                  <a:lnTo>
                    <a:pt x="519" y="53"/>
                  </a:lnTo>
                  <a:lnTo>
                    <a:pt x="519" y="52"/>
                  </a:lnTo>
                  <a:lnTo>
                    <a:pt x="519" y="52"/>
                  </a:lnTo>
                  <a:lnTo>
                    <a:pt x="519" y="50"/>
                  </a:lnTo>
                  <a:lnTo>
                    <a:pt x="519" y="50"/>
                  </a:lnTo>
                  <a:lnTo>
                    <a:pt x="517" y="48"/>
                  </a:lnTo>
                  <a:lnTo>
                    <a:pt x="513" y="46"/>
                  </a:lnTo>
                  <a:lnTo>
                    <a:pt x="509" y="44"/>
                  </a:lnTo>
                  <a:lnTo>
                    <a:pt x="507" y="44"/>
                  </a:lnTo>
                  <a:lnTo>
                    <a:pt x="507" y="44"/>
                  </a:lnTo>
                  <a:lnTo>
                    <a:pt x="505" y="44"/>
                  </a:lnTo>
                  <a:lnTo>
                    <a:pt x="503" y="44"/>
                  </a:lnTo>
                  <a:lnTo>
                    <a:pt x="500" y="40"/>
                  </a:lnTo>
                  <a:lnTo>
                    <a:pt x="498" y="40"/>
                  </a:lnTo>
                  <a:lnTo>
                    <a:pt x="496" y="38"/>
                  </a:lnTo>
                  <a:lnTo>
                    <a:pt x="494" y="38"/>
                  </a:lnTo>
                  <a:lnTo>
                    <a:pt x="492" y="38"/>
                  </a:lnTo>
                  <a:lnTo>
                    <a:pt x="492" y="38"/>
                  </a:lnTo>
                  <a:lnTo>
                    <a:pt x="490" y="34"/>
                  </a:lnTo>
                  <a:lnTo>
                    <a:pt x="486" y="33"/>
                  </a:lnTo>
                  <a:lnTo>
                    <a:pt x="482" y="29"/>
                  </a:lnTo>
                  <a:lnTo>
                    <a:pt x="473" y="23"/>
                  </a:lnTo>
                  <a:lnTo>
                    <a:pt x="473" y="23"/>
                  </a:lnTo>
                  <a:lnTo>
                    <a:pt x="471" y="23"/>
                  </a:lnTo>
                  <a:lnTo>
                    <a:pt x="471" y="23"/>
                  </a:lnTo>
                  <a:lnTo>
                    <a:pt x="467" y="23"/>
                  </a:lnTo>
                  <a:lnTo>
                    <a:pt x="465" y="25"/>
                  </a:lnTo>
                  <a:lnTo>
                    <a:pt x="463" y="25"/>
                  </a:lnTo>
                  <a:lnTo>
                    <a:pt x="462" y="23"/>
                  </a:lnTo>
                  <a:lnTo>
                    <a:pt x="462" y="23"/>
                  </a:lnTo>
                  <a:lnTo>
                    <a:pt x="460" y="21"/>
                  </a:lnTo>
                  <a:lnTo>
                    <a:pt x="458" y="21"/>
                  </a:lnTo>
                  <a:lnTo>
                    <a:pt x="456" y="19"/>
                  </a:lnTo>
                  <a:lnTo>
                    <a:pt x="456" y="17"/>
                  </a:lnTo>
                  <a:lnTo>
                    <a:pt x="454" y="15"/>
                  </a:lnTo>
                  <a:lnTo>
                    <a:pt x="452" y="14"/>
                  </a:lnTo>
                  <a:lnTo>
                    <a:pt x="437" y="6"/>
                  </a:lnTo>
                  <a:lnTo>
                    <a:pt x="433" y="2"/>
                  </a:lnTo>
                  <a:lnTo>
                    <a:pt x="433" y="0"/>
                  </a:lnTo>
                  <a:lnTo>
                    <a:pt x="431" y="0"/>
                  </a:lnTo>
                  <a:lnTo>
                    <a:pt x="431" y="0"/>
                  </a:lnTo>
                  <a:lnTo>
                    <a:pt x="429" y="0"/>
                  </a:lnTo>
                  <a:lnTo>
                    <a:pt x="429" y="2"/>
                  </a:lnTo>
                  <a:lnTo>
                    <a:pt x="427" y="4"/>
                  </a:lnTo>
                  <a:lnTo>
                    <a:pt x="427" y="4"/>
                  </a:lnTo>
                  <a:lnTo>
                    <a:pt x="425" y="4"/>
                  </a:lnTo>
                  <a:lnTo>
                    <a:pt x="425" y="4"/>
                  </a:lnTo>
                  <a:lnTo>
                    <a:pt x="423" y="4"/>
                  </a:lnTo>
                  <a:lnTo>
                    <a:pt x="423" y="6"/>
                  </a:lnTo>
                  <a:lnTo>
                    <a:pt x="421" y="6"/>
                  </a:lnTo>
                  <a:lnTo>
                    <a:pt x="421" y="6"/>
                  </a:lnTo>
                  <a:lnTo>
                    <a:pt x="421" y="6"/>
                  </a:lnTo>
                  <a:lnTo>
                    <a:pt x="421" y="6"/>
                  </a:lnTo>
                  <a:lnTo>
                    <a:pt x="421" y="6"/>
                  </a:lnTo>
                  <a:lnTo>
                    <a:pt x="421" y="8"/>
                  </a:lnTo>
                  <a:lnTo>
                    <a:pt x="421" y="10"/>
                  </a:lnTo>
                  <a:lnTo>
                    <a:pt x="421" y="12"/>
                  </a:lnTo>
                  <a:lnTo>
                    <a:pt x="425" y="14"/>
                  </a:lnTo>
                  <a:lnTo>
                    <a:pt x="425" y="15"/>
                  </a:lnTo>
                  <a:lnTo>
                    <a:pt x="425" y="17"/>
                  </a:lnTo>
                  <a:lnTo>
                    <a:pt x="425" y="23"/>
                  </a:lnTo>
                  <a:lnTo>
                    <a:pt x="425" y="25"/>
                  </a:lnTo>
                  <a:lnTo>
                    <a:pt x="425" y="27"/>
                  </a:lnTo>
                  <a:lnTo>
                    <a:pt x="423" y="29"/>
                  </a:lnTo>
                  <a:lnTo>
                    <a:pt x="423" y="31"/>
                  </a:lnTo>
                  <a:lnTo>
                    <a:pt x="423" y="33"/>
                  </a:lnTo>
                  <a:lnTo>
                    <a:pt x="423" y="33"/>
                  </a:lnTo>
                  <a:lnTo>
                    <a:pt x="425" y="36"/>
                  </a:lnTo>
                  <a:lnTo>
                    <a:pt x="425" y="38"/>
                  </a:lnTo>
                  <a:lnTo>
                    <a:pt x="425" y="38"/>
                  </a:lnTo>
                  <a:lnTo>
                    <a:pt x="425" y="42"/>
                  </a:lnTo>
                  <a:lnTo>
                    <a:pt x="423" y="42"/>
                  </a:lnTo>
                  <a:lnTo>
                    <a:pt x="423" y="44"/>
                  </a:lnTo>
                  <a:lnTo>
                    <a:pt x="425" y="46"/>
                  </a:lnTo>
                  <a:lnTo>
                    <a:pt x="425" y="46"/>
                  </a:lnTo>
                  <a:lnTo>
                    <a:pt x="423" y="46"/>
                  </a:lnTo>
                  <a:lnTo>
                    <a:pt x="423" y="48"/>
                  </a:lnTo>
                  <a:lnTo>
                    <a:pt x="420" y="53"/>
                  </a:lnTo>
                  <a:lnTo>
                    <a:pt x="418" y="55"/>
                  </a:lnTo>
                  <a:lnTo>
                    <a:pt x="416" y="57"/>
                  </a:lnTo>
                  <a:lnTo>
                    <a:pt x="412" y="57"/>
                  </a:lnTo>
                  <a:lnTo>
                    <a:pt x="406" y="55"/>
                  </a:lnTo>
                  <a:lnTo>
                    <a:pt x="406" y="53"/>
                  </a:lnTo>
                  <a:lnTo>
                    <a:pt x="406" y="52"/>
                  </a:lnTo>
                  <a:lnTo>
                    <a:pt x="406" y="52"/>
                  </a:lnTo>
                  <a:lnTo>
                    <a:pt x="406" y="50"/>
                  </a:lnTo>
                  <a:lnTo>
                    <a:pt x="406" y="50"/>
                  </a:lnTo>
                  <a:lnTo>
                    <a:pt x="406" y="48"/>
                  </a:lnTo>
                  <a:lnTo>
                    <a:pt x="408" y="46"/>
                  </a:lnTo>
                  <a:lnTo>
                    <a:pt x="408" y="46"/>
                  </a:lnTo>
                  <a:lnTo>
                    <a:pt x="408" y="44"/>
                  </a:lnTo>
                  <a:lnTo>
                    <a:pt x="408" y="44"/>
                  </a:lnTo>
                  <a:lnTo>
                    <a:pt x="408" y="44"/>
                  </a:lnTo>
                  <a:lnTo>
                    <a:pt x="406" y="44"/>
                  </a:lnTo>
                  <a:lnTo>
                    <a:pt x="404" y="44"/>
                  </a:lnTo>
                  <a:lnTo>
                    <a:pt x="404" y="46"/>
                  </a:lnTo>
                  <a:lnTo>
                    <a:pt x="402" y="46"/>
                  </a:lnTo>
                  <a:lnTo>
                    <a:pt x="402" y="46"/>
                  </a:lnTo>
                  <a:lnTo>
                    <a:pt x="401" y="48"/>
                  </a:lnTo>
                  <a:lnTo>
                    <a:pt x="401" y="48"/>
                  </a:lnTo>
                  <a:lnTo>
                    <a:pt x="399" y="48"/>
                  </a:lnTo>
                  <a:lnTo>
                    <a:pt x="397" y="48"/>
                  </a:lnTo>
                  <a:lnTo>
                    <a:pt x="395" y="48"/>
                  </a:lnTo>
                  <a:lnTo>
                    <a:pt x="391" y="48"/>
                  </a:lnTo>
                  <a:lnTo>
                    <a:pt x="385" y="46"/>
                  </a:lnTo>
                  <a:lnTo>
                    <a:pt x="378" y="40"/>
                  </a:lnTo>
                  <a:lnTo>
                    <a:pt x="376" y="40"/>
                  </a:lnTo>
                  <a:lnTo>
                    <a:pt x="374" y="40"/>
                  </a:lnTo>
                  <a:lnTo>
                    <a:pt x="374" y="40"/>
                  </a:lnTo>
                  <a:lnTo>
                    <a:pt x="372" y="40"/>
                  </a:lnTo>
                  <a:lnTo>
                    <a:pt x="372" y="40"/>
                  </a:lnTo>
                  <a:lnTo>
                    <a:pt x="370" y="42"/>
                  </a:lnTo>
                  <a:lnTo>
                    <a:pt x="366" y="42"/>
                  </a:lnTo>
                  <a:lnTo>
                    <a:pt x="364" y="44"/>
                  </a:lnTo>
                  <a:lnTo>
                    <a:pt x="361" y="48"/>
                  </a:lnTo>
                  <a:lnTo>
                    <a:pt x="357" y="53"/>
                  </a:lnTo>
                  <a:lnTo>
                    <a:pt x="355" y="53"/>
                  </a:lnTo>
                  <a:lnTo>
                    <a:pt x="355" y="53"/>
                  </a:lnTo>
                  <a:lnTo>
                    <a:pt x="355" y="53"/>
                  </a:lnTo>
                  <a:lnTo>
                    <a:pt x="353" y="52"/>
                  </a:lnTo>
                  <a:lnTo>
                    <a:pt x="351" y="50"/>
                  </a:lnTo>
                  <a:lnTo>
                    <a:pt x="345" y="46"/>
                  </a:lnTo>
                  <a:lnTo>
                    <a:pt x="343" y="44"/>
                  </a:lnTo>
                  <a:lnTo>
                    <a:pt x="341" y="44"/>
                  </a:lnTo>
                  <a:lnTo>
                    <a:pt x="340" y="44"/>
                  </a:lnTo>
                  <a:lnTo>
                    <a:pt x="340" y="44"/>
                  </a:lnTo>
                  <a:lnTo>
                    <a:pt x="338" y="44"/>
                  </a:lnTo>
                  <a:lnTo>
                    <a:pt x="334" y="46"/>
                  </a:lnTo>
                  <a:lnTo>
                    <a:pt x="334" y="46"/>
                  </a:lnTo>
                  <a:lnTo>
                    <a:pt x="334" y="46"/>
                  </a:lnTo>
                  <a:lnTo>
                    <a:pt x="334" y="44"/>
                  </a:lnTo>
                  <a:lnTo>
                    <a:pt x="334" y="44"/>
                  </a:lnTo>
                  <a:lnTo>
                    <a:pt x="334" y="42"/>
                  </a:lnTo>
                  <a:lnTo>
                    <a:pt x="336" y="40"/>
                  </a:lnTo>
                  <a:lnTo>
                    <a:pt x="338" y="34"/>
                  </a:lnTo>
                  <a:lnTo>
                    <a:pt x="343" y="29"/>
                  </a:lnTo>
                  <a:lnTo>
                    <a:pt x="343" y="27"/>
                  </a:lnTo>
                  <a:lnTo>
                    <a:pt x="343" y="25"/>
                  </a:lnTo>
                  <a:lnTo>
                    <a:pt x="343" y="23"/>
                  </a:lnTo>
                  <a:lnTo>
                    <a:pt x="343" y="21"/>
                  </a:lnTo>
                  <a:lnTo>
                    <a:pt x="343" y="17"/>
                  </a:lnTo>
                  <a:lnTo>
                    <a:pt x="343" y="12"/>
                  </a:lnTo>
                  <a:lnTo>
                    <a:pt x="340" y="6"/>
                  </a:lnTo>
                  <a:lnTo>
                    <a:pt x="338" y="8"/>
                  </a:lnTo>
                  <a:lnTo>
                    <a:pt x="334" y="12"/>
                  </a:lnTo>
                  <a:lnTo>
                    <a:pt x="334" y="12"/>
                  </a:lnTo>
                  <a:lnTo>
                    <a:pt x="330" y="12"/>
                  </a:lnTo>
                  <a:lnTo>
                    <a:pt x="330" y="12"/>
                  </a:lnTo>
                  <a:lnTo>
                    <a:pt x="328" y="12"/>
                  </a:lnTo>
                  <a:lnTo>
                    <a:pt x="328" y="14"/>
                  </a:lnTo>
                  <a:lnTo>
                    <a:pt x="326" y="14"/>
                  </a:lnTo>
                  <a:lnTo>
                    <a:pt x="326" y="14"/>
                  </a:lnTo>
                  <a:lnTo>
                    <a:pt x="322" y="14"/>
                  </a:lnTo>
                  <a:lnTo>
                    <a:pt x="317" y="12"/>
                  </a:lnTo>
                  <a:lnTo>
                    <a:pt x="317" y="12"/>
                  </a:lnTo>
                  <a:lnTo>
                    <a:pt x="315" y="12"/>
                  </a:lnTo>
                  <a:lnTo>
                    <a:pt x="313" y="12"/>
                  </a:lnTo>
                  <a:lnTo>
                    <a:pt x="313" y="12"/>
                  </a:lnTo>
                  <a:lnTo>
                    <a:pt x="313" y="14"/>
                  </a:lnTo>
                  <a:lnTo>
                    <a:pt x="311" y="14"/>
                  </a:lnTo>
                  <a:lnTo>
                    <a:pt x="309" y="14"/>
                  </a:lnTo>
                  <a:lnTo>
                    <a:pt x="292" y="14"/>
                  </a:lnTo>
                  <a:lnTo>
                    <a:pt x="290" y="14"/>
                  </a:lnTo>
                  <a:lnTo>
                    <a:pt x="288" y="15"/>
                  </a:lnTo>
                  <a:lnTo>
                    <a:pt x="288" y="15"/>
                  </a:lnTo>
                  <a:lnTo>
                    <a:pt x="288" y="15"/>
                  </a:lnTo>
                  <a:lnTo>
                    <a:pt x="288" y="17"/>
                  </a:lnTo>
                  <a:lnTo>
                    <a:pt x="288" y="17"/>
                  </a:lnTo>
                  <a:lnTo>
                    <a:pt x="288" y="19"/>
                  </a:lnTo>
                  <a:lnTo>
                    <a:pt x="288" y="19"/>
                  </a:lnTo>
                  <a:lnTo>
                    <a:pt x="288" y="19"/>
                  </a:lnTo>
                  <a:lnTo>
                    <a:pt x="286" y="19"/>
                  </a:lnTo>
                  <a:lnTo>
                    <a:pt x="280" y="23"/>
                  </a:lnTo>
                  <a:lnTo>
                    <a:pt x="280" y="23"/>
                  </a:lnTo>
                  <a:lnTo>
                    <a:pt x="271" y="23"/>
                  </a:lnTo>
                  <a:lnTo>
                    <a:pt x="269" y="23"/>
                  </a:lnTo>
                  <a:lnTo>
                    <a:pt x="263" y="21"/>
                  </a:lnTo>
                  <a:lnTo>
                    <a:pt x="261" y="21"/>
                  </a:lnTo>
                  <a:lnTo>
                    <a:pt x="260" y="21"/>
                  </a:lnTo>
                  <a:lnTo>
                    <a:pt x="260" y="21"/>
                  </a:lnTo>
                  <a:lnTo>
                    <a:pt x="260" y="19"/>
                  </a:lnTo>
                  <a:lnTo>
                    <a:pt x="256" y="17"/>
                  </a:lnTo>
                  <a:lnTo>
                    <a:pt x="256" y="15"/>
                  </a:lnTo>
                  <a:lnTo>
                    <a:pt x="254" y="15"/>
                  </a:lnTo>
                  <a:lnTo>
                    <a:pt x="254" y="14"/>
                  </a:lnTo>
                  <a:lnTo>
                    <a:pt x="248" y="6"/>
                  </a:lnTo>
                  <a:lnTo>
                    <a:pt x="246" y="4"/>
                  </a:lnTo>
                  <a:lnTo>
                    <a:pt x="242" y="4"/>
                  </a:lnTo>
                  <a:lnTo>
                    <a:pt x="239" y="2"/>
                  </a:lnTo>
                  <a:lnTo>
                    <a:pt x="239" y="4"/>
                  </a:lnTo>
                  <a:lnTo>
                    <a:pt x="239" y="4"/>
                  </a:lnTo>
                  <a:lnTo>
                    <a:pt x="240" y="8"/>
                  </a:lnTo>
                  <a:lnTo>
                    <a:pt x="242" y="10"/>
                  </a:lnTo>
                  <a:lnTo>
                    <a:pt x="242" y="12"/>
                  </a:lnTo>
                  <a:lnTo>
                    <a:pt x="242" y="12"/>
                  </a:lnTo>
                  <a:lnTo>
                    <a:pt x="242" y="14"/>
                  </a:lnTo>
                  <a:lnTo>
                    <a:pt x="242" y="14"/>
                  </a:lnTo>
                  <a:lnTo>
                    <a:pt x="240" y="15"/>
                  </a:lnTo>
                  <a:lnTo>
                    <a:pt x="240" y="15"/>
                  </a:lnTo>
                  <a:lnTo>
                    <a:pt x="239" y="19"/>
                  </a:lnTo>
                  <a:lnTo>
                    <a:pt x="237" y="19"/>
                  </a:lnTo>
                  <a:lnTo>
                    <a:pt x="237" y="19"/>
                  </a:lnTo>
                  <a:lnTo>
                    <a:pt x="235" y="19"/>
                  </a:lnTo>
                  <a:lnTo>
                    <a:pt x="231" y="21"/>
                  </a:lnTo>
                  <a:lnTo>
                    <a:pt x="227" y="21"/>
                  </a:lnTo>
                  <a:lnTo>
                    <a:pt x="225" y="23"/>
                  </a:lnTo>
                  <a:lnTo>
                    <a:pt x="218" y="31"/>
                  </a:lnTo>
                  <a:lnTo>
                    <a:pt x="216" y="31"/>
                  </a:lnTo>
                  <a:lnTo>
                    <a:pt x="212" y="33"/>
                  </a:lnTo>
                  <a:lnTo>
                    <a:pt x="208" y="34"/>
                  </a:lnTo>
                  <a:lnTo>
                    <a:pt x="208" y="34"/>
                  </a:lnTo>
                  <a:lnTo>
                    <a:pt x="206" y="36"/>
                  </a:lnTo>
                  <a:lnTo>
                    <a:pt x="200" y="44"/>
                  </a:lnTo>
                  <a:lnTo>
                    <a:pt x="200" y="44"/>
                  </a:lnTo>
                  <a:lnTo>
                    <a:pt x="200" y="46"/>
                  </a:lnTo>
                  <a:lnTo>
                    <a:pt x="200" y="46"/>
                  </a:lnTo>
                  <a:lnTo>
                    <a:pt x="202" y="48"/>
                  </a:lnTo>
                  <a:lnTo>
                    <a:pt x="202" y="48"/>
                  </a:lnTo>
                  <a:lnTo>
                    <a:pt x="202" y="48"/>
                  </a:lnTo>
                  <a:lnTo>
                    <a:pt x="202" y="50"/>
                  </a:lnTo>
                  <a:lnTo>
                    <a:pt x="202" y="50"/>
                  </a:lnTo>
                  <a:lnTo>
                    <a:pt x="202" y="52"/>
                  </a:lnTo>
                  <a:lnTo>
                    <a:pt x="200" y="52"/>
                  </a:lnTo>
                  <a:lnTo>
                    <a:pt x="200" y="52"/>
                  </a:lnTo>
                  <a:lnTo>
                    <a:pt x="199" y="53"/>
                  </a:lnTo>
                  <a:lnTo>
                    <a:pt x="199" y="53"/>
                  </a:lnTo>
                  <a:lnTo>
                    <a:pt x="199" y="53"/>
                  </a:lnTo>
                  <a:lnTo>
                    <a:pt x="197" y="57"/>
                  </a:lnTo>
                  <a:lnTo>
                    <a:pt x="197" y="59"/>
                  </a:lnTo>
                  <a:lnTo>
                    <a:pt x="197" y="59"/>
                  </a:lnTo>
                  <a:lnTo>
                    <a:pt x="199" y="61"/>
                  </a:lnTo>
                  <a:lnTo>
                    <a:pt x="199" y="61"/>
                  </a:lnTo>
                  <a:lnTo>
                    <a:pt x="200" y="63"/>
                  </a:lnTo>
                  <a:lnTo>
                    <a:pt x="202" y="63"/>
                  </a:lnTo>
                  <a:lnTo>
                    <a:pt x="202" y="63"/>
                  </a:lnTo>
                  <a:lnTo>
                    <a:pt x="202" y="65"/>
                  </a:lnTo>
                  <a:lnTo>
                    <a:pt x="202" y="65"/>
                  </a:lnTo>
                  <a:lnTo>
                    <a:pt x="202" y="67"/>
                  </a:lnTo>
                  <a:lnTo>
                    <a:pt x="202" y="69"/>
                  </a:lnTo>
                  <a:lnTo>
                    <a:pt x="202" y="69"/>
                  </a:lnTo>
                  <a:lnTo>
                    <a:pt x="202" y="71"/>
                  </a:lnTo>
                  <a:lnTo>
                    <a:pt x="200" y="73"/>
                  </a:lnTo>
                  <a:lnTo>
                    <a:pt x="200" y="73"/>
                  </a:lnTo>
                  <a:lnTo>
                    <a:pt x="200" y="73"/>
                  </a:lnTo>
                  <a:lnTo>
                    <a:pt x="199" y="73"/>
                  </a:lnTo>
                  <a:lnTo>
                    <a:pt x="199" y="73"/>
                  </a:lnTo>
                  <a:lnTo>
                    <a:pt x="199" y="73"/>
                  </a:lnTo>
                  <a:lnTo>
                    <a:pt x="199" y="74"/>
                  </a:lnTo>
                  <a:lnTo>
                    <a:pt x="197" y="76"/>
                  </a:lnTo>
                  <a:lnTo>
                    <a:pt x="197" y="76"/>
                  </a:lnTo>
                  <a:lnTo>
                    <a:pt x="197" y="76"/>
                  </a:lnTo>
                  <a:lnTo>
                    <a:pt x="197" y="76"/>
                  </a:lnTo>
                  <a:lnTo>
                    <a:pt x="195" y="74"/>
                  </a:lnTo>
                  <a:lnTo>
                    <a:pt x="195" y="74"/>
                  </a:lnTo>
                  <a:lnTo>
                    <a:pt x="193" y="74"/>
                  </a:lnTo>
                  <a:lnTo>
                    <a:pt x="193" y="76"/>
                  </a:lnTo>
                  <a:lnTo>
                    <a:pt x="193" y="76"/>
                  </a:lnTo>
                  <a:lnTo>
                    <a:pt x="193" y="80"/>
                  </a:lnTo>
                  <a:lnTo>
                    <a:pt x="193" y="82"/>
                  </a:lnTo>
                  <a:lnTo>
                    <a:pt x="191" y="84"/>
                  </a:lnTo>
                  <a:lnTo>
                    <a:pt x="181" y="97"/>
                  </a:lnTo>
                  <a:lnTo>
                    <a:pt x="181" y="99"/>
                  </a:lnTo>
                  <a:lnTo>
                    <a:pt x="181" y="101"/>
                  </a:lnTo>
                  <a:lnTo>
                    <a:pt x="181" y="103"/>
                  </a:lnTo>
                  <a:lnTo>
                    <a:pt x="179" y="105"/>
                  </a:lnTo>
                  <a:lnTo>
                    <a:pt x="179" y="107"/>
                  </a:lnTo>
                  <a:lnTo>
                    <a:pt x="179" y="109"/>
                  </a:lnTo>
                  <a:lnTo>
                    <a:pt x="179" y="111"/>
                  </a:lnTo>
                  <a:lnTo>
                    <a:pt x="181" y="111"/>
                  </a:lnTo>
                  <a:lnTo>
                    <a:pt x="181" y="112"/>
                  </a:lnTo>
                  <a:lnTo>
                    <a:pt x="185" y="114"/>
                  </a:lnTo>
                  <a:lnTo>
                    <a:pt x="185" y="116"/>
                  </a:lnTo>
                  <a:lnTo>
                    <a:pt x="185" y="116"/>
                  </a:lnTo>
                  <a:lnTo>
                    <a:pt x="185" y="118"/>
                  </a:lnTo>
                  <a:lnTo>
                    <a:pt x="185" y="120"/>
                  </a:lnTo>
                  <a:lnTo>
                    <a:pt x="185" y="120"/>
                  </a:lnTo>
                  <a:lnTo>
                    <a:pt x="185" y="122"/>
                  </a:lnTo>
                  <a:lnTo>
                    <a:pt x="183" y="122"/>
                  </a:lnTo>
                  <a:lnTo>
                    <a:pt x="183" y="122"/>
                  </a:lnTo>
                  <a:lnTo>
                    <a:pt x="183" y="122"/>
                  </a:lnTo>
                  <a:lnTo>
                    <a:pt x="181" y="122"/>
                  </a:lnTo>
                  <a:lnTo>
                    <a:pt x="178" y="120"/>
                  </a:lnTo>
                  <a:lnTo>
                    <a:pt x="176" y="120"/>
                  </a:lnTo>
                  <a:lnTo>
                    <a:pt x="176" y="120"/>
                  </a:lnTo>
                  <a:lnTo>
                    <a:pt x="176" y="120"/>
                  </a:lnTo>
                  <a:lnTo>
                    <a:pt x="174" y="122"/>
                  </a:lnTo>
                  <a:lnTo>
                    <a:pt x="174" y="122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6"/>
                  </a:lnTo>
                  <a:lnTo>
                    <a:pt x="174" y="126"/>
                  </a:lnTo>
                  <a:lnTo>
                    <a:pt x="174" y="126"/>
                  </a:lnTo>
                  <a:lnTo>
                    <a:pt x="172" y="130"/>
                  </a:lnTo>
                  <a:lnTo>
                    <a:pt x="170" y="130"/>
                  </a:lnTo>
                  <a:lnTo>
                    <a:pt x="168" y="137"/>
                  </a:lnTo>
                  <a:lnTo>
                    <a:pt x="166" y="139"/>
                  </a:lnTo>
                  <a:lnTo>
                    <a:pt x="166" y="141"/>
                  </a:lnTo>
                  <a:lnTo>
                    <a:pt x="164" y="143"/>
                  </a:lnTo>
                  <a:lnTo>
                    <a:pt x="162" y="143"/>
                  </a:lnTo>
                  <a:lnTo>
                    <a:pt x="162" y="143"/>
                  </a:lnTo>
                  <a:lnTo>
                    <a:pt x="157" y="143"/>
                  </a:lnTo>
                  <a:lnTo>
                    <a:pt x="157" y="143"/>
                  </a:lnTo>
                  <a:lnTo>
                    <a:pt x="155" y="143"/>
                  </a:lnTo>
                  <a:lnTo>
                    <a:pt x="155" y="141"/>
                  </a:lnTo>
                  <a:lnTo>
                    <a:pt x="153" y="141"/>
                  </a:lnTo>
                  <a:lnTo>
                    <a:pt x="153" y="141"/>
                  </a:lnTo>
                  <a:lnTo>
                    <a:pt x="151" y="141"/>
                  </a:lnTo>
                  <a:lnTo>
                    <a:pt x="151" y="141"/>
                  </a:lnTo>
                  <a:lnTo>
                    <a:pt x="149" y="139"/>
                  </a:lnTo>
                  <a:lnTo>
                    <a:pt x="149" y="139"/>
                  </a:lnTo>
                  <a:lnTo>
                    <a:pt x="149" y="139"/>
                  </a:lnTo>
                  <a:lnTo>
                    <a:pt x="147" y="137"/>
                  </a:lnTo>
                  <a:lnTo>
                    <a:pt x="147" y="137"/>
                  </a:lnTo>
                  <a:lnTo>
                    <a:pt x="138" y="139"/>
                  </a:lnTo>
                  <a:lnTo>
                    <a:pt x="136" y="139"/>
                  </a:lnTo>
                  <a:lnTo>
                    <a:pt x="134" y="139"/>
                  </a:lnTo>
                  <a:lnTo>
                    <a:pt x="132" y="139"/>
                  </a:lnTo>
                  <a:lnTo>
                    <a:pt x="132" y="141"/>
                  </a:lnTo>
                  <a:lnTo>
                    <a:pt x="130" y="141"/>
                  </a:lnTo>
                  <a:lnTo>
                    <a:pt x="130" y="141"/>
                  </a:lnTo>
                  <a:lnTo>
                    <a:pt x="130" y="141"/>
                  </a:lnTo>
                  <a:lnTo>
                    <a:pt x="128" y="139"/>
                  </a:lnTo>
                  <a:lnTo>
                    <a:pt x="128" y="139"/>
                  </a:lnTo>
                  <a:lnTo>
                    <a:pt x="126" y="139"/>
                  </a:lnTo>
                  <a:lnTo>
                    <a:pt x="119" y="139"/>
                  </a:lnTo>
                  <a:lnTo>
                    <a:pt x="119" y="141"/>
                  </a:lnTo>
                  <a:lnTo>
                    <a:pt x="117" y="141"/>
                  </a:lnTo>
                  <a:lnTo>
                    <a:pt x="117" y="141"/>
                  </a:lnTo>
                  <a:lnTo>
                    <a:pt x="117" y="141"/>
                  </a:lnTo>
                  <a:lnTo>
                    <a:pt x="117" y="141"/>
                  </a:lnTo>
                  <a:lnTo>
                    <a:pt x="117" y="143"/>
                  </a:lnTo>
                  <a:lnTo>
                    <a:pt x="117" y="145"/>
                  </a:lnTo>
                  <a:lnTo>
                    <a:pt x="115" y="147"/>
                  </a:lnTo>
                  <a:lnTo>
                    <a:pt x="113" y="152"/>
                  </a:lnTo>
                  <a:lnTo>
                    <a:pt x="109" y="160"/>
                  </a:lnTo>
                  <a:lnTo>
                    <a:pt x="109" y="162"/>
                  </a:lnTo>
                  <a:lnTo>
                    <a:pt x="107" y="162"/>
                  </a:lnTo>
                  <a:lnTo>
                    <a:pt x="107" y="162"/>
                  </a:lnTo>
                  <a:lnTo>
                    <a:pt x="105" y="162"/>
                  </a:lnTo>
                  <a:lnTo>
                    <a:pt x="105" y="162"/>
                  </a:lnTo>
                  <a:lnTo>
                    <a:pt x="103" y="164"/>
                  </a:lnTo>
                  <a:lnTo>
                    <a:pt x="103" y="166"/>
                  </a:lnTo>
                  <a:lnTo>
                    <a:pt x="101" y="168"/>
                  </a:lnTo>
                  <a:lnTo>
                    <a:pt x="99" y="170"/>
                  </a:lnTo>
                  <a:lnTo>
                    <a:pt x="99" y="170"/>
                  </a:lnTo>
                  <a:lnTo>
                    <a:pt x="98" y="171"/>
                  </a:lnTo>
                  <a:lnTo>
                    <a:pt x="96" y="171"/>
                  </a:lnTo>
                  <a:lnTo>
                    <a:pt x="96" y="171"/>
                  </a:lnTo>
                  <a:lnTo>
                    <a:pt x="96" y="171"/>
                  </a:lnTo>
                  <a:lnTo>
                    <a:pt x="96" y="171"/>
                  </a:lnTo>
                  <a:lnTo>
                    <a:pt x="96" y="171"/>
                  </a:lnTo>
                  <a:lnTo>
                    <a:pt x="96" y="170"/>
                  </a:lnTo>
                  <a:lnTo>
                    <a:pt x="96" y="170"/>
                  </a:lnTo>
                  <a:lnTo>
                    <a:pt x="96" y="168"/>
                  </a:lnTo>
                  <a:lnTo>
                    <a:pt x="96" y="168"/>
                  </a:lnTo>
                  <a:lnTo>
                    <a:pt x="94" y="168"/>
                  </a:lnTo>
                  <a:lnTo>
                    <a:pt x="94" y="168"/>
                  </a:lnTo>
                  <a:lnTo>
                    <a:pt x="92" y="168"/>
                  </a:lnTo>
                  <a:lnTo>
                    <a:pt x="90" y="168"/>
                  </a:lnTo>
                  <a:lnTo>
                    <a:pt x="90" y="168"/>
                  </a:lnTo>
                  <a:lnTo>
                    <a:pt x="90" y="168"/>
                  </a:lnTo>
                  <a:lnTo>
                    <a:pt x="90" y="168"/>
                  </a:lnTo>
                  <a:lnTo>
                    <a:pt x="90" y="168"/>
                  </a:lnTo>
                  <a:lnTo>
                    <a:pt x="90" y="170"/>
                  </a:lnTo>
                  <a:lnTo>
                    <a:pt x="90" y="181"/>
                  </a:lnTo>
                  <a:lnTo>
                    <a:pt x="90" y="181"/>
                  </a:lnTo>
                  <a:lnTo>
                    <a:pt x="90" y="183"/>
                  </a:lnTo>
                  <a:lnTo>
                    <a:pt x="90" y="185"/>
                  </a:lnTo>
                  <a:lnTo>
                    <a:pt x="92" y="185"/>
                  </a:lnTo>
                  <a:lnTo>
                    <a:pt x="92" y="187"/>
                  </a:lnTo>
                  <a:lnTo>
                    <a:pt x="92" y="189"/>
                  </a:lnTo>
                  <a:lnTo>
                    <a:pt x="92" y="189"/>
                  </a:lnTo>
                  <a:lnTo>
                    <a:pt x="92" y="190"/>
                  </a:lnTo>
                  <a:lnTo>
                    <a:pt x="90" y="192"/>
                  </a:lnTo>
                  <a:lnTo>
                    <a:pt x="88" y="198"/>
                  </a:lnTo>
                  <a:lnTo>
                    <a:pt x="88" y="200"/>
                  </a:lnTo>
                  <a:lnTo>
                    <a:pt x="90" y="202"/>
                  </a:lnTo>
                  <a:lnTo>
                    <a:pt x="90" y="204"/>
                  </a:lnTo>
                  <a:lnTo>
                    <a:pt x="90" y="204"/>
                  </a:lnTo>
                  <a:lnTo>
                    <a:pt x="90" y="204"/>
                  </a:lnTo>
                  <a:lnTo>
                    <a:pt x="92" y="204"/>
                  </a:lnTo>
                  <a:lnTo>
                    <a:pt x="92" y="204"/>
                  </a:lnTo>
                  <a:lnTo>
                    <a:pt x="92" y="204"/>
                  </a:lnTo>
                  <a:lnTo>
                    <a:pt x="92" y="204"/>
                  </a:lnTo>
                  <a:lnTo>
                    <a:pt x="92" y="204"/>
                  </a:lnTo>
                  <a:lnTo>
                    <a:pt x="92" y="204"/>
                  </a:lnTo>
                  <a:lnTo>
                    <a:pt x="92" y="204"/>
                  </a:lnTo>
                  <a:lnTo>
                    <a:pt x="94" y="206"/>
                  </a:lnTo>
                  <a:lnTo>
                    <a:pt x="94" y="208"/>
                  </a:lnTo>
                  <a:lnTo>
                    <a:pt x="94" y="209"/>
                  </a:lnTo>
                  <a:lnTo>
                    <a:pt x="94" y="209"/>
                  </a:lnTo>
                  <a:lnTo>
                    <a:pt x="94" y="209"/>
                  </a:lnTo>
                  <a:lnTo>
                    <a:pt x="96" y="209"/>
                  </a:lnTo>
                  <a:lnTo>
                    <a:pt x="96" y="208"/>
                  </a:lnTo>
                  <a:lnTo>
                    <a:pt x="96" y="208"/>
                  </a:lnTo>
                  <a:lnTo>
                    <a:pt x="96" y="209"/>
                  </a:lnTo>
                  <a:lnTo>
                    <a:pt x="96" y="211"/>
                  </a:lnTo>
                  <a:lnTo>
                    <a:pt x="96" y="219"/>
                  </a:lnTo>
                  <a:lnTo>
                    <a:pt x="96" y="221"/>
                  </a:lnTo>
                  <a:lnTo>
                    <a:pt x="96" y="223"/>
                  </a:lnTo>
                  <a:lnTo>
                    <a:pt x="96" y="223"/>
                  </a:lnTo>
                  <a:lnTo>
                    <a:pt x="96" y="223"/>
                  </a:lnTo>
                  <a:lnTo>
                    <a:pt x="98" y="225"/>
                  </a:lnTo>
                  <a:lnTo>
                    <a:pt x="98" y="230"/>
                  </a:lnTo>
                  <a:lnTo>
                    <a:pt x="98" y="234"/>
                  </a:lnTo>
                  <a:lnTo>
                    <a:pt x="98" y="236"/>
                  </a:lnTo>
                  <a:lnTo>
                    <a:pt x="98" y="238"/>
                  </a:lnTo>
                  <a:lnTo>
                    <a:pt x="96" y="244"/>
                  </a:lnTo>
                  <a:lnTo>
                    <a:pt x="96" y="246"/>
                  </a:lnTo>
                  <a:lnTo>
                    <a:pt x="96" y="247"/>
                  </a:lnTo>
                  <a:lnTo>
                    <a:pt x="99" y="249"/>
                  </a:lnTo>
                  <a:lnTo>
                    <a:pt x="101" y="249"/>
                  </a:lnTo>
                  <a:lnTo>
                    <a:pt x="103" y="251"/>
                  </a:lnTo>
                  <a:lnTo>
                    <a:pt x="103" y="251"/>
                  </a:lnTo>
                  <a:lnTo>
                    <a:pt x="103" y="251"/>
                  </a:lnTo>
                  <a:lnTo>
                    <a:pt x="105" y="251"/>
                  </a:lnTo>
                  <a:lnTo>
                    <a:pt x="109" y="251"/>
                  </a:lnTo>
                  <a:lnTo>
                    <a:pt x="109" y="251"/>
                  </a:lnTo>
                  <a:lnTo>
                    <a:pt x="109" y="251"/>
                  </a:lnTo>
                  <a:lnTo>
                    <a:pt x="111" y="251"/>
                  </a:lnTo>
                  <a:lnTo>
                    <a:pt x="111" y="251"/>
                  </a:lnTo>
                  <a:lnTo>
                    <a:pt x="113" y="253"/>
                  </a:lnTo>
                  <a:lnTo>
                    <a:pt x="113" y="253"/>
                  </a:lnTo>
                  <a:lnTo>
                    <a:pt x="113" y="255"/>
                  </a:lnTo>
                  <a:lnTo>
                    <a:pt x="113" y="255"/>
                  </a:lnTo>
                  <a:lnTo>
                    <a:pt x="115" y="255"/>
                  </a:lnTo>
                  <a:lnTo>
                    <a:pt x="115" y="255"/>
                  </a:lnTo>
                  <a:lnTo>
                    <a:pt x="115" y="255"/>
                  </a:lnTo>
                  <a:lnTo>
                    <a:pt x="117" y="253"/>
                  </a:lnTo>
                  <a:lnTo>
                    <a:pt x="117" y="253"/>
                  </a:lnTo>
                  <a:lnTo>
                    <a:pt x="117" y="253"/>
                  </a:lnTo>
                  <a:lnTo>
                    <a:pt x="117" y="253"/>
                  </a:lnTo>
                  <a:lnTo>
                    <a:pt x="119" y="253"/>
                  </a:lnTo>
                  <a:lnTo>
                    <a:pt x="119" y="253"/>
                  </a:lnTo>
                  <a:lnTo>
                    <a:pt x="120" y="253"/>
                  </a:lnTo>
                  <a:lnTo>
                    <a:pt x="122" y="253"/>
                  </a:lnTo>
                  <a:lnTo>
                    <a:pt x="122" y="253"/>
                  </a:lnTo>
                  <a:lnTo>
                    <a:pt x="122" y="253"/>
                  </a:lnTo>
                  <a:lnTo>
                    <a:pt x="122" y="255"/>
                  </a:lnTo>
                  <a:lnTo>
                    <a:pt x="122" y="257"/>
                  </a:lnTo>
                  <a:lnTo>
                    <a:pt x="122" y="257"/>
                  </a:lnTo>
                  <a:lnTo>
                    <a:pt x="120" y="263"/>
                  </a:lnTo>
                  <a:lnTo>
                    <a:pt x="120" y="265"/>
                  </a:lnTo>
                  <a:lnTo>
                    <a:pt x="120" y="265"/>
                  </a:lnTo>
                  <a:lnTo>
                    <a:pt x="120" y="265"/>
                  </a:lnTo>
                  <a:lnTo>
                    <a:pt x="120" y="265"/>
                  </a:lnTo>
                  <a:lnTo>
                    <a:pt x="122" y="266"/>
                  </a:lnTo>
                  <a:lnTo>
                    <a:pt x="124" y="268"/>
                  </a:lnTo>
                  <a:lnTo>
                    <a:pt x="124" y="268"/>
                  </a:lnTo>
                  <a:lnTo>
                    <a:pt x="122" y="268"/>
                  </a:lnTo>
                  <a:lnTo>
                    <a:pt x="120" y="270"/>
                  </a:lnTo>
                  <a:lnTo>
                    <a:pt x="120" y="270"/>
                  </a:lnTo>
                  <a:lnTo>
                    <a:pt x="119" y="272"/>
                  </a:lnTo>
                  <a:lnTo>
                    <a:pt x="117" y="272"/>
                  </a:lnTo>
                  <a:lnTo>
                    <a:pt x="117" y="272"/>
                  </a:lnTo>
                  <a:lnTo>
                    <a:pt x="113" y="276"/>
                  </a:lnTo>
                  <a:lnTo>
                    <a:pt x="113" y="276"/>
                  </a:lnTo>
                  <a:lnTo>
                    <a:pt x="111" y="276"/>
                  </a:lnTo>
                  <a:lnTo>
                    <a:pt x="111" y="276"/>
                  </a:lnTo>
                  <a:lnTo>
                    <a:pt x="111" y="276"/>
                  </a:lnTo>
                  <a:lnTo>
                    <a:pt x="111" y="274"/>
                  </a:lnTo>
                  <a:lnTo>
                    <a:pt x="111" y="274"/>
                  </a:lnTo>
                  <a:lnTo>
                    <a:pt x="111" y="272"/>
                  </a:lnTo>
                  <a:lnTo>
                    <a:pt x="111" y="272"/>
                  </a:lnTo>
                  <a:lnTo>
                    <a:pt x="111" y="270"/>
                  </a:lnTo>
                  <a:lnTo>
                    <a:pt x="111" y="270"/>
                  </a:lnTo>
                  <a:lnTo>
                    <a:pt x="111" y="268"/>
                  </a:lnTo>
                  <a:lnTo>
                    <a:pt x="111" y="268"/>
                  </a:lnTo>
                  <a:lnTo>
                    <a:pt x="109" y="268"/>
                  </a:lnTo>
                  <a:lnTo>
                    <a:pt x="105" y="268"/>
                  </a:lnTo>
                  <a:lnTo>
                    <a:pt x="105" y="268"/>
                  </a:lnTo>
                  <a:lnTo>
                    <a:pt x="103" y="266"/>
                  </a:lnTo>
                  <a:lnTo>
                    <a:pt x="101" y="266"/>
                  </a:lnTo>
                  <a:lnTo>
                    <a:pt x="92" y="265"/>
                  </a:lnTo>
                  <a:lnTo>
                    <a:pt x="92" y="265"/>
                  </a:lnTo>
                  <a:lnTo>
                    <a:pt x="90" y="265"/>
                  </a:lnTo>
                  <a:lnTo>
                    <a:pt x="90" y="265"/>
                  </a:lnTo>
                  <a:lnTo>
                    <a:pt x="90" y="266"/>
                  </a:lnTo>
                  <a:lnTo>
                    <a:pt x="90" y="266"/>
                  </a:lnTo>
                  <a:lnTo>
                    <a:pt x="88" y="266"/>
                  </a:lnTo>
                  <a:lnTo>
                    <a:pt x="88" y="266"/>
                  </a:lnTo>
                  <a:lnTo>
                    <a:pt x="86" y="270"/>
                  </a:lnTo>
                  <a:lnTo>
                    <a:pt x="86" y="270"/>
                  </a:lnTo>
                  <a:lnTo>
                    <a:pt x="86" y="270"/>
                  </a:lnTo>
                  <a:lnTo>
                    <a:pt x="84" y="270"/>
                  </a:lnTo>
                  <a:lnTo>
                    <a:pt x="84" y="270"/>
                  </a:lnTo>
                  <a:lnTo>
                    <a:pt x="78" y="257"/>
                  </a:lnTo>
                  <a:lnTo>
                    <a:pt x="78" y="257"/>
                  </a:lnTo>
                  <a:lnTo>
                    <a:pt x="77" y="255"/>
                  </a:lnTo>
                  <a:lnTo>
                    <a:pt x="77" y="255"/>
                  </a:lnTo>
                  <a:lnTo>
                    <a:pt x="75" y="255"/>
                  </a:lnTo>
                  <a:lnTo>
                    <a:pt x="73" y="255"/>
                  </a:lnTo>
                  <a:lnTo>
                    <a:pt x="73" y="255"/>
                  </a:lnTo>
                  <a:lnTo>
                    <a:pt x="73" y="255"/>
                  </a:lnTo>
                  <a:lnTo>
                    <a:pt x="73" y="255"/>
                  </a:lnTo>
                  <a:lnTo>
                    <a:pt x="73" y="255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69" y="251"/>
                  </a:lnTo>
                  <a:lnTo>
                    <a:pt x="67" y="249"/>
                  </a:lnTo>
                  <a:lnTo>
                    <a:pt x="65" y="247"/>
                  </a:lnTo>
                  <a:lnTo>
                    <a:pt x="65" y="247"/>
                  </a:lnTo>
                  <a:lnTo>
                    <a:pt x="65" y="247"/>
                  </a:lnTo>
                  <a:lnTo>
                    <a:pt x="65" y="247"/>
                  </a:lnTo>
                  <a:lnTo>
                    <a:pt x="63" y="247"/>
                  </a:lnTo>
                  <a:lnTo>
                    <a:pt x="63" y="247"/>
                  </a:lnTo>
                  <a:lnTo>
                    <a:pt x="63" y="249"/>
                  </a:lnTo>
                  <a:lnTo>
                    <a:pt x="63" y="249"/>
                  </a:lnTo>
                  <a:lnTo>
                    <a:pt x="61" y="251"/>
                  </a:lnTo>
                  <a:lnTo>
                    <a:pt x="61" y="251"/>
                  </a:lnTo>
                  <a:lnTo>
                    <a:pt x="61" y="251"/>
                  </a:lnTo>
                  <a:lnTo>
                    <a:pt x="61" y="253"/>
                  </a:lnTo>
                  <a:lnTo>
                    <a:pt x="59" y="253"/>
                  </a:lnTo>
                  <a:lnTo>
                    <a:pt x="59" y="251"/>
                  </a:lnTo>
                  <a:lnTo>
                    <a:pt x="59" y="251"/>
                  </a:lnTo>
                  <a:lnTo>
                    <a:pt x="59" y="251"/>
                  </a:lnTo>
                  <a:lnTo>
                    <a:pt x="59" y="249"/>
                  </a:lnTo>
                  <a:lnTo>
                    <a:pt x="58" y="249"/>
                  </a:lnTo>
                  <a:lnTo>
                    <a:pt x="54" y="244"/>
                  </a:lnTo>
                  <a:lnTo>
                    <a:pt x="54" y="244"/>
                  </a:lnTo>
                  <a:lnTo>
                    <a:pt x="52" y="244"/>
                  </a:lnTo>
                  <a:lnTo>
                    <a:pt x="52" y="244"/>
                  </a:lnTo>
                  <a:lnTo>
                    <a:pt x="52" y="244"/>
                  </a:lnTo>
                  <a:lnTo>
                    <a:pt x="48" y="247"/>
                  </a:lnTo>
                  <a:lnTo>
                    <a:pt x="46" y="249"/>
                  </a:lnTo>
                  <a:lnTo>
                    <a:pt x="46" y="249"/>
                  </a:lnTo>
                  <a:lnTo>
                    <a:pt x="44" y="249"/>
                  </a:lnTo>
                  <a:lnTo>
                    <a:pt x="40" y="257"/>
                  </a:lnTo>
                  <a:lnTo>
                    <a:pt x="40" y="257"/>
                  </a:lnTo>
                  <a:lnTo>
                    <a:pt x="40" y="259"/>
                  </a:lnTo>
                  <a:lnTo>
                    <a:pt x="40" y="261"/>
                  </a:lnTo>
                  <a:lnTo>
                    <a:pt x="40" y="261"/>
                  </a:lnTo>
                  <a:lnTo>
                    <a:pt x="40" y="263"/>
                  </a:lnTo>
                  <a:lnTo>
                    <a:pt x="42" y="263"/>
                  </a:lnTo>
                  <a:lnTo>
                    <a:pt x="42" y="265"/>
                  </a:lnTo>
                  <a:lnTo>
                    <a:pt x="52" y="268"/>
                  </a:lnTo>
                  <a:lnTo>
                    <a:pt x="52" y="268"/>
                  </a:lnTo>
                  <a:lnTo>
                    <a:pt x="52" y="270"/>
                  </a:lnTo>
                  <a:lnTo>
                    <a:pt x="54" y="272"/>
                  </a:lnTo>
                  <a:lnTo>
                    <a:pt x="54" y="274"/>
                  </a:lnTo>
                  <a:lnTo>
                    <a:pt x="54" y="274"/>
                  </a:lnTo>
                  <a:lnTo>
                    <a:pt x="56" y="274"/>
                  </a:lnTo>
                  <a:lnTo>
                    <a:pt x="59" y="274"/>
                  </a:lnTo>
                  <a:lnTo>
                    <a:pt x="59" y="274"/>
                  </a:lnTo>
                  <a:lnTo>
                    <a:pt x="59" y="276"/>
                  </a:lnTo>
                  <a:lnTo>
                    <a:pt x="61" y="276"/>
                  </a:lnTo>
                  <a:lnTo>
                    <a:pt x="61" y="278"/>
                  </a:lnTo>
                  <a:lnTo>
                    <a:pt x="59" y="282"/>
                  </a:lnTo>
                  <a:lnTo>
                    <a:pt x="59" y="284"/>
                  </a:lnTo>
                  <a:lnTo>
                    <a:pt x="59" y="286"/>
                  </a:lnTo>
                  <a:lnTo>
                    <a:pt x="61" y="287"/>
                  </a:lnTo>
                  <a:lnTo>
                    <a:pt x="61" y="289"/>
                  </a:lnTo>
                  <a:lnTo>
                    <a:pt x="61" y="291"/>
                  </a:lnTo>
                  <a:lnTo>
                    <a:pt x="61" y="293"/>
                  </a:lnTo>
                  <a:lnTo>
                    <a:pt x="59" y="301"/>
                  </a:lnTo>
                  <a:lnTo>
                    <a:pt x="61" y="301"/>
                  </a:lnTo>
                  <a:lnTo>
                    <a:pt x="61" y="303"/>
                  </a:lnTo>
                  <a:lnTo>
                    <a:pt x="63" y="303"/>
                  </a:lnTo>
                  <a:lnTo>
                    <a:pt x="65" y="303"/>
                  </a:lnTo>
                  <a:lnTo>
                    <a:pt x="65" y="303"/>
                  </a:lnTo>
                  <a:lnTo>
                    <a:pt x="65" y="305"/>
                  </a:lnTo>
                  <a:lnTo>
                    <a:pt x="67" y="308"/>
                  </a:lnTo>
                  <a:lnTo>
                    <a:pt x="67" y="308"/>
                  </a:lnTo>
                  <a:lnTo>
                    <a:pt x="67" y="308"/>
                  </a:lnTo>
                  <a:lnTo>
                    <a:pt x="69" y="308"/>
                  </a:lnTo>
                  <a:lnTo>
                    <a:pt x="71" y="310"/>
                  </a:lnTo>
                  <a:lnTo>
                    <a:pt x="71" y="310"/>
                  </a:lnTo>
                  <a:lnTo>
                    <a:pt x="73" y="310"/>
                  </a:lnTo>
                  <a:lnTo>
                    <a:pt x="73" y="312"/>
                  </a:lnTo>
                  <a:lnTo>
                    <a:pt x="73" y="312"/>
                  </a:lnTo>
                  <a:lnTo>
                    <a:pt x="73" y="314"/>
                  </a:lnTo>
                  <a:lnTo>
                    <a:pt x="73" y="314"/>
                  </a:lnTo>
                  <a:lnTo>
                    <a:pt x="71" y="316"/>
                  </a:lnTo>
                  <a:lnTo>
                    <a:pt x="71" y="316"/>
                  </a:lnTo>
                  <a:lnTo>
                    <a:pt x="71" y="316"/>
                  </a:lnTo>
                  <a:lnTo>
                    <a:pt x="71" y="318"/>
                  </a:lnTo>
                  <a:lnTo>
                    <a:pt x="71" y="318"/>
                  </a:lnTo>
                  <a:lnTo>
                    <a:pt x="73" y="318"/>
                  </a:lnTo>
                  <a:lnTo>
                    <a:pt x="73" y="320"/>
                  </a:lnTo>
                  <a:lnTo>
                    <a:pt x="73" y="320"/>
                  </a:lnTo>
                  <a:lnTo>
                    <a:pt x="73" y="322"/>
                  </a:lnTo>
                  <a:lnTo>
                    <a:pt x="71" y="325"/>
                  </a:lnTo>
                  <a:lnTo>
                    <a:pt x="71" y="325"/>
                  </a:lnTo>
                  <a:lnTo>
                    <a:pt x="71" y="327"/>
                  </a:lnTo>
                  <a:lnTo>
                    <a:pt x="71" y="329"/>
                  </a:lnTo>
                  <a:lnTo>
                    <a:pt x="71" y="331"/>
                  </a:lnTo>
                  <a:lnTo>
                    <a:pt x="71" y="331"/>
                  </a:lnTo>
                  <a:lnTo>
                    <a:pt x="73" y="333"/>
                  </a:lnTo>
                  <a:lnTo>
                    <a:pt x="73" y="335"/>
                  </a:lnTo>
                  <a:lnTo>
                    <a:pt x="73" y="337"/>
                  </a:lnTo>
                  <a:lnTo>
                    <a:pt x="73" y="339"/>
                  </a:lnTo>
                  <a:lnTo>
                    <a:pt x="73" y="339"/>
                  </a:lnTo>
                  <a:lnTo>
                    <a:pt x="73" y="341"/>
                  </a:lnTo>
                  <a:lnTo>
                    <a:pt x="75" y="341"/>
                  </a:lnTo>
                  <a:lnTo>
                    <a:pt x="75" y="343"/>
                  </a:lnTo>
                  <a:lnTo>
                    <a:pt x="77" y="343"/>
                  </a:lnTo>
                  <a:lnTo>
                    <a:pt x="77" y="346"/>
                  </a:lnTo>
                  <a:lnTo>
                    <a:pt x="77" y="346"/>
                  </a:lnTo>
                  <a:lnTo>
                    <a:pt x="78" y="348"/>
                  </a:lnTo>
                  <a:lnTo>
                    <a:pt x="78" y="350"/>
                  </a:lnTo>
                  <a:lnTo>
                    <a:pt x="78" y="350"/>
                  </a:lnTo>
                  <a:lnTo>
                    <a:pt x="78" y="352"/>
                  </a:lnTo>
                  <a:lnTo>
                    <a:pt x="78" y="358"/>
                  </a:lnTo>
                  <a:lnTo>
                    <a:pt x="78" y="360"/>
                  </a:lnTo>
                  <a:lnTo>
                    <a:pt x="78" y="360"/>
                  </a:lnTo>
                  <a:lnTo>
                    <a:pt x="77" y="360"/>
                  </a:lnTo>
                  <a:lnTo>
                    <a:pt x="75" y="362"/>
                  </a:lnTo>
                  <a:lnTo>
                    <a:pt x="75" y="362"/>
                  </a:lnTo>
                  <a:lnTo>
                    <a:pt x="75" y="362"/>
                  </a:lnTo>
                  <a:lnTo>
                    <a:pt x="75" y="362"/>
                  </a:lnTo>
                  <a:lnTo>
                    <a:pt x="73" y="362"/>
                  </a:lnTo>
                  <a:lnTo>
                    <a:pt x="73" y="363"/>
                  </a:lnTo>
                  <a:lnTo>
                    <a:pt x="73" y="363"/>
                  </a:lnTo>
                  <a:lnTo>
                    <a:pt x="73" y="363"/>
                  </a:lnTo>
                  <a:lnTo>
                    <a:pt x="73" y="367"/>
                  </a:lnTo>
                  <a:lnTo>
                    <a:pt x="71" y="371"/>
                  </a:lnTo>
                  <a:lnTo>
                    <a:pt x="71" y="371"/>
                  </a:lnTo>
                  <a:lnTo>
                    <a:pt x="71" y="373"/>
                  </a:lnTo>
                  <a:lnTo>
                    <a:pt x="71" y="375"/>
                  </a:lnTo>
                  <a:lnTo>
                    <a:pt x="71" y="377"/>
                  </a:lnTo>
                  <a:lnTo>
                    <a:pt x="69" y="375"/>
                  </a:lnTo>
                  <a:lnTo>
                    <a:pt x="69" y="375"/>
                  </a:lnTo>
                  <a:lnTo>
                    <a:pt x="67" y="373"/>
                  </a:lnTo>
                  <a:lnTo>
                    <a:pt x="67" y="373"/>
                  </a:lnTo>
                  <a:lnTo>
                    <a:pt x="67" y="373"/>
                  </a:lnTo>
                  <a:lnTo>
                    <a:pt x="67" y="373"/>
                  </a:lnTo>
                  <a:lnTo>
                    <a:pt x="65" y="375"/>
                  </a:lnTo>
                  <a:lnTo>
                    <a:pt x="65" y="377"/>
                  </a:lnTo>
                  <a:lnTo>
                    <a:pt x="63" y="379"/>
                  </a:lnTo>
                  <a:lnTo>
                    <a:pt x="63" y="379"/>
                  </a:lnTo>
                  <a:lnTo>
                    <a:pt x="61" y="379"/>
                  </a:lnTo>
                  <a:lnTo>
                    <a:pt x="58" y="381"/>
                  </a:lnTo>
                  <a:lnTo>
                    <a:pt x="58" y="381"/>
                  </a:lnTo>
                  <a:lnTo>
                    <a:pt x="56" y="381"/>
                  </a:lnTo>
                  <a:lnTo>
                    <a:pt x="56" y="381"/>
                  </a:lnTo>
                  <a:lnTo>
                    <a:pt x="54" y="383"/>
                  </a:lnTo>
                  <a:lnTo>
                    <a:pt x="54" y="383"/>
                  </a:lnTo>
                  <a:lnTo>
                    <a:pt x="52" y="384"/>
                  </a:lnTo>
                  <a:lnTo>
                    <a:pt x="52" y="384"/>
                  </a:lnTo>
                  <a:lnTo>
                    <a:pt x="52" y="386"/>
                  </a:lnTo>
                  <a:lnTo>
                    <a:pt x="50" y="386"/>
                  </a:lnTo>
                  <a:lnTo>
                    <a:pt x="50" y="386"/>
                  </a:lnTo>
                  <a:lnTo>
                    <a:pt x="50" y="386"/>
                  </a:lnTo>
                  <a:lnTo>
                    <a:pt x="48" y="386"/>
                  </a:lnTo>
                  <a:lnTo>
                    <a:pt x="48" y="388"/>
                  </a:lnTo>
                  <a:lnTo>
                    <a:pt x="48" y="388"/>
                  </a:lnTo>
                  <a:lnTo>
                    <a:pt x="50" y="388"/>
                  </a:lnTo>
                  <a:lnTo>
                    <a:pt x="50" y="388"/>
                  </a:lnTo>
                  <a:lnTo>
                    <a:pt x="52" y="390"/>
                  </a:lnTo>
                  <a:lnTo>
                    <a:pt x="52" y="390"/>
                  </a:lnTo>
                  <a:lnTo>
                    <a:pt x="52" y="392"/>
                  </a:lnTo>
                  <a:lnTo>
                    <a:pt x="52" y="394"/>
                  </a:lnTo>
                  <a:lnTo>
                    <a:pt x="52" y="394"/>
                  </a:lnTo>
                  <a:lnTo>
                    <a:pt x="52" y="394"/>
                  </a:lnTo>
                  <a:lnTo>
                    <a:pt x="50" y="396"/>
                  </a:lnTo>
                  <a:lnTo>
                    <a:pt x="50" y="396"/>
                  </a:lnTo>
                  <a:lnTo>
                    <a:pt x="48" y="398"/>
                  </a:lnTo>
                  <a:lnTo>
                    <a:pt x="46" y="400"/>
                  </a:lnTo>
                  <a:lnTo>
                    <a:pt x="42" y="402"/>
                  </a:lnTo>
                  <a:lnTo>
                    <a:pt x="40" y="405"/>
                  </a:lnTo>
                  <a:lnTo>
                    <a:pt x="38" y="405"/>
                  </a:lnTo>
                  <a:lnTo>
                    <a:pt x="37" y="409"/>
                  </a:lnTo>
                  <a:lnTo>
                    <a:pt x="33" y="413"/>
                  </a:lnTo>
                  <a:lnTo>
                    <a:pt x="33" y="415"/>
                  </a:lnTo>
                  <a:lnTo>
                    <a:pt x="33" y="415"/>
                  </a:lnTo>
                  <a:lnTo>
                    <a:pt x="31" y="415"/>
                  </a:lnTo>
                  <a:lnTo>
                    <a:pt x="29" y="415"/>
                  </a:lnTo>
                  <a:lnTo>
                    <a:pt x="29" y="417"/>
                  </a:lnTo>
                  <a:lnTo>
                    <a:pt x="27" y="417"/>
                  </a:lnTo>
                  <a:lnTo>
                    <a:pt x="27" y="417"/>
                  </a:lnTo>
                  <a:lnTo>
                    <a:pt x="25" y="419"/>
                  </a:lnTo>
                  <a:lnTo>
                    <a:pt x="25" y="419"/>
                  </a:lnTo>
                  <a:lnTo>
                    <a:pt x="25" y="421"/>
                  </a:lnTo>
                  <a:lnTo>
                    <a:pt x="19" y="422"/>
                  </a:lnTo>
                  <a:lnTo>
                    <a:pt x="18" y="422"/>
                  </a:lnTo>
                  <a:lnTo>
                    <a:pt x="18" y="422"/>
                  </a:lnTo>
                  <a:lnTo>
                    <a:pt x="18" y="422"/>
                  </a:lnTo>
                  <a:lnTo>
                    <a:pt x="16" y="422"/>
                  </a:lnTo>
                  <a:lnTo>
                    <a:pt x="16" y="422"/>
                  </a:lnTo>
                  <a:lnTo>
                    <a:pt x="16" y="422"/>
                  </a:lnTo>
                  <a:lnTo>
                    <a:pt x="14" y="426"/>
                  </a:lnTo>
                  <a:lnTo>
                    <a:pt x="14" y="428"/>
                  </a:lnTo>
                  <a:lnTo>
                    <a:pt x="14" y="428"/>
                  </a:lnTo>
                  <a:lnTo>
                    <a:pt x="12" y="428"/>
                  </a:lnTo>
                  <a:lnTo>
                    <a:pt x="12" y="430"/>
                  </a:lnTo>
                  <a:lnTo>
                    <a:pt x="12" y="430"/>
                  </a:lnTo>
                  <a:lnTo>
                    <a:pt x="12" y="430"/>
                  </a:lnTo>
                  <a:lnTo>
                    <a:pt x="14" y="432"/>
                  </a:lnTo>
                  <a:lnTo>
                    <a:pt x="14" y="432"/>
                  </a:lnTo>
                  <a:lnTo>
                    <a:pt x="14" y="434"/>
                  </a:lnTo>
                  <a:lnTo>
                    <a:pt x="14" y="436"/>
                  </a:lnTo>
                  <a:lnTo>
                    <a:pt x="14" y="438"/>
                  </a:lnTo>
                  <a:lnTo>
                    <a:pt x="12" y="440"/>
                  </a:lnTo>
                  <a:lnTo>
                    <a:pt x="12" y="441"/>
                  </a:lnTo>
                  <a:lnTo>
                    <a:pt x="12" y="441"/>
                  </a:lnTo>
                  <a:lnTo>
                    <a:pt x="12" y="441"/>
                  </a:lnTo>
                  <a:lnTo>
                    <a:pt x="10" y="443"/>
                  </a:lnTo>
                  <a:lnTo>
                    <a:pt x="10" y="443"/>
                  </a:lnTo>
                  <a:lnTo>
                    <a:pt x="10" y="443"/>
                  </a:lnTo>
                  <a:lnTo>
                    <a:pt x="10" y="445"/>
                  </a:lnTo>
                  <a:lnTo>
                    <a:pt x="10" y="445"/>
                  </a:lnTo>
                  <a:lnTo>
                    <a:pt x="10" y="449"/>
                  </a:lnTo>
                  <a:lnTo>
                    <a:pt x="10" y="451"/>
                  </a:lnTo>
                  <a:lnTo>
                    <a:pt x="10" y="453"/>
                  </a:lnTo>
                  <a:lnTo>
                    <a:pt x="8" y="453"/>
                  </a:lnTo>
                  <a:lnTo>
                    <a:pt x="8" y="453"/>
                  </a:lnTo>
                  <a:lnTo>
                    <a:pt x="8" y="455"/>
                  </a:lnTo>
                  <a:lnTo>
                    <a:pt x="6" y="455"/>
                  </a:lnTo>
                  <a:lnTo>
                    <a:pt x="6" y="457"/>
                  </a:lnTo>
                  <a:lnTo>
                    <a:pt x="6" y="457"/>
                  </a:lnTo>
                  <a:lnTo>
                    <a:pt x="6" y="459"/>
                  </a:lnTo>
                  <a:lnTo>
                    <a:pt x="6" y="460"/>
                  </a:lnTo>
                  <a:lnTo>
                    <a:pt x="6" y="460"/>
                  </a:lnTo>
                  <a:lnTo>
                    <a:pt x="6" y="460"/>
                  </a:lnTo>
                  <a:lnTo>
                    <a:pt x="6" y="460"/>
                  </a:lnTo>
                  <a:lnTo>
                    <a:pt x="4" y="460"/>
                  </a:lnTo>
                  <a:lnTo>
                    <a:pt x="4" y="460"/>
                  </a:lnTo>
                  <a:lnTo>
                    <a:pt x="4" y="459"/>
                  </a:lnTo>
                  <a:lnTo>
                    <a:pt x="4" y="459"/>
                  </a:lnTo>
                  <a:lnTo>
                    <a:pt x="2" y="459"/>
                  </a:lnTo>
                  <a:lnTo>
                    <a:pt x="2" y="459"/>
                  </a:lnTo>
                  <a:lnTo>
                    <a:pt x="2" y="460"/>
                  </a:lnTo>
                  <a:lnTo>
                    <a:pt x="2" y="460"/>
                  </a:lnTo>
                  <a:lnTo>
                    <a:pt x="2" y="460"/>
                  </a:lnTo>
                  <a:lnTo>
                    <a:pt x="2" y="462"/>
                  </a:lnTo>
                  <a:lnTo>
                    <a:pt x="0" y="464"/>
                  </a:lnTo>
                  <a:lnTo>
                    <a:pt x="0" y="466"/>
                  </a:lnTo>
                  <a:lnTo>
                    <a:pt x="2" y="468"/>
                  </a:lnTo>
                  <a:lnTo>
                    <a:pt x="6" y="468"/>
                  </a:lnTo>
                  <a:lnTo>
                    <a:pt x="8" y="468"/>
                  </a:lnTo>
                  <a:lnTo>
                    <a:pt x="8" y="468"/>
                  </a:lnTo>
                  <a:lnTo>
                    <a:pt x="10" y="468"/>
                  </a:lnTo>
                  <a:lnTo>
                    <a:pt x="10" y="468"/>
                  </a:lnTo>
                  <a:lnTo>
                    <a:pt x="10" y="468"/>
                  </a:lnTo>
                  <a:lnTo>
                    <a:pt x="12" y="466"/>
                  </a:lnTo>
                  <a:lnTo>
                    <a:pt x="12" y="466"/>
                  </a:lnTo>
                  <a:lnTo>
                    <a:pt x="12" y="466"/>
                  </a:lnTo>
                  <a:lnTo>
                    <a:pt x="14" y="466"/>
                  </a:lnTo>
                  <a:lnTo>
                    <a:pt x="18" y="468"/>
                  </a:lnTo>
                  <a:lnTo>
                    <a:pt x="19" y="468"/>
                  </a:lnTo>
                  <a:lnTo>
                    <a:pt x="21" y="466"/>
                  </a:lnTo>
                  <a:lnTo>
                    <a:pt x="23" y="464"/>
                  </a:lnTo>
                  <a:lnTo>
                    <a:pt x="25" y="464"/>
                  </a:lnTo>
                  <a:lnTo>
                    <a:pt x="25" y="462"/>
                  </a:lnTo>
                  <a:lnTo>
                    <a:pt x="29" y="462"/>
                  </a:lnTo>
                  <a:lnTo>
                    <a:pt x="31" y="462"/>
                  </a:lnTo>
                  <a:lnTo>
                    <a:pt x="31" y="460"/>
                  </a:lnTo>
                  <a:lnTo>
                    <a:pt x="33" y="460"/>
                  </a:lnTo>
                  <a:lnTo>
                    <a:pt x="33" y="459"/>
                  </a:lnTo>
                  <a:lnTo>
                    <a:pt x="35" y="457"/>
                  </a:lnTo>
                  <a:lnTo>
                    <a:pt x="42" y="455"/>
                  </a:lnTo>
                  <a:lnTo>
                    <a:pt x="50" y="449"/>
                  </a:lnTo>
                  <a:lnTo>
                    <a:pt x="54" y="449"/>
                  </a:lnTo>
                  <a:lnTo>
                    <a:pt x="58" y="447"/>
                  </a:lnTo>
                  <a:lnTo>
                    <a:pt x="61" y="443"/>
                  </a:lnTo>
                  <a:lnTo>
                    <a:pt x="65" y="443"/>
                  </a:lnTo>
                  <a:lnTo>
                    <a:pt x="69" y="445"/>
                  </a:lnTo>
                  <a:lnTo>
                    <a:pt x="71" y="445"/>
                  </a:lnTo>
                  <a:lnTo>
                    <a:pt x="73" y="447"/>
                  </a:lnTo>
                  <a:lnTo>
                    <a:pt x="75" y="449"/>
                  </a:lnTo>
                  <a:lnTo>
                    <a:pt x="75" y="449"/>
                  </a:lnTo>
                  <a:lnTo>
                    <a:pt x="75" y="449"/>
                  </a:lnTo>
                  <a:lnTo>
                    <a:pt x="77" y="449"/>
                  </a:lnTo>
                  <a:lnTo>
                    <a:pt x="77" y="449"/>
                  </a:lnTo>
                  <a:lnTo>
                    <a:pt x="78" y="449"/>
                  </a:lnTo>
                  <a:lnTo>
                    <a:pt x="78" y="449"/>
                  </a:lnTo>
                  <a:lnTo>
                    <a:pt x="80" y="449"/>
                  </a:lnTo>
                  <a:lnTo>
                    <a:pt x="80" y="449"/>
                  </a:lnTo>
                  <a:lnTo>
                    <a:pt x="80" y="447"/>
                  </a:lnTo>
                  <a:lnTo>
                    <a:pt x="82" y="447"/>
                  </a:lnTo>
                  <a:lnTo>
                    <a:pt x="82" y="445"/>
                  </a:lnTo>
                  <a:lnTo>
                    <a:pt x="82" y="445"/>
                  </a:lnTo>
                  <a:lnTo>
                    <a:pt x="84" y="443"/>
                  </a:lnTo>
                  <a:lnTo>
                    <a:pt x="86" y="445"/>
                  </a:lnTo>
                  <a:lnTo>
                    <a:pt x="88" y="443"/>
                  </a:lnTo>
                  <a:lnTo>
                    <a:pt x="88" y="443"/>
                  </a:lnTo>
                  <a:lnTo>
                    <a:pt x="88" y="441"/>
                  </a:lnTo>
                  <a:lnTo>
                    <a:pt x="88" y="441"/>
                  </a:lnTo>
                  <a:lnTo>
                    <a:pt x="88" y="440"/>
                  </a:lnTo>
                  <a:lnTo>
                    <a:pt x="88" y="438"/>
                  </a:lnTo>
                  <a:lnTo>
                    <a:pt x="88" y="438"/>
                  </a:lnTo>
                  <a:lnTo>
                    <a:pt x="90" y="436"/>
                  </a:lnTo>
                  <a:lnTo>
                    <a:pt x="90" y="436"/>
                  </a:lnTo>
                  <a:lnTo>
                    <a:pt x="90" y="436"/>
                  </a:lnTo>
                  <a:lnTo>
                    <a:pt x="90" y="434"/>
                  </a:lnTo>
                  <a:lnTo>
                    <a:pt x="90" y="434"/>
                  </a:lnTo>
                  <a:lnTo>
                    <a:pt x="88" y="432"/>
                  </a:lnTo>
                  <a:lnTo>
                    <a:pt x="86" y="430"/>
                  </a:lnTo>
                  <a:lnTo>
                    <a:pt x="86" y="430"/>
                  </a:lnTo>
                  <a:lnTo>
                    <a:pt x="86" y="428"/>
                  </a:lnTo>
                  <a:lnTo>
                    <a:pt x="86" y="428"/>
                  </a:lnTo>
                  <a:lnTo>
                    <a:pt x="90" y="422"/>
                  </a:lnTo>
                  <a:lnTo>
                    <a:pt x="90" y="421"/>
                  </a:lnTo>
                  <a:lnTo>
                    <a:pt x="90" y="421"/>
                  </a:lnTo>
                  <a:lnTo>
                    <a:pt x="90" y="419"/>
                  </a:lnTo>
                  <a:lnTo>
                    <a:pt x="90" y="417"/>
                  </a:lnTo>
                  <a:lnTo>
                    <a:pt x="90" y="417"/>
                  </a:lnTo>
                  <a:lnTo>
                    <a:pt x="90" y="417"/>
                  </a:lnTo>
                  <a:lnTo>
                    <a:pt x="92" y="413"/>
                  </a:lnTo>
                  <a:lnTo>
                    <a:pt x="92" y="411"/>
                  </a:lnTo>
                  <a:lnTo>
                    <a:pt x="92" y="409"/>
                  </a:lnTo>
                  <a:lnTo>
                    <a:pt x="92" y="409"/>
                  </a:lnTo>
                  <a:lnTo>
                    <a:pt x="92" y="407"/>
                  </a:lnTo>
                  <a:lnTo>
                    <a:pt x="92" y="407"/>
                  </a:lnTo>
                  <a:lnTo>
                    <a:pt x="96" y="403"/>
                  </a:lnTo>
                  <a:lnTo>
                    <a:pt x="96" y="402"/>
                  </a:lnTo>
                  <a:lnTo>
                    <a:pt x="98" y="400"/>
                  </a:lnTo>
                  <a:lnTo>
                    <a:pt x="98" y="398"/>
                  </a:lnTo>
                  <a:lnTo>
                    <a:pt x="99" y="398"/>
                  </a:lnTo>
                  <a:lnTo>
                    <a:pt x="101" y="398"/>
                  </a:lnTo>
                  <a:lnTo>
                    <a:pt x="101" y="400"/>
                  </a:lnTo>
                  <a:lnTo>
                    <a:pt x="103" y="400"/>
                  </a:lnTo>
                  <a:lnTo>
                    <a:pt x="103" y="400"/>
                  </a:lnTo>
                  <a:lnTo>
                    <a:pt x="103" y="400"/>
                  </a:lnTo>
                  <a:lnTo>
                    <a:pt x="105" y="400"/>
                  </a:lnTo>
                  <a:lnTo>
                    <a:pt x="105" y="400"/>
                  </a:lnTo>
                  <a:lnTo>
                    <a:pt x="105" y="402"/>
                  </a:lnTo>
                  <a:lnTo>
                    <a:pt x="105" y="402"/>
                  </a:lnTo>
                  <a:lnTo>
                    <a:pt x="105" y="402"/>
                  </a:lnTo>
                  <a:lnTo>
                    <a:pt x="105" y="403"/>
                  </a:lnTo>
                  <a:lnTo>
                    <a:pt x="105" y="403"/>
                  </a:lnTo>
                  <a:lnTo>
                    <a:pt x="105" y="405"/>
                  </a:lnTo>
                  <a:lnTo>
                    <a:pt x="105" y="407"/>
                  </a:lnTo>
                  <a:lnTo>
                    <a:pt x="105" y="407"/>
                  </a:lnTo>
                  <a:lnTo>
                    <a:pt x="105" y="409"/>
                  </a:lnTo>
                  <a:lnTo>
                    <a:pt x="107" y="409"/>
                  </a:lnTo>
                  <a:lnTo>
                    <a:pt x="111" y="415"/>
                  </a:lnTo>
                  <a:lnTo>
                    <a:pt x="111" y="415"/>
                  </a:lnTo>
                  <a:lnTo>
                    <a:pt x="113" y="415"/>
                  </a:lnTo>
                  <a:lnTo>
                    <a:pt x="113" y="417"/>
                  </a:lnTo>
                  <a:lnTo>
                    <a:pt x="113" y="417"/>
                  </a:lnTo>
                  <a:lnTo>
                    <a:pt x="113" y="417"/>
                  </a:lnTo>
                  <a:lnTo>
                    <a:pt x="113" y="419"/>
                  </a:lnTo>
                  <a:lnTo>
                    <a:pt x="111" y="421"/>
                  </a:lnTo>
                  <a:lnTo>
                    <a:pt x="111" y="422"/>
                  </a:lnTo>
                  <a:lnTo>
                    <a:pt x="111" y="422"/>
                  </a:lnTo>
                  <a:lnTo>
                    <a:pt x="111" y="424"/>
                  </a:lnTo>
                  <a:lnTo>
                    <a:pt x="111" y="424"/>
                  </a:lnTo>
                  <a:lnTo>
                    <a:pt x="113" y="424"/>
                  </a:lnTo>
                  <a:lnTo>
                    <a:pt x="113" y="426"/>
                  </a:lnTo>
                  <a:lnTo>
                    <a:pt x="115" y="426"/>
                  </a:lnTo>
                  <a:lnTo>
                    <a:pt x="115" y="426"/>
                  </a:lnTo>
                  <a:lnTo>
                    <a:pt x="117" y="426"/>
                  </a:lnTo>
                  <a:lnTo>
                    <a:pt x="117" y="426"/>
                  </a:lnTo>
                  <a:lnTo>
                    <a:pt x="119" y="424"/>
                  </a:lnTo>
                  <a:lnTo>
                    <a:pt x="119" y="424"/>
                  </a:lnTo>
                  <a:lnTo>
                    <a:pt x="119" y="422"/>
                  </a:lnTo>
                  <a:lnTo>
                    <a:pt x="119" y="421"/>
                  </a:lnTo>
                  <a:lnTo>
                    <a:pt x="119" y="421"/>
                  </a:lnTo>
                  <a:lnTo>
                    <a:pt x="120" y="421"/>
                  </a:lnTo>
                  <a:lnTo>
                    <a:pt x="122" y="419"/>
                  </a:lnTo>
                  <a:lnTo>
                    <a:pt x="124" y="417"/>
                  </a:lnTo>
                  <a:lnTo>
                    <a:pt x="128" y="415"/>
                  </a:lnTo>
                  <a:lnTo>
                    <a:pt x="128" y="415"/>
                  </a:lnTo>
                  <a:lnTo>
                    <a:pt x="130" y="413"/>
                  </a:lnTo>
                  <a:lnTo>
                    <a:pt x="130" y="413"/>
                  </a:lnTo>
                  <a:lnTo>
                    <a:pt x="130" y="411"/>
                  </a:lnTo>
                  <a:lnTo>
                    <a:pt x="130" y="409"/>
                  </a:lnTo>
                  <a:lnTo>
                    <a:pt x="130" y="407"/>
                  </a:lnTo>
                  <a:lnTo>
                    <a:pt x="130" y="407"/>
                  </a:lnTo>
                  <a:lnTo>
                    <a:pt x="132" y="407"/>
                  </a:lnTo>
                  <a:lnTo>
                    <a:pt x="134" y="407"/>
                  </a:lnTo>
                  <a:lnTo>
                    <a:pt x="134" y="407"/>
                  </a:lnTo>
                  <a:lnTo>
                    <a:pt x="136" y="407"/>
                  </a:lnTo>
                  <a:lnTo>
                    <a:pt x="136" y="409"/>
                  </a:lnTo>
                  <a:lnTo>
                    <a:pt x="138" y="409"/>
                  </a:lnTo>
                  <a:lnTo>
                    <a:pt x="139" y="409"/>
                  </a:lnTo>
                  <a:lnTo>
                    <a:pt x="139" y="409"/>
                  </a:lnTo>
                  <a:lnTo>
                    <a:pt x="139" y="409"/>
                  </a:lnTo>
                  <a:lnTo>
                    <a:pt x="139" y="411"/>
                  </a:lnTo>
                  <a:lnTo>
                    <a:pt x="139" y="413"/>
                  </a:lnTo>
                  <a:lnTo>
                    <a:pt x="139" y="413"/>
                  </a:lnTo>
                  <a:lnTo>
                    <a:pt x="139" y="413"/>
                  </a:lnTo>
                  <a:lnTo>
                    <a:pt x="141" y="415"/>
                  </a:lnTo>
                  <a:lnTo>
                    <a:pt x="145" y="413"/>
                  </a:lnTo>
                  <a:lnTo>
                    <a:pt x="145" y="413"/>
                  </a:lnTo>
                  <a:lnTo>
                    <a:pt x="149" y="413"/>
                  </a:lnTo>
                  <a:lnTo>
                    <a:pt x="149" y="411"/>
                  </a:lnTo>
                  <a:lnTo>
                    <a:pt x="151" y="411"/>
                  </a:lnTo>
                  <a:lnTo>
                    <a:pt x="151" y="411"/>
                  </a:lnTo>
                  <a:lnTo>
                    <a:pt x="153" y="411"/>
                  </a:lnTo>
                  <a:lnTo>
                    <a:pt x="153" y="411"/>
                  </a:lnTo>
                  <a:lnTo>
                    <a:pt x="155" y="407"/>
                  </a:lnTo>
                  <a:lnTo>
                    <a:pt x="153" y="407"/>
                  </a:lnTo>
                  <a:lnTo>
                    <a:pt x="153" y="405"/>
                  </a:lnTo>
                  <a:lnTo>
                    <a:pt x="153" y="405"/>
                  </a:lnTo>
                  <a:lnTo>
                    <a:pt x="153" y="405"/>
                  </a:lnTo>
                  <a:lnTo>
                    <a:pt x="153" y="403"/>
                  </a:lnTo>
                  <a:lnTo>
                    <a:pt x="153" y="403"/>
                  </a:lnTo>
                  <a:lnTo>
                    <a:pt x="157" y="398"/>
                  </a:lnTo>
                  <a:lnTo>
                    <a:pt x="157" y="396"/>
                  </a:lnTo>
                  <a:lnTo>
                    <a:pt x="157" y="396"/>
                  </a:lnTo>
                  <a:lnTo>
                    <a:pt x="157" y="396"/>
                  </a:lnTo>
                  <a:lnTo>
                    <a:pt x="157" y="396"/>
                  </a:lnTo>
                  <a:lnTo>
                    <a:pt x="155" y="396"/>
                  </a:lnTo>
                  <a:lnTo>
                    <a:pt x="155" y="396"/>
                  </a:lnTo>
                  <a:lnTo>
                    <a:pt x="155" y="396"/>
                  </a:lnTo>
                  <a:lnTo>
                    <a:pt x="153" y="394"/>
                  </a:lnTo>
                  <a:lnTo>
                    <a:pt x="151" y="392"/>
                  </a:lnTo>
                  <a:lnTo>
                    <a:pt x="151" y="390"/>
                  </a:lnTo>
                  <a:lnTo>
                    <a:pt x="151" y="390"/>
                  </a:lnTo>
                  <a:lnTo>
                    <a:pt x="153" y="388"/>
                  </a:lnTo>
                  <a:lnTo>
                    <a:pt x="153" y="388"/>
                  </a:lnTo>
                  <a:lnTo>
                    <a:pt x="153" y="388"/>
                  </a:lnTo>
                  <a:lnTo>
                    <a:pt x="153" y="386"/>
                  </a:lnTo>
                  <a:lnTo>
                    <a:pt x="153" y="386"/>
                  </a:lnTo>
                  <a:lnTo>
                    <a:pt x="155" y="384"/>
                  </a:lnTo>
                  <a:lnTo>
                    <a:pt x="157" y="383"/>
                  </a:lnTo>
                  <a:lnTo>
                    <a:pt x="157" y="381"/>
                  </a:lnTo>
                  <a:lnTo>
                    <a:pt x="159" y="379"/>
                  </a:lnTo>
                  <a:lnTo>
                    <a:pt x="160" y="377"/>
                  </a:lnTo>
                  <a:lnTo>
                    <a:pt x="162" y="375"/>
                  </a:lnTo>
                  <a:lnTo>
                    <a:pt x="162" y="375"/>
                  </a:lnTo>
                  <a:lnTo>
                    <a:pt x="164" y="375"/>
                  </a:lnTo>
                  <a:lnTo>
                    <a:pt x="164" y="375"/>
                  </a:lnTo>
                  <a:lnTo>
                    <a:pt x="166" y="375"/>
                  </a:lnTo>
                  <a:lnTo>
                    <a:pt x="166" y="375"/>
                  </a:lnTo>
                  <a:lnTo>
                    <a:pt x="168" y="377"/>
                  </a:lnTo>
                  <a:lnTo>
                    <a:pt x="168" y="377"/>
                  </a:lnTo>
                  <a:lnTo>
                    <a:pt x="174" y="375"/>
                  </a:lnTo>
                  <a:lnTo>
                    <a:pt x="176" y="373"/>
                  </a:lnTo>
                  <a:lnTo>
                    <a:pt x="178" y="371"/>
                  </a:lnTo>
                  <a:lnTo>
                    <a:pt x="179" y="369"/>
                  </a:lnTo>
                  <a:lnTo>
                    <a:pt x="181" y="367"/>
                  </a:lnTo>
                  <a:lnTo>
                    <a:pt x="183" y="367"/>
                  </a:lnTo>
                  <a:lnTo>
                    <a:pt x="185" y="367"/>
                  </a:lnTo>
                  <a:lnTo>
                    <a:pt x="185" y="365"/>
                  </a:lnTo>
                  <a:lnTo>
                    <a:pt x="187" y="365"/>
                  </a:lnTo>
                  <a:lnTo>
                    <a:pt x="187" y="363"/>
                  </a:lnTo>
                  <a:lnTo>
                    <a:pt x="185" y="363"/>
                  </a:lnTo>
                  <a:lnTo>
                    <a:pt x="185" y="363"/>
                  </a:lnTo>
                  <a:lnTo>
                    <a:pt x="185" y="363"/>
                  </a:lnTo>
                  <a:lnTo>
                    <a:pt x="185" y="363"/>
                  </a:lnTo>
                  <a:lnTo>
                    <a:pt x="185" y="362"/>
                  </a:lnTo>
                  <a:lnTo>
                    <a:pt x="183" y="362"/>
                  </a:lnTo>
                  <a:lnTo>
                    <a:pt x="183" y="362"/>
                  </a:lnTo>
                  <a:lnTo>
                    <a:pt x="183" y="362"/>
                  </a:lnTo>
                  <a:lnTo>
                    <a:pt x="183" y="362"/>
                  </a:lnTo>
                  <a:lnTo>
                    <a:pt x="181" y="362"/>
                  </a:lnTo>
                  <a:lnTo>
                    <a:pt x="181" y="360"/>
                  </a:lnTo>
                  <a:lnTo>
                    <a:pt x="179" y="358"/>
                  </a:lnTo>
                  <a:lnTo>
                    <a:pt x="179" y="358"/>
                  </a:lnTo>
                  <a:lnTo>
                    <a:pt x="179" y="356"/>
                  </a:lnTo>
                  <a:lnTo>
                    <a:pt x="179" y="356"/>
                  </a:lnTo>
                  <a:lnTo>
                    <a:pt x="178" y="354"/>
                  </a:lnTo>
                  <a:lnTo>
                    <a:pt x="178" y="354"/>
                  </a:lnTo>
                  <a:lnTo>
                    <a:pt x="178" y="354"/>
                  </a:lnTo>
                  <a:lnTo>
                    <a:pt x="178" y="352"/>
                  </a:lnTo>
                  <a:lnTo>
                    <a:pt x="178" y="352"/>
                  </a:lnTo>
                  <a:lnTo>
                    <a:pt x="179" y="352"/>
                  </a:lnTo>
                  <a:lnTo>
                    <a:pt x="179" y="350"/>
                  </a:lnTo>
                  <a:lnTo>
                    <a:pt x="179" y="350"/>
                  </a:lnTo>
                  <a:lnTo>
                    <a:pt x="181" y="350"/>
                  </a:lnTo>
                  <a:lnTo>
                    <a:pt x="183" y="352"/>
                  </a:lnTo>
                  <a:lnTo>
                    <a:pt x="183" y="352"/>
                  </a:lnTo>
                  <a:lnTo>
                    <a:pt x="183" y="352"/>
                  </a:lnTo>
                  <a:lnTo>
                    <a:pt x="185" y="352"/>
                  </a:lnTo>
                  <a:lnTo>
                    <a:pt x="187" y="354"/>
                  </a:lnTo>
                  <a:lnTo>
                    <a:pt x="189" y="354"/>
                  </a:lnTo>
                  <a:lnTo>
                    <a:pt x="191" y="356"/>
                  </a:lnTo>
                  <a:lnTo>
                    <a:pt x="191" y="354"/>
                  </a:lnTo>
                  <a:lnTo>
                    <a:pt x="191" y="354"/>
                  </a:lnTo>
                  <a:lnTo>
                    <a:pt x="191" y="352"/>
                  </a:lnTo>
                  <a:lnTo>
                    <a:pt x="191" y="352"/>
                  </a:lnTo>
                  <a:lnTo>
                    <a:pt x="191" y="352"/>
                  </a:lnTo>
                  <a:lnTo>
                    <a:pt x="191" y="352"/>
                  </a:lnTo>
                  <a:lnTo>
                    <a:pt x="191" y="350"/>
                  </a:lnTo>
                  <a:lnTo>
                    <a:pt x="191" y="350"/>
                  </a:lnTo>
                  <a:lnTo>
                    <a:pt x="193" y="350"/>
                  </a:lnTo>
                  <a:lnTo>
                    <a:pt x="193" y="350"/>
                  </a:lnTo>
                  <a:lnTo>
                    <a:pt x="193" y="348"/>
                  </a:lnTo>
                  <a:lnTo>
                    <a:pt x="193" y="344"/>
                  </a:lnTo>
                  <a:lnTo>
                    <a:pt x="193" y="344"/>
                  </a:lnTo>
                  <a:lnTo>
                    <a:pt x="193" y="344"/>
                  </a:lnTo>
                  <a:lnTo>
                    <a:pt x="193" y="344"/>
                  </a:lnTo>
                  <a:lnTo>
                    <a:pt x="195" y="344"/>
                  </a:lnTo>
                  <a:lnTo>
                    <a:pt x="195" y="346"/>
                  </a:lnTo>
                  <a:lnTo>
                    <a:pt x="195" y="348"/>
                  </a:lnTo>
                  <a:lnTo>
                    <a:pt x="197" y="350"/>
                  </a:lnTo>
                  <a:lnTo>
                    <a:pt x="197" y="350"/>
                  </a:lnTo>
                  <a:lnTo>
                    <a:pt x="197" y="350"/>
                  </a:lnTo>
                  <a:lnTo>
                    <a:pt x="199" y="350"/>
                  </a:lnTo>
                  <a:lnTo>
                    <a:pt x="199" y="350"/>
                  </a:lnTo>
                  <a:lnTo>
                    <a:pt x="199" y="348"/>
                  </a:lnTo>
                  <a:lnTo>
                    <a:pt x="200" y="346"/>
                  </a:lnTo>
                  <a:lnTo>
                    <a:pt x="200" y="346"/>
                  </a:lnTo>
                  <a:lnTo>
                    <a:pt x="200" y="344"/>
                  </a:lnTo>
                  <a:lnTo>
                    <a:pt x="202" y="344"/>
                  </a:lnTo>
                  <a:lnTo>
                    <a:pt x="204" y="343"/>
                  </a:lnTo>
                  <a:lnTo>
                    <a:pt x="204" y="343"/>
                  </a:lnTo>
                  <a:lnTo>
                    <a:pt x="204" y="341"/>
                  </a:lnTo>
                  <a:lnTo>
                    <a:pt x="204" y="341"/>
                  </a:lnTo>
                  <a:lnTo>
                    <a:pt x="204" y="339"/>
                  </a:lnTo>
                  <a:lnTo>
                    <a:pt x="206" y="339"/>
                  </a:lnTo>
                  <a:lnTo>
                    <a:pt x="206" y="339"/>
                  </a:lnTo>
                  <a:lnTo>
                    <a:pt x="208" y="341"/>
                  </a:lnTo>
                  <a:lnTo>
                    <a:pt x="208" y="343"/>
                  </a:lnTo>
                  <a:lnTo>
                    <a:pt x="210" y="344"/>
                  </a:lnTo>
                  <a:lnTo>
                    <a:pt x="214" y="348"/>
                  </a:lnTo>
                  <a:lnTo>
                    <a:pt x="214" y="350"/>
                  </a:lnTo>
                  <a:lnTo>
                    <a:pt x="216" y="350"/>
                  </a:lnTo>
                  <a:lnTo>
                    <a:pt x="218" y="356"/>
                  </a:lnTo>
                  <a:lnTo>
                    <a:pt x="218" y="358"/>
                  </a:lnTo>
                  <a:lnTo>
                    <a:pt x="218" y="358"/>
                  </a:lnTo>
                  <a:lnTo>
                    <a:pt x="218" y="358"/>
                  </a:lnTo>
                  <a:lnTo>
                    <a:pt x="220" y="358"/>
                  </a:lnTo>
                  <a:lnTo>
                    <a:pt x="220" y="356"/>
                  </a:lnTo>
                  <a:lnTo>
                    <a:pt x="220" y="356"/>
                  </a:lnTo>
                  <a:lnTo>
                    <a:pt x="220" y="354"/>
                  </a:lnTo>
                  <a:lnTo>
                    <a:pt x="220" y="354"/>
                  </a:lnTo>
                  <a:lnTo>
                    <a:pt x="220" y="354"/>
                  </a:lnTo>
                  <a:lnTo>
                    <a:pt x="220" y="352"/>
                  </a:lnTo>
                  <a:lnTo>
                    <a:pt x="220" y="352"/>
                  </a:lnTo>
                  <a:lnTo>
                    <a:pt x="220" y="352"/>
                  </a:lnTo>
                  <a:lnTo>
                    <a:pt x="220" y="352"/>
                  </a:lnTo>
                  <a:lnTo>
                    <a:pt x="220" y="350"/>
                  </a:lnTo>
                  <a:lnTo>
                    <a:pt x="220" y="350"/>
                  </a:lnTo>
                  <a:lnTo>
                    <a:pt x="221" y="350"/>
                  </a:lnTo>
                  <a:lnTo>
                    <a:pt x="221" y="350"/>
                  </a:lnTo>
                  <a:lnTo>
                    <a:pt x="223" y="352"/>
                  </a:lnTo>
                  <a:lnTo>
                    <a:pt x="225" y="356"/>
                  </a:lnTo>
                  <a:lnTo>
                    <a:pt x="225" y="360"/>
                  </a:lnTo>
                  <a:lnTo>
                    <a:pt x="227" y="360"/>
                  </a:lnTo>
                  <a:lnTo>
                    <a:pt x="227" y="362"/>
                  </a:lnTo>
                  <a:lnTo>
                    <a:pt x="229" y="363"/>
                  </a:lnTo>
                  <a:lnTo>
                    <a:pt x="229" y="365"/>
                  </a:lnTo>
                  <a:lnTo>
                    <a:pt x="229" y="365"/>
                  </a:lnTo>
                  <a:lnTo>
                    <a:pt x="229" y="365"/>
                  </a:lnTo>
                  <a:lnTo>
                    <a:pt x="229" y="367"/>
                  </a:lnTo>
                  <a:lnTo>
                    <a:pt x="231" y="367"/>
                  </a:lnTo>
                  <a:lnTo>
                    <a:pt x="231" y="369"/>
                  </a:lnTo>
                  <a:lnTo>
                    <a:pt x="231" y="369"/>
                  </a:lnTo>
                  <a:lnTo>
                    <a:pt x="231" y="369"/>
                  </a:lnTo>
                  <a:lnTo>
                    <a:pt x="233" y="369"/>
                  </a:lnTo>
                  <a:lnTo>
                    <a:pt x="233" y="369"/>
                  </a:lnTo>
                  <a:lnTo>
                    <a:pt x="233" y="371"/>
                  </a:lnTo>
                  <a:lnTo>
                    <a:pt x="237" y="369"/>
                  </a:lnTo>
                  <a:lnTo>
                    <a:pt x="242" y="369"/>
                  </a:lnTo>
                  <a:lnTo>
                    <a:pt x="248" y="369"/>
                  </a:lnTo>
                  <a:lnTo>
                    <a:pt x="248" y="369"/>
                  </a:lnTo>
                  <a:lnTo>
                    <a:pt x="250" y="369"/>
                  </a:lnTo>
                  <a:lnTo>
                    <a:pt x="250" y="369"/>
                  </a:lnTo>
                  <a:lnTo>
                    <a:pt x="252" y="371"/>
                  </a:lnTo>
                  <a:lnTo>
                    <a:pt x="254" y="371"/>
                  </a:lnTo>
                  <a:lnTo>
                    <a:pt x="256" y="371"/>
                  </a:lnTo>
                  <a:lnTo>
                    <a:pt x="256" y="371"/>
                  </a:lnTo>
                  <a:lnTo>
                    <a:pt x="258" y="373"/>
                  </a:lnTo>
                  <a:lnTo>
                    <a:pt x="260" y="371"/>
                  </a:lnTo>
                  <a:lnTo>
                    <a:pt x="265" y="371"/>
                  </a:lnTo>
                  <a:lnTo>
                    <a:pt x="271" y="369"/>
                  </a:lnTo>
                  <a:lnTo>
                    <a:pt x="273" y="369"/>
                  </a:lnTo>
                  <a:lnTo>
                    <a:pt x="275" y="367"/>
                  </a:lnTo>
                  <a:lnTo>
                    <a:pt x="277" y="365"/>
                  </a:lnTo>
                  <a:lnTo>
                    <a:pt x="277" y="363"/>
                  </a:lnTo>
                  <a:lnTo>
                    <a:pt x="279" y="362"/>
                  </a:lnTo>
                  <a:lnTo>
                    <a:pt x="279" y="362"/>
                  </a:lnTo>
                  <a:lnTo>
                    <a:pt x="279" y="360"/>
                  </a:lnTo>
                  <a:lnTo>
                    <a:pt x="280" y="362"/>
                  </a:lnTo>
                  <a:lnTo>
                    <a:pt x="280" y="362"/>
                  </a:lnTo>
                  <a:lnTo>
                    <a:pt x="282" y="360"/>
                  </a:lnTo>
                  <a:lnTo>
                    <a:pt x="284" y="356"/>
                  </a:lnTo>
                  <a:lnTo>
                    <a:pt x="286" y="356"/>
                  </a:lnTo>
                  <a:lnTo>
                    <a:pt x="286" y="356"/>
                  </a:lnTo>
                  <a:lnTo>
                    <a:pt x="284" y="354"/>
                  </a:lnTo>
                  <a:lnTo>
                    <a:pt x="284" y="354"/>
                  </a:lnTo>
                  <a:lnTo>
                    <a:pt x="284" y="354"/>
                  </a:lnTo>
                  <a:lnTo>
                    <a:pt x="284" y="354"/>
                  </a:lnTo>
                  <a:lnTo>
                    <a:pt x="284" y="352"/>
                  </a:lnTo>
                  <a:lnTo>
                    <a:pt x="286" y="352"/>
                  </a:lnTo>
                  <a:lnTo>
                    <a:pt x="286" y="352"/>
                  </a:lnTo>
                  <a:lnTo>
                    <a:pt x="286" y="350"/>
                  </a:lnTo>
                  <a:lnTo>
                    <a:pt x="286" y="350"/>
                  </a:lnTo>
                  <a:lnTo>
                    <a:pt x="286" y="348"/>
                  </a:lnTo>
                  <a:lnTo>
                    <a:pt x="286" y="348"/>
                  </a:lnTo>
                  <a:lnTo>
                    <a:pt x="286" y="348"/>
                  </a:lnTo>
                  <a:lnTo>
                    <a:pt x="288" y="348"/>
                  </a:lnTo>
                  <a:lnTo>
                    <a:pt x="288" y="348"/>
                  </a:lnTo>
                  <a:lnTo>
                    <a:pt x="290" y="348"/>
                  </a:lnTo>
                  <a:lnTo>
                    <a:pt x="290" y="348"/>
                  </a:lnTo>
                  <a:lnTo>
                    <a:pt x="294" y="346"/>
                  </a:lnTo>
                  <a:lnTo>
                    <a:pt x="294" y="344"/>
                  </a:lnTo>
                  <a:lnTo>
                    <a:pt x="301" y="341"/>
                  </a:lnTo>
                  <a:lnTo>
                    <a:pt x="301" y="343"/>
                  </a:lnTo>
                  <a:lnTo>
                    <a:pt x="303" y="343"/>
                  </a:lnTo>
                  <a:lnTo>
                    <a:pt x="303" y="343"/>
                  </a:lnTo>
                  <a:lnTo>
                    <a:pt x="303" y="343"/>
                  </a:lnTo>
                  <a:lnTo>
                    <a:pt x="305" y="341"/>
                  </a:lnTo>
                  <a:lnTo>
                    <a:pt x="305" y="341"/>
                  </a:lnTo>
                  <a:lnTo>
                    <a:pt x="305" y="339"/>
                  </a:lnTo>
                  <a:lnTo>
                    <a:pt x="305" y="339"/>
                  </a:lnTo>
                  <a:lnTo>
                    <a:pt x="305" y="337"/>
                  </a:lnTo>
                  <a:lnTo>
                    <a:pt x="305" y="337"/>
                  </a:lnTo>
                  <a:lnTo>
                    <a:pt x="305" y="337"/>
                  </a:lnTo>
                  <a:lnTo>
                    <a:pt x="305" y="335"/>
                  </a:lnTo>
                  <a:lnTo>
                    <a:pt x="307" y="335"/>
                  </a:lnTo>
                  <a:lnTo>
                    <a:pt x="307" y="335"/>
                  </a:lnTo>
                  <a:lnTo>
                    <a:pt x="311" y="335"/>
                  </a:lnTo>
                  <a:lnTo>
                    <a:pt x="311" y="335"/>
                  </a:lnTo>
                  <a:lnTo>
                    <a:pt x="313" y="337"/>
                  </a:lnTo>
                  <a:lnTo>
                    <a:pt x="313" y="337"/>
                  </a:lnTo>
                  <a:lnTo>
                    <a:pt x="313" y="337"/>
                  </a:lnTo>
                  <a:lnTo>
                    <a:pt x="315" y="341"/>
                  </a:lnTo>
                  <a:lnTo>
                    <a:pt x="315" y="339"/>
                  </a:lnTo>
                  <a:lnTo>
                    <a:pt x="322" y="329"/>
                  </a:lnTo>
                  <a:lnTo>
                    <a:pt x="334" y="320"/>
                  </a:lnTo>
                  <a:lnTo>
                    <a:pt x="341" y="314"/>
                  </a:lnTo>
                  <a:lnTo>
                    <a:pt x="351" y="305"/>
                  </a:lnTo>
                  <a:lnTo>
                    <a:pt x="357" y="301"/>
                  </a:lnTo>
                  <a:lnTo>
                    <a:pt x="361" y="299"/>
                  </a:lnTo>
                  <a:lnTo>
                    <a:pt x="366" y="295"/>
                  </a:lnTo>
                  <a:lnTo>
                    <a:pt x="370" y="293"/>
                  </a:lnTo>
                  <a:lnTo>
                    <a:pt x="378" y="289"/>
                  </a:lnTo>
                  <a:lnTo>
                    <a:pt x="383" y="286"/>
                  </a:lnTo>
                  <a:lnTo>
                    <a:pt x="387" y="284"/>
                  </a:lnTo>
                  <a:lnTo>
                    <a:pt x="364" y="295"/>
                  </a:lnTo>
                  <a:lnTo>
                    <a:pt x="362" y="295"/>
                  </a:lnTo>
                  <a:lnTo>
                    <a:pt x="362" y="295"/>
                  </a:lnTo>
                  <a:lnTo>
                    <a:pt x="362" y="293"/>
                  </a:lnTo>
                  <a:lnTo>
                    <a:pt x="361" y="293"/>
                  </a:lnTo>
                  <a:lnTo>
                    <a:pt x="362" y="293"/>
                  </a:lnTo>
                  <a:lnTo>
                    <a:pt x="362" y="293"/>
                  </a:lnTo>
                  <a:lnTo>
                    <a:pt x="362" y="293"/>
                  </a:lnTo>
                  <a:lnTo>
                    <a:pt x="362" y="291"/>
                  </a:lnTo>
                  <a:lnTo>
                    <a:pt x="364" y="291"/>
                  </a:lnTo>
                  <a:lnTo>
                    <a:pt x="364" y="291"/>
                  </a:lnTo>
                  <a:lnTo>
                    <a:pt x="364" y="293"/>
                  </a:lnTo>
                  <a:lnTo>
                    <a:pt x="366" y="293"/>
                  </a:lnTo>
                  <a:lnTo>
                    <a:pt x="366" y="293"/>
                  </a:lnTo>
                  <a:lnTo>
                    <a:pt x="368" y="291"/>
                  </a:lnTo>
                  <a:lnTo>
                    <a:pt x="370" y="291"/>
                  </a:lnTo>
                  <a:lnTo>
                    <a:pt x="370" y="291"/>
                  </a:lnTo>
                  <a:lnTo>
                    <a:pt x="370" y="289"/>
                  </a:lnTo>
                  <a:lnTo>
                    <a:pt x="370" y="289"/>
                  </a:lnTo>
                  <a:lnTo>
                    <a:pt x="370" y="289"/>
                  </a:lnTo>
                  <a:lnTo>
                    <a:pt x="372" y="289"/>
                  </a:lnTo>
                  <a:lnTo>
                    <a:pt x="372" y="287"/>
                  </a:lnTo>
                  <a:lnTo>
                    <a:pt x="372" y="287"/>
                  </a:lnTo>
                  <a:lnTo>
                    <a:pt x="372" y="286"/>
                  </a:lnTo>
                  <a:lnTo>
                    <a:pt x="372" y="286"/>
                  </a:lnTo>
                  <a:lnTo>
                    <a:pt x="370" y="284"/>
                  </a:lnTo>
                  <a:lnTo>
                    <a:pt x="370" y="286"/>
                  </a:lnTo>
                  <a:lnTo>
                    <a:pt x="368" y="286"/>
                  </a:lnTo>
                  <a:lnTo>
                    <a:pt x="368" y="286"/>
                  </a:lnTo>
                  <a:lnTo>
                    <a:pt x="366" y="286"/>
                  </a:lnTo>
                  <a:lnTo>
                    <a:pt x="362" y="289"/>
                  </a:lnTo>
                  <a:lnTo>
                    <a:pt x="359" y="287"/>
                  </a:lnTo>
                  <a:lnTo>
                    <a:pt x="357" y="287"/>
                  </a:lnTo>
                  <a:lnTo>
                    <a:pt x="357" y="287"/>
                  </a:lnTo>
                  <a:lnTo>
                    <a:pt x="357" y="289"/>
                  </a:lnTo>
                  <a:lnTo>
                    <a:pt x="357" y="289"/>
                  </a:lnTo>
                  <a:lnTo>
                    <a:pt x="357" y="289"/>
                  </a:lnTo>
                  <a:lnTo>
                    <a:pt x="357" y="291"/>
                  </a:lnTo>
                  <a:lnTo>
                    <a:pt x="357" y="291"/>
                  </a:lnTo>
                  <a:lnTo>
                    <a:pt x="357" y="291"/>
                  </a:lnTo>
                  <a:lnTo>
                    <a:pt x="357" y="291"/>
                  </a:lnTo>
                  <a:lnTo>
                    <a:pt x="357" y="293"/>
                  </a:lnTo>
                  <a:lnTo>
                    <a:pt x="355" y="293"/>
                  </a:lnTo>
                  <a:lnTo>
                    <a:pt x="355" y="295"/>
                  </a:lnTo>
                  <a:lnTo>
                    <a:pt x="353" y="295"/>
                  </a:lnTo>
                  <a:lnTo>
                    <a:pt x="353" y="295"/>
                  </a:lnTo>
                  <a:lnTo>
                    <a:pt x="353" y="295"/>
                  </a:lnTo>
                  <a:lnTo>
                    <a:pt x="357" y="297"/>
                  </a:lnTo>
                  <a:lnTo>
                    <a:pt x="355" y="297"/>
                  </a:lnTo>
                  <a:lnTo>
                    <a:pt x="355" y="297"/>
                  </a:lnTo>
                  <a:lnTo>
                    <a:pt x="353" y="297"/>
                  </a:lnTo>
                  <a:lnTo>
                    <a:pt x="353" y="297"/>
                  </a:lnTo>
                  <a:lnTo>
                    <a:pt x="353" y="299"/>
                  </a:lnTo>
                  <a:lnTo>
                    <a:pt x="353" y="301"/>
                  </a:lnTo>
                  <a:lnTo>
                    <a:pt x="353" y="301"/>
                  </a:lnTo>
                  <a:lnTo>
                    <a:pt x="351" y="303"/>
                  </a:lnTo>
                  <a:lnTo>
                    <a:pt x="351" y="303"/>
                  </a:lnTo>
                  <a:lnTo>
                    <a:pt x="351" y="303"/>
                  </a:lnTo>
                  <a:lnTo>
                    <a:pt x="349" y="303"/>
                  </a:lnTo>
                  <a:lnTo>
                    <a:pt x="349" y="303"/>
                  </a:lnTo>
                  <a:lnTo>
                    <a:pt x="347" y="303"/>
                  </a:lnTo>
                  <a:lnTo>
                    <a:pt x="347" y="305"/>
                  </a:lnTo>
                  <a:lnTo>
                    <a:pt x="347" y="305"/>
                  </a:lnTo>
                  <a:lnTo>
                    <a:pt x="345" y="305"/>
                  </a:lnTo>
                  <a:lnTo>
                    <a:pt x="347" y="305"/>
                  </a:lnTo>
                  <a:lnTo>
                    <a:pt x="347" y="303"/>
                  </a:lnTo>
                  <a:lnTo>
                    <a:pt x="347" y="301"/>
                  </a:lnTo>
                  <a:lnTo>
                    <a:pt x="345" y="301"/>
                  </a:lnTo>
                  <a:lnTo>
                    <a:pt x="345" y="303"/>
                  </a:lnTo>
                  <a:lnTo>
                    <a:pt x="345" y="303"/>
                  </a:lnTo>
                  <a:lnTo>
                    <a:pt x="343" y="301"/>
                  </a:lnTo>
                  <a:lnTo>
                    <a:pt x="343" y="299"/>
                  </a:lnTo>
                  <a:lnTo>
                    <a:pt x="345" y="299"/>
                  </a:lnTo>
                  <a:lnTo>
                    <a:pt x="345" y="297"/>
                  </a:lnTo>
                  <a:lnTo>
                    <a:pt x="347" y="297"/>
                  </a:lnTo>
                  <a:lnTo>
                    <a:pt x="349" y="297"/>
                  </a:lnTo>
                  <a:lnTo>
                    <a:pt x="349" y="295"/>
                  </a:lnTo>
                  <a:lnTo>
                    <a:pt x="347" y="295"/>
                  </a:lnTo>
                  <a:lnTo>
                    <a:pt x="347" y="293"/>
                  </a:lnTo>
                  <a:lnTo>
                    <a:pt x="349" y="291"/>
                  </a:lnTo>
                  <a:lnTo>
                    <a:pt x="349" y="289"/>
                  </a:lnTo>
                  <a:lnTo>
                    <a:pt x="351" y="289"/>
                  </a:lnTo>
                  <a:lnTo>
                    <a:pt x="353" y="286"/>
                  </a:lnTo>
                  <a:lnTo>
                    <a:pt x="353" y="284"/>
                  </a:lnTo>
                  <a:lnTo>
                    <a:pt x="353" y="282"/>
                  </a:lnTo>
                  <a:lnTo>
                    <a:pt x="355" y="280"/>
                  </a:lnTo>
                  <a:lnTo>
                    <a:pt x="357" y="276"/>
                  </a:lnTo>
                  <a:lnTo>
                    <a:pt x="359" y="276"/>
                  </a:lnTo>
                  <a:lnTo>
                    <a:pt x="361" y="274"/>
                  </a:lnTo>
                  <a:lnTo>
                    <a:pt x="361" y="274"/>
                  </a:lnTo>
                  <a:lnTo>
                    <a:pt x="362" y="274"/>
                  </a:lnTo>
                  <a:lnTo>
                    <a:pt x="364" y="274"/>
                  </a:lnTo>
                  <a:lnTo>
                    <a:pt x="368" y="270"/>
                  </a:lnTo>
                  <a:lnTo>
                    <a:pt x="372" y="265"/>
                  </a:lnTo>
                  <a:lnTo>
                    <a:pt x="376" y="265"/>
                  </a:lnTo>
                  <a:lnTo>
                    <a:pt x="378" y="263"/>
                  </a:lnTo>
                  <a:lnTo>
                    <a:pt x="378" y="263"/>
                  </a:lnTo>
                  <a:lnTo>
                    <a:pt x="381" y="265"/>
                  </a:lnTo>
                  <a:lnTo>
                    <a:pt x="385" y="265"/>
                  </a:lnTo>
                  <a:lnTo>
                    <a:pt x="387" y="266"/>
                  </a:lnTo>
                  <a:lnTo>
                    <a:pt x="387" y="274"/>
                  </a:lnTo>
                  <a:lnTo>
                    <a:pt x="387" y="276"/>
                  </a:lnTo>
                  <a:lnTo>
                    <a:pt x="387" y="276"/>
                  </a:lnTo>
                  <a:lnTo>
                    <a:pt x="387" y="278"/>
                  </a:lnTo>
                  <a:lnTo>
                    <a:pt x="387" y="278"/>
                  </a:lnTo>
                  <a:lnTo>
                    <a:pt x="387" y="278"/>
                  </a:lnTo>
                  <a:lnTo>
                    <a:pt x="385" y="280"/>
                  </a:lnTo>
                  <a:lnTo>
                    <a:pt x="381" y="282"/>
                  </a:lnTo>
                  <a:lnTo>
                    <a:pt x="381" y="282"/>
                  </a:lnTo>
                  <a:lnTo>
                    <a:pt x="383" y="280"/>
                  </a:lnTo>
                  <a:lnTo>
                    <a:pt x="383" y="280"/>
                  </a:lnTo>
                  <a:lnTo>
                    <a:pt x="383" y="280"/>
                  </a:lnTo>
                  <a:lnTo>
                    <a:pt x="378" y="280"/>
                  </a:lnTo>
                  <a:lnTo>
                    <a:pt x="376" y="282"/>
                  </a:lnTo>
                  <a:lnTo>
                    <a:pt x="376" y="282"/>
                  </a:lnTo>
                  <a:lnTo>
                    <a:pt x="374" y="282"/>
                  </a:lnTo>
                  <a:lnTo>
                    <a:pt x="374" y="282"/>
                  </a:lnTo>
                  <a:lnTo>
                    <a:pt x="374" y="282"/>
                  </a:lnTo>
                  <a:lnTo>
                    <a:pt x="374" y="284"/>
                  </a:lnTo>
                  <a:lnTo>
                    <a:pt x="374" y="284"/>
                  </a:lnTo>
                  <a:lnTo>
                    <a:pt x="374" y="284"/>
                  </a:lnTo>
                  <a:lnTo>
                    <a:pt x="376" y="284"/>
                  </a:lnTo>
                  <a:lnTo>
                    <a:pt x="376" y="284"/>
                  </a:lnTo>
                  <a:lnTo>
                    <a:pt x="376" y="286"/>
                  </a:lnTo>
                  <a:lnTo>
                    <a:pt x="376" y="286"/>
                  </a:lnTo>
                  <a:lnTo>
                    <a:pt x="376" y="287"/>
                  </a:lnTo>
                  <a:lnTo>
                    <a:pt x="380" y="286"/>
                  </a:lnTo>
                  <a:lnTo>
                    <a:pt x="385" y="284"/>
                  </a:lnTo>
                  <a:lnTo>
                    <a:pt x="391" y="280"/>
                  </a:lnTo>
                  <a:lnTo>
                    <a:pt x="393" y="280"/>
                  </a:lnTo>
                  <a:lnTo>
                    <a:pt x="393" y="280"/>
                  </a:lnTo>
                  <a:lnTo>
                    <a:pt x="393" y="280"/>
                  </a:lnTo>
                  <a:lnTo>
                    <a:pt x="393" y="282"/>
                  </a:lnTo>
                  <a:lnTo>
                    <a:pt x="397" y="278"/>
                  </a:lnTo>
                  <a:lnTo>
                    <a:pt x="401" y="278"/>
                  </a:lnTo>
                  <a:lnTo>
                    <a:pt x="402" y="276"/>
                  </a:lnTo>
                  <a:lnTo>
                    <a:pt x="402" y="276"/>
                  </a:lnTo>
                  <a:lnTo>
                    <a:pt x="406" y="276"/>
                  </a:lnTo>
                  <a:lnTo>
                    <a:pt x="408" y="276"/>
                  </a:lnTo>
                  <a:lnTo>
                    <a:pt x="408" y="276"/>
                  </a:lnTo>
                  <a:lnTo>
                    <a:pt x="412" y="274"/>
                  </a:lnTo>
                  <a:lnTo>
                    <a:pt x="416" y="272"/>
                  </a:lnTo>
                  <a:lnTo>
                    <a:pt x="427" y="268"/>
                  </a:lnTo>
                  <a:lnTo>
                    <a:pt x="429" y="268"/>
                  </a:lnTo>
                  <a:lnTo>
                    <a:pt x="431" y="268"/>
                  </a:lnTo>
                  <a:lnTo>
                    <a:pt x="431" y="268"/>
                  </a:lnTo>
                  <a:lnTo>
                    <a:pt x="433" y="268"/>
                  </a:lnTo>
                  <a:lnTo>
                    <a:pt x="433" y="268"/>
                  </a:lnTo>
                  <a:lnTo>
                    <a:pt x="435" y="268"/>
                  </a:lnTo>
                  <a:lnTo>
                    <a:pt x="435" y="268"/>
                  </a:lnTo>
                  <a:lnTo>
                    <a:pt x="437" y="268"/>
                  </a:lnTo>
                  <a:lnTo>
                    <a:pt x="452" y="263"/>
                  </a:lnTo>
                  <a:lnTo>
                    <a:pt x="462" y="257"/>
                  </a:lnTo>
                  <a:lnTo>
                    <a:pt x="460" y="257"/>
                  </a:lnTo>
                  <a:lnTo>
                    <a:pt x="458" y="255"/>
                  </a:lnTo>
                  <a:lnTo>
                    <a:pt x="458" y="255"/>
                  </a:lnTo>
                  <a:lnTo>
                    <a:pt x="456" y="255"/>
                  </a:lnTo>
                  <a:lnTo>
                    <a:pt x="456" y="255"/>
                  </a:lnTo>
                  <a:lnTo>
                    <a:pt x="454" y="253"/>
                  </a:lnTo>
                  <a:lnTo>
                    <a:pt x="454" y="253"/>
                  </a:lnTo>
                  <a:lnTo>
                    <a:pt x="454" y="253"/>
                  </a:lnTo>
                  <a:lnTo>
                    <a:pt x="454" y="251"/>
                  </a:lnTo>
                  <a:lnTo>
                    <a:pt x="454" y="251"/>
                  </a:lnTo>
                  <a:lnTo>
                    <a:pt x="454" y="251"/>
                  </a:lnTo>
                  <a:lnTo>
                    <a:pt x="454" y="251"/>
                  </a:lnTo>
                  <a:lnTo>
                    <a:pt x="452" y="251"/>
                  </a:lnTo>
                  <a:lnTo>
                    <a:pt x="452" y="251"/>
                  </a:lnTo>
                  <a:lnTo>
                    <a:pt x="448" y="249"/>
                  </a:lnTo>
                  <a:lnTo>
                    <a:pt x="446" y="249"/>
                  </a:lnTo>
                  <a:lnTo>
                    <a:pt x="444" y="247"/>
                  </a:lnTo>
                  <a:lnTo>
                    <a:pt x="442" y="246"/>
                  </a:lnTo>
                  <a:lnTo>
                    <a:pt x="441" y="246"/>
                  </a:lnTo>
                  <a:lnTo>
                    <a:pt x="441" y="246"/>
                  </a:lnTo>
                  <a:lnTo>
                    <a:pt x="441" y="242"/>
                  </a:lnTo>
                  <a:lnTo>
                    <a:pt x="441" y="240"/>
                  </a:lnTo>
                  <a:lnTo>
                    <a:pt x="441" y="240"/>
                  </a:lnTo>
                  <a:lnTo>
                    <a:pt x="442" y="240"/>
                  </a:lnTo>
                  <a:lnTo>
                    <a:pt x="442" y="242"/>
                  </a:lnTo>
                  <a:lnTo>
                    <a:pt x="442" y="244"/>
                  </a:lnTo>
                  <a:lnTo>
                    <a:pt x="444" y="246"/>
                  </a:lnTo>
                  <a:lnTo>
                    <a:pt x="444" y="246"/>
                  </a:lnTo>
                  <a:lnTo>
                    <a:pt x="446" y="247"/>
                  </a:lnTo>
                  <a:lnTo>
                    <a:pt x="448" y="247"/>
                  </a:lnTo>
                  <a:lnTo>
                    <a:pt x="452" y="247"/>
                  </a:lnTo>
                  <a:lnTo>
                    <a:pt x="460" y="253"/>
                  </a:lnTo>
                  <a:lnTo>
                    <a:pt x="463" y="255"/>
                  </a:lnTo>
                  <a:lnTo>
                    <a:pt x="465" y="253"/>
                  </a:lnTo>
                  <a:lnTo>
                    <a:pt x="465" y="253"/>
                  </a:lnTo>
                  <a:lnTo>
                    <a:pt x="463" y="253"/>
                  </a:lnTo>
                  <a:lnTo>
                    <a:pt x="463" y="253"/>
                  </a:lnTo>
                  <a:lnTo>
                    <a:pt x="463" y="251"/>
                  </a:lnTo>
                  <a:lnTo>
                    <a:pt x="465" y="249"/>
                  </a:lnTo>
                  <a:lnTo>
                    <a:pt x="469" y="244"/>
                  </a:lnTo>
                  <a:lnTo>
                    <a:pt x="469" y="244"/>
                  </a:lnTo>
                  <a:lnTo>
                    <a:pt x="471" y="242"/>
                  </a:lnTo>
                  <a:lnTo>
                    <a:pt x="473" y="236"/>
                  </a:lnTo>
                  <a:lnTo>
                    <a:pt x="473" y="236"/>
                  </a:lnTo>
                  <a:lnTo>
                    <a:pt x="475" y="234"/>
                  </a:lnTo>
                  <a:lnTo>
                    <a:pt x="477" y="234"/>
                  </a:lnTo>
                  <a:lnTo>
                    <a:pt x="481" y="232"/>
                  </a:lnTo>
                  <a:lnTo>
                    <a:pt x="484" y="230"/>
                  </a:lnTo>
                  <a:lnTo>
                    <a:pt x="494" y="225"/>
                  </a:lnTo>
                  <a:lnTo>
                    <a:pt x="496" y="223"/>
                  </a:lnTo>
                  <a:lnTo>
                    <a:pt x="494" y="225"/>
                  </a:lnTo>
                  <a:lnTo>
                    <a:pt x="492" y="225"/>
                  </a:lnTo>
                  <a:lnTo>
                    <a:pt x="490" y="225"/>
                  </a:lnTo>
                  <a:lnTo>
                    <a:pt x="492" y="223"/>
                  </a:lnTo>
                  <a:lnTo>
                    <a:pt x="494" y="223"/>
                  </a:lnTo>
                  <a:lnTo>
                    <a:pt x="496" y="221"/>
                  </a:lnTo>
                  <a:lnTo>
                    <a:pt x="496" y="221"/>
                  </a:lnTo>
                  <a:lnTo>
                    <a:pt x="498" y="219"/>
                  </a:lnTo>
                  <a:lnTo>
                    <a:pt x="500" y="217"/>
                  </a:lnTo>
                  <a:lnTo>
                    <a:pt x="502" y="213"/>
                  </a:lnTo>
                  <a:lnTo>
                    <a:pt x="500" y="211"/>
                  </a:lnTo>
                  <a:lnTo>
                    <a:pt x="500" y="213"/>
                  </a:lnTo>
                  <a:lnTo>
                    <a:pt x="500" y="213"/>
                  </a:lnTo>
                  <a:lnTo>
                    <a:pt x="500" y="215"/>
                  </a:lnTo>
                  <a:lnTo>
                    <a:pt x="498" y="213"/>
                  </a:lnTo>
                  <a:lnTo>
                    <a:pt x="496" y="215"/>
                  </a:lnTo>
                  <a:lnTo>
                    <a:pt x="496" y="217"/>
                  </a:lnTo>
                  <a:lnTo>
                    <a:pt x="494" y="217"/>
                  </a:lnTo>
                  <a:lnTo>
                    <a:pt x="494" y="211"/>
                  </a:lnTo>
                  <a:lnTo>
                    <a:pt x="494" y="208"/>
                  </a:lnTo>
                  <a:lnTo>
                    <a:pt x="496" y="206"/>
                  </a:lnTo>
                  <a:lnTo>
                    <a:pt x="498" y="204"/>
                  </a:lnTo>
                  <a:lnTo>
                    <a:pt x="511" y="192"/>
                  </a:lnTo>
                  <a:lnTo>
                    <a:pt x="517" y="190"/>
                  </a:lnTo>
                  <a:lnTo>
                    <a:pt x="519" y="189"/>
                  </a:lnTo>
                  <a:lnTo>
                    <a:pt x="522" y="187"/>
                  </a:lnTo>
                  <a:lnTo>
                    <a:pt x="522" y="185"/>
                  </a:lnTo>
                  <a:lnTo>
                    <a:pt x="522" y="187"/>
                  </a:lnTo>
                  <a:lnTo>
                    <a:pt x="521" y="187"/>
                  </a:lnTo>
                  <a:lnTo>
                    <a:pt x="519" y="189"/>
                  </a:lnTo>
                  <a:lnTo>
                    <a:pt x="519" y="187"/>
                  </a:lnTo>
                  <a:lnTo>
                    <a:pt x="519" y="187"/>
                  </a:lnTo>
                  <a:lnTo>
                    <a:pt x="517" y="187"/>
                  </a:lnTo>
                  <a:lnTo>
                    <a:pt x="517" y="187"/>
                  </a:lnTo>
                  <a:lnTo>
                    <a:pt x="517" y="185"/>
                  </a:lnTo>
                  <a:lnTo>
                    <a:pt x="515" y="185"/>
                  </a:lnTo>
                  <a:lnTo>
                    <a:pt x="515" y="185"/>
                  </a:lnTo>
                  <a:lnTo>
                    <a:pt x="513" y="185"/>
                  </a:lnTo>
                  <a:lnTo>
                    <a:pt x="515" y="185"/>
                  </a:lnTo>
                  <a:lnTo>
                    <a:pt x="515" y="183"/>
                  </a:lnTo>
                  <a:lnTo>
                    <a:pt x="517" y="183"/>
                  </a:lnTo>
                  <a:lnTo>
                    <a:pt x="519" y="185"/>
                  </a:lnTo>
                  <a:lnTo>
                    <a:pt x="519" y="183"/>
                  </a:lnTo>
                  <a:lnTo>
                    <a:pt x="519" y="183"/>
                  </a:lnTo>
                  <a:lnTo>
                    <a:pt x="519" y="183"/>
                  </a:lnTo>
                  <a:lnTo>
                    <a:pt x="519" y="181"/>
                  </a:lnTo>
                  <a:lnTo>
                    <a:pt x="519" y="179"/>
                  </a:lnTo>
                  <a:lnTo>
                    <a:pt x="517" y="179"/>
                  </a:lnTo>
                  <a:lnTo>
                    <a:pt x="515" y="179"/>
                  </a:lnTo>
                  <a:lnTo>
                    <a:pt x="511" y="179"/>
                  </a:lnTo>
                  <a:lnTo>
                    <a:pt x="509" y="179"/>
                  </a:lnTo>
                  <a:lnTo>
                    <a:pt x="507" y="177"/>
                  </a:lnTo>
                  <a:lnTo>
                    <a:pt x="511" y="175"/>
                  </a:lnTo>
                  <a:lnTo>
                    <a:pt x="513" y="175"/>
                  </a:lnTo>
                  <a:lnTo>
                    <a:pt x="515" y="177"/>
                  </a:lnTo>
                  <a:lnTo>
                    <a:pt x="517" y="175"/>
                  </a:lnTo>
                  <a:lnTo>
                    <a:pt x="515" y="170"/>
                  </a:lnTo>
                  <a:lnTo>
                    <a:pt x="505" y="147"/>
                  </a:lnTo>
                  <a:lnTo>
                    <a:pt x="503" y="137"/>
                  </a:lnTo>
                  <a:lnTo>
                    <a:pt x="507" y="130"/>
                  </a:lnTo>
                  <a:lnTo>
                    <a:pt x="511" y="122"/>
                  </a:lnTo>
                  <a:lnTo>
                    <a:pt x="524" y="109"/>
                  </a:lnTo>
                  <a:lnTo>
                    <a:pt x="530" y="105"/>
                  </a:lnTo>
                  <a:lnTo>
                    <a:pt x="538" y="101"/>
                  </a:lnTo>
                  <a:lnTo>
                    <a:pt x="538" y="101"/>
                  </a:lnTo>
                  <a:lnTo>
                    <a:pt x="542" y="101"/>
                  </a:lnTo>
                  <a:lnTo>
                    <a:pt x="542" y="101"/>
                  </a:lnTo>
                  <a:lnTo>
                    <a:pt x="543" y="99"/>
                  </a:lnTo>
                  <a:lnTo>
                    <a:pt x="545" y="101"/>
                  </a:lnTo>
                  <a:lnTo>
                    <a:pt x="551" y="99"/>
                  </a:lnTo>
                  <a:lnTo>
                    <a:pt x="557" y="97"/>
                  </a:lnTo>
                  <a:lnTo>
                    <a:pt x="563" y="95"/>
                  </a:lnTo>
                  <a:lnTo>
                    <a:pt x="563" y="95"/>
                  </a:lnTo>
                  <a:lnTo>
                    <a:pt x="563" y="93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24" name="Freeform 27">
              <a:extLst>
                <a:ext uri="{FF2B5EF4-FFF2-40B4-BE49-F238E27FC236}">
                  <a16:creationId xmlns:a16="http://schemas.microsoft.com/office/drawing/2014/main" id="{B6393A4D-9D6C-3063-9FC4-A9B69933B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463" y="3392488"/>
              <a:ext cx="893763" cy="742950"/>
            </a:xfrm>
            <a:custGeom>
              <a:avLst/>
              <a:gdLst>
                <a:gd name="T0" fmla="*/ 528 w 563"/>
                <a:gd name="T1" fmla="*/ 59 h 468"/>
                <a:gd name="T2" fmla="*/ 509 w 563"/>
                <a:gd name="T3" fmla="*/ 44 h 468"/>
                <a:gd name="T4" fmla="*/ 460 w 563"/>
                <a:gd name="T5" fmla="*/ 21 h 468"/>
                <a:gd name="T6" fmla="*/ 421 w 563"/>
                <a:gd name="T7" fmla="*/ 6 h 468"/>
                <a:gd name="T8" fmla="*/ 423 w 563"/>
                <a:gd name="T9" fmla="*/ 48 h 468"/>
                <a:gd name="T10" fmla="*/ 401 w 563"/>
                <a:gd name="T11" fmla="*/ 48 h 468"/>
                <a:gd name="T12" fmla="*/ 343 w 563"/>
                <a:gd name="T13" fmla="*/ 44 h 468"/>
                <a:gd name="T14" fmla="*/ 334 w 563"/>
                <a:gd name="T15" fmla="*/ 12 h 468"/>
                <a:gd name="T16" fmla="*/ 288 w 563"/>
                <a:gd name="T17" fmla="*/ 19 h 468"/>
                <a:gd name="T18" fmla="*/ 240 w 563"/>
                <a:gd name="T19" fmla="*/ 8 h 468"/>
                <a:gd name="T20" fmla="*/ 200 w 563"/>
                <a:gd name="T21" fmla="*/ 46 h 468"/>
                <a:gd name="T22" fmla="*/ 202 w 563"/>
                <a:gd name="T23" fmla="*/ 67 h 468"/>
                <a:gd name="T24" fmla="*/ 181 w 563"/>
                <a:gd name="T25" fmla="*/ 97 h 468"/>
                <a:gd name="T26" fmla="*/ 176 w 563"/>
                <a:gd name="T27" fmla="*/ 120 h 468"/>
                <a:gd name="T28" fmla="*/ 153 w 563"/>
                <a:gd name="T29" fmla="*/ 141 h 468"/>
                <a:gd name="T30" fmla="*/ 117 w 563"/>
                <a:gd name="T31" fmla="*/ 141 h 468"/>
                <a:gd name="T32" fmla="*/ 96 w 563"/>
                <a:gd name="T33" fmla="*/ 171 h 468"/>
                <a:gd name="T34" fmla="*/ 90 w 563"/>
                <a:gd name="T35" fmla="*/ 192 h 468"/>
                <a:gd name="T36" fmla="*/ 96 w 563"/>
                <a:gd name="T37" fmla="*/ 211 h 468"/>
                <a:gd name="T38" fmla="*/ 111 w 563"/>
                <a:gd name="T39" fmla="*/ 251 h 468"/>
                <a:gd name="T40" fmla="*/ 120 w 563"/>
                <a:gd name="T41" fmla="*/ 265 h 468"/>
                <a:gd name="T42" fmla="*/ 111 w 563"/>
                <a:gd name="T43" fmla="*/ 270 h 468"/>
                <a:gd name="T44" fmla="*/ 77 w 563"/>
                <a:gd name="T45" fmla="*/ 255 h 468"/>
                <a:gd name="T46" fmla="*/ 61 w 563"/>
                <a:gd name="T47" fmla="*/ 251 h 468"/>
                <a:gd name="T48" fmla="*/ 40 w 563"/>
                <a:gd name="T49" fmla="*/ 263 h 468"/>
                <a:gd name="T50" fmla="*/ 61 w 563"/>
                <a:gd name="T51" fmla="*/ 301 h 468"/>
                <a:gd name="T52" fmla="*/ 73 w 563"/>
                <a:gd name="T53" fmla="*/ 320 h 468"/>
                <a:gd name="T54" fmla="*/ 78 w 563"/>
                <a:gd name="T55" fmla="*/ 352 h 468"/>
                <a:gd name="T56" fmla="*/ 67 w 563"/>
                <a:gd name="T57" fmla="*/ 373 h 468"/>
                <a:gd name="T58" fmla="*/ 50 w 563"/>
                <a:gd name="T59" fmla="*/ 388 h 468"/>
                <a:gd name="T60" fmla="*/ 25 w 563"/>
                <a:gd name="T61" fmla="*/ 419 h 468"/>
                <a:gd name="T62" fmla="*/ 12 w 563"/>
                <a:gd name="T63" fmla="*/ 441 h 468"/>
                <a:gd name="T64" fmla="*/ 4 w 563"/>
                <a:gd name="T65" fmla="*/ 460 h 468"/>
                <a:gd name="T66" fmla="*/ 19 w 563"/>
                <a:gd name="T67" fmla="*/ 468 h 468"/>
                <a:gd name="T68" fmla="*/ 77 w 563"/>
                <a:gd name="T69" fmla="*/ 449 h 468"/>
                <a:gd name="T70" fmla="*/ 90 w 563"/>
                <a:gd name="T71" fmla="*/ 434 h 468"/>
                <a:gd name="T72" fmla="*/ 99 w 563"/>
                <a:gd name="T73" fmla="*/ 398 h 468"/>
                <a:gd name="T74" fmla="*/ 113 w 563"/>
                <a:gd name="T75" fmla="*/ 417 h 468"/>
                <a:gd name="T76" fmla="*/ 130 w 563"/>
                <a:gd name="T77" fmla="*/ 413 h 468"/>
                <a:gd name="T78" fmla="*/ 149 w 563"/>
                <a:gd name="T79" fmla="*/ 411 h 468"/>
                <a:gd name="T80" fmla="*/ 151 w 563"/>
                <a:gd name="T81" fmla="*/ 390 h 468"/>
                <a:gd name="T82" fmla="*/ 181 w 563"/>
                <a:gd name="T83" fmla="*/ 367 h 468"/>
                <a:gd name="T84" fmla="*/ 178 w 563"/>
                <a:gd name="T85" fmla="*/ 354 h 468"/>
                <a:gd name="T86" fmla="*/ 193 w 563"/>
                <a:gd name="T87" fmla="*/ 350 h 468"/>
                <a:gd name="T88" fmla="*/ 204 w 563"/>
                <a:gd name="T89" fmla="*/ 339 h 468"/>
                <a:gd name="T90" fmla="*/ 220 w 563"/>
                <a:gd name="T91" fmla="*/ 350 h 468"/>
                <a:gd name="T92" fmla="*/ 248 w 563"/>
                <a:gd name="T93" fmla="*/ 369 h 468"/>
                <a:gd name="T94" fmla="*/ 286 w 563"/>
                <a:gd name="T95" fmla="*/ 356 h 468"/>
                <a:gd name="T96" fmla="*/ 303 w 563"/>
                <a:gd name="T97" fmla="*/ 343 h 468"/>
                <a:gd name="T98" fmla="*/ 357 w 563"/>
                <a:gd name="T99" fmla="*/ 301 h 468"/>
                <a:gd name="T100" fmla="*/ 370 w 563"/>
                <a:gd name="T101" fmla="*/ 291 h 468"/>
                <a:gd name="T102" fmla="*/ 357 w 563"/>
                <a:gd name="T103" fmla="*/ 291 h 468"/>
                <a:gd name="T104" fmla="*/ 347 w 563"/>
                <a:gd name="T105" fmla="*/ 305 h 468"/>
                <a:gd name="T106" fmla="*/ 355 w 563"/>
                <a:gd name="T107" fmla="*/ 280 h 468"/>
                <a:gd name="T108" fmla="*/ 381 w 563"/>
                <a:gd name="T109" fmla="*/ 282 h 468"/>
                <a:gd name="T110" fmla="*/ 393 w 563"/>
                <a:gd name="T111" fmla="*/ 280 h 468"/>
                <a:gd name="T112" fmla="*/ 458 w 563"/>
                <a:gd name="T113" fmla="*/ 255 h 468"/>
                <a:gd name="T114" fmla="*/ 442 w 563"/>
                <a:gd name="T115" fmla="*/ 242 h 468"/>
                <a:gd name="T116" fmla="*/ 484 w 563"/>
                <a:gd name="T117" fmla="*/ 230 h 468"/>
                <a:gd name="T118" fmla="*/ 496 w 563"/>
                <a:gd name="T119" fmla="*/ 206 h 468"/>
                <a:gd name="T120" fmla="*/ 519 w 563"/>
                <a:gd name="T121" fmla="*/ 183 h 468"/>
                <a:gd name="T122" fmla="*/ 542 w 563"/>
                <a:gd name="T123" fmla="*/ 101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63" h="468">
                  <a:moveTo>
                    <a:pt x="563" y="93"/>
                  </a:moveTo>
                  <a:lnTo>
                    <a:pt x="559" y="88"/>
                  </a:lnTo>
                  <a:lnTo>
                    <a:pt x="559" y="88"/>
                  </a:lnTo>
                  <a:lnTo>
                    <a:pt x="559" y="86"/>
                  </a:lnTo>
                  <a:lnTo>
                    <a:pt x="559" y="84"/>
                  </a:lnTo>
                  <a:lnTo>
                    <a:pt x="559" y="82"/>
                  </a:lnTo>
                  <a:lnTo>
                    <a:pt x="559" y="80"/>
                  </a:lnTo>
                  <a:lnTo>
                    <a:pt x="559" y="78"/>
                  </a:lnTo>
                  <a:lnTo>
                    <a:pt x="557" y="78"/>
                  </a:lnTo>
                  <a:lnTo>
                    <a:pt x="545" y="74"/>
                  </a:lnTo>
                  <a:lnTo>
                    <a:pt x="542" y="74"/>
                  </a:lnTo>
                  <a:lnTo>
                    <a:pt x="542" y="73"/>
                  </a:lnTo>
                  <a:lnTo>
                    <a:pt x="540" y="71"/>
                  </a:lnTo>
                  <a:lnTo>
                    <a:pt x="540" y="69"/>
                  </a:lnTo>
                  <a:lnTo>
                    <a:pt x="540" y="67"/>
                  </a:lnTo>
                  <a:lnTo>
                    <a:pt x="540" y="63"/>
                  </a:lnTo>
                  <a:lnTo>
                    <a:pt x="538" y="61"/>
                  </a:lnTo>
                  <a:lnTo>
                    <a:pt x="536" y="61"/>
                  </a:lnTo>
                  <a:lnTo>
                    <a:pt x="534" y="59"/>
                  </a:lnTo>
                  <a:lnTo>
                    <a:pt x="532" y="59"/>
                  </a:lnTo>
                  <a:lnTo>
                    <a:pt x="530" y="59"/>
                  </a:lnTo>
                  <a:lnTo>
                    <a:pt x="530" y="59"/>
                  </a:lnTo>
                  <a:lnTo>
                    <a:pt x="528" y="59"/>
                  </a:lnTo>
                  <a:lnTo>
                    <a:pt x="528" y="61"/>
                  </a:lnTo>
                  <a:lnTo>
                    <a:pt x="528" y="61"/>
                  </a:lnTo>
                  <a:lnTo>
                    <a:pt x="526" y="63"/>
                  </a:lnTo>
                  <a:lnTo>
                    <a:pt x="526" y="63"/>
                  </a:lnTo>
                  <a:lnTo>
                    <a:pt x="526" y="63"/>
                  </a:lnTo>
                  <a:lnTo>
                    <a:pt x="524" y="65"/>
                  </a:lnTo>
                  <a:lnTo>
                    <a:pt x="524" y="65"/>
                  </a:lnTo>
                  <a:lnTo>
                    <a:pt x="524" y="65"/>
                  </a:lnTo>
                  <a:lnTo>
                    <a:pt x="522" y="65"/>
                  </a:lnTo>
                  <a:lnTo>
                    <a:pt x="519" y="63"/>
                  </a:lnTo>
                  <a:lnTo>
                    <a:pt x="519" y="61"/>
                  </a:lnTo>
                  <a:lnTo>
                    <a:pt x="519" y="59"/>
                  </a:lnTo>
                  <a:lnTo>
                    <a:pt x="519" y="55"/>
                  </a:lnTo>
                  <a:lnTo>
                    <a:pt x="519" y="55"/>
                  </a:lnTo>
                  <a:lnTo>
                    <a:pt x="519" y="55"/>
                  </a:lnTo>
                  <a:lnTo>
                    <a:pt x="519" y="53"/>
                  </a:lnTo>
                  <a:lnTo>
                    <a:pt x="519" y="52"/>
                  </a:lnTo>
                  <a:lnTo>
                    <a:pt x="519" y="52"/>
                  </a:lnTo>
                  <a:lnTo>
                    <a:pt x="519" y="50"/>
                  </a:lnTo>
                  <a:lnTo>
                    <a:pt x="519" y="50"/>
                  </a:lnTo>
                  <a:lnTo>
                    <a:pt x="517" y="48"/>
                  </a:lnTo>
                  <a:lnTo>
                    <a:pt x="513" y="46"/>
                  </a:lnTo>
                  <a:lnTo>
                    <a:pt x="509" y="44"/>
                  </a:lnTo>
                  <a:lnTo>
                    <a:pt x="507" y="44"/>
                  </a:lnTo>
                  <a:lnTo>
                    <a:pt x="507" y="44"/>
                  </a:lnTo>
                  <a:lnTo>
                    <a:pt x="505" y="44"/>
                  </a:lnTo>
                  <a:lnTo>
                    <a:pt x="503" y="44"/>
                  </a:lnTo>
                  <a:lnTo>
                    <a:pt x="500" y="40"/>
                  </a:lnTo>
                  <a:lnTo>
                    <a:pt x="498" y="40"/>
                  </a:lnTo>
                  <a:lnTo>
                    <a:pt x="496" y="38"/>
                  </a:lnTo>
                  <a:lnTo>
                    <a:pt x="494" y="38"/>
                  </a:lnTo>
                  <a:lnTo>
                    <a:pt x="492" y="38"/>
                  </a:lnTo>
                  <a:lnTo>
                    <a:pt x="492" y="38"/>
                  </a:lnTo>
                  <a:lnTo>
                    <a:pt x="490" y="34"/>
                  </a:lnTo>
                  <a:lnTo>
                    <a:pt x="486" y="33"/>
                  </a:lnTo>
                  <a:lnTo>
                    <a:pt x="482" y="29"/>
                  </a:lnTo>
                  <a:lnTo>
                    <a:pt x="473" y="23"/>
                  </a:lnTo>
                  <a:lnTo>
                    <a:pt x="473" y="23"/>
                  </a:lnTo>
                  <a:lnTo>
                    <a:pt x="471" y="23"/>
                  </a:lnTo>
                  <a:lnTo>
                    <a:pt x="471" y="23"/>
                  </a:lnTo>
                  <a:lnTo>
                    <a:pt x="467" y="23"/>
                  </a:lnTo>
                  <a:lnTo>
                    <a:pt x="465" y="25"/>
                  </a:lnTo>
                  <a:lnTo>
                    <a:pt x="463" y="25"/>
                  </a:lnTo>
                  <a:lnTo>
                    <a:pt x="462" y="23"/>
                  </a:lnTo>
                  <a:lnTo>
                    <a:pt x="462" y="23"/>
                  </a:lnTo>
                  <a:lnTo>
                    <a:pt x="460" y="21"/>
                  </a:lnTo>
                  <a:lnTo>
                    <a:pt x="458" y="21"/>
                  </a:lnTo>
                  <a:lnTo>
                    <a:pt x="456" y="19"/>
                  </a:lnTo>
                  <a:lnTo>
                    <a:pt x="456" y="17"/>
                  </a:lnTo>
                  <a:lnTo>
                    <a:pt x="454" y="15"/>
                  </a:lnTo>
                  <a:lnTo>
                    <a:pt x="452" y="14"/>
                  </a:lnTo>
                  <a:lnTo>
                    <a:pt x="437" y="6"/>
                  </a:lnTo>
                  <a:lnTo>
                    <a:pt x="433" y="2"/>
                  </a:lnTo>
                  <a:lnTo>
                    <a:pt x="433" y="0"/>
                  </a:lnTo>
                  <a:lnTo>
                    <a:pt x="431" y="0"/>
                  </a:lnTo>
                  <a:lnTo>
                    <a:pt x="431" y="0"/>
                  </a:lnTo>
                  <a:lnTo>
                    <a:pt x="429" y="0"/>
                  </a:lnTo>
                  <a:lnTo>
                    <a:pt x="429" y="2"/>
                  </a:lnTo>
                  <a:lnTo>
                    <a:pt x="427" y="4"/>
                  </a:lnTo>
                  <a:lnTo>
                    <a:pt x="427" y="4"/>
                  </a:lnTo>
                  <a:lnTo>
                    <a:pt x="425" y="4"/>
                  </a:lnTo>
                  <a:lnTo>
                    <a:pt x="425" y="4"/>
                  </a:lnTo>
                  <a:lnTo>
                    <a:pt x="423" y="4"/>
                  </a:lnTo>
                  <a:lnTo>
                    <a:pt x="423" y="6"/>
                  </a:lnTo>
                  <a:lnTo>
                    <a:pt x="421" y="6"/>
                  </a:lnTo>
                  <a:lnTo>
                    <a:pt x="421" y="6"/>
                  </a:lnTo>
                  <a:lnTo>
                    <a:pt x="421" y="6"/>
                  </a:lnTo>
                  <a:lnTo>
                    <a:pt x="421" y="6"/>
                  </a:lnTo>
                  <a:lnTo>
                    <a:pt x="421" y="6"/>
                  </a:lnTo>
                  <a:lnTo>
                    <a:pt x="421" y="8"/>
                  </a:lnTo>
                  <a:lnTo>
                    <a:pt x="421" y="10"/>
                  </a:lnTo>
                  <a:lnTo>
                    <a:pt x="421" y="12"/>
                  </a:lnTo>
                  <a:lnTo>
                    <a:pt x="425" y="14"/>
                  </a:lnTo>
                  <a:lnTo>
                    <a:pt x="425" y="15"/>
                  </a:lnTo>
                  <a:lnTo>
                    <a:pt x="425" y="17"/>
                  </a:lnTo>
                  <a:lnTo>
                    <a:pt x="425" y="23"/>
                  </a:lnTo>
                  <a:lnTo>
                    <a:pt x="425" y="25"/>
                  </a:lnTo>
                  <a:lnTo>
                    <a:pt x="425" y="27"/>
                  </a:lnTo>
                  <a:lnTo>
                    <a:pt x="423" y="29"/>
                  </a:lnTo>
                  <a:lnTo>
                    <a:pt x="423" y="31"/>
                  </a:lnTo>
                  <a:lnTo>
                    <a:pt x="423" y="33"/>
                  </a:lnTo>
                  <a:lnTo>
                    <a:pt x="423" y="33"/>
                  </a:lnTo>
                  <a:lnTo>
                    <a:pt x="425" y="36"/>
                  </a:lnTo>
                  <a:lnTo>
                    <a:pt x="425" y="38"/>
                  </a:lnTo>
                  <a:lnTo>
                    <a:pt x="425" y="38"/>
                  </a:lnTo>
                  <a:lnTo>
                    <a:pt x="425" y="42"/>
                  </a:lnTo>
                  <a:lnTo>
                    <a:pt x="423" y="42"/>
                  </a:lnTo>
                  <a:lnTo>
                    <a:pt x="423" y="44"/>
                  </a:lnTo>
                  <a:lnTo>
                    <a:pt x="425" y="46"/>
                  </a:lnTo>
                  <a:lnTo>
                    <a:pt x="425" y="46"/>
                  </a:lnTo>
                  <a:lnTo>
                    <a:pt x="423" y="46"/>
                  </a:lnTo>
                  <a:lnTo>
                    <a:pt x="423" y="48"/>
                  </a:lnTo>
                  <a:lnTo>
                    <a:pt x="420" y="53"/>
                  </a:lnTo>
                  <a:lnTo>
                    <a:pt x="418" y="55"/>
                  </a:lnTo>
                  <a:lnTo>
                    <a:pt x="416" y="57"/>
                  </a:lnTo>
                  <a:lnTo>
                    <a:pt x="412" y="57"/>
                  </a:lnTo>
                  <a:lnTo>
                    <a:pt x="406" y="55"/>
                  </a:lnTo>
                  <a:lnTo>
                    <a:pt x="406" y="53"/>
                  </a:lnTo>
                  <a:lnTo>
                    <a:pt x="406" y="52"/>
                  </a:lnTo>
                  <a:lnTo>
                    <a:pt x="406" y="52"/>
                  </a:lnTo>
                  <a:lnTo>
                    <a:pt x="406" y="50"/>
                  </a:lnTo>
                  <a:lnTo>
                    <a:pt x="406" y="50"/>
                  </a:lnTo>
                  <a:lnTo>
                    <a:pt x="406" y="48"/>
                  </a:lnTo>
                  <a:lnTo>
                    <a:pt x="408" y="46"/>
                  </a:lnTo>
                  <a:lnTo>
                    <a:pt x="408" y="46"/>
                  </a:lnTo>
                  <a:lnTo>
                    <a:pt x="408" y="44"/>
                  </a:lnTo>
                  <a:lnTo>
                    <a:pt x="408" y="44"/>
                  </a:lnTo>
                  <a:lnTo>
                    <a:pt x="408" y="44"/>
                  </a:lnTo>
                  <a:lnTo>
                    <a:pt x="406" y="44"/>
                  </a:lnTo>
                  <a:lnTo>
                    <a:pt x="404" y="44"/>
                  </a:lnTo>
                  <a:lnTo>
                    <a:pt x="404" y="46"/>
                  </a:lnTo>
                  <a:lnTo>
                    <a:pt x="402" y="46"/>
                  </a:lnTo>
                  <a:lnTo>
                    <a:pt x="402" y="46"/>
                  </a:lnTo>
                  <a:lnTo>
                    <a:pt x="401" y="48"/>
                  </a:lnTo>
                  <a:lnTo>
                    <a:pt x="401" y="48"/>
                  </a:lnTo>
                  <a:lnTo>
                    <a:pt x="399" y="48"/>
                  </a:lnTo>
                  <a:lnTo>
                    <a:pt x="397" y="48"/>
                  </a:lnTo>
                  <a:lnTo>
                    <a:pt x="395" y="48"/>
                  </a:lnTo>
                  <a:lnTo>
                    <a:pt x="391" y="48"/>
                  </a:lnTo>
                  <a:lnTo>
                    <a:pt x="385" y="46"/>
                  </a:lnTo>
                  <a:lnTo>
                    <a:pt x="378" y="40"/>
                  </a:lnTo>
                  <a:lnTo>
                    <a:pt x="376" y="40"/>
                  </a:lnTo>
                  <a:lnTo>
                    <a:pt x="374" y="40"/>
                  </a:lnTo>
                  <a:lnTo>
                    <a:pt x="374" y="40"/>
                  </a:lnTo>
                  <a:lnTo>
                    <a:pt x="372" y="40"/>
                  </a:lnTo>
                  <a:lnTo>
                    <a:pt x="372" y="40"/>
                  </a:lnTo>
                  <a:lnTo>
                    <a:pt x="370" y="42"/>
                  </a:lnTo>
                  <a:lnTo>
                    <a:pt x="366" y="42"/>
                  </a:lnTo>
                  <a:lnTo>
                    <a:pt x="364" y="44"/>
                  </a:lnTo>
                  <a:lnTo>
                    <a:pt x="361" y="48"/>
                  </a:lnTo>
                  <a:lnTo>
                    <a:pt x="357" y="53"/>
                  </a:lnTo>
                  <a:lnTo>
                    <a:pt x="355" y="53"/>
                  </a:lnTo>
                  <a:lnTo>
                    <a:pt x="355" y="53"/>
                  </a:lnTo>
                  <a:lnTo>
                    <a:pt x="355" y="53"/>
                  </a:lnTo>
                  <a:lnTo>
                    <a:pt x="353" y="52"/>
                  </a:lnTo>
                  <a:lnTo>
                    <a:pt x="351" y="50"/>
                  </a:lnTo>
                  <a:lnTo>
                    <a:pt x="345" y="46"/>
                  </a:lnTo>
                  <a:lnTo>
                    <a:pt x="343" y="44"/>
                  </a:lnTo>
                  <a:lnTo>
                    <a:pt x="341" y="44"/>
                  </a:lnTo>
                  <a:lnTo>
                    <a:pt x="340" y="44"/>
                  </a:lnTo>
                  <a:lnTo>
                    <a:pt x="340" y="44"/>
                  </a:lnTo>
                  <a:lnTo>
                    <a:pt x="338" y="44"/>
                  </a:lnTo>
                  <a:lnTo>
                    <a:pt x="334" y="46"/>
                  </a:lnTo>
                  <a:lnTo>
                    <a:pt x="334" y="46"/>
                  </a:lnTo>
                  <a:lnTo>
                    <a:pt x="334" y="46"/>
                  </a:lnTo>
                  <a:lnTo>
                    <a:pt x="334" y="44"/>
                  </a:lnTo>
                  <a:lnTo>
                    <a:pt x="334" y="44"/>
                  </a:lnTo>
                  <a:lnTo>
                    <a:pt x="334" y="42"/>
                  </a:lnTo>
                  <a:lnTo>
                    <a:pt x="336" y="40"/>
                  </a:lnTo>
                  <a:lnTo>
                    <a:pt x="338" y="34"/>
                  </a:lnTo>
                  <a:lnTo>
                    <a:pt x="343" y="29"/>
                  </a:lnTo>
                  <a:lnTo>
                    <a:pt x="343" y="27"/>
                  </a:lnTo>
                  <a:lnTo>
                    <a:pt x="343" y="25"/>
                  </a:lnTo>
                  <a:lnTo>
                    <a:pt x="343" y="23"/>
                  </a:lnTo>
                  <a:lnTo>
                    <a:pt x="343" y="21"/>
                  </a:lnTo>
                  <a:lnTo>
                    <a:pt x="343" y="17"/>
                  </a:lnTo>
                  <a:lnTo>
                    <a:pt x="343" y="12"/>
                  </a:lnTo>
                  <a:lnTo>
                    <a:pt x="340" y="6"/>
                  </a:lnTo>
                  <a:lnTo>
                    <a:pt x="338" y="8"/>
                  </a:lnTo>
                  <a:lnTo>
                    <a:pt x="334" y="12"/>
                  </a:lnTo>
                  <a:lnTo>
                    <a:pt x="334" y="12"/>
                  </a:lnTo>
                  <a:lnTo>
                    <a:pt x="330" y="12"/>
                  </a:lnTo>
                  <a:lnTo>
                    <a:pt x="330" y="12"/>
                  </a:lnTo>
                  <a:lnTo>
                    <a:pt x="328" y="12"/>
                  </a:lnTo>
                  <a:lnTo>
                    <a:pt x="328" y="14"/>
                  </a:lnTo>
                  <a:lnTo>
                    <a:pt x="326" y="14"/>
                  </a:lnTo>
                  <a:lnTo>
                    <a:pt x="326" y="14"/>
                  </a:lnTo>
                  <a:lnTo>
                    <a:pt x="322" y="14"/>
                  </a:lnTo>
                  <a:lnTo>
                    <a:pt x="317" y="12"/>
                  </a:lnTo>
                  <a:lnTo>
                    <a:pt x="317" y="12"/>
                  </a:lnTo>
                  <a:lnTo>
                    <a:pt x="315" y="12"/>
                  </a:lnTo>
                  <a:lnTo>
                    <a:pt x="313" y="12"/>
                  </a:lnTo>
                  <a:lnTo>
                    <a:pt x="313" y="12"/>
                  </a:lnTo>
                  <a:lnTo>
                    <a:pt x="313" y="14"/>
                  </a:lnTo>
                  <a:lnTo>
                    <a:pt x="311" y="14"/>
                  </a:lnTo>
                  <a:lnTo>
                    <a:pt x="309" y="14"/>
                  </a:lnTo>
                  <a:lnTo>
                    <a:pt x="292" y="14"/>
                  </a:lnTo>
                  <a:lnTo>
                    <a:pt x="290" y="14"/>
                  </a:lnTo>
                  <a:lnTo>
                    <a:pt x="288" y="15"/>
                  </a:lnTo>
                  <a:lnTo>
                    <a:pt x="288" y="15"/>
                  </a:lnTo>
                  <a:lnTo>
                    <a:pt x="288" y="15"/>
                  </a:lnTo>
                  <a:lnTo>
                    <a:pt x="288" y="17"/>
                  </a:lnTo>
                  <a:lnTo>
                    <a:pt x="288" y="17"/>
                  </a:lnTo>
                  <a:lnTo>
                    <a:pt x="288" y="19"/>
                  </a:lnTo>
                  <a:lnTo>
                    <a:pt x="288" y="19"/>
                  </a:lnTo>
                  <a:lnTo>
                    <a:pt x="288" y="19"/>
                  </a:lnTo>
                  <a:lnTo>
                    <a:pt x="286" y="19"/>
                  </a:lnTo>
                  <a:lnTo>
                    <a:pt x="280" y="23"/>
                  </a:lnTo>
                  <a:lnTo>
                    <a:pt x="280" y="23"/>
                  </a:lnTo>
                  <a:lnTo>
                    <a:pt x="271" y="23"/>
                  </a:lnTo>
                  <a:lnTo>
                    <a:pt x="269" y="23"/>
                  </a:lnTo>
                  <a:lnTo>
                    <a:pt x="263" y="21"/>
                  </a:lnTo>
                  <a:lnTo>
                    <a:pt x="261" y="21"/>
                  </a:lnTo>
                  <a:lnTo>
                    <a:pt x="260" y="21"/>
                  </a:lnTo>
                  <a:lnTo>
                    <a:pt x="260" y="21"/>
                  </a:lnTo>
                  <a:lnTo>
                    <a:pt x="260" y="19"/>
                  </a:lnTo>
                  <a:lnTo>
                    <a:pt x="256" y="17"/>
                  </a:lnTo>
                  <a:lnTo>
                    <a:pt x="256" y="15"/>
                  </a:lnTo>
                  <a:lnTo>
                    <a:pt x="254" y="15"/>
                  </a:lnTo>
                  <a:lnTo>
                    <a:pt x="254" y="14"/>
                  </a:lnTo>
                  <a:lnTo>
                    <a:pt x="248" y="6"/>
                  </a:lnTo>
                  <a:lnTo>
                    <a:pt x="246" y="4"/>
                  </a:lnTo>
                  <a:lnTo>
                    <a:pt x="242" y="4"/>
                  </a:lnTo>
                  <a:lnTo>
                    <a:pt x="239" y="2"/>
                  </a:lnTo>
                  <a:lnTo>
                    <a:pt x="239" y="4"/>
                  </a:lnTo>
                  <a:lnTo>
                    <a:pt x="239" y="4"/>
                  </a:lnTo>
                  <a:lnTo>
                    <a:pt x="240" y="8"/>
                  </a:lnTo>
                  <a:lnTo>
                    <a:pt x="242" y="10"/>
                  </a:lnTo>
                  <a:lnTo>
                    <a:pt x="242" y="12"/>
                  </a:lnTo>
                  <a:lnTo>
                    <a:pt x="242" y="12"/>
                  </a:lnTo>
                  <a:lnTo>
                    <a:pt x="242" y="14"/>
                  </a:lnTo>
                  <a:lnTo>
                    <a:pt x="242" y="14"/>
                  </a:lnTo>
                  <a:lnTo>
                    <a:pt x="240" y="15"/>
                  </a:lnTo>
                  <a:lnTo>
                    <a:pt x="240" y="15"/>
                  </a:lnTo>
                  <a:lnTo>
                    <a:pt x="239" y="19"/>
                  </a:lnTo>
                  <a:lnTo>
                    <a:pt x="237" y="19"/>
                  </a:lnTo>
                  <a:lnTo>
                    <a:pt x="237" y="19"/>
                  </a:lnTo>
                  <a:lnTo>
                    <a:pt x="235" y="19"/>
                  </a:lnTo>
                  <a:lnTo>
                    <a:pt x="231" y="21"/>
                  </a:lnTo>
                  <a:lnTo>
                    <a:pt x="227" y="21"/>
                  </a:lnTo>
                  <a:lnTo>
                    <a:pt x="225" y="23"/>
                  </a:lnTo>
                  <a:lnTo>
                    <a:pt x="218" y="31"/>
                  </a:lnTo>
                  <a:lnTo>
                    <a:pt x="216" y="31"/>
                  </a:lnTo>
                  <a:lnTo>
                    <a:pt x="212" y="33"/>
                  </a:lnTo>
                  <a:lnTo>
                    <a:pt x="208" y="34"/>
                  </a:lnTo>
                  <a:lnTo>
                    <a:pt x="208" y="34"/>
                  </a:lnTo>
                  <a:lnTo>
                    <a:pt x="206" y="36"/>
                  </a:lnTo>
                  <a:lnTo>
                    <a:pt x="200" y="44"/>
                  </a:lnTo>
                  <a:lnTo>
                    <a:pt x="200" y="44"/>
                  </a:lnTo>
                  <a:lnTo>
                    <a:pt x="200" y="46"/>
                  </a:lnTo>
                  <a:lnTo>
                    <a:pt x="200" y="46"/>
                  </a:lnTo>
                  <a:lnTo>
                    <a:pt x="202" y="48"/>
                  </a:lnTo>
                  <a:lnTo>
                    <a:pt x="202" y="48"/>
                  </a:lnTo>
                  <a:lnTo>
                    <a:pt x="202" y="48"/>
                  </a:lnTo>
                  <a:lnTo>
                    <a:pt x="202" y="50"/>
                  </a:lnTo>
                  <a:lnTo>
                    <a:pt x="202" y="50"/>
                  </a:lnTo>
                  <a:lnTo>
                    <a:pt x="202" y="52"/>
                  </a:lnTo>
                  <a:lnTo>
                    <a:pt x="200" y="52"/>
                  </a:lnTo>
                  <a:lnTo>
                    <a:pt x="200" y="52"/>
                  </a:lnTo>
                  <a:lnTo>
                    <a:pt x="199" y="53"/>
                  </a:lnTo>
                  <a:lnTo>
                    <a:pt x="199" y="53"/>
                  </a:lnTo>
                  <a:lnTo>
                    <a:pt x="199" y="53"/>
                  </a:lnTo>
                  <a:lnTo>
                    <a:pt x="197" y="57"/>
                  </a:lnTo>
                  <a:lnTo>
                    <a:pt x="197" y="59"/>
                  </a:lnTo>
                  <a:lnTo>
                    <a:pt x="197" y="59"/>
                  </a:lnTo>
                  <a:lnTo>
                    <a:pt x="199" y="61"/>
                  </a:lnTo>
                  <a:lnTo>
                    <a:pt x="199" y="61"/>
                  </a:lnTo>
                  <a:lnTo>
                    <a:pt x="200" y="63"/>
                  </a:lnTo>
                  <a:lnTo>
                    <a:pt x="202" y="63"/>
                  </a:lnTo>
                  <a:lnTo>
                    <a:pt x="202" y="63"/>
                  </a:lnTo>
                  <a:lnTo>
                    <a:pt x="202" y="65"/>
                  </a:lnTo>
                  <a:lnTo>
                    <a:pt x="202" y="65"/>
                  </a:lnTo>
                  <a:lnTo>
                    <a:pt x="202" y="67"/>
                  </a:lnTo>
                  <a:lnTo>
                    <a:pt x="202" y="69"/>
                  </a:lnTo>
                  <a:lnTo>
                    <a:pt x="202" y="69"/>
                  </a:lnTo>
                  <a:lnTo>
                    <a:pt x="202" y="71"/>
                  </a:lnTo>
                  <a:lnTo>
                    <a:pt x="200" y="73"/>
                  </a:lnTo>
                  <a:lnTo>
                    <a:pt x="200" y="73"/>
                  </a:lnTo>
                  <a:lnTo>
                    <a:pt x="200" y="73"/>
                  </a:lnTo>
                  <a:lnTo>
                    <a:pt x="199" y="73"/>
                  </a:lnTo>
                  <a:lnTo>
                    <a:pt x="199" y="73"/>
                  </a:lnTo>
                  <a:lnTo>
                    <a:pt x="199" y="73"/>
                  </a:lnTo>
                  <a:lnTo>
                    <a:pt x="199" y="74"/>
                  </a:lnTo>
                  <a:lnTo>
                    <a:pt x="197" y="76"/>
                  </a:lnTo>
                  <a:lnTo>
                    <a:pt x="197" y="76"/>
                  </a:lnTo>
                  <a:lnTo>
                    <a:pt x="197" y="76"/>
                  </a:lnTo>
                  <a:lnTo>
                    <a:pt x="197" y="76"/>
                  </a:lnTo>
                  <a:lnTo>
                    <a:pt x="195" y="74"/>
                  </a:lnTo>
                  <a:lnTo>
                    <a:pt x="195" y="74"/>
                  </a:lnTo>
                  <a:lnTo>
                    <a:pt x="193" y="74"/>
                  </a:lnTo>
                  <a:lnTo>
                    <a:pt x="193" y="76"/>
                  </a:lnTo>
                  <a:lnTo>
                    <a:pt x="193" y="76"/>
                  </a:lnTo>
                  <a:lnTo>
                    <a:pt x="193" y="80"/>
                  </a:lnTo>
                  <a:lnTo>
                    <a:pt x="193" y="82"/>
                  </a:lnTo>
                  <a:lnTo>
                    <a:pt x="191" y="84"/>
                  </a:lnTo>
                  <a:lnTo>
                    <a:pt x="181" y="97"/>
                  </a:lnTo>
                  <a:lnTo>
                    <a:pt x="181" y="99"/>
                  </a:lnTo>
                  <a:lnTo>
                    <a:pt x="181" y="101"/>
                  </a:lnTo>
                  <a:lnTo>
                    <a:pt x="181" y="103"/>
                  </a:lnTo>
                  <a:lnTo>
                    <a:pt x="179" y="105"/>
                  </a:lnTo>
                  <a:lnTo>
                    <a:pt x="179" y="107"/>
                  </a:lnTo>
                  <a:lnTo>
                    <a:pt x="179" y="109"/>
                  </a:lnTo>
                  <a:lnTo>
                    <a:pt x="179" y="111"/>
                  </a:lnTo>
                  <a:lnTo>
                    <a:pt x="181" y="111"/>
                  </a:lnTo>
                  <a:lnTo>
                    <a:pt x="181" y="112"/>
                  </a:lnTo>
                  <a:lnTo>
                    <a:pt x="185" y="114"/>
                  </a:lnTo>
                  <a:lnTo>
                    <a:pt x="185" y="116"/>
                  </a:lnTo>
                  <a:lnTo>
                    <a:pt x="185" y="116"/>
                  </a:lnTo>
                  <a:lnTo>
                    <a:pt x="185" y="118"/>
                  </a:lnTo>
                  <a:lnTo>
                    <a:pt x="185" y="120"/>
                  </a:lnTo>
                  <a:lnTo>
                    <a:pt x="185" y="120"/>
                  </a:lnTo>
                  <a:lnTo>
                    <a:pt x="185" y="122"/>
                  </a:lnTo>
                  <a:lnTo>
                    <a:pt x="183" y="122"/>
                  </a:lnTo>
                  <a:lnTo>
                    <a:pt x="183" y="122"/>
                  </a:lnTo>
                  <a:lnTo>
                    <a:pt x="183" y="122"/>
                  </a:lnTo>
                  <a:lnTo>
                    <a:pt x="181" y="122"/>
                  </a:lnTo>
                  <a:lnTo>
                    <a:pt x="178" y="120"/>
                  </a:lnTo>
                  <a:lnTo>
                    <a:pt x="176" y="120"/>
                  </a:lnTo>
                  <a:lnTo>
                    <a:pt x="176" y="120"/>
                  </a:lnTo>
                  <a:lnTo>
                    <a:pt x="176" y="120"/>
                  </a:lnTo>
                  <a:lnTo>
                    <a:pt x="174" y="122"/>
                  </a:lnTo>
                  <a:lnTo>
                    <a:pt x="174" y="122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6"/>
                  </a:lnTo>
                  <a:lnTo>
                    <a:pt x="174" y="126"/>
                  </a:lnTo>
                  <a:lnTo>
                    <a:pt x="174" y="126"/>
                  </a:lnTo>
                  <a:lnTo>
                    <a:pt x="172" y="130"/>
                  </a:lnTo>
                  <a:lnTo>
                    <a:pt x="170" y="130"/>
                  </a:lnTo>
                  <a:lnTo>
                    <a:pt x="168" y="137"/>
                  </a:lnTo>
                  <a:lnTo>
                    <a:pt x="166" y="139"/>
                  </a:lnTo>
                  <a:lnTo>
                    <a:pt x="166" y="141"/>
                  </a:lnTo>
                  <a:lnTo>
                    <a:pt x="164" y="143"/>
                  </a:lnTo>
                  <a:lnTo>
                    <a:pt x="162" y="143"/>
                  </a:lnTo>
                  <a:lnTo>
                    <a:pt x="162" y="143"/>
                  </a:lnTo>
                  <a:lnTo>
                    <a:pt x="157" y="143"/>
                  </a:lnTo>
                  <a:lnTo>
                    <a:pt x="157" y="143"/>
                  </a:lnTo>
                  <a:lnTo>
                    <a:pt x="155" y="143"/>
                  </a:lnTo>
                  <a:lnTo>
                    <a:pt x="155" y="141"/>
                  </a:lnTo>
                  <a:lnTo>
                    <a:pt x="153" y="141"/>
                  </a:lnTo>
                  <a:lnTo>
                    <a:pt x="153" y="141"/>
                  </a:lnTo>
                  <a:lnTo>
                    <a:pt x="151" y="141"/>
                  </a:lnTo>
                  <a:lnTo>
                    <a:pt x="151" y="141"/>
                  </a:lnTo>
                  <a:lnTo>
                    <a:pt x="149" y="139"/>
                  </a:lnTo>
                  <a:lnTo>
                    <a:pt x="149" y="139"/>
                  </a:lnTo>
                  <a:lnTo>
                    <a:pt x="149" y="139"/>
                  </a:lnTo>
                  <a:lnTo>
                    <a:pt x="147" y="137"/>
                  </a:lnTo>
                  <a:lnTo>
                    <a:pt x="147" y="137"/>
                  </a:lnTo>
                  <a:lnTo>
                    <a:pt x="138" y="139"/>
                  </a:lnTo>
                  <a:lnTo>
                    <a:pt x="136" y="139"/>
                  </a:lnTo>
                  <a:lnTo>
                    <a:pt x="134" y="139"/>
                  </a:lnTo>
                  <a:lnTo>
                    <a:pt x="132" y="139"/>
                  </a:lnTo>
                  <a:lnTo>
                    <a:pt x="132" y="141"/>
                  </a:lnTo>
                  <a:lnTo>
                    <a:pt x="130" y="141"/>
                  </a:lnTo>
                  <a:lnTo>
                    <a:pt x="130" y="141"/>
                  </a:lnTo>
                  <a:lnTo>
                    <a:pt x="130" y="141"/>
                  </a:lnTo>
                  <a:lnTo>
                    <a:pt x="128" y="139"/>
                  </a:lnTo>
                  <a:lnTo>
                    <a:pt x="128" y="139"/>
                  </a:lnTo>
                  <a:lnTo>
                    <a:pt x="126" y="139"/>
                  </a:lnTo>
                  <a:lnTo>
                    <a:pt x="119" y="139"/>
                  </a:lnTo>
                  <a:lnTo>
                    <a:pt x="119" y="141"/>
                  </a:lnTo>
                  <a:lnTo>
                    <a:pt x="117" y="141"/>
                  </a:lnTo>
                  <a:lnTo>
                    <a:pt x="117" y="141"/>
                  </a:lnTo>
                  <a:lnTo>
                    <a:pt x="117" y="141"/>
                  </a:lnTo>
                  <a:lnTo>
                    <a:pt x="117" y="141"/>
                  </a:lnTo>
                  <a:lnTo>
                    <a:pt x="117" y="143"/>
                  </a:lnTo>
                  <a:lnTo>
                    <a:pt x="117" y="145"/>
                  </a:lnTo>
                  <a:lnTo>
                    <a:pt x="115" y="147"/>
                  </a:lnTo>
                  <a:lnTo>
                    <a:pt x="113" y="152"/>
                  </a:lnTo>
                  <a:lnTo>
                    <a:pt x="109" y="160"/>
                  </a:lnTo>
                  <a:lnTo>
                    <a:pt x="109" y="162"/>
                  </a:lnTo>
                  <a:lnTo>
                    <a:pt x="107" y="162"/>
                  </a:lnTo>
                  <a:lnTo>
                    <a:pt x="107" y="162"/>
                  </a:lnTo>
                  <a:lnTo>
                    <a:pt x="105" y="162"/>
                  </a:lnTo>
                  <a:lnTo>
                    <a:pt x="105" y="162"/>
                  </a:lnTo>
                  <a:lnTo>
                    <a:pt x="103" y="164"/>
                  </a:lnTo>
                  <a:lnTo>
                    <a:pt x="103" y="166"/>
                  </a:lnTo>
                  <a:lnTo>
                    <a:pt x="101" y="168"/>
                  </a:lnTo>
                  <a:lnTo>
                    <a:pt x="99" y="170"/>
                  </a:lnTo>
                  <a:lnTo>
                    <a:pt x="99" y="170"/>
                  </a:lnTo>
                  <a:lnTo>
                    <a:pt x="98" y="171"/>
                  </a:lnTo>
                  <a:lnTo>
                    <a:pt x="96" y="171"/>
                  </a:lnTo>
                  <a:lnTo>
                    <a:pt x="96" y="171"/>
                  </a:lnTo>
                  <a:lnTo>
                    <a:pt x="96" y="171"/>
                  </a:lnTo>
                  <a:lnTo>
                    <a:pt x="96" y="171"/>
                  </a:lnTo>
                  <a:lnTo>
                    <a:pt x="96" y="171"/>
                  </a:lnTo>
                  <a:lnTo>
                    <a:pt x="96" y="170"/>
                  </a:lnTo>
                  <a:lnTo>
                    <a:pt x="96" y="170"/>
                  </a:lnTo>
                  <a:lnTo>
                    <a:pt x="96" y="168"/>
                  </a:lnTo>
                  <a:lnTo>
                    <a:pt x="96" y="168"/>
                  </a:lnTo>
                  <a:lnTo>
                    <a:pt x="94" y="168"/>
                  </a:lnTo>
                  <a:lnTo>
                    <a:pt x="94" y="168"/>
                  </a:lnTo>
                  <a:lnTo>
                    <a:pt x="92" y="168"/>
                  </a:lnTo>
                  <a:lnTo>
                    <a:pt x="90" y="168"/>
                  </a:lnTo>
                  <a:lnTo>
                    <a:pt x="90" y="168"/>
                  </a:lnTo>
                  <a:lnTo>
                    <a:pt x="90" y="168"/>
                  </a:lnTo>
                  <a:lnTo>
                    <a:pt x="90" y="168"/>
                  </a:lnTo>
                  <a:lnTo>
                    <a:pt x="90" y="168"/>
                  </a:lnTo>
                  <a:lnTo>
                    <a:pt x="90" y="170"/>
                  </a:lnTo>
                  <a:lnTo>
                    <a:pt x="90" y="181"/>
                  </a:lnTo>
                  <a:lnTo>
                    <a:pt x="90" y="181"/>
                  </a:lnTo>
                  <a:lnTo>
                    <a:pt x="90" y="183"/>
                  </a:lnTo>
                  <a:lnTo>
                    <a:pt x="90" y="185"/>
                  </a:lnTo>
                  <a:lnTo>
                    <a:pt x="92" y="185"/>
                  </a:lnTo>
                  <a:lnTo>
                    <a:pt x="92" y="187"/>
                  </a:lnTo>
                  <a:lnTo>
                    <a:pt x="92" y="189"/>
                  </a:lnTo>
                  <a:lnTo>
                    <a:pt x="92" y="189"/>
                  </a:lnTo>
                  <a:lnTo>
                    <a:pt x="92" y="190"/>
                  </a:lnTo>
                  <a:lnTo>
                    <a:pt x="90" y="192"/>
                  </a:lnTo>
                  <a:lnTo>
                    <a:pt x="88" y="198"/>
                  </a:lnTo>
                  <a:lnTo>
                    <a:pt x="88" y="200"/>
                  </a:lnTo>
                  <a:lnTo>
                    <a:pt x="90" y="202"/>
                  </a:lnTo>
                  <a:lnTo>
                    <a:pt x="90" y="204"/>
                  </a:lnTo>
                  <a:lnTo>
                    <a:pt x="90" y="204"/>
                  </a:lnTo>
                  <a:lnTo>
                    <a:pt x="90" y="204"/>
                  </a:lnTo>
                  <a:lnTo>
                    <a:pt x="92" y="204"/>
                  </a:lnTo>
                  <a:lnTo>
                    <a:pt x="92" y="204"/>
                  </a:lnTo>
                  <a:lnTo>
                    <a:pt x="92" y="204"/>
                  </a:lnTo>
                  <a:lnTo>
                    <a:pt x="92" y="204"/>
                  </a:lnTo>
                  <a:lnTo>
                    <a:pt x="92" y="204"/>
                  </a:lnTo>
                  <a:lnTo>
                    <a:pt x="92" y="204"/>
                  </a:lnTo>
                  <a:lnTo>
                    <a:pt x="92" y="204"/>
                  </a:lnTo>
                  <a:lnTo>
                    <a:pt x="94" y="206"/>
                  </a:lnTo>
                  <a:lnTo>
                    <a:pt x="94" y="208"/>
                  </a:lnTo>
                  <a:lnTo>
                    <a:pt x="94" y="209"/>
                  </a:lnTo>
                  <a:lnTo>
                    <a:pt x="94" y="209"/>
                  </a:lnTo>
                  <a:lnTo>
                    <a:pt x="94" y="209"/>
                  </a:lnTo>
                  <a:lnTo>
                    <a:pt x="96" y="209"/>
                  </a:lnTo>
                  <a:lnTo>
                    <a:pt x="96" y="208"/>
                  </a:lnTo>
                  <a:lnTo>
                    <a:pt x="96" y="208"/>
                  </a:lnTo>
                  <a:lnTo>
                    <a:pt x="96" y="209"/>
                  </a:lnTo>
                  <a:lnTo>
                    <a:pt x="96" y="211"/>
                  </a:lnTo>
                  <a:lnTo>
                    <a:pt x="96" y="219"/>
                  </a:lnTo>
                  <a:lnTo>
                    <a:pt x="96" y="221"/>
                  </a:lnTo>
                  <a:lnTo>
                    <a:pt x="96" y="223"/>
                  </a:lnTo>
                  <a:lnTo>
                    <a:pt x="96" y="223"/>
                  </a:lnTo>
                  <a:lnTo>
                    <a:pt x="96" y="223"/>
                  </a:lnTo>
                  <a:lnTo>
                    <a:pt x="98" y="225"/>
                  </a:lnTo>
                  <a:lnTo>
                    <a:pt x="98" y="230"/>
                  </a:lnTo>
                  <a:lnTo>
                    <a:pt x="98" y="234"/>
                  </a:lnTo>
                  <a:lnTo>
                    <a:pt x="98" y="236"/>
                  </a:lnTo>
                  <a:lnTo>
                    <a:pt x="98" y="238"/>
                  </a:lnTo>
                  <a:lnTo>
                    <a:pt x="96" y="244"/>
                  </a:lnTo>
                  <a:lnTo>
                    <a:pt x="96" y="246"/>
                  </a:lnTo>
                  <a:lnTo>
                    <a:pt x="96" y="247"/>
                  </a:lnTo>
                  <a:lnTo>
                    <a:pt x="99" y="249"/>
                  </a:lnTo>
                  <a:lnTo>
                    <a:pt x="101" y="249"/>
                  </a:lnTo>
                  <a:lnTo>
                    <a:pt x="103" y="251"/>
                  </a:lnTo>
                  <a:lnTo>
                    <a:pt x="103" y="251"/>
                  </a:lnTo>
                  <a:lnTo>
                    <a:pt x="103" y="251"/>
                  </a:lnTo>
                  <a:lnTo>
                    <a:pt x="105" y="251"/>
                  </a:lnTo>
                  <a:lnTo>
                    <a:pt x="109" y="251"/>
                  </a:lnTo>
                  <a:lnTo>
                    <a:pt x="109" y="251"/>
                  </a:lnTo>
                  <a:lnTo>
                    <a:pt x="109" y="251"/>
                  </a:lnTo>
                  <a:lnTo>
                    <a:pt x="111" y="251"/>
                  </a:lnTo>
                  <a:lnTo>
                    <a:pt x="111" y="251"/>
                  </a:lnTo>
                  <a:lnTo>
                    <a:pt x="113" y="253"/>
                  </a:lnTo>
                  <a:lnTo>
                    <a:pt x="113" y="253"/>
                  </a:lnTo>
                  <a:lnTo>
                    <a:pt x="113" y="255"/>
                  </a:lnTo>
                  <a:lnTo>
                    <a:pt x="113" y="255"/>
                  </a:lnTo>
                  <a:lnTo>
                    <a:pt x="115" y="255"/>
                  </a:lnTo>
                  <a:lnTo>
                    <a:pt x="115" y="255"/>
                  </a:lnTo>
                  <a:lnTo>
                    <a:pt x="115" y="255"/>
                  </a:lnTo>
                  <a:lnTo>
                    <a:pt x="117" y="253"/>
                  </a:lnTo>
                  <a:lnTo>
                    <a:pt x="117" y="253"/>
                  </a:lnTo>
                  <a:lnTo>
                    <a:pt x="117" y="253"/>
                  </a:lnTo>
                  <a:lnTo>
                    <a:pt x="117" y="253"/>
                  </a:lnTo>
                  <a:lnTo>
                    <a:pt x="119" y="253"/>
                  </a:lnTo>
                  <a:lnTo>
                    <a:pt x="119" y="253"/>
                  </a:lnTo>
                  <a:lnTo>
                    <a:pt x="120" y="253"/>
                  </a:lnTo>
                  <a:lnTo>
                    <a:pt x="122" y="253"/>
                  </a:lnTo>
                  <a:lnTo>
                    <a:pt x="122" y="253"/>
                  </a:lnTo>
                  <a:lnTo>
                    <a:pt x="122" y="253"/>
                  </a:lnTo>
                  <a:lnTo>
                    <a:pt x="122" y="255"/>
                  </a:lnTo>
                  <a:lnTo>
                    <a:pt x="122" y="257"/>
                  </a:lnTo>
                  <a:lnTo>
                    <a:pt x="122" y="257"/>
                  </a:lnTo>
                  <a:lnTo>
                    <a:pt x="120" y="263"/>
                  </a:lnTo>
                  <a:lnTo>
                    <a:pt x="120" y="265"/>
                  </a:lnTo>
                  <a:lnTo>
                    <a:pt x="120" y="265"/>
                  </a:lnTo>
                  <a:lnTo>
                    <a:pt x="120" y="265"/>
                  </a:lnTo>
                  <a:lnTo>
                    <a:pt x="120" y="265"/>
                  </a:lnTo>
                  <a:lnTo>
                    <a:pt x="122" y="266"/>
                  </a:lnTo>
                  <a:lnTo>
                    <a:pt x="124" y="268"/>
                  </a:lnTo>
                  <a:lnTo>
                    <a:pt x="124" y="268"/>
                  </a:lnTo>
                  <a:lnTo>
                    <a:pt x="122" y="268"/>
                  </a:lnTo>
                  <a:lnTo>
                    <a:pt x="120" y="270"/>
                  </a:lnTo>
                  <a:lnTo>
                    <a:pt x="120" y="270"/>
                  </a:lnTo>
                  <a:lnTo>
                    <a:pt x="119" y="272"/>
                  </a:lnTo>
                  <a:lnTo>
                    <a:pt x="117" y="272"/>
                  </a:lnTo>
                  <a:lnTo>
                    <a:pt x="117" y="272"/>
                  </a:lnTo>
                  <a:lnTo>
                    <a:pt x="113" y="276"/>
                  </a:lnTo>
                  <a:lnTo>
                    <a:pt x="113" y="276"/>
                  </a:lnTo>
                  <a:lnTo>
                    <a:pt x="111" y="276"/>
                  </a:lnTo>
                  <a:lnTo>
                    <a:pt x="111" y="276"/>
                  </a:lnTo>
                  <a:lnTo>
                    <a:pt x="111" y="276"/>
                  </a:lnTo>
                  <a:lnTo>
                    <a:pt x="111" y="274"/>
                  </a:lnTo>
                  <a:lnTo>
                    <a:pt x="111" y="274"/>
                  </a:lnTo>
                  <a:lnTo>
                    <a:pt x="111" y="272"/>
                  </a:lnTo>
                  <a:lnTo>
                    <a:pt x="111" y="272"/>
                  </a:lnTo>
                  <a:lnTo>
                    <a:pt x="111" y="270"/>
                  </a:lnTo>
                  <a:lnTo>
                    <a:pt x="111" y="270"/>
                  </a:lnTo>
                  <a:lnTo>
                    <a:pt x="111" y="268"/>
                  </a:lnTo>
                  <a:lnTo>
                    <a:pt x="111" y="268"/>
                  </a:lnTo>
                  <a:lnTo>
                    <a:pt x="109" y="268"/>
                  </a:lnTo>
                  <a:lnTo>
                    <a:pt x="105" y="268"/>
                  </a:lnTo>
                  <a:lnTo>
                    <a:pt x="105" y="268"/>
                  </a:lnTo>
                  <a:lnTo>
                    <a:pt x="103" y="266"/>
                  </a:lnTo>
                  <a:lnTo>
                    <a:pt x="101" y="266"/>
                  </a:lnTo>
                  <a:lnTo>
                    <a:pt x="92" y="265"/>
                  </a:lnTo>
                  <a:lnTo>
                    <a:pt x="92" y="265"/>
                  </a:lnTo>
                  <a:lnTo>
                    <a:pt x="90" y="265"/>
                  </a:lnTo>
                  <a:lnTo>
                    <a:pt x="90" y="265"/>
                  </a:lnTo>
                  <a:lnTo>
                    <a:pt x="90" y="266"/>
                  </a:lnTo>
                  <a:lnTo>
                    <a:pt x="90" y="266"/>
                  </a:lnTo>
                  <a:lnTo>
                    <a:pt x="88" y="266"/>
                  </a:lnTo>
                  <a:lnTo>
                    <a:pt x="88" y="266"/>
                  </a:lnTo>
                  <a:lnTo>
                    <a:pt x="86" y="270"/>
                  </a:lnTo>
                  <a:lnTo>
                    <a:pt x="86" y="270"/>
                  </a:lnTo>
                  <a:lnTo>
                    <a:pt x="86" y="270"/>
                  </a:lnTo>
                  <a:lnTo>
                    <a:pt x="84" y="270"/>
                  </a:lnTo>
                  <a:lnTo>
                    <a:pt x="84" y="270"/>
                  </a:lnTo>
                  <a:lnTo>
                    <a:pt x="78" y="257"/>
                  </a:lnTo>
                  <a:lnTo>
                    <a:pt x="78" y="257"/>
                  </a:lnTo>
                  <a:lnTo>
                    <a:pt x="77" y="255"/>
                  </a:lnTo>
                  <a:lnTo>
                    <a:pt x="77" y="255"/>
                  </a:lnTo>
                  <a:lnTo>
                    <a:pt x="75" y="255"/>
                  </a:lnTo>
                  <a:lnTo>
                    <a:pt x="73" y="255"/>
                  </a:lnTo>
                  <a:lnTo>
                    <a:pt x="73" y="255"/>
                  </a:lnTo>
                  <a:lnTo>
                    <a:pt x="73" y="255"/>
                  </a:lnTo>
                  <a:lnTo>
                    <a:pt x="73" y="255"/>
                  </a:lnTo>
                  <a:lnTo>
                    <a:pt x="73" y="255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69" y="251"/>
                  </a:lnTo>
                  <a:lnTo>
                    <a:pt x="67" y="249"/>
                  </a:lnTo>
                  <a:lnTo>
                    <a:pt x="65" y="247"/>
                  </a:lnTo>
                  <a:lnTo>
                    <a:pt x="65" y="247"/>
                  </a:lnTo>
                  <a:lnTo>
                    <a:pt x="65" y="247"/>
                  </a:lnTo>
                  <a:lnTo>
                    <a:pt x="65" y="247"/>
                  </a:lnTo>
                  <a:lnTo>
                    <a:pt x="63" y="247"/>
                  </a:lnTo>
                  <a:lnTo>
                    <a:pt x="63" y="247"/>
                  </a:lnTo>
                  <a:lnTo>
                    <a:pt x="63" y="249"/>
                  </a:lnTo>
                  <a:lnTo>
                    <a:pt x="63" y="249"/>
                  </a:lnTo>
                  <a:lnTo>
                    <a:pt x="61" y="251"/>
                  </a:lnTo>
                  <a:lnTo>
                    <a:pt x="61" y="251"/>
                  </a:lnTo>
                  <a:lnTo>
                    <a:pt x="61" y="251"/>
                  </a:lnTo>
                  <a:lnTo>
                    <a:pt x="61" y="253"/>
                  </a:lnTo>
                  <a:lnTo>
                    <a:pt x="59" y="253"/>
                  </a:lnTo>
                  <a:lnTo>
                    <a:pt x="59" y="251"/>
                  </a:lnTo>
                  <a:lnTo>
                    <a:pt x="59" y="251"/>
                  </a:lnTo>
                  <a:lnTo>
                    <a:pt x="59" y="251"/>
                  </a:lnTo>
                  <a:lnTo>
                    <a:pt x="59" y="249"/>
                  </a:lnTo>
                  <a:lnTo>
                    <a:pt x="58" y="249"/>
                  </a:lnTo>
                  <a:lnTo>
                    <a:pt x="54" y="244"/>
                  </a:lnTo>
                  <a:lnTo>
                    <a:pt x="54" y="244"/>
                  </a:lnTo>
                  <a:lnTo>
                    <a:pt x="52" y="244"/>
                  </a:lnTo>
                  <a:lnTo>
                    <a:pt x="52" y="244"/>
                  </a:lnTo>
                  <a:lnTo>
                    <a:pt x="52" y="244"/>
                  </a:lnTo>
                  <a:lnTo>
                    <a:pt x="48" y="247"/>
                  </a:lnTo>
                  <a:lnTo>
                    <a:pt x="46" y="249"/>
                  </a:lnTo>
                  <a:lnTo>
                    <a:pt x="46" y="249"/>
                  </a:lnTo>
                  <a:lnTo>
                    <a:pt x="44" y="249"/>
                  </a:lnTo>
                  <a:lnTo>
                    <a:pt x="40" y="257"/>
                  </a:lnTo>
                  <a:lnTo>
                    <a:pt x="40" y="257"/>
                  </a:lnTo>
                  <a:lnTo>
                    <a:pt x="40" y="259"/>
                  </a:lnTo>
                  <a:lnTo>
                    <a:pt x="40" y="261"/>
                  </a:lnTo>
                  <a:lnTo>
                    <a:pt x="40" y="261"/>
                  </a:lnTo>
                  <a:lnTo>
                    <a:pt x="40" y="263"/>
                  </a:lnTo>
                  <a:lnTo>
                    <a:pt x="42" y="263"/>
                  </a:lnTo>
                  <a:lnTo>
                    <a:pt x="42" y="265"/>
                  </a:lnTo>
                  <a:lnTo>
                    <a:pt x="52" y="268"/>
                  </a:lnTo>
                  <a:lnTo>
                    <a:pt x="52" y="268"/>
                  </a:lnTo>
                  <a:lnTo>
                    <a:pt x="52" y="270"/>
                  </a:lnTo>
                  <a:lnTo>
                    <a:pt x="54" y="272"/>
                  </a:lnTo>
                  <a:lnTo>
                    <a:pt x="54" y="274"/>
                  </a:lnTo>
                  <a:lnTo>
                    <a:pt x="54" y="274"/>
                  </a:lnTo>
                  <a:lnTo>
                    <a:pt x="56" y="274"/>
                  </a:lnTo>
                  <a:lnTo>
                    <a:pt x="59" y="274"/>
                  </a:lnTo>
                  <a:lnTo>
                    <a:pt x="59" y="274"/>
                  </a:lnTo>
                  <a:lnTo>
                    <a:pt x="59" y="276"/>
                  </a:lnTo>
                  <a:lnTo>
                    <a:pt x="61" y="276"/>
                  </a:lnTo>
                  <a:lnTo>
                    <a:pt x="61" y="278"/>
                  </a:lnTo>
                  <a:lnTo>
                    <a:pt x="59" y="282"/>
                  </a:lnTo>
                  <a:lnTo>
                    <a:pt x="59" y="284"/>
                  </a:lnTo>
                  <a:lnTo>
                    <a:pt x="59" y="286"/>
                  </a:lnTo>
                  <a:lnTo>
                    <a:pt x="61" y="287"/>
                  </a:lnTo>
                  <a:lnTo>
                    <a:pt x="61" y="289"/>
                  </a:lnTo>
                  <a:lnTo>
                    <a:pt x="61" y="291"/>
                  </a:lnTo>
                  <a:lnTo>
                    <a:pt x="61" y="293"/>
                  </a:lnTo>
                  <a:lnTo>
                    <a:pt x="59" y="301"/>
                  </a:lnTo>
                  <a:lnTo>
                    <a:pt x="61" y="301"/>
                  </a:lnTo>
                  <a:lnTo>
                    <a:pt x="61" y="303"/>
                  </a:lnTo>
                  <a:lnTo>
                    <a:pt x="63" y="303"/>
                  </a:lnTo>
                  <a:lnTo>
                    <a:pt x="65" y="303"/>
                  </a:lnTo>
                  <a:lnTo>
                    <a:pt x="65" y="303"/>
                  </a:lnTo>
                  <a:lnTo>
                    <a:pt x="65" y="305"/>
                  </a:lnTo>
                  <a:lnTo>
                    <a:pt x="67" y="308"/>
                  </a:lnTo>
                  <a:lnTo>
                    <a:pt x="67" y="308"/>
                  </a:lnTo>
                  <a:lnTo>
                    <a:pt x="67" y="308"/>
                  </a:lnTo>
                  <a:lnTo>
                    <a:pt x="69" y="308"/>
                  </a:lnTo>
                  <a:lnTo>
                    <a:pt x="71" y="310"/>
                  </a:lnTo>
                  <a:lnTo>
                    <a:pt x="71" y="310"/>
                  </a:lnTo>
                  <a:lnTo>
                    <a:pt x="73" y="310"/>
                  </a:lnTo>
                  <a:lnTo>
                    <a:pt x="73" y="312"/>
                  </a:lnTo>
                  <a:lnTo>
                    <a:pt x="73" y="312"/>
                  </a:lnTo>
                  <a:lnTo>
                    <a:pt x="73" y="314"/>
                  </a:lnTo>
                  <a:lnTo>
                    <a:pt x="73" y="314"/>
                  </a:lnTo>
                  <a:lnTo>
                    <a:pt x="71" y="316"/>
                  </a:lnTo>
                  <a:lnTo>
                    <a:pt x="71" y="316"/>
                  </a:lnTo>
                  <a:lnTo>
                    <a:pt x="71" y="316"/>
                  </a:lnTo>
                  <a:lnTo>
                    <a:pt x="71" y="318"/>
                  </a:lnTo>
                  <a:lnTo>
                    <a:pt x="71" y="318"/>
                  </a:lnTo>
                  <a:lnTo>
                    <a:pt x="73" y="318"/>
                  </a:lnTo>
                  <a:lnTo>
                    <a:pt x="73" y="320"/>
                  </a:lnTo>
                  <a:lnTo>
                    <a:pt x="73" y="320"/>
                  </a:lnTo>
                  <a:lnTo>
                    <a:pt x="73" y="322"/>
                  </a:lnTo>
                  <a:lnTo>
                    <a:pt x="71" y="325"/>
                  </a:lnTo>
                  <a:lnTo>
                    <a:pt x="71" y="325"/>
                  </a:lnTo>
                  <a:lnTo>
                    <a:pt x="71" y="327"/>
                  </a:lnTo>
                  <a:lnTo>
                    <a:pt x="71" y="329"/>
                  </a:lnTo>
                  <a:lnTo>
                    <a:pt x="71" y="331"/>
                  </a:lnTo>
                  <a:lnTo>
                    <a:pt x="71" y="331"/>
                  </a:lnTo>
                  <a:lnTo>
                    <a:pt x="73" y="333"/>
                  </a:lnTo>
                  <a:lnTo>
                    <a:pt x="73" y="335"/>
                  </a:lnTo>
                  <a:lnTo>
                    <a:pt x="73" y="337"/>
                  </a:lnTo>
                  <a:lnTo>
                    <a:pt x="73" y="339"/>
                  </a:lnTo>
                  <a:lnTo>
                    <a:pt x="73" y="339"/>
                  </a:lnTo>
                  <a:lnTo>
                    <a:pt x="73" y="341"/>
                  </a:lnTo>
                  <a:lnTo>
                    <a:pt x="75" y="341"/>
                  </a:lnTo>
                  <a:lnTo>
                    <a:pt x="75" y="343"/>
                  </a:lnTo>
                  <a:lnTo>
                    <a:pt x="77" y="343"/>
                  </a:lnTo>
                  <a:lnTo>
                    <a:pt x="77" y="346"/>
                  </a:lnTo>
                  <a:lnTo>
                    <a:pt x="77" y="346"/>
                  </a:lnTo>
                  <a:lnTo>
                    <a:pt x="78" y="348"/>
                  </a:lnTo>
                  <a:lnTo>
                    <a:pt x="78" y="350"/>
                  </a:lnTo>
                  <a:lnTo>
                    <a:pt x="78" y="350"/>
                  </a:lnTo>
                  <a:lnTo>
                    <a:pt x="78" y="352"/>
                  </a:lnTo>
                  <a:lnTo>
                    <a:pt x="78" y="358"/>
                  </a:lnTo>
                  <a:lnTo>
                    <a:pt x="78" y="360"/>
                  </a:lnTo>
                  <a:lnTo>
                    <a:pt x="78" y="360"/>
                  </a:lnTo>
                  <a:lnTo>
                    <a:pt x="77" y="360"/>
                  </a:lnTo>
                  <a:lnTo>
                    <a:pt x="75" y="362"/>
                  </a:lnTo>
                  <a:lnTo>
                    <a:pt x="75" y="362"/>
                  </a:lnTo>
                  <a:lnTo>
                    <a:pt x="75" y="362"/>
                  </a:lnTo>
                  <a:lnTo>
                    <a:pt x="75" y="362"/>
                  </a:lnTo>
                  <a:lnTo>
                    <a:pt x="73" y="362"/>
                  </a:lnTo>
                  <a:lnTo>
                    <a:pt x="73" y="363"/>
                  </a:lnTo>
                  <a:lnTo>
                    <a:pt x="73" y="363"/>
                  </a:lnTo>
                  <a:lnTo>
                    <a:pt x="73" y="363"/>
                  </a:lnTo>
                  <a:lnTo>
                    <a:pt x="73" y="367"/>
                  </a:lnTo>
                  <a:lnTo>
                    <a:pt x="71" y="371"/>
                  </a:lnTo>
                  <a:lnTo>
                    <a:pt x="71" y="371"/>
                  </a:lnTo>
                  <a:lnTo>
                    <a:pt x="71" y="373"/>
                  </a:lnTo>
                  <a:lnTo>
                    <a:pt x="71" y="375"/>
                  </a:lnTo>
                  <a:lnTo>
                    <a:pt x="71" y="377"/>
                  </a:lnTo>
                  <a:lnTo>
                    <a:pt x="69" y="375"/>
                  </a:lnTo>
                  <a:lnTo>
                    <a:pt x="69" y="375"/>
                  </a:lnTo>
                  <a:lnTo>
                    <a:pt x="67" y="373"/>
                  </a:lnTo>
                  <a:lnTo>
                    <a:pt x="67" y="373"/>
                  </a:lnTo>
                  <a:lnTo>
                    <a:pt x="67" y="373"/>
                  </a:lnTo>
                  <a:lnTo>
                    <a:pt x="67" y="373"/>
                  </a:lnTo>
                  <a:lnTo>
                    <a:pt x="65" y="375"/>
                  </a:lnTo>
                  <a:lnTo>
                    <a:pt x="65" y="377"/>
                  </a:lnTo>
                  <a:lnTo>
                    <a:pt x="63" y="379"/>
                  </a:lnTo>
                  <a:lnTo>
                    <a:pt x="63" y="379"/>
                  </a:lnTo>
                  <a:lnTo>
                    <a:pt x="61" y="379"/>
                  </a:lnTo>
                  <a:lnTo>
                    <a:pt x="58" y="381"/>
                  </a:lnTo>
                  <a:lnTo>
                    <a:pt x="58" y="381"/>
                  </a:lnTo>
                  <a:lnTo>
                    <a:pt x="56" y="381"/>
                  </a:lnTo>
                  <a:lnTo>
                    <a:pt x="56" y="381"/>
                  </a:lnTo>
                  <a:lnTo>
                    <a:pt x="54" y="383"/>
                  </a:lnTo>
                  <a:lnTo>
                    <a:pt x="54" y="383"/>
                  </a:lnTo>
                  <a:lnTo>
                    <a:pt x="52" y="384"/>
                  </a:lnTo>
                  <a:lnTo>
                    <a:pt x="52" y="384"/>
                  </a:lnTo>
                  <a:lnTo>
                    <a:pt x="52" y="386"/>
                  </a:lnTo>
                  <a:lnTo>
                    <a:pt x="50" y="386"/>
                  </a:lnTo>
                  <a:lnTo>
                    <a:pt x="50" y="386"/>
                  </a:lnTo>
                  <a:lnTo>
                    <a:pt x="50" y="386"/>
                  </a:lnTo>
                  <a:lnTo>
                    <a:pt x="48" y="386"/>
                  </a:lnTo>
                  <a:lnTo>
                    <a:pt x="48" y="388"/>
                  </a:lnTo>
                  <a:lnTo>
                    <a:pt x="48" y="388"/>
                  </a:lnTo>
                  <a:lnTo>
                    <a:pt x="50" y="388"/>
                  </a:lnTo>
                  <a:lnTo>
                    <a:pt x="50" y="388"/>
                  </a:lnTo>
                  <a:lnTo>
                    <a:pt x="52" y="390"/>
                  </a:lnTo>
                  <a:lnTo>
                    <a:pt x="52" y="390"/>
                  </a:lnTo>
                  <a:lnTo>
                    <a:pt x="52" y="392"/>
                  </a:lnTo>
                  <a:lnTo>
                    <a:pt x="52" y="394"/>
                  </a:lnTo>
                  <a:lnTo>
                    <a:pt x="52" y="394"/>
                  </a:lnTo>
                  <a:lnTo>
                    <a:pt x="52" y="394"/>
                  </a:lnTo>
                  <a:lnTo>
                    <a:pt x="50" y="396"/>
                  </a:lnTo>
                  <a:lnTo>
                    <a:pt x="50" y="396"/>
                  </a:lnTo>
                  <a:lnTo>
                    <a:pt x="48" y="398"/>
                  </a:lnTo>
                  <a:lnTo>
                    <a:pt x="46" y="400"/>
                  </a:lnTo>
                  <a:lnTo>
                    <a:pt x="42" y="402"/>
                  </a:lnTo>
                  <a:lnTo>
                    <a:pt x="40" y="405"/>
                  </a:lnTo>
                  <a:lnTo>
                    <a:pt x="38" y="405"/>
                  </a:lnTo>
                  <a:lnTo>
                    <a:pt x="37" y="409"/>
                  </a:lnTo>
                  <a:lnTo>
                    <a:pt x="33" y="413"/>
                  </a:lnTo>
                  <a:lnTo>
                    <a:pt x="33" y="415"/>
                  </a:lnTo>
                  <a:lnTo>
                    <a:pt x="33" y="415"/>
                  </a:lnTo>
                  <a:lnTo>
                    <a:pt x="31" y="415"/>
                  </a:lnTo>
                  <a:lnTo>
                    <a:pt x="29" y="415"/>
                  </a:lnTo>
                  <a:lnTo>
                    <a:pt x="29" y="417"/>
                  </a:lnTo>
                  <a:lnTo>
                    <a:pt x="27" y="417"/>
                  </a:lnTo>
                  <a:lnTo>
                    <a:pt x="27" y="417"/>
                  </a:lnTo>
                  <a:lnTo>
                    <a:pt x="25" y="419"/>
                  </a:lnTo>
                  <a:lnTo>
                    <a:pt x="25" y="419"/>
                  </a:lnTo>
                  <a:lnTo>
                    <a:pt x="25" y="421"/>
                  </a:lnTo>
                  <a:lnTo>
                    <a:pt x="19" y="422"/>
                  </a:lnTo>
                  <a:lnTo>
                    <a:pt x="18" y="422"/>
                  </a:lnTo>
                  <a:lnTo>
                    <a:pt x="18" y="422"/>
                  </a:lnTo>
                  <a:lnTo>
                    <a:pt x="18" y="422"/>
                  </a:lnTo>
                  <a:lnTo>
                    <a:pt x="16" y="422"/>
                  </a:lnTo>
                  <a:lnTo>
                    <a:pt x="16" y="422"/>
                  </a:lnTo>
                  <a:lnTo>
                    <a:pt x="16" y="422"/>
                  </a:lnTo>
                  <a:lnTo>
                    <a:pt x="14" y="426"/>
                  </a:lnTo>
                  <a:lnTo>
                    <a:pt x="14" y="428"/>
                  </a:lnTo>
                  <a:lnTo>
                    <a:pt x="14" y="428"/>
                  </a:lnTo>
                  <a:lnTo>
                    <a:pt x="12" y="428"/>
                  </a:lnTo>
                  <a:lnTo>
                    <a:pt x="12" y="430"/>
                  </a:lnTo>
                  <a:lnTo>
                    <a:pt x="12" y="430"/>
                  </a:lnTo>
                  <a:lnTo>
                    <a:pt x="12" y="430"/>
                  </a:lnTo>
                  <a:lnTo>
                    <a:pt x="14" y="432"/>
                  </a:lnTo>
                  <a:lnTo>
                    <a:pt x="14" y="432"/>
                  </a:lnTo>
                  <a:lnTo>
                    <a:pt x="14" y="434"/>
                  </a:lnTo>
                  <a:lnTo>
                    <a:pt x="14" y="436"/>
                  </a:lnTo>
                  <a:lnTo>
                    <a:pt x="14" y="438"/>
                  </a:lnTo>
                  <a:lnTo>
                    <a:pt x="12" y="440"/>
                  </a:lnTo>
                  <a:lnTo>
                    <a:pt x="12" y="441"/>
                  </a:lnTo>
                  <a:lnTo>
                    <a:pt x="12" y="441"/>
                  </a:lnTo>
                  <a:lnTo>
                    <a:pt x="12" y="441"/>
                  </a:lnTo>
                  <a:lnTo>
                    <a:pt x="10" y="443"/>
                  </a:lnTo>
                  <a:lnTo>
                    <a:pt x="10" y="443"/>
                  </a:lnTo>
                  <a:lnTo>
                    <a:pt x="10" y="443"/>
                  </a:lnTo>
                  <a:lnTo>
                    <a:pt x="10" y="445"/>
                  </a:lnTo>
                  <a:lnTo>
                    <a:pt x="10" y="445"/>
                  </a:lnTo>
                  <a:lnTo>
                    <a:pt x="10" y="449"/>
                  </a:lnTo>
                  <a:lnTo>
                    <a:pt x="10" y="451"/>
                  </a:lnTo>
                  <a:lnTo>
                    <a:pt x="10" y="453"/>
                  </a:lnTo>
                  <a:lnTo>
                    <a:pt x="8" y="453"/>
                  </a:lnTo>
                  <a:lnTo>
                    <a:pt x="8" y="453"/>
                  </a:lnTo>
                  <a:lnTo>
                    <a:pt x="8" y="455"/>
                  </a:lnTo>
                  <a:lnTo>
                    <a:pt x="6" y="455"/>
                  </a:lnTo>
                  <a:lnTo>
                    <a:pt x="6" y="457"/>
                  </a:lnTo>
                  <a:lnTo>
                    <a:pt x="6" y="457"/>
                  </a:lnTo>
                  <a:lnTo>
                    <a:pt x="6" y="459"/>
                  </a:lnTo>
                  <a:lnTo>
                    <a:pt x="6" y="460"/>
                  </a:lnTo>
                  <a:lnTo>
                    <a:pt x="6" y="460"/>
                  </a:lnTo>
                  <a:lnTo>
                    <a:pt x="6" y="460"/>
                  </a:lnTo>
                  <a:lnTo>
                    <a:pt x="6" y="460"/>
                  </a:lnTo>
                  <a:lnTo>
                    <a:pt x="4" y="460"/>
                  </a:lnTo>
                  <a:lnTo>
                    <a:pt x="4" y="460"/>
                  </a:lnTo>
                  <a:lnTo>
                    <a:pt x="4" y="459"/>
                  </a:lnTo>
                  <a:lnTo>
                    <a:pt x="4" y="459"/>
                  </a:lnTo>
                  <a:lnTo>
                    <a:pt x="2" y="459"/>
                  </a:lnTo>
                  <a:lnTo>
                    <a:pt x="2" y="459"/>
                  </a:lnTo>
                  <a:lnTo>
                    <a:pt x="2" y="460"/>
                  </a:lnTo>
                  <a:lnTo>
                    <a:pt x="2" y="460"/>
                  </a:lnTo>
                  <a:lnTo>
                    <a:pt x="2" y="460"/>
                  </a:lnTo>
                  <a:lnTo>
                    <a:pt x="2" y="462"/>
                  </a:lnTo>
                  <a:lnTo>
                    <a:pt x="0" y="464"/>
                  </a:lnTo>
                  <a:lnTo>
                    <a:pt x="0" y="466"/>
                  </a:lnTo>
                  <a:lnTo>
                    <a:pt x="2" y="468"/>
                  </a:lnTo>
                  <a:lnTo>
                    <a:pt x="6" y="468"/>
                  </a:lnTo>
                  <a:lnTo>
                    <a:pt x="8" y="468"/>
                  </a:lnTo>
                  <a:lnTo>
                    <a:pt x="8" y="468"/>
                  </a:lnTo>
                  <a:lnTo>
                    <a:pt x="10" y="468"/>
                  </a:lnTo>
                  <a:lnTo>
                    <a:pt x="10" y="468"/>
                  </a:lnTo>
                  <a:lnTo>
                    <a:pt x="10" y="468"/>
                  </a:lnTo>
                  <a:lnTo>
                    <a:pt x="12" y="466"/>
                  </a:lnTo>
                  <a:lnTo>
                    <a:pt x="12" y="466"/>
                  </a:lnTo>
                  <a:lnTo>
                    <a:pt x="12" y="466"/>
                  </a:lnTo>
                  <a:lnTo>
                    <a:pt x="14" y="466"/>
                  </a:lnTo>
                  <a:lnTo>
                    <a:pt x="18" y="468"/>
                  </a:lnTo>
                  <a:lnTo>
                    <a:pt x="19" y="468"/>
                  </a:lnTo>
                  <a:lnTo>
                    <a:pt x="21" y="466"/>
                  </a:lnTo>
                  <a:lnTo>
                    <a:pt x="23" y="464"/>
                  </a:lnTo>
                  <a:lnTo>
                    <a:pt x="25" y="464"/>
                  </a:lnTo>
                  <a:lnTo>
                    <a:pt x="25" y="462"/>
                  </a:lnTo>
                  <a:lnTo>
                    <a:pt x="29" y="462"/>
                  </a:lnTo>
                  <a:lnTo>
                    <a:pt x="31" y="462"/>
                  </a:lnTo>
                  <a:lnTo>
                    <a:pt x="31" y="460"/>
                  </a:lnTo>
                  <a:lnTo>
                    <a:pt x="33" y="460"/>
                  </a:lnTo>
                  <a:lnTo>
                    <a:pt x="33" y="459"/>
                  </a:lnTo>
                  <a:lnTo>
                    <a:pt x="35" y="457"/>
                  </a:lnTo>
                  <a:lnTo>
                    <a:pt x="42" y="455"/>
                  </a:lnTo>
                  <a:lnTo>
                    <a:pt x="50" y="449"/>
                  </a:lnTo>
                  <a:lnTo>
                    <a:pt x="54" y="449"/>
                  </a:lnTo>
                  <a:lnTo>
                    <a:pt x="58" y="447"/>
                  </a:lnTo>
                  <a:lnTo>
                    <a:pt x="61" y="443"/>
                  </a:lnTo>
                  <a:lnTo>
                    <a:pt x="65" y="443"/>
                  </a:lnTo>
                  <a:lnTo>
                    <a:pt x="69" y="445"/>
                  </a:lnTo>
                  <a:lnTo>
                    <a:pt x="71" y="445"/>
                  </a:lnTo>
                  <a:lnTo>
                    <a:pt x="73" y="447"/>
                  </a:lnTo>
                  <a:lnTo>
                    <a:pt x="75" y="449"/>
                  </a:lnTo>
                  <a:lnTo>
                    <a:pt x="75" y="449"/>
                  </a:lnTo>
                  <a:lnTo>
                    <a:pt x="75" y="449"/>
                  </a:lnTo>
                  <a:lnTo>
                    <a:pt x="77" y="449"/>
                  </a:lnTo>
                  <a:lnTo>
                    <a:pt x="77" y="449"/>
                  </a:lnTo>
                  <a:lnTo>
                    <a:pt x="78" y="449"/>
                  </a:lnTo>
                  <a:lnTo>
                    <a:pt x="78" y="449"/>
                  </a:lnTo>
                  <a:lnTo>
                    <a:pt x="80" y="449"/>
                  </a:lnTo>
                  <a:lnTo>
                    <a:pt x="80" y="449"/>
                  </a:lnTo>
                  <a:lnTo>
                    <a:pt x="80" y="447"/>
                  </a:lnTo>
                  <a:lnTo>
                    <a:pt x="82" y="447"/>
                  </a:lnTo>
                  <a:lnTo>
                    <a:pt x="82" y="445"/>
                  </a:lnTo>
                  <a:lnTo>
                    <a:pt x="82" y="445"/>
                  </a:lnTo>
                  <a:lnTo>
                    <a:pt x="84" y="443"/>
                  </a:lnTo>
                  <a:lnTo>
                    <a:pt x="86" y="445"/>
                  </a:lnTo>
                  <a:lnTo>
                    <a:pt x="88" y="443"/>
                  </a:lnTo>
                  <a:lnTo>
                    <a:pt x="88" y="443"/>
                  </a:lnTo>
                  <a:lnTo>
                    <a:pt x="88" y="441"/>
                  </a:lnTo>
                  <a:lnTo>
                    <a:pt x="88" y="441"/>
                  </a:lnTo>
                  <a:lnTo>
                    <a:pt x="88" y="440"/>
                  </a:lnTo>
                  <a:lnTo>
                    <a:pt x="88" y="438"/>
                  </a:lnTo>
                  <a:lnTo>
                    <a:pt x="88" y="438"/>
                  </a:lnTo>
                  <a:lnTo>
                    <a:pt x="90" y="436"/>
                  </a:lnTo>
                  <a:lnTo>
                    <a:pt x="90" y="436"/>
                  </a:lnTo>
                  <a:lnTo>
                    <a:pt x="90" y="436"/>
                  </a:lnTo>
                  <a:lnTo>
                    <a:pt x="90" y="434"/>
                  </a:lnTo>
                  <a:lnTo>
                    <a:pt x="90" y="434"/>
                  </a:lnTo>
                  <a:lnTo>
                    <a:pt x="88" y="432"/>
                  </a:lnTo>
                  <a:lnTo>
                    <a:pt x="86" y="430"/>
                  </a:lnTo>
                  <a:lnTo>
                    <a:pt x="86" y="430"/>
                  </a:lnTo>
                  <a:lnTo>
                    <a:pt x="86" y="428"/>
                  </a:lnTo>
                  <a:lnTo>
                    <a:pt x="86" y="428"/>
                  </a:lnTo>
                  <a:lnTo>
                    <a:pt x="90" y="422"/>
                  </a:lnTo>
                  <a:lnTo>
                    <a:pt x="90" y="421"/>
                  </a:lnTo>
                  <a:lnTo>
                    <a:pt x="90" y="421"/>
                  </a:lnTo>
                  <a:lnTo>
                    <a:pt x="90" y="419"/>
                  </a:lnTo>
                  <a:lnTo>
                    <a:pt x="90" y="417"/>
                  </a:lnTo>
                  <a:lnTo>
                    <a:pt x="90" y="417"/>
                  </a:lnTo>
                  <a:lnTo>
                    <a:pt x="90" y="417"/>
                  </a:lnTo>
                  <a:lnTo>
                    <a:pt x="92" y="413"/>
                  </a:lnTo>
                  <a:lnTo>
                    <a:pt x="92" y="411"/>
                  </a:lnTo>
                  <a:lnTo>
                    <a:pt x="92" y="409"/>
                  </a:lnTo>
                  <a:lnTo>
                    <a:pt x="92" y="409"/>
                  </a:lnTo>
                  <a:lnTo>
                    <a:pt x="92" y="407"/>
                  </a:lnTo>
                  <a:lnTo>
                    <a:pt x="92" y="407"/>
                  </a:lnTo>
                  <a:lnTo>
                    <a:pt x="96" y="403"/>
                  </a:lnTo>
                  <a:lnTo>
                    <a:pt x="96" y="402"/>
                  </a:lnTo>
                  <a:lnTo>
                    <a:pt x="98" y="400"/>
                  </a:lnTo>
                  <a:lnTo>
                    <a:pt x="98" y="398"/>
                  </a:lnTo>
                  <a:lnTo>
                    <a:pt x="99" y="398"/>
                  </a:lnTo>
                  <a:lnTo>
                    <a:pt x="101" y="398"/>
                  </a:lnTo>
                  <a:lnTo>
                    <a:pt x="101" y="400"/>
                  </a:lnTo>
                  <a:lnTo>
                    <a:pt x="103" y="400"/>
                  </a:lnTo>
                  <a:lnTo>
                    <a:pt x="103" y="400"/>
                  </a:lnTo>
                  <a:lnTo>
                    <a:pt x="103" y="400"/>
                  </a:lnTo>
                  <a:lnTo>
                    <a:pt x="105" y="400"/>
                  </a:lnTo>
                  <a:lnTo>
                    <a:pt x="105" y="400"/>
                  </a:lnTo>
                  <a:lnTo>
                    <a:pt x="105" y="402"/>
                  </a:lnTo>
                  <a:lnTo>
                    <a:pt x="105" y="402"/>
                  </a:lnTo>
                  <a:lnTo>
                    <a:pt x="105" y="402"/>
                  </a:lnTo>
                  <a:lnTo>
                    <a:pt x="105" y="403"/>
                  </a:lnTo>
                  <a:lnTo>
                    <a:pt x="105" y="403"/>
                  </a:lnTo>
                  <a:lnTo>
                    <a:pt x="105" y="405"/>
                  </a:lnTo>
                  <a:lnTo>
                    <a:pt x="105" y="407"/>
                  </a:lnTo>
                  <a:lnTo>
                    <a:pt x="105" y="407"/>
                  </a:lnTo>
                  <a:lnTo>
                    <a:pt x="105" y="409"/>
                  </a:lnTo>
                  <a:lnTo>
                    <a:pt x="107" y="409"/>
                  </a:lnTo>
                  <a:lnTo>
                    <a:pt x="111" y="415"/>
                  </a:lnTo>
                  <a:lnTo>
                    <a:pt x="111" y="415"/>
                  </a:lnTo>
                  <a:lnTo>
                    <a:pt x="113" y="415"/>
                  </a:lnTo>
                  <a:lnTo>
                    <a:pt x="113" y="417"/>
                  </a:lnTo>
                  <a:lnTo>
                    <a:pt x="113" y="417"/>
                  </a:lnTo>
                  <a:lnTo>
                    <a:pt x="113" y="417"/>
                  </a:lnTo>
                  <a:lnTo>
                    <a:pt x="113" y="419"/>
                  </a:lnTo>
                  <a:lnTo>
                    <a:pt x="111" y="421"/>
                  </a:lnTo>
                  <a:lnTo>
                    <a:pt x="111" y="422"/>
                  </a:lnTo>
                  <a:lnTo>
                    <a:pt x="111" y="422"/>
                  </a:lnTo>
                  <a:lnTo>
                    <a:pt x="111" y="424"/>
                  </a:lnTo>
                  <a:lnTo>
                    <a:pt x="111" y="424"/>
                  </a:lnTo>
                  <a:lnTo>
                    <a:pt x="113" y="424"/>
                  </a:lnTo>
                  <a:lnTo>
                    <a:pt x="113" y="426"/>
                  </a:lnTo>
                  <a:lnTo>
                    <a:pt x="115" y="426"/>
                  </a:lnTo>
                  <a:lnTo>
                    <a:pt x="115" y="426"/>
                  </a:lnTo>
                  <a:lnTo>
                    <a:pt x="117" y="426"/>
                  </a:lnTo>
                  <a:lnTo>
                    <a:pt x="117" y="426"/>
                  </a:lnTo>
                  <a:lnTo>
                    <a:pt x="119" y="424"/>
                  </a:lnTo>
                  <a:lnTo>
                    <a:pt x="119" y="424"/>
                  </a:lnTo>
                  <a:lnTo>
                    <a:pt x="119" y="422"/>
                  </a:lnTo>
                  <a:lnTo>
                    <a:pt x="119" y="421"/>
                  </a:lnTo>
                  <a:lnTo>
                    <a:pt x="119" y="421"/>
                  </a:lnTo>
                  <a:lnTo>
                    <a:pt x="120" y="421"/>
                  </a:lnTo>
                  <a:lnTo>
                    <a:pt x="122" y="419"/>
                  </a:lnTo>
                  <a:lnTo>
                    <a:pt x="124" y="417"/>
                  </a:lnTo>
                  <a:lnTo>
                    <a:pt x="128" y="415"/>
                  </a:lnTo>
                  <a:lnTo>
                    <a:pt x="128" y="415"/>
                  </a:lnTo>
                  <a:lnTo>
                    <a:pt x="130" y="413"/>
                  </a:lnTo>
                  <a:lnTo>
                    <a:pt x="130" y="413"/>
                  </a:lnTo>
                  <a:lnTo>
                    <a:pt x="130" y="411"/>
                  </a:lnTo>
                  <a:lnTo>
                    <a:pt x="130" y="409"/>
                  </a:lnTo>
                  <a:lnTo>
                    <a:pt x="130" y="407"/>
                  </a:lnTo>
                  <a:lnTo>
                    <a:pt x="130" y="407"/>
                  </a:lnTo>
                  <a:lnTo>
                    <a:pt x="132" y="407"/>
                  </a:lnTo>
                  <a:lnTo>
                    <a:pt x="134" y="407"/>
                  </a:lnTo>
                  <a:lnTo>
                    <a:pt x="134" y="407"/>
                  </a:lnTo>
                  <a:lnTo>
                    <a:pt x="136" y="407"/>
                  </a:lnTo>
                  <a:lnTo>
                    <a:pt x="136" y="409"/>
                  </a:lnTo>
                  <a:lnTo>
                    <a:pt x="138" y="409"/>
                  </a:lnTo>
                  <a:lnTo>
                    <a:pt x="139" y="409"/>
                  </a:lnTo>
                  <a:lnTo>
                    <a:pt x="139" y="409"/>
                  </a:lnTo>
                  <a:lnTo>
                    <a:pt x="139" y="409"/>
                  </a:lnTo>
                  <a:lnTo>
                    <a:pt x="139" y="411"/>
                  </a:lnTo>
                  <a:lnTo>
                    <a:pt x="139" y="413"/>
                  </a:lnTo>
                  <a:lnTo>
                    <a:pt x="139" y="413"/>
                  </a:lnTo>
                  <a:lnTo>
                    <a:pt x="139" y="413"/>
                  </a:lnTo>
                  <a:lnTo>
                    <a:pt x="141" y="415"/>
                  </a:lnTo>
                  <a:lnTo>
                    <a:pt x="145" y="413"/>
                  </a:lnTo>
                  <a:lnTo>
                    <a:pt x="145" y="413"/>
                  </a:lnTo>
                  <a:lnTo>
                    <a:pt x="149" y="413"/>
                  </a:lnTo>
                  <a:lnTo>
                    <a:pt x="149" y="411"/>
                  </a:lnTo>
                  <a:lnTo>
                    <a:pt x="151" y="411"/>
                  </a:lnTo>
                  <a:lnTo>
                    <a:pt x="151" y="411"/>
                  </a:lnTo>
                  <a:lnTo>
                    <a:pt x="153" y="411"/>
                  </a:lnTo>
                  <a:lnTo>
                    <a:pt x="153" y="411"/>
                  </a:lnTo>
                  <a:lnTo>
                    <a:pt x="155" y="407"/>
                  </a:lnTo>
                  <a:lnTo>
                    <a:pt x="153" y="407"/>
                  </a:lnTo>
                  <a:lnTo>
                    <a:pt x="153" y="405"/>
                  </a:lnTo>
                  <a:lnTo>
                    <a:pt x="153" y="405"/>
                  </a:lnTo>
                  <a:lnTo>
                    <a:pt x="153" y="405"/>
                  </a:lnTo>
                  <a:lnTo>
                    <a:pt x="153" y="403"/>
                  </a:lnTo>
                  <a:lnTo>
                    <a:pt x="153" y="403"/>
                  </a:lnTo>
                  <a:lnTo>
                    <a:pt x="157" y="398"/>
                  </a:lnTo>
                  <a:lnTo>
                    <a:pt x="157" y="396"/>
                  </a:lnTo>
                  <a:lnTo>
                    <a:pt x="157" y="396"/>
                  </a:lnTo>
                  <a:lnTo>
                    <a:pt x="157" y="396"/>
                  </a:lnTo>
                  <a:lnTo>
                    <a:pt x="157" y="396"/>
                  </a:lnTo>
                  <a:lnTo>
                    <a:pt x="155" y="396"/>
                  </a:lnTo>
                  <a:lnTo>
                    <a:pt x="155" y="396"/>
                  </a:lnTo>
                  <a:lnTo>
                    <a:pt x="155" y="396"/>
                  </a:lnTo>
                  <a:lnTo>
                    <a:pt x="153" y="394"/>
                  </a:lnTo>
                  <a:lnTo>
                    <a:pt x="151" y="392"/>
                  </a:lnTo>
                  <a:lnTo>
                    <a:pt x="151" y="390"/>
                  </a:lnTo>
                  <a:lnTo>
                    <a:pt x="151" y="390"/>
                  </a:lnTo>
                  <a:lnTo>
                    <a:pt x="153" y="388"/>
                  </a:lnTo>
                  <a:lnTo>
                    <a:pt x="153" y="388"/>
                  </a:lnTo>
                  <a:lnTo>
                    <a:pt x="153" y="388"/>
                  </a:lnTo>
                  <a:lnTo>
                    <a:pt x="153" y="386"/>
                  </a:lnTo>
                  <a:lnTo>
                    <a:pt x="153" y="386"/>
                  </a:lnTo>
                  <a:lnTo>
                    <a:pt x="155" y="384"/>
                  </a:lnTo>
                  <a:lnTo>
                    <a:pt x="157" y="383"/>
                  </a:lnTo>
                  <a:lnTo>
                    <a:pt x="157" y="381"/>
                  </a:lnTo>
                  <a:lnTo>
                    <a:pt x="159" y="379"/>
                  </a:lnTo>
                  <a:lnTo>
                    <a:pt x="160" y="377"/>
                  </a:lnTo>
                  <a:lnTo>
                    <a:pt x="162" y="375"/>
                  </a:lnTo>
                  <a:lnTo>
                    <a:pt x="162" y="375"/>
                  </a:lnTo>
                  <a:lnTo>
                    <a:pt x="164" y="375"/>
                  </a:lnTo>
                  <a:lnTo>
                    <a:pt x="164" y="375"/>
                  </a:lnTo>
                  <a:lnTo>
                    <a:pt x="166" y="375"/>
                  </a:lnTo>
                  <a:lnTo>
                    <a:pt x="166" y="375"/>
                  </a:lnTo>
                  <a:lnTo>
                    <a:pt x="168" y="377"/>
                  </a:lnTo>
                  <a:lnTo>
                    <a:pt x="168" y="377"/>
                  </a:lnTo>
                  <a:lnTo>
                    <a:pt x="174" y="375"/>
                  </a:lnTo>
                  <a:lnTo>
                    <a:pt x="176" y="373"/>
                  </a:lnTo>
                  <a:lnTo>
                    <a:pt x="178" y="371"/>
                  </a:lnTo>
                  <a:lnTo>
                    <a:pt x="179" y="369"/>
                  </a:lnTo>
                  <a:lnTo>
                    <a:pt x="181" y="367"/>
                  </a:lnTo>
                  <a:lnTo>
                    <a:pt x="183" y="367"/>
                  </a:lnTo>
                  <a:lnTo>
                    <a:pt x="185" y="367"/>
                  </a:lnTo>
                  <a:lnTo>
                    <a:pt x="185" y="365"/>
                  </a:lnTo>
                  <a:lnTo>
                    <a:pt x="187" y="365"/>
                  </a:lnTo>
                  <a:lnTo>
                    <a:pt x="187" y="363"/>
                  </a:lnTo>
                  <a:lnTo>
                    <a:pt x="185" y="363"/>
                  </a:lnTo>
                  <a:lnTo>
                    <a:pt x="185" y="363"/>
                  </a:lnTo>
                  <a:lnTo>
                    <a:pt x="185" y="363"/>
                  </a:lnTo>
                  <a:lnTo>
                    <a:pt x="185" y="363"/>
                  </a:lnTo>
                  <a:lnTo>
                    <a:pt x="185" y="362"/>
                  </a:lnTo>
                  <a:lnTo>
                    <a:pt x="183" y="362"/>
                  </a:lnTo>
                  <a:lnTo>
                    <a:pt x="183" y="362"/>
                  </a:lnTo>
                  <a:lnTo>
                    <a:pt x="183" y="362"/>
                  </a:lnTo>
                  <a:lnTo>
                    <a:pt x="183" y="362"/>
                  </a:lnTo>
                  <a:lnTo>
                    <a:pt x="181" y="362"/>
                  </a:lnTo>
                  <a:lnTo>
                    <a:pt x="181" y="360"/>
                  </a:lnTo>
                  <a:lnTo>
                    <a:pt x="179" y="358"/>
                  </a:lnTo>
                  <a:lnTo>
                    <a:pt x="179" y="358"/>
                  </a:lnTo>
                  <a:lnTo>
                    <a:pt x="179" y="356"/>
                  </a:lnTo>
                  <a:lnTo>
                    <a:pt x="179" y="356"/>
                  </a:lnTo>
                  <a:lnTo>
                    <a:pt x="178" y="354"/>
                  </a:lnTo>
                  <a:lnTo>
                    <a:pt x="178" y="354"/>
                  </a:lnTo>
                  <a:lnTo>
                    <a:pt x="178" y="354"/>
                  </a:lnTo>
                  <a:lnTo>
                    <a:pt x="178" y="352"/>
                  </a:lnTo>
                  <a:lnTo>
                    <a:pt x="178" y="352"/>
                  </a:lnTo>
                  <a:lnTo>
                    <a:pt x="179" y="352"/>
                  </a:lnTo>
                  <a:lnTo>
                    <a:pt x="179" y="350"/>
                  </a:lnTo>
                  <a:lnTo>
                    <a:pt x="179" y="350"/>
                  </a:lnTo>
                  <a:lnTo>
                    <a:pt x="181" y="350"/>
                  </a:lnTo>
                  <a:lnTo>
                    <a:pt x="183" y="352"/>
                  </a:lnTo>
                  <a:lnTo>
                    <a:pt x="183" y="352"/>
                  </a:lnTo>
                  <a:lnTo>
                    <a:pt x="183" y="352"/>
                  </a:lnTo>
                  <a:lnTo>
                    <a:pt x="185" y="352"/>
                  </a:lnTo>
                  <a:lnTo>
                    <a:pt x="187" y="354"/>
                  </a:lnTo>
                  <a:lnTo>
                    <a:pt x="189" y="354"/>
                  </a:lnTo>
                  <a:lnTo>
                    <a:pt x="191" y="356"/>
                  </a:lnTo>
                  <a:lnTo>
                    <a:pt x="191" y="354"/>
                  </a:lnTo>
                  <a:lnTo>
                    <a:pt x="191" y="354"/>
                  </a:lnTo>
                  <a:lnTo>
                    <a:pt x="191" y="352"/>
                  </a:lnTo>
                  <a:lnTo>
                    <a:pt x="191" y="352"/>
                  </a:lnTo>
                  <a:lnTo>
                    <a:pt x="191" y="352"/>
                  </a:lnTo>
                  <a:lnTo>
                    <a:pt x="191" y="352"/>
                  </a:lnTo>
                  <a:lnTo>
                    <a:pt x="191" y="350"/>
                  </a:lnTo>
                  <a:lnTo>
                    <a:pt x="191" y="350"/>
                  </a:lnTo>
                  <a:lnTo>
                    <a:pt x="193" y="350"/>
                  </a:lnTo>
                  <a:lnTo>
                    <a:pt x="193" y="350"/>
                  </a:lnTo>
                  <a:lnTo>
                    <a:pt x="193" y="348"/>
                  </a:lnTo>
                  <a:lnTo>
                    <a:pt x="193" y="344"/>
                  </a:lnTo>
                  <a:lnTo>
                    <a:pt x="193" y="344"/>
                  </a:lnTo>
                  <a:lnTo>
                    <a:pt x="193" y="344"/>
                  </a:lnTo>
                  <a:lnTo>
                    <a:pt x="193" y="344"/>
                  </a:lnTo>
                  <a:lnTo>
                    <a:pt x="195" y="344"/>
                  </a:lnTo>
                  <a:lnTo>
                    <a:pt x="195" y="346"/>
                  </a:lnTo>
                  <a:lnTo>
                    <a:pt x="195" y="348"/>
                  </a:lnTo>
                  <a:lnTo>
                    <a:pt x="197" y="350"/>
                  </a:lnTo>
                  <a:lnTo>
                    <a:pt x="197" y="350"/>
                  </a:lnTo>
                  <a:lnTo>
                    <a:pt x="197" y="350"/>
                  </a:lnTo>
                  <a:lnTo>
                    <a:pt x="199" y="350"/>
                  </a:lnTo>
                  <a:lnTo>
                    <a:pt x="199" y="350"/>
                  </a:lnTo>
                  <a:lnTo>
                    <a:pt x="199" y="348"/>
                  </a:lnTo>
                  <a:lnTo>
                    <a:pt x="200" y="346"/>
                  </a:lnTo>
                  <a:lnTo>
                    <a:pt x="200" y="346"/>
                  </a:lnTo>
                  <a:lnTo>
                    <a:pt x="200" y="344"/>
                  </a:lnTo>
                  <a:lnTo>
                    <a:pt x="202" y="344"/>
                  </a:lnTo>
                  <a:lnTo>
                    <a:pt x="204" y="343"/>
                  </a:lnTo>
                  <a:lnTo>
                    <a:pt x="204" y="343"/>
                  </a:lnTo>
                  <a:lnTo>
                    <a:pt x="204" y="341"/>
                  </a:lnTo>
                  <a:lnTo>
                    <a:pt x="204" y="341"/>
                  </a:lnTo>
                  <a:lnTo>
                    <a:pt x="204" y="339"/>
                  </a:lnTo>
                  <a:lnTo>
                    <a:pt x="206" y="339"/>
                  </a:lnTo>
                  <a:lnTo>
                    <a:pt x="206" y="339"/>
                  </a:lnTo>
                  <a:lnTo>
                    <a:pt x="208" y="341"/>
                  </a:lnTo>
                  <a:lnTo>
                    <a:pt x="208" y="343"/>
                  </a:lnTo>
                  <a:lnTo>
                    <a:pt x="210" y="344"/>
                  </a:lnTo>
                  <a:lnTo>
                    <a:pt x="214" y="348"/>
                  </a:lnTo>
                  <a:lnTo>
                    <a:pt x="214" y="350"/>
                  </a:lnTo>
                  <a:lnTo>
                    <a:pt x="216" y="350"/>
                  </a:lnTo>
                  <a:lnTo>
                    <a:pt x="218" y="356"/>
                  </a:lnTo>
                  <a:lnTo>
                    <a:pt x="218" y="358"/>
                  </a:lnTo>
                  <a:lnTo>
                    <a:pt x="218" y="358"/>
                  </a:lnTo>
                  <a:lnTo>
                    <a:pt x="218" y="358"/>
                  </a:lnTo>
                  <a:lnTo>
                    <a:pt x="220" y="358"/>
                  </a:lnTo>
                  <a:lnTo>
                    <a:pt x="220" y="356"/>
                  </a:lnTo>
                  <a:lnTo>
                    <a:pt x="220" y="356"/>
                  </a:lnTo>
                  <a:lnTo>
                    <a:pt x="220" y="354"/>
                  </a:lnTo>
                  <a:lnTo>
                    <a:pt x="220" y="354"/>
                  </a:lnTo>
                  <a:lnTo>
                    <a:pt x="220" y="354"/>
                  </a:lnTo>
                  <a:lnTo>
                    <a:pt x="220" y="352"/>
                  </a:lnTo>
                  <a:lnTo>
                    <a:pt x="220" y="352"/>
                  </a:lnTo>
                  <a:lnTo>
                    <a:pt x="220" y="352"/>
                  </a:lnTo>
                  <a:lnTo>
                    <a:pt x="220" y="352"/>
                  </a:lnTo>
                  <a:lnTo>
                    <a:pt x="220" y="350"/>
                  </a:lnTo>
                  <a:lnTo>
                    <a:pt x="220" y="350"/>
                  </a:lnTo>
                  <a:lnTo>
                    <a:pt x="221" y="350"/>
                  </a:lnTo>
                  <a:lnTo>
                    <a:pt x="221" y="350"/>
                  </a:lnTo>
                  <a:lnTo>
                    <a:pt x="223" y="352"/>
                  </a:lnTo>
                  <a:lnTo>
                    <a:pt x="225" y="356"/>
                  </a:lnTo>
                  <a:lnTo>
                    <a:pt x="225" y="360"/>
                  </a:lnTo>
                  <a:lnTo>
                    <a:pt x="227" y="360"/>
                  </a:lnTo>
                  <a:lnTo>
                    <a:pt x="227" y="362"/>
                  </a:lnTo>
                  <a:lnTo>
                    <a:pt x="229" y="363"/>
                  </a:lnTo>
                  <a:lnTo>
                    <a:pt x="229" y="365"/>
                  </a:lnTo>
                  <a:lnTo>
                    <a:pt x="229" y="365"/>
                  </a:lnTo>
                  <a:lnTo>
                    <a:pt x="229" y="365"/>
                  </a:lnTo>
                  <a:lnTo>
                    <a:pt x="229" y="367"/>
                  </a:lnTo>
                  <a:lnTo>
                    <a:pt x="231" y="367"/>
                  </a:lnTo>
                  <a:lnTo>
                    <a:pt x="231" y="369"/>
                  </a:lnTo>
                  <a:lnTo>
                    <a:pt x="231" y="369"/>
                  </a:lnTo>
                  <a:lnTo>
                    <a:pt x="231" y="369"/>
                  </a:lnTo>
                  <a:lnTo>
                    <a:pt x="233" y="369"/>
                  </a:lnTo>
                  <a:lnTo>
                    <a:pt x="233" y="369"/>
                  </a:lnTo>
                  <a:lnTo>
                    <a:pt x="233" y="371"/>
                  </a:lnTo>
                  <a:lnTo>
                    <a:pt x="237" y="369"/>
                  </a:lnTo>
                  <a:lnTo>
                    <a:pt x="242" y="369"/>
                  </a:lnTo>
                  <a:lnTo>
                    <a:pt x="248" y="369"/>
                  </a:lnTo>
                  <a:lnTo>
                    <a:pt x="248" y="369"/>
                  </a:lnTo>
                  <a:lnTo>
                    <a:pt x="250" y="369"/>
                  </a:lnTo>
                  <a:lnTo>
                    <a:pt x="250" y="369"/>
                  </a:lnTo>
                  <a:lnTo>
                    <a:pt x="252" y="371"/>
                  </a:lnTo>
                  <a:lnTo>
                    <a:pt x="254" y="371"/>
                  </a:lnTo>
                  <a:lnTo>
                    <a:pt x="256" y="371"/>
                  </a:lnTo>
                  <a:lnTo>
                    <a:pt x="256" y="371"/>
                  </a:lnTo>
                  <a:lnTo>
                    <a:pt x="258" y="373"/>
                  </a:lnTo>
                  <a:lnTo>
                    <a:pt x="260" y="371"/>
                  </a:lnTo>
                  <a:lnTo>
                    <a:pt x="265" y="371"/>
                  </a:lnTo>
                  <a:lnTo>
                    <a:pt x="271" y="369"/>
                  </a:lnTo>
                  <a:lnTo>
                    <a:pt x="273" y="369"/>
                  </a:lnTo>
                  <a:lnTo>
                    <a:pt x="275" y="367"/>
                  </a:lnTo>
                  <a:lnTo>
                    <a:pt x="277" y="365"/>
                  </a:lnTo>
                  <a:lnTo>
                    <a:pt x="277" y="363"/>
                  </a:lnTo>
                  <a:lnTo>
                    <a:pt x="279" y="362"/>
                  </a:lnTo>
                  <a:lnTo>
                    <a:pt x="279" y="362"/>
                  </a:lnTo>
                  <a:lnTo>
                    <a:pt x="279" y="360"/>
                  </a:lnTo>
                  <a:lnTo>
                    <a:pt x="280" y="362"/>
                  </a:lnTo>
                  <a:lnTo>
                    <a:pt x="280" y="362"/>
                  </a:lnTo>
                  <a:lnTo>
                    <a:pt x="282" y="360"/>
                  </a:lnTo>
                  <a:lnTo>
                    <a:pt x="284" y="356"/>
                  </a:lnTo>
                  <a:lnTo>
                    <a:pt x="286" y="356"/>
                  </a:lnTo>
                  <a:lnTo>
                    <a:pt x="286" y="356"/>
                  </a:lnTo>
                  <a:lnTo>
                    <a:pt x="284" y="354"/>
                  </a:lnTo>
                  <a:lnTo>
                    <a:pt x="284" y="354"/>
                  </a:lnTo>
                  <a:lnTo>
                    <a:pt x="284" y="354"/>
                  </a:lnTo>
                  <a:lnTo>
                    <a:pt x="284" y="354"/>
                  </a:lnTo>
                  <a:lnTo>
                    <a:pt x="284" y="352"/>
                  </a:lnTo>
                  <a:lnTo>
                    <a:pt x="286" y="352"/>
                  </a:lnTo>
                  <a:lnTo>
                    <a:pt x="286" y="352"/>
                  </a:lnTo>
                  <a:lnTo>
                    <a:pt x="286" y="350"/>
                  </a:lnTo>
                  <a:lnTo>
                    <a:pt x="286" y="350"/>
                  </a:lnTo>
                  <a:lnTo>
                    <a:pt x="286" y="348"/>
                  </a:lnTo>
                  <a:lnTo>
                    <a:pt x="286" y="348"/>
                  </a:lnTo>
                  <a:lnTo>
                    <a:pt x="286" y="348"/>
                  </a:lnTo>
                  <a:lnTo>
                    <a:pt x="288" y="348"/>
                  </a:lnTo>
                  <a:lnTo>
                    <a:pt x="288" y="348"/>
                  </a:lnTo>
                  <a:lnTo>
                    <a:pt x="290" y="348"/>
                  </a:lnTo>
                  <a:lnTo>
                    <a:pt x="290" y="348"/>
                  </a:lnTo>
                  <a:lnTo>
                    <a:pt x="294" y="346"/>
                  </a:lnTo>
                  <a:lnTo>
                    <a:pt x="294" y="344"/>
                  </a:lnTo>
                  <a:lnTo>
                    <a:pt x="301" y="341"/>
                  </a:lnTo>
                  <a:lnTo>
                    <a:pt x="301" y="343"/>
                  </a:lnTo>
                  <a:lnTo>
                    <a:pt x="303" y="343"/>
                  </a:lnTo>
                  <a:lnTo>
                    <a:pt x="303" y="343"/>
                  </a:lnTo>
                  <a:lnTo>
                    <a:pt x="303" y="343"/>
                  </a:lnTo>
                  <a:lnTo>
                    <a:pt x="305" y="341"/>
                  </a:lnTo>
                  <a:lnTo>
                    <a:pt x="305" y="341"/>
                  </a:lnTo>
                  <a:lnTo>
                    <a:pt x="305" y="339"/>
                  </a:lnTo>
                  <a:lnTo>
                    <a:pt x="305" y="339"/>
                  </a:lnTo>
                  <a:lnTo>
                    <a:pt x="305" y="337"/>
                  </a:lnTo>
                  <a:lnTo>
                    <a:pt x="305" y="337"/>
                  </a:lnTo>
                  <a:lnTo>
                    <a:pt x="305" y="337"/>
                  </a:lnTo>
                  <a:lnTo>
                    <a:pt x="305" y="335"/>
                  </a:lnTo>
                  <a:lnTo>
                    <a:pt x="307" y="335"/>
                  </a:lnTo>
                  <a:lnTo>
                    <a:pt x="307" y="335"/>
                  </a:lnTo>
                  <a:lnTo>
                    <a:pt x="311" y="335"/>
                  </a:lnTo>
                  <a:lnTo>
                    <a:pt x="311" y="335"/>
                  </a:lnTo>
                  <a:lnTo>
                    <a:pt x="313" y="337"/>
                  </a:lnTo>
                  <a:lnTo>
                    <a:pt x="313" y="337"/>
                  </a:lnTo>
                  <a:lnTo>
                    <a:pt x="313" y="337"/>
                  </a:lnTo>
                  <a:lnTo>
                    <a:pt x="315" y="341"/>
                  </a:lnTo>
                  <a:lnTo>
                    <a:pt x="315" y="339"/>
                  </a:lnTo>
                  <a:lnTo>
                    <a:pt x="322" y="329"/>
                  </a:lnTo>
                  <a:lnTo>
                    <a:pt x="334" y="320"/>
                  </a:lnTo>
                  <a:lnTo>
                    <a:pt x="341" y="314"/>
                  </a:lnTo>
                  <a:lnTo>
                    <a:pt x="351" y="305"/>
                  </a:lnTo>
                  <a:lnTo>
                    <a:pt x="357" y="301"/>
                  </a:lnTo>
                  <a:lnTo>
                    <a:pt x="361" y="299"/>
                  </a:lnTo>
                  <a:lnTo>
                    <a:pt x="366" y="295"/>
                  </a:lnTo>
                  <a:lnTo>
                    <a:pt x="370" y="293"/>
                  </a:lnTo>
                  <a:lnTo>
                    <a:pt x="378" y="289"/>
                  </a:lnTo>
                  <a:lnTo>
                    <a:pt x="383" y="286"/>
                  </a:lnTo>
                  <a:lnTo>
                    <a:pt x="387" y="284"/>
                  </a:lnTo>
                  <a:lnTo>
                    <a:pt x="364" y="295"/>
                  </a:lnTo>
                  <a:lnTo>
                    <a:pt x="362" y="295"/>
                  </a:lnTo>
                  <a:lnTo>
                    <a:pt x="362" y="295"/>
                  </a:lnTo>
                  <a:lnTo>
                    <a:pt x="362" y="293"/>
                  </a:lnTo>
                  <a:lnTo>
                    <a:pt x="361" y="293"/>
                  </a:lnTo>
                  <a:lnTo>
                    <a:pt x="362" y="293"/>
                  </a:lnTo>
                  <a:lnTo>
                    <a:pt x="362" y="293"/>
                  </a:lnTo>
                  <a:lnTo>
                    <a:pt x="362" y="293"/>
                  </a:lnTo>
                  <a:lnTo>
                    <a:pt x="362" y="291"/>
                  </a:lnTo>
                  <a:lnTo>
                    <a:pt x="364" y="291"/>
                  </a:lnTo>
                  <a:lnTo>
                    <a:pt x="364" y="291"/>
                  </a:lnTo>
                  <a:lnTo>
                    <a:pt x="364" y="293"/>
                  </a:lnTo>
                  <a:lnTo>
                    <a:pt x="366" y="293"/>
                  </a:lnTo>
                  <a:lnTo>
                    <a:pt x="366" y="293"/>
                  </a:lnTo>
                  <a:lnTo>
                    <a:pt x="368" y="291"/>
                  </a:lnTo>
                  <a:lnTo>
                    <a:pt x="370" y="291"/>
                  </a:lnTo>
                  <a:lnTo>
                    <a:pt x="370" y="291"/>
                  </a:lnTo>
                  <a:lnTo>
                    <a:pt x="370" y="289"/>
                  </a:lnTo>
                  <a:lnTo>
                    <a:pt x="370" y="289"/>
                  </a:lnTo>
                  <a:lnTo>
                    <a:pt x="370" y="289"/>
                  </a:lnTo>
                  <a:lnTo>
                    <a:pt x="372" y="289"/>
                  </a:lnTo>
                  <a:lnTo>
                    <a:pt x="372" y="287"/>
                  </a:lnTo>
                  <a:lnTo>
                    <a:pt x="372" y="287"/>
                  </a:lnTo>
                  <a:lnTo>
                    <a:pt x="372" y="286"/>
                  </a:lnTo>
                  <a:lnTo>
                    <a:pt x="372" y="286"/>
                  </a:lnTo>
                  <a:lnTo>
                    <a:pt x="370" y="284"/>
                  </a:lnTo>
                  <a:lnTo>
                    <a:pt x="370" y="286"/>
                  </a:lnTo>
                  <a:lnTo>
                    <a:pt x="368" y="286"/>
                  </a:lnTo>
                  <a:lnTo>
                    <a:pt x="368" y="286"/>
                  </a:lnTo>
                  <a:lnTo>
                    <a:pt x="366" y="286"/>
                  </a:lnTo>
                  <a:lnTo>
                    <a:pt x="362" y="289"/>
                  </a:lnTo>
                  <a:lnTo>
                    <a:pt x="359" y="287"/>
                  </a:lnTo>
                  <a:lnTo>
                    <a:pt x="357" y="287"/>
                  </a:lnTo>
                  <a:lnTo>
                    <a:pt x="357" y="287"/>
                  </a:lnTo>
                  <a:lnTo>
                    <a:pt x="357" y="289"/>
                  </a:lnTo>
                  <a:lnTo>
                    <a:pt x="357" y="289"/>
                  </a:lnTo>
                  <a:lnTo>
                    <a:pt x="357" y="289"/>
                  </a:lnTo>
                  <a:lnTo>
                    <a:pt x="357" y="291"/>
                  </a:lnTo>
                  <a:lnTo>
                    <a:pt x="357" y="291"/>
                  </a:lnTo>
                  <a:lnTo>
                    <a:pt x="357" y="291"/>
                  </a:lnTo>
                  <a:lnTo>
                    <a:pt x="357" y="291"/>
                  </a:lnTo>
                  <a:lnTo>
                    <a:pt x="357" y="293"/>
                  </a:lnTo>
                  <a:lnTo>
                    <a:pt x="355" y="293"/>
                  </a:lnTo>
                  <a:lnTo>
                    <a:pt x="355" y="295"/>
                  </a:lnTo>
                  <a:lnTo>
                    <a:pt x="353" y="295"/>
                  </a:lnTo>
                  <a:lnTo>
                    <a:pt x="353" y="295"/>
                  </a:lnTo>
                  <a:lnTo>
                    <a:pt x="353" y="295"/>
                  </a:lnTo>
                  <a:lnTo>
                    <a:pt x="357" y="297"/>
                  </a:lnTo>
                  <a:lnTo>
                    <a:pt x="355" y="297"/>
                  </a:lnTo>
                  <a:lnTo>
                    <a:pt x="355" y="297"/>
                  </a:lnTo>
                  <a:lnTo>
                    <a:pt x="353" y="297"/>
                  </a:lnTo>
                  <a:lnTo>
                    <a:pt x="353" y="297"/>
                  </a:lnTo>
                  <a:lnTo>
                    <a:pt x="353" y="299"/>
                  </a:lnTo>
                  <a:lnTo>
                    <a:pt x="353" y="301"/>
                  </a:lnTo>
                  <a:lnTo>
                    <a:pt x="353" y="301"/>
                  </a:lnTo>
                  <a:lnTo>
                    <a:pt x="351" y="303"/>
                  </a:lnTo>
                  <a:lnTo>
                    <a:pt x="351" y="303"/>
                  </a:lnTo>
                  <a:lnTo>
                    <a:pt x="351" y="303"/>
                  </a:lnTo>
                  <a:lnTo>
                    <a:pt x="349" y="303"/>
                  </a:lnTo>
                  <a:lnTo>
                    <a:pt x="349" y="303"/>
                  </a:lnTo>
                  <a:lnTo>
                    <a:pt x="347" y="303"/>
                  </a:lnTo>
                  <a:lnTo>
                    <a:pt x="347" y="305"/>
                  </a:lnTo>
                  <a:lnTo>
                    <a:pt x="347" y="305"/>
                  </a:lnTo>
                  <a:lnTo>
                    <a:pt x="345" y="305"/>
                  </a:lnTo>
                  <a:lnTo>
                    <a:pt x="347" y="305"/>
                  </a:lnTo>
                  <a:lnTo>
                    <a:pt x="347" y="303"/>
                  </a:lnTo>
                  <a:lnTo>
                    <a:pt x="347" y="301"/>
                  </a:lnTo>
                  <a:lnTo>
                    <a:pt x="345" y="301"/>
                  </a:lnTo>
                  <a:lnTo>
                    <a:pt x="345" y="303"/>
                  </a:lnTo>
                  <a:lnTo>
                    <a:pt x="345" y="303"/>
                  </a:lnTo>
                  <a:lnTo>
                    <a:pt x="343" y="301"/>
                  </a:lnTo>
                  <a:lnTo>
                    <a:pt x="343" y="299"/>
                  </a:lnTo>
                  <a:lnTo>
                    <a:pt x="345" y="299"/>
                  </a:lnTo>
                  <a:lnTo>
                    <a:pt x="345" y="297"/>
                  </a:lnTo>
                  <a:lnTo>
                    <a:pt x="347" y="297"/>
                  </a:lnTo>
                  <a:lnTo>
                    <a:pt x="349" y="297"/>
                  </a:lnTo>
                  <a:lnTo>
                    <a:pt x="349" y="295"/>
                  </a:lnTo>
                  <a:lnTo>
                    <a:pt x="347" y="295"/>
                  </a:lnTo>
                  <a:lnTo>
                    <a:pt x="347" y="293"/>
                  </a:lnTo>
                  <a:lnTo>
                    <a:pt x="349" y="291"/>
                  </a:lnTo>
                  <a:lnTo>
                    <a:pt x="349" y="289"/>
                  </a:lnTo>
                  <a:lnTo>
                    <a:pt x="351" y="289"/>
                  </a:lnTo>
                  <a:lnTo>
                    <a:pt x="353" y="286"/>
                  </a:lnTo>
                  <a:lnTo>
                    <a:pt x="353" y="284"/>
                  </a:lnTo>
                  <a:lnTo>
                    <a:pt x="353" y="282"/>
                  </a:lnTo>
                  <a:lnTo>
                    <a:pt x="355" y="280"/>
                  </a:lnTo>
                  <a:lnTo>
                    <a:pt x="357" y="276"/>
                  </a:lnTo>
                  <a:lnTo>
                    <a:pt x="359" y="276"/>
                  </a:lnTo>
                  <a:lnTo>
                    <a:pt x="361" y="274"/>
                  </a:lnTo>
                  <a:lnTo>
                    <a:pt x="361" y="274"/>
                  </a:lnTo>
                  <a:lnTo>
                    <a:pt x="362" y="274"/>
                  </a:lnTo>
                  <a:lnTo>
                    <a:pt x="364" y="274"/>
                  </a:lnTo>
                  <a:lnTo>
                    <a:pt x="368" y="270"/>
                  </a:lnTo>
                  <a:lnTo>
                    <a:pt x="372" y="265"/>
                  </a:lnTo>
                  <a:lnTo>
                    <a:pt x="376" y="265"/>
                  </a:lnTo>
                  <a:lnTo>
                    <a:pt x="378" y="263"/>
                  </a:lnTo>
                  <a:lnTo>
                    <a:pt x="378" y="263"/>
                  </a:lnTo>
                  <a:lnTo>
                    <a:pt x="381" y="265"/>
                  </a:lnTo>
                  <a:lnTo>
                    <a:pt x="385" y="265"/>
                  </a:lnTo>
                  <a:lnTo>
                    <a:pt x="387" y="266"/>
                  </a:lnTo>
                  <a:lnTo>
                    <a:pt x="387" y="274"/>
                  </a:lnTo>
                  <a:lnTo>
                    <a:pt x="387" y="276"/>
                  </a:lnTo>
                  <a:lnTo>
                    <a:pt x="387" y="276"/>
                  </a:lnTo>
                  <a:lnTo>
                    <a:pt x="387" y="278"/>
                  </a:lnTo>
                  <a:lnTo>
                    <a:pt x="387" y="278"/>
                  </a:lnTo>
                  <a:lnTo>
                    <a:pt x="387" y="278"/>
                  </a:lnTo>
                  <a:lnTo>
                    <a:pt x="385" y="280"/>
                  </a:lnTo>
                  <a:lnTo>
                    <a:pt x="381" y="282"/>
                  </a:lnTo>
                  <a:lnTo>
                    <a:pt x="381" y="282"/>
                  </a:lnTo>
                  <a:lnTo>
                    <a:pt x="383" y="280"/>
                  </a:lnTo>
                  <a:lnTo>
                    <a:pt x="383" y="280"/>
                  </a:lnTo>
                  <a:lnTo>
                    <a:pt x="383" y="280"/>
                  </a:lnTo>
                  <a:lnTo>
                    <a:pt x="378" y="280"/>
                  </a:lnTo>
                  <a:lnTo>
                    <a:pt x="376" y="282"/>
                  </a:lnTo>
                  <a:lnTo>
                    <a:pt x="376" y="282"/>
                  </a:lnTo>
                  <a:lnTo>
                    <a:pt x="374" y="282"/>
                  </a:lnTo>
                  <a:lnTo>
                    <a:pt x="374" y="282"/>
                  </a:lnTo>
                  <a:lnTo>
                    <a:pt x="374" y="282"/>
                  </a:lnTo>
                  <a:lnTo>
                    <a:pt x="374" y="284"/>
                  </a:lnTo>
                  <a:lnTo>
                    <a:pt x="374" y="284"/>
                  </a:lnTo>
                  <a:lnTo>
                    <a:pt x="374" y="284"/>
                  </a:lnTo>
                  <a:lnTo>
                    <a:pt x="376" y="284"/>
                  </a:lnTo>
                  <a:lnTo>
                    <a:pt x="376" y="284"/>
                  </a:lnTo>
                  <a:lnTo>
                    <a:pt x="376" y="286"/>
                  </a:lnTo>
                  <a:lnTo>
                    <a:pt x="376" y="286"/>
                  </a:lnTo>
                  <a:lnTo>
                    <a:pt x="376" y="287"/>
                  </a:lnTo>
                  <a:lnTo>
                    <a:pt x="380" y="286"/>
                  </a:lnTo>
                  <a:lnTo>
                    <a:pt x="385" y="284"/>
                  </a:lnTo>
                  <a:lnTo>
                    <a:pt x="391" y="280"/>
                  </a:lnTo>
                  <a:lnTo>
                    <a:pt x="393" y="280"/>
                  </a:lnTo>
                  <a:lnTo>
                    <a:pt x="393" y="280"/>
                  </a:lnTo>
                  <a:lnTo>
                    <a:pt x="393" y="280"/>
                  </a:lnTo>
                  <a:lnTo>
                    <a:pt x="393" y="282"/>
                  </a:lnTo>
                  <a:lnTo>
                    <a:pt x="397" y="278"/>
                  </a:lnTo>
                  <a:lnTo>
                    <a:pt x="401" y="278"/>
                  </a:lnTo>
                  <a:lnTo>
                    <a:pt x="402" y="276"/>
                  </a:lnTo>
                  <a:lnTo>
                    <a:pt x="402" y="276"/>
                  </a:lnTo>
                  <a:lnTo>
                    <a:pt x="406" y="276"/>
                  </a:lnTo>
                  <a:lnTo>
                    <a:pt x="408" y="276"/>
                  </a:lnTo>
                  <a:lnTo>
                    <a:pt x="408" y="276"/>
                  </a:lnTo>
                  <a:lnTo>
                    <a:pt x="412" y="274"/>
                  </a:lnTo>
                  <a:lnTo>
                    <a:pt x="416" y="272"/>
                  </a:lnTo>
                  <a:lnTo>
                    <a:pt x="427" y="268"/>
                  </a:lnTo>
                  <a:lnTo>
                    <a:pt x="429" y="268"/>
                  </a:lnTo>
                  <a:lnTo>
                    <a:pt x="431" y="268"/>
                  </a:lnTo>
                  <a:lnTo>
                    <a:pt x="431" y="268"/>
                  </a:lnTo>
                  <a:lnTo>
                    <a:pt x="433" y="268"/>
                  </a:lnTo>
                  <a:lnTo>
                    <a:pt x="433" y="268"/>
                  </a:lnTo>
                  <a:lnTo>
                    <a:pt x="435" y="268"/>
                  </a:lnTo>
                  <a:lnTo>
                    <a:pt x="435" y="268"/>
                  </a:lnTo>
                  <a:lnTo>
                    <a:pt x="437" y="268"/>
                  </a:lnTo>
                  <a:lnTo>
                    <a:pt x="452" y="263"/>
                  </a:lnTo>
                  <a:lnTo>
                    <a:pt x="462" y="257"/>
                  </a:lnTo>
                  <a:lnTo>
                    <a:pt x="460" y="257"/>
                  </a:lnTo>
                  <a:lnTo>
                    <a:pt x="458" y="255"/>
                  </a:lnTo>
                  <a:lnTo>
                    <a:pt x="458" y="255"/>
                  </a:lnTo>
                  <a:lnTo>
                    <a:pt x="456" y="255"/>
                  </a:lnTo>
                  <a:lnTo>
                    <a:pt x="456" y="255"/>
                  </a:lnTo>
                  <a:lnTo>
                    <a:pt x="454" y="253"/>
                  </a:lnTo>
                  <a:lnTo>
                    <a:pt x="454" y="253"/>
                  </a:lnTo>
                  <a:lnTo>
                    <a:pt x="454" y="253"/>
                  </a:lnTo>
                  <a:lnTo>
                    <a:pt x="454" y="251"/>
                  </a:lnTo>
                  <a:lnTo>
                    <a:pt x="454" y="251"/>
                  </a:lnTo>
                  <a:lnTo>
                    <a:pt x="454" y="251"/>
                  </a:lnTo>
                  <a:lnTo>
                    <a:pt x="454" y="251"/>
                  </a:lnTo>
                  <a:lnTo>
                    <a:pt x="452" y="251"/>
                  </a:lnTo>
                  <a:lnTo>
                    <a:pt x="452" y="251"/>
                  </a:lnTo>
                  <a:lnTo>
                    <a:pt x="448" y="249"/>
                  </a:lnTo>
                  <a:lnTo>
                    <a:pt x="446" y="249"/>
                  </a:lnTo>
                  <a:lnTo>
                    <a:pt x="444" y="247"/>
                  </a:lnTo>
                  <a:lnTo>
                    <a:pt x="442" y="246"/>
                  </a:lnTo>
                  <a:lnTo>
                    <a:pt x="441" y="246"/>
                  </a:lnTo>
                  <a:lnTo>
                    <a:pt x="441" y="246"/>
                  </a:lnTo>
                  <a:lnTo>
                    <a:pt x="441" y="242"/>
                  </a:lnTo>
                  <a:lnTo>
                    <a:pt x="441" y="240"/>
                  </a:lnTo>
                  <a:lnTo>
                    <a:pt x="441" y="240"/>
                  </a:lnTo>
                  <a:lnTo>
                    <a:pt x="442" y="240"/>
                  </a:lnTo>
                  <a:lnTo>
                    <a:pt x="442" y="242"/>
                  </a:lnTo>
                  <a:lnTo>
                    <a:pt x="442" y="244"/>
                  </a:lnTo>
                  <a:lnTo>
                    <a:pt x="444" y="246"/>
                  </a:lnTo>
                  <a:lnTo>
                    <a:pt x="444" y="246"/>
                  </a:lnTo>
                  <a:lnTo>
                    <a:pt x="446" y="247"/>
                  </a:lnTo>
                  <a:lnTo>
                    <a:pt x="448" y="247"/>
                  </a:lnTo>
                  <a:lnTo>
                    <a:pt x="452" y="247"/>
                  </a:lnTo>
                  <a:lnTo>
                    <a:pt x="460" y="253"/>
                  </a:lnTo>
                  <a:lnTo>
                    <a:pt x="463" y="255"/>
                  </a:lnTo>
                  <a:lnTo>
                    <a:pt x="465" y="253"/>
                  </a:lnTo>
                  <a:lnTo>
                    <a:pt x="465" y="253"/>
                  </a:lnTo>
                  <a:lnTo>
                    <a:pt x="463" y="253"/>
                  </a:lnTo>
                  <a:lnTo>
                    <a:pt x="463" y="253"/>
                  </a:lnTo>
                  <a:lnTo>
                    <a:pt x="463" y="251"/>
                  </a:lnTo>
                  <a:lnTo>
                    <a:pt x="465" y="249"/>
                  </a:lnTo>
                  <a:lnTo>
                    <a:pt x="469" y="244"/>
                  </a:lnTo>
                  <a:lnTo>
                    <a:pt x="469" y="244"/>
                  </a:lnTo>
                  <a:lnTo>
                    <a:pt x="471" y="242"/>
                  </a:lnTo>
                  <a:lnTo>
                    <a:pt x="473" y="236"/>
                  </a:lnTo>
                  <a:lnTo>
                    <a:pt x="473" y="236"/>
                  </a:lnTo>
                  <a:lnTo>
                    <a:pt x="475" y="234"/>
                  </a:lnTo>
                  <a:lnTo>
                    <a:pt x="477" y="234"/>
                  </a:lnTo>
                  <a:lnTo>
                    <a:pt x="481" y="232"/>
                  </a:lnTo>
                  <a:lnTo>
                    <a:pt x="484" y="230"/>
                  </a:lnTo>
                  <a:lnTo>
                    <a:pt x="494" y="225"/>
                  </a:lnTo>
                  <a:lnTo>
                    <a:pt x="496" y="223"/>
                  </a:lnTo>
                  <a:lnTo>
                    <a:pt x="494" y="225"/>
                  </a:lnTo>
                  <a:lnTo>
                    <a:pt x="492" y="225"/>
                  </a:lnTo>
                  <a:lnTo>
                    <a:pt x="490" y="225"/>
                  </a:lnTo>
                  <a:lnTo>
                    <a:pt x="492" y="223"/>
                  </a:lnTo>
                  <a:lnTo>
                    <a:pt x="494" y="223"/>
                  </a:lnTo>
                  <a:lnTo>
                    <a:pt x="496" y="221"/>
                  </a:lnTo>
                  <a:lnTo>
                    <a:pt x="496" y="221"/>
                  </a:lnTo>
                  <a:lnTo>
                    <a:pt x="498" y="219"/>
                  </a:lnTo>
                  <a:lnTo>
                    <a:pt x="500" y="217"/>
                  </a:lnTo>
                  <a:lnTo>
                    <a:pt x="502" y="213"/>
                  </a:lnTo>
                  <a:lnTo>
                    <a:pt x="500" y="211"/>
                  </a:lnTo>
                  <a:lnTo>
                    <a:pt x="500" y="213"/>
                  </a:lnTo>
                  <a:lnTo>
                    <a:pt x="500" y="213"/>
                  </a:lnTo>
                  <a:lnTo>
                    <a:pt x="500" y="215"/>
                  </a:lnTo>
                  <a:lnTo>
                    <a:pt x="498" y="213"/>
                  </a:lnTo>
                  <a:lnTo>
                    <a:pt x="496" y="215"/>
                  </a:lnTo>
                  <a:lnTo>
                    <a:pt x="496" y="217"/>
                  </a:lnTo>
                  <a:lnTo>
                    <a:pt x="494" y="217"/>
                  </a:lnTo>
                  <a:lnTo>
                    <a:pt x="494" y="211"/>
                  </a:lnTo>
                  <a:lnTo>
                    <a:pt x="494" y="208"/>
                  </a:lnTo>
                  <a:lnTo>
                    <a:pt x="496" y="206"/>
                  </a:lnTo>
                  <a:lnTo>
                    <a:pt x="498" y="204"/>
                  </a:lnTo>
                  <a:lnTo>
                    <a:pt x="511" y="192"/>
                  </a:lnTo>
                  <a:lnTo>
                    <a:pt x="517" y="190"/>
                  </a:lnTo>
                  <a:lnTo>
                    <a:pt x="519" y="189"/>
                  </a:lnTo>
                  <a:lnTo>
                    <a:pt x="522" y="187"/>
                  </a:lnTo>
                  <a:lnTo>
                    <a:pt x="522" y="185"/>
                  </a:lnTo>
                  <a:lnTo>
                    <a:pt x="522" y="187"/>
                  </a:lnTo>
                  <a:lnTo>
                    <a:pt x="521" y="187"/>
                  </a:lnTo>
                  <a:lnTo>
                    <a:pt x="519" y="189"/>
                  </a:lnTo>
                  <a:lnTo>
                    <a:pt x="519" y="187"/>
                  </a:lnTo>
                  <a:lnTo>
                    <a:pt x="519" y="187"/>
                  </a:lnTo>
                  <a:lnTo>
                    <a:pt x="517" y="187"/>
                  </a:lnTo>
                  <a:lnTo>
                    <a:pt x="517" y="187"/>
                  </a:lnTo>
                  <a:lnTo>
                    <a:pt x="517" y="185"/>
                  </a:lnTo>
                  <a:lnTo>
                    <a:pt x="515" y="185"/>
                  </a:lnTo>
                  <a:lnTo>
                    <a:pt x="515" y="185"/>
                  </a:lnTo>
                  <a:lnTo>
                    <a:pt x="513" y="185"/>
                  </a:lnTo>
                  <a:lnTo>
                    <a:pt x="515" y="185"/>
                  </a:lnTo>
                  <a:lnTo>
                    <a:pt x="515" y="183"/>
                  </a:lnTo>
                  <a:lnTo>
                    <a:pt x="517" y="183"/>
                  </a:lnTo>
                  <a:lnTo>
                    <a:pt x="519" y="185"/>
                  </a:lnTo>
                  <a:lnTo>
                    <a:pt x="519" y="183"/>
                  </a:lnTo>
                  <a:lnTo>
                    <a:pt x="519" y="183"/>
                  </a:lnTo>
                  <a:lnTo>
                    <a:pt x="519" y="183"/>
                  </a:lnTo>
                  <a:lnTo>
                    <a:pt x="519" y="181"/>
                  </a:lnTo>
                  <a:lnTo>
                    <a:pt x="519" y="179"/>
                  </a:lnTo>
                  <a:lnTo>
                    <a:pt x="517" y="179"/>
                  </a:lnTo>
                  <a:lnTo>
                    <a:pt x="515" y="179"/>
                  </a:lnTo>
                  <a:lnTo>
                    <a:pt x="511" y="179"/>
                  </a:lnTo>
                  <a:lnTo>
                    <a:pt x="509" y="179"/>
                  </a:lnTo>
                  <a:lnTo>
                    <a:pt x="507" y="177"/>
                  </a:lnTo>
                  <a:lnTo>
                    <a:pt x="511" y="175"/>
                  </a:lnTo>
                  <a:lnTo>
                    <a:pt x="513" y="175"/>
                  </a:lnTo>
                  <a:lnTo>
                    <a:pt x="515" y="177"/>
                  </a:lnTo>
                  <a:lnTo>
                    <a:pt x="517" y="175"/>
                  </a:lnTo>
                  <a:lnTo>
                    <a:pt x="515" y="170"/>
                  </a:lnTo>
                  <a:lnTo>
                    <a:pt x="505" y="147"/>
                  </a:lnTo>
                  <a:lnTo>
                    <a:pt x="503" y="137"/>
                  </a:lnTo>
                  <a:lnTo>
                    <a:pt x="507" y="130"/>
                  </a:lnTo>
                  <a:lnTo>
                    <a:pt x="511" y="122"/>
                  </a:lnTo>
                  <a:lnTo>
                    <a:pt x="524" y="109"/>
                  </a:lnTo>
                  <a:lnTo>
                    <a:pt x="530" y="105"/>
                  </a:lnTo>
                  <a:lnTo>
                    <a:pt x="538" y="101"/>
                  </a:lnTo>
                  <a:lnTo>
                    <a:pt x="538" y="101"/>
                  </a:lnTo>
                  <a:lnTo>
                    <a:pt x="542" y="101"/>
                  </a:lnTo>
                  <a:lnTo>
                    <a:pt x="542" y="101"/>
                  </a:lnTo>
                  <a:lnTo>
                    <a:pt x="543" y="99"/>
                  </a:lnTo>
                  <a:lnTo>
                    <a:pt x="545" y="101"/>
                  </a:lnTo>
                  <a:lnTo>
                    <a:pt x="551" y="99"/>
                  </a:lnTo>
                  <a:lnTo>
                    <a:pt x="557" y="97"/>
                  </a:lnTo>
                  <a:lnTo>
                    <a:pt x="563" y="95"/>
                  </a:lnTo>
                  <a:lnTo>
                    <a:pt x="563" y="95"/>
                  </a:lnTo>
                  <a:lnTo>
                    <a:pt x="563" y="9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25" name="Freeform 28">
              <a:extLst>
                <a:ext uri="{FF2B5EF4-FFF2-40B4-BE49-F238E27FC236}">
                  <a16:creationId xmlns:a16="http://schemas.microsoft.com/office/drawing/2014/main" id="{898D31A9-B647-3C95-3737-E055202FD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063" y="2671763"/>
              <a:ext cx="280988" cy="298450"/>
            </a:xfrm>
            <a:custGeom>
              <a:avLst/>
              <a:gdLst>
                <a:gd name="T0" fmla="*/ 175 w 177"/>
                <a:gd name="T1" fmla="*/ 24 h 188"/>
                <a:gd name="T2" fmla="*/ 171 w 177"/>
                <a:gd name="T3" fmla="*/ 19 h 188"/>
                <a:gd name="T4" fmla="*/ 175 w 177"/>
                <a:gd name="T5" fmla="*/ 15 h 188"/>
                <a:gd name="T6" fmla="*/ 171 w 177"/>
                <a:gd name="T7" fmla="*/ 4 h 188"/>
                <a:gd name="T8" fmla="*/ 167 w 177"/>
                <a:gd name="T9" fmla="*/ 4 h 188"/>
                <a:gd name="T10" fmla="*/ 154 w 177"/>
                <a:gd name="T11" fmla="*/ 11 h 188"/>
                <a:gd name="T12" fmla="*/ 146 w 177"/>
                <a:gd name="T13" fmla="*/ 9 h 188"/>
                <a:gd name="T14" fmla="*/ 135 w 177"/>
                <a:gd name="T15" fmla="*/ 23 h 188"/>
                <a:gd name="T16" fmla="*/ 112 w 177"/>
                <a:gd name="T17" fmla="*/ 34 h 188"/>
                <a:gd name="T18" fmla="*/ 106 w 177"/>
                <a:gd name="T19" fmla="*/ 38 h 188"/>
                <a:gd name="T20" fmla="*/ 101 w 177"/>
                <a:gd name="T21" fmla="*/ 45 h 188"/>
                <a:gd name="T22" fmla="*/ 95 w 177"/>
                <a:gd name="T23" fmla="*/ 55 h 188"/>
                <a:gd name="T24" fmla="*/ 89 w 177"/>
                <a:gd name="T25" fmla="*/ 55 h 188"/>
                <a:gd name="T26" fmla="*/ 84 w 177"/>
                <a:gd name="T27" fmla="*/ 53 h 188"/>
                <a:gd name="T28" fmla="*/ 78 w 177"/>
                <a:gd name="T29" fmla="*/ 70 h 188"/>
                <a:gd name="T30" fmla="*/ 61 w 177"/>
                <a:gd name="T31" fmla="*/ 89 h 188"/>
                <a:gd name="T32" fmla="*/ 61 w 177"/>
                <a:gd name="T33" fmla="*/ 100 h 188"/>
                <a:gd name="T34" fmla="*/ 59 w 177"/>
                <a:gd name="T35" fmla="*/ 108 h 188"/>
                <a:gd name="T36" fmla="*/ 57 w 177"/>
                <a:gd name="T37" fmla="*/ 118 h 188"/>
                <a:gd name="T38" fmla="*/ 42 w 177"/>
                <a:gd name="T39" fmla="*/ 123 h 188"/>
                <a:gd name="T40" fmla="*/ 42 w 177"/>
                <a:gd name="T41" fmla="*/ 120 h 188"/>
                <a:gd name="T42" fmla="*/ 44 w 177"/>
                <a:gd name="T43" fmla="*/ 112 h 188"/>
                <a:gd name="T44" fmla="*/ 38 w 177"/>
                <a:gd name="T45" fmla="*/ 112 h 188"/>
                <a:gd name="T46" fmla="*/ 32 w 177"/>
                <a:gd name="T47" fmla="*/ 116 h 188"/>
                <a:gd name="T48" fmla="*/ 34 w 177"/>
                <a:gd name="T49" fmla="*/ 121 h 188"/>
                <a:gd name="T50" fmla="*/ 3 w 177"/>
                <a:gd name="T51" fmla="*/ 150 h 188"/>
                <a:gd name="T52" fmla="*/ 2 w 177"/>
                <a:gd name="T53" fmla="*/ 158 h 188"/>
                <a:gd name="T54" fmla="*/ 5 w 177"/>
                <a:gd name="T55" fmla="*/ 159 h 188"/>
                <a:gd name="T56" fmla="*/ 9 w 177"/>
                <a:gd name="T57" fmla="*/ 165 h 188"/>
                <a:gd name="T58" fmla="*/ 11 w 177"/>
                <a:gd name="T59" fmla="*/ 175 h 188"/>
                <a:gd name="T60" fmla="*/ 13 w 177"/>
                <a:gd name="T61" fmla="*/ 180 h 188"/>
                <a:gd name="T62" fmla="*/ 17 w 177"/>
                <a:gd name="T63" fmla="*/ 182 h 188"/>
                <a:gd name="T64" fmla="*/ 23 w 177"/>
                <a:gd name="T65" fmla="*/ 184 h 188"/>
                <a:gd name="T66" fmla="*/ 28 w 177"/>
                <a:gd name="T67" fmla="*/ 182 h 188"/>
                <a:gd name="T68" fmla="*/ 44 w 177"/>
                <a:gd name="T69" fmla="*/ 163 h 188"/>
                <a:gd name="T70" fmla="*/ 42 w 177"/>
                <a:gd name="T71" fmla="*/ 159 h 188"/>
                <a:gd name="T72" fmla="*/ 40 w 177"/>
                <a:gd name="T73" fmla="*/ 158 h 188"/>
                <a:gd name="T74" fmla="*/ 55 w 177"/>
                <a:gd name="T75" fmla="*/ 152 h 188"/>
                <a:gd name="T76" fmla="*/ 68 w 177"/>
                <a:gd name="T77" fmla="*/ 156 h 188"/>
                <a:gd name="T78" fmla="*/ 76 w 177"/>
                <a:gd name="T79" fmla="*/ 156 h 188"/>
                <a:gd name="T80" fmla="*/ 80 w 177"/>
                <a:gd name="T81" fmla="*/ 158 h 188"/>
                <a:gd name="T82" fmla="*/ 99 w 177"/>
                <a:gd name="T83" fmla="*/ 152 h 188"/>
                <a:gd name="T84" fmla="*/ 114 w 177"/>
                <a:gd name="T85" fmla="*/ 139 h 188"/>
                <a:gd name="T86" fmla="*/ 114 w 177"/>
                <a:gd name="T87" fmla="*/ 148 h 188"/>
                <a:gd name="T88" fmla="*/ 116 w 177"/>
                <a:gd name="T89" fmla="*/ 161 h 188"/>
                <a:gd name="T90" fmla="*/ 127 w 177"/>
                <a:gd name="T91" fmla="*/ 159 h 188"/>
                <a:gd name="T92" fmla="*/ 139 w 177"/>
                <a:gd name="T93" fmla="*/ 152 h 188"/>
                <a:gd name="T94" fmla="*/ 141 w 177"/>
                <a:gd name="T95" fmla="*/ 148 h 188"/>
                <a:gd name="T96" fmla="*/ 154 w 177"/>
                <a:gd name="T97" fmla="*/ 135 h 188"/>
                <a:gd name="T98" fmla="*/ 154 w 177"/>
                <a:gd name="T99" fmla="*/ 114 h 188"/>
                <a:gd name="T100" fmla="*/ 167 w 177"/>
                <a:gd name="T101" fmla="*/ 100 h 188"/>
                <a:gd name="T102" fmla="*/ 162 w 177"/>
                <a:gd name="T103" fmla="*/ 87 h 188"/>
                <a:gd name="T104" fmla="*/ 160 w 177"/>
                <a:gd name="T105" fmla="*/ 85 h 188"/>
                <a:gd name="T106" fmla="*/ 160 w 177"/>
                <a:gd name="T107" fmla="*/ 66 h 188"/>
                <a:gd name="T108" fmla="*/ 160 w 177"/>
                <a:gd name="T109" fmla="*/ 55 h 188"/>
                <a:gd name="T110" fmla="*/ 165 w 177"/>
                <a:gd name="T111" fmla="*/ 45 h 188"/>
                <a:gd name="T112" fmla="*/ 171 w 177"/>
                <a:gd name="T113" fmla="*/ 40 h 188"/>
                <a:gd name="T114" fmla="*/ 177 w 177"/>
                <a:gd name="T115" fmla="*/ 4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77" h="188">
                  <a:moveTo>
                    <a:pt x="177" y="36"/>
                  </a:moveTo>
                  <a:lnTo>
                    <a:pt x="175" y="32"/>
                  </a:lnTo>
                  <a:lnTo>
                    <a:pt x="175" y="32"/>
                  </a:lnTo>
                  <a:lnTo>
                    <a:pt x="175" y="30"/>
                  </a:lnTo>
                  <a:lnTo>
                    <a:pt x="175" y="28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3" y="23"/>
                  </a:lnTo>
                  <a:lnTo>
                    <a:pt x="173" y="21"/>
                  </a:lnTo>
                  <a:lnTo>
                    <a:pt x="171" y="21"/>
                  </a:lnTo>
                  <a:lnTo>
                    <a:pt x="171" y="19"/>
                  </a:lnTo>
                  <a:lnTo>
                    <a:pt x="173" y="17"/>
                  </a:lnTo>
                  <a:lnTo>
                    <a:pt x="173" y="17"/>
                  </a:lnTo>
                  <a:lnTo>
                    <a:pt x="173" y="17"/>
                  </a:lnTo>
                  <a:lnTo>
                    <a:pt x="173" y="15"/>
                  </a:lnTo>
                  <a:lnTo>
                    <a:pt x="175" y="15"/>
                  </a:lnTo>
                  <a:lnTo>
                    <a:pt x="175" y="15"/>
                  </a:lnTo>
                  <a:lnTo>
                    <a:pt x="175" y="13"/>
                  </a:lnTo>
                  <a:lnTo>
                    <a:pt x="175" y="9"/>
                  </a:lnTo>
                  <a:lnTo>
                    <a:pt x="175" y="7"/>
                  </a:lnTo>
                  <a:lnTo>
                    <a:pt x="175" y="5"/>
                  </a:lnTo>
                  <a:lnTo>
                    <a:pt x="173" y="5"/>
                  </a:lnTo>
                  <a:lnTo>
                    <a:pt x="171" y="4"/>
                  </a:lnTo>
                  <a:lnTo>
                    <a:pt x="171" y="4"/>
                  </a:lnTo>
                  <a:lnTo>
                    <a:pt x="171" y="4"/>
                  </a:lnTo>
                  <a:lnTo>
                    <a:pt x="169" y="0"/>
                  </a:lnTo>
                  <a:lnTo>
                    <a:pt x="169" y="2"/>
                  </a:lnTo>
                  <a:lnTo>
                    <a:pt x="167" y="2"/>
                  </a:lnTo>
                  <a:lnTo>
                    <a:pt x="167" y="4"/>
                  </a:lnTo>
                  <a:lnTo>
                    <a:pt x="167" y="4"/>
                  </a:lnTo>
                  <a:lnTo>
                    <a:pt x="167" y="4"/>
                  </a:lnTo>
                  <a:lnTo>
                    <a:pt x="167" y="4"/>
                  </a:lnTo>
                  <a:lnTo>
                    <a:pt x="156" y="11"/>
                  </a:lnTo>
                  <a:lnTo>
                    <a:pt x="156" y="11"/>
                  </a:lnTo>
                  <a:lnTo>
                    <a:pt x="154" y="11"/>
                  </a:lnTo>
                  <a:lnTo>
                    <a:pt x="152" y="11"/>
                  </a:lnTo>
                  <a:lnTo>
                    <a:pt x="150" y="11"/>
                  </a:lnTo>
                  <a:lnTo>
                    <a:pt x="150" y="11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5" y="9"/>
                  </a:lnTo>
                  <a:lnTo>
                    <a:pt x="145" y="9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39" y="19"/>
                  </a:lnTo>
                  <a:lnTo>
                    <a:pt x="135" y="23"/>
                  </a:lnTo>
                  <a:lnTo>
                    <a:pt x="131" y="26"/>
                  </a:lnTo>
                  <a:lnTo>
                    <a:pt x="125" y="30"/>
                  </a:lnTo>
                  <a:lnTo>
                    <a:pt x="124" y="32"/>
                  </a:lnTo>
                  <a:lnTo>
                    <a:pt x="116" y="34"/>
                  </a:lnTo>
                  <a:lnTo>
                    <a:pt x="112" y="34"/>
                  </a:lnTo>
                  <a:lnTo>
                    <a:pt x="112" y="34"/>
                  </a:lnTo>
                  <a:lnTo>
                    <a:pt x="112" y="34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8" y="38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4" y="38"/>
                  </a:lnTo>
                  <a:lnTo>
                    <a:pt x="104" y="40"/>
                  </a:lnTo>
                  <a:lnTo>
                    <a:pt x="101" y="43"/>
                  </a:lnTo>
                  <a:lnTo>
                    <a:pt x="101" y="45"/>
                  </a:lnTo>
                  <a:lnTo>
                    <a:pt x="101" y="45"/>
                  </a:lnTo>
                  <a:lnTo>
                    <a:pt x="101" y="47"/>
                  </a:lnTo>
                  <a:lnTo>
                    <a:pt x="101" y="49"/>
                  </a:lnTo>
                  <a:lnTo>
                    <a:pt x="99" y="51"/>
                  </a:lnTo>
                  <a:lnTo>
                    <a:pt x="97" y="53"/>
                  </a:lnTo>
                  <a:lnTo>
                    <a:pt x="95" y="55"/>
                  </a:lnTo>
                  <a:lnTo>
                    <a:pt x="95" y="55"/>
                  </a:lnTo>
                  <a:lnTo>
                    <a:pt x="93" y="57"/>
                  </a:lnTo>
                  <a:lnTo>
                    <a:pt x="91" y="57"/>
                  </a:lnTo>
                  <a:lnTo>
                    <a:pt x="91" y="57"/>
                  </a:lnTo>
                  <a:lnTo>
                    <a:pt x="89" y="57"/>
                  </a:lnTo>
                  <a:lnTo>
                    <a:pt x="89" y="57"/>
                  </a:lnTo>
                  <a:lnTo>
                    <a:pt x="89" y="55"/>
                  </a:lnTo>
                  <a:lnTo>
                    <a:pt x="89" y="55"/>
                  </a:lnTo>
                  <a:lnTo>
                    <a:pt x="89" y="55"/>
                  </a:lnTo>
                  <a:lnTo>
                    <a:pt x="89" y="53"/>
                  </a:lnTo>
                  <a:lnTo>
                    <a:pt x="87" y="51"/>
                  </a:lnTo>
                  <a:lnTo>
                    <a:pt x="85" y="49"/>
                  </a:lnTo>
                  <a:lnTo>
                    <a:pt x="84" y="53"/>
                  </a:lnTo>
                  <a:lnTo>
                    <a:pt x="80" y="57"/>
                  </a:lnTo>
                  <a:lnTo>
                    <a:pt x="80" y="59"/>
                  </a:lnTo>
                  <a:lnTo>
                    <a:pt x="80" y="61"/>
                  </a:lnTo>
                  <a:lnTo>
                    <a:pt x="78" y="66"/>
                  </a:lnTo>
                  <a:lnTo>
                    <a:pt x="78" y="68"/>
                  </a:lnTo>
                  <a:lnTo>
                    <a:pt x="78" y="70"/>
                  </a:lnTo>
                  <a:lnTo>
                    <a:pt x="76" y="70"/>
                  </a:lnTo>
                  <a:lnTo>
                    <a:pt x="74" y="72"/>
                  </a:lnTo>
                  <a:lnTo>
                    <a:pt x="70" y="76"/>
                  </a:lnTo>
                  <a:lnTo>
                    <a:pt x="63" y="87"/>
                  </a:lnTo>
                  <a:lnTo>
                    <a:pt x="61" y="89"/>
                  </a:lnTo>
                  <a:lnTo>
                    <a:pt x="61" y="89"/>
                  </a:lnTo>
                  <a:lnTo>
                    <a:pt x="63" y="91"/>
                  </a:lnTo>
                  <a:lnTo>
                    <a:pt x="63" y="93"/>
                  </a:lnTo>
                  <a:lnTo>
                    <a:pt x="61" y="99"/>
                  </a:lnTo>
                  <a:lnTo>
                    <a:pt x="61" y="100"/>
                  </a:lnTo>
                  <a:lnTo>
                    <a:pt x="61" y="100"/>
                  </a:lnTo>
                  <a:lnTo>
                    <a:pt x="61" y="100"/>
                  </a:lnTo>
                  <a:lnTo>
                    <a:pt x="59" y="102"/>
                  </a:lnTo>
                  <a:lnTo>
                    <a:pt x="59" y="104"/>
                  </a:lnTo>
                  <a:lnTo>
                    <a:pt x="59" y="106"/>
                  </a:lnTo>
                  <a:lnTo>
                    <a:pt x="59" y="108"/>
                  </a:lnTo>
                  <a:lnTo>
                    <a:pt x="59" y="108"/>
                  </a:lnTo>
                  <a:lnTo>
                    <a:pt x="59" y="108"/>
                  </a:lnTo>
                  <a:lnTo>
                    <a:pt x="59" y="110"/>
                  </a:lnTo>
                  <a:lnTo>
                    <a:pt x="61" y="112"/>
                  </a:lnTo>
                  <a:lnTo>
                    <a:pt x="61" y="112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7" y="118"/>
                  </a:lnTo>
                  <a:lnTo>
                    <a:pt x="55" y="120"/>
                  </a:lnTo>
                  <a:lnTo>
                    <a:pt x="53" y="121"/>
                  </a:lnTo>
                  <a:lnTo>
                    <a:pt x="51" y="121"/>
                  </a:lnTo>
                  <a:lnTo>
                    <a:pt x="45" y="123"/>
                  </a:lnTo>
                  <a:lnTo>
                    <a:pt x="44" y="123"/>
                  </a:lnTo>
                  <a:lnTo>
                    <a:pt x="42" y="123"/>
                  </a:lnTo>
                  <a:lnTo>
                    <a:pt x="42" y="123"/>
                  </a:lnTo>
                  <a:lnTo>
                    <a:pt x="40" y="123"/>
                  </a:lnTo>
                  <a:lnTo>
                    <a:pt x="40" y="123"/>
                  </a:lnTo>
                  <a:lnTo>
                    <a:pt x="40" y="121"/>
                  </a:lnTo>
                  <a:lnTo>
                    <a:pt x="42" y="121"/>
                  </a:lnTo>
                  <a:lnTo>
                    <a:pt x="42" y="120"/>
                  </a:lnTo>
                  <a:lnTo>
                    <a:pt x="44" y="120"/>
                  </a:lnTo>
                  <a:lnTo>
                    <a:pt x="44" y="118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44" y="114"/>
                  </a:lnTo>
                  <a:lnTo>
                    <a:pt x="44" y="112"/>
                  </a:lnTo>
                  <a:lnTo>
                    <a:pt x="42" y="112"/>
                  </a:lnTo>
                  <a:lnTo>
                    <a:pt x="42" y="112"/>
                  </a:lnTo>
                  <a:lnTo>
                    <a:pt x="40" y="110"/>
                  </a:lnTo>
                  <a:lnTo>
                    <a:pt x="40" y="110"/>
                  </a:lnTo>
                  <a:lnTo>
                    <a:pt x="38" y="110"/>
                  </a:lnTo>
                  <a:lnTo>
                    <a:pt x="38" y="112"/>
                  </a:lnTo>
                  <a:lnTo>
                    <a:pt x="36" y="112"/>
                  </a:lnTo>
                  <a:lnTo>
                    <a:pt x="34" y="114"/>
                  </a:lnTo>
                  <a:lnTo>
                    <a:pt x="32" y="114"/>
                  </a:lnTo>
                  <a:lnTo>
                    <a:pt x="32" y="116"/>
                  </a:lnTo>
                  <a:lnTo>
                    <a:pt x="32" y="116"/>
                  </a:lnTo>
                  <a:lnTo>
                    <a:pt x="32" y="116"/>
                  </a:lnTo>
                  <a:lnTo>
                    <a:pt x="32" y="118"/>
                  </a:lnTo>
                  <a:lnTo>
                    <a:pt x="34" y="120"/>
                  </a:lnTo>
                  <a:lnTo>
                    <a:pt x="34" y="120"/>
                  </a:lnTo>
                  <a:lnTo>
                    <a:pt x="34" y="120"/>
                  </a:lnTo>
                  <a:lnTo>
                    <a:pt x="34" y="120"/>
                  </a:lnTo>
                  <a:lnTo>
                    <a:pt x="34" y="121"/>
                  </a:lnTo>
                  <a:lnTo>
                    <a:pt x="24" y="129"/>
                  </a:lnTo>
                  <a:lnTo>
                    <a:pt x="23" y="131"/>
                  </a:lnTo>
                  <a:lnTo>
                    <a:pt x="17" y="139"/>
                  </a:lnTo>
                  <a:lnTo>
                    <a:pt x="13" y="142"/>
                  </a:lnTo>
                  <a:lnTo>
                    <a:pt x="7" y="146"/>
                  </a:lnTo>
                  <a:lnTo>
                    <a:pt x="3" y="150"/>
                  </a:lnTo>
                  <a:lnTo>
                    <a:pt x="2" y="152"/>
                  </a:lnTo>
                  <a:lnTo>
                    <a:pt x="0" y="152"/>
                  </a:lnTo>
                  <a:lnTo>
                    <a:pt x="0" y="154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58"/>
                  </a:lnTo>
                  <a:lnTo>
                    <a:pt x="3" y="158"/>
                  </a:lnTo>
                  <a:lnTo>
                    <a:pt x="3" y="158"/>
                  </a:lnTo>
                  <a:lnTo>
                    <a:pt x="3" y="158"/>
                  </a:lnTo>
                  <a:lnTo>
                    <a:pt x="3" y="158"/>
                  </a:lnTo>
                  <a:lnTo>
                    <a:pt x="3" y="159"/>
                  </a:lnTo>
                  <a:lnTo>
                    <a:pt x="5" y="159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7" y="163"/>
                  </a:lnTo>
                  <a:lnTo>
                    <a:pt x="7" y="163"/>
                  </a:lnTo>
                  <a:lnTo>
                    <a:pt x="9" y="163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11" y="167"/>
                  </a:lnTo>
                  <a:lnTo>
                    <a:pt x="11" y="169"/>
                  </a:lnTo>
                  <a:lnTo>
                    <a:pt x="11" y="169"/>
                  </a:lnTo>
                  <a:lnTo>
                    <a:pt x="11" y="171"/>
                  </a:lnTo>
                  <a:lnTo>
                    <a:pt x="11" y="175"/>
                  </a:lnTo>
                  <a:lnTo>
                    <a:pt x="11" y="177"/>
                  </a:lnTo>
                  <a:lnTo>
                    <a:pt x="11" y="178"/>
                  </a:lnTo>
                  <a:lnTo>
                    <a:pt x="11" y="178"/>
                  </a:lnTo>
                  <a:lnTo>
                    <a:pt x="11" y="178"/>
                  </a:lnTo>
                  <a:lnTo>
                    <a:pt x="13" y="180"/>
                  </a:lnTo>
                  <a:lnTo>
                    <a:pt x="13" y="180"/>
                  </a:lnTo>
                  <a:lnTo>
                    <a:pt x="13" y="180"/>
                  </a:lnTo>
                  <a:lnTo>
                    <a:pt x="15" y="180"/>
                  </a:lnTo>
                  <a:lnTo>
                    <a:pt x="15" y="180"/>
                  </a:lnTo>
                  <a:lnTo>
                    <a:pt x="15" y="180"/>
                  </a:lnTo>
                  <a:lnTo>
                    <a:pt x="15" y="180"/>
                  </a:lnTo>
                  <a:lnTo>
                    <a:pt x="17" y="182"/>
                  </a:lnTo>
                  <a:lnTo>
                    <a:pt x="17" y="182"/>
                  </a:lnTo>
                  <a:lnTo>
                    <a:pt x="17" y="182"/>
                  </a:lnTo>
                  <a:lnTo>
                    <a:pt x="19" y="182"/>
                  </a:lnTo>
                  <a:lnTo>
                    <a:pt x="21" y="184"/>
                  </a:lnTo>
                  <a:lnTo>
                    <a:pt x="21" y="184"/>
                  </a:lnTo>
                  <a:lnTo>
                    <a:pt x="23" y="184"/>
                  </a:lnTo>
                  <a:lnTo>
                    <a:pt x="23" y="186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26" y="188"/>
                  </a:lnTo>
                  <a:lnTo>
                    <a:pt x="26" y="186"/>
                  </a:lnTo>
                  <a:lnTo>
                    <a:pt x="28" y="182"/>
                  </a:lnTo>
                  <a:lnTo>
                    <a:pt x="32" y="177"/>
                  </a:lnTo>
                  <a:lnTo>
                    <a:pt x="32" y="177"/>
                  </a:lnTo>
                  <a:lnTo>
                    <a:pt x="32" y="175"/>
                  </a:lnTo>
                  <a:lnTo>
                    <a:pt x="34" y="173"/>
                  </a:lnTo>
                  <a:lnTo>
                    <a:pt x="36" y="171"/>
                  </a:lnTo>
                  <a:lnTo>
                    <a:pt x="44" y="163"/>
                  </a:lnTo>
                  <a:lnTo>
                    <a:pt x="44" y="161"/>
                  </a:lnTo>
                  <a:lnTo>
                    <a:pt x="44" y="161"/>
                  </a:lnTo>
                  <a:lnTo>
                    <a:pt x="44" y="161"/>
                  </a:lnTo>
                  <a:lnTo>
                    <a:pt x="44" y="159"/>
                  </a:lnTo>
                  <a:lnTo>
                    <a:pt x="44" y="159"/>
                  </a:lnTo>
                  <a:lnTo>
                    <a:pt x="42" y="159"/>
                  </a:lnTo>
                  <a:lnTo>
                    <a:pt x="40" y="158"/>
                  </a:lnTo>
                  <a:lnTo>
                    <a:pt x="40" y="158"/>
                  </a:lnTo>
                  <a:lnTo>
                    <a:pt x="40" y="158"/>
                  </a:lnTo>
                  <a:lnTo>
                    <a:pt x="40" y="158"/>
                  </a:lnTo>
                  <a:lnTo>
                    <a:pt x="40" y="158"/>
                  </a:lnTo>
                  <a:lnTo>
                    <a:pt x="40" y="158"/>
                  </a:lnTo>
                  <a:lnTo>
                    <a:pt x="40" y="156"/>
                  </a:lnTo>
                  <a:lnTo>
                    <a:pt x="40" y="156"/>
                  </a:lnTo>
                  <a:lnTo>
                    <a:pt x="40" y="154"/>
                  </a:lnTo>
                  <a:lnTo>
                    <a:pt x="42" y="154"/>
                  </a:lnTo>
                  <a:lnTo>
                    <a:pt x="44" y="154"/>
                  </a:lnTo>
                  <a:lnTo>
                    <a:pt x="55" y="152"/>
                  </a:lnTo>
                  <a:lnTo>
                    <a:pt x="59" y="152"/>
                  </a:lnTo>
                  <a:lnTo>
                    <a:pt x="61" y="152"/>
                  </a:lnTo>
                  <a:lnTo>
                    <a:pt x="64" y="152"/>
                  </a:lnTo>
                  <a:lnTo>
                    <a:pt x="64" y="152"/>
                  </a:lnTo>
                  <a:lnTo>
                    <a:pt x="66" y="154"/>
                  </a:lnTo>
                  <a:lnTo>
                    <a:pt x="68" y="156"/>
                  </a:lnTo>
                  <a:lnTo>
                    <a:pt x="68" y="156"/>
                  </a:lnTo>
                  <a:lnTo>
                    <a:pt x="70" y="156"/>
                  </a:lnTo>
                  <a:lnTo>
                    <a:pt x="72" y="156"/>
                  </a:lnTo>
                  <a:lnTo>
                    <a:pt x="72" y="156"/>
                  </a:lnTo>
                  <a:lnTo>
                    <a:pt x="76" y="156"/>
                  </a:lnTo>
                  <a:lnTo>
                    <a:pt x="76" y="156"/>
                  </a:lnTo>
                  <a:lnTo>
                    <a:pt x="78" y="156"/>
                  </a:lnTo>
                  <a:lnTo>
                    <a:pt x="78" y="158"/>
                  </a:lnTo>
                  <a:lnTo>
                    <a:pt x="78" y="158"/>
                  </a:lnTo>
                  <a:lnTo>
                    <a:pt x="78" y="158"/>
                  </a:lnTo>
                  <a:lnTo>
                    <a:pt x="78" y="158"/>
                  </a:lnTo>
                  <a:lnTo>
                    <a:pt x="80" y="158"/>
                  </a:lnTo>
                  <a:lnTo>
                    <a:pt x="82" y="158"/>
                  </a:lnTo>
                  <a:lnTo>
                    <a:pt x="85" y="158"/>
                  </a:lnTo>
                  <a:lnTo>
                    <a:pt x="91" y="156"/>
                  </a:lnTo>
                  <a:lnTo>
                    <a:pt x="95" y="156"/>
                  </a:lnTo>
                  <a:lnTo>
                    <a:pt x="97" y="154"/>
                  </a:lnTo>
                  <a:lnTo>
                    <a:pt x="99" y="152"/>
                  </a:lnTo>
                  <a:lnTo>
                    <a:pt x="101" y="150"/>
                  </a:lnTo>
                  <a:lnTo>
                    <a:pt x="101" y="148"/>
                  </a:lnTo>
                  <a:lnTo>
                    <a:pt x="104" y="146"/>
                  </a:lnTo>
                  <a:lnTo>
                    <a:pt x="106" y="144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4" y="140"/>
                  </a:lnTo>
                  <a:lnTo>
                    <a:pt x="114" y="140"/>
                  </a:lnTo>
                  <a:lnTo>
                    <a:pt x="114" y="142"/>
                  </a:lnTo>
                  <a:lnTo>
                    <a:pt x="114" y="146"/>
                  </a:lnTo>
                  <a:lnTo>
                    <a:pt x="114" y="148"/>
                  </a:lnTo>
                  <a:lnTo>
                    <a:pt x="112" y="150"/>
                  </a:lnTo>
                  <a:lnTo>
                    <a:pt x="110" y="156"/>
                  </a:lnTo>
                  <a:lnTo>
                    <a:pt x="110" y="156"/>
                  </a:lnTo>
                  <a:lnTo>
                    <a:pt x="112" y="158"/>
                  </a:lnTo>
                  <a:lnTo>
                    <a:pt x="112" y="159"/>
                  </a:lnTo>
                  <a:lnTo>
                    <a:pt x="116" y="161"/>
                  </a:lnTo>
                  <a:lnTo>
                    <a:pt x="118" y="163"/>
                  </a:lnTo>
                  <a:lnTo>
                    <a:pt x="122" y="163"/>
                  </a:lnTo>
                  <a:lnTo>
                    <a:pt x="122" y="163"/>
                  </a:lnTo>
                  <a:lnTo>
                    <a:pt x="122" y="161"/>
                  </a:lnTo>
                  <a:lnTo>
                    <a:pt x="125" y="159"/>
                  </a:lnTo>
                  <a:lnTo>
                    <a:pt x="127" y="159"/>
                  </a:lnTo>
                  <a:lnTo>
                    <a:pt x="129" y="159"/>
                  </a:lnTo>
                  <a:lnTo>
                    <a:pt x="131" y="159"/>
                  </a:lnTo>
                  <a:lnTo>
                    <a:pt x="133" y="158"/>
                  </a:lnTo>
                  <a:lnTo>
                    <a:pt x="137" y="154"/>
                  </a:lnTo>
                  <a:lnTo>
                    <a:pt x="137" y="152"/>
                  </a:lnTo>
                  <a:lnTo>
                    <a:pt x="139" y="152"/>
                  </a:lnTo>
                  <a:lnTo>
                    <a:pt x="141" y="152"/>
                  </a:lnTo>
                  <a:lnTo>
                    <a:pt x="141" y="150"/>
                  </a:lnTo>
                  <a:lnTo>
                    <a:pt x="141" y="150"/>
                  </a:lnTo>
                  <a:lnTo>
                    <a:pt x="141" y="150"/>
                  </a:lnTo>
                  <a:lnTo>
                    <a:pt x="141" y="148"/>
                  </a:lnTo>
                  <a:lnTo>
                    <a:pt x="141" y="148"/>
                  </a:lnTo>
                  <a:lnTo>
                    <a:pt x="141" y="148"/>
                  </a:lnTo>
                  <a:lnTo>
                    <a:pt x="143" y="148"/>
                  </a:lnTo>
                  <a:lnTo>
                    <a:pt x="150" y="135"/>
                  </a:lnTo>
                  <a:lnTo>
                    <a:pt x="150" y="135"/>
                  </a:lnTo>
                  <a:lnTo>
                    <a:pt x="152" y="135"/>
                  </a:lnTo>
                  <a:lnTo>
                    <a:pt x="154" y="135"/>
                  </a:lnTo>
                  <a:lnTo>
                    <a:pt x="154" y="133"/>
                  </a:lnTo>
                  <a:lnTo>
                    <a:pt x="156" y="131"/>
                  </a:lnTo>
                  <a:lnTo>
                    <a:pt x="154" y="129"/>
                  </a:lnTo>
                  <a:lnTo>
                    <a:pt x="152" y="120"/>
                  </a:lnTo>
                  <a:lnTo>
                    <a:pt x="154" y="118"/>
                  </a:lnTo>
                  <a:lnTo>
                    <a:pt x="154" y="114"/>
                  </a:lnTo>
                  <a:lnTo>
                    <a:pt x="154" y="114"/>
                  </a:lnTo>
                  <a:lnTo>
                    <a:pt x="158" y="112"/>
                  </a:lnTo>
                  <a:lnTo>
                    <a:pt x="160" y="112"/>
                  </a:lnTo>
                  <a:lnTo>
                    <a:pt x="164" y="106"/>
                  </a:lnTo>
                  <a:lnTo>
                    <a:pt x="167" y="104"/>
                  </a:lnTo>
                  <a:lnTo>
                    <a:pt x="167" y="100"/>
                  </a:lnTo>
                  <a:lnTo>
                    <a:pt x="167" y="99"/>
                  </a:lnTo>
                  <a:lnTo>
                    <a:pt x="165" y="99"/>
                  </a:lnTo>
                  <a:lnTo>
                    <a:pt x="164" y="97"/>
                  </a:lnTo>
                  <a:lnTo>
                    <a:pt x="162" y="97"/>
                  </a:lnTo>
                  <a:lnTo>
                    <a:pt x="162" y="89"/>
                  </a:lnTo>
                  <a:lnTo>
                    <a:pt x="162" y="87"/>
                  </a:lnTo>
                  <a:lnTo>
                    <a:pt x="162" y="87"/>
                  </a:lnTo>
                  <a:lnTo>
                    <a:pt x="162" y="87"/>
                  </a:lnTo>
                  <a:lnTo>
                    <a:pt x="162" y="85"/>
                  </a:lnTo>
                  <a:lnTo>
                    <a:pt x="162" y="85"/>
                  </a:lnTo>
                  <a:lnTo>
                    <a:pt x="160" y="85"/>
                  </a:lnTo>
                  <a:lnTo>
                    <a:pt x="160" y="85"/>
                  </a:lnTo>
                  <a:lnTo>
                    <a:pt x="160" y="83"/>
                  </a:lnTo>
                  <a:lnTo>
                    <a:pt x="158" y="81"/>
                  </a:lnTo>
                  <a:lnTo>
                    <a:pt x="158" y="78"/>
                  </a:lnTo>
                  <a:lnTo>
                    <a:pt x="158" y="72"/>
                  </a:lnTo>
                  <a:lnTo>
                    <a:pt x="158" y="70"/>
                  </a:lnTo>
                  <a:lnTo>
                    <a:pt x="160" y="66"/>
                  </a:lnTo>
                  <a:lnTo>
                    <a:pt x="160" y="64"/>
                  </a:lnTo>
                  <a:lnTo>
                    <a:pt x="160" y="62"/>
                  </a:lnTo>
                  <a:lnTo>
                    <a:pt x="158" y="59"/>
                  </a:lnTo>
                  <a:lnTo>
                    <a:pt x="158" y="57"/>
                  </a:lnTo>
                  <a:lnTo>
                    <a:pt x="158" y="55"/>
                  </a:lnTo>
                  <a:lnTo>
                    <a:pt x="160" y="55"/>
                  </a:lnTo>
                  <a:lnTo>
                    <a:pt x="164" y="51"/>
                  </a:lnTo>
                  <a:lnTo>
                    <a:pt x="164" y="49"/>
                  </a:lnTo>
                  <a:lnTo>
                    <a:pt x="164" y="49"/>
                  </a:lnTo>
                  <a:lnTo>
                    <a:pt x="164" y="47"/>
                  </a:lnTo>
                  <a:lnTo>
                    <a:pt x="164" y="47"/>
                  </a:lnTo>
                  <a:lnTo>
                    <a:pt x="165" y="45"/>
                  </a:lnTo>
                  <a:lnTo>
                    <a:pt x="165" y="43"/>
                  </a:lnTo>
                  <a:lnTo>
                    <a:pt x="165" y="43"/>
                  </a:lnTo>
                  <a:lnTo>
                    <a:pt x="167" y="42"/>
                  </a:lnTo>
                  <a:lnTo>
                    <a:pt x="169" y="42"/>
                  </a:lnTo>
                  <a:lnTo>
                    <a:pt x="169" y="42"/>
                  </a:lnTo>
                  <a:lnTo>
                    <a:pt x="171" y="40"/>
                  </a:lnTo>
                  <a:lnTo>
                    <a:pt x="171" y="38"/>
                  </a:lnTo>
                  <a:lnTo>
                    <a:pt x="173" y="38"/>
                  </a:lnTo>
                  <a:lnTo>
                    <a:pt x="175" y="38"/>
                  </a:lnTo>
                  <a:lnTo>
                    <a:pt x="175" y="40"/>
                  </a:lnTo>
                  <a:lnTo>
                    <a:pt x="177" y="40"/>
                  </a:lnTo>
                  <a:lnTo>
                    <a:pt x="177" y="40"/>
                  </a:lnTo>
                  <a:lnTo>
                    <a:pt x="177" y="36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26" name="Freeform 29">
              <a:extLst>
                <a:ext uri="{FF2B5EF4-FFF2-40B4-BE49-F238E27FC236}">
                  <a16:creationId xmlns:a16="http://schemas.microsoft.com/office/drawing/2014/main" id="{5D3D3D1E-DE4E-28F8-2922-6C1D4B220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063" y="2671763"/>
              <a:ext cx="280988" cy="298450"/>
            </a:xfrm>
            <a:custGeom>
              <a:avLst/>
              <a:gdLst>
                <a:gd name="T0" fmla="*/ 175 w 177"/>
                <a:gd name="T1" fmla="*/ 24 h 188"/>
                <a:gd name="T2" fmla="*/ 171 w 177"/>
                <a:gd name="T3" fmla="*/ 19 h 188"/>
                <a:gd name="T4" fmla="*/ 175 w 177"/>
                <a:gd name="T5" fmla="*/ 15 h 188"/>
                <a:gd name="T6" fmla="*/ 171 w 177"/>
                <a:gd name="T7" fmla="*/ 4 h 188"/>
                <a:gd name="T8" fmla="*/ 167 w 177"/>
                <a:gd name="T9" fmla="*/ 4 h 188"/>
                <a:gd name="T10" fmla="*/ 154 w 177"/>
                <a:gd name="T11" fmla="*/ 11 h 188"/>
                <a:gd name="T12" fmla="*/ 146 w 177"/>
                <a:gd name="T13" fmla="*/ 9 h 188"/>
                <a:gd name="T14" fmla="*/ 135 w 177"/>
                <a:gd name="T15" fmla="*/ 23 h 188"/>
                <a:gd name="T16" fmla="*/ 112 w 177"/>
                <a:gd name="T17" fmla="*/ 34 h 188"/>
                <a:gd name="T18" fmla="*/ 106 w 177"/>
                <a:gd name="T19" fmla="*/ 38 h 188"/>
                <a:gd name="T20" fmla="*/ 101 w 177"/>
                <a:gd name="T21" fmla="*/ 45 h 188"/>
                <a:gd name="T22" fmla="*/ 95 w 177"/>
                <a:gd name="T23" fmla="*/ 55 h 188"/>
                <a:gd name="T24" fmla="*/ 89 w 177"/>
                <a:gd name="T25" fmla="*/ 55 h 188"/>
                <a:gd name="T26" fmla="*/ 84 w 177"/>
                <a:gd name="T27" fmla="*/ 53 h 188"/>
                <a:gd name="T28" fmla="*/ 78 w 177"/>
                <a:gd name="T29" fmla="*/ 70 h 188"/>
                <a:gd name="T30" fmla="*/ 61 w 177"/>
                <a:gd name="T31" fmla="*/ 89 h 188"/>
                <a:gd name="T32" fmla="*/ 61 w 177"/>
                <a:gd name="T33" fmla="*/ 100 h 188"/>
                <a:gd name="T34" fmla="*/ 59 w 177"/>
                <a:gd name="T35" fmla="*/ 108 h 188"/>
                <a:gd name="T36" fmla="*/ 57 w 177"/>
                <a:gd name="T37" fmla="*/ 118 h 188"/>
                <a:gd name="T38" fmla="*/ 42 w 177"/>
                <a:gd name="T39" fmla="*/ 123 h 188"/>
                <a:gd name="T40" fmla="*/ 42 w 177"/>
                <a:gd name="T41" fmla="*/ 120 h 188"/>
                <a:gd name="T42" fmla="*/ 44 w 177"/>
                <a:gd name="T43" fmla="*/ 112 h 188"/>
                <a:gd name="T44" fmla="*/ 38 w 177"/>
                <a:gd name="T45" fmla="*/ 112 h 188"/>
                <a:gd name="T46" fmla="*/ 32 w 177"/>
                <a:gd name="T47" fmla="*/ 116 h 188"/>
                <a:gd name="T48" fmla="*/ 34 w 177"/>
                <a:gd name="T49" fmla="*/ 121 h 188"/>
                <a:gd name="T50" fmla="*/ 3 w 177"/>
                <a:gd name="T51" fmla="*/ 150 h 188"/>
                <a:gd name="T52" fmla="*/ 2 w 177"/>
                <a:gd name="T53" fmla="*/ 158 h 188"/>
                <a:gd name="T54" fmla="*/ 5 w 177"/>
                <a:gd name="T55" fmla="*/ 159 h 188"/>
                <a:gd name="T56" fmla="*/ 9 w 177"/>
                <a:gd name="T57" fmla="*/ 165 h 188"/>
                <a:gd name="T58" fmla="*/ 11 w 177"/>
                <a:gd name="T59" fmla="*/ 175 h 188"/>
                <a:gd name="T60" fmla="*/ 13 w 177"/>
                <a:gd name="T61" fmla="*/ 180 h 188"/>
                <a:gd name="T62" fmla="*/ 17 w 177"/>
                <a:gd name="T63" fmla="*/ 182 h 188"/>
                <a:gd name="T64" fmla="*/ 23 w 177"/>
                <a:gd name="T65" fmla="*/ 184 h 188"/>
                <a:gd name="T66" fmla="*/ 28 w 177"/>
                <a:gd name="T67" fmla="*/ 182 h 188"/>
                <a:gd name="T68" fmla="*/ 44 w 177"/>
                <a:gd name="T69" fmla="*/ 163 h 188"/>
                <a:gd name="T70" fmla="*/ 42 w 177"/>
                <a:gd name="T71" fmla="*/ 159 h 188"/>
                <a:gd name="T72" fmla="*/ 40 w 177"/>
                <a:gd name="T73" fmla="*/ 158 h 188"/>
                <a:gd name="T74" fmla="*/ 55 w 177"/>
                <a:gd name="T75" fmla="*/ 152 h 188"/>
                <a:gd name="T76" fmla="*/ 68 w 177"/>
                <a:gd name="T77" fmla="*/ 156 h 188"/>
                <a:gd name="T78" fmla="*/ 76 w 177"/>
                <a:gd name="T79" fmla="*/ 156 h 188"/>
                <a:gd name="T80" fmla="*/ 80 w 177"/>
                <a:gd name="T81" fmla="*/ 158 h 188"/>
                <a:gd name="T82" fmla="*/ 99 w 177"/>
                <a:gd name="T83" fmla="*/ 152 h 188"/>
                <a:gd name="T84" fmla="*/ 114 w 177"/>
                <a:gd name="T85" fmla="*/ 139 h 188"/>
                <a:gd name="T86" fmla="*/ 114 w 177"/>
                <a:gd name="T87" fmla="*/ 148 h 188"/>
                <a:gd name="T88" fmla="*/ 116 w 177"/>
                <a:gd name="T89" fmla="*/ 161 h 188"/>
                <a:gd name="T90" fmla="*/ 127 w 177"/>
                <a:gd name="T91" fmla="*/ 159 h 188"/>
                <a:gd name="T92" fmla="*/ 139 w 177"/>
                <a:gd name="T93" fmla="*/ 152 h 188"/>
                <a:gd name="T94" fmla="*/ 141 w 177"/>
                <a:gd name="T95" fmla="*/ 148 h 188"/>
                <a:gd name="T96" fmla="*/ 154 w 177"/>
                <a:gd name="T97" fmla="*/ 135 h 188"/>
                <a:gd name="T98" fmla="*/ 154 w 177"/>
                <a:gd name="T99" fmla="*/ 114 h 188"/>
                <a:gd name="T100" fmla="*/ 167 w 177"/>
                <a:gd name="T101" fmla="*/ 100 h 188"/>
                <a:gd name="T102" fmla="*/ 162 w 177"/>
                <a:gd name="T103" fmla="*/ 87 h 188"/>
                <a:gd name="T104" fmla="*/ 160 w 177"/>
                <a:gd name="T105" fmla="*/ 85 h 188"/>
                <a:gd name="T106" fmla="*/ 160 w 177"/>
                <a:gd name="T107" fmla="*/ 66 h 188"/>
                <a:gd name="T108" fmla="*/ 160 w 177"/>
                <a:gd name="T109" fmla="*/ 55 h 188"/>
                <a:gd name="T110" fmla="*/ 165 w 177"/>
                <a:gd name="T111" fmla="*/ 45 h 188"/>
                <a:gd name="T112" fmla="*/ 171 w 177"/>
                <a:gd name="T113" fmla="*/ 40 h 188"/>
                <a:gd name="T114" fmla="*/ 177 w 177"/>
                <a:gd name="T115" fmla="*/ 4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77" h="188">
                  <a:moveTo>
                    <a:pt x="177" y="36"/>
                  </a:moveTo>
                  <a:lnTo>
                    <a:pt x="175" y="32"/>
                  </a:lnTo>
                  <a:lnTo>
                    <a:pt x="175" y="32"/>
                  </a:lnTo>
                  <a:lnTo>
                    <a:pt x="175" y="30"/>
                  </a:lnTo>
                  <a:lnTo>
                    <a:pt x="175" y="28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3" y="23"/>
                  </a:lnTo>
                  <a:lnTo>
                    <a:pt x="173" y="21"/>
                  </a:lnTo>
                  <a:lnTo>
                    <a:pt x="171" y="21"/>
                  </a:lnTo>
                  <a:lnTo>
                    <a:pt x="171" y="19"/>
                  </a:lnTo>
                  <a:lnTo>
                    <a:pt x="173" y="17"/>
                  </a:lnTo>
                  <a:lnTo>
                    <a:pt x="173" y="17"/>
                  </a:lnTo>
                  <a:lnTo>
                    <a:pt x="173" y="17"/>
                  </a:lnTo>
                  <a:lnTo>
                    <a:pt x="173" y="15"/>
                  </a:lnTo>
                  <a:lnTo>
                    <a:pt x="175" y="15"/>
                  </a:lnTo>
                  <a:lnTo>
                    <a:pt x="175" y="15"/>
                  </a:lnTo>
                  <a:lnTo>
                    <a:pt x="175" y="13"/>
                  </a:lnTo>
                  <a:lnTo>
                    <a:pt x="175" y="9"/>
                  </a:lnTo>
                  <a:lnTo>
                    <a:pt x="175" y="7"/>
                  </a:lnTo>
                  <a:lnTo>
                    <a:pt x="175" y="5"/>
                  </a:lnTo>
                  <a:lnTo>
                    <a:pt x="173" y="5"/>
                  </a:lnTo>
                  <a:lnTo>
                    <a:pt x="171" y="4"/>
                  </a:lnTo>
                  <a:lnTo>
                    <a:pt x="171" y="4"/>
                  </a:lnTo>
                  <a:lnTo>
                    <a:pt x="171" y="4"/>
                  </a:lnTo>
                  <a:lnTo>
                    <a:pt x="169" y="0"/>
                  </a:lnTo>
                  <a:lnTo>
                    <a:pt x="169" y="2"/>
                  </a:lnTo>
                  <a:lnTo>
                    <a:pt x="167" y="2"/>
                  </a:lnTo>
                  <a:lnTo>
                    <a:pt x="167" y="4"/>
                  </a:lnTo>
                  <a:lnTo>
                    <a:pt x="167" y="4"/>
                  </a:lnTo>
                  <a:lnTo>
                    <a:pt x="167" y="4"/>
                  </a:lnTo>
                  <a:lnTo>
                    <a:pt x="167" y="4"/>
                  </a:lnTo>
                  <a:lnTo>
                    <a:pt x="156" y="11"/>
                  </a:lnTo>
                  <a:lnTo>
                    <a:pt x="156" y="11"/>
                  </a:lnTo>
                  <a:lnTo>
                    <a:pt x="154" y="11"/>
                  </a:lnTo>
                  <a:lnTo>
                    <a:pt x="152" y="11"/>
                  </a:lnTo>
                  <a:lnTo>
                    <a:pt x="150" y="11"/>
                  </a:lnTo>
                  <a:lnTo>
                    <a:pt x="150" y="11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5" y="9"/>
                  </a:lnTo>
                  <a:lnTo>
                    <a:pt x="145" y="9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39" y="19"/>
                  </a:lnTo>
                  <a:lnTo>
                    <a:pt x="135" y="23"/>
                  </a:lnTo>
                  <a:lnTo>
                    <a:pt x="131" y="26"/>
                  </a:lnTo>
                  <a:lnTo>
                    <a:pt x="125" y="30"/>
                  </a:lnTo>
                  <a:lnTo>
                    <a:pt x="124" y="32"/>
                  </a:lnTo>
                  <a:lnTo>
                    <a:pt x="116" y="34"/>
                  </a:lnTo>
                  <a:lnTo>
                    <a:pt x="112" y="34"/>
                  </a:lnTo>
                  <a:lnTo>
                    <a:pt x="112" y="34"/>
                  </a:lnTo>
                  <a:lnTo>
                    <a:pt x="112" y="34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8" y="38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4" y="38"/>
                  </a:lnTo>
                  <a:lnTo>
                    <a:pt x="104" y="40"/>
                  </a:lnTo>
                  <a:lnTo>
                    <a:pt x="101" y="43"/>
                  </a:lnTo>
                  <a:lnTo>
                    <a:pt x="101" y="45"/>
                  </a:lnTo>
                  <a:lnTo>
                    <a:pt x="101" y="45"/>
                  </a:lnTo>
                  <a:lnTo>
                    <a:pt x="101" y="47"/>
                  </a:lnTo>
                  <a:lnTo>
                    <a:pt x="101" y="49"/>
                  </a:lnTo>
                  <a:lnTo>
                    <a:pt x="99" y="51"/>
                  </a:lnTo>
                  <a:lnTo>
                    <a:pt x="97" y="53"/>
                  </a:lnTo>
                  <a:lnTo>
                    <a:pt x="95" y="55"/>
                  </a:lnTo>
                  <a:lnTo>
                    <a:pt x="95" y="55"/>
                  </a:lnTo>
                  <a:lnTo>
                    <a:pt x="93" y="57"/>
                  </a:lnTo>
                  <a:lnTo>
                    <a:pt x="91" y="57"/>
                  </a:lnTo>
                  <a:lnTo>
                    <a:pt x="91" y="57"/>
                  </a:lnTo>
                  <a:lnTo>
                    <a:pt x="89" y="57"/>
                  </a:lnTo>
                  <a:lnTo>
                    <a:pt x="89" y="57"/>
                  </a:lnTo>
                  <a:lnTo>
                    <a:pt x="89" y="55"/>
                  </a:lnTo>
                  <a:lnTo>
                    <a:pt x="89" y="55"/>
                  </a:lnTo>
                  <a:lnTo>
                    <a:pt x="89" y="55"/>
                  </a:lnTo>
                  <a:lnTo>
                    <a:pt x="89" y="53"/>
                  </a:lnTo>
                  <a:lnTo>
                    <a:pt x="87" y="51"/>
                  </a:lnTo>
                  <a:lnTo>
                    <a:pt x="85" y="49"/>
                  </a:lnTo>
                  <a:lnTo>
                    <a:pt x="84" y="53"/>
                  </a:lnTo>
                  <a:lnTo>
                    <a:pt x="80" y="57"/>
                  </a:lnTo>
                  <a:lnTo>
                    <a:pt x="80" y="59"/>
                  </a:lnTo>
                  <a:lnTo>
                    <a:pt x="80" y="61"/>
                  </a:lnTo>
                  <a:lnTo>
                    <a:pt x="78" y="66"/>
                  </a:lnTo>
                  <a:lnTo>
                    <a:pt x="78" y="68"/>
                  </a:lnTo>
                  <a:lnTo>
                    <a:pt x="78" y="70"/>
                  </a:lnTo>
                  <a:lnTo>
                    <a:pt x="76" y="70"/>
                  </a:lnTo>
                  <a:lnTo>
                    <a:pt x="74" y="72"/>
                  </a:lnTo>
                  <a:lnTo>
                    <a:pt x="70" y="76"/>
                  </a:lnTo>
                  <a:lnTo>
                    <a:pt x="63" y="87"/>
                  </a:lnTo>
                  <a:lnTo>
                    <a:pt x="61" y="89"/>
                  </a:lnTo>
                  <a:lnTo>
                    <a:pt x="61" y="89"/>
                  </a:lnTo>
                  <a:lnTo>
                    <a:pt x="63" y="91"/>
                  </a:lnTo>
                  <a:lnTo>
                    <a:pt x="63" y="93"/>
                  </a:lnTo>
                  <a:lnTo>
                    <a:pt x="61" y="99"/>
                  </a:lnTo>
                  <a:lnTo>
                    <a:pt x="61" y="100"/>
                  </a:lnTo>
                  <a:lnTo>
                    <a:pt x="61" y="100"/>
                  </a:lnTo>
                  <a:lnTo>
                    <a:pt x="61" y="100"/>
                  </a:lnTo>
                  <a:lnTo>
                    <a:pt x="59" y="102"/>
                  </a:lnTo>
                  <a:lnTo>
                    <a:pt x="59" y="104"/>
                  </a:lnTo>
                  <a:lnTo>
                    <a:pt x="59" y="106"/>
                  </a:lnTo>
                  <a:lnTo>
                    <a:pt x="59" y="108"/>
                  </a:lnTo>
                  <a:lnTo>
                    <a:pt x="59" y="108"/>
                  </a:lnTo>
                  <a:lnTo>
                    <a:pt x="59" y="108"/>
                  </a:lnTo>
                  <a:lnTo>
                    <a:pt x="59" y="110"/>
                  </a:lnTo>
                  <a:lnTo>
                    <a:pt x="61" y="112"/>
                  </a:lnTo>
                  <a:lnTo>
                    <a:pt x="61" y="112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57" y="118"/>
                  </a:lnTo>
                  <a:lnTo>
                    <a:pt x="55" y="120"/>
                  </a:lnTo>
                  <a:lnTo>
                    <a:pt x="53" y="121"/>
                  </a:lnTo>
                  <a:lnTo>
                    <a:pt x="51" y="121"/>
                  </a:lnTo>
                  <a:lnTo>
                    <a:pt x="45" y="123"/>
                  </a:lnTo>
                  <a:lnTo>
                    <a:pt x="44" y="123"/>
                  </a:lnTo>
                  <a:lnTo>
                    <a:pt x="42" y="123"/>
                  </a:lnTo>
                  <a:lnTo>
                    <a:pt x="42" y="123"/>
                  </a:lnTo>
                  <a:lnTo>
                    <a:pt x="40" y="123"/>
                  </a:lnTo>
                  <a:lnTo>
                    <a:pt x="40" y="123"/>
                  </a:lnTo>
                  <a:lnTo>
                    <a:pt x="40" y="121"/>
                  </a:lnTo>
                  <a:lnTo>
                    <a:pt x="42" y="121"/>
                  </a:lnTo>
                  <a:lnTo>
                    <a:pt x="42" y="120"/>
                  </a:lnTo>
                  <a:lnTo>
                    <a:pt x="44" y="120"/>
                  </a:lnTo>
                  <a:lnTo>
                    <a:pt x="44" y="118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44" y="114"/>
                  </a:lnTo>
                  <a:lnTo>
                    <a:pt x="44" y="112"/>
                  </a:lnTo>
                  <a:lnTo>
                    <a:pt x="42" y="112"/>
                  </a:lnTo>
                  <a:lnTo>
                    <a:pt x="42" y="112"/>
                  </a:lnTo>
                  <a:lnTo>
                    <a:pt x="40" y="110"/>
                  </a:lnTo>
                  <a:lnTo>
                    <a:pt x="40" y="110"/>
                  </a:lnTo>
                  <a:lnTo>
                    <a:pt x="38" y="110"/>
                  </a:lnTo>
                  <a:lnTo>
                    <a:pt x="38" y="112"/>
                  </a:lnTo>
                  <a:lnTo>
                    <a:pt x="36" y="112"/>
                  </a:lnTo>
                  <a:lnTo>
                    <a:pt x="34" y="114"/>
                  </a:lnTo>
                  <a:lnTo>
                    <a:pt x="32" y="114"/>
                  </a:lnTo>
                  <a:lnTo>
                    <a:pt x="32" y="116"/>
                  </a:lnTo>
                  <a:lnTo>
                    <a:pt x="32" y="116"/>
                  </a:lnTo>
                  <a:lnTo>
                    <a:pt x="32" y="116"/>
                  </a:lnTo>
                  <a:lnTo>
                    <a:pt x="32" y="118"/>
                  </a:lnTo>
                  <a:lnTo>
                    <a:pt x="34" y="120"/>
                  </a:lnTo>
                  <a:lnTo>
                    <a:pt x="34" y="120"/>
                  </a:lnTo>
                  <a:lnTo>
                    <a:pt x="34" y="120"/>
                  </a:lnTo>
                  <a:lnTo>
                    <a:pt x="34" y="120"/>
                  </a:lnTo>
                  <a:lnTo>
                    <a:pt x="34" y="121"/>
                  </a:lnTo>
                  <a:lnTo>
                    <a:pt x="24" y="129"/>
                  </a:lnTo>
                  <a:lnTo>
                    <a:pt x="23" y="131"/>
                  </a:lnTo>
                  <a:lnTo>
                    <a:pt x="17" y="139"/>
                  </a:lnTo>
                  <a:lnTo>
                    <a:pt x="13" y="142"/>
                  </a:lnTo>
                  <a:lnTo>
                    <a:pt x="7" y="146"/>
                  </a:lnTo>
                  <a:lnTo>
                    <a:pt x="3" y="150"/>
                  </a:lnTo>
                  <a:lnTo>
                    <a:pt x="2" y="152"/>
                  </a:lnTo>
                  <a:lnTo>
                    <a:pt x="0" y="152"/>
                  </a:lnTo>
                  <a:lnTo>
                    <a:pt x="0" y="154"/>
                  </a:lnTo>
                  <a:lnTo>
                    <a:pt x="0" y="156"/>
                  </a:lnTo>
                  <a:lnTo>
                    <a:pt x="2" y="156"/>
                  </a:lnTo>
                  <a:lnTo>
                    <a:pt x="2" y="158"/>
                  </a:lnTo>
                  <a:lnTo>
                    <a:pt x="3" y="158"/>
                  </a:lnTo>
                  <a:lnTo>
                    <a:pt x="3" y="158"/>
                  </a:lnTo>
                  <a:lnTo>
                    <a:pt x="3" y="158"/>
                  </a:lnTo>
                  <a:lnTo>
                    <a:pt x="3" y="158"/>
                  </a:lnTo>
                  <a:lnTo>
                    <a:pt x="3" y="159"/>
                  </a:lnTo>
                  <a:lnTo>
                    <a:pt x="5" y="159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7" y="163"/>
                  </a:lnTo>
                  <a:lnTo>
                    <a:pt x="7" y="163"/>
                  </a:lnTo>
                  <a:lnTo>
                    <a:pt x="9" y="163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11" y="167"/>
                  </a:lnTo>
                  <a:lnTo>
                    <a:pt x="11" y="169"/>
                  </a:lnTo>
                  <a:lnTo>
                    <a:pt x="11" y="169"/>
                  </a:lnTo>
                  <a:lnTo>
                    <a:pt x="11" y="171"/>
                  </a:lnTo>
                  <a:lnTo>
                    <a:pt x="11" y="175"/>
                  </a:lnTo>
                  <a:lnTo>
                    <a:pt x="11" y="177"/>
                  </a:lnTo>
                  <a:lnTo>
                    <a:pt x="11" y="178"/>
                  </a:lnTo>
                  <a:lnTo>
                    <a:pt x="11" y="178"/>
                  </a:lnTo>
                  <a:lnTo>
                    <a:pt x="11" y="178"/>
                  </a:lnTo>
                  <a:lnTo>
                    <a:pt x="13" y="180"/>
                  </a:lnTo>
                  <a:lnTo>
                    <a:pt x="13" y="180"/>
                  </a:lnTo>
                  <a:lnTo>
                    <a:pt x="13" y="180"/>
                  </a:lnTo>
                  <a:lnTo>
                    <a:pt x="15" y="180"/>
                  </a:lnTo>
                  <a:lnTo>
                    <a:pt x="15" y="180"/>
                  </a:lnTo>
                  <a:lnTo>
                    <a:pt x="15" y="180"/>
                  </a:lnTo>
                  <a:lnTo>
                    <a:pt x="15" y="180"/>
                  </a:lnTo>
                  <a:lnTo>
                    <a:pt x="17" y="182"/>
                  </a:lnTo>
                  <a:lnTo>
                    <a:pt x="17" y="182"/>
                  </a:lnTo>
                  <a:lnTo>
                    <a:pt x="17" y="182"/>
                  </a:lnTo>
                  <a:lnTo>
                    <a:pt x="19" y="182"/>
                  </a:lnTo>
                  <a:lnTo>
                    <a:pt x="21" y="184"/>
                  </a:lnTo>
                  <a:lnTo>
                    <a:pt x="21" y="184"/>
                  </a:lnTo>
                  <a:lnTo>
                    <a:pt x="23" y="184"/>
                  </a:lnTo>
                  <a:lnTo>
                    <a:pt x="23" y="186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26" y="188"/>
                  </a:lnTo>
                  <a:lnTo>
                    <a:pt x="26" y="186"/>
                  </a:lnTo>
                  <a:lnTo>
                    <a:pt x="28" y="182"/>
                  </a:lnTo>
                  <a:lnTo>
                    <a:pt x="32" y="177"/>
                  </a:lnTo>
                  <a:lnTo>
                    <a:pt x="32" y="177"/>
                  </a:lnTo>
                  <a:lnTo>
                    <a:pt x="32" y="175"/>
                  </a:lnTo>
                  <a:lnTo>
                    <a:pt x="34" y="173"/>
                  </a:lnTo>
                  <a:lnTo>
                    <a:pt x="36" y="171"/>
                  </a:lnTo>
                  <a:lnTo>
                    <a:pt x="44" y="163"/>
                  </a:lnTo>
                  <a:lnTo>
                    <a:pt x="44" y="161"/>
                  </a:lnTo>
                  <a:lnTo>
                    <a:pt x="44" y="161"/>
                  </a:lnTo>
                  <a:lnTo>
                    <a:pt x="44" y="161"/>
                  </a:lnTo>
                  <a:lnTo>
                    <a:pt x="44" y="159"/>
                  </a:lnTo>
                  <a:lnTo>
                    <a:pt x="44" y="159"/>
                  </a:lnTo>
                  <a:lnTo>
                    <a:pt x="42" y="159"/>
                  </a:lnTo>
                  <a:lnTo>
                    <a:pt x="40" y="158"/>
                  </a:lnTo>
                  <a:lnTo>
                    <a:pt x="40" y="158"/>
                  </a:lnTo>
                  <a:lnTo>
                    <a:pt x="40" y="158"/>
                  </a:lnTo>
                  <a:lnTo>
                    <a:pt x="40" y="158"/>
                  </a:lnTo>
                  <a:lnTo>
                    <a:pt x="40" y="158"/>
                  </a:lnTo>
                  <a:lnTo>
                    <a:pt x="40" y="158"/>
                  </a:lnTo>
                  <a:lnTo>
                    <a:pt x="40" y="156"/>
                  </a:lnTo>
                  <a:lnTo>
                    <a:pt x="40" y="156"/>
                  </a:lnTo>
                  <a:lnTo>
                    <a:pt x="40" y="154"/>
                  </a:lnTo>
                  <a:lnTo>
                    <a:pt x="42" y="154"/>
                  </a:lnTo>
                  <a:lnTo>
                    <a:pt x="44" y="154"/>
                  </a:lnTo>
                  <a:lnTo>
                    <a:pt x="55" y="152"/>
                  </a:lnTo>
                  <a:lnTo>
                    <a:pt x="59" y="152"/>
                  </a:lnTo>
                  <a:lnTo>
                    <a:pt x="61" y="152"/>
                  </a:lnTo>
                  <a:lnTo>
                    <a:pt x="64" y="152"/>
                  </a:lnTo>
                  <a:lnTo>
                    <a:pt x="64" y="152"/>
                  </a:lnTo>
                  <a:lnTo>
                    <a:pt x="66" y="154"/>
                  </a:lnTo>
                  <a:lnTo>
                    <a:pt x="68" y="156"/>
                  </a:lnTo>
                  <a:lnTo>
                    <a:pt x="68" y="156"/>
                  </a:lnTo>
                  <a:lnTo>
                    <a:pt x="70" y="156"/>
                  </a:lnTo>
                  <a:lnTo>
                    <a:pt x="72" y="156"/>
                  </a:lnTo>
                  <a:lnTo>
                    <a:pt x="72" y="156"/>
                  </a:lnTo>
                  <a:lnTo>
                    <a:pt x="76" y="156"/>
                  </a:lnTo>
                  <a:lnTo>
                    <a:pt x="76" y="156"/>
                  </a:lnTo>
                  <a:lnTo>
                    <a:pt x="78" y="156"/>
                  </a:lnTo>
                  <a:lnTo>
                    <a:pt x="78" y="158"/>
                  </a:lnTo>
                  <a:lnTo>
                    <a:pt x="78" y="158"/>
                  </a:lnTo>
                  <a:lnTo>
                    <a:pt x="78" y="158"/>
                  </a:lnTo>
                  <a:lnTo>
                    <a:pt x="78" y="158"/>
                  </a:lnTo>
                  <a:lnTo>
                    <a:pt x="80" y="158"/>
                  </a:lnTo>
                  <a:lnTo>
                    <a:pt x="82" y="158"/>
                  </a:lnTo>
                  <a:lnTo>
                    <a:pt x="85" y="158"/>
                  </a:lnTo>
                  <a:lnTo>
                    <a:pt x="91" y="156"/>
                  </a:lnTo>
                  <a:lnTo>
                    <a:pt x="95" y="156"/>
                  </a:lnTo>
                  <a:lnTo>
                    <a:pt x="97" y="154"/>
                  </a:lnTo>
                  <a:lnTo>
                    <a:pt x="99" y="152"/>
                  </a:lnTo>
                  <a:lnTo>
                    <a:pt x="101" y="150"/>
                  </a:lnTo>
                  <a:lnTo>
                    <a:pt x="101" y="148"/>
                  </a:lnTo>
                  <a:lnTo>
                    <a:pt x="104" y="146"/>
                  </a:lnTo>
                  <a:lnTo>
                    <a:pt x="106" y="144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4" y="140"/>
                  </a:lnTo>
                  <a:lnTo>
                    <a:pt x="114" y="140"/>
                  </a:lnTo>
                  <a:lnTo>
                    <a:pt x="114" y="142"/>
                  </a:lnTo>
                  <a:lnTo>
                    <a:pt x="114" y="146"/>
                  </a:lnTo>
                  <a:lnTo>
                    <a:pt x="114" y="148"/>
                  </a:lnTo>
                  <a:lnTo>
                    <a:pt x="112" y="150"/>
                  </a:lnTo>
                  <a:lnTo>
                    <a:pt x="110" y="156"/>
                  </a:lnTo>
                  <a:lnTo>
                    <a:pt x="110" y="156"/>
                  </a:lnTo>
                  <a:lnTo>
                    <a:pt x="112" y="158"/>
                  </a:lnTo>
                  <a:lnTo>
                    <a:pt x="112" y="159"/>
                  </a:lnTo>
                  <a:lnTo>
                    <a:pt x="116" y="161"/>
                  </a:lnTo>
                  <a:lnTo>
                    <a:pt x="118" y="163"/>
                  </a:lnTo>
                  <a:lnTo>
                    <a:pt x="122" y="163"/>
                  </a:lnTo>
                  <a:lnTo>
                    <a:pt x="122" y="163"/>
                  </a:lnTo>
                  <a:lnTo>
                    <a:pt x="122" y="161"/>
                  </a:lnTo>
                  <a:lnTo>
                    <a:pt x="125" y="159"/>
                  </a:lnTo>
                  <a:lnTo>
                    <a:pt x="127" y="159"/>
                  </a:lnTo>
                  <a:lnTo>
                    <a:pt x="129" y="159"/>
                  </a:lnTo>
                  <a:lnTo>
                    <a:pt x="131" y="159"/>
                  </a:lnTo>
                  <a:lnTo>
                    <a:pt x="133" y="158"/>
                  </a:lnTo>
                  <a:lnTo>
                    <a:pt x="137" y="154"/>
                  </a:lnTo>
                  <a:lnTo>
                    <a:pt x="137" y="152"/>
                  </a:lnTo>
                  <a:lnTo>
                    <a:pt x="139" y="152"/>
                  </a:lnTo>
                  <a:lnTo>
                    <a:pt x="141" y="152"/>
                  </a:lnTo>
                  <a:lnTo>
                    <a:pt x="141" y="150"/>
                  </a:lnTo>
                  <a:lnTo>
                    <a:pt x="141" y="150"/>
                  </a:lnTo>
                  <a:lnTo>
                    <a:pt x="141" y="150"/>
                  </a:lnTo>
                  <a:lnTo>
                    <a:pt x="141" y="148"/>
                  </a:lnTo>
                  <a:lnTo>
                    <a:pt x="141" y="148"/>
                  </a:lnTo>
                  <a:lnTo>
                    <a:pt x="141" y="148"/>
                  </a:lnTo>
                  <a:lnTo>
                    <a:pt x="143" y="148"/>
                  </a:lnTo>
                  <a:lnTo>
                    <a:pt x="150" y="135"/>
                  </a:lnTo>
                  <a:lnTo>
                    <a:pt x="150" y="135"/>
                  </a:lnTo>
                  <a:lnTo>
                    <a:pt x="152" y="135"/>
                  </a:lnTo>
                  <a:lnTo>
                    <a:pt x="154" y="135"/>
                  </a:lnTo>
                  <a:lnTo>
                    <a:pt x="154" y="133"/>
                  </a:lnTo>
                  <a:lnTo>
                    <a:pt x="156" y="131"/>
                  </a:lnTo>
                  <a:lnTo>
                    <a:pt x="154" y="129"/>
                  </a:lnTo>
                  <a:lnTo>
                    <a:pt x="152" y="120"/>
                  </a:lnTo>
                  <a:lnTo>
                    <a:pt x="154" y="118"/>
                  </a:lnTo>
                  <a:lnTo>
                    <a:pt x="154" y="114"/>
                  </a:lnTo>
                  <a:lnTo>
                    <a:pt x="154" y="114"/>
                  </a:lnTo>
                  <a:lnTo>
                    <a:pt x="158" y="112"/>
                  </a:lnTo>
                  <a:lnTo>
                    <a:pt x="160" y="112"/>
                  </a:lnTo>
                  <a:lnTo>
                    <a:pt x="164" y="106"/>
                  </a:lnTo>
                  <a:lnTo>
                    <a:pt x="167" y="104"/>
                  </a:lnTo>
                  <a:lnTo>
                    <a:pt x="167" y="100"/>
                  </a:lnTo>
                  <a:lnTo>
                    <a:pt x="167" y="99"/>
                  </a:lnTo>
                  <a:lnTo>
                    <a:pt x="165" y="99"/>
                  </a:lnTo>
                  <a:lnTo>
                    <a:pt x="164" y="97"/>
                  </a:lnTo>
                  <a:lnTo>
                    <a:pt x="162" y="97"/>
                  </a:lnTo>
                  <a:lnTo>
                    <a:pt x="162" y="89"/>
                  </a:lnTo>
                  <a:lnTo>
                    <a:pt x="162" y="87"/>
                  </a:lnTo>
                  <a:lnTo>
                    <a:pt x="162" y="87"/>
                  </a:lnTo>
                  <a:lnTo>
                    <a:pt x="162" y="87"/>
                  </a:lnTo>
                  <a:lnTo>
                    <a:pt x="162" y="85"/>
                  </a:lnTo>
                  <a:lnTo>
                    <a:pt x="162" y="85"/>
                  </a:lnTo>
                  <a:lnTo>
                    <a:pt x="160" y="85"/>
                  </a:lnTo>
                  <a:lnTo>
                    <a:pt x="160" y="85"/>
                  </a:lnTo>
                  <a:lnTo>
                    <a:pt x="160" y="83"/>
                  </a:lnTo>
                  <a:lnTo>
                    <a:pt x="158" y="81"/>
                  </a:lnTo>
                  <a:lnTo>
                    <a:pt x="158" y="78"/>
                  </a:lnTo>
                  <a:lnTo>
                    <a:pt x="158" y="72"/>
                  </a:lnTo>
                  <a:lnTo>
                    <a:pt x="158" y="70"/>
                  </a:lnTo>
                  <a:lnTo>
                    <a:pt x="160" y="66"/>
                  </a:lnTo>
                  <a:lnTo>
                    <a:pt x="160" y="64"/>
                  </a:lnTo>
                  <a:lnTo>
                    <a:pt x="160" y="62"/>
                  </a:lnTo>
                  <a:lnTo>
                    <a:pt x="158" y="59"/>
                  </a:lnTo>
                  <a:lnTo>
                    <a:pt x="158" y="57"/>
                  </a:lnTo>
                  <a:lnTo>
                    <a:pt x="158" y="55"/>
                  </a:lnTo>
                  <a:lnTo>
                    <a:pt x="160" y="55"/>
                  </a:lnTo>
                  <a:lnTo>
                    <a:pt x="164" y="51"/>
                  </a:lnTo>
                  <a:lnTo>
                    <a:pt x="164" y="49"/>
                  </a:lnTo>
                  <a:lnTo>
                    <a:pt x="164" y="49"/>
                  </a:lnTo>
                  <a:lnTo>
                    <a:pt x="164" y="47"/>
                  </a:lnTo>
                  <a:lnTo>
                    <a:pt x="164" y="47"/>
                  </a:lnTo>
                  <a:lnTo>
                    <a:pt x="165" y="45"/>
                  </a:lnTo>
                  <a:lnTo>
                    <a:pt x="165" y="43"/>
                  </a:lnTo>
                  <a:lnTo>
                    <a:pt x="165" y="43"/>
                  </a:lnTo>
                  <a:lnTo>
                    <a:pt x="167" y="42"/>
                  </a:lnTo>
                  <a:lnTo>
                    <a:pt x="169" y="42"/>
                  </a:lnTo>
                  <a:lnTo>
                    <a:pt x="169" y="42"/>
                  </a:lnTo>
                  <a:lnTo>
                    <a:pt x="171" y="40"/>
                  </a:lnTo>
                  <a:lnTo>
                    <a:pt x="171" y="38"/>
                  </a:lnTo>
                  <a:lnTo>
                    <a:pt x="173" y="38"/>
                  </a:lnTo>
                  <a:lnTo>
                    <a:pt x="175" y="38"/>
                  </a:lnTo>
                  <a:lnTo>
                    <a:pt x="175" y="40"/>
                  </a:lnTo>
                  <a:lnTo>
                    <a:pt x="177" y="40"/>
                  </a:lnTo>
                  <a:lnTo>
                    <a:pt x="177" y="40"/>
                  </a:lnTo>
                  <a:lnTo>
                    <a:pt x="177" y="3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27" name="Freeform 30">
              <a:extLst>
                <a:ext uri="{FF2B5EF4-FFF2-40B4-BE49-F238E27FC236}">
                  <a16:creationId xmlns:a16="http://schemas.microsoft.com/office/drawing/2014/main" id="{B06076C2-2436-EC12-4CB8-D0BDB0890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4900" y="3084513"/>
              <a:ext cx="171450" cy="404813"/>
            </a:xfrm>
            <a:custGeom>
              <a:avLst/>
              <a:gdLst>
                <a:gd name="T0" fmla="*/ 106 w 108"/>
                <a:gd name="T1" fmla="*/ 80 h 255"/>
                <a:gd name="T2" fmla="*/ 101 w 108"/>
                <a:gd name="T3" fmla="*/ 59 h 255"/>
                <a:gd name="T4" fmla="*/ 97 w 108"/>
                <a:gd name="T5" fmla="*/ 48 h 255"/>
                <a:gd name="T6" fmla="*/ 91 w 108"/>
                <a:gd name="T7" fmla="*/ 48 h 255"/>
                <a:gd name="T8" fmla="*/ 89 w 108"/>
                <a:gd name="T9" fmla="*/ 44 h 255"/>
                <a:gd name="T10" fmla="*/ 87 w 108"/>
                <a:gd name="T11" fmla="*/ 46 h 255"/>
                <a:gd name="T12" fmla="*/ 83 w 108"/>
                <a:gd name="T13" fmla="*/ 44 h 255"/>
                <a:gd name="T14" fmla="*/ 80 w 108"/>
                <a:gd name="T15" fmla="*/ 46 h 255"/>
                <a:gd name="T16" fmla="*/ 74 w 108"/>
                <a:gd name="T17" fmla="*/ 42 h 255"/>
                <a:gd name="T18" fmla="*/ 66 w 108"/>
                <a:gd name="T19" fmla="*/ 38 h 255"/>
                <a:gd name="T20" fmla="*/ 68 w 108"/>
                <a:gd name="T21" fmla="*/ 31 h 255"/>
                <a:gd name="T22" fmla="*/ 70 w 108"/>
                <a:gd name="T23" fmla="*/ 23 h 255"/>
                <a:gd name="T24" fmla="*/ 72 w 108"/>
                <a:gd name="T25" fmla="*/ 15 h 255"/>
                <a:gd name="T26" fmla="*/ 66 w 108"/>
                <a:gd name="T27" fmla="*/ 12 h 255"/>
                <a:gd name="T28" fmla="*/ 53 w 108"/>
                <a:gd name="T29" fmla="*/ 12 h 255"/>
                <a:gd name="T30" fmla="*/ 45 w 108"/>
                <a:gd name="T31" fmla="*/ 2 h 255"/>
                <a:gd name="T32" fmla="*/ 34 w 108"/>
                <a:gd name="T33" fmla="*/ 19 h 255"/>
                <a:gd name="T34" fmla="*/ 32 w 108"/>
                <a:gd name="T35" fmla="*/ 27 h 255"/>
                <a:gd name="T36" fmla="*/ 22 w 108"/>
                <a:gd name="T37" fmla="*/ 34 h 255"/>
                <a:gd name="T38" fmla="*/ 17 w 108"/>
                <a:gd name="T39" fmla="*/ 36 h 255"/>
                <a:gd name="T40" fmla="*/ 15 w 108"/>
                <a:gd name="T41" fmla="*/ 29 h 255"/>
                <a:gd name="T42" fmla="*/ 15 w 108"/>
                <a:gd name="T43" fmla="*/ 27 h 255"/>
                <a:gd name="T44" fmla="*/ 3 w 108"/>
                <a:gd name="T45" fmla="*/ 29 h 255"/>
                <a:gd name="T46" fmla="*/ 5 w 108"/>
                <a:gd name="T47" fmla="*/ 40 h 255"/>
                <a:gd name="T48" fmla="*/ 5 w 108"/>
                <a:gd name="T49" fmla="*/ 48 h 255"/>
                <a:gd name="T50" fmla="*/ 5 w 108"/>
                <a:gd name="T51" fmla="*/ 55 h 255"/>
                <a:gd name="T52" fmla="*/ 5 w 108"/>
                <a:gd name="T53" fmla="*/ 61 h 255"/>
                <a:gd name="T54" fmla="*/ 5 w 108"/>
                <a:gd name="T55" fmla="*/ 65 h 255"/>
                <a:gd name="T56" fmla="*/ 3 w 108"/>
                <a:gd name="T57" fmla="*/ 65 h 255"/>
                <a:gd name="T58" fmla="*/ 2 w 108"/>
                <a:gd name="T59" fmla="*/ 67 h 255"/>
                <a:gd name="T60" fmla="*/ 0 w 108"/>
                <a:gd name="T61" fmla="*/ 71 h 255"/>
                <a:gd name="T62" fmla="*/ 0 w 108"/>
                <a:gd name="T63" fmla="*/ 90 h 255"/>
                <a:gd name="T64" fmla="*/ 5 w 108"/>
                <a:gd name="T65" fmla="*/ 111 h 255"/>
                <a:gd name="T66" fmla="*/ 7 w 108"/>
                <a:gd name="T67" fmla="*/ 114 h 255"/>
                <a:gd name="T68" fmla="*/ 9 w 108"/>
                <a:gd name="T69" fmla="*/ 122 h 255"/>
                <a:gd name="T70" fmla="*/ 9 w 108"/>
                <a:gd name="T71" fmla="*/ 154 h 255"/>
                <a:gd name="T72" fmla="*/ 17 w 108"/>
                <a:gd name="T73" fmla="*/ 173 h 255"/>
                <a:gd name="T74" fmla="*/ 22 w 108"/>
                <a:gd name="T75" fmla="*/ 194 h 255"/>
                <a:gd name="T76" fmla="*/ 28 w 108"/>
                <a:gd name="T77" fmla="*/ 236 h 255"/>
                <a:gd name="T78" fmla="*/ 28 w 108"/>
                <a:gd name="T79" fmla="*/ 253 h 255"/>
                <a:gd name="T80" fmla="*/ 34 w 108"/>
                <a:gd name="T81" fmla="*/ 249 h 255"/>
                <a:gd name="T82" fmla="*/ 36 w 108"/>
                <a:gd name="T83" fmla="*/ 242 h 255"/>
                <a:gd name="T84" fmla="*/ 38 w 108"/>
                <a:gd name="T85" fmla="*/ 236 h 255"/>
                <a:gd name="T86" fmla="*/ 55 w 108"/>
                <a:gd name="T87" fmla="*/ 247 h 255"/>
                <a:gd name="T88" fmla="*/ 59 w 108"/>
                <a:gd name="T89" fmla="*/ 247 h 255"/>
                <a:gd name="T90" fmla="*/ 64 w 108"/>
                <a:gd name="T91" fmla="*/ 251 h 255"/>
                <a:gd name="T92" fmla="*/ 66 w 108"/>
                <a:gd name="T93" fmla="*/ 249 h 255"/>
                <a:gd name="T94" fmla="*/ 68 w 108"/>
                <a:gd name="T95" fmla="*/ 240 h 255"/>
                <a:gd name="T96" fmla="*/ 70 w 108"/>
                <a:gd name="T97" fmla="*/ 230 h 255"/>
                <a:gd name="T98" fmla="*/ 80 w 108"/>
                <a:gd name="T99" fmla="*/ 232 h 255"/>
                <a:gd name="T100" fmla="*/ 82 w 108"/>
                <a:gd name="T101" fmla="*/ 227 h 255"/>
                <a:gd name="T102" fmla="*/ 82 w 108"/>
                <a:gd name="T103" fmla="*/ 208 h 255"/>
                <a:gd name="T104" fmla="*/ 78 w 108"/>
                <a:gd name="T105" fmla="*/ 190 h 255"/>
                <a:gd name="T106" fmla="*/ 78 w 108"/>
                <a:gd name="T107" fmla="*/ 170 h 255"/>
                <a:gd name="T108" fmla="*/ 83 w 108"/>
                <a:gd name="T109" fmla="*/ 158 h 255"/>
                <a:gd name="T110" fmla="*/ 83 w 108"/>
                <a:gd name="T111" fmla="*/ 145 h 255"/>
                <a:gd name="T112" fmla="*/ 95 w 108"/>
                <a:gd name="T113" fmla="*/ 149 h 255"/>
                <a:gd name="T114" fmla="*/ 102 w 108"/>
                <a:gd name="T115" fmla="*/ 133 h 255"/>
                <a:gd name="T116" fmla="*/ 106 w 108"/>
                <a:gd name="T117" fmla="*/ 1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8" h="255">
                  <a:moveTo>
                    <a:pt x="104" y="107"/>
                  </a:moveTo>
                  <a:lnTo>
                    <a:pt x="104" y="105"/>
                  </a:lnTo>
                  <a:lnTo>
                    <a:pt x="108" y="86"/>
                  </a:lnTo>
                  <a:lnTo>
                    <a:pt x="108" y="82"/>
                  </a:lnTo>
                  <a:lnTo>
                    <a:pt x="108" y="80"/>
                  </a:lnTo>
                  <a:lnTo>
                    <a:pt x="106" y="80"/>
                  </a:lnTo>
                  <a:lnTo>
                    <a:pt x="106" y="78"/>
                  </a:lnTo>
                  <a:lnTo>
                    <a:pt x="102" y="76"/>
                  </a:lnTo>
                  <a:lnTo>
                    <a:pt x="101" y="65"/>
                  </a:lnTo>
                  <a:lnTo>
                    <a:pt x="101" y="61"/>
                  </a:lnTo>
                  <a:lnTo>
                    <a:pt x="101" y="59"/>
                  </a:lnTo>
                  <a:lnTo>
                    <a:pt x="101" y="59"/>
                  </a:lnTo>
                  <a:lnTo>
                    <a:pt x="101" y="57"/>
                  </a:lnTo>
                  <a:lnTo>
                    <a:pt x="99" y="57"/>
                  </a:lnTo>
                  <a:lnTo>
                    <a:pt x="97" y="54"/>
                  </a:lnTo>
                  <a:lnTo>
                    <a:pt x="97" y="52"/>
                  </a:lnTo>
                  <a:lnTo>
                    <a:pt x="97" y="50"/>
                  </a:lnTo>
                  <a:lnTo>
                    <a:pt x="97" y="48"/>
                  </a:lnTo>
                  <a:lnTo>
                    <a:pt x="97" y="46"/>
                  </a:lnTo>
                  <a:lnTo>
                    <a:pt x="97" y="46"/>
                  </a:lnTo>
                  <a:lnTo>
                    <a:pt x="95" y="46"/>
                  </a:lnTo>
                  <a:lnTo>
                    <a:pt x="91" y="48"/>
                  </a:lnTo>
                  <a:lnTo>
                    <a:pt x="91" y="48"/>
                  </a:lnTo>
                  <a:lnTo>
                    <a:pt x="91" y="48"/>
                  </a:lnTo>
                  <a:lnTo>
                    <a:pt x="91" y="48"/>
                  </a:lnTo>
                  <a:lnTo>
                    <a:pt x="91" y="46"/>
                  </a:lnTo>
                  <a:lnTo>
                    <a:pt x="91" y="46"/>
                  </a:lnTo>
                  <a:lnTo>
                    <a:pt x="91" y="44"/>
                  </a:lnTo>
                  <a:lnTo>
                    <a:pt x="91" y="44"/>
                  </a:lnTo>
                  <a:lnTo>
                    <a:pt x="89" y="44"/>
                  </a:lnTo>
                  <a:lnTo>
                    <a:pt x="89" y="42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7" y="44"/>
                  </a:lnTo>
                  <a:lnTo>
                    <a:pt x="87" y="46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3" y="46"/>
                  </a:lnTo>
                  <a:lnTo>
                    <a:pt x="83" y="46"/>
                  </a:lnTo>
                  <a:lnTo>
                    <a:pt x="83" y="46"/>
                  </a:lnTo>
                  <a:lnTo>
                    <a:pt x="83" y="44"/>
                  </a:lnTo>
                  <a:lnTo>
                    <a:pt x="83" y="44"/>
                  </a:lnTo>
                  <a:lnTo>
                    <a:pt x="83" y="44"/>
                  </a:lnTo>
                  <a:lnTo>
                    <a:pt x="82" y="44"/>
                  </a:lnTo>
                  <a:lnTo>
                    <a:pt x="82" y="44"/>
                  </a:lnTo>
                  <a:lnTo>
                    <a:pt x="80" y="44"/>
                  </a:lnTo>
                  <a:lnTo>
                    <a:pt x="80" y="46"/>
                  </a:lnTo>
                  <a:lnTo>
                    <a:pt x="78" y="46"/>
                  </a:lnTo>
                  <a:lnTo>
                    <a:pt x="78" y="46"/>
                  </a:lnTo>
                  <a:lnTo>
                    <a:pt x="78" y="44"/>
                  </a:lnTo>
                  <a:lnTo>
                    <a:pt x="76" y="44"/>
                  </a:lnTo>
                  <a:lnTo>
                    <a:pt x="76" y="44"/>
                  </a:lnTo>
                  <a:lnTo>
                    <a:pt x="74" y="42"/>
                  </a:lnTo>
                  <a:lnTo>
                    <a:pt x="68" y="40"/>
                  </a:lnTo>
                  <a:lnTo>
                    <a:pt x="66" y="40"/>
                  </a:lnTo>
                  <a:lnTo>
                    <a:pt x="66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8" y="36"/>
                  </a:lnTo>
                  <a:lnTo>
                    <a:pt x="68" y="36"/>
                  </a:lnTo>
                  <a:lnTo>
                    <a:pt x="68" y="36"/>
                  </a:lnTo>
                  <a:lnTo>
                    <a:pt x="68" y="34"/>
                  </a:lnTo>
                  <a:lnTo>
                    <a:pt x="68" y="31"/>
                  </a:lnTo>
                  <a:lnTo>
                    <a:pt x="68" y="31"/>
                  </a:lnTo>
                  <a:lnTo>
                    <a:pt x="68" y="29"/>
                  </a:lnTo>
                  <a:lnTo>
                    <a:pt x="68" y="29"/>
                  </a:lnTo>
                  <a:lnTo>
                    <a:pt x="70" y="27"/>
                  </a:lnTo>
                  <a:lnTo>
                    <a:pt x="70" y="25"/>
                  </a:lnTo>
                  <a:lnTo>
                    <a:pt x="70" y="23"/>
                  </a:lnTo>
                  <a:lnTo>
                    <a:pt x="70" y="23"/>
                  </a:lnTo>
                  <a:lnTo>
                    <a:pt x="70" y="21"/>
                  </a:lnTo>
                  <a:lnTo>
                    <a:pt x="70" y="19"/>
                  </a:lnTo>
                  <a:lnTo>
                    <a:pt x="72" y="17"/>
                  </a:lnTo>
                  <a:lnTo>
                    <a:pt x="72" y="17"/>
                  </a:lnTo>
                  <a:lnTo>
                    <a:pt x="72" y="15"/>
                  </a:lnTo>
                  <a:lnTo>
                    <a:pt x="70" y="14"/>
                  </a:lnTo>
                  <a:lnTo>
                    <a:pt x="70" y="14"/>
                  </a:lnTo>
                  <a:lnTo>
                    <a:pt x="70" y="10"/>
                  </a:lnTo>
                  <a:lnTo>
                    <a:pt x="70" y="10"/>
                  </a:lnTo>
                  <a:lnTo>
                    <a:pt x="68" y="12"/>
                  </a:lnTo>
                  <a:lnTo>
                    <a:pt x="66" y="12"/>
                  </a:lnTo>
                  <a:lnTo>
                    <a:pt x="62" y="12"/>
                  </a:lnTo>
                  <a:lnTo>
                    <a:pt x="62" y="10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53" y="14"/>
                  </a:lnTo>
                  <a:lnTo>
                    <a:pt x="53" y="12"/>
                  </a:lnTo>
                  <a:lnTo>
                    <a:pt x="47" y="4"/>
                  </a:lnTo>
                  <a:lnTo>
                    <a:pt x="47" y="2"/>
                  </a:lnTo>
                  <a:lnTo>
                    <a:pt x="47" y="2"/>
                  </a:lnTo>
                  <a:lnTo>
                    <a:pt x="45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42" y="12"/>
                  </a:lnTo>
                  <a:lnTo>
                    <a:pt x="40" y="14"/>
                  </a:lnTo>
                  <a:lnTo>
                    <a:pt x="38" y="15"/>
                  </a:lnTo>
                  <a:lnTo>
                    <a:pt x="34" y="19"/>
                  </a:lnTo>
                  <a:lnTo>
                    <a:pt x="34" y="21"/>
                  </a:lnTo>
                  <a:lnTo>
                    <a:pt x="34" y="23"/>
                  </a:lnTo>
                  <a:lnTo>
                    <a:pt x="34" y="25"/>
                  </a:lnTo>
                  <a:lnTo>
                    <a:pt x="34" y="25"/>
                  </a:lnTo>
                  <a:lnTo>
                    <a:pt x="34" y="25"/>
                  </a:lnTo>
                  <a:lnTo>
                    <a:pt x="32" y="27"/>
                  </a:lnTo>
                  <a:lnTo>
                    <a:pt x="32" y="27"/>
                  </a:lnTo>
                  <a:lnTo>
                    <a:pt x="32" y="27"/>
                  </a:lnTo>
                  <a:lnTo>
                    <a:pt x="30" y="27"/>
                  </a:lnTo>
                  <a:lnTo>
                    <a:pt x="26" y="31"/>
                  </a:lnTo>
                  <a:lnTo>
                    <a:pt x="24" y="33"/>
                  </a:lnTo>
                  <a:lnTo>
                    <a:pt x="22" y="34"/>
                  </a:lnTo>
                  <a:lnTo>
                    <a:pt x="22" y="36"/>
                  </a:lnTo>
                  <a:lnTo>
                    <a:pt x="21" y="36"/>
                  </a:lnTo>
                  <a:lnTo>
                    <a:pt x="21" y="36"/>
                  </a:lnTo>
                  <a:lnTo>
                    <a:pt x="19" y="36"/>
                  </a:lnTo>
                  <a:lnTo>
                    <a:pt x="19" y="36"/>
                  </a:lnTo>
                  <a:lnTo>
                    <a:pt x="17" y="36"/>
                  </a:lnTo>
                  <a:lnTo>
                    <a:pt x="17" y="36"/>
                  </a:lnTo>
                  <a:lnTo>
                    <a:pt x="17" y="34"/>
                  </a:lnTo>
                  <a:lnTo>
                    <a:pt x="15" y="34"/>
                  </a:lnTo>
                  <a:lnTo>
                    <a:pt x="15" y="33"/>
                  </a:lnTo>
                  <a:lnTo>
                    <a:pt x="15" y="31"/>
                  </a:lnTo>
                  <a:lnTo>
                    <a:pt x="15" y="29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9" y="25"/>
                  </a:lnTo>
                  <a:lnTo>
                    <a:pt x="3" y="25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5" y="44"/>
                  </a:lnTo>
                  <a:lnTo>
                    <a:pt x="5" y="46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50"/>
                  </a:lnTo>
                  <a:lnTo>
                    <a:pt x="7" y="50"/>
                  </a:lnTo>
                  <a:lnTo>
                    <a:pt x="7" y="50"/>
                  </a:lnTo>
                  <a:lnTo>
                    <a:pt x="5" y="52"/>
                  </a:lnTo>
                  <a:lnTo>
                    <a:pt x="5" y="55"/>
                  </a:lnTo>
                  <a:lnTo>
                    <a:pt x="5" y="55"/>
                  </a:lnTo>
                  <a:lnTo>
                    <a:pt x="5" y="55"/>
                  </a:lnTo>
                  <a:lnTo>
                    <a:pt x="5" y="59"/>
                  </a:lnTo>
                  <a:lnTo>
                    <a:pt x="5" y="59"/>
                  </a:lnTo>
                  <a:lnTo>
                    <a:pt x="5" y="59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5" y="63"/>
                  </a:lnTo>
                  <a:lnTo>
                    <a:pt x="5" y="63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2" y="65"/>
                  </a:lnTo>
                  <a:lnTo>
                    <a:pt x="2" y="65"/>
                  </a:lnTo>
                  <a:lnTo>
                    <a:pt x="2" y="65"/>
                  </a:lnTo>
                  <a:lnTo>
                    <a:pt x="2" y="67"/>
                  </a:lnTo>
                  <a:lnTo>
                    <a:pt x="2" y="67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2" y="69"/>
                  </a:lnTo>
                  <a:lnTo>
                    <a:pt x="2" y="69"/>
                  </a:lnTo>
                  <a:lnTo>
                    <a:pt x="0" y="71"/>
                  </a:lnTo>
                  <a:lnTo>
                    <a:pt x="0" y="73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90"/>
                  </a:lnTo>
                  <a:lnTo>
                    <a:pt x="3" y="101"/>
                  </a:lnTo>
                  <a:lnTo>
                    <a:pt x="3" y="105"/>
                  </a:lnTo>
                  <a:lnTo>
                    <a:pt x="3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11"/>
                  </a:lnTo>
                  <a:lnTo>
                    <a:pt x="5" y="111"/>
                  </a:lnTo>
                  <a:lnTo>
                    <a:pt x="5" y="112"/>
                  </a:lnTo>
                  <a:lnTo>
                    <a:pt x="5" y="112"/>
                  </a:lnTo>
                  <a:lnTo>
                    <a:pt x="7" y="114"/>
                  </a:lnTo>
                  <a:lnTo>
                    <a:pt x="7" y="114"/>
                  </a:lnTo>
                  <a:lnTo>
                    <a:pt x="7" y="114"/>
                  </a:lnTo>
                  <a:lnTo>
                    <a:pt x="7" y="116"/>
                  </a:lnTo>
                  <a:lnTo>
                    <a:pt x="7" y="118"/>
                  </a:lnTo>
                  <a:lnTo>
                    <a:pt x="7" y="118"/>
                  </a:lnTo>
                  <a:lnTo>
                    <a:pt x="9" y="120"/>
                  </a:lnTo>
                  <a:lnTo>
                    <a:pt x="9" y="122"/>
                  </a:lnTo>
                  <a:lnTo>
                    <a:pt x="9" y="122"/>
                  </a:lnTo>
                  <a:lnTo>
                    <a:pt x="7" y="124"/>
                  </a:lnTo>
                  <a:lnTo>
                    <a:pt x="7" y="128"/>
                  </a:lnTo>
                  <a:lnTo>
                    <a:pt x="5" y="130"/>
                  </a:lnTo>
                  <a:lnTo>
                    <a:pt x="5" y="133"/>
                  </a:lnTo>
                  <a:lnTo>
                    <a:pt x="9" y="147"/>
                  </a:lnTo>
                  <a:lnTo>
                    <a:pt x="9" y="154"/>
                  </a:lnTo>
                  <a:lnTo>
                    <a:pt x="9" y="158"/>
                  </a:lnTo>
                  <a:lnTo>
                    <a:pt x="11" y="160"/>
                  </a:lnTo>
                  <a:lnTo>
                    <a:pt x="13" y="162"/>
                  </a:lnTo>
                  <a:lnTo>
                    <a:pt x="15" y="164"/>
                  </a:lnTo>
                  <a:lnTo>
                    <a:pt x="17" y="171"/>
                  </a:lnTo>
                  <a:lnTo>
                    <a:pt x="17" y="173"/>
                  </a:lnTo>
                  <a:lnTo>
                    <a:pt x="17" y="175"/>
                  </a:lnTo>
                  <a:lnTo>
                    <a:pt x="21" y="177"/>
                  </a:lnTo>
                  <a:lnTo>
                    <a:pt x="21" y="179"/>
                  </a:lnTo>
                  <a:lnTo>
                    <a:pt x="21" y="181"/>
                  </a:lnTo>
                  <a:lnTo>
                    <a:pt x="22" y="189"/>
                  </a:lnTo>
                  <a:lnTo>
                    <a:pt x="22" y="194"/>
                  </a:lnTo>
                  <a:lnTo>
                    <a:pt x="22" y="196"/>
                  </a:lnTo>
                  <a:lnTo>
                    <a:pt x="24" y="200"/>
                  </a:lnTo>
                  <a:lnTo>
                    <a:pt x="24" y="200"/>
                  </a:lnTo>
                  <a:lnTo>
                    <a:pt x="28" y="234"/>
                  </a:lnTo>
                  <a:lnTo>
                    <a:pt x="28" y="236"/>
                  </a:lnTo>
                  <a:lnTo>
                    <a:pt x="28" y="236"/>
                  </a:lnTo>
                  <a:lnTo>
                    <a:pt x="26" y="236"/>
                  </a:lnTo>
                  <a:lnTo>
                    <a:pt x="24" y="238"/>
                  </a:lnTo>
                  <a:lnTo>
                    <a:pt x="28" y="244"/>
                  </a:lnTo>
                  <a:lnTo>
                    <a:pt x="28" y="251"/>
                  </a:lnTo>
                  <a:lnTo>
                    <a:pt x="28" y="251"/>
                  </a:lnTo>
                  <a:lnTo>
                    <a:pt x="28" y="253"/>
                  </a:lnTo>
                  <a:lnTo>
                    <a:pt x="30" y="251"/>
                  </a:lnTo>
                  <a:lnTo>
                    <a:pt x="30" y="251"/>
                  </a:lnTo>
                  <a:lnTo>
                    <a:pt x="30" y="251"/>
                  </a:lnTo>
                  <a:lnTo>
                    <a:pt x="32" y="251"/>
                  </a:lnTo>
                  <a:lnTo>
                    <a:pt x="32" y="249"/>
                  </a:lnTo>
                  <a:lnTo>
                    <a:pt x="34" y="249"/>
                  </a:lnTo>
                  <a:lnTo>
                    <a:pt x="34" y="249"/>
                  </a:lnTo>
                  <a:lnTo>
                    <a:pt x="36" y="247"/>
                  </a:lnTo>
                  <a:lnTo>
                    <a:pt x="36" y="247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6" y="242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8" y="242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8" y="236"/>
                  </a:lnTo>
                  <a:lnTo>
                    <a:pt x="38" y="236"/>
                  </a:lnTo>
                  <a:lnTo>
                    <a:pt x="40" y="234"/>
                  </a:lnTo>
                  <a:lnTo>
                    <a:pt x="42" y="236"/>
                  </a:lnTo>
                  <a:lnTo>
                    <a:pt x="47" y="240"/>
                  </a:lnTo>
                  <a:lnTo>
                    <a:pt x="53" y="246"/>
                  </a:lnTo>
                  <a:lnTo>
                    <a:pt x="55" y="247"/>
                  </a:lnTo>
                  <a:lnTo>
                    <a:pt x="55" y="251"/>
                  </a:lnTo>
                  <a:lnTo>
                    <a:pt x="55" y="253"/>
                  </a:lnTo>
                  <a:lnTo>
                    <a:pt x="57" y="255"/>
                  </a:lnTo>
                  <a:lnTo>
                    <a:pt x="59" y="253"/>
                  </a:lnTo>
                  <a:lnTo>
                    <a:pt x="59" y="251"/>
                  </a:lnTo>
                  <a:lnTo>
                    <a:pt x="59" y="247"/>
                  </a:lnTo>
                  <a:lnTo>
                    <a:pt x="61" y="247"/>
                  </a:lnTo>
                  <a:lnTo>
                    <a:pt x="62" y="249"/>
                  </a:lnTo>
                  <a:lnTo>
                    <a:pt x="64" y="251"/>
                  </a:lnTo>
                  <a:lnTo>
                    <a:pt x="64" y="251"/>
                  </a:lnTo>
                  <a:lnTo>
                    <a:pt x="64" y="251"/>
                  </a:lnTo>
                  <a:lnTo>
                    <a:pt x="64" y="251"/>
                  </a:lnTo>
                  <a:lnTo>
                    <a:pt x="66" y="251"/>
                  </a:lnTo>
                  <a:lnTo>
                    <a:pt x="66" y="251"/>
                  </a:lnTo>
                  <a:lnTo>
                    <a:pt x="66" y="251"/>
                  </a:lnTo>
                  <a:lnTo>
                    <a:pt x="66" y="249"/>
                  </a:lnTo>
                  <a:lnTo>
                    <a:pt x="66" y="249"/>
                  </a:lnTo>
                  <a:lnTo>
                    <a:pt x="66" y="249"/>
                  </a:lnTo>
                  <a:lnTo>
                    <a:pt x="66" y="247"/>
                  </a:lnTo>
                  <a:lnTo>
                    <a:pt x="64" y="246"/>
                  </a:lnTo>
                  <a:lnTo>
                    <a:pt x="64" y="246"/>
                  </a:lnTo>
                  <a:lnTo>
                    <a:pt x="64" y="244"/>
                  </a:lnTo>
                  <a:lnTo>
                    <a:pt x="66" y="240"/>
                  </a:lnTo>
                  <a:lnTo>
                    <a:pt x="68" y="240"/>
                  </a:lnTo>
                  <a:lnTo>
                    <a:pt x="68" y="240"/>
                  </a:lnTo>
                  <a:lnTo>
                    <a:pt x="70" y="238"/>
                  </a:lnTo>
                  <a:lnTo>
                    <a:pt x="70" y="238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30"/>
                  </a:lnTo>
                  <a:lnTo>
                    <a:pt x="72" y="230"/>
                  </a:lnTo>
                  <a:lnTo>
                    <a:pt x="74" y="230"/>
                  </a:lnTo>
                  <a:lnTo>
                    <a:pt x="76" y="230"/>
                  </a:lnTo>
                  <a:lnTo>
                    <a:pt x="78" y="232"/>
                  </a:lnTo>
                  <a:lnTo>
                    <a:pt x="80" y="232"/>
                  </a:lnTo>
                  <a:lnTo>
                    <a:pt x="82" y="232"/>
                  </a:lnTo>
                  <a:lnTo>
                    <a:pt x="80" y="228"/>
                  </a:lnTo>
                  <a:lnTo>
                    <a:pt x="80" y="227"/>
                  </a:lnTo>
                  <a:lnTo>
                    <a:pt x="80" y="227"/>
                  </a:lnTo>
                  <a:lnTo>
                    <a:pt x="80" y="227"/>
                  </a:lnTo>
                  <a:lnTo>
                    <a:pt x="82" y="227"/>
                  </a:lnTo>
                  <a:lnTo>
                    <a:pt x="83" y="227"/>
                  </a:lnTo>
                  <a:lnTo>
                    <a:pt x="83" y="225"/>
                  </a:lnTo>
                  <a:lnTo>
                    <a:pt x="83" y="225"/>
                  </a:lnTo>
                  <a:lnTo>
                    <a:pt x="83" y="223"/>
                  </a:lnTo>
                  <a:lnTo>
                    <a:pt x="83" y="211"/>
                  </a:lnTo>
                  <a:lnTo>
                    <a:pt x="82" y="208"/>
                  </a:lnTo>
                  <a:lnTo>
                    <a:pt x="80" y="204"/>
                  </a:lnTo>
                  <a:lnTo>
                    <a:pt x="78" y="202"/>
                  </a:lnTo>
                  <a:lnTo>
                    <a:pt x="78" y="200"/>
                  </a:lnTo>
                  <a:lnTo>
                    <a:pt x="78" y="196"/>
                  </a:lnTo>
                  <a:lnTo>
                    <a:pt x="78" y="192"/>
                  </a:lnTo>
                  <a:lnTo>
                    <a:pt x="78" y="190"/>
                  </a:lnTo>
                  <a:lnTo>
                    <a:pt x="78" y="189"/>
                  </a:lnTo>
                  <a:lnTo>
                    <a:pt x="76" y="185"/>
                  </a:lnTo>
                  <a:lnTo>
                    <a:pt x="74" y="183"/>
                  </a:lnTo>
                  <a:lnTo>
                    <a:pt x="74" y="181"/>
                  </a:lnTo>
                  <a:lnTo>
                    <a:pt x="76" y="173"/>
                  </a:lnTo>
                  <a:lnTo>
                    <a:pt x="78" y="170"/>
                  </a:lnTo>
                  <a:lnTo>
                    <a:pt x="80" y="171"/>
                  </a:lnTo>
                  <a:lnTo>
                    <a:pt x="80" y="168"/>
                  </a:lnTo>
                  <a:lnTo>
                    <a:pt x="83" y="164"/>
                  </a:lnTo>
                  <a:lnTo>
                    <a:pt x="83" y="162"/>
                  </a:lnTo>
                  <a:lnTo>
                    <a:pt x="85" y="160"/>
                  </a:lnTo>
                  <a:lnTo>
                    <a:pt x="83" y="158"/>
                  </a:lnTo>
                  <a:lnTo>
                    <a:pt x="82" y="154"/>
                  </a:lnTo>
                  <a:lnTo>
                    <a:pt x="82" y="152"/>
                  </a:lnTo>
                  <a:lnTo>
                    <a:pt x="82" y="150"/>
                  </a:lnTo>
                  <a:lnTo>
                    <a:pt x="82" y="147"/>
                  </a:lnTo>
                  <a:lnTo>
                    <a:pt x="82" y="145"/>
                  </a:lnTo>
                  <a:lnTo>
                    <a:pt x="83" y="145"/>
                  </a:lnTo>
                  <a:lnTo>
                    <a:pt x="85" y="145"/>
                  </a:lnTo>
                  <a:lnTo>
                    <a:pt x="87" y="147"/>
                  </a:lnTo>
                  <a:lnTo>
                    <a:pt x="89" y="149"/>
                  </a:lnTo>
                  <a:lnTo>
                    <a:pt x="91" y="150"/>
                  </a:lnTo>
                  <a:lnTo>
                    <a:pt x="93" y="150"/>
                  </a:lnTo>
                  <a:lnTo>
                    <a:pt x="95" y="149"/>
                  </a:lnTo>
                  <a:lnTo>
                    <a:pt x="97" y="147"/>
                  </a:lnTo>
                  <a:lnTo>
                    <a:pt x="99" y="145"/>
                  </a:lnTo>
                  <a:lnTo>
                    <a:pt x="102" y="137"/>
                  </a:lnTo>
                  <a:lnTo>
                    <a:pt x="102" y="135"/>
                  </a:lnTo>
                  <a:lnTo>
                    <a:pt x="102" y="135"/>
                  </a:lnTo>
                  <a:lnTo>
                    <a:pt x="102" y="133"/>
                  </a:lnTo>
                  <a:lnTo>
                    <a:pt x="102" y="126"/>
                  </a:lnTo>
                  <a:lnTo>
                    <a:pt x="102" y="122"/>
                  </a:lnTo>
                  <a:lnTo>
                    <a:pt x="102" y="120"/>
                  </a:lnTo>
                  <a:lnTo>
                    <a:pt x="104" y="118"/>
                  </a:lnTo>
                  <a:lnTo>
                    <a:pt x="104" y="116"/>
                  </a:lnTo>
                  <a:lnTo>
                    <a:pt x="106" y="116"/>
                  </a:lnTo>
                  <a:lnTo>
                    <a:pt x="106" y="114"/>
                  </a:lnTo>
                  <a:lnTo>
                    <a:pt x="106" y="114"/>
                  </a:lnTo>
                  <a:lnTo>
                    <a:pt x="104" y="107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28" name="Freeform 31">
              <a:extLst>
                <a:ext uri="{FF2B5EF4-FFF2-40B4-BE49-F238E27FC236}">
                  <a16:creationId xmlns:a16="http://schemas.microsoft.com/office/drawing/2014/main" id="{615507DE-5CFF-5484-B9D6-683CFE959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4900" y="3084513"/>
              <a:ext cx="171450" cy="404813"/>
            </a:xfrm>
            <a:custGeom>
              <a:avLst/>
              <a:gdLst>
                <a:gd name="T0" fmla="*/ 106 w 108"/>
                <a:gd name="T1" fmla="*/ 80 h 255"/>
                <a:gd name="T2" fmla="*/ 101 w 108"/>
                <a:gd name="T3" fmla="*/ 59 h 255"/>
                <a:gd name="T4" fmla="*/ 97 w 108"/>
                <a:gd name="T5" fmla="*/ 48 h 255"/>
                <a:gd name="T6" fmla="*/ 91 w 108"/>
                <a:gd name="T7" fmla="*/ 48 h 255"/>
                <a:gd name="T8" fmla="*/ 89 w 108"/>
                <a:gd name="T9" fmla="*/ 44 h 255"/>
                <a:gd name="T10" fmla="*/ 87 w 108"/>
                <a:gd name="T11" fmla="*/ 46 h 255"/>
                <a:gd name="T12" fmla="*/ 83 w 108"/>
                <a:gd name="T13" fmla="*/ 44 h 255"/>
                <a:gd name="T14" fmla="*/ 80 w 108"/>
                <a:gd name="T15" fmla="*/ 46 h 255"/>
                <a:gd name="T16" fmla="*/ 74 w 108"/>
                <a:gd name="T17" fmla="*/ 42 h 255"/>
                <a:gd name="T18" fmla="*/ 66 w 108"/>
                <a:gd name="T19" fmla="*/ 38 h 255"/>
                <a:gd name="T20" fmla="*/ 68 w 108"/>
                <a:gd name="T21" fmla="*/ 31 h 255"/>
                <a:gd name="T22" fmla="*/ 70 w 108"/>
                <a:gd name="T23" fmla="*/ 23 h 255"/>
                <a:gd name="T24" fmla="*/ 72 w 108"/>
                <a:gd name="T25" fmla="*/ 15 h 255"/>
                <a:gd name="T26" fmla="*/ 66 w 108"/>
                <a:gd name="T27" fmla="*/ 12 h 255"/>
                <a:gd name="T28" fmla="*/ 53 w 108"/>
                <a:gd name="T29" fmla="*/ 12 h 255"/>
                <a:gd name="T30" fmla="*/ 45 w 108"/>
                <a:gd name="T31" fmla="*/ 2 h 255"/>
                <a:gd name="T32" fmla="*/ 34 w 108"/>
                <a:gd name="T33" fmla="*/ 19 h 255"/>
                <a:gd name="T34" fmla="*/ 32 w 108"/>
                <a:gd name="T35" fmla="*/ 27 h 255"/>
                <a:gd name="T36" fmla="*/ 22 w 108"/>
                <a:gd name="T37" fmla="*/ 34 h 255"/>
                <a:gd name="T38" fmla="*/ 17 w 108"/>
                <a:gd name="T39" fmla="*/ 36 h 255"/>
                <a:gd name="T40" fmla="*/ 15 w 108"/>
                <a:gd name="T41" fmla="*/ 29 h 255"/>
                <a:gd name="T42" fmla="*/ 15 w 108"/>
                <a:gd name="T43" fmla="*/ 27 h 255"/>
                <a:gd name="T44" fmla="*/ 3 w 108"/>
                <a:gd name="T45" fmla="*/ 29 h 255"/>
                <a:gd name="T46" fmla="*/ 5 w 108"/>
                <a:gd name="T47" fmla="*/ 40 h 255"/>
                <a:gd name="T48" fmla="*/ 5 w 108"/>
                <a:gd name="T49" fmla="*/ 48 h 255"/>
                <a:gd name="T50" fmla="*/ 5 w 108"/>
                <a:gd name="T51" fmla="*/ 55 h 255"/>
                <a:gd name="T52" fmla="*/ 5 w 108"/>
                <a:gd name="T53" fmla="*/ 61 h 255"/>
                <a:gd name="T54" fmla="*/ 5 w 108"/>
                <a:gd name="T55" fmla="*/ 65 h 255"/>
                <a:gd name="T56" fmla="*/ 3 w 108"/>
                <a:gd name="T57" fmla="*/ 65 h 255"/>
                <a:gd name="T58" fmla="*/ 2 w 108"/>
                <a:gd name="T59" fmla="*/ 67 h 255"/>
                <a:gd name="T60" fmla="*/ 0 w 108"/>
                <a:gd name="T61" fmla="*/ 71 h 255"/>
                <a:gd name="T62" fmla="*/ 0 w 108"/>
                <a:gd name="T63" fmla="*/ 90 h 255"/>
                <a:gd name="T64" fmla="*/ 5 w 108"/>
                <a:gd name="T65" fmla="*/ 111 h 255"/>
                <a:gd name="T66" fmla="*/ 7 w 108"/>
                <a:gd name="T67" fmla="*/ 114 h 255"/>
                <a:gd name="T68" fmla="*/ 9 w 108"/>
                <a:gd name="T69" fmla="*/ 122 h 255"/>
                <a:gd name="T70" fmla="*/ 9 w 108"/>
                <a:gd name="T71" fmla="*/ 154 h 255"/>
                <a:gd name="T72" fmla="*/ 17 w 108"/>
                <a:gd name="T73" fmla="*/ 173 h 255"/>
                <a:gd name="T74" fmla="*/ 22 w 108"/>
                <a:gd name="T75" fmla="*/ 194 h 255"/>
                <a:gd name="T76" fmla="*/ 28 w 108"/>
                <a:gd name="T77" fmla="*/ 236 h 255"/>
                <a:gd name="T78" fmla="*/ 28 w 108"/>
                <a:gd name="T79" fmla="*/ 253 h 255"/>
                <a:gd name="T80" fmla="*/ 34 w 108"/>
                <a:gd name="T81" fmla="*/ 249 h 255"/>
                <a:gd name="T82" fmla="*/ 36 w 108"/>
                <a:gd name="T83" fmla="*/ 242 h 255"/>
                <a:gd name="T84" fmla="*/ 38 w 108"/>
                <a:gd name="T85" fmla="*/ 236 h 255"/>
                <a:gd name="T86" fmla="*/ 55 w 108"/>
                <a:gd name="T87" fmla="*/ 247 h 255"/>
                <a:gd name="T88" fmla="*/ 59 w 108"/>
                <a:gd name="T89" fmla="*/ 247 h 255"/>
                <a:gd name="T90" fmla="*/ 64 w 108"/>
                <a:gd name="T91" fmla="*/ 251 h 255"/>
                <a:gd name="T92" fmla="*/ 66 w 108"/>
                <a:gd name="T93" fmla="*/ 249 h 255"/>
                <a:gd name="T94" fmla="*/ 68 w 108"/>
                <a:gd name="T95" fmla="*/ 240 h 255"/>
                <a:gd name="T96" fmla="*/ 70 w 108"/>
                <a:gd name="T97" fmla="*/ 230 h 255"/>
                <a:gd name="T98" fmla="*/ 80 w 108"/>
                <a:gd name="T99" fmla="*/ 232 h 255"/>
                <a:gd name="T100" fmla="*/ 82 w 108"/>
                <a:gd name="T101" fmla="*/ 227 h 255"/>
                <a:gd name="T102" fmla="*/ 82 w 108"/>
                <a:gd name="T103" fmla="*/ 208 h 255"/>
                <a:gd name="T104" fmla="*/ 78 w 108"/>
                <a:gd name="T105" fmla="*/ 190 h 255"/>
                <a:gd name="T106" fmla="*/ 78 w 108"/>
                <a:gd name="T107" fmla="*/ 170 h 255"/>
                <a:gd name="T108" fmla="*/ 83 w 108"/>
                <a:gd name="T109" fmla="*/ 158 h 255"/>
                <a:gd name="T110" fmla="*/ 83 w 108"/>
                <a:gd name="T111" fmla="*/ 145 h 255"/>
                <a:gd name="T112" fmla="*/ 95 w 108"/>
                <a:gd name="T113" fmla="*/ 149 h 255"/>
                <a:gd name="T114" fmla="*/ 102 w 108"/>
                <a:gd name="T115" fmla="*/ 133 h 255"/>
                <a:gd name="T116" fmla="*/ 106 w 108"/>
                <a:gd name="T117" fmla="*/ 1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8" h="255">
                  <a:moveTo>
                    <a:pt x="104" y="107"/>
                  </a:moveTo>
                  <a:lnTo>
                    <a:pt x="104" y="105"/>
                  </a:lnTo>
                  <a:lnTo>
                    <a:pt x="108" y="86"/>
                  </a:lnTo>
                  <a:lnTo>
                    <a:pt x="108" y="82"/>
                  </a:lnTo>
                  <a:lnTo>
                    <a:pt x="108" y="80"/>
                  </a:lnTo>
                  <a:lnTo>
                    <a:pt x="106" y="80"/>
                  </a:lnTo>
                  <a:lnTo>
                    <a:pt x="106" y="78"/>
                  </a:lnTo>
                  <a:lnTo>
                    <a:pt x="102" y="76"/>
                  </a:lnTo>
                  <a:lnTo>
                    <a:pt x="101" y="65"/>
                  </a:lnTo>
                  <a:lnTo>
                    <a:pt x="101" y="61"/>
                  </a:lnTo>
                  <a:lnTo>
                    <a:pt x="101" y="59"/>
                  </a:lnTo>
                  <a:lnTo>
                    <a:pt x="101" y="59"/>
                  </a:lnTo>
                  <a:lnTo>
                    <a:pt x="101" y="57"/>
                  </a:lnTo>
                  <a:lnTo>
                    <a:pt x="99" y="57"/>
                  </a:lnTo>
                  <a:lnTo>
                    <a:pt x="97" y="54"/>
                  </a:lnTo>
                  <a:lnTo>
                    <a:pt x="97" y="52"/>
                  </a:lnTo>
                  <a:lnTo>
                    <a:pt x="97" y="50"/>
                  </a:lnTo>
                  <a:lnTo>
                    <a:pt x="97" y="48"/>
                  </a:lnTo>
                  <a:lnTo>
                    <a:pt x="97" y="46"/>
                  </a:lnTo>
                  <a:lnTo>
                    <a:pt x="97" y="46"/>
                  </a:lnTo>
                  <a:lnTo>
                    <a:pt x="95" y="46"/>
                  </a:lnTo>
                  <a:lnTo>
                    <a:pt x="91" y="48"/>
                  </a:lnTo>
                  <a:lnTo>
                    <a:pt x="91" y="48"/>
                  </a:lnTo>
                  <a:lnTo>
                    <a:pt x="91" y="48"/>
                  </a:lnTo>
                  <a:lnTo>
                    <a:pt x="91" y="48"/>
                  </a:lnTo>
                  <a:lnTo>
                    <a:pt x="91" y="46"/>
                  </a:lnTo>
                  <a:lnTo>
                    <a:pt x="91" y="46"/>
                  </a:lnTo>
                  <a:lnTo>
                    <a:pt x="91" y="44"/>
                  </a:lnTo>
                  <a:lnTo>
                    <a:pt x="91" y="44"/>
                  </a:lnTo>
                  <a:lnTo>
                    <a:pt x="89" y="44"/>
                  </a:lnTo>
                  <a:lnTo>
                    <a:pt x="89" y="42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7" y="44"/>
                  </a:lnTo>
                  <a:lnTo>
                    <a:pt x="87" y="46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3" y="46"/>
                  </a:lnTo>
                  <a:lnTo>
                    <a:pt x="83" y="46"/>
                  </a:lnTo>
                  <a:lnTo>
                    <a:pt x="83" y="46"/>
                  </a:lnTo>
                  <a:lnTo>
                    <a:pt x="83" y="44"/>
                  </a:lnTo>
                  <a:lnTo>
                    <a:pt x="83" y="44"/>
                  </a:lnTo>
                  <a:lnTo>
                    <a:pt x="83" y="44"/>
                  </a:lnTo>
                  <a:lnTo>
                    <a:pt x="82" y="44"/>
                  </a:lnTo>
                  <a:lnTo>
                    <a:pt x="82" y="44"/>
                  </a:lnTo>
                  <a:lnTo>
                    <a:pt x="80" y="44"/>
                  </a:lnTo>
                  <a:lnTo>
                    <a:pt x="80" y="46"/>
                  </a:lnTo>
                  <a:lnTo>
                    <a:pt x="78" y="46"/>
                  </a:lnTo>
                  <a:lnTo>
                    <a:pt x="78" y="46"/>
                  </a:lnTo>
                  <a:lnTo>
                    <a:pt x="78" y="44"/>
                  </a:lnTo>
                  <a:lnTo>
                    <a:pt x="76" y="44"/>
                  </a:lnTo>
                  <a:lnTo>
                    <a:pt x="76" y="44"/>
                  </a:lnTo>
                  <a:lnTo>
                    <a:pt x="74" y="42"/>
                  </a:lnTo>
                  <a:lnTo>
                    <a:pt x="68" y="40"/>
                  </a:lnTo>
                  <a:lnTo>
                    <a:pt x="66" y="40"/>
                  </a:lnTo>
                  <a:lnTo>
                    <a:pt x="66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8" y="36"/>
                  </a:lnTo>
                  <a:lnTo>
                    <a:pt x="68" y="36"/>
                  </a:lnTo>
                  <a:lnTo>
                    <a:pt x="68" y="36"/>
                  </a:lnTo>
                  <a:lnTo>
                    <a:pt x="68" y="34"/>
                  </a:lnTo>
                  <a:lnTo>
                    <a:pt x="68" y="31"/>
                  </a:lnTo>
                  <a:lnTo>
                    <a:pt x="68" y="31"/>
                  </a:lnTo>
                  <a:lnTo>
                    <a:pt x="68" y="29"/>
                  </a:lnTo>
                  <a:lnTo>
                    <a:pt x="68" y="29"/>
                  </a:lnTo>
                  <a:lnTo>
                    <a:pt x="70" y="27"/>
                  </a:lnTo>
                  <a:lnTo>
                    <a:pt x="70" y="25"/>
                  </a:lnTo>
                  <a:lnTo>
                    <a:pt x="70" y="23"/>
                  </a:lnTo>
                  <a:lnTo>
                    <a:pt x="70" y="23"/>
                  </a:lnTo>
                  <a:lnTo>
                    <a:pt x="70" y="21"/>
                  </a:lnTo>
                  <a:lnTo>
                    <a:pt x="70" y="19"/>
                  </a:lnTo>
                  <a:lnTo>
                    <a:pt x="72" y="17"/>
                  </a:lnTo>
                  <a:lnTo>
                    <a:pt x="72" y="17"/>
                  </a:lnTo>
                  <a:lnTo>
                    <a:pt x="72" y="15"/>
                  </a:lnTo>
                  <a:lnTo>
                    <a:pt x="70" y="14"/>
                  </a:lnTo>
                  <a:lnTo>
                    <a:pt x="70" y="14"/>
                  </a:lnTo>
                  <a:lnTo>
                    <a:pt x="70" y="10"/>
                  </a:lnTo>
                  <a:lnTo>
                    <a:pt x="70" y="10"/>
                  </a:lnTo>
                  <a:lnTo>
                    <a:pt x="68" y="12"/>
                  </a:lnTo>
                  <a:lnTo>
                    <a:pt x="66" y="12"/>
                  </a:lnTo>
                  <a:lnTo>
                    <a:pt x="62" y="12"/>
                  </a:lnTo>
                  <a:lnTo>
                    <a:pt x="62" y="10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53" y="14"/>
                  </a:lnTo>
                  <a:lnTo>
                    <a:pt x="53" y="12"/>
                  </a:lnTo>
                  <a:lnTo>
                    <a:pt x="47" y="4"/>
                  </a:lnTo>
                  <a:lnTo>
                    <a:pt x="47" y="2"/>
                  </a:lnTo>
                  <a:lnTo>
                    <a:pt x="47" y="2"/>
                  </a:lnTo>
                  <a:lnTo>
                    <a:pt x="45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42" y="12"/>
                  </a:lnTo>
                  <a:lnTo>
                    <a:pt x="40" y="14"/>
                  </a:lnTo>
                  <a:lnTo>
                    <a:pt x="38" y="15"/>
                  </a:lnTo>
                  <a:lnTo>
                    <a:pt x="34" y="19"/>
                  </a:lnTo>
                  <a:lnTo>
                    <a:pt x="34" y="21"/>
                  </a:lnTo>
                  <a:lnTo>
                    <a:pt x="34" y="23"/>
                  </a:lnTo>
                  <a:lnTo>
                    <a:pt x="34" y="25"/>
                  </a:lnTo>
                  <a:lnTo>
                    <a:pt x="34" y="25"/>
                  </a:lnTo>
                  <a:lnTo>
                    <a:pt x="34" y="25"/>
                  </a:lnTo>
                  <a:lnTo>
                    <a:pt x="32" y="27"/>
                  </a:lnTo>
                  <a:lnTo>
                    <a:pt x="32" y="27"/>
                  </a:lnTo>
                  <a:lnTo>
                    <a:pt x="32" y="27"/>
                  </a:lnTo>
                  <a:lnTo>
                    <a:pt x="30" y="27"/>
                  </a:lnTo>
                  <a:lnTo>
                    <a:pt x="26" y="31"/>
                  </a:lnTo>
                  <a:lnTo>
                    <a:pt x="24" y="33"/>
                  </a:lnTo>
                  <a:lnTo>
                    <a:pt x="22" y="34"/>
                  </a:lnTo>
                  <a:lnTo>
                    <a:pt x="22" y="36"/>
                  </a:lnTo>
                  <a:lnTo>
                    <a:pt x="21" y="36"/>
                  </a:lnTo>
                  <a:lnTo>
                    <a:pt x="21" y="36"/>
                  </a:lnTo>
                  <a:lnTo>
                    <a:pt x="19" y="36"/>
                  </a:lnTo>
                  <a:lnTo>
                    <a:pt x="19" y="36"/>
                  </a:lnTo>
                  <a:lnTo>
                    <a:pt x="17" y="36"/>
                  </a:lnTo>
                  <a:lnTo>
                    <a:pt x="17" y="36"/>
                  </a:lnTo>
                  <a:lnTo>
                    <a:pt x="17" y="34"/>
                  </a:lnTo>
                  <a:lnTo>
                    <a:pt x="15" y="34"/>
                  </a:lnTo>
                  <a:lnTo>
                    <a:pt x="15" y="33"/>
                  </a:lnTo>
                  <a:lnTo>
                    <a:pt x="15" y="31"/>
                  </a:lnTo>
                  <a:lnTo>
                    <a:pt x="15" y="29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9" y="25"/>
                  </a:lnTo>
                  <a:lnTo>
                    <a:pt x="3" y="25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5" y="44"/>
                  </a:lnTo>
                  <a:lnTo>
                    <a:pt x="5" y="46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50"/>
                  </a:lnTo>
                  <a:lnTo>
                    <a:pt x="7" y="50"/>
                  </a:lnTo>
                  <a:lnTo>
                    <a:pt x="7" y="50"/>
                  </a:lnTo>
                  <a:lnTo>
                    <a:pt x="5" y="52"/>
                  </a:lnTo>
                  <a:lnTo>
                    <a:pt x="5" y="55"/>
                  </a:lnTo>
                  <a:lnTo>
                    <a:pt x="5" y="55"/>
                  </a:lnTo>
                  <a:lnTo>
                    <a:pt x="5" y="55"/>
                  </a:lnTo>
                  <a:lnTo>
                    <a:pt x="5" y="59"/>
                  </a:lnTo>
                  <a:lnTo>
                    <a:pt x="5" y="59"/>
                  </a:lnTo>
                  <a:lnTo>
                    <a:pt x="5" y="59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5" y="63"/>
                  </a:lnTo>
                  <a:lnTo>
                    <a:pt x="5" y="63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2" y="65"/>
                  </a:lnTo>
                  <a:lnTo>
                    <a:pt x="2" y="65"/>
                  </a:lnTo>
                  <a:lnTo>
                    <a:pt x="2" y="65"/>
                  </a:lnTo>
                  <a:lnTo>
                    <a:pt x="2" y="67"/>
                  </a:lnTo>
                  <a:lnTo>
                    <a:pt x="2" y="67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2" y="69"/>
                  </a:lnTo>
                  <a:lnTo>
                    <a:pt x="2" y="69"/>
                  </a:lnTo>
                  <a:lnTo>
                    <a:pt x="0" y="71"/>
                  </a:lnTo>
                  <a:lnTo>
                    <a:pt x="0" y="73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90"/>
                  </a:lnTo>
                  <a:lnTo>
                    <a:pt x="3" y="101"/>
                  </a:lnTo>
                  <a:lnTo>
                    <a:pt x="3" y="105"/>
                  </a:lnTo>
                  <a:lnTo>
                    <a:pt x="3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11"/>
                  </a:lnTo>
                  <a:lnTo>
                    <a:pt x="5" y="111"/>
                  </a:lnTo>
                  <a:lnTo>
                    <a:pt x="5" y="112"/>
                  </a:lnTo>
                  <a:lnTo>
                    <a:pt x="5" y="112"/>
                  </a:lnTo>
                  <a:lnTo>
                    <a:pt x="7" y="114"/>
                  </a:lnTo>
                  <a:lnTo>
                    <a:pt x="7" y="114"/>
                  </a:lnTo>
                  <a:lnTo>
                    <a:pt x="7" y="114"/>
                  </a:lnTo>
                  <a:lnTo>
                    <a:pt x="7" y="116"/>
                  </a:lnTo>
                  <a:lnTo>
                    <a:pt x="7" y="118"/>
                  </a:lnTo>
                  <a:lnTo>
                    <a:pt x="7" y="118"/>
                  </a:lnTo>
                  <a:lnTo>
                    <a:pt x="9" y="120"/>
                  </a:lnTo>
                  <a:lnTo>
                    <a:pt x="9" y="122"/>
                  </a:lnTo>
                  <a:lnTo>
                    <a:pt x="9" y="122"/>
                  </a:lnTo>
                  <a:lnTo>
                    <a:pt x="7" y="124"/>
                  </a:lnTo>
                  <a:lnTo>
                    <a:pt x="7" y="128"/>
                  </a:lnTo>
                  <a:lnTo>
                    <a:pt x="5" y="130"/>
                  </a:lnTo>
                  <a:lnTo>
                    <a:pt x="5" y="133"/>
                  </a:lnTo>
                  <a:lnTo>
                    <a:pt x="9" y="147"/>
                  </a:lnTo>
                  <a:lnTo>
                    <a:pt x="9" y="154"/>
                  </a:lnTo>
                  <a:lnTo>
                    <a:pt x="9" y="158"/>
                  </a:lnTo>
                  <a:lnTo>
                    <a:pt x="11" y="160"/>
                  </a:lnTo>
                  <a:lnTo>
                    <a:pt x="13" y="162"/>
                  </a:lnTo>
                  <a:lnTo>
                    <a:pt x="15" y="164"/>
                  </a:lnTo>
                  <a:lnTo>
                    <a:pt x="17" y="171"/>
                  </a:lnTo>
                  <a:lnTo>
                    <a:pt x="17" y="173"/>
                  </a:lnTo>
                  <a:lnTo>
                    <a:pt x="17" y="175"/>
                  </a:lnTo>
                  <a:lnTo>
                    <a:pt x="21" y="177"/>
                  </a:lnTo>
                  <a:lnTo>
                    <a:pt x="21" y="179"/>
                  </a:lnTo>
                  <a:lnTo>
                    <a:pt x="21" y="181"/>
                  </a:lnTo>
                  <a:lnTo>
                    <a:pt x="22" y="189"/>
                  </a:lnTo>
                  <a:lnTo>
                    <a:pt x="22" y="194"/>
                  </a:lnTo>
                  <a:lnTo>
                    <a:pt x="22" y="196"/>
                  </a:lnTo>
                  <a:lnTo>
                    <a:pt x="24" y="200"/>
                  </a:lnTo>
                  <a:lnTo>
                    <a:pt x="24" y="200"/>
                  </a:lnTo>
                  <a:lnTo>
                    <a:pt x="28" y="234"/>
                  </a:lnTo>
                  <a:lnTo>
                    <a:pt x="28" y="236"/>
                  </a:lnTo>
                  <a:lnTo>
                    <a:pt x="28" y="236"/>
                  </a:lnTo>
                  <a:lnTo>
                    <a:pt x="26" y="236"/>
                  </a:lnTo>
                  <a:lnTo>
                    <a:pt x="24" y="238"/>
                  </a:lnTo>
                  <a:lnTo>
                    <a:pt x="28" y="244"/>
                  </a:lnTo>
                  <a:lnTo>
                    <a:pt x="28" y="251"/>
                  </a:lnTo>
                  <a:lnTo>
                    <a:pt x="28" y="251"/>
                  </a:lnTo>
                  <a:lnTo>
                    <a:pt x="28" y="253"/>
                  </a:lnTo>
                  <a:lnTo>
                    <a:pt x="30" y="251"/>
                  </a:lnTo>
                  <a:lnTo>
                    <a:pt x="30" y="251"/>
                  </a:lnTo>
                  <a:lnTo>
                    <a:pt x="30" y="251"/>
                  </a:lnTo>
                  <a:lnTo>
                    <a:pt x="32" y="251"/>
                  </a:lnTo>
                  <a:lnTo>
                    <a:pt x="32" y="249"/>
                  </a:lnTo>
                  <a:lnTo>
                    <a:pt x="34" y="249"/>
                  </a:lnTo>
                  <a:lnTo>
                    <a:pt x="34" y="249"/>
                  </a:lnTo>
                  <a:lnTo>
                    <a:pt x="36" y="247"/>
                  </a:lnTo>
                  <a:lnTo>
                    <a:pt x="36" y="247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6" y="242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8" y="242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8" y="236"/>
                  </a:lnTo>
                  <a:lnTo>
                    <a:pt x="38" y="236"/>
                  </a:lnTo>
                  <a:lnTo>
                    <a:pt x="40" y="234"/>
                  </a:lnTo>
                  <a:lnTo>
                    <a:pt x="42" y="236"/>
                  </a:lnTo>
                  <a:lnTo>
                    <a:pt x="47" y="240"/>
                  </a:lnTo>
                  <a:lnTo>
                    <a:pt x="53" y="246"/>
                  </a:lnTo>
                  <a:lnTo>
                    <a:pt x="55" y="247"/>
                  </a:lnTo>
                  <a:lnTo>
                    <a:pt x="55" y="251"/>
                  </a:lnTo>
                  <a:lnTo>
                    <a:pt x="55" y="253"/>
                  </a:lnTo>
                  <a:lnTo>
                    <a:pt x="57" y="255"/>
                  </a:lnTo>
                  <a:lnTo>
                    <a:pt x="59" y="253"/>
                  </a:lnTo>
                  <a:lnTo>
                    <a:pt x="59" y="251"/>
                  </a:lnTo>
                  <a:lnTo>
                    <a:pt x="59" y="247"/>
                  </a:lnTo>
                  <a:lnTo>
                    <a:pt x="61" y="247"/>
                  </a:lnTo>
                  <a:lnTo>
                    <a:pt x="62" y="249"/>
                  </a:lnTo>
                  <a:lnTo>
                    <a:pt x="64" y="251"/>
                  </a:lnTo>
                  <a:lnTo>
                    <a:pt x="64" y="251"/>
                  </a:lnTo>
                  <a:lnTo>
                    <a:pt x="64" y="251"/>
                  </a:lnTo>
                  <a:lnTo>
                    <a:pt x="64" y="251"/>
                  </a:lnTo>
                  <a:lnTo>
                    <a:pt x="66" y="251"/>
                  </a:lnTo>
                  <a:lnTo>
                    <a:pt x="66" y="251"/>
                  </a:lnTo>
                  <a:lnTo>
                    <a:pt x="66" y="251"/>
                  </a:lnTo>
                  <a:lnTo>
                    <a:pt x="66" y="249"/>
                  </a:lnTo>
                  <a:lnTo>
                    <a:pt x="66" y="249"/>
                  </a:lnTo>
                  <a:lnTo>
                    <a:pt x="66" y="249"/>
                  </a:lnTo>
                  <a:lnTo>
                    <a:pt x="66" y="247"/>
                  </a:lnTo>
                  <a:lnTo>
                    <a:pt x="64" y="246"/>
                  </a:lnTo>
                  <a:lnTo>
                    <a:pt x="64" y="246"/>
                  </a:lnTo>
                  <a:lnTo>
                    <a:pt x="64" y="244"/>
                  </a:lnTo>
                  <a:lnTo>
                    <a:pt x="66" y="240"/>
                  </a:lnTo>
                  <a:lnTo>
                    <a:pt x="68" y="240"/>
                  </a:lnTo>
                  <a:lnTo>
                    <a:pt x="68" y="240"/>
                  </a:lnTo>
                  <a:lnTo>
                    <a:pt x="70" y="238"/>
                  </a:lnTo>
                  <a:lnTo>
                    <a:pt x="70" y="238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30"/>
                  </a:lnTo>
                  <a:lnTo>
                    <a:pt x="72" y="230"/>
                  </a:lnTo>
                  <a:lnTo>
                    <a:pt x="74" y="230"/>
                  </a:lnTo>
                  <a:lnTo>
                    <a:pt x="76" y="230"/>
                  </a:lnTo>
                  <a:lnTo>
                    <a:pt x="78" y="232"/>
                  </a:lnTo>
                  <a:lnTo>
                    <a:pt x="80" y="232"/>
                  </a:lnTo>
                  <a:lnTo>
                    <a:pt x="82" y="232"/>
                  </a:lnTo>
                  <a:lnTo>
                    <a:pt x="80" y="228"/>
                  </a:lnTo>
                  <a:lnTo>
                    <a:pt x="80" y="227"/>
                  </a:lnTo>
                  <a:lnTo>
                    <a:pt x="80" y="227"/>
                  </a:lnTo>
                  <a:lnTo>
                    <a:pt x="80" y="227"/>
                  </a:lnTo>
                  <a:lnTo>
                    <a:pt x="82" y="227"/>
                  </a:lnTo>
                  <a:lnTo>
                    <a:pt x="83" y="227"/>
                  </a:lnTo>
                  <a:lnTo>
                    <a:pt x="83" y="225"/>
                  </a:lnTo>
                  <a:lnTo>
                    <a:pt x="83" y="225"/>
                  </a:lnTo>
                  <a:lnTo>
                    <a:pt x="83" y="223"/>
                  </a:lnTo>
                  <a:lnTo>
                    <a:pt x="83" y="211"/>
                  </a:lnTo>
                  <a:lnTo>
                    <a:pt x="82" y="208"/>
                  </a:lnTo>
                  <a:lnTo>
                    <a:pt x="80" y="204"/>
                  </a:lnTo>
                  <a:lnTo>
                    <a:pt x="78" y="202"/>
                  </a:lnTo>
                  <a:lnTo>
                    <a:pt x="78" y="200"/>
                  </a:lnTo>
                  <a:lnTo>
                    <a:pt x="78" y="196"/>
                  </a:lnTo>
                  <a:lnTo>
                    <a:pt x="78" y="192"/>
                  </a:lnTo>
                  <a:lnTo>
                    <a:pt x="78" y="190"/>
                  </a:lnTo>
                  <a:lnTo>
                    <a:pt x="78" y="189"/>
                  </a:lnTo>
                  <a:lnTo>
                    <a:pt x="76" y="185"/>
                  </a:lnTo>
                  <a:lnTo>
                    <a:pt x="74" y="183"/>
                  </a:lnTo>
                  <a:lnTo>
                    <a:pt x="74" y="181"/>
                  </a:lnTo>
                  <a:lnTo>
                    <a:pt x="76" y="173"/>
                  </a:lnTo>
                  <a:lnTo>
                    <a:pt x="78" y="170"/>
                  </a:lnTo>
                  <a:lnTo>
                    <a:pt x="80" y="171"/>
                  </a:lnTo>
                  <a:lnTo>
                    <a:pt x="80" y="168"/>
                  </a:lnTo>
                  <a:lnTo>
                    <a:pt x="83" y="164"/>
                  </a:lnTo>
                  <a:lnTo>
                    <a:pt x="83" y="162"/>
                  </a:lnTo>
                  <a:lnTo>
                    <a:pt x="85" y="160"/>
                  </a:lnTo>
                  <a:lnTo>
                    <a:pt x="83" y="158"/>
                  </a:lnTo>
                  <a:lnTo>
                    <a:pt x="82" y="154"/>
                  </a:lnTo>
                  <a:lnTo>
                    <a:pt x="82" y="152"/>
                  </a:lnTo>
                  <a:lnTo>
                    <a:pt x="82" y="150"/>
                  </a:lnTo>
                  <a:lnTo>
                    <a:pt x="82" y="147"/>
                  </a:lnTo>
                  <a:lnTo>
                    <a:pt x="82" y="145"/>
                  </a:lnTo>
                  <a:lnTo>
                    <a:pt x="83" y="145"/>
                  </a:lnTo>
                  <a:lnTo>
                    <a:pt x="85" y="145"/>
                  </a:lnTo>
                  <a:lnTo>
                    <a:pt x="87" y="147"/>
                  </a:lnTo>
                  <a:lnTo>
                    <a:pt x="89" y="149"/>
                  </a:lnTo>
                  <a:lnTo>
                    <a:pt x="91" y="150"/>
                  </a:lnTo>
                  <a:lnTo>
                    <a:pt x="93" y="150"/>
                  </a:lnTo>
                  <a:lnTo>
                    <a:pt x="95" y="149"/>
                  </a:lnTo>
                  <a:lnTo>
                    <a:pt x="97" y="147"/>
                  </a:lnTo>
                  <a:lnTo>
                    <a:pt x="99" y="145"/>
                  </a:lnTo>
                  <a:lnTo>
                    <a:pt x="102" y="137"/>
                  </a:lnTo>
                  <a:lnTo>
                    <a:pt x="102" y="135"/>
                  </a:lnTo>
                  <a:lnTo>
                    <a:pt x="102" y="135"/>
                  </a:lnTo>
                  <a:lnTo>
                    <a:pt x="102" y="133"/>
                  </a:lnTo>
                  <a:lnTo>
                    <a:pt x="102" y="126"/>
                  </a:lnTo>
                  <a:lnTo>
                    <a:pt x="102" y="122"/>
                  </a:lnTo>
                  <a:lnTo>
                    <a:pt x="102" y="120"/>
                  </a:lnTo>
                  <a:lnTo>
                    <a:pt x="104" y="118"/>
                  </a:lnTo>
                  <a:lnTo>
                    <a:pt x="104" y="116"/>
                  </a:lnTo>
                  <a:lnTo>
                    <a:pt x="106" y="116"/>
                  </a:lnTo>
                  <a:lnTo>
                    <a:pt x="106" y="114"/>
                  </a:lnTo>
                  <a:lnTo>
                    <a:pt x="106" y="114"/>
                  </a:lnTo>
                  <a:lnTo>
                    <a:pt x="104" y="10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29" name="Freeform 32">
              <a:extLst>
                <a:ext uri="{FF2B5EF4-FFF2-40B4-BE49-F238E27FC236}">
                  <a16:creationId xmlns:a16="http://schemas.microsoft.com/office/drawing/2014/main" id="{24210F58-84D4-7716-6C76-B050B1A02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4538" y="2825750"/>
              <a:ext cx="441325" cy="177800"/>
            </a:xfrm>
            <a:custGeom>
              <a:avLst/>
              <a:gdLst>
                <a:gd name="T0" fmla="*/ 276 w 278"/>
                <a:gd name="T1" fmla="*/ 83 h 112"/>
                <a:gd name="T2" fmla="*/ 274 w 278"/>
                <a:gd name="T3" fmla="*/ 76 h 112"/>
                <a:gd name="T4" fmla="*/ 265 w 278"/>
                <a:gd name="T5" fmla="*/ 66 h 112"/>
                <a:gd name="T6" fmla="*/ 257 w 278"/>
                <a:gd name="T7" fmla="*/ 62 h 112"/>
                <a:gd name="T8" fmla="*/ 263 w 278"/>
                <a:gd name="T9" fmla="*/ 55 h 112"/>
                <a:gd name="T10" fmla="*/ 265 w 278"/>
                <a:gd name="T11" fmla="*/ 49 h 112"/>
                <a:gd name="T12" fmla="*/ 259 w 278"/>
                <a:gd name="T13" fmla="*/ 53 h 112"/>
                <a:gd name="T14" fmla="*/ 242 w 278"/>
                <a:gd name="T15" fmla="*/ 38 h 112"/>
                <a:gd name="T16" fmla="*/ 234 w 278"/>
                <a:gd name="T17" fmla="*/ 36 h 112"/>
                <a:gd name="T18" fmla="*/ 219 w 278"/>
                <a:gd name="T19" fmla="*/ 42 h 112"/>
                <a:gd name="T20" fmla="*/ 217 w 278"/>
                <a:gd name="T21" fmla="*/ 28 h 112"/>
                <a:gd name="T22" fmla="*/ 221 w 278"/>
                <a:gd name="T23" fmla="*/ 15 h 112"/>
                <a:gd name="T24" fmla="*/ 227 w 278"/>
                <a:gd name="T25" fmla="*/ 3 h 112"/>
                <a:gd name="T26" fmla="*/ 213 w 278"/>
                <a:gd name="T27" fmla="*/ 2 h 112"/>
                <a:gd name="T28" fmla="*/ 194 w 278"/>
                <a:gd name="T29" fmla="*/ 5 h 112"/>
                <a:gd name="T30" fmla="*/ 179 w 278"/>
                <a:gd name="T31" fmla="*/ 5 h 112"/>
                <a:gd name="T32" fmla="*/ 175 w 278"/>
                <a:gd name="T33" fmla="*/ 15 h 112"/>
                <a:gd name="T34" fmla="*/ 169 w 278"/>
                <a:gd name="T35" fmla="*/ 13 h 112"/>
                <a:gd name="T36" fmla="*/ 166 w 278"/>
                <a:gd name="T37" fmla="*/ 5 h 112"/>
                <a:gd name="T38" fmla="*/ 158 w 278"/>
                <a:gd name="T39" fmla="*/ 15 h 112"/>
                <a:gd name="T40" fmla="*/ 156 w 278"/>
                <a:gd name="T41" fmla="*/ 21 h 112"/>
                <a:gd name="T42" fmla="*/ 148 w 278"/>
                <a:gd name="T43" fmla="*/ 24 h 112"/>
                <a:gd name="T44" fmla="*/ 131 w 278"/>
                <a:gd name="T45" fmla="*/ 38 h 112"/>
                <a:gd name="T46" fmla="*/ 129 w 278"/>
                <a:gd name="T47" fmla="*/ 24 h 112"/>
                <a:gd name="T48" fmla="*/ 116 w 278"/>
                <a:gd name="T49" fmla="*/ 24 h 112"/>
                <a:gd name="T50" fmla="*/ 114 w 278"/>
                <a:gd name="T51" fmla="*/ 21 h 112"/>
                <a:gd name="T52" fmla="*/ 108 w 278"/>
                <a:gd name="T53" fmla="*/ 17 h 112"/>
                <a:gd name="T54" fmla="*/ 93 w 278"/>
                <a:gd name="T55" fmla="*/ 15 h 112"/>
                <a:gd name="T56" fmla="*/ 87 w 278"/>
                <a:gd name="T57" fmla="*/ 13 h 112"/>
                <a:gd name="T58" fmla="*/ 76 w 278"/>
                <a:gd name="T59" fmla="*/ 15 h 112"/>
                <a:gd name="T60" fmla="*/ 72 w 278"/>
                <a:gd name="T61" fmla="*/ 15 h 112"/>
                <a:gd name="T62" fmla="*/ 68 w 278"/>
                <a:gd name="T63" fmla="*/ 17 h 112"/>
                <a:gd name="T64" fmla="*/ 63 w 278"/>
                <a:gd name="T65" fmla="*/ 9 h 112"/>
                <a:gd name="T66" fmla="*/ 51 w 278"/>
                <a:gd name="T67" fmla="*/ 9 h 112"/>
                <a:gd name="T68" fmla="*/ 30 w 278"/>
                <a:gd name="T69" fmla="*/ 13 h 112"/>
                <a:gd name="T70" fmla="*/ 21 w 278"/>
                <a:gd name="T71" fmla="*/ 24 h 112"/>
                <a:gd name="T72" fmla="*/ 15 w 278"/>
                <a:gd name="T73" fmla="*/ 34 h 112"/>
                <a:gd name="T74" fmla="*/ 13 w 278"/>
                <a:gd name="T75" fmla="*/ 43 h 112"/>
                <a:gd name="T76" fmla="*/ 19 w 278"/>
                <a:gd name="T77" fmla="*/ 51 h 112"/>
                <a:gd name="T78" fmla="*/ 11 w 278"/>
                <a:gd name="T79" fmla="*/ 55 h 112"/>
                <a:gd name="T80" fmla="*/ 7 w 278"/>
                <a:gd name="T81" fmla="*/ 64 h 112"/>
                <a:gd name="T82" fmla="*/ 0 w 278"/>
                <a:gd name="T83" fmla="*/ 78 h 112"/>
                <a:gd name="T84" fmla="*/ 44 w 278"/>
                <a:gd name="T85" fmla="*/ 93 h 112"/>
                <a:gd name="T86" fmla="*/ 78 w 278"/>
                <a:gd name="T87" fmla="*/ 95 h 112"/>
                <a:gd name="T88" fmla="*/ 87 w 278"/>
                <a:gd name="T89" fmla="*/ 95 h 112"/>
                <a:gd name="T90" fmla="*/ 108 w 278"/>
                <a:gd name="T91" fmla="*/ 95 h 112"/>
                <a:gd name="T92" fmla="*/ 150 w 278"/>
                <a:gd name="T93" fmla="*/ 97 h 112"/>
                <a:gd name="T94" fmla="*/ 162 w 278"/>
                <a:gd name="T95" fmla="*/ 95 h 112"/>
                <a:gd name="T96" fmla="*/ 171 w 278"/>
                <a:gd name="T97" fmla="*/ 99 h 112"/>
                <a:gd name="T98" fmla="*/ 177 w 278"/>
                <a:gd name="T99" fmla="*/ 95 h 112"/>
                <a:gd name="T100" fmla="*/ 204 w 278"/>
                <a:gd name="T101" fmla="*/ 93 h 112"/>
                <a:gd name="T102" fmla="*/ 213 w 278"/>
                <a:gd name="T103" fmla="*/ 99 h 112"/>
                <a:gd name="T104" fmla="*/ 221 w 278"/>
                <a:gd name="T105" fmla="*/ 100 h 112"/>
                <a:gd name="T106" fmla="*/ 232 w 278"/>
                <a:gd name="T107" fmla="*/ 106 h 112"/>
                <a:gd name="T108" fmla="*/ 249 w 278"/>
                <a:gd name="T109" fmla="*/ 100 h 112"/>
                <a:gd name="T110" fmla="*/ 255 w 278"/>
                <a:gd name="T111" fmla="*/ 97 h 112"/>
                <a:gd name="T112" fmla="*/ 276 w 278"/>
                <a:gd name="T11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8" h="112">
                  <a:moveTo>
                    <a:pt x="278" y="87"/>
                  </a:moveTo>
                  <a:lnTo>
                    <a:pt x="276" y="85"/>
                  </a:lnTo>
                  <a:lnTo>
                    <a:pt x="276" y="85"/>
                  </a:lnTo>
                  <a:lnTo>
                    <a:pt x="276" y="85"/>
                  </a:lnTo>
                  <a:lnTo>
                    <a:pt x="276" y="83"/>
                  </a:lnTo>
                  <a:lnTo>
                    <a:pt x="276" y="83"/>
                  </a:lnTo>
                  <a:lnTo>
                    <a:pt x="276" y="83"/>
                  </a:lnTo>
                  <a:lnTo>
                    <a:pt x="276" y="81"/>
                  </a:lnTo>
                  <a:lnTo>
                    <a:pt x="276" y="81"/>
                  </a:lnTo>
                  <a:lnTo>
                    <a:pt x="276" y="80"/>
                  </a:lnTo>
                  <a:lnTo>
                    <a:pt x="276" y="78"/>
                  </a:lnTo>
                  <a:lnTo>
                    <a:pt x="276" y="78"/>
                  </a:lnTo>
                  <a:lnTo>
                    <a:pt x="276" y="76"/>
                  </a:lnTo>
                  <a:lnTo>
                    <a:pt x="274" y="76"/>
                  </a:lnTo>
                  <a:lnTo>
                    <a:pt x="272" y="74"/>
                  </a:lnTo>
                  <a:lnTo>
                    <a:pt x="272" y="74"/>
                  </a:lnTo>
                  <a:lnTo>
                    <a:pt x="270" y="72"/>
                  </a:lnTo>
                  <a:lnTo>
                    <a:pt x="267" y="68"/>
                  </a:lnTo>
                  <a:lnTo>
                    <a:pt x="267" y="68"/>
                  </a:lnTo>
                  <a:lnTo>
                    <a:pt x="267" y="68"/>
                  </a:lnTo>
                  <a:lnTo>
                    <a:pt x="265" y="66"/>
                  </a:lnTo>
                  <a:lnTo>
                    <a:pt x="261" y="66"/>
                  </a:lnTo>
                  <a:lnTo>
                    <a:pt x="261" y="66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59" y="62"/>
                  </a:lnTo>
                  <a:lnTo>
                    <a:pt x="257" y="62"/>
                  </a:lnTo>
                  <a:lnTo>
                    <a:pt x="257" y="62"/>
                  </a:lnTo>
                  <a:lnTo>
                    <a:pt x="257" y="61"/>
                  </a:lnTo>
                  <a:lnTo>
                    <a:pt x="257" y="61"/>
                  </a:lnTo>
                  <a:lnTo>
                    <a:pt x="259" y="59"/>
                  </a:lnTo>
                  <a:lnTo>
                    <a:pt x="261" y="59"/>
                  </a:lnTo>
                  <a:lnTo>
                    <a:pt x="261" y="57"/>
                  </a:lnTo>
                  <a:lnTo>
                    <a:pt x="263" y="57"/>
                  </a:lnTo>
                  <a:lnTo>
                    <a:pt x="263" y="55"/>
                  </a:lnTo>
                  <a:lnTo>
                    <a:pt x="263" y="55"/>
                  </a:lnTo>
                  <a:lnTo>
                    <a:pt x="265" y="53"/>
                  </a:lnTo>
                  <a:lnTo>
                    <a:pt x="265" y="53"/>
                  </a:lnTo>
                  <a:lnTo>
                    <a:pt x="265" y="51"/>
                  </a:lnTo>
                  <a:lnTo>
                    <a:pt x="267" y="51"/>
                  </a:lnTo>
                  <a:lnTo>
                    <a:pt x="267" y="49"/>
                  </a:lnTo>
                  <a:lnTo>
                    <a:pt x="265" y="49"/>
                  </a:lnTo>
                  <a:lnTo>
                    <a:pt x="265" y="49"/>
                  </a:lnTo>
                  <a:lnTo>
                    <a:pt x="265" y="49"/>
                  </a:lnTo>
                  <a:lnTo>
                    <a:pt x="263" y="49"/>
                  </a:lnTo>
                  <a:lnTo>
                    <a:pt x="263" y="49"/>
                  </a:lnTo>
                  <a:lnTo>
                    <a:pt x="261" y="51"/>
                  </a:lnTo>
                  <a:lnTo>
                    <a:pt x="259" y="51"/>
                  </a:lnTo>
                  <a:lnTo>
                    <a:pt x="259" y="53"/>
                  </a:lnTo>
                  <a:lnTo>
                    <a:pt x="259" y="53"/>
                  </a:lnTo>
                  <a:lnTo>
                    <a:pt x="257" y="53"/>
                  </a:lnTo>
                  <a:lnTo>
                    <a:pt x="257" y="51"/>
                  </a:lnTo>
                  <a:lnTo>
                    <a:pt x="257" y="51"/>
                  </a:lnTo>
                  <a:lnTo>
                    <a:pt x="251" y="43"/>
                  </a:lnTo>
                  <a:lnTo>
                    <a:pt x="248" y="40"/>
                  </a:lnTo>
                  <a:lnTo>
                    <a:pt x="242" y="38"/>
                  </a:lnTo>
                  <a:lnTo>
                    <a:pt x="240" y="36"/>
                  </a:lnTo>
                  <a:lnTo>
                    <a:pt x="240" y="34"/>
                  </a:lnTo>
                  <a:lnTo>
                    <a:pt x="238" y="34"/>
                  </a:lnTo>
                  <a:lnTo>
                    <a:pt x="236" y="34"/>
                  </a:lnTo>
                  <a:lnTo>
                    <a:pt x="236" y="34"/>
                  </a:lnTo>
                  <a:lnTo>
                    <a:pt x="234" y="36"/>
                  </a:lnTo>
                  <a:lnTo>
                    <a:pt x="234" y="36"/>
                  </a:lnTo>
                  <a:lnTo>
                    <a:pt x="232" y="38"/>
                  </a:lnTo>
                  <a:lnTo>
                    <a:pt x="227" y="38"/>
                  </a:lnTo>
                  <a:lnTo>
                    <a:pt x="223" y="40"/>
                  </a:lnTo>
                  <a:lnTo>
                    <a:pt x="221" y="40"/>
                  </a:lnTo>
                  <a:lnTo>
                    <a:pt x="221" y="42"/>
                  </a:lnTo>
                  <a:lnTo>
                    <a:pt x="219" y="42"/>
                  </a:lnTo>
                  <a:lnTo>
                    <a:pt x="219" y="42"/>
                  </a:lnTo>
                  <a:lnTo>
                    <a:pt x="219" y="42"/>
                  </a:lnTo>
                  <a:lnTo>
                    <a:pt x="219" y="40"/>
                  </a:lnTo>
                  <a:lnTo>
                    <a:pt x="219" y="34"/>
                  </a:lnTo>
                  <a:lnTo>
                    <a:pt x="219" y="32"/>
                  </a:lnTo>
                  <a:lnTo>
                    <a:pt x="219" y="32"/>
                  </a:lnTo>
                  <a:lnTo>
                    <a:pt x="219" y="30"/>
                  </a:lnTo>
                  <a:lnTo>
                    <a:pt x="217" y="28"/>
                  </a:lnTo>
                  <a:lnTo>
                    <a:pt x="219" y="28"/>
                  </a:lnTo>
                  <a:lnTo>
                    <a:pt x="219" y="24"/>
                  </a:lnTo>
                  <a:lnTo>
                    <a:pt x="221" y="21"/>
                  </a:lnTo>
                  <a:lnTo>
                    <a:pt x="223" y="19"/>
                  </a:lnTo>
                  <a:lnTo>
                    <a:pt x="223" y="17"/>
                  </a:lnTo>
                  <a:lnTo>
                    <a:pt x="223" y="15"/>
                  </a:lnTo>
                  <a:lnTo>
                    <a:pt x="221" y="15"/>
                  </a:lnTo>
                  <a:lnTo>
                    <a:pt x="219" y="15"/>
                  </a:lnTo>
                  <a:lnTo>
                    <a:pt x="219" y="13"/>
                  </a:lnTo>
                  <a:lnTo>
                    <a:pt x="219" y="13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27" y="3"/>
                  </a:lnTo>
                  <a:lnTo>
                    <a:pt x="229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17" y="0"/>
                  </a:lnTo>
                  <a:lnTo>
                    <a:pt x="217" y="2"/>
                  </a:lnTo>
                  <a:lnTo>
                    <a:pt x="213" y="2"/>
                  </a:lnTo>
                  <a:lnTo>
                    <a:pt x="208" y="3"/>
                  </a:lnTo>
                  <a:lnTo>
                    <a:pt x="208" y="3"/>
                  </a:lnTo>
                  <a:lnTo>
                    <a:pt x="206" y="3"/>
                  </a:lnTo>
                  <a:lnTo>
                    <a:pt x="204" y="3"/>
                  </a:lnTo>
                  <a:lnTo>
                    <a:pt x="198" y="5"/>
                  </a:lnTo>
                  <a:lnTo>
                    <a:pt x="196" y="5"/>
                  </a:lnTo>
                  <a:lnTo>
                    <a:pt x="194" y="5"/>
                  </a:lnTo>
                  <a:lnTo>
                    <a:pt x="192" y="5"/>
                  </a:lnTo>
                  <a:lnTo>
                    <a:pt x="192" y="3"/>
                  </a:lnTo>
                  <a:lnTo>
                    <a:pt x="188" y="2"/>
                  </a:lnTo>
                  <a:lnTo>
                    <a:pt x="187" y="0"/>
                  </a:lnTo>
                  <a:lnTo>
                    <a:pt x="185" y="0"/>
                  </a:lnTo>
                  <a:lnTo>
                    <a:pt x="183" y="2"/>
                  </a:lnTo>
                  <a:lnTo>
                    <a:pt x="179" y="5"/>
                  </a:lnTo>
                  <a:lnTo>
                    <a:pt x="179" y="5"/>
                  </a:lnTo>
                  <a:lnTo>
                    <a:pt x="179" y="7"/>
                  </a:lnTo>
                  <a:lnTo>
                    <a:pt x="179" y="9"/>
                  </a:lnTo>
                  <a:lnTo>
                    <a:pt x="177" y="11"/>
                  </a:lnTo>
                  <a:lnTo>
                    <a:pt x="177" y="13"/>
                  </a:lnTo>
                  <a:lnTo>
                    <a:pt x="175" y="15"/>
                  </a:lnTo>
                  <a:lnTo>
                    <a:pt x="175" y="15"/>
                  </a:lnTo>
                  <a:lnTo>
                    <a:pt x="173" y="17"/>
                  </a:lnTo>
                  <a:lnTo>
                    <a:pt x="171" y="17"/>
                  </a:lnTo>
                  <a:lnTo>
                    <a:pt x="169" y="17"/>
                  </a:lnTo>
                  <a:lnTo>
                    <a:pt x="169" y="15"/>
                  </a:lnTo>
                  <a:lnTo>
                    <a:pt x="169" y="15"/>
                  </a:lnTo>
                  <a:lnTo>
                    <a:pt x="169" y="13"/>
                  </a:lnTo>
                  <a:lnTo>
                    <a:pt x="169" y="13"/>
                  </a:lnTo>
                  <a:lnTo>
                    <a:pt x="169" y="11"/>
                  </a:lnTo>
                  <a:lnTo>
                    <a:pt x="169" y="9"/>
                  </a:lnTo>
                  <a:lnTo>
                    <a:pt x="169" y="9"/>
                  </a:lnTo>
                  <a:lnTo>
                    <a:pt x="169" y="7"/>
                  </a:lnTo>
                  <a:lnTo>
                    <a:pt x="169" y="7"/>
                  </a:lnTo>
                  <a:lnTo>
                    <a:pt x="168" y="5"/>
                  </a:lnTo>
                  <a:lnTo>
                    <a:pt x="166" y="5"/>
                  </a:lnTo>
                  <a:lnTo>
                    <a:pt x="166" y="5"/>
                  </a:lnTo>
                  <a:lnTo>
                    <a:pt x="164" y="7"/>
                  </a:lnTo>
                  <a:lnTo>
                    <a:pt x="164" y="9"/>
                  </a:lnTo>
                  <a:lnTo>
                    <a:pt x="164" y="9"/>
                  </a:lnTo>
                  <a:lnTo>
                    <a:pt x="162" y="11"/>
                  </a:lnTo>
                  <a:lnTo>
                    <a:pt x="160" y="13"/>
                  </a:lnTo>
                  <a:lnTo>
                    <a:pt x="158" y="15"/>
                  </a:lnTo>
                  <a:lnTo>
                    <a:pt x="156" y="19"/>
                  </a:lnTo>
                  <a:lnTo>
                    <a:pt x="156" y="19"/>
                  </a:lnTo>
                  <a:lnTo>
                    <a:pt x="154" y="21"/>
                  </a:lnTo>
                  <a:lnTo>
                    <a:pt x="154" y="21"/>
                  </a:lnTo>
                  <a:lnTo>
                    <a:pt x="154" y="21"/>
                  </a:lnTo>
                  <a:lnTo>
                    <a:pt x="156" y="23"/>
                  </a:lnTo>
                  <a:lnTo>
                    <a:pt x="156" y="21"/>
                  </a:lnTo>
                  <a:lnTo>
                    <a:pt x="156" y="21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60" y="21"/>
                  </a:lnTo>
                  <a:lnTo>
                    <a:pt x="160" y="21"/>
                  </a:lnTo>
                  <a:lnTo>
                    <a:pt x="154" y="24"/>
                  </a:lnTo>
                  <a:lnTo>
                    <a:pt x="148" y="24"/>
                  </a:lnTo>
                  <a:lnTo>
                    <a:pt x="143" y="26"/>
                  </a:lnTo>
                  <a:lnTo>
                    <a:pt x="143" y="26"/>
                  </a:lnTo>
                  <a:lnTo>
                    <a:pt x="141" y="28"/>
                  </a:lnTo>
                  <a:lnTo>
                    <a:pt x="139" y="30"/>
                  </a:lnTo>
                  <a:lnTo>
                    <a:pt x="135" y="36"/>
                  </a:lnTo>
                  <a:lnTo>
                    <a:pt x="133" y="36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29" y="36"/>
                  </a:lnTo>
                  <a:lnTo>
                    <a:pt x="129" y="34"/>
                  </a:lnTo>
                  <a:lnTo>
                    <a:pt x="129" y="30"/>
                  </a:lnTo>
                  <a:lnTo>
                    <a:pt x="128" y="28"/>
                  </a:lnTo>
                  <a:lnTo>
                    <a:pt x="128" y="26"/>
                  </a:lnTo>
                  <a:lnTo>
                    <a:pt x="129" y="24"/>
                  </a:lnTo>
                  <a:lnTo>
                    <a:pt x="129" y="23"/>
                  </a:lnTo>
                  <a:lnTo>
                    <a:pt x="128" y="23"/>
                  </a:lnTo>
                  <a:lnTo>
                    <a:pt x="120" y="26"/>
                  </a:lnTo>
                  <a:lnTo>
                    <a:pt x="118" y="26"/>
                  </a:lnTo>
                  <a:lnTo>
                    <a:pt x="118" y="26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2" y="26"/>
                  </a:lnTo>
                  <a:lnTo>
                    <a:pt x="112" y="24"/>
                  </a:lnTo>
                  <a:lnTo>
                    <a:pt x="112" y="23"/>
                  </a:lnTo>
                  <a:lnTo>
                    <a:pt x="114" y="21"/>
                  </a:lnTo>
                  <a:lnTo>
                    <a:pt x="112" y="21"/>
                  </a:lnTo>
                  <a:lnTo>
                    <a:pt x="112" y="19"/>
                  </a:lnTo>
                  <a:lnTo>
                    <a:pt x="112" y="19"/>
                  </a:lnTo>
                  <a:lnTo>
                    <a:pt x="110" y="19"/>
                  </a:lnTo>
                  <a:lnTo>
                    <a:pt x="110" y="19"/>
                  </a:lnTo>
                  <a:lnTo>
                    <a:pt x="108" y="17"/>
                  </a:lnTo>
                  <a:lnTo>
                    <a:pt x="108" y="17"/>
                  </a:lnTo>
                  <a:lnTo>
                    <a:pt x="108" y="15"/>
                  </a:lnTo>
                  <a:lnTo>
                    <a:pt x="107" y="15"/>
                  </a:lnTo>
                  <a:lnTo>
                    <a:pt x="103" y="15"/>
                  </a:lnTo>
                  <a:lnTo>
                    <a:pt x="101" y="15"/>
                  </a:lnTo>
                  <a:lnTo>
                    <a:pt x="99" y="15"/>
                  </a:lnTo>
                  <a:lnTo>
                    <a:pt x="95" y="15"/>
                  </a:lnTo>
                  <a:lnTo>
                    <a:pt x="93" y="15"/>
                  </a:lnTo>
                  <a:lnTo>
                    <a:pt x="91" y="17"/>
                  </a:lnTo>
                  <a:lnTo>
                    <a:pt x="89" y="17"/>
                  </a:lnTo>
                  <a:lnTo>
                    <a:pt x="89" y="17"/>
                  </a:lnTo>
                  <a:lnTo>
                    <a:pt x="89" y="17"/>
                  </a:lnTo>
                  <a:lnTo>
                    <a:pt x="89" y="15"/>
                  </a:lnTo>
                  <a:lnTo>
                    <a:pt x="89" y="13"/>
                  </a:lnTo>
                  <a:lnTo>
                    <a:pt x="87" y="13"/>
                  </a:lnTo>
                  <a:lnTo>
                    <a:pt x="87" y="13"/>
                  </a:lnTo>
                  <a:lnTo>
                    <a:pt x="82" y="15"/>
                  </a:lnTo>
                  <a:lnTo>
                    <a:pt x="80" y="15"/>
                  </a:lnTo>
                  <a:lnTo>
                    <a:pt x="78" y="17"/>
                  </a:lnTo>
                  <a:lnTo>
                    <a:pt x="76" y="17"/>
                  </a:lnTo>
                  <a:lnTo>
                    <a:pt x="76" y="15"/>
                  </a:lnTo>
                  <a:lnTo>
                    <a:pt x="76" y="15"/>
                  </a:lnTo>
                  <a:lnTo>
                    <a:pt x="76" y="15"/>
                  </a:lnTo>
                  <a:lnTo>
                    <a:pt x="76" y="13"/>
                  </a:lnTo>
                  <a:lnTo>
                    <a:pt x="74" y="13"/>
                  </a:lnTo>
                  <a:lnTo>
                    <a:pt x="74" y="13"/>
                  </a:lnTo>
                  <a:lnTo>
                    <a:pt x="74" y="13"/>
                  </a:lnTo>
                  <a:lnTo>
                    <a:pt x="72" y="15"/>
                  </a:lnTo>
                  <a:lnTo>
                    <a:pt x="72" y="15"/>
                  </a:lnTo>
                  <a:lnTo>
                    <a:pt x="72" y="17"/>
                  </a:lnTo>
                  <a:lnTo>
                    <a:pt x="68" y="19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7" y="17"/>
                  </a:lnTo>
                  <a:lnTo>
                    <a:pt x="68" y="17"/>
                  </a:lnTo>
                  <a:lnTo>
                    <a:pt x="68" y="15"/>
                  </a:lnTo>
                  <a:lnTo>
                    <a:pt x="68" y="13"/>
                  </a:lnTo>
                  <a:lnTo>
                    <a:pt x="68" y="13"/>
                  </a:lnTo>
                  <a:lnTo>
                    <a:pt x="68" y="11"/>
                  </a:lnTo>
                  <a:lnTo>
                    <a:pt x="67" y="9"/>
                  </a:lnTo>
                  <a:lnTo>
                    <a:pt x="65" y="9"/>
                  </a:lnTo>
                  <a:lnTo>
                    <a:pt x="63" y="9"/>
                  </a:lnTo>
                  <a:lnTo>
                    <a:pt x="63" y="9"/>
                  </a:lnTo>
                  <a:lnTo>
                    <a:pt x="61" y="9"/>
                  </a:lnTo>
                  <a:lnTo>
                    <a:pt x="59" y="9"/>
                  </a:lnTo>
                  <a:lnTo>
                    <a:pt x="55" y="7"/>
                  </a:lnTo>
                  <a:lnTo>
                    <a:pt x="53" y="7"/>
                  </a:lnTo>
                  <a:lnTo>
                    <a:pt x="53" y="7"/>
                  </a:lnTo>
                  <a:lnTo>
                    <a:pt x="51" y="9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7" y="11"/>
                  </a:lnTo>
                  <a:lnTo>
                    <a:pt x="46" y="11"/>
                  </a:lnTo>
                  <a:lnTo>
                    <a:pt x="44" y="13"/>
                  </a:lnTo>
                  <a:lnTo>
                    <a:pt x="38" y="13"/>
                  </a:lnTo>
                  <a:lnTo>
                    <a:pt x="30" y="13"/>
                  </a:lnTo>
                  <a:lnTo>
                    <a:pt x="28" y="15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3" y="21"/>
                  </a:lnTo>
                  <a:lnTo>
                    <a:pt x="23" y="21"/>
                  </a:lnTo>
                  <a:lnTo>
                    <a:pt x="21" y="23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5" y="30"/>
                  </a:lnTo>
                  <a:lnTo>
                    <a:pt x="15" y="32"/>
                  </a:lnTo>
                  <a:lnTo>
                    <a:pt x="15" y="34"/>
                  </a:lnTo>
                  <a:lnTo>
                    <a:pt x="15" y="34"/>
                  </a:lnTo>
                  <a:lnTo>
                    <a:pt x="15" y="34"/>
                  </a:lnTo>
                  <a:lnTo>
                    <a:pt x="13" y="36"/>
                  </a:lnTo>
                  <a:lnTo>
                    <a:pt x="13" y="38"/>
                  </a:lnTo>
                  <a:lnTo>
                    <a:pt x="13" y="40"/>
                  </a:lnTo>
                  <a:lnTo>
                    <a:pt x="13" y="40"/>
                  </a:lnTo>
                  <a:lnTo>
                    <a:pt x="13" y="42"/>
                  </a:lnTo>
                  <a:lnTo>
                    <a:pt x="13" y="43"/>
                  </a:lnTo>
                  <a:lnTo>
                    <a:pt x="13" y="45"/>
                  </a:lnTo>
                  <a:lnTo>
                    <a:pt x="15" y="45"/>
                  </a:lnTo>
                  <a:lnTo>
                    <a:pt x="15" y="47"/>
                  </a:lnTo>
                  <a:lnTo>
                    <a:pt x="17" y="49"/>
                  </a:lnTo>
                  <a:lnTo>
                    <a:pt x="19" y="49"/>
                  </a:lnTo>
                  <a:lnTo>
                    <a:pt x="19" y="49"/>
                  </a:lnTo>
                  <a:lnTo>
                    <a:pt x="19" y="51"/>
                  </a:lnTo>
                  <a:lnTo>
                    <a:pt x="19" y="51"/>
                  </a:lnTo>
                  <a:lnTo>
                    <a:pt x="17" y="53"/>
                  </a:lnTo>
                  <a:lnTo>
                    <a:pt x="17" y="53"/>
                  </a:lnTo>
                  <a:lnTo>
                    <a:pt x="17" y="53"/>
                  </a:lnTo>
                  <a:lnTo>
                    <a:pt x="15" y="55"/>
                  </a:lnTo>
                  <a:lnTo>
                    <a:pt x="13" y="55"/>
                  </a:lnTo>
                  <a:lnTo>
                    <a:pt x="11" y="55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9" y="59"/>
                  </a:lnTo>
                  <a:lnTo>
                    <a:pt x="9" y="61"/>
                  </a:lnTo>
                  <a:lnTo>
                    <a:pt x="7" y="62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4" y="66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4"/>
                  </a:lnTo>
                  <a:lnTo>
                    <a:pt x="0" y="78"/>
                  </a:lnTo>
                  <a:lnTo>
                    <a:pt x="0" y="81"/>
                  </a:lnTo>
                  <a:lnTo>
                    <a:pt x="2" y="83"/>
                  </a:lnTo>
                  <a:lnTo>
                    <a:pt x="4" y="83"/>
                  </a:lnTo>
                  <a:lnTo>
                    <a:pt x="6" y="81"/>
                  </a:lnTo>
                  <a:lnTo>
                    <a:pt x="9" y="81"/>
                  </a:lnTo>
                  <a:lnTo>
                    <a:pt x="30" y="91"/>
                  </a:lnTo>
                  <a:lnTo>
                    <a:pt x="44" y="93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65" y="95"/>
                  </a:lnTo>
                  <a:lnTo>
                    <a:pt x="72" y="95"/>
                  </a:lnTo>
                  <a:lnTo>
                    <a:pt x="76" y="95"/>
                  </a:lnTo>
                  <a:lnTo>
                    <a:pt x="76" y="95"/>
                  </a:lnTo>
                  <a:lnTo>
                    <a:pt x="78" y="95"/>
                  </a:lnTo>
                  <a:lnTo>
                    <a:pt x="80" y="95"/>
                  </a:lnTo>
                  <a:lnTo>
                    <a:pt x="84" y="97"/>
                  </a:lnTo>
                  <a:lnTo>
                    <a:pt x="84" y="97"/>
                  </a:lnTo>
                  <a:lnTo>
                    <a:pt x="86" y="95"/>
                  </a:lnTo>
                  <a:lnTo>
                    <a:pt x="86" y="95"/>
                  </a:lnTo>
                  <a:lnTo>
                    <a:pt x="86" y="95"/>
                  </a:lnTo>
                  <a:lnTo>
                    <a:pt x="87" y="95"/>
                  </a:lnTo>
                  <a:lnTo>
                    <a:pt x="89" y="95"/>
                  </a:lnTo>
                  <a:lnTo>
                    <a:pt x="89" y="97"/>
                  </a:lnTo>
                  <a:lnTo>
                    <a:pt x="91" y="97"/>
                  </a:lnTo>
                  <a:lnTo>
                    <a:pt x="93" y="97"/>
                  </a:lnTo>
                  <a:lnTo>
                    <a:pt x="105" y="95"/>
                  </a:lnTo>
                  <a:lnTo>
                    <a:pt x="105" y="95"/>
                  </a:lnTo>
                  <a:lnTo>
                    <a:pt x="108" y="95"/>
                  </a:lnTo>
                  <a:lnTo>
                    <a:pt x="124" y="93"/>
                  </a:lnTo>
                  <a:lnTo>
                    <a:pt x="128" y="93"/>
                  </a:lnTo>
                  <a:lnTo>
                    <a:pt x="129" y="93"/>
                  </a:lnTo>
                  <a:lnTo>
                    <a:pt x="131" y="91"/>
                  </a:lnTo>
                  <a:lnTo>
                    <a:pt x="131" y="91"/>
                  </a:lnTo>
                  <a:lnTo>
                    <a:pt x="137" y="93"/>
                  </a:lnTo>
                  <a:lnTo>
                    <a:pt x="150" y="97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6" y="97"/>
                  </a:lnTo>
                  <a:lnTo>
                    <a:pt x="158" y="97"/>
                  </a:lnTo>
                  <a:lnTo>
                    <a:pt x="158" y="97"/>
                  </a:lnTo>
                  <a:lnTo>
                    <a:pt x="160" y="95"/>
                  </a:lnTo>
                  <a:lnTo>
                    <a:pt x="162" y="95"/>
                  </a:lnTo>
                  <a:lnTo>
                    <a:pt x="162" y="95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66" y="99"/>
                  </a:lnTo>
                  <a:lnTo>
                    <a:pt x="168" y="99"/>
                  </a:lnTo>
                  <a:lnTo>
                    <a:pt x="169" y="99"/>
                  </a:lnTo>
                  <a:lnTo>
                    <a:pt x="171" y="99"/>
                  </a:lnTo>
                  <a:lnTo>
                    <a:pt x="173" y="99"/>
                  </a:lnTo>
                  <a:lnTo>
                    <a:pt x="173" y="97"/>
                  </a:lnTo>
                  <a:lnTo>
                    <a:pt x="173" y="97"/>
                  </a:lnTo>
                  <a:lnTo>
                    <a:pt x="175" y="97"/>
                  </a:lnTo>
                  <a:lnTo>
                    <a:pt x="175" y="97"/>
                  </a:lnTo>
                  <a:lnTo>
                    <a:pt x="177" y="97"/>
                  </a:lnTo>
                  <a:lnTo>
                    <a:pt x="177" y="95"/>
                  </a:lnTo>
                  <a:lnTo>
                    <a:pt x="177" y="95"/>
                  </a:lnTo>
                  <a:lnTo>
                    <a:pt x="179" y="95"/>
                  </a:lnTo>
                  <a:lnTo>
                    <a:pt x="183" y="95"/>
                  </a:lnTo>
                  <a:lnTo>
                    <a:pt x="194" y="93"/>
                  </a:lnTo>
                  <a:lnTo>
                    <a:pt x="198" y="95"/>
                  </a:lnTo>
                  <a:lnTo>
                    <a:pt x="200" y="93"/>
                  </a:lnTo>
                  <a:lnTo>
                    <a:pt x="204" y="93"/>
                  </a:lnTo>
                  <a:lnTo>
                    <a:pt x="206" y="93"/>
                  </a:lnTo>
                  <a:lnTo>
                    <a:pt x="209" y="95"/>
                  </a:lnTo>
                  <a:lnTo>
                    <a:pt x="211" y="95"/>
                  </a:lnTo>
                  <a:lnTo>
                    <a:pt x="211" y="95"/>
                  </a:lnTo>
                  <a:lnTo>
                    <a:pt x="213" y="97"/>
                  </a:lnTo>
                  <a:lnTo>
                    <a:pt x="213" y="97"/>
                  </a:lnTo>
                  <a:lnTo>
                    <a:pt x="213" y="99"/>
                  </a:lnTo>
                  <a:lnTo>
                    <a:pt x="215" y="99"/>
                  </a:lnTo>
                  <a:lnTo>
                    <a:pt x="217" y="99"/>
                  </a:lnTo>
                  <a:lnTo>
                    <a:pt x="217" y="99"/>
                  </a:lnTo>
                  <a:lnTo>
                    <a:pt x="217" y="99"/>
                  </a:lnTo>
                  <a:lnTo>
                    <a:pt x="219" y="99"/>
                  </a:lnTo>
                  <a:lnTo>
                    <a:pt x="219" y="99"/>
                  </a:lnTo>
                  <a:lnTo>
                    <a:pt x="221" y="100"/>
                  </a:lnTo>
                  <a:lnTo>
                    <a:pt x="223" y="102"/>
                  </a:lnTo>
                  <a:lnTo>
                    <a:pt x="223" y="102"/>
                  </a:lnTo>
                  <a:lnTo>
                    <a:pt x="225" y="102"/>
                  </a:lnTo>
                  <a:lnTo>
                    <a:pt x="227" y="104"/>
                  </a:lnTo>
                  <a:lnTo>
                    <a:pt x="230" y="104"/>
                  </a:lnTo>
                  <a:lnTo>
                    <a:pt x="232" y="104"/>
                  </a:lnTo>
                  <a:lnTo>
                    <a:pt x="232" y="106"/>
                  </a:lnTo>
                  <a:lnTo>
                    <a:pt x="236" y="108"/>
                  </a:lnTo>
                  <a:lnTo>
                    <a:pt x="238" y="110"/>
                  </a:lnTo>
                  <a:lnTo>
                    <a:pt x="238" y="112"/>
                  </a:lnTo>
                  <a:lnTo>
                    <a:pt x="240" y="108"/>
                  </a:lnTo>
                  <a:lnTo>
                    <a:pt x="244" y="104"/>
                  </a:lnTo>
                  <a:lnTo>
                    <a:pt x="248" y="102"/>
                  </a:lnTo>
                  <a:lnTo>
                    <a:pt x="249" y="100"/>
                  </a:lnTo>
                  <a:lnTo>
                    <a:pt x="251" y="99"/>
                  </a:lnTo>
                  <a:lnTo>
                    <a:pt x="251" y="99"/>
                  </a:lnTo>
                  <a:lnTo>
                    <a:pt x="253" y="99"/>
                  </a:lnTo>
                  <a:lnTo>
                    <a:pt x="253" y="99"/>
                  </a:lnTo>
                  <a:lnTo>
                    <a:pt x="255" y="99"/>
                  </a:lnTo>
                  <a:lnTo>
                    <a:pt x="255" y="97"/>
                  </a:lnTo>
                  <a:lnTo>
                    <a:pt x="255" y="97"/>
                  </a:lnTo>
                  <a:lnTo>
                    <a:pt x="255" y="97"/>
                  </a:lnTo>
                  <a:lnTo>
                    <a:pt x="257" y="97"/>
                  </a:lnTo>
                  <a:lnTo>
                    <a:pt x="259" y="97"/>
                  </a:lnTo>
                  <a:lnTo>
                    <a:pt x="261" y="97"/>
                  </a:lnTo>
                  <a:lnTo>
                    <a:pt x="263" y="97"/>
                  </a:lnTo>
                  <a:lnTo>
                    <a:pt x="265" y="93"/>
                  </a:lnTo>
                  <a:lnTo>
                    <a:pt x="276" y="89"/>
                  </a:lnTo>
                  <a:lnTo>
                    <a:pt x="278" y="87"/>
                  </a:lnTo>
                  <a:lnTo>
                    <a:pt x="278" y="87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30" name="Freeform 33">
              <a:extLst>
                <a:ext uri="{FF2B5EF4-FFF2-40B4-BE49-F238E27FC236}">
                  <a16:creationId xmlns:a16="http://schemas.microsoft.com/office/drawing/2014/main" id="{21C8C746-47F2-FCC7-6D52-5D68D7F70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4538" y="2825750"/>
              <a:ext cx="441325" cy="177800"/>
            </a:xfrm>
            <a:custGeom>
              <a:avLst/>
              <a:gdLst>
                <a:gd name="T0" fmla="*/ 276 w 278"/>
                <a:gd name="T1" fmla="*/ 83 h 112"/>
                <a:gd name="T2" fmla="*/ 274 w 278"/>
                <a:gd name="T3" fmla="*/ 76 h 112"/>
                <a:gd name="T4" fmla="*/ 265 w 278"/>
                <a:gd name="T5" fmla="*/ 66 h 112"/>
                <a:gd name="T6" fmla="*/ 257 w 278"/>
                <a:gd name="T7" fmla="*/ 62 h 112"/>
                <a:gd name="T8" fmla="*/ 263 w 278"/>
                <a:gd name="T9" fmla="*/ 55 h 112"/>
                <a:gd name="T10" fmla="*/ 265 w 278"/>
                <a:gd name="T11" fmla="*/ 49 h 112"/>
                <a:gd name="T12" fmla="*/ 259 w 278"/>
                <a:gd name="T13" fmla="*/ 53 h 112"/>
                <a:gd name="T14" fmla="*/ 242 w 278"/>
                <a:gd name="T15" fmla="*/ 38 h 112"/>
                <a:gd name="T16" fmla="*/ 234 w 278"/>
                <a:gd name="T17" fmla="*/ 36 h 112"/>
                <a:gd name="T18" fmla="*/ 219 w 278"/>
                <a:gd name="T19" fmla="*/ 42 h 112"/>
                <a:gd name="T20" fmla="*/ 217 w 278"/>
                <a:gd name="T21" fmla="*/ 28 h 112"/>
                <a:gd name="T22" fmla="*/ 221 w 278"/>
                <a:gd name="T23" fmla="*/ 15 h 112"/>
                <a:gd name="T24" fmla="*/ 227 w 278"/>
                <a:gd name="T25" fmla="*/ 3 h 112"/>
                <a:gd name="T26" fmla="*/ 213 w 278"/>
                <a:gd name="T27" fmla="*/ 2 h 112"/>
                <a:gd name="T28" fmla="*/ 194 w 278"/>
                <a:gd name="T29" fmla="*/ 5 h 112"/>
                <a:gd name="T30" fmla="*/ 179 w 278"/>
                <a:gd name="T31" fmla="*/ 5 h 112"/>
                <a:gd name="T32" fmla="*/ 175 w 278"/>
                <a:gd name="T33" fmla="*/ 15 h 112"/>
                <a:gd name="T34" fmla="*/ 169 w 278"/>
                <a:gd name="T35" fmla="*/ 13 h 112"/>
                <a:gd name="T36" fmla="*/ 166 w 278"/>
                <a:gd name="T37" fmla="*/ 5 h 112"/>
                <a:gd name="T38" fmla="*/ 158 w 278"/>
                <a:gd name="T39" fmla="*/ 15 h 112"/>
                <a:gd name="T40" fmla="*/ 156 w 278"/>
                <a:gd name="T41" fmla="*/ 21 h 112"/>
                <a:gd name="T42" fmla="*/ 148 w 278"/>
                <a:gd name="T43" fmla="*/ 24 h 112"/>
                <a:gd name="T44" fmla="*/ 131 w 278"/>
                <a:gd name="T45" fmla="*/ 38 h 112"/>
                <a:gd name="T46" fmla="*/ 129 w 278"/>
                <a:gd name="T47" fmla="*/ 24 h 112"/>
                <a:gd name="T48" fmla="*/ 116 w 278"/>
                <a:gd name="T49" fmla="*/ 24 h 112"/>
                <a:gd name="T50" fmla="*/ 114 w 278"/>
                <a:gd name="T51" fmla="*/ 21 h 112"/>
                <a:gd name="T52" fmla="*/ 108 w 278"/>
                <a:gd name="T53" fmla="*/ 17 h 112"/>
                <a:gd name="T54" fmla="*/ 93 w 278"/>
                <a:gd name="T55" fmla="*/ 15 h 112"/>
                <a:gd name="T56" fmla="*/ 87 w 278"/>
                <a:gd name="T57" fmla="*/ 13 h 112"/>
                <a:gd name="T58" fmla="*/ 76 w 278"/>
                <a:gd name="T59" fmla="*/ 15 h 112"/>
                <a:gd name="T60" fmla="*/ 72 w 278"/>
                <a:gd name="T61" fmla="*/ 15 h 112"/>
                <a:gd name="T62" fmla="*/ 68 w 278"/>
                <a:gd name="T63" fmla="*/ 17 h 112"/>
                <a:gd name="T64" fmla="*/ 63 w 278"/>
                <a:gd name="T65" fmla="*/ 9 h 112"/>
                <a:gd name="T66" fmla="*/ 51 w 278"/>
                <a:gd name="T67" fmla="*/ 9 h 112"/>
                <a:gd name="T68" fmla="*/ 30 w 278"/>
                <a:gd name="T69" fmla="*/ 13 h 112"/>
                <a:gd name="T70" fmla="*/ 21 w 278"/>
                <a:gd name="T71" fmla="*/ 24 h 112"/>
                <a:gd name="T72" fmla="*/ 15 w 278"/>
                <a:gd name="T73" fmla="*/ 34 h 112"/>
                <a:gd name="T74" fmla="*/ 13 w 278"/>
                <a:gd name="T75" fmla="*/ 43 h 112"/>
                <a:gd name="T76" fmla="*/ 19 w 278"/>
                <a:gd name="T77" fmla="*/ 51 h 112"/>
                <a:gd name="T78" fmla="*/ 11 w 278"/>
                <a:gd name="T79" fmla="*/ 55 h 112"/>
                <a:gd name="T80" fmla="*/ 7 w 278"/>
                <a:gd name="T81" fmla="*/ 64 h 112"/>
                <a:gd name="T82" fmla="*/ 0 w 278"/>
                <a:gd name="T83" fmla="*/ 78 h 112"/>
                <a:gd name="T84" fmla="*/ 44 w 278"/>
                <a:gd name="T85" fmla="*/ 93 h 112"/>
                <a:gd name="T86" fmla="*/ 78 w 278"/>
                <a:gd name="T87" fmla="*/ 95 h 112"/>
                <a:gd name="T88" fmla="*/ 87 w 278"/>
                <a:gd name="T89" fmla="*/ 95 h 112"/>
                <a:gd name="T90" fmla="*/ 108 w 278"/>
                <a:gd name="T91" fmla="*/ 95 h 112"/>
                <a:gd name="T92" fmla="*/ 150 w 278"/>
                <a:gd name="T93" fmla="*/ 97 h 112"/>
                <a:gd name="T94" fmla="*/ 162 w 278"/>
                <a:gd name="T95" fmla="*/ 95 h 112"/>
                <a:gd name="T96" fmla="*/ 171 w 278"/>
                <a:gd name="T97" fmla="*/ 99 h 112"/>
                <a:gd name="T98" fmla="*/ 177 w 278"/>
                <a:gd name="T99" fmla="*/ 95 h 112"/>
                <a:gd name="T100" fmla="*/ 204 w 278"/>
                <a:gd name="T101" fmla="*/ 93 h 112"/>
                <a:gd name="T102" fmla="*/ 213 w 278"/>
                <a:gd name="T103" fmla="*/ 99 h 112"/>
                <a:gd name="T104" fmla="*/ 221 w 278"/>
                <a:gd name="T105" fmla="*/ 100 h 112"/>
                <a:gd name="T106" fmla="*/ 232 w 278"/>
                <a:gd name="T107" fmla="*/ 106 h 112"/>
                <a:gd name="T108" fmla="*/ 249 w 278"/>
                <a:gd name="T109" fmla="*/ 100 h 112"/>
                <a:gd name="T110" fmla="*/ 255 w 278"/>
                <a:gd name="T111" fmla="*/ 97 h 112"/>
                <a:gd name="T112" fmla="*/ 276 w 278"/>
                <a:gd name="T11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8" h="112">
                  <a:moveTo>
                    <a:pt x="278" y="87"/>
                  </a:moveTo>
                  <a:lnTo>
                    <a:pt x="276" y="85"/>
                  </a:lnTo>
                  <a:lnTo>
                    <a:pt x="276" y="85"/>
                  </a:lnTo>
                  <a:lnTo>
                    <a:pt x="276" y="85"/>
                  </a:lnTo>
                  <a:lnTo>
                    <a:pt x="276" y="83"/>
                  </a:lnTo>
                  <a:lnTo>
                    <a:pt x="276" y="83"/>
                  </a:lnTo>
                  <a:lnTo>
                    <a:pt x="276" y="83"/>
                  </a:lnTo>
                  <a:lnTo>
                    <a:pt x="276" y="81"/>
                  </a:lnTo>
                  <a:lnTo>
                    <a:pt x="276" y="81"/>
                  </a:lnTo>
                  <a:lnTo>
                    <a:pt x="276" y="80"/>
                  </a:lnTo>
                  <a:lnTo>
                    <a:pt x="276" y="78"/>
                  </a:lnTo>
                  <a:lnTo>
                    <a:pt x="276" y="78"/>
                  </a:lnTo>
                  <a:lnTo>
                    <a:pt x="276" y="76"/>
                  </a:lnTo>
                  <a:lnTo>
                    <a:pt x="274" y="76"/>
                  </a:lnTo>
                  <a:lnTo>
                    <a:pt x="272" y="74"/>
                  </a:lnTo>
                  <a:lnTo>
                    <a:pt x="272" y="74"/>
                  </a:lnTo>
                  <a:lnTo>
                    <a:pt x="270" y="72"/>
                  </a:lnTo>
                  <a:lnTo>
                    <a:pt x="267" y="68"/>
                  </a:lnTo>
                  <a:lnTo>
                    <a:pt x="267" y="68"/>
                  </a:lnTo>
                  <a:lnTo>
                    <a:pt x="267" y="68"/>
                  </a:lnTo>
                  <a:lnTo>
                    <a:pt x="265" y="66"/>
                  </a:lnTo>
                  <a:lnTo>
                    <a:pt x="261" y="66"/>
                  </a:lnTo>
                  <a:lnTo>
                    <a:pt x="261" y="66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59" y="62"/>
                  </a:lnTo>
                  <a:lnTo>
                    <a:pt x="257" y="62"/>
                  </a:lnTo>
                  <a:lnTo>
                    <a:pt x="257" y="62"/>
                  </a:lnTo>
                  <a:lnTo>
                    <a:pt x="257" y="61"/>
                  </a:lnTo>
                  <a:lnTo>
                    <a:pt x="257" y="61"/>
                  </a:lnTo>
                  <a:lnTo>
                    <a:pt x="259" y="59"/>
                  </a:lnTo>
                  <a:lnTo>
                    <a:pt x="261" y="59"/>
                  </a:lnTo>
                  <a:lnTo>
                    <a:pt x="261" y="57"/>
                  </a:lnTo>
                  <a:lnTo>
                    <a:pt x="263" y="57"/>
                  </a:lnTo>
                  <a:lnTo>
                    <a:pt x="263" y="55"/>
                  </a:lnTo>
                  <a:lnTo>
                    <a:pt x="263" y="55"/>
                  </a:lnTo>
                  <a:lnTo>
                    <a:pt x="265" y="53"/>
                  </a:lnTo>
                  <a:lnTo>
                    <a:pt x="265" y="53"/>
                  </a:lnTo>
                  <a:lnTo>
                    <a:pt x="265" y="51"/>
                  </a:lnTo>
                  <a:lnTo>
                    <a:pt x="267" y="51"/>
                  </a:lnTo>
                  <a:lnTo>
                    <a:pt x="267" y="49"/>
                  </a:lnTo>
                  <a:lnTo>
                    <a:pt x="265" y="49"/>
                  </a:lnTo>
                  <a:lnTo>
                    <a:pt x="265" y="49"/>
                  </a:lnTo>
                  <a:lnTo>
                    <a:pt x="265" y="49"/>
                  </a:lnTo>
                  <a:lnTo>
                    <a:pt x="263" y="49"/>
                  </a:lnTo>
                  <a:lnTo>
                    <a:pt x="263" y="49"/>
                  </a:lnTo>
                  <a:lnTo>
                    <a:pt x="261" y="51"/>
                  </a:lnTo>
                  <a:lnTo>
                    <a:pt x="259" y="51"/>
                  </a:lnTo>
                  <a:lnTo>
                    <a:pt x="259" y="53"/>
                  </a:lnTo>
                  <a:lnTo>
                    <a:pt x="259" y="53"/>
                  </a:lnTo>
                  <a:lnTo>
                    <a:pt x="257" y="53"/>
                  </a:lnTo>
                  <a:lnTo>
                    <a:pt x="257" y="51"/>
                  </a:lnTo>
                  <a:lnTo>
                    <a:pt x="257" y="51"/>
                  </a:lnTo>
                  <a:lnTo>
                    <a:pt x="251" y="43"/>
                  </a:lnTo>
                  <a:lnTo>
                    <a:pt x="248" y="40"/>
                  </a:lnTo>
                  <a:lnTo>
                    <a:pt x="242" y="38"/>
                  </a:lnTo>
                  <a:lnTo>
                    <a:pt x="240" y="36"/>
                  </a:lnTo>
                  <a:lnTo>
                    <a:pt x="240" y="34"/>
                  </a:lnTo>
                  <a:lnTo>
                    <a:pt x="238" y="34"/>
                  </a:lnTo>
                  <a:lnTo>
                    <a:pt x="236" y="34"/>
                  </a:lnTo>
                  <a:lnTo>
                    <a:pt x="236" y="34"/>
                  </a:lnTo>
                  <a:lnTo>
                    <a:pt x="234" y="36"/>
                  </a:lnTo>
                  <a:lnTo>
                    <a:pt x="234" y="36"/>
                  </a:lnTo>
                  <a:lnTo>
                    <a:pt x="232" y="38"/>
                  </a:lnTo>
                  <a:lnTo>
                    <a:pt x="227" y="38"/>
                  </a:lnTo>
                  <a:lnTo>
                    <a:pt x="223" y="40"/>
                  </a:lnTo>
                  <a:lnTo>
                    <a:pt x="221" y="40"/>
                  </a:lnTo>
                  <a:lnTo>
                    <a:pt x="221" y="42"/>
                  </a:lnTo>
                  <a:lnTo>
                    <a:pt x="219" y="42"/>
                  </a:lnTo>
                  <a:lnTo>
                    <a:pt x="219" y="42"/>
                  </a:lnTo>
                  <a:lnTo>
                    <a:pt x="219" y="42"/>
                  </a:lnTo>
                  <a:lnTo>
                    <a:pt x="219" y="40"/>
                  </a:lnTo>
                  <a:lnTo>
                    <a:pt x="219" y="34"/>
                  </a:lnTo>
                  <a:lnTo>
                    <a:pt x="219" y="32"/>
                  </a:lnTo>
                  <a:lnTo>
                    <a:pt x="219" y="32"/>
                  </a:lnTo>
                  <a:lnTo>
                    <a:pt x="219" y="30"/>
                  </a:lnTo>
                  <a:lnTo>
                    <a:pt x="217" y="28"/>
                  </a:lnTo>
                  <a:lnTo>
                    <a:pt x="219" y="28"/>
                  </a:lnTo>
                  <a:lnTo>
                    <a:pt x="219" y="24"/>
                  </a:lnTo>
                  <a:lnTo>
                    <a:pt x="221" y="21"/>
                  </a:lnTo>
                  <a:lnTo>
                    <a:pt x="223" y="19"/>
                  </a:lnTo>
                  <a:lnTo>
                    <a:pt x="223" y="17"/>
                  </a:lnTo>
                  <a:lnTo>
                    <a:pt x="223" y="15"/>
                  </a:lnTo>
                  <a:lnTo>
                    <a:pt x="221" y="15"/>
                  </a:lnTo>
                  <a:lnTo>
                    <a:pt x="219" y="15"/>
                  </a:lnTo>
                  <a:lnTo>
                    <a:pt x="219" y="13"/>
                  </a:lnTo>
                  <a:lnTo>
                    <a:pt x="219" y="13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27" y="3"/>
                  </a:lnTo>
                  <a:lnTo>
                    <a:pt x="229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17" y="0"/>
                  </a:lnTo>
                  <a:lnTo>
                    <a:pt x="217" y="2"/>
                  </a:lnTo>
                  <a:lnTo>
                    <a:pt x="213" y="2"/>
                  </a:lnTo>
                  <a:lnTo>
                    <a:pt x="208" y="3"/>
                  </a:lnTo>
                  <a:lnTo>
                    <a:pt x="208" y="3"/>
                  </a:lnTo>
                  <a:lnTo>
                    <a:pt x="206" y="3"/>
                  </a:lnTo>
                  <a:lnTo>
                    <a:pt x="204" y="3"/>
                  </a:lnTo>
                  <a:lnTo>
                    <a:pt x="198" y="5"/>
                  </a:lnTo>
                  <a:lnTo>
                    <a:pt x="196" y="5"/>
                  </a:lnTo>
                  <a:lnTo>
                    <a:pt x="194" y="5"/>
                  </a:lnTo>
                  <a:lnTo>
                    <a:pt x="192" y="5"/>
                  </a:lnTo>
                  <a:lnTo>
                    <a:pt x="192" y="3"/>
                  </a:lnTo>
                  <a:lnTo>
                    <a:pt x="188" y="2"/>
                  </a:lnTo>
                  <a:lnTo>
                    <a:pt x="187" y="0"/>
                  </a:lnTo>
                  <a:lnTo>
                    <a:pt x="185" y="0"/>
                  </a:lnTo>
                  <a:lnTo>
                    <a:pt x="183" y="2"/>
                  </a:lnTo>
                  <a:lnTo>
                    <a:pt x="179" y="5"/>
                  </a:lnTo>
                  <a:lnTo>
                    <a:pt x="179" y="5"/>
                  </a:lnTo>
                  <a:lnTo>
                    <a:pt x="179" y="7"/>
                  </a:lnTo>
                  <a:lnTo>
                    <a:pt x="179" y="9"/>
                  </a:lnTo>
                  <a:lnTo>
                    <a:pt x="177" y="11"/>
                  </a:lnTo>
                  <a:lnTo>
                    <a:pt x="177" y="13"/>
                  </a:lnTo>
                  <a:lnTo>
                    <a:pt x="175" y="15"/>
                  </a:lnTo>
                  <a:lnTo>
                    <a:pt x="175" y="15"/>
                  </a:lnTo>
                  <a:lnTo>
                    <a:pt x="173" y="17"/>
                  </a:lnTo>
                  <a:lnTo>
                    <a:pt x="171" y="17"/>
                  </a:lnTo>
                  <a:lnTo>
                    <a:pt x="169" y="17"/>
                  </a:lnTo>
                  <a:lnTo>
                    <a:pt x="169" y="15"/>
                  </a:lnTo>
                  <a:lnTo>
                    <a:pt x="169" y="15"/>
                  </a:lnTo>
                  <a:lnTo>
                    <a:pt x="169" y="13"/>
                  </a:lnTo>
                  <a:lnTo>
                    <a:pt x="169" y="13"/>
                  </a:lnTo>
                  <a:lnTo>
                    <a:pt x="169" y="11"/>
                  </a:lnTo>
                  <a:lnTo>
                    <a:pt x="169" y="9"/>
                  </a:lnTo>
                  <a:lnTo>
                    <a:pt x="169" y="9"/>
                  </a:lnTo>
                  <a:lnTo>
                    <a:pt x="169" y="7"/>
                  </a:lnTo>
                  <a:lnTo>
                    <a:pt x="169" y="7"/>
                  </a:lnTo>
                  <a:lnTo>
                    <a:pt x="168" y="5"/>
                  </a:lnTo>
                  <a:lnTo>
                    <a:pt x="166" y="5"/>
                  </a:lnTo>
                  <a:lnTo>
                    <a:pt x="166" y="5"/>
                  </a:lnTo>
                  <a:lnTo>
                    <a:pt x="164" y="7"/>
                  </a:lnTo>
                  <a:lnTo>
                    <a:pt x="164" y="9"/>
                  </a:lnTo>
                  <a:lnTo>
                    <a:pt x="164" y="9"/>
                  </a:lnTo>
                  <a:lnTo>
                    <a:pt x="162" y="11"/>
                  </a:lnTo>
                  <a:lnTo>
                    <a:pt x="160" y="13"/>
                  </a:lnTo>
                  <a:lnTo>
                    <a:pt x="158" y="15"/>
                  </a:lnTo>
                  <a:lnTo>
                    <a:pt x="156" y="19"/>
                  </a:lnTo>
                  <a:lnTo>
                    <a:pt x="156" y="19"/>
                  </a:lnTo>
                  <a:lnTo>
                    <a:pt x="154" y="21"/>
                  </a:lnTo>
                  <a:lnTo>
                    <a:pt x="154" y="21"/>
                  </a:lnTo>
                  <a:lnTo>
                    <a:pt x="154" y="21"/>
                  </a:lnTo>
                  <a:lnTo>
                    <a:pt x="156" y="23"/>
                  </a:lnTo>
                  <a:lnTo>
                    <a:pt x="156" y="21"/>
                  </a:lnTo>
                  <a:lnTo>
                    <a:pt x="156" y="21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60" y="21"/>
                  </a:lnTo>
                  <a:lnTo>
                    <a:pt x="160" y="21"/>
                  </a:lnTo>
                  <a:lnTo>
                    <a:pt x="154" y="24"/>
                  </a:lnTo>
                  <a:lnTo>
                    <a:pt x="148" y="24"/>
                  </a:lnTo>
                  <a:lnTo>
                    <a:pt x="143" y="26"/>
                  </a:lnTo>
                  <a:lnTo>
                    <a:pt x="143" y="26"/>
                  </a:lnTo>
                  <a:lnTo>
                    <a:pt x="141" y="28"/>
                  </a:lnTo>
                  <a:lnTo>
                    <a:pt x="139" y="30"/>
                  </a:lnTo>
                  <a:lnTo>
                    <a:pt x="135" y="36"/>
                  </a:lnTo>
                  <a:lnTo>
                    <a:pt x="133" y="36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29" y="36"/>
                  </a:lnTo>
                  <a:lnTo>
                    <a:pt x="129" y="34"/>
                  </a:lnTo>
                  <a:lnTo>
                    <a:pt x="129" y="30"/>
                  </a:lnTo>
                  <a:lnTo>
                    <a:pt x="128" y="28"/>
                  </a:lnTo>
                  <a:lnTo>
                    <a:pt x="128" y="26"/>
                  </a:lnTo>
                  <a:lnTo>
                    <a:pt x="129" y="24"/>
                  </a:lnTo>
                  <a:lnTo>
                    <a:pt x="129" y="23"/>
                  </a:lnTo>
                  <a:lnTo>
                    <a:pt x="128" y="23"/>
                  </a:lnTo>
                  <a:lnTo>
                    <a:pt x="120" y="26"/>
                  </a:lnTo>
                  <a:lnTo>
                    <a:pt x="118" y="26"/>
                  </a:lnTo>
                  <a:lnTo>
                    <a:pt x="118" y="26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2" y="26"/>
                  </a:lnTo>
                  <a:lnTo>
                    <a:pt x="112" y="24"/>
                  </a:lnTo>
                  <a:lnTo>
                    <a:pt x="112" y="23"/>
                  </a:lnTo>
                  <a:lnTo>
                    <a:pt x="114" y="21"/>
                  </a:lnTo>
                  <a:lnTo>
                    <a:pt x="112" y="21"/>
                  </a:lnTo>
                  <a:lnTo>
                    <a:pt x="112" y="19"/>
                  </a:lnTo>
                  <a:lnTo>
                    <a:pt x="112" y="19"/>
                  </a:lnTo>
                  <a:lnTo>
                    <a:pt x="110" y="19"/>
                  </a:lnTo>
                  <a:lnTo>
                    <a:pt x="110" y="19"/>
                  </a:lnTo>
                  <a:lnTo>
                    <a:pt x="108" y="17"/>
                  </a:lnTo>
                  <a:lnTo>
                    <a:pt x="108" y="17"/>
                  </a:lnTo>
                  <a:lnTo>
                    <a:pt x="108" y="15"/>
                  </a:lnTo>
                  <a:lnTo>
                    <a:pt x="107" y="15"/>
                  </a:lnTo>
                  <a:lnTo>
                    <a:pt x="103" y="15"/>
                  </a:lnTo>
                  <a:lnTo>
                    <a:pt x="101" y="15"/>
                  </a:lnTo>
                  <a:lnTo>
                    <a:pt x="99" y="15"/>
                  </a:lnTo>
                  <a:lnTo>
                    <a:pt x="95" y="15"/>
                  </a:lnTo>
                  <a:lnTo>
                    <a:pt x="93" y="15"/>
                  </a:lnTo>
                  <a:lnTo>
                    <a:pt x="91" y="17"/>
                  </a:lnTo>
                  <a:lnTo>
                    <a:pt x="89" y="17"/>
                  </a:lnTo>
                  <a:lnTo>
                    <a:pt x="89" y="17"/>
                  </a:lnTo>
                  <a:lnTo>
                    <a:pt x="89" y="17"/>
                  </a:lnTo>
                  <a:lnTo>
                    <a:pt x="89" y="15"/>
                  </a:lnTo>
                  <a:lnTo>
                    <a:pt x="89" y="13"/>
                  </a:lnTo>
                  <a:lnTo>
                    <a:pt x="87" y="13"/>
                  </a:lnTo>
                  <a:lnTo>
                    <a:pt x="87" y="13"/>
                  </a:lnTo>
                  <a:lnTo>
                    <a:pt x="82" y="15"/>
                  </a:lnTo>
                  <a:lnTo>
                    <a:pt x="80" y="15"/>
                  </a:lnTo>
                  <a:lnTo>
                    <a:pt x="78" y="17"/>
                  </a:lnTo>
                  <a:lnTo>
                    <a:pt x="76" y="17"/>
                  </a:lnTo>
                  <a:lnTo>
                    <a:pt x="76" y="15"/>
                  </a:lnTo>
                  <a:lnTo>
                    <a:pt x="76" y="15"/>
                  </a:lnTo>
                  <a:lnTo>
                    <a:pt x="76" y="15"/>
                  </a:lnTo>
                  <a:lnTo>
                    <a:pt x="76" y="13"/>
                  </a:lnTo>
                  <a:lnTo>
                    <a:pt x="74" y="13"/>
                  </a:lnTo>
                  <a:lnTo>
                    <a:pt x="74" y="13"/>
                  </a:lnTo>
                  <a:lnTo>
                    <a:pt x="74" y="13"/>
                  </a:lnTo>
                  <a:lnTo>
                    <a:pt x="72" y="15"/>
                  </a:lnTo>
                  <a:lnTo>
                    <a:pt x="72" y="15"/>
                  </a:lnTo>
                  <a:lnTo>
                    <a:pt x="72" y="17"/>
                  </a:lnTo>
                  <a:lnTo>
                    <a:pt x="68" y="19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7" y="17"/>
                  </a:lnTo>
                  <a:lnTo>
                    <a:pt x="68" y="17"/>
                  </a:lnTo>
                  <a:lnTo>
                    <a:pt x="68" y="15"/>
                  </a:lnTo>
                  <a:lnTo>
                    <a:pt x="68" y="13"/>
                  </a:lnTo>
                  <a:lnTo>
                    <a:pt x="68" y="13"/>
                  </a:lnTo>
                  <a:lnTo>
                    <a:pt x="68" y="11"/>
                  </a:lnTo>
                  <a:lnTo>
                    <a:pt x="67" y="9"/>
                  </a:lnTo>
                  <a:lnTo>
                    <a:pt x="65" y="9"/>
                  </a:lnTo>
                  <a:lnTo>
                    <a:pt x="63" y="9"/>
                  </a:lnTo>
                  <a:lnTo>
                    <a:pt x="63" y="9"/>
                  </a:lnTo>
                  <a:lnTo>
                    <a:pt x="61" y="9"/>
                  </a:lnTo>
                  <a:lnTo>
                    <a:pt x="59" y="9"/>
                  </a:lnTo>
                  <a:lnTo>
                    <a:pt x="55" y="7"/>
                  </a:lnTo>
                  <a:lnTo>
                    <a:pt x="53" y="7"/>
                  </a:lnTo>
                  <a:lnTo>
                    <a:pt x="53" y="7"/>
                  </a:lnTo>
                  <a:lnTo>
                    <a:pt x="51" y="9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7" y="11"/>
                  </a:lnTo>
                  <a:lnTo>
                    <a:pt x="46" y="11"/>
                  </a:lnTo>
                  <a:lnTo>
                    <a:pt x="44" y="13"/>
                  </a:lnTo>
                  <a:lnTo>
                    <a:pt x="38" y="13"/>
                  </a:lnTo>
                  <a:lnTo>
                    <a:pt x="30" y="13"/>
                  </a:lnTo>
                  <a:lnTo>
                    <a:pt x="28" y="15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3" y="21"/>
                  </a:lnTo>
                  <a:lnTo>
                    <a:pt x="23" y="21"/>
                  </a:lnTo>
                  <a:lnTo>
                    <a:pt x="21" y="23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5" y="30"/>
                  </a:lnTo>
                  <a:lnTo>
                    <a:pt x="15" y="32"/>
                  </a:lnTo>
                  <a:lnTo>
                    <a:pt x="15" y="34"/>
                  </a:lnTo>
                  <a:lnTo>
                    <a:pt x="15" y="34"/>
                  </a:lnTo>
                  <a:lnTo>
                    <a:pt x="15" y="34"/>
                  </a:lnTo>
                  <a:lnTo>
                    <a:pt x="13" y="36"/>
                  </a:lnTo>
                  <a:lnTo>
                    <a:pt x="13" y="38"/>
                  </a:lnTo>
                  <a:lnTo>
                    <a:pt x="13" y="40"/>
                  </a:lnTo>
                  <a:lnTo>
                    <a:pt x="13" y="40"/>
                  </a:lnTo>
                  <a:lnTo>
                    <a:pt x="13" y="42"/>
                  </a:lnTo>
                  <a:lnTo>
                    <a:pt x="13" y="43"/>
                  </a:lnTo>
                  <a:lnTo>
                    <a:pt x="13" y="45"/>
                  </a:lnTo>
                  <a:lnTo>
                    <a:pt x="15" y="45"/>
                  </a:lnTo>
                  <a:lnTo>
                    <a:pt x="15" y="47"/>
                  </a:lnTo>
                  <a:lnTo>
                    <a:pt x="17" y="49"/>
                  </a:lnTo>
                  <a:lnTo>
                    <a:pt x="19" y="49"/>
                  </a:lnTo>
                  <a:lnTo>
                    <a:pt x="19" y="49"/>
                  </a:lnTo>
                  <a:lnTo>
                    <a:pt x="19" y="51"/>
                  </a:lnTo>
                  <a:lnTo>
                    <a:pt x="19" y="51"/>
                  </a:lnTo>
                  <a:lnTo>
                    <a:pt x="17" y="53"/>
                  </a:lnTo>
                  <a:lnTo>
                    <a:pt x="17" y="53"/>
                  </a:lnTo>
                  <a:lnTo>
                    <a:pt x="17" y="53"/>
                  </a:lnTo>
                  <a:lnTo>
                    <a:pt x="15" y="55"/>
                  </a:lnTo>
                  <a:lnTo>
                    <a:pt x="13" y="55"/>
                  </a:lnTo>
                  <a:lnTo>
                    <a:pt x="11" y="55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9" y="59"/>
                  </a:lnTo>
                  <a:lnTo>
                    <a:pt x="9" y="61"/>
                  </a:lnTo>
                  <a:lnTo>
                    <a:pt x="7" y="62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4" y="66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4"/>
                  </a:lnTo>
                  <a:lnTo>
                    <a:pt x="0" y="78"/>
                  </a:lnTo>
                  <a:lnTo>
                    <a:pt x="0" y="81"/>
                  </a:lnTo>
                  <a:lnTo>
                    <a:pt x="2" y="83"/>
                  </a:lnTo>
                  <a:lnTo>
                    <a:pt x="4" y="83"/>
                  </a:lnTo>
                  <a:lnTo>
                    <a:pt x="6" y="81"/>
                  </a:lnTo>
                  <a:lnTo>
                    <a:pt x="9" y="81"/>
                  </a:lnTo>
                  <a:lnTo>
                    <a:pt x="30" y="91"/>
                  </a:lnTo>
                  <a:lnTo>
                    <a:pt x="44" y="93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65" y="95"/>
                  </a:lnTo>
                  <a:lnTo>
                    <a:pt x="72" y="95"/>
                  </a:lnTo>
                  <a:lnTo>
                    <a:pt x="76" y="95"/>
                  </a:lnTo>
                  <a:lnTo>
                    <a:pt x="76" y="95"/>
                  </a:lnTo>
                  <a:lnTo>
                    <a:pt x="78" y="95"/>
                  </a:lnTo>
                  <a:lnTo>
                    <a:pt x="80" y="95"/>
                  </a:lnTo>
                  <a:lnTo>
                    <a:pt x="84" y="97"/>
                  </a:lnTo>
                  <a:lnTo>
                    <a:pt x="84" y="97"/>
                  </a:lnTo>
                  <a:lnTo>
                    <a:pt x="86" y="95"/>
                  </a:lnTo>
                  <a:lnTo>
                    <a:pt x="86" y="95"/>
                  </a:lnTo>
                  <a:lnTo>
                    <a:pt x="86" y="95"/>
                  </a:lnTo>
                  <a:lnTo>
                    <a:pt x="87" y="95"/>
                  </a:lnTo>
                  <a:lnTo>
                    <a:pt x="89" y="95"/>
                  </a:lnTo>
                  <a:lnTo>
                    <a:pt x="89" y="97"/>
                  </a:lnTo>
                  <a:lnTo>
                    <a:pt x="91" y="97"/>
                  </a:lnTo>
                  <a:lnTo>
                    <a:pt x="93" y="97"/>
                  </a:lnTo>
                  <a:lnTo>
                    <a:pt x="105" y="95"/>
                  </a:lnTo>
                  <a:lnTo>
                    <a:pt x="105" y="95"/>
                  </a:lnTo>
                  <a:lnTo>
                    <a:pt x="108" y="95"/>
                  </a:lnTo>
                  <a:lnTo>
                    <a:pt x="124" y="93"/>
                  </a:lnTo>
                  <a:lnTo>
                    <a:pt x="128" y="93"/>
                  </a:lnTo>
                  <a:lnTo>
                    <a:pt x="129" y="93"/>
                  </a:lnTo>
                  <a:lnTo>
                    <a:pt x="131" y="91"/>
                  </a:lnTo>
                  <a:lnTo>
                    <a:pt x="131" y="91"/>
                  </a:lnTo>
                  <a:lnTo>
                    <a:pt x="137" y="93"/>
                  </a:lnTo>
                  <a:lnTo>
                    <a:pt x="150" y="97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6" y="97"/>
                  </a:lnTo>
                  <a:lnTo>
                    <a:pt x="158" y="97"/>
                  </a:lnTo>
                  <a:lnTo>
                    <a:pt x="158" y="97"/>
                  </a:lnTo>
                  <a:lnTo>
                    <a:pt x="160" y="95"/>
                  </a:lnTo>
                  <a:lnTo>
                    <a:pt x="162" y="95"/>
                  </a:lnTo>
                  <a:lnTo>
                    <a:pt x="162" y="95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66" y="99"/>
                  </a:lnTo>
                  <a:lnTo>
                    <a:pt x="168" y="99"/>
                  </a:lnTo>
                  <a:lnTo>
                    <a:pt x="169" y="99"/>
                  </a:lnTo>
                  <a:lnTo>
                    <a:pt x="171" y="99"/>
                  </a:lnTo>
                  <a:lnTo>
                    <a:pt x="173" y="99"/>
                  </a:lnTo>
                  <a:lnTo>
                    <a:pt x="173" y="97"/>
                  </a:lnTo>
                  <a:lnTo>
                    <a:pt x="173" y="97"/>
                  </a:lnTo>
                  <a:lnTo>
                    <a:pt x="175" y="97"/>
                  </a:lnTo>
                  <a:lnTo>
                    <a:pt x="175" y="97"/>
                  </a:lnTo>
                  <a:lnTo>
                    <a:pt x="177" y="97"/>
                  </a:lnTo>
                  <a:lnTo>
                    <a:pt x="177" y="95"/>
                  </a:lnTo>
                  <a:lnTo>
                    <a:pt x="177" y="95"/>
                  </a:lnTo>
                  <a:lnTo>
                    <a:pt x="179" y="95"/>
                  </a:lnTo>
                  <a:lnTo>
                    <a:pt x="183" y="95"/>
                  </a:lnTo>
                  <a:lnTo>
                    <a:pt x="194" y="93"/>
                  </a:lnTo>
                  <a:lnTo>
                    <a:pt x="198" y="95"/>
                  </a:lnTo>
                  <a:lnTo>
                    <a:pt x="200" y="93"/>
                  </a:lnTo>
                  <a:lnTo>
                    <a:pt x="204" y="93"/>
                  </a:lnTo>
                  <a:lnTo>
                    <a:pt x="206" y="93"/>
                  </a:lnTo>
                  <a:lnTo>
                    <a:pt x="209" y="95"/>
                  </a:lnTo>
                  <a:lnTo>
                    <a:pt x="211" y="95"/>
                  </a:lnTo>
                  <a:lnTo>
                    <a:pt x="211" y="95"/>
                  </a:lnTo>
                  <a:lnTo>
                    <a:pt x="213" y="97"/>
                  </a:lnTo>
                  <a:lnTo>
                    <a:pt x="213" y="97"/>
                  </a:lnTo>
                  <a:lnTo>
                    <a:pt x="213" y="99"/>
                  </a:lnTo>
                  <a:lnTo>
                    <a:pt x="215" y="99"/>
                  </a:lnTo>
                  <a:lnTo>
                    <a:pt x="217" y="99"/>
                  </a:lnTo>
                  <a:lnTo>
                    <a:pt x="217" y="99"/>
                  </a:lnTo>
                  <a:lnTo>
                    <a:pt x="217" y="99"/>
                  </a:lnTo>
                  <a:lnTo>
                    <a:pt x="219" y="99"/>
                  </a:lnTo>
                  <a:lnTo>
                    <a:pt x="219" y="99"/>
                  </a:lnTo>
                  <a:lnTo>
                    <a:pt x="221" y="100"/>
                  </a:lnTo>
                  <a:lnTo>
                    <a:pt x="223" y="102"/>
                  </a:lnTo>
                  <a:lnTo>
                    <a:pt x="223" y="102"/>
                  </a:lnTo>
                  <a:lnTo>
                    <a:pt x="225" y="102"/>
                  </a:lnTo>
                  <a:lnTo>
                    <a:pt x="227" y="104"/>
                  </a:lnTo>
                  <a:lnTo>
                    <a:pt x="230" y="104"/>
                  </a:lnTo>
                  <a:lnTo>
                    <a:pt x="232" y="104"/>
                  </a:lnTo>
                  <a:lnTo>
                    <a:pt x="232" y="106"/>
                  </a:lnTo>
                  <a:lnTo>
                    <a:pt x="236" y="108"/>
                  </a:lnTo>
                  <a:lnTo>
                    <a:pt x="238" y="110"/>
                  </a:lnTo>
                  <a:lnTo>
                    <a:pt x="238" y="112"/>
                  </a:lnTo>
                  <a:lnTo>
                    <a:pt x="240" y="108"/>
                  </a:lnTo>
                  <a:lnTo>
                    <a:pt x="244" y="104"/>
                  </a:lnTo>
                  <a:lnTo>
                    <a:pt x="248" y="102"/>
                  </a:lnTo>
                  <a:lnTo>
                    <a:pt x="249" y="100"/>
                  </a:lnTo>
                  <a:lnTo>
                    <a:pt x="251" y="99"/>
                  </a:lnTo>
                  <a:lnTo>
                    <a:pt x="251" y="99"/>
                  </a:lnTo>
                  <a:lnTo>
                    <a:pt x="253" y="99"/>
                  </a:lnTo>
                  <a:lnTo>
                    <a:pt x="253" y="99"/>
                  </a:lnTo>
                  <a:lnTo>
                    <a:pt x="255" y="99"/>
                  </a:lnTo>
                  <a:lnTo>
                    <a:pt x="255" y="97"/>
                  </a:lnTo>
                  <a:lnTo>
                    <a:pt x="255" y="97"/>
                  </a:lnTo>
                  <a:lnTo>
                    <a:pt x="255" y="97"/>
                  </a:lnTo>
                  <a:lnTo>
                    <a:pt x="257" y="97"/>
                  </a:lnTo>
                  <a:lnTo>
                    <a:pt x="259" y="97"/>
                  </a:lnTo>
                  <a:lnTo>
                    <a:pt x="261" y="97"/>
                  </a:lnTo>
                  <a:lnTo>
                    <a:pt x="263" y="97"/>
                  </a:lnTo>
                  <a:lnTo>
                    <a:pt x="265" y="93"/>
                  </a:lnTo>
                  <a:lnTo>
                    <a:pt x="276" y="89"/>
                  </a:lnTo>
                  <a:lnTo>
                    <a:pt x="278" y="87"/>
                  </a:lnTo>
                  <a:lnTo>
                    <a:pt x="278" y="8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31" name="Freeform 34">
              <a:extLst>
                <a:ext uri="{FF2B5EF4-FFF2-40B4-BE49-F238E27FC236}">
                  <a16:creationId xmlns:a16="http://schemas.microsoft.com/office/drawing/2014/main" id="{50D56B63-214F-41AD-B379-45BE6DBE7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675" y="2892425"/>
              <a:ext cx="254000" cy="295275"/>
            </a:xfrm>
            <a:custGeom>
              <a:avLst/>
              <a:gdLst>
                <a:gd name="T0" fmla="*/ 145 w 160"/>
                <a:gd name="T1" fmla="*/ 49 h 186"/>
                <a:gd name="T2" fmla="*/ 151 w 160"/>
                <a:gd name="T3" fmla="*/ 24 h 186"/>
                <a:gd name="T4" fmla="*/ 145 w 160"/>
                <a:gd name="T5" fmla="*/ 11 h 186"/>
                <a:gd name="T6" fmla="*/ 147 w 160"/>
                <a:gd name="T7" fmla="*/ 0 h 186"/>
                <a:gd name="T8" fmla="*/ 134 w 160"/>
                <a:gd name="T9" fmla="*/ 11 h 186"/>
                <a:gd name="T10" fmla="*/ 115 w 160"/>
                <a:gd name="T11" fmla="*/ 19 h 186"/>
                <a:gd name="T12" fmla="*/ 111 w 160"/>
                <a:gd name="T13" fmla="*/ 17 h 186"/>
                <a:gd name="T14" fmla="*/ 101 w 160"/>
                <a:gd name="T15" fmla="*/ 17 h 186"/>
                <a:gd name="T16" fmla="*/ 92 w 160"/>
                <a:gd name="T17" fmla="*/ 13 h 186"/>
                <a:gd name="T18" fmla="*/ 73 w 160"/>
                <a:gd name="T19" fmla="*/ 17 h 186"/>
                <a:gd name="T20" fmla="*/ 73 w 160"/>
                <a:gd name="T21" fmla="*/ 19 h 186"/>
                <a:gd name="T22" fmla="*/ 77 w 160"/>
                <a:gd name="T23" fmla="*/ 22 h 186"/>
                <a:gd name="T24" fmla="*/ 65 w 160"/>
                <a:gd name="T25" fmla="*/ 38 h 186"/>
                <a:gd name="T26" fmla="*/ 56 w 160"/>
                <a:gd name="T27" fmla="*/ 47 h 186"/>
                <a:gd name="T28" fmla="*/ 50 w 160"/>
                <a:gd name="T29" fmla="*/ 43 h 186"/>
                <a:gd name="T30" fmla="*/ 46 w 160"/>
                <a:gd name="T31" fmla="*/ 41 h 186"/>
                <a:gd name="T32" fmla="*/ 44 w 160"/>
                <a:gd name="T33" fmla="*/ 39 h 186"/>
                <a:gd name="T34" fmla="*/ 33 w 160"/>
                <a:gd name="T35" fmla="*/ 58 h 186"/>
                <a:gd name="T36" fmla="*/ 29 w 160"/>
                <a:gd name="T37" fmla="*/ 64 h 186"/>
                <a:gd name="T38" fmla="*/ 27 w 160"/>
                <a:gd name="T39" fmla="*/ 68 h 186"/>
                <a:gd name="T40" fmla="*/ 25 w 160"/>
                <a:gd name="T41" fmla="*/ 74 h 186"/>
                <a:gd name="T42" fmla="*/ 25 w 160"/>
                <a:gd name="T43" fmla="*/ 78 h 186"/>
                <a:gd name="T44" fmla="*/ 21 w 160"/>
                <a:gd name="T45" fmla="*/ 89 h 186"/>
                <a:gd name="T46" fmla="*/ 16 w 160"/>
                <a:gd name="T47" fmla="*/ 87 h 186"/>
                <a:gd name="T48" fmla="*/ 14 w 160"/>
                <a:gd name="T49" fmla="*/ 89 h 186"/>
                <a:gd name="T50" fmla="*/ 10 w 160"/>
                <a:gd name="T51" fmla="*/ 98 h 186"/>
                <a:gd name="T52" fmla="*/ 12 w 160"/>
                <a:gd name="T53" fmla="*/ 104 h 186"/>
                <a:gd name="T54" fmla="*/ 8 w 160"/>
                <a:gd name="T55" fmla="*/ 114 h 186"/>
                <a:gd name="T56" fmla="*/ 4 w 160"/>
                <a:gd name="T57" fmla="*/ 131 h 186"/>
                <a:gd name="T58" fmla="*/ 4 w 160"/>
                <a:gd name="T59" fmla="*/ 140 h 186"/>
                <a:gd name="T60" fmla="*/ 2 w 160"/>
                <a:gd name="T61" fmla="*/ 150 h 186"/>
                <a:gd name="T62" fmla="*/ 2 w 160"/>
                <a:gd name="T63" fmla="*/ 157 h 186"/>
                <a:gd name="T64" fmla="*/ 0 w 160"/>
                <a:gd name="T65" fmla="*/ 161 h 186"/>
                <a:gd name="T66" fmla="*/ 12 w 160"/>
                <a:gd name="T67" fmla="*/ 165 h 186"/>
                <a:gd name="T68" fmla="*/ 16 w 160"/>
                <a:gd name="T69" fmla="*/ 165 h 186"/>
                <a:gd name="T70" fmla="*/ 17 w 160"/>
                <a:gd name="T71" fmla="*/ 167 h 186"/>
                <a:gd name="T72" fmla="*/ 23 w 160"/>
                <a:gd name="T73" fmla="*/ 165 h 186"/>
                <a:gd name="T74" fmla="*/ 25 w 160"/>
                <a:gd name="T75" fmla="*/ 167 h 186"/>
                <a:gd name="T76" fmla="*/ 29 w 160"/>
                <a:gd name="T77" fmla="*/ 167 h 186"/>
                <a:gd name="T78" fmla="*/ 35 w 160"/>
                <a:gd name="T79" fmla="*/ 161 h 186"/>
                <a:gd name="T80" fmla="*/ 44 w 160"/>
                <a:gd name="T81" fmla="*/ 175 h 186"/>
                <a:gd name="T82" fmla="*/ 54 w 160"/>
                <a:gd name="T83" fmla="*/ 173 h 186"/>
                <a:gd name="T84" fmla="*/ 56 w 160"/>
                <a:gd name="T85" fmla="*/ 173 h 186"/>
                <a:gd name="T86" fmla="*/ 75 w 160"/>
                <a:gd name="T87" fmla="*/ 176 h 186"/>
                <a:gd name="T88" fmla="*/ 94 w 160"/>
                <a:gd name="T89" fmla="*/ 180 h 186"/>
                <a:gd name="T90" fmla="*/ 107 w 160"/>
                <a:gd name="T91" fmla="*/ 186 h 186"/>
                <a:gd name="T92" fmla="*/ 113 w 160"/>
                <a:gd name="T93" fmla="*/ 171 h 186"/>
                <a:gd name="T94" fmla="*/ 115 w 160"/>
                <a:gd name="T95" fmla="*/ 159 h 186"/>
                <a:gd name="T96" fmla="*/ 122 w 160"/>
                <a:gd name="T97" fmla="*/ 136 h 186"/>
                <a:gd name="T98" fmla="*/ 126 w 160"/>
                <a:gd name="T99" fmla="*/ 131 h 186"/>
                <a:gd name="T100" fmla="*/ 132 w 160"/>
                <a:gd name="T101" fmla="*/ 121 h 186"/>
                <a:gd name="T102" fmla="*/ 141 w 160"/>
                <a:gd name="T103" fmla="*/ 100 h 186"/>
                <a:gd name="T104" fmla="*/ 149 w 160"/>
                <a:gd name="T105" fmla="*/ 97 h 186"/>
                <a:gd name="T106" fmla="*/ 155 w 160"/>
                <a:gd name="T107" fmla="*/ 8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60" h="186">
                  <a:moveTo>
                    <a:pt x="160" y="58"/>
                  </a:moveTo>
                  <a:lnTo>
                    <a:pt x="158" y="55"/>
                  </a:lnTo>
                  <a:lnTo>
                    <a:pt x="155" y="55"/>
                  </a:lnTo>
                  <a:lnTo>
                    <a:pt x="151" y="53"/>
                  </a:lnTo>
                  <a:lnTo>
                    <a:pt x="147" y="53"/>
                  </a:lnTo>
                  <a:lnTo>
                    <a:pt x="145" y="49"/>
                  </a:lnTo>
                  <a:lnTo>
                    <a:pt x="145" y="45"/>
                  </a:lnTo>
                  <a:lnTo>
                    <a:pt x="151" y="30"/>
                  </a:lnTo>
                  <a:lnTo>
                    <a:pt x="153" y="26"/>
                  </a:lnTo>
                  <a:lnTo>
                    <a:pt x="155" y="24"/>
                  </a:lnTo>
                  <a:lnTo>
                    <a:pt x="155" y="24"/>
                  </a:lnTo>
                  <a:lnTo>
                    <a:pt x="151" y="24"/>
                  </a:lnTo>
                  <a:lnTo>
                    <a:pt x="149" y="22"/>
                  </a:lnTo>
                  <a:lnTo>
                    <a:pt x="145" y="20"/>
                  </a:lnTo>
                  <a:lnTo>
                    <a:pt x="145" y="19"/>
                  </a:lnTo>
                  <a:lnTo>
                    <a:pt x="143" y="17"/>
                  </a:lnTo>
                  <a:lnTo>
                    <a:pt x="143" y="17"/>
                  </a:lnTo>
                  <a:lnTo>
                    <a:pt x="145" y="11"/>
                  </a:lnTo>
                  <a:lnTo>
                    <a:pt x="147" y="9"/>
                  </a:lnTo>
                  <a:lnTo>
                    <a:pt x="147" y="7"/>
                  </a:lnTo>
                  <a:lnTo>
                    <a:pt x="147" y="3"/>
                  </a:lnTo>
                  <a:lnTo>
                    <a:pt x="147" y="1"/>
                  </a:lnTo>
                  <a:lnTo>
                    <a:pt x="147" y="1"/>
                  </a:lnTo>
                  <a:lnTo>
                    <a:pt x="147" y="0"/>
                  </a:lnTo>
                  <a:lnTo>
                    <a:pt x="147" y="0"/>
                  </a:lnTo>
                  <a:lnTo>
                    <a:pt x="147" y="0"/>
                  </a:lnTo>
                  <a:lnTo>
                    <a:pt x="139" y="5"/>
                  </a:lnTo>
                  <a:lnTo>
                    <a:pt x="137" y="7"/>
                  </a:lnTo>
                  <a:lnTo>
                    <a:pt x="134" y="9"/>
                  </a:lnTo>
                  <a:lnTo>
                    <a:pt x="134" y="11"/>
                  </a:lnTo>
                  <a:lnTo>
                    <a:pt x="132" y="13"/>
                  </a:lnTo>
                  <a:lnTo>
                    <a:pt x="130" y="15"/>
                  </a:lnTo>
                  <a:lnTo>
                    <a:pt x="128" y="17"/>
                  </a:lnTo>
                  <a:lnTo>
                    <a:pt x="124" y="17"/>
                  </a:lnTo>
                  <a:lnTo>
                    <a:pt x="118" y="19"/>
                  </a:lnTo>
                  <a:lnTo>
                    <a:pt x="115" y="19"/>
                  </a:lnTo>
                  <a:lnTo>
                    <a:pt x="113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7"/>
                  </a:lnTo>
                  <a:lnTo>
                    <a:pt x="109" y="17"/>
                  </a:lnTo>
                  <a:lnTo>
                    <a:pt x="109" y="17"/>
                  </a:lnTo>
                  <a:lnTo>
                    <a:pt x="105" y="17"/>
                  </a:lnTo>
                  <a:lnTo>
                    <a:pt x="105" y="17"/>
                  </a:lnTo>
                  <a:lnTo>
                    <a:pt x="103" y="17"/>
                  </a:lnTo>
                  <a:lnTo>
                    <a:pt x="101" y="17"/>
                  </a:lnTo>
                  <a:lnTo>
                    <a:pt x="101" y="17"/>
                  </a:lnTo>
                  <a:lnTo>
                    <a:pt x="99" y="15"/>
                  </a:lnTo>
                  <a:lnTo>
                    <a:pt x="97" y="13"/>
                  </a:lnTo>
                  <a:lnTo>
                    <a:pt x="97" y="13"/>
                  </a:lnTo>
                  <a:lnTo>
                    <a:pt x="94" y="13"/>
                  </a:lnTo>
                  <a:lnTo>
                    <a:pt x="92" y="13"/>
                  </a:lnTo>
                  <a:lnTo>
                    <a:pt x="88" y="13"/>
                  </a:lnTo>
                  <a:lnTo>
                    <a:pt x="77" y="15"/>
                  </a:lnTo>
                  <a:lnTo>
                    <a:pt x="75" y="15"/>
                  </a:lnTo>
                  <a:lnTo>
                    <a:pt x="73" y="15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3" y="19"/>
                  </a:lnTo>
                  <a:lnTo>
                    <a:pt x="73" y="19"/>
                  </a:lnTo>
                  <a:lnTo>
                    <a:pt x="73" y="19"/>
                  </a:lnTo>
                  <a:lnTo>
                    <a:pt x="73" y="19"/>
                  </a:lnTo>
                  <a:lnTo>
                    <a:pt x="73" y="19"/>
                  </a:lnTo>
                  <a:lnTo>
                    <a:pt x="73" y="19"/>
                  </a:lnTo>
                  <a:lnTo>
                    <a:pt x="75" y="20"/>
                  </a:lnTo>
                  <a:lnTo>
                    <a:pt x="77" y="20"/>
                  </a:lnTo>
                  <a:lnTo>
                    <a:pt x="77" y="20"/>
                  </a:lnTo>
                  <a:lnTo>
                    <a:pt x="77" y="22"/>
                  </a:lnTo>
                  <a:lnTo>
                    <a:pt x="77" y="22"/>
                  </a:lnTo>
                  <a:lnTo>
                    <a:pt x="77" y="22"/>
                  </a:lnTo>
                  <a:lnTo>
                    <a:pt x="77" y="24"/>
                  </a:lnTo>
                  <a:lnTo>
                    <a:pt x="69" y="32"/>
                  </a:lnTo>
                  <a:lnTo>
                    <a:pt x="67" y="34"/>
                  </a:lnTo>
                  <a:lnTo>
                    <a:pt x="65" y="36"/>
                  </a:lnTo>
                  <a:lnTo>
                    <a:pt x="65" y="38"/>
                  </a:lnTo>
                  <a:lnTo>
                    <a:pt x="65" y="38"/>
                  </a:lnTo>
                  <a:lnTo>
                    <a:pt x="61" y="43"/>
                  </a:lnTo>
                  <a:lnTo>
                    <a:pt x="59" y="47"/>
                  </a:lnTo>
                  <a:lnTo>
                    <a:pt x="59" y="49"/>
                  </a:lnTo>
                  <a:lnTo>
                    <a:pt x="57" y="49"/>
                  </a:lnTo>
                  <a:lnTo>
                    <a:pt x="57" y="49"/>
                  </a:lnTo>
                  <a:lnTo>
                    <a:pt x="56" y="47"/>
                  </a:lnTo>
                  <a:lnTo>
                    <a:pt x="56" y="45"/>
                  </a:lnTo>
                  <a:lnTo>
                    <a:pt x="54" y="45"/>
                  </a:lnTo>
                  <a:lnTo>
                    <a:pt x="54" y="45"/>
                  </a:lnTo>
                  <a:lnTo>
                    <a:pt x="52" y="43"/>
                  </a:lnTo>
                  <a:lnTo>
                    <a:pt x="50" y="43"/>
                  </a:lnTo>
                  <a:lnTo>
                    <a:pt x="50" y="43"/>
                  </a:lnTo>
                  <a:lnTo>
                    <a:pt x="50" y="43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46" y="41"/>
                  </a:lnTo>
                  <a:lnTo>
                    <a:pt x="46" y="41"/>
                  </a:lnTo>
                  <a:lnTo>
                    <a:pt x="46" y="41"/>
                  </a:lnTo>
                  <a:lnTo>
                    <a:pt x="44" y="39"/>
                  </a:lnTo>
                  <a:lnTo>
                    <a:pt x="44" y="39"/>
                  </a:lnTo>
                  <a:lnTo>
                    <a:pt x="44" y="39"/>
                  </a:lnTo>
                  <a:lnTo>
                    <a:pt x="44" y="39"/>
                  </a:lnTo>
                  <a:lnTo>
                    <a:pt x="40" y="41"/>
                  </a:lnTo>
                  <a:lnTo>
                    <a:pt x="40" y="43"/>
                  </a:lnTo>
                  <a:lnTo>
                    <a:pt x="38" y="45"/>
                  </a:lnTo>
                  <a:lnTo>
                    <a:pt x="36" y="51"/>
                  </a:lnTo>
                  <a:lnTo>
                    <a:pt x="35" y="57"/>
                  </a:lnTo>
                  <a:lnTo>
                    <a:pt x="33" y="58"/>
                  </a:lnTo>
                  <a:lnTo>
                    <a:pt x="33" y="60"/>
                  </a:lnTo>
                  <a:lnTo>
                    <a:pt x="31" y="60"/>
                  </a:lnTo>
                  <a:lnTo>
                    <a:pt x="31" y="62"/>
                  </a:lnTo>
                  <a:lnTo>
                    <a:pt x="31" y="62"/>
                  </a:lnTo>
                  <a:lnTo>
                    <a:pt x="31" y="64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7" y="64"/>
                  </a:lnTo>
                  <a:lnTo>
                    <a:pt x="27" y="64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27" y="68"/>
                  </a:lnTo>
                  <a:lnTo>
                    <a:pt x="27" y="72"/>
                  </a:lnTo>
                  <a:lnTo>
                    <a:pt x="27" y="72"/>
                  </a:lnTo>
                  <a:lnTo>
                    <a:pt x="27" y="74"/>
                  </a:lnTo>
                  <a:lnTo>
                    <a:pt x="27" y="74"/>
                  </a:lnTo>
                  <a:lnTo>
                    <a:pt x="25" y="74"/>
                  </a:lnTo>
                  <a:lnTo>
                    <a:pt x="25" y="74"/>
                  </a:lnTo>
                  <a:lnTo>
                    <a:pt x="25" y="74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25" y="78"/>
                  </a:lnTo>
                  <a:lnTo>
                    <a:pt x="25" y="78"/>
                  </a:lnTo>
                  <a:lnTo>
                    <a:pt x="25" y="78"/>
                  </a:lnTo>
                  <a:lnTo>
                    <a:pt x="23" y="81"/>
                  </a:lnTo>
                  <a:lnTo>
                    <a:pt x="21" y="85"/>
                  </a:lnTo>
                  <a:lnTo>
                    <a:pt x="21" y="87"/>
                  </a:lnTo>
                  <a:lnTo>
                    <a:pt x="21" y="87"/>
                  </a:lnTo>
                  <a:lnTo>
                    <a:pt x="21" y="89"/>
                  </a:lnTo>
                  <a:lnTo>
                    <a:pt x="19" y="89"/>
                  </a:lnTo>
                  <a:lnTo>
                    <a:pt x="19" y="89"/>
                  </a:lnTo>
                  <a:lnTo>
                    <a:pt x="17" y="89"/>
                  </a:lnTo>
                  <a:lnTo>
                    <a:pt x="17" y="89"/>
                  </a:lnTo>
                  <a:lnTo>
                    <a:pt x="16" y="87"/>
                  </a:lnTo>
                  <a:lnTo>
                    <a:pt x="16" y="87"/>
                  </a:lnTo>
                  <a:lnTo>
                    <a:pt x="16" y="87"/>
                  </a:lnTo>
                  <a:lnTo>
                    <a:pt x="16" y="87"/>
                  </a:lnTo>
                  <a:lnTo>
                    <a:pt x="16" y="87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4" y="91"/>
                  </a:lnTo>
                  <a:lnTo>
                    <a:pt x="12" y="93"/>
                  </a:lnTo>
                  <a:lnTo>
                    <a:pt x="12" y="97"/>
                  </a:lnTo>
                  <a:lnTo>
                    <a:pt x="12" y="97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0" y="102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2" y="104"/>
                  </a:lnTo>
                  <a:lnTo>
                    <a:pt x="10" y="108"/>
                  </a:lnTo>
                  <a:lnTo>
                    <a:pt x="12" y="112"/>
                  </a:lnTo>
                  <a:lnTo>
                    <a:pt x="12" y="112"/>
                  </a:lnTo>
                  <a:lnTo>
                    <a:pt x="10" y="114"/>
                  </a:lnTo>
                  <a:lnTo>
                    <a:pt x="8" y="114"/>
                  </a:lnTo>
                  <a:lnTo>
                    <a:pt x="8" y="114"/>
                  </a:lnTo>
                  <a:lnTo>
                    <a:pt x="6" y="117"/>
                  </a:lnTo>
                  <a:lnTo>
                    <a:pt x="6" y="125"/>
                  </a:lnTo>
                  <a:lnTo>
                    <a:pt x="6" y="129"/>
                  </a:lnTo>
                  <a:lnTo>
                    <a:pt x="2" y="129"/>
                  </a:lnTo>
                  <a:lnTo>
                    <a:pt x="4" y="131"/>
                  </a:lnTo>
                  <a:lnTo>
                    <a:pt x="4" y="131"/>
                  </a:lnTo>
                  <a:lnTo>
                    <a:pt x="4" y="135"/>
                  </a:lnTo>
                  <a:lnTo>
                    <a:pt x="4" y="135"/>
                  </a:lnTo>
                  <a:lnTo>
                    <a:pt x="6" y="136"/>
                  </a:lnTo>
                  <a:lnTo>
                    <a:pt x="6" y="138"/>
                  </a:lnTo>
                  <a:lnTo>
                    <a:pt x="6" y="138"/>
                  </a:lnTo>
                  <a:lnTo>
                    <a:pt x="4" y="140"/>
                  </a:lnTo>
                  <a:lnTo>
                    <a:pt x="4" y="142"/>
                  </a:lnTo>
                  <a:lnTo>
                    <a:pt x="4" y="144"/>
                  </a:lnTo>
                  <a:lnTo>
                    <a:pt x="4" y="144"/>
                  </a:lnTo>
                  <a:lnTo>
                    <a:pt x="4" y="146"/>
                  </a:lnTo>
                  <a:lnTo>
                    <a:pt x="4" y="148"/>
                  </a:lnTo>
                  <a:lnTo>
                    <a:pt x="2" y="150"/>
                  </a:lnTo>
                  <a:lnTo>
                    <a:pt x="2" y="150"/>
                  </a:lnTo>
                  <a:lnTo>
                    <a:pt x="2" y="152"/>
                  </a:lnTo>
                  <a:lnTo>
                    <a:pt x="2" y="152"/>
                  </a:lnTo>
                  <a:lnTo>
                    <a:pt x="2" y="155"/>
                  </a:lnTo>
                  <a:lnTo>
                    <a:pt x="2" y="157"/>
                  </a:lnTo>
                  <a:lnTo>
                    <a:pt x="2" y="157"/>
                  </a:lnTo>
                  <a:lnTo>
                    <a:pt x="2" y="157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61"/>
                  </a:lnTo>
                  <a:lnTo>
                    <a:pt x="0" y="161"/>
                  </a:lnTo>
                  <a:lnTo>
                    <a:pt x="2" y="161"/>
                  </a:lnTo>
                  <a:lnTo>
                    <a:pt x="8" y="163"/>
                  </a:lnTo>
                  <a:lnTo>
                    <a:pt x="10" y="165"/>
                  </a:lnTo>
                  <a:lnTo>
                    <a:pt x="10" y="165"/>
                  </a:lnTo>
                  <a:lnTo>
                    <a:pt x="12" y="165"/>
                  </a:lnTo>
                  <a:lnTo>
                    <a:pt x="12" y="167"/>
                  </a:lnTo>
                  <a:lnTo>
                    <a:pt x="12" y="167"/>
                  </a:lnTo>
                  <a:lnTo>
                    <a:pt x="14" y="167"/>
                  </a:lnTo>
                  <a:lnTo>
                    <a:pt x="14" y="165"/>
                  </a:lnTo>
                  <a:lnTo>
                    <a:pt x="16" y="165"/>
                  </a:lnTo>
                  <a:lnTo>
                    <a:pt x="16" y="165"/>
                  </a:lnTo>
                  <a:lnTo>
                    <a:pt x="17" y="165"/>
                  </a:lnTo>
                  <a:lnTo>
                    <a:pt x="17" y="165"/>
                  </a:lnTo>
                  <a:lnTo>
                    <a:pt x="17" y="165"/>
                  </a:lnTo>
                  <a:lnTo>
                    <a:pt x="17" y="167"/>
                  </a:lnTo>
                  <a:lnTo>
                    <a:pt x="17" y="167"/>
                  </a:lnTo>
                  <a:lnTo>
                    <a:pt x="17" y="167"/>
                  </a:lnTo>
                  <a:lnTo>
                    <a:pt x="19" y="167"/>
                  </a:lnTo>
                  <a:lnTo>
                    <a:pt x="19" y="167"/>
                  </a:lnTo>
                  <a:lnTo>
                    <a:pt x="21" y="167"/>
                  </a:lnTo>
                  <a:lnTo>
                    <a:pt x="21" y="165"/>
                  </a:lnTo>
                  <a:lnTo>
                    <a:pt x="23" y="165"/>
                  </a:lnTo>
                  <a:lnTo>
                    <a:pt x="23" y="165"/>
                  </a:lnTo>
                  <a:lnTo>
                    <a:pt x="23" y="165"/>
                  </a:lnTo>
                  <a:lnTo>
                    <a:pt x="23" y="163"/>
                  </a:lnTo>
                  <a:lnTo>
                    <a:pt x="23" y="165"/>
                  </a:lnTo>
                  <a:lnTo>
                    <a:pt x="25" y="165"/>
                  </a:lnTo>
                  <a:lnTo>
                    <a:pt x="25" y="165"/>
                  </a:lnTo>
                  <a:lnTo>
                    <a:pt x="25" y="167"/>
                  </a:lnTo>
                  <a:lnTo>
                    <a:pt x="25" y="167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29" y="167"/>
                  </a:lnTo>
                  <a:lnTo>
                    <a:pt x="31" y="167"/>
                  </a:lnTo>
                  <a:lnTo>
                    <a:pt x="31" y="167"/>
                  </a:lnTo>
                  <a:lnTo>
                    <a:pt x="31" y="167"/>
                  </a:lnTo>
                  <a:lnTo>
                    <a:pt x="31" y="165"/>
                  </a:lnTo>
                  <a:lnTo>
                    <a:pt x="33" y="163"/>
                  </a:lnTo>
                  <a:lnTo>
                    <a:pt x="35" y="161"/>
                  </a:lnTo>
                  <a:lnTo>
                    <a:pt x="36" y="163"/>
                  </a:lnTo>
                  <a:lnTo>
                    <a:pt x="38" y="167"/>
                  </a:lnTo>
                  <a:lnTo>
                    <a:pt x="40" y="169"/>
                  </a:lnTo>
                  <a:lnTo>
                    <a:pt x="42" y="171"/>
                  </a:lnTo>
                  <a:lnTo>
                    <a:pt x="44" y="173"/>
                  </a:lnTo>
                  <a:lnTo>
                    <a:pt x="44" y="175"/>
                  </a:lnTo>
                  <a:lnTo>
                    <a:pt x="44" y="175"/>
                  </a:lnTo>
                  <a:lnTo>
                    <a:pt x="46" y="175"/>
                  </a:lnTo>
                  <a:lnTo>
                    <a:pt x="48" y="175"/>
                  </a:lnTo>
                  <a:lnTo>
                    <a:pt x="50" y="173"/>
                  </a:lnTo>
                  <a:lnTo>
                    <a:pt x="52" y="173"/>
                  </a:lnTo>
                  <a:lnTo>
                    <a:pt x="54" y="173"/>
                  </a:lnTo>
                  <a:lnTo>
                    <a:pt x="54" y="175"/>
                  </a:lnTo>
                  <a:lnTo>
                    <a:pt x="54" y="175"/>
                  </a:lnTo>
                  <a:lnTo>
                    <a:pt x="56" y="175"/>
                  </a:lnTo>
                  <a:lnTo>
                    <a:pt x="56" y="175"/>
                  </a:lnTo>
                  <a:lnTo>
                    <a:pt x="56" y="173"/>
                  </a:lnTo>
                  <a:lnTo>
                    <a:pt x="56" y="173"/>
                  </a:lnTo>
                  <a:lnTo>
                    <a:pt x="56" y="171"/>
                  </a:lnTo>
                  <a:lnTo>
                    <a:pt x="59" y="171"/>
                  </a:lnTo>
                  <a:lnTo>
                    <a:pt x="63" y="171"/>
                  </a:lnTo>
                  <a:lnTo>
                    <a:pt x="67" y="171"/>
                  </a:lnTo>
                  <a:lnTo>
                    <a:pt x="71" y="171"/>
                  </a:lnTo>
                  <a:lnTo>
                    <a:pt x="75" y="176"/>
                  </a:lnTo>
                  <a:lnTo>
                    <a:pt x="77" y="176"/>
                  </a:lnTo>
                  <a:lnTo>
                    <a:pt x="84" y="176"/>
                  </a:lnTo>
                  <a:lnTo>
                    <a:pt x="86" y="176"/>
                  </a:lnTo>
                  <a:lnTo>
                    <a:pt x="88" y="178"/>
                  </a:lnTo>
                  <a:lnTo>
                    <a:pt x="92" y="178"/>
                  </a:lnTo>
                  <a:lnTo>
                    <a:pt x="94" y="180"/>
                  </a:lnTo>
                  <a:lnTo>
                    <a:pt x="99" y="182"/>
                  </a:lnTo>
                  <a:lnTo>
                    <a:pt x="101" y="184"/>
                  </a:lnTo>
                  <a:lnTo>
                    <a:pt x="101" y="186"/>
                  </a:lnTo>
                  <a:lnTo>
                    <a:pt x="103" y="186"/>
                  </a:lnTo>
                  <a:lnTo>
                    <a:pt x="105" y="186"/>
                  </a:lnTo>
                  <a:lnTo>
                    <a:pt x="107" y="186"/>
                  </a:lnTo>
                  <a:lnTo>
                    <a:pt x="107" y="186"/>
                  </a:lnTo>
                  <a:lnTo>
                    <a:pt x="107" y="184"/>
                  </a:lnTo>
                  <a:lnTo>
                    <a:pt x="107" y="180"/>
                  </a:lnTo>
                  <a:lnTo>
                    <a:pt x="107" y="178"/>
                  </a:lnTo>
                  <a:lnTo>
                    <a:pt x="107" y="176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13" y="167"/>
                  </a:lnTo>
                  <a:lnTo>
                    <a:pt x="113" y="165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15" y="159"/>
                  </a:lnTo>
                  <a:lnTo>
                    <a:pt x="117" y="155"/>
                  </a:lnTo>
                  <a:lnTo>
                    <a:pt x="120" y="144"/>
                  </a:lnTo>
                  <a:lnTo>
                    <a:pt x="120" y="142"/>
                  </a:lnTo>
                  <a:lnTo>
                    <a:pt x="120" y="138"/>
                  </a:lnTo>
                  <a:lnTo>
                    <a:pt x="122" y="136"/>
                  </a:lnTo>
                  <a:lnTo>
                    <a:pt x="122" y="136"/>
                  </a:lnTo>
                  <a:lnTo>
                    <a:pt x="124" y="135"/>
                  </a:lnTo>
                  <a:lnTo>
                    <a:pt x="124" y="135"/>
                  </a:lnTo>
                  <a:lnTo>
                    <a:pt x="124" y="133"/>
                  </a:lnTo>
                  <a:lnTo>
                    <a:pt x="124" y="131"/>
                  </a:lnTo>
                  <a:lnTo>
                    <a:pt x="124" y="131"/>
                  </a:lnTo>
                  <a:lnTo>
                    <a:pt x="126" y="131"/>
                  </a:lnTo>
                  <a:lnTo>
                    <a:pt x="126" y="129"/>
                  </a:lnTo>
                  <a:lnTo>
                    <a:pt x="128" y="129"/>
                  </a:lnTo>
                  <a:lnTo>
                    <a:pt x="128" y="123"/>
                  </a:lnTo>
                  <a:lnTo>
                    <a:pt x="128" y="123"/>
                  </a:lnTo>
                  <a:lnTo>
                    <a:pt x="130" y="121"/>
                  </a:lnTo>
                  <a:lnTo>
                    <a:pt x="132" y="121"/>
                  </a:lnTo>
                  <a:lnTo>
                    <a:pt x="132" y="116"/>
                  </a:lnTo>
                  <a:lnTo>
                    <a:pt x="134" y="114"/>
                  </a:lnTo>
                  <a:lnTo>
                    <a:pt x="134" y="114"/>
                  </a:lnTo>
                  <a:lnTo>
                    <a:pt x="137" y="110"/>
                  </a:lnTo>
                  <a:lnTo>
                    <a:pt x="139" y="108"/>
                  </a:lnTo>
                  <a:lnTo>
                    <a:pt x="141" y="100"/>
                  </a:lnTo>
                  <a:lnTo>
                    <a:pt x="141" y="100"/>
                  </a:lnTo>
                  <a:lnTo>
                    <a:pt x="143" y="98"/>
                  </a:lnTo>
                  <a:lnTo>
                    <a:pt x="145" y="98"/>
                  </a:lnTo>
                  <a:lnTo>
                    <a:pt x="145" y="98"/>
                  </a:lnTo>
                  <a:lnTo>
                    <a:pt x="147" y="98"/>
                  </a:lnTo>
                  <a:lnTo>
                    <a:pt x="149" y="97"/>
                  </a:lnTo>
                  <a:lnTo>
                    <a:pt x="149" y="95"/>
                  </a:lnTo>
                  <a:lnTo>
                    <a:pt x="149" y="93"/>
                  </a:lnTo>
                  <a:lnTo>
                    <a:pt x="149" y="91"/>
                  </a:lnTo>
                  <a:lnTo>
                    <a:pt x="149" y="89"/>
                  </a:lnTo>
                  <a:lnTo>
                    <a:pt x="153" y="83"/>
                  </a:lnTo>
                  <a:lnTo>
                    <a:pt x="155" y="81"/>
                  </a:lnTo>
                  <a:lnTo>
                    <a:pt x="157" y="72"/>
                  </a:lnTo>
                  <a:lnTo>
                    <a:pt x="158" y="70"/>
                  </a:lnTo>
                  <a:lnTo>
                    <a:pt x="160" y="66"/>
                  </a:lnTo>
                  <a:lnTo>
                    <a:pt x="160" y="62"/>
                  </a:lnTo>
                  <a:lnTo>
                    <a:pt x="160" y="58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32" name="Freeform 35">
              <a:extLst>
                <a:ext uri="{FF2B5EF4-FFF2-40B4-BE49-F238E27FC236}">
                  <a16:creationId xmlns:a16="http://schemas.microsoft.com/office/drawing/2014/main" id="{DB019B7B-B81E-D7A2-9F47-E86054813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675" y="2892425"/>
              <a:ext cx="254000" cy="295275"/>
            </a:xfrm>
            <a:custGeom>
              <a:avLst/>
              <a:gdLst>
                <a:gd name="T0" fmla="*/ 145 w 160"/>
                <a:gd name="T1" fmla="*/ 49 h 186"/>
                <a:gd name="T2" fmla="*/ 151 w 160"/>
                <a:gd name="T3" fmla="*/ 24 h 186"/>
                <a:gd name="T4" fmla="*/ 145 w 160"/>
                <a:gd name="T5" fmla="*/ 11 h 186"/>
                <a:gd name="T6" fmla="*/ 147 w 160"/>
                <a:gd name="T7" fmla="*/ 0 h 186"/>
                <a:gd name="T8" fmla="*/ 134 w 160"/>
                <a:gd name="T9" fmla="*/ 11 h 186"/>
                <a:gd name="T10" fmla="*/ 115 w 160"/>
                <a:gd name="T11" fmla="*/ 19 h 186"/>
                <a:gd name="T12" fmla="*/ 111 w 160"/>
                <a:gd name="T13" fmla="*/ 17 h 186"/>
                <a:gd name="T14" fmla="*/ 101 w 160"/>
                <a:gd name="T15" fmla="*/ 17 h 186"/>
                <a:gd name="T16" fmla="*/ 92 w 160"/>
                <a:gd name="T17" fmla="*/ 13 h 186"/>
                <a:gd name="T18" fmla="*/ 73 w 160"/>
                <a:gd name="T19" fmla="*/ 17 h 186"/>
                <a:gd name="T20" fmla="*/ 73 w 160"/>
                <a:gd name="T21" fmla="*/ 19 h 186"/>
                <a:gd name="T22" fmla="*/ 77 w 160"/>
                <a:gd name="T23" fmla="*/ 22 h 186"/>
                <a:gd name="T24" fmla="*/ 65 w 160"/>
                <a:gd name="T25" fmla="*/ 38 h 186"/>
                <a:gd name="T26" fmla="*/ 56 w 160"/>
                <a:gd name="T27" fmla="*/ 47 h 186"/>
                <a:gd name="T28" fmla="*/ 50 w 160"/>
                <a:gd name="T29" fmla="*/ 43 h 186"/>
                <a:gd name="T30" fmla="*/ 46 w 160"/>
                <a:gd name="T31" fmla="*/ 41 h 186"/>
                <a:gd name="T32" fmla="*/ 44 w 160"/>
                <a:gd name="T33" fmla="*/ 39 h 186"/>
                <a:gd name="T34" fmla="*/ 33 w 160"/>
                <a:gd name="T35" fmla="*/ 58 h 186"/>
                <a:gd name="T36" fmla="*/ 29 w 160"/>
                <a:gd name="T37" fmla="*/ 64 h 186"/>
                <a:gd name="T38" fmla="*/ 27 w 160"/>
                <a:gd name="T39" fmla="*/ 68 h 186"/>
                <a:gd name="T40" fmla="*/ 25 w 160"/>
                <a:gd name="T41" fmla="*/ 74 h 186"/>
                <a:gd name="T42" fmla="*/ 25 w 160"/>
                <a:gd name="T43" fmla="*/ 78 h 186"/>
                <a:gd name="T44" fmla="*/ 21 w 160"/>
                <a:gd name="T45" fmla="*/ 89 h 186"/>
                <a:gd name="T46" fmla="*/ 16 w 160"/>
                <a:gd name="T47" fmla="*/ 87 h 186"/>
                <a:gd name="T48" fmla="*/ 14 w 160"/>
                <a:gd name="T49" fmla="*/ 89 h 186"/>
                <a:gd name="T50" fmla="*/ 10 w 160"/>
                <a:gd name="T51" fmla="*/ 98 h 186"/>
                <a:gd name="T52" fmla="*/ 12 w 160"/>
                <a:gd name="T53" fmla="*/ 104 h 186"/>
                <a:gd name="T54" fmla="*/ 8 w 160"/>
                <a:gd name="T55" fmla="*/ 114 h 186"/>
                <a:gd name="T56" fmla="*/ 4 w 160"/>
                <a:gd name="T57" fmla="*/ 131 h 186"/>
                <a:gd name="T58" fmla="*/ 4 w 160"/>
                <a:gd name="T59" fmla="*/ 140 h 186"/>
                <a:gd name="T60" fmla="*/ 2 w 160"/>
                <a:gd name="T61" fmla="*/ 150 h 186"/>
                <a:gd name="T62" fmla="*/ 2 w 160"/>
                <a:gd name="T63" fmla="*/ 157 h 186"/>
                <a:gd name="T64" fmla="*/ 0 w 160"/>
                <a:gd name="T65" fmla="*/ 161 h 186"/>
                <a:gd name="T66" fmla="*/ 12 w 160"/>
                <a:gd name="T67" fmla="*/ 165 h 186"/>
                <a:gd name="T68" fmla="*/ 16 w 160"/>
                <a:gd name="T69" fmla="*/ 165 h 186"/>
                <a:gd name="T70" fmla="*/ 17 w 160"/>
                <a:gd name="T71" fmla="*/ 167 h 186"/>
                <a:gd name="T72" fmla="*/ 23 w 160"/>
                <a:gd name="T73" fmla="*/ 165 h 186"/>
                <a:gd name="T74" fmla="*/ 25 w 160"/>
                <a:gd name="T75" fmla="*/ 167 h 186"/>
                <a:gd name="T76" fmla="*/ 29 w 160"/>
                <a:gd name="T77" fmla="*/ 167 h 186"/>
                <a:gd name="T78" fmla="*/ 35 w 160"/>
                <a:gd name="T79" fmla="*/ 161 h 186"/>
                <a:gd name="T80" fmla="*/ 44 w 160"/>
                <a:gd name="T81" fmla="*/ 175 h 186"/>
                <a:gd name="T82" fmla="*/ 54 w 160"/>
                <a:gd name="T83" fmla="*/ 173 h 186"/>
                <a:gd name="T84" fmla="*/ 56 w 160"/>
                <a:gd name="T85" fmla="*/ 173 h 186"/>
                <a:gd name="T86" fmla="*/ 75 w 160"/>
                <a:gd name="T87" fmla="*/ 176 h 186"/>
                <a:gd name="T88" fmla="*/ 94 w 160"/>
                <a:gd name="T89" fmla="*/ 180 h 186"/>
                <a:gd name="T90" fmla="*/ 107 w 160"/>
                <a:gd name="T91" fmla="*/ 186 h 186"/>
                <a:gd name="T92" fmla="*/ 113 w 160"/>
                <a:gd name="T93" fmla="*/ 171 h 186"/>
                <a:gd name="T94" fmla="*/ 115 w 160"/>
                <a:gd name="T95" fmla="*/ 159 h 186"/>
                <a:gd name="T96" fmla="*/ 122 w 160"/>
                <a:gd name="T97" fmla="*/ 136 h 186"/>
                <a:gd name="T98" fmla="*/ 126 w 160"/>
                <a:gd name="T99" fmla="*/ 131 h 186"/>
                <a:gd name="T100" fmla="*/ 132 w 160"/>
                <a:gd name="T101" fmla="*/ 121 h 186"/>
                <a:gd name="T102" fmla="*/ 141 w 160"/>
                <a:gd name="T103" fmla="*/ 100 h 186"/>
                <a:gd name="T104" fmla="*/ 149 w 160"/>
                <a:gd name="T105" fmla="*/ 97 h 186"/>
                <a:gd name="T106" fmla="*/ 155 w 160"/>
                <a:gd name="T107" fmla="*/ 8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60" h="186">
                  <a:moveTo>
                    <a:pt x="160" y="58"/>
                  </a:moveTo>
                  <a:lnTo>
                    <a:pt x="158" y="55"/>
                  </a:lnTo>
                  <a:lnTo>
                    <a:pt x="155" y="55"/>
                  </a:lnTo>
                  <a:lnTo>
                    <a:pt x="151" y="53"/>
                  </a:lnTo>
                  <a:lnTo>
                    <a:pt x="147" y="53"/>
                  </a:lnTo>
                  <a:lnTo>
                    <a:pt x="145" y="49"/>
                  </a:lnTo>
                  <a:lnTo>
                    <a:pt x="145" y="45"/>
                  </a:lnTo>
                  <a:lnTo>
                    <a:pt x="151" y="30"/>
                  </a:lnTo>
                  <a:lnTo>
                    <a:pt x="153" y="26"/>
                  </a:lnTo>
                  <a:lnTo>
                    <a:pt x="155" y="24"/>
                  </a:lnTo>
                  <a:lnTo>
                    <a:pt x="155" y="24"/>
                  </a:lnTo>
                  <a:lnTo>
                    <a:pt x="151" y="24"/>
                  </a:lnTo>
                  <a:lnTo>
                    <a:pt x="149" y="22"/>
                  </a:lnTo>
                  <a:lnTo>
                    <a:pt x="145" y="20"/>
                  </a:lnTo>
                  <a:lnTo>
                    <a:pt x="145" y="19"/>
                  </a:lnTo>
                  <a:lnTo>
                    <a:pt x="143" y="17"/>
                  </a:lnTo>
                  <a:lnTo>
                    <a:pt x="143" y="17"/>
                  </a:lnTo>
                  <a:lnTo>
                    <a:pt x="145" y="11"/>
                  </a:lnTo>
                  <a:lnTo>
                    <a:pt x="147" y="9"/>
                  </a:lnTo>
                  <a:lnTo>
                    <a:pt x="147" y="7"/>
                  </a:lnTo>
                  <a:lnTo>
                    <a:pt x="147" y="3"/>
                  </a:lnTo>
                  <a:lnTo>
                    <a:pt x="147" y="1"/>
                  </a:lnTo>
                  <a:lnTo>
                    <a:pt x="147" y="1"/>
                  </a:lnTo>
                  <a:lnTo>
                    <a:pt x="147" y="0"/>
                  </a:lnTo>
                  <a:lnTo>
                    <a:pt x="147" y="0"/>
                  </a:lnTo>
                  <a:lnTo>
                    <a:pt x="147" y="0"/>
                  </a:lnTo>
                  <a:lnTo>
                    <a:pt x="139" y="5"/>
                  </a:lnTo>
                  <a:lnTo>
                    <a:pt x="137" y="7"/>
                  </a:lnTo>
                  <a:lnTo>
                    <a:pt x="134" y="9"/>
                  </a:lnTo>
                  <a:lnTo>
                    <a:pt x="134" y="11"/>
                  </a:lnTo>
                  <a:lnTo>
                    <a:pt x="132" y="13"/>
                  </a:lnTo>
                  <a:lnTo>
                    <a:pt x="130" y="15"/>
                  </a:lnTo>
                  <a:lnTo>
                    <a:pt x="128" y="17"/>
                  </a:lnTo>
                  <a:lnTo>
                    <a:pt x="124" y="17"/>
                  </a:lnTo>
                  <a:lnTo>
                    <a:pt x="118" y="19"/>
                  </a:lnTo>
                  <a:lnTo>
                    <a:pt x="115" y="19"/>
                  </a:lnTo>
                  <a:lnTo>
                    <a:pt x="113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7"/>
                  </a:lnTo>
                  <a:lnTo>
                    <a:pt x="109" y="17"/>
                  </a:lnTo>
                  <a:lnTo>
                    <a:pt x="109" y="17"/>
                  </a:lnTo>
                  <a:lnTo>
                    <a:pt x="105" y="17"/>
                  </a:lnTo>
                  <a:lnTo>
                    <a:pt x="105" y="17"/>
                  </a:lnTo>
                  <a:lnTo>
                    <a:pt x="103" y="17"/>
                  </a:lnTo>
                  <a:lnTo>
                    <a:pt x="101" y="17"/>
                  </a:lnTo>
                  <a:lnTo>
                    <a:pt x="101" y="17"/>
                  </a:lnTo>
                  <a:lnTo>
                    <a:pt x="99" y="15"/>
                  </a:lnTo>
                  <a:lnTo>
                    <a:pt x="97" y="13"/>
                  </a:lnTo>
                  <a:lnTo>
                    <a:pt x="97" y="13"/>
                  </a:lnTo>
                  <a:lnTo>
                    <a:pt x="94" y="13"/>
                  </a:lnTo>
                  <a:lnTo>
                    <a:pt x="92" y="13"/>
                  </a:lnTo>
                  <a:lnTo>
                    <a:pt x="88" y="13"/>
                  </a:lnTo>
                  <a:lnTo>
                    <a:pt x="77" y="15"/>
                  </a:lnTo>
                  <a:lnTo>
                    <a:pt x="75" y="15"/>
                  </a:lnTo>
                  <a:lnTo>
                    <a:pt x="73" y="15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3" y="19"/>
                  </a:lnTo>
                  <a:lnTo>
                    <a:pt x="73" y="19"/>
                  </a:lnTo>
                  <a:lnTo>
                    <a:pt x="73" y="19"/>
                  </a:lnTo>
                  <a:lnTo>
                    <a:pt x="73" y="19"/>
                  </a:lnTo>
                  <a:lnTo>
                    <a:pt x="73" y="19"/>
                  </a:lnTo>
                  <a:lnTo>
                    <a:pt x="73" y="19"/>
                  </a:lnTo>
                  <a:lnTo>
                    <a:pt x="75" y="20"/>
                  </a:lnTo>
                  <a:lnTo>
                    <a:pt x="77" y="20"/>
                  </a:lnTo>
                  <a:lnTo>
                    <a:pt x="77" y="20"/>
                  </a:lnTo>
                  <a:lnTo>
                    <a:pt x="77" y="22"/>
                  </a:lnTo>
                  <a:lnTo>
                    <a:pt x="77" y="22"/>
                  </a:lnTo>
                  <a:lnTo>
                    <a:pt x="77" y="22"/>
                  </a:lnTo>
                  <a:lnTo>
                    <a:pt x="77" y="24"/>
                  </a:lnTo>
                  <a:lnTo>
                    <a:pt x="69" y="32"/>
                  </a:lnTo>
                  <a:lnTo>
                    <a:pt x="67" y="34"/>
                  </a:lnTo>
                  <a:lnTo>
                    <a:pt x="65" y="36"/>
                  </a:lnTo>
                  <a:lnTo>
                    <a:pt x="65" y="38"/>
                  </a:lnTo>
                  <a:lnTo>
                    <a:pt x="65" y="38"/>
                  </a:lnTo>
                  <a:lnTo>
                    <a:pt x="61" y="43"/>
                  </a:lnTo>
                  <a:lnTo>
                    <a:pt x="59" y="47"/>
                  </a:lnTo>
                  <a:lnTo>
                    <a:pt x="59" y="49"/>
                  </a:lnTo>
                  <a:lnTo>
                    <a:pt x="57" y="49"/>
                  </a:lnTo>
                  <a:lnTo>
                    <a:pt x="57" y="49"/>
                  </a:lnTo>
                  <a:lnTo>
                    <a:pt x="56" y="47"/>
                  </a:lnTo>
                  <a:lnTo>
                    <a:pt x="56" y="45"/>
                  </a:lnTo>
                  <a:lnTo>
                    <a:pt x="54" y="45"/>
                  </a:lnTo>
                  <a:lnTo>
                    <a:pt x="54" y="45"/>
                  </a:lnTo>
                  <a:lnTo>
                    <a:pt x="52" y="43"/>
                  </a:lnTo>
                  <a:lnTo>
                    <a:pt x="50" y="43"/>
                  </a:lnTo>
                  <a:lnTo>
                    <a:pt x="50" y="43"/>
                  </a:lnTo>
                  <a:lnTo>
                    <a:pt x="50" y="43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46" y="41"/>
                  </a:lnTo>
                  <a:lnTo>
                    <a:pt x="46" y="41"/>
                  </a:lnTo>
                  <a:lnTo>
                    <a:pt x="46" y="41"/>
                  </a:lnTo>
                  <a:lnTo>
                    <a:pt x="44" y="39"/>
                  </a:lnTo>
                  <a:lnTo>
                    <a:pt x="44" y="39"/>
                  </a:lnTo>
                  <a:lnTo>
                    <a:pt x="44" y="39"/>
                  </a:lnTo>
                  <a:lnTo>
                    <a:pt x="44" y="39"/>
                  </a:lnTo>
                  <a:lnTo>
                    <a:pt x="40" y="41"/>
                  </a:lnTo>
                  <a:lnTo>
                    <a:pt x="40" y="43"/>
                  </a:lnTo>
                  <a:lnTo>
                    <a:pt x="38" y="45"/>
                  </a:lnTo>
                  <a:lnTo>
                    <a:pt x="36" y="51"/>
                  </a:lnTo>
                  <a:lnTo>
                    <a:pt x="35" y="57"/>
                  </a:lnTo>
                  <a:lnTo>
                    <a:pt x="33" y="58"/>
                  </a:lnTo>
                  <a:lnTo>
                    <a:pt x="33" y="60"/>
                  </a:lnTo>
                  <a:lnTo>
                    <a:pt x="31" y="60"/>
                  </a:lnTo>
                  <a:lnTo>
                    <a:pt x="31" y="62"/>
                  </a:lnTo>
                  <a:lnTo>
                    <a:pt x="31" y="62"/>
                  </a:lnTo>
                  <a:lnTo>
                    <a:pt x="31" y="64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7" y="64"/>
                  </a:lnTo>
                  <a:lnTo>
                    <a:pt x="27" y="64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27" y="68"/>
                  </a:lnTo>
                  <a:lnTo>
                    <a:pt x="27" y="72"/>
                  </a:lnTo>
                  <a:lnTo>
                    <a:pt x="27" y="72"/>
                  </a:lnTo>
                  <a:lnTo>
                    <a:pt x="27" y="74"/>
                  </a:lnTo>
                  <a:lnTo>
                    <a:pt x="27" y="74"/>
                  </a:lnTo>
                  <a:lnTo>
                    <a:pt x="25" y="74"/>
                  </a:lnTo>
                  <a:lnTo>
                    <a:pt x="25" y="74"/>
                  </a:lnTo>
                  <a:lnTo>
                    <a:pt x="25" y="74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25" y="78"/>
                  </a:lnTo>
                  <a:lnTo>
                    <a:pt x="25" y="78"/>
                  </a:lnTo>
                  <a:lnTo>
                    <a:pt x="25" y="78"/>
                  </a:lnTo>
                  <a:lnTo>
                    <a:pt x="23" y="81"/>
                  </a:lnTo>
                  <a:lnTo>
                    <a:pt x="21" y="85"/>
                  </a:lnTo>
                  <a:lnTo>
                    <a:pt x="21" y="87"/>
                  </a:lnTo>
                  <a:lnTo>
                    <a:pt x="21" y="87"/>
                  </a:lnTo>
                  <a:lnTo>
                    <a:pt x="21" y="89"/>
                  </a:lnTo>
                  <a:lnTo>
                    <a:pt x="19" y="89"/>
                  </a:lnTo>
                  <a:lnTo>
                    <a:pt x="19" y="89"/>
                  </a:lnTo>
                  <a:lnTo>
                    <a:pt x="17" y="89"/>
                  </a:lnTo>
                  <a:lnTo>
                    <a:pt x="17" y="89"/>
                  </a:lnTo>
                  <a:lnTo>
                    <a:pt x="16" y="87"/>
                  </a:lnTo>
                  <a:lnTo>
                    <a:pt x="16" y="87"/>
                  </a:lnTo>
                  <a:lnTo>
                    <a:pt x="16" y="87"/>
                  </a:lnTo>
                  <a:lnTo>
                    <a:pt x="16" y="87"/>
                  </a:lnTo>
                  <a:lnTo>
                    <a:pt x="16" y="87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4" y="91"/>
                  </a:lnTo>
                  <a:lnTo>
                    <a:pt x="12" y="93"/>
                  </a:lnTo>
                  <a:lnTo>
                    <a:pt x="12" y="97"/>
                  </a:lnTo>
                  <a:lnTo>
                    <a:pt x="12" y="97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0" y="102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2" y="104"/>
                  </a:lnTo>
                  <a:lnTo>
                    <a:pt x="10" y="108"/>
                  </a:lnTo>
                  <a:lnTo>
                    <a:pt x="12" y="112"/>
                  </a:lnTo>
                  <a:lnTo>
                    <a:pt x="12" y="112"/>
                  </a:lnTo>
                  <a:lnTo>
                    <a:pt x="10" y="114"/>
                  </a:lnTo>
                  <a:lnTo>
                    <a:pt x="8" y="114"/>
                  </a:lnTo>
                  <a:lnTo>
                    <a:pt x="8" y="114"/>
                  </a:lnTo>
                  <a:lnTo>
                    <a:pt x="6" y="117"/>
                  </a:lnTo>
                  <a:lnTo>
                    <a:pt x="6" y="125"/>
                  </a:lnTo>
                  <a:lnTo>
                    <a:pt x="6" y="129"/>
                  </a:lnTo>
                  <a:lnTo>
                    <a:pt x="2" y="129"/>
                  </a:lnTo>
                  <a:lnTo>
                    <a:pt x="4" y="131"/>
                  </a:lnTo>
                  <a:lnTo>
                    <a:pt x="4" y="131"/>
                  </a:lnTo>
                  <a:lnTo>
                    <a:pt x="4" y="135"/>
                  </a:lnTo>
                  <a:lnTo>
                    <a:pt x="4" y="135"/>
                  </a:lnTo>
                  <a:lnTo>
                    <a:pt x="6" y="136"/>
                  </a:lnTo>
                  <a:lnTo>
                    <a:pt x="6" y="138"/>
                  </a:lnTo>
                  <a:lnTo>
                    <a:pt x="6" y="138"/>
                  </a:lnTo>
                  <a:lnTo>
                    <a:pt x="4" y="140"/>
                  </a:lnTo>
                  <a:lnTo>
                    <a:pt x="4" y="142"/>
                  </a:lnTo>
                  <a:lnTo>
                    <a:pt x="4" y="144"/>
                  </a:lnTo>
                  <a:lnTo>
                    <a:pt x="4" y="144"/>
                  </a:lnTo>
                  <a:lnTo>
                    <a:pt x="4" y="146"/>
                  </a:lnTo>
                  <a:lnTo>
                    <a:pt x="4" y="148"/>
                  </a:lnTo>
                  <a:lnTo>
                    <a:pt x="2" y="150"/>
                  </a:lnTo>
                  <a:lnTo>
                    <a:pt x="2" y="150"/>
                  </a:lnTo>
                  <a:lnTo>
                    <a:pt x="2" y="152"/>
                  </a:lnTo>
                  <a:lnTo>
                    <a:pt x="2" y="152"/>
                  </a:lnTo>
                  <a:lnTo>
                    <a:pt x="2" y="155"/>
                  </a:lnTo>
                  <a:lnTo>
                    <a:pt x="2" y="157"/>
                  </a:lnTo>
                  <a:lnTo>
                    <a:pt x="2" y="157"/>
                  </a:lnTo>
                  <a:lnTo>
                    <a:pt x="2" y="157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61"/>
                  </a:lnTo>
                  <a:lnTo>
                    <a:pt x="0" y="161"/>
                  </a:lnTo>
                  <a:lnTo>
                    <a:pt x="2" y="161"/>
                  </a:lnTo>
                  <a:lnTo>
                    <a:pt x="8" y="163"/>
                  </a:lnTo>
                  <a:lnTo>
                    <a:pt x="10" y="165"/>
                  </a:lnTo>
                  <a:lnTo>
                    <a:pt x="10" y="165"/>
                  </a:lnTo>
                  <a:lnTo>
                    <a:pt x="12" y="165"/>
                  </a:lnTo>
                  <a:lnTo>
                    <a:pt x="12" y="167"/>
                  </a:lnTo>
                  <a:lnTo>
                    <a:pt x="12" y="167"/>
                  </a:lnTo>
                  <a:lnTo>
                    <a:pt x="14" y="167"/>
                  </a:lnTo>
                  <a:lnTo>
                    <a:pt x="14" y="165"/>
                  </a:lnTo>
                  <a:lnTo>
                    <a:pt x="16" y="165"/>
                  </a:lnTo>
                  <a:lnTo>
                    <a:pt x="16" y="165"/>
                  </a:lnTo>
                  <a:lnTo>
                    <a:pt x="17" y="165"/>
                  </a:lnTo>
                  <a:lnTo>
                    <a:pt x="17" y="165"/>
                  </a:lnTo>
                  <a:lnTo>
                    <a:pt x="17" y="165"/>
                  </a:lnTo>
                  <a:lnTo>
                    <a:pt x="17" y="167"/>
                  </a:lnTo>
                  <a:lnTo>
                    <a:pt x="17" y="167"/>
                  </a:lnTo>
                  <a:lnTo>
                    <a:pt x="17" y="167"/>
                  </a:lnTo>
                  <a:lnTo>
                    <a:pt x="19" y="167"/>
                  </a:lnTo>
                  <a:lnTo>
                    <a:pt x="19" y="167"/>
                  </a:lnTo>
                  <a:lnTo>
                    <a:pt x="21" y="167"/>
                  </a:lnTo>
                  <a:lnTo>
                    <a:pt x="21" y="165"/>
                  </a:lnTo>
                  <a:lnTo>
                    <a:pt x="23" y="165"/>
                  </a:lnTo>
                  <a:lnTo>
                    <a:pt x="23" y="165"/>
                  </a:lnTo>
                  <a:lnTo>
                    <a:pt x="23" y="165"/>
                  </a:lnTo>
                  <a:lnTo>
                    <a:pt x="23" y="163"/>
                  </a:lnTo>
                  <a:lnTo>
                    <a:pt x="23" y="165"/>
                  </a:lnTo>
                  <a:lnTo>
                    <a:pt x="25" y="165"/>
                  </a:lnTo>
                  <a:lnTo>
                    <a:pt x="25" y="165"/>
                  </a:lnTo>
                  <a:lnTo>
                    <a:pt x="25" y="167"/>
                  </a:lnTo>
                  <a:lnTo>
                    <a:pt x="25" y="167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29" y="167"/>
                  </a:lnTo>
                  <a:lnTo>
                    <a:pt x="31" y="167"/>
                  </a:lnTo>
                  <a:lnTo>
                    <a:pt x="31" y="167"/>
                  </a:lnTo>
                  <a:lnTo>
                    <a:pt x="31" y="167"/>
                  </a:lnTo>
                  <a:lnTo>
                    <a:pt x="31" y="165"/>
                  </a:lnTo>
                  <a:lnTo>
                    <a:pt x="33" y="163"/>
                  </a:lnTo>
                  <a:lnTo>
                    <a:pt x="35" y="161"/>
                  </a:lnTo>
                  <a:lnTo>
                    <a:pt x="36" y="163"/>
                  </a:lnTo>
                  <a:lnTo>
                    <a:pt x="38" y="167"/>
                  </a:lnTo>
                  <a:lnTo>
                    <a:pt x="40" y="169"/>
                  </a:lnTo>
                  <a:lnTo>
                    <a:pt x="42" y="171"/>
                  </a:lnTo>
                  <a:lnTo>
                    <a:pt x="44" y="173"/>
                  </a:lnTo>
                  <a:lnTo>
                    <a:pt x="44" y="175"/>
                  </a:lnTo>
                  <a:lnTo>
                    <a:pt x="44" y="175"/>
                  </a:lnTo>
                  <a:lnTo>
                    <a:pt x="46" y="175"/>
                  </a:lnTo>
                  <a:lnTo>
                    <a:pt x="48" y="175"/>
                  </a:lnTo>
                  <a:lnTo>
                    <a:pt x="50" y="173"/>
                  </a:lnTo>
                  <a:lnTo>
                    <a:pt x="52" y="173"/>
                  </a:lnTo>
                  <a:lnTo>
                    <a:pt x="54" y="173"/>
                  </a:lnTo>
                  <a:lnTo>
                    <a:pt x="54" y="175"/>
                  </a:lnTo>
                  <a:lnTo>
                    <a:pt x="54" y="175"/>
                  </a:lnTo>
                  <a:lnTo>
                    <a:pt x="56" y="175"/>
                  </a:lnTo>
                  <a:lnTo>
                    <a:pt x="56" y="175"/>
                  </a:lnTo>
                  <a:lnTo>
                    <a:pt x="56" y="173"/>
                  </a:lnTo>
                  <a:lnTo>
                    <a:pt x="56" y="173"/>
                  </a:lnTo>
                  <a:lnTo>
                    <a:pt x="56" y="171"/>
                  </a:lnTo>
                  <a:lnTo>
                    <a:pt x="59" y="171"/>
                  </a:lnTo>
                  <a:lnTo>
                    <a:pt x="63" y="171"/>
                  </a:lnTo>
                  <a:lnTo>
                    <a:pt x="67" y="171"/>
                  </a:lnTo>
                  <a:lnTo>
                    <a:pt x="71" y="171"/>
                  </a:lnTo>
                  <a:lnTo>
                    <a:pt x="75" y="176"/>
                  </a:lnTo>
                  <a:lnTo>
                    <a:pt x="77" y="176"/>
                  </a:lnTo>
                  <a:lnTo>
                    <a:pt x="84" y="176"/>
                  </a:lnTo>
                  <a:lnTo>
                    <a:pt x="86" y="176"/>
                  </a:lnTo>
                  <a:lnTo>
                    <a:pt x="88" y="178"/>
                  </a:lnTo>
                  <a:lnTo>
                    <a:pt x="92" y="178"/>
                  </a:lnTo>
                  <a:lnTo>
                    <a:pt x="94" y="180"/>
                  </a:lnTo>
                  <a:lnTo>
                    <a:pt x="99" y="182"/>
                  </a:lnTo>
                  <a:lnTo>
                    <a:pt x="101" y="184"/>
                  </a:lnTo>
                  <a:lnTo>
                    <a:pt x="101" y="186"/>
                  </a:lnTo>
                  <a:lnTo>
                    <a:pt x="103" y="186"/>
                  </a:lnTo>
                  <a:lnTo>
                    <a:pt x="105" y="186"/>
                  </a:lnTo>
                  <a:lnTo>
                    <a:pt x="107" y="186"/>
                  </a:lnTo>
                  <a:lnTo>
                    <a:pt x="107" y="186"/>
                  </a:lnTo>
                  <a:lnTo>
                    <a:pt x="107" y="184"/>
                  </a:lnTo>
                  <a:lnTo>
                    <a:pt x="107" y="180"/>
                  </a:lnTo>
                  <a:lnTo>
                    <a:pt x="107" y="178"/>
                  </a:lnTo>
                  <a:lnTo>
                    <a:pt x="107" y="176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13" y="167"/>
                  </a:lnTo>
                  <a:lnTo>
                    <a:pt x="113" y="165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15" y="159"/>
                  </a:lnTo>
                  <a:lnTo>
                    <a:pt x="117" y="155"/>
                  </a:lnTo>
                  <a:lnTo>
                    <a:pt x="120" y="144"/>
                  </a:lnTo>
                  <a:lnTo>
                    <a:pt x="120" y="142"/>
                  </a:lnTo>
                  <a:lnTo>
                    <a:pt x="120" y="138"/>
                  </a:lnTo>
                  <a:lnTo>
                    <a:pt x="122" y="136"/>
                  </a:lnTo>
                  <a:lnTo>
                    <a:pt x="122" y="136"/>
                  </a:lnTo>
                  <a:lnTo>
                    <a:pt x="124" y="135"/>
                  </a:lnTo>
                  <a:lnTo>
                    <a:pt x="124" y="135"/>
                  </a:lnTo>
                  <a:lnTo>
                    <a:pt x="124" y="133"/>
                  </a:lnTo>
                  <a:lnTo>
                    <a:pt x="124" y="131"/>
                  </a:lnTo>
                  <a:lnTo>
                    <a:pt x="124" y="131"/>
                  </a:lnTo>
                  <a:lnTo>
                    <a:pt x="126" y="131"/>
                  </a:lnTo>
                  <a:lnTo>
                    <a:pt x="126" y="129"/>
                  </a:lnTo>
                  <a:lnTo>
                    <a:pt x="128" y="129"/>
                  </a:lnTo>
                  <a:lnTo>
                    <a:pt x="128" y="123"/>
                  </a:lnTo>
                  <a:lnTo>
                    <a:pt x="128" y="123"/>
                  </a:lnTo>
                  <a:lnTo>
                    <a:pt x="130" y="121"/>
                  </a:lnTo>
                  <a:lnTo>
                    <a:pt x="132" y="121"/>
                  </a:lnTo>
                  <a:lnTo>
                    <a:pt x="132" y="116"/>
                  </a:lnTo>
                  <a:lnTo>
                    <a:pt x="134" y="114"/>
                  </a:lnTo>
                  <a:lnTo>
                    <a:pt x="134" y="114"/>
                  </a:lnTo>
                  <a:lnTo>
                    <a:pt x="137" y="110"/>
                  </a:lnTo>
                  <a:lnTo>
                    <a:pt x="139" y="108"/>
                  </a:lnTo>
                  <a:lnTo>
                    <a:pt x="141" y="100"/>
                  </a:lnTo>
                  <a:lnTo>
                    <a:pt x="141" y="100"/>
                  </a:lnTo>
                  <a:lnTo>
                    <a:pt x="143" y="98"/>
                  </a:lnTo>
                  <a:lnTo>
                    <a:pt x="145" y="98"/>
                  </a:lnTo>
                  <a:lnTo>
                    <a:pt x="145" y="98"/>
                  </a:lnTo>
                  <a:lnTo>
                    <a:pt x="147" y="98"/>
                  </a:lnTo>
                  <a:lnTo>
                    <a:pt x="149" y="97"/>
                  </a:lnTo>
                  <a:lnTo>
                    <a:pt x="149" y="95"/>
                  </a:lnTo>
                  <a:lnTo>
                    <a:pt x="149" y="93"/>
                  </a:lnTo>
                  <a:lnTo>
                    <a:pt x="149" y="91"/>
                  </a:lnTo>
                  <a:lnTo>
                    <a:pt x="149" y="89"/>
                  </a:lnTo>
                  <a:lnTo>
                    <a:pt x="153" y="83"/>
                  </a:lnTo>
                  <a:lnTo>
                    <a:pt x="155" y="81"/>
                  </a:lnTo>
                  <a:lnTo>
                    <a:pt x="157" y="72"/>
                  </a:lnTo>
                  <a:lnTo>
                    <a:pt x="158" y="70"/>
                  </a:lnTo>
                  <a:lnTo>
                    <a:pt x="160" y="66"/>
                  </a:lnTo>
                  <a:lnTo>
                    <a:pt x="160" y="62"/>
                  </a:lnTo>
                  <a:lnTo>
                    <a:pt x="160" y="5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33" name="Freeform 36">
              <a:extLst>
                <a:ext uri="{FF2B5EF4-FFF2-40B4-BE49-F238E27FC236}">
                  <a16:creationId xmlns:a16="http://schemas.microsoft.com/office/drawing/2014/main" id="{F860F2E7-2CD5-BAA9-9CFC-63F0CB579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938" y="3476625"/>
              <a:ext cx="1211263" cy="990600"/>
            </a:xfrm>
            <a:custGeom>
              <a:avLst/>
              <a:gdLst>
                <a:gd name="T0" fmla="*/ 724 w 763"/>
                <a:gd name="T1" fmla="*/ 223 h 624"/>
                <a:gd name="T2" fmla="*/ 726 w 763"/>
                <a:gd name="T3" fmla="*/ 208 h 624"/>
                <a:gd name="T4" fmla="*/ 736 w 763"/>
                <a:gd name="T5" fmla="*/ 166 h 624"/>
                <a:gd name="T6" fmla="*/ 730 w 763"/>
                <a:gd name="T7" fmla="*/ 136 h 624"/>
                <a:gd name="T8" fmla="*/ 742 w 763"/>
                <a:gd name="T9" fmla="*/ 67 h 624"/>
                <a:gd name="T10" fmla="*/ 696 w 763"/>
                <a:gd name="T11" fmla="*/ 39 h 624"/>
                <a:gd name="T12" fmla="*/ 642 w 763"/>
                <a:gd name="T13" fmla="*/ 48 h 624"/>
                <a:gd name="T14" fmla="*/ 580 w 763"/>
                <a:gd name="T15" fmla="*/ 46 h 624"/>
                <a:gd name="T16" fmla="*/ 532 w 763"/>
                <a:gd name="T17" fmla="*/ 40 h 624"/>
                <a:gd name="T18" fmla="*/ 458 w 763"/>
                <a:gd name="T19" fmla="*/ 63 h 624"/>
                <a:gd name="T20" fmla="*/ 452 w 763"/>
                <a:gd name="T21" fmla="*/ 33 h 624"/>
                <a:gd name="T22" fmla="*/ 387 w 763"/>
                <a:gd name="T23" fmla="*/ 42 h 624"/>
                <a:gd name="T24" fmla="*/ 347 w 763"/>
                <a:gd name="T25" fmla="*/ 92 h 624"/>
                <a:gd name="T26" fmla="*/ 273 w 763"/>
                <a:gd name="T27" fmla="*/ 63 h 624"/>
                <a:gd name="T28" fmla="*/ 185 w 763"/>
                <a:gd name="T29" fmla="*/ 39 h 624"/>
                <a:gd name="T30" fmla="*/ 122 w 763"/>
                <a:gd name="T31" fmla="*/ 14 h 624"/>
                <a:gd name="T32" fmla="*/ 124 w 763"/>
                <a:gd name="T33" fmla="*/ 48 h 624"/>
                <a:gd name="T34" fmla="*/ 130 w 763"/>
                <a:gd name="T35" fmla="*/ 56 h 624"/>
                <a:gd name="T36" fmla="*/ 86 w 763"/>
                <a:gd name="T37" fmla="*/ 82 h 624"/>
                <a:gd name="T38" fmla="*/ 111 w 763"/>
                <a:gd name="T39" fmla="*/ 132 h 624"/>
                <a:gd name="T40" fmla="*/ 67 w 763"/>
                <a:gd name="T41" fmla="*/ 137 h 624"/>
                <a:gd name="T42" fmla="*/ 67 w 763"/>
                <a:gd name="T43" fmla="*/ 179 h 624"/>
                <a:gd name="T44" fmla="*/ 38 w 763"/>
                <a:gd name="T45" fmla="*/ 196 h 624"/>
                <a:gd name="T46" fmla="*/ 2 w 763"/>
                <a:gd name="T47" fmla="*/ 206 h 624"/>
                <a:gd name="T48" fmla="*/ 8 w 763"/>
                <a:gd name="T49" fmla="*/ 244 h 624"/>
                <a:gd name="T50" fmla="*/ 35 w 763"/>
                <a:gd name="T51" fmla="*/ 276 h 624"/>
                <a:gd name="T52" fmla="*/ 16 w 763"/>
                <a:gd name="T53" fmla="*/ 288 h 624"/>
                <a:gd name="T54" fmla="*/ 29 w 763"/>
                <a:gd name="T55" fmla="*/ 286 h 624"/>
                <a:gd name="T56" fmla="*/ 31 w 763"/>
                <a:gd name="T57" fmla="*/ 312 h 624"/>
                <a:gd name="T58" fmla="*/ 35 w 763"/>
                <a:gd name="T59" fmla="*/ 350 h 624"/>
                <a:gd name="T60" fmla="*/ 37 w 763"/>
                <a:gd name="T61" fmla="*/ 377 h 624"/>
                <a:gd name="T62" fmla="*/ 37 w 763"/>
                <a:gd name="T63" fmla="*/ 390 h 624"/>
                <a:gd name="T64" fmla="*/ 44 w 763"/>
                <a:gd name="T65" fmla="*/ 438 h 624"/>
                <a:gd name="T66" fmla="*/ 57 w 763"/>
                <a:gd name="T67" fmla="*/ 493 h 624"/>
                <a:gd name="T68" fmla="*/ 61 w 763"/>
                <a:gd name="T69" fmla="*/ 531 h 624"/>
                <a:gd name="T70" fmla="*/ 71 w 763"/>
                <a:gd name="T71" fmla="*/ 565 h 624"/>
                <a:gd name="T72" fmla="*/ 92 w 763"/>
                <a:gd name="T73" fmla="*/ 607 h 624"/>
                <a:gd name="T74" fmla="*/ 134 w 763"/>
                <a:gd name="T75" fmla="*/ 620 h 624"/>
                <a:gd name="T76" fmla="*/ 162 w 763"/>
                <a:gd name="T77" fmla="*/ 592 h 624"/>
                <a:gd name="T78" fmla="*/ 155 w 763"/>
                <a:gd name="T79" fmla="*/ 562 h 624"/>
                <a:gd name="T80" fmla="*/ 151 w 763"/>
                <a:gd name="T81" fmla="*/ 543 h 624"/>
                <a:gd name="T82" fmla="*/ 158 w 763"/>
                <a:gd name="T83" fmla="*/ 535 h 624"/>
                <a:gd name="T84" fmla="*/ 183 w 763"/>
                <a:gd name="T85" fmla="*/ 531 h 624"/>
                <a:gd name="T86" fmla="*/ 202 w 763"/>
                <a:gd name="T87" fmla="*/ 506 h 624"/>
                <a:gd name="T88" fmla="*/ 240 w 763"/>
                <a:gd name="T89" fmla="*/ 497 h 624"/>
                <a:gd name="T90" fmla="*/ 277 w 763"/>
                <a:gd name="T91" fmla="*/ 484 h 624"/>
                <a:gd name="T92" fmla="*/ 280 w 763"/>
                <a:gd name="T93" fmla="*/ 451 h 624"/>
                <a:gd name="T94" fmla="*/ 326 w 763"/>
                <a:gd name="T95" fmla="*/ 455 h 624"/>
                <a:gd name="T96" fmla="*/ 340 w 763"/>
                <a:gd name="T97" fmla="*/ 432 h 624"/>
                <a:gd name="T98" fmla="*/ 378 w 763"/>
                <a:gd name="T99" fmla="*/ 413 h 624"/>
                <a:gd name="T100" fmla="*/ 410 w 763"/>
                <a:gd name="T101" fmla="*/ 375 h 624"/>
                <a:gd name="T102" fmla="*/ 446 w 763"/>
                <a:gd name="T103" fmla="*/ 368 h 624"/>
                <a:gd name="T104" fmla="*/ 467 w 763"/>
                <a:gd name="T105" fmla="*/ 335 h 624"/>
                <a:gd name="T106" fmla="*/ 477 w 763"/>
                <a:gd name="T107" fmla="*/ 303 h 624"/>
                <a:gd name="T108" fmla="*/ 484 w 763"/>
                <a:gd name="T109" fmla="*/ 272 h 624"/>
                <a:gd name="T110" fmla="*/ 511 w 763"/>
                <a:gd name="T111" fmla="*/ 263 h 624"/>
                <a:gd name="T112" fmla="*/ 528 w 763"/>
                <a:gd name="T113" fmla="*/ 213 h 624"/>
                <a:gd name="T114" fmla="*/ 572 w 763"/>
                <a:gd name="T115" fmla="*/ 227 h 624"/>
                <a:gd name="T116" fmla="*/ 610 w 763"/>
                <a:gd name="T117" fmla="*/ 240 h 624"/>
                <a:gd name="T118" fmla="*/ 663 w 763"/>
                <a:gd name="T119" fmla="*/ 244 h 624"/>
                <a:gd name="T120" fmla="*/ 669 w 763"/>
                <a:gd name="T121" fmla="*/ 286 h 624"/>
                <a:gd name="T122" fmla="*/ 711 w 763"/>
                <a:gd name="T123" fmla="*/ 290 h 624"/>
                <a:gd name="T124" fmla="*/ 755 w 763"/>
                <a:gd name="T125" fmla="*/ 263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63" h="624">
                  <a:moveTo>
                    <a:pt x="761" y="252"/>
                  </a:moveTo>
                  <a:lnTo>
                    <a:pt x="761" y="250"/>
                  </a:lnTo>
                  <a:lnTo>
                    <a:pt x="757" y="248"/>
                  </a:lnTo>
                  <a:lnTo>
                    <a:pt x="757" y="246"/>
                  </a:lnTo>
                  <a:lnTo>
                    <a:pt x="755" y="244"/>
                  </a:lnTo>
                  <a:lnTo>
                    <a:pt x="755" y="244"/>
                  </a:lnTo>
                  <a:lnTo>
                    <a:pt x="755" y="244"/>
                  </a:lnTo>
                  <a:lnTo>
                    <a:pt x="753" y="244"/>
                  </a:lnTo>
                  <a:lnTo>
                    <a:pt x="751" y="242"/>
                  </a:lnTo>
                  <a:lnTo>
                    <a:pt x="749" y="242"/>
                  </a:lnTo>
                  <a:lnTo>
                    <a:pt x="745" y="240"/>
                  </a:lnTo>
                  <a:lnTo>
                    <a:pt x="743" y="240"/>
                  </a:lnTo>
                  <a:lnTo>
                    <a:pt x="743" y="238"/>
                  </a:lnTo>
                  <a:lnTo>
                    <a:pt x="742" y="238"/>
                  </a:lnTo>
                  <a:lnTo>
                    <a:pt x="742" y="233"/>
                  </a:lnTo>
                  <a:lnTo>
                    <a:pt x="740" y="231"/>
                  </a:lnTo>
                  <a:lnTo>
                    <a:pt x="740" y="231"/>
                  </a:lnTo>
                  <a:lnTo>
                    <a:pt x="740" y="231"/>
                  </a:lnTo>
                  <a:lnTo>
                    <a:pt x="738" y="229"/>
                  </a:lnTo>
                  <a:lnTo>
                    <a:pt x="734" y="229"/>
                  </a:lnTo>
                  <a:lnTo>
                    <a:pt x="734" y="229"/>
                  </a:lnTo>
                  <a:lnTo>
                    <a:pt x="732" y="227"/>
                  </a:lnTo>
                  <a:lnTo>
                    <a:pt x="730" y="227"/>
                  </a:lnTo>
                  <a:lnTo>
                    <a:pt x="730" y="225"/>
                  </a:lnTo>
                  <a:lnTo>
                    <a:pt x="730" y="221"/>
                  </a:lnTo>
                  <a:lnTo>
                    <a:pt x="728" y="219"/>
                  </a:lnTo>
                  <a:lnTo>
                    <a:pt x="728" y="219"/>
                  </a:lnTo>
                  <a:lnTo>
                    <a:pt x="728" y="219"/>
                  </a:lnTo>
                  <a:lnTo>
                    <a:pt x="726" y="219"/>
                  </a:lnTo>
                  <a:lnTo>
                    <a:pt x="726" y="219"/>
                  </a:lnTo>
                  <a:lnTo>
                    <a:pt x="724" y="219"/>
                  </a:lnTo>
                  <a:lnTo>
                    <a:pt x="724" y="219"/>
                  </a:lnTo>
                  <a:lnTo>
                    <a:pt x="724" y="221"/>
                  </a:lnTo>
                  <a:lnTo>
                    <a:pt x="724" y="221"/>
                  </a:lnTo>
                  <a:lnTo>
                    <a:pt x="724" y="221"/>
                  </a:lnTo>
                  <a:lnTo>
                    <a:pt x="724" y="221"/>
                  </a:lnTo>
                  <a:lnTo>
                    <a:pt x="724" y="223"/>
                  </a:lnTo>
                  <a:lnTo>
                    <a:pt x="724" y="223"/>
                  </a:lnTo>
                  <a:lnTo>
                    <a:pt x="724" y="223"/>
                  </a:lnTo>
                  <a:lnTo>
                    <a:pt x="724" y="223"/>
                  </a:lnTo>
                  <a:lnTo>
                    <a:pt x="723" y="223"/>
                  </a:lnTo>
                  <a:lnTo>
                    <a:pt x="723" y="223"/>
                  </a:lnTo>
                  <a:lnTo>
                    <a:pt x="721" y="223"/>
                  </a:lnTo>
                  <a:lnTo>
                    <a:pt x="719" y="223"/>
                  </a:lnTo>
                  <a:lnTo>
                    <a:pt x="717" y="223"/>
                  </a:lnTo>
                  <a:lnTo>
                    <a:pt x="717" y="221"/>
                  </a:lnTo>
                  <a:lnTo>
                    <a:pt x="717" y="221"/>
                  </a:lnTo>
                  <a:lnTo>
                    <a:pt x="717" y="221"/>
                  </a:lnTo>
                  <a:lnTo>
                    <a:pt x="717" y="219"/>
                  </a:lnTo>
                  <a:lnTo>
                    <a:pt x="719" y="219"/>
                  </a:lnTo>
                  <a:lnTo>
                    <a:pt x="721" y="219"/>
                  </a:lnTo>
                  <a:lnTo>
                    <a:pt x="723" y="217"/>
                  </a:lnTo>
                  <a:lnTo>
                    <a:pt x="723" y="217"/>
                  </a:lnTo>
                  <a:lnTo>
                    <a:pt x="723" y="217"/>
                  </a:lnTo>
                  <a:lnTo>
                    <a:pt x="723" y="215"/>
                  </a:lnTo>
                  <a:lnTo>
                    <a:pt x="723" y="215"/>
                  </a:lnTo>
                  <a:lnTo>
                    <a:pt x="724" y="215"/>
                  </a:lnTo>
                  <a:lnTo>
                    <a:pt x="724" y="213"/>
                  </a:lnTo>
                  <a:lnTo>
                    <a:pt x="723" y="213"/>
                  </a:lnTo>
                  <a:lnTo>
                    <a:pt x="723" y="213"/>
                  </a:lnTo>
                  <a:lnTo>
                    <a:pt x="721" y="212"/>
                  </a:lnTo>
                  <a:lnTo>
                    <a:pt x="719" y="212"/>
                  </a:lnTo>
                  <a:lnTo>
                    <a:pt x="719" y="212"/>
                  </a:lnTo>
                  <a:lnTo>
                    <a:pt x="719" y="212"/>
                  </a:lnTo>
                  <a:lnTo>
                    <a:pt x="719" y="212"/>
                  </a:lnTo>
                  <a:lnTo>
                    <a:pt x="719" y="210"/>
                  </a:lnTo>
                  <a:lnTo>
                    <a:pt x="719" y="210"/>
                  </a:lnTo>
                  <a:lnTo>
                    <a:pt x="721" y="208"/>
                  </a:lnTo>
                  <a:lnTo>
                    <a:pt x="721" y="206"/>
                  </a:lnTo>
                  <a:lnTo>
                    <a:pt x="721" y="206"/>
                  </a:lnTo>
                  <a:lnTo>
                    <a:pt x="723" y="206"/>
                  </a:lnTo>
                  <a:lnTo>
                    <a:pt x="724" y="208"/>
                  </a:lnTo>
                  <a:lnTo>
                    <a:pt x="726" y="208"/>
                  </a:lnTo>
                  <a:lnTo>
                    <a:pt x="726" y="208"/>
                  </a:lnTo>
                  <a:lnTo>
                    <a:pt x="728" y="208"/>
                  </a:lnTo>
                  <a:lnTo>
                    <a:pt x="728" y="208"/>
                  </a:lnTo>
                  <a:lnTo>
                    <a:pt x="728" y="208"/>
                  </a:lnTo>
                  <a:lnTo>
                    <a:pt x="728" y="206"/>
                  </a:lnTo>
                  <a:lnTo>
                    <a:pt x="728" y="200"/>
                  </a:lnTo>
                  <a:lnTo>
                    <a:pt x="730" y="198"/>
                  </a:lnTo>
                  <a:lnTo>
                    <a:pt x="730" y="198"/>
                  </a:lnTo>
                  <a:lnTo>
                    <a:pt x="730" y="196"/>
                  </a:lnTo>
                  <a:lnTo>
                    <a:pt x="730" y="196"/>
                  </a:lnTo>
                  <a:lnTo>
                    <a:pt x="730" y="193"/>
                  </a:lnTo>
                  <a:lnTo>
                    <a:pt x="728" y="187"/>
                  </a:lnTo>
                  <a:lnTo>
                    <a:pt x="726" y="187"/>
                  </a:lnTo>
                  <a:lnTo>
                    <a:pt x="726" y="187"/>
                  </a:lnTo>
                  <a:lnTo>
                    <a:pt x="726" y="187"/>
                  </a:lnTo>
                  <a:lnTo>
                    <a:pt x="719" y="187"/>
                  </a:lnTo>
                  <a:lnTo>
                    <a:pt x="717" y="185"/>
                  </a:lnTo>
                  <a:lnTo>
                    <a:pt x="717" y="185"/>
                  </a:lnTo>
                  <a:lnTo>
                    <a:pt x="717" y="185"/>
                  </a:lnTo>
                  <a:lnTo>
                    <a:pt x="719" y="181"/>
                  </a:lnTo>
                  <a:lnTo>
                    <a:pt x="719" y="179"/>
                  </a:lnTo>
                  <a:lnTo>
                    <a:pt x="719" y="179"/>
                  </a:lnTo>
                  <a:lnTo>
                    <a:pt x="719" y="177"/>
                  </a:lnTo>
                  <a:lnTo>
                    <a:pt x="719" y="175"/>
                  </a:lnTo>
                  <a:lnTo>
                    <a:pt x="719" y="175"/>
                  </a:lnTo>
                  <a:lnTo>
                    <a:pt x="721" y="175"/>
                  </a:lnTo>
                  <a:lnTo>
                    <a:pt x="726" y="175"/>
                  </a:lnTo>
                  <a:lnTo>
                    <a:pt x="726" y="174"/>
                  </a:lnTo>
                  <a:lnTo>
                    <a:pt x="728" y="174"/>
                  </a:lnTo>
                  <a:lnTo>
                    <a:pt x="730" y="174"/>
                  </a:lnTo>
                  <a:lnTo>
                    <a:pt x="732" y="172"/>
                  </a:lnTo>
                  <a:lnTo>
                    <a:pt x="732" y="170"/>
                  </a:lnTo>
                  <a:lnTo>
                    <a:pt x="734" y="170"/>
                  </a:lnTo>
                  <a:lnTo>
                    <a:pt x="736" y="170"/>
                  </a:lnTo>
                  <a:lnTo>
                    <a:pt x="736" y="168"/>
                  </a:lnTo>
                  <a:lnTo>
                    <a:pt x="736" y="168"/>
                  </a:lnTo>
                  <a:lnTo>
                    <a:pt x="736" y="166"/>
                  </a:lnTo>
                  <a:lnTo>
                    <a:pt x="736" y="166"/>
                  </a:lnTo>
                  <a:lnTo>
                    <a:pt x="736" y="164"/>
                  </a:lnTo>
                  <a:lnTo>
                    <a:pt x="736" y="162"/>
                  </a:lnTo>
                  <a:lnTo>
                    <a:pt x="736" y="160"/>
                  </a:lnTo>
                  <a:lnTo>
                    <a:pt x="736" y="155"/>
                  </a:lnTo>
                  <a:lnTo>
                    <a:pt x="736" y="155"/>
                  </a:lnTo>
                  <a:lnTo>
                    <a:pt x="736" y="153"/>
                  </a:lnTo>
                  <a:lnTo>
                    <a:pt x="738" y="151"/>
                  </a:lnTo>
                  <a:lnTo>
                    <a:pt x="738" y="151"/>
                  </a:lnTo>
                  <a:lnTo>
                    <a:pt x="738" y="149"/>
                  </a:lnTo>
                  <a:lnTo>
                    <a:pt x="736" y="149"/>
                  </a:lnTo>
                  <a:lnTo>
                    <a:pt x="736" y="149"/>
                  </a:lnTo>
                  <a:lnTo>
                    <a:pt x="736" y="147"/>
                  </a:lnTo>
                  <a:lnTo>
                    <a:pt x="736" y="143"/>
                  </a:lnTo>
                  <a:lnTo>
                    <a:pt x="736" y="143"/>
                  </a:lnTo>
                  <a:lnTo>
                    <a:pt x="736" y="141"/>
                  </a:lnTo>
                  <a:lnTo>
                    <a:pt x="736" y="141"/>
                  </a:lnTo>
                  <a:lnTo>
                    <a:pt x="736" y="141"/>
                  </a:lnTo>
                  <a:lnTo>
                    <a:pt x="736" y="141"/>
                  </a:lnTo>
                  <a:lnTo>
                    <a:pt x="734" y="141"/>
                  </a:lnTo>
                  <a:lnTo>
                    <a:pt x="732" y="139"/>
                  </a:lnTo>
                  <a:lnTo>
                    <a:pt x="732" y="139"/>
                  </a:lnTo>
                  <a:lnTo>
                    <a:pt x="732" y="139"/>
                  </a:lnTo>
                  <a:lnTo>
                    <a:pt x="730" y="139"/>
                  </a:lnTo>
                  <a:lnTo>
                    <a:pt x="730" y="141"/>
                  </a:lnTo>
                  <a:lnTo>
                    <a:pt x="728" y="143"/>
                  </a:lnTo>
                  <a:lnTo>
                    <a:pt x="726" y="143"/>
                  </a:lnTo>
                  <a:lnTo>
                    <a:pt x="726" y="143"/>
                  </a:lnTo>
                  <a:lnTo>
                    <a:pt x="726" y="143"/>
                  </a:lnTo>
                  <a:lnTo>
                    <a:pt x="724" y="143"/>
                  </a:lnTo>
                  <a:lnTo>
                    <a:pt x="724" y="141"/>
                  </a:lnTo>
                  <a:lnTo>
                    <a:pt x="724" y="141"/>
                  </a:lnTo>
                  <a:lnTo>
                    <a:pt x="724" y="141"/>
                  </a:lnTo>
                  <a:lnTo>
                    <a:pt x="724" y="139"/>
                  </a:lnTo>
                  <a:lnTo>
                    <a:pt x="724" y="137"/>
                  </a:lnTo>
                  <a:lnTo>
                    <a:pt x="726" y="137"/>
                  </a:lnTo>
                  <a:lnTo>
                    <a:pt x="726" y="137"/>
                  </a:lnTo>
                  <a:lnTo>
                    <a:pt x="730" y="136"/>
                  </a:lnTo>
                  <a:lnTo>
                    <a:pt x="730" y="134"/>
                  </a:lnTo>
                  <a:lnTo>
                    <a:pt x="732" y="134"/>
                  </a:lnTo>
                  <a:lnTo>
                    <a:pt x="732" y="132"/>
                  </a:lnTo>
                  <a:lnTo>
                    <a:pt x="730" y="124"/>
                  </a:lnTo>
                  <a:lnTo>
                    <a:pt x="730" y="115"/>
                  </a:lnTo>
                  <a:lnTo>
                    <a:pt x="730" y="113"/>
                  </a:lnTo>
                  <a:lnTo>
                    <a:pt x="730" y="111"/>
                  </a:lnTo>
                  <a:lnTo>
                    <a:pt x="730" y="111"/>
                  </a:lnTo>
                  <a:lnTo>
                    <a:pt x="730" y="109"/>
                  </a:lnTo>
                  <a:lnTo>
                    <a:pt x="728" y="109"/>
                  </a:lnTo>
                  <a:lnTo>
                    <a:pt x="728" y="109"/>
                  </a:lnTo>
                  <a:lnTo>
                    <a:pt x="728" y="109"/>
                  </a:lnTo>
                  <a:lnTo>
                    <a:pt x="726" y="109"/>
                  </a:lnTo>
                  <a:lnTo>
                    <a:pt x="724" y="109"/>
                  </a:lnTo>
                  <a:lnTo>
                    <a:pt x="724" y="109"/>
                  </a:lnTo>
                  <a:lnTo>
                    <a:pt x="724" y="109"/>
                  </a:lnTo>
                  <a:lnTo>
                    <a:pt x="723" y="109"/>
                  </a:lnTo>
                  <a:lnTo>
                    <a:pt x="723" y="109"/>
                  </a:lnTo>
                  <a:lnTo>
                    <a:pt x="723" y="107"/>
                  </a:lnTo>
                  <a:lnTo>
                    <a:pt x="721" y="107"/>
                  </a:lnTo>
                  <a:lnTo>
                    <a:pt x="721" y="107"/>
                  </a:lnTo>
                  <a:lnTo>
                    <a:pt x="719" y="105"/>
                  </a:lnTo>
                  <a:lnTo>
                    <a:pt x="719" y="101"/>
                  </a:lnTo>
                  <a:lnTo>
                    <a:pt x="719" y="101"/>
                  </a:lnTo>
                  <a:lnTo>
                    <a:pt x="719" y="99"/>
                  </a:lnTo>
                  <a:lnTo>
                    <a:pt x="721" y="96"/>
                  </a:lnTo>
                  <a:lnTo>
                    <a:pt x="721" y="90"/>
                  </a:lnTo>
                  <a:lnTo>
                    <a:pt x="721" y="88"/>
                  </a:lnTo>
                  <a:lnTo>
                    <a:pt x="723" y="88"/>
                  </a:lnTo>
                  <a:lnTo>
                    <a:pt x="723" y="86"/>
                  </a:lnTo>
                  <a:lnTo>
                    <a:pt x="724" y="86"/>
                  </a:lnTo>
                  <a:lnTo>
                    <a:pt x="730" y="82"/>
                  </a:lnTo>
                  <a:lnTo>
                    <a:pt x="736" y="78"/>
                  </a:lnTo>
                  <a:lnTo>
                    <a:pt x="738" y="77"/>
                  </a:lnTo>
                  <a:lnTo>
                    <a:pt x="740" y="75"/>
                  </a:lnTo>
                  <a:lnTo>
                    <a:pt x="742" y="73"/>
                  </a:lnTo>
                  <a:lnTo>
                    <a:pt x="742" y="67"/>
                  </a:lnTo>
                  <a:lnTo>
                    <a:pt x="740" y="67"/>
                  </a:lnTo>
                  <a:lnTo>
                    <a:pt x="738" y="69"/>
                  </a:lnTo>
                  <a:lnTo>
                    <a:pt x="738" y="69"/>
                  </a:lnTo>
                  <a:lnTo>
                    <a:pt x="738" y="69"/>
                  </a:lnTo>
                  <a:lnTo>
                    <a:pt x="736" y="69"/>
                  </a:lnTo>
                  <a:lnTo>
                    <a:pt x="736" y="69"/>
                  </a:lnTo>
                  <a:lnTo>
                    <a:pt x="724" y="63"/>
                  </a:lnTo>
                  <a:lnTo>
                    <a:pt x="724" y="63"/>
                  </a:lnTo>
                  <a:lnTo>
                    <a:pt x="723" y="61"/>
                  </a:lnTo>
                  <a:lnTo>
                    <a:pt x="723" y="61"/>
                  </a:lnTo>
                  <a:lnTo>
                    <a:pt x="721" y="63"/>
                  </a:lnTo>
                  <a:lnTo>
                    <a:pt x="719" y="63"/>
                  </a:lnTo>
                  <a:lnTo>
                    <a:pt x="717" y="63"/>
                  </a:lnTo>
                  <a:lnTo>
                    <a:pt x="717" y="63"/>
                  </a:lnTo>
                  <a:lnTo>
                    <a:pt x="717" y="63"/>
                  </a:lnTo>
                  <a:lnTo>
                    <a:pt x="715" y="63"/>
                  </a:lnTo>
                  <a:lnTo>
                    <a:pt x="715" y="61"/>
                  </a:lnTo>
                  <a:lnTo>
                    <a:pt x="715" y="61"/>
                  </a:lnTo>
                  <a:lnTo>
                    <a:pt x="717" y="59"/>
                  </a:lnTo>
                  <a:lnTo>
                    <a:pt x="717" y="59"/>
                  </a:lnTo>
                  <a:lnTo>
                    <a:pt x="717" y="59"/>
                  </a:lnTo>
                  <a:lnTo>
                    <a:pt x="717" y="58"/>
                  </a:lnTo>
                  <a:lnTo>
                    <a:pt x="717" y="58"/>
                  </a:lnTo>
                  <a:lnTo>
                    <a:pt x="717" y="56"/>
                  </a:lnTo>
                  <a:lnTo>
                    <a:pt x="717" y="54"/>
                  </a:lnTo>
                  <a:lnTo>
                    <a:pt x="715" y="54"/>
                  </a:lnTo>
                  <a:lnTo>
                    <a:pt x="709" y="50"/>
                  </a:lnTo>
                  <a:lnTo>
                    <a:pt x="709" y="48"/>
                  </a:lnTo>
                  <a:lnTo>
                    <a:pt x="709" y="48"/>
                  </a:lnTo>
                  <a:lnTo>
                    <a:pt x="709" y="46"/>
                  </a:lnTo>
                  <a:lnTo>
                    <a:pt x="709" y="46"/>
                  </a:lnTo>
                  <a:lnTo>
                    <a:pt x="707" y="46"/>
                  </a:lnTo>
                  <a:lnTo>
                    <a:pt x="707" y="44"/>
                  </a:lnTo>
                  <a:lnTo>
                    <a:pt x="703" y="44"/>
                  </a:lnTo>
                  <a:lnTo>
                    <a:pt x="702" y="42"/>
                  </a:lnTo>
                  <a:lnTo>
                    <a:pt x="698" y="40"/>
                  </a:lnTo>
                  <a:lnTo>
                    <a:pt x="696" y="39"/>
                  </a:lnTo>
                  <a:lnTo>
                    <a:pt x="696" y="40"/>
                  </a:lnTo>
                  <a:lnTo>
                    <a:pt x="696" y="40"/>
                  </a:lnTo>
                  <a:lnTo>
                    <a:pt x="694" y="40"/>
                  </a:lnTo>
                  <a:lnTo>
                    <a:pt x="688" y="42"/>
                  </a:lnTo>
                  <a:lnTo>
                    <a:pt x="686" y="44"/>
                  </a:lnTo>
                  <a:lnTo>
                    <a:pt x="686" y="46"/>
                  </a:lnTo>
                  <a:lnTo>
                    <a:pt x="679" y="48"/>
                  </a:lnTo>
                  <a:lnTo>
                    <a:pt x="679" y="48"/>
                  </a:lnTo>
                  <a:lnTo>
                    <a:pt x="677" y="48"/>
                  </a:lnTo>
                  <a:lnTo>
                    <a:pt x="677" y="48"/>
                  </a:lnTo>
                  <a:lnTo>
                    <a:pt x="677" y="48"/>
                  </a:lnTo>
                  <a:lnTo>
                    <a:pt x="677" y="46"/>
                  </a:lnTo>
                  <a:lnTo>
                    <a:pt x="677" y="46"/>
                  </a:lnTo>
                  <a:lnTo>
                    <a:pt x="675" y="46"/>
                  </a:lnTo>
                  <a:lnTo>
                    <a:pt x="673" y="48"/>
                  </a:lnTo>
                  <a:lnTo>
                    <a:pt x="673" y="48"/>
                  </a:lnTo>
                  <a:lnTo>
                    <a:pt x="671" y="48"/>
                  </a:lnTo>
                  <a:lnTo>
                    <a:pt x="671" y="48"/>
                  </a:lnTo>
                  <a:lnTo>
                    <a:pt x="669" y="50"/>
                  </a:lnTo>
                  <a:lnTo>
                    <a:pt x="667" y="50"/>
                  </a:lnTo>
                  <a:lnTo>
                    <a:pt x="665" y="50"/>
                  </a:lnTo>
                  <a:lnTo>
                    <a:pt x="665" y="50"/>
                  </a:lnTo>
                  <a:lnTo>
                    <a:pt x="663" y="50"/>
                  </a:lnTo>
                  <a:lnTo>
                    <a:pt x="663" y="48"/>
                  </a:lnTo>
                  <a:lnTo>
                    <a:pt x="663" y="46"/>
                  </a:lnTo>
                  <a:lnTo>
                    <a:pt x="662" y="46"/>
                  </a:lnTo>
                  <a:lnTo>
                    <a:pt x="662" y="44"/>
                  </a:lnTo>
                  <a:lnTo>
                    <a:pt x="660" y="44"/>
                  </a:lnTo>
                  <a:lnTo>
                    <a:pt x="658" y="44"/>
                  </a:lnTo>
                  <a:lnTo>
                    <a:pt x="656" y="44"/>
                  </a:lnTo>
                  <a:lnTo>
                    <a:pt x="652" y="44"/>
                  </a:lnTo>
                  <a:lnTo>
                    <a:pt x="648" y="44"/>
                  </a:lnTo>
                  <a:lnTo>
                    <a:pt x="648" y="44"/>
                  </a:lnTo>
                  <a:lnTo>
                    <a:pt x="646" y="44"/>
                  </a:lnTo>
                  <a:lnTo>
                    <a:pt x="644" y="46"/>
                  </a:lnTo>
                  <a:lnTo>
                    <a:pt x="642" y="48"/>
                  </a:lnTo>
                  <a:lnTo>
                    <a:pt x="642" y="48"/>
                  </a:lnTo>
                  <a:lnTo>
                    <a:pt x="641" y="48"/>
                  </a:lnTo>
                  <a:lnTo>
                    <a:pt x="639" y="48"/>
                  </a:lnTo>
                  <a:lnTo>
                    <a:pt x="639" y="48"/>
                  </a:lnTo>
                  <a:lnTo>
                    <a:pt x="637" y="48"/>
                  </a:lnTo>
                  <a:lnTo>
                    <a:pt x="637" y="46"/>
                  </a:lnTo>
                  <a:lnTo>
                    <a:pt x="637" y="44"/>
                  </a:lnTo>
                  <a:lnTo>
                    <a:pt x="637" y="44"/>
                  </a:lnTo>
                  <a:lnTo>
                    <a:pt x="637" y="44"/>
                  </a:lnTo>
                  <a:lnTo>
                    <a:pt x="637" y="42"/>
                  </a:lnTo>
                  <a:lnTo>
                    <a:pt x="635" y="40"/>
                  </a:lnTo>
                  <a:lnTo>
                    <a:pt x="633" y="39"/>
                  </a:lnTo>
                  <a:lnTo>
                    <a:pt x="631" y="37"/>
                  </a:lnTo>
                  <a:lnTo>
                    <a:pt x="629" y="35"/>
                  </a:lnTo>
                  <a:lnTo>
                    <a:pt x="625" y="35"/>
                  </a:lnTo>
                  <a:lnTo>
                    <a:pt x="625" y="35"/>
                  </a:lnTo>
                  <a:lnTo>
                    <a:pt x="623" y="35"/>
                  </a:lnTo>
                  <a:lnTo>
                    <a:pt x="622" y="35"/>
                  </a:lnTo>
                  <a:lnTo>
                    <a:pt x="622" y="33"/>
                  </a:lnTo>
                  <a:lnTo>
                    <a:pt x="618" y="35"/>
                  </a:lnTo>
                  <a:lnTo>
                    <a:pt x="616" y="33"/>
                  </a:lnTo>
                  <a:lnTo>
                    <a:pt x="614" y="33"/>
                  </a:lnTo>
                  <a:lnTo>
                    <a:pt x="610" y="31"/>
                  </a:lnTo>
                  <a:lnTo>
                    <a:pt x="608" y="31"/>
                  </a:lnTo>
                  <a:lnTo>
                    <a:pt x="608" y="33"/>
                  </a:lnTo>
                  <a:lnTo>
                    <a:pt x="608" y="33"/>
                  </a:lnTo>
                  <a:lnTo>
                    <a:pt x="608" y="33"/>
                  </a:lnTo>
                  <a:lnTo>
                    <a:pt x="608" y="35"/>
                  </a:lnTo>
                  <a:lnTo>
                    <a:pt x="608" y="37"/>
                  </a:lnTo>
                  <a:lnTo>
                    <a:pt x="606" y="37"/>
                  </a:lnTo>
                  <a:lnTo>
                    <a:pt x="604" y="39"/>
                  </a:lnTo>
                  <a:lnTo>
                    <a:pt x="602" y="39"/>
                  </a:lnTo>
                  <a:lnTo>
                    <a:pt x="597" y="40"/>
                  </a:lnTo>
                  <a:lnTo>
                    <a:pt x="595" y="42"/>
                  </a:lnTo>
                  <a:lnTo>
                    <a:pt x="585" y="42"/>
                  </a:lnTo>
                  <a:lnTo>
                    <a:pt x="582" y="44"/>
                  </a:lnTo>
                  <a:lnTo>
                    <a:pt x="580" y="44"/>
                  </a:lnTo>
                  <a:lnTo>
                    <a:pt x="580" y="46"/>
                  </a:lnTo>
                  <a:lnTo>
                    <a:pt x="580" y="46"/>
                  </a:lnTo>
                  <a:lnTo>
                    <a:pt x="580" y="48"/>
                  </a:lnTo>
                  <a:lnTo>
                    <a:pt x="580" y="48"/>
                  </a:lnTo>
                  <a:lnTo>
                    <a:pt x="580" y="50"/>
                  </a:lnTo>
                  <a:lnTo>
                    <a:pt x="580" y="50"/>
                  </a:lnTo>
                  <a:lnTo>
                    <a:pt x="580" y="52"/>
                  </a:lnTo>
                  <a:lnTo>
                    <a:pt x="578" y="52"/>
                  </a:lnTo>
                  <a:lnTo>
                    <a:pt x="574" y="52"/>
                  </a:lnTo>
                  <a:lnTo>
                    <a:pt x="572" y="52"/>
                  </a:lnTo>
                  <a:lnTo>
                    <a:pt x="568" y="54"/>
                  </a:lnTo>
                  <a:lnTo>
                    <a:pt x="562" y="54"/>
                  </a:lnTo>
                  <a:lnTo>
                    <a:pt x="561" y="56"/>
                  </a:lnTo>
                  <a:lnTo>
                    <a:pt x="559" y="56"/>
                  </a:lnTo>
                  <a:lnTo>
                    <a:pt x="553" y="56"/>
                  </a:lnTo>
                  <a:lnTo>
                    <a:pt x="545" y="54"/>
                  </a:lnTo>
                  <a:lnTo>
                    <a:pt x="545" y="52"/>
                  </a:lnTo>
                  <a:lnTo>
                    <a:pt x="543" y="52"/>
                  </a:lnTo>
                  <a:lnTo>
                    <a:pt x="543" y="50"/>
                  </a:lnTo>
                  <a:lnTo>
                    <a:pt x="541" y="50"/>
                  </a:lnTo>
                  <a:lnTo>
                    <a:pt x="540" y="50"/>
                  </a:lnTo>
                  <a:lnTo>
                    <a:pt x="540" y="50"/>
                  </a:lnTo>
                  <a:lnTo>
                    <a:pt x="538" y="50"/>
                  </a:lnTo>
                  <a:lnTo>
                    <a:pt x="538" y="52"/>
                  </a:lnTo>
                  <a:lnTo>
                    <a:pt x="536" y="52"/>
                  </a:lnTo>
                  <a:lnTo>
                    <a:pt x="536" y="52"/>
                  </a:lnTo>
                  <a:lnTo>
                    <a:pt x="534" y="52"/>
                  </a:lnTo>
                  <a:lnTo>
                    <a:pt x="534" y="52"/>
                  </a:lnTo>
                  <a:lnTo>
                    <a:pt x="534" y="52"/>
                  </a:lnTo>
                  <a:lnTo>
                    <a:pt x="534" y="52"/>
                  </a:lnTo>
                  <a:lnTo>
                    <a:pt x="534" y="52"/>
                  </a:lnTo>
                  <a:lnTo>
                    <a:pt x="534" y="52"/>
                  </a:lnTo>
                  <a:lnTo>
                    <a:pt x="534" y="50"/>
                  </a:lnTo>
                  <a:lnTo>
                    <a:pt x="534" y="48"/>
                  </a:lnTo>
                  <a:lnTo>
                    <a:pt x="534" y="46"/>
                  </a:lnTo>
                  <a:lnTo>
                    <a:pt x="532" y="44"/>
                  </a:lnTo>
                  <a:lnTo>
                    <a:pt x="532" y="42"/>
                  </a:lnTo>
                  <a:lnTo>
                    <a:pt x="532" y="40"/>
                  </a:lnTo>
                  <a:lnTo>
                    <a:pt x="530" y="40"/>
                  </a:lnTo>
                  <a:lnTo>
                    <a:pt x="530" y="40"/>
                  </a:lnTo>
                  <a:lnTo>
                    <a:pt x="528" y="40"/>
                  </a:lnTo>
                  <a:lnTo>
                    <a:pt x="528" y="40"/>
                  </a:lnTo>
                  <a:lnTo>
                    <a:pt x="526" y="40"/>
                  </a:lnTo>
                  <a:lnTo>
                    <a:pt x="526" y="40"/>
                  </a:lnTo>
                  <a:lnTo>
                    <a:pt x="524" y="40"/>
                  </a:lnTo>
                  <a:lnTo>
                    <a:pt x="522" y="44"/>
                  </a:lnTo>
                  <a:lnTo>
                    <a:pt x="519" y="46"/>
                  </a:lnTo>
                  <a:lnTo>
                    <a:pt x="513" y="46"/>
                  </a:lnTo>
                  <a:lnTo>
                    <a:pt x="513" y="48"/>
                  </a:lnTo>
                  <a:lnTo>
                    <a:pt x="511" y="48"/>
                  </a:lnTo>
                  <a:lnTo>
                    <a:pt x="509" y="50"/>
                  </a:lnTo>
                  <a:lnTo>
                    <a:pt x="507" y="54"/>
                  </a:lnTo>
                  <a:lnTo>
                    <a:pt x="505" y="54"/>
                  </a:lnTo>
                  <a:lnTo>
                    <a:pt x="501" y="56"/>
                  </a:lnTo>
                  <a:lnTo>
                    <a:pt x="498" y="59"/>
                  </a:lnTo>
                  <a:lnTo>
                    <a:pt x="486" y="63"/>
                  </a:lnTo>
                  <a:lnTo>
                    <a:pt x="484" y="63"/>
                  </a:lnTo>
                  <a:lnTo>
                    <a:pt x="482" y="63"/>
                  </a:lnTo>
                  <a:lnTo>
                    <a:pt x="481" y="61"/>
                  </a:lnTo>
                  <a:lnTo>
                    <a:pt x="477" y="59"/>
                  </a:lnTo>
                  <a:lnTo>
                    <a:pt x="475" y="59"/>
                  </a:lnTo>
                  <a:lnTo>
                    <a:pt x="475" y="59"/>
                  </a:lnTo>
                  <a:lnTo>
                    <a:pt x="473" y="61"/>
                  </a:lnTo>
                  <a:lnTo>
                    <a:pt x="471" y="63"/>
                  </a:lnTo>
                  <a:lnTo>
                    <a:pt x="467" y="65"/>
                  </a:lnTo>
                  <a:lnTo>
                    <a:pt x="467" y="65"/>
                  </a:lnTo>
                  <a:lnTo>
                    <a:pt x="465" y="65"/>
                  </a:lnTo>
                  <a:lnTo>
                    <a:pt x="465" y="63"/>
                  </a:lnTo>
                  <a:lnTo>
                    <a:pt x="465" y="63"/>
                  </a:lnTo>
                  <a:lnTo>
                    <a:pt x="463" y="63"/>
                  </a:lnTo>
                  <a:lnTo>
                    <a:pt x="461" y="63"/>
                  </a:lnTo>
                  <a:lnTo>
                    <a:pt x="461" y="63"/>
                  </a:lnTo>
                  <a:lnTo>
                    <a:pt x="460" y="63"/>
                  </a:lnTo>
                  <a:lnTo>
                    <a:pt x="460" y="63"/>
                  </a:lnTo>
                  <a:lnTo>
                    <a:pt x="458" y="63"/>
                  </a:lnTo>
                  <a:lnTo>
                    <a:pt x="456" y="63"/>
                  </a:lnTo>
                  <a:lnTo>
                    <a:pt x="456" y="63"/>
                  </a:lnTo>
                  <a:lnTo>
                    <a:pt x="454" y="63"/>
                  </a:lnTo>
                  <a:lnTo>
                    <a:pt x="454" y="63"/>
                  </a:lnTo>
                  <a:lnTo>
                    <a:pt x="454" y="63"/>
                  </a:lnTo>
                  <a:lnTo>
                    <a:pt x="452" y="61"/>
                  </a:lnTo>
                  <a:lnTo>
                    <a:pt x="452" y="61"/>
                  </a:lnTo>
                  <a:lnTo>
                    <a:pt x="450" y="61"/>
                  </a:lnTo>
                  <a:lnTo>
                    <a:pt x="450" y="61"/>
                  </a:lnTo>
                  <a:lnTo>
                    <a:pt x="450" y="61"/>
                  </a:lnTo>
                  <a:lnTo>
                    <a:pt x="448" y="61"/>
                  </a:lnTo>
                  <a:lnTo>
                    <a:pt x="448" y="63"/>
                  </a:lnTo>
                  <a:lnTo>
                    <a:pt x="448" y="63"/>
                  </a:lnTo>
                  <a:lnTo>
                    <a:pt x="446" y="63"/>
                  </a:lnTo>
                  <a:lnTo>
                    <a:pt x="446" y="63"/>
                  </a:lnTo>
                  <a:lnTo>
                    <a:pt x="446" y="61"/>
                  </a:lnTo>
                  <a:lnTo>
                    <a:pt x="446" y="59"/>
                  </a:lnTo>
                  <a:lnTo>
                    <a:pt x="444" y="56"/>
                  </a:lnTo>
                  <a:lnTo>
                    <a:pt x="442" y="54"/>
                  </a:lnTo>
                  <a:lnTo>
                    <a:pt x="442" y="52"/>
                  </a:lnTo>
                  <a:lnTo>
                    <a:pt x="442" y="52"/>
                  </a:lnTo>
                  <a:lnTo>
                    <a:pt x="442" y="50"/>
                  </a:lnTo>
                  <a:lnTo>
                    <a:pt x="442" y="50"/>
                  </a:lnTo>
                  <a:lnTo>
                    <a:pt x="442" y="48"/>
                  </a:lnTo>
                  <a:lnTo>
                    <a:pt x="442" y="48"/>
                  </a:lnTo>
                  <a:lnTo>
                    <a:pt x="444" y="48"/>
                  </a:lnTo>
                  <a:lnTo>
                    <a:pt x="454" y="48"/>
                  </a:lnTo>
                  <a:lnTo>
                    <a:pt x="454" y="48"/>
                  </a:lnTo>
                  <a:lnTo>
                    <a:pt x="456" y="48"/>
                  </a:lnTo>
                  <a:lnTo>
                    <a:pt x="456" y="48"/>
                  </a:lnTo>
                  <a:lnTo>
                    <a:pt x="456" y="46"/>
                  </a:lnTo>
                  <a:lnTo>
                    <a:pt x="454" y="46"/>
                  </a:lnTo>
                  <a:lnTo>
                    <a:pt x="454" y="44"/>
                  </a:lnTo>
                  <a:lnTo>
                    <a:pt x="454" y="42"/>
                  </a:lnTo>
                  <a:lnTo>
                    <a:pt x="454" y="42"/>
                  </a:lnTo>
                  <a:lnTo>
                    <a:pt x="454" y="40"/>
                  </a:lnTo>
                  <a:lnTo>
                    <a:pt x="452" y="33"/>
                  </a:lnTo>
                  <a:lnTo>
                    <a:pt x="452" y="33"/>
                  </a:lnTo>
                  <a:lnTo>
                    <a:pt x="452" y="31"/>
                  </a:lnTo>
                  <a:lnTo>
                    <a:pt x="450" y="31"/>
                  </a:lnTo>
                  <a:lnTo>
                    <a:pt x="448" y="29"/>
                  </a:lnTo>
                  <a:lnTo>
                    <a:pt x="448" y="29"/>
                  </a:lnTo>
                  <a:lnTo>
                    <a:pt x="448" y="29"/>
                  </a:lnTo>
                  <a:lnTo>
                    <a:pt x="448" y="29"/>
                  </a:lnTo>
                  <a:lnTo>
                    <a:pt x="448" y="29"/>
                  </a:lnTo>
                  <a:lnTo>
                    <a:pt x="448" y="27"/>
                  </a:lnTo>
                  <a:lnTo>
                    <a:pt x="446" y="27"/>
                  </a:lnTo>
                  <a:lnTo>
                    <a:pt x="446" y="27"/>
                  </a:lnTo>
                  <a:lnTo>
                    <a:pt x="444" y="25"/>
                  </a:lnTo>
                  <a:lnTo>
                    <a:pt x="433" y="25"/>
                  </a:lnTo>
                  <a:lnTo>
                    <a:pt x="431" y="25"/>
                  </a:lnTo>
                  <a:lnTo>
                    <a:pt x="431" y="27"/>
                  </a:lnTo>
                  <a:lnTo>
                    <a:pt x="429" y="29"/>
                  </a:lnTo>
                  <a:lnTo>
                    <a:pt x="429" y="29"/>
                  </a:lnTo>
                  <a:lnTo>
                    <a:pt x="425" y="29"/>
                  </a:lnTo>
                  <a:lnTo>
                    <a:pt x="425" y="29"/>
                  </a:lnTo>
                  <a:lnTo>
                    <a:pt x="423" y="31"/>
                  </a:lnTo>
                  <a:lnTo>
                    <a:pt x="423" y="33"/>
                  </a:lnTo>
                  <a:lnTo>
                    <a:pt x="423" y="33"/>
                  </a:lnTo>
                  <a:lnTo>
                    <a:pt x="421" y="33"/>
                  </a:lnTo>
                  <a:lnTo>
                    <a:pt x="421" y="33"/>
                  </a:lnTo>
                  <a:lnTo>
                    <a:pt x="421" y="33"/>
                  </a:lnTo>
                  <a:lnTo>
                    <a:pt x="420" y="33"/>
                  </a:lnTo>
                  <a:lnTo>
                    <a:pt x="420" y="31"/>
                  </a:lnTo>
                  <a:lnTo>
                    <a:pt x="420" y="31"/>
                  </a:lnTo>
                  <a:lnTo>
                    <a:pt x="420" y="31"/>
                  </a:lnTo>
                  <a:lnTo>
                    <a:pt x="418" y="31"/>
                  </a:lnTo>
                  <a:lnTo>
                    <a:pt x="418" y="31"/>
                  </a:lnTo>
                  <a:lnTo>
                    <a:pt x="412" y="31"/>
                  </a:lnTo>
                  <a:lnTo>
                    <a:pt x="408" y="31"/>
                  </a:lnTo>
                  <a:lnTo>
                    <a:pt x="404" y="33"/>
                  </a:lnTo>
                  <a:lnTo>
                    <a:pt x="395" y="40"/>
                  </a:lnTo>
                  <a:lnTo>
                    <a:pt x="393" y="42"/>
                  </a:lnTo>
                  <a:lnTo>
                    <a:pt x="387" y="42"/>
                  </a:lnTo>
                  <a:lnTo>
                    <a:pt x="385" y="42"/>
                  </a:lnTo>
                  <a:lnTo>
                    <a:pt x="383" y="44"/>
                  </a:lnTo>
                  <a:lnTo>
                    <a:pt x="381" y="48"/>
                  </a:lnTo>
                  <a:lnTo>
                    <a:pt x="381" y="50"/>
                  </a:lnTo>
                  <a:lnTo>
                    <a:pt x="381" y="50"/>
                  </a:lnTo>
                  <a:lnTo>
                    <a:pt x="381" y="52"/>
                  </a:lnTo>
                  <a:lnTo>
                    <a:pt x="381" y="52"/>
                  </a:lnTo>
                  <a:lnTo>
                    <a:pt x="381" y="52"/>
                  </a:lnTo>
                  <a:lnTo>
                    <a:pt x="381" y="54"/>
                  </a:lnTo>
                  <a:lnTo>
                    <a:pt x="381" y="54"/>
                  </a:lnTo>
                  <a:lnTo>
                    <a:pt x="381" y="54"/>
                  </a:lnTo>
                  <a:lnTo>
                    <a:pt x="381" y="56"/>
                  </a:lnTo>
                  <a:lnTo>
                    <a:pt x="380" y="56"/>
                  </a:lnTo>
                  <a:lnTo>
                    <a:pt x="380" y="58"/>
                  </a:lnTo>
                  <a:lnTo>
                    <a:pt x="378" y="61"/>
                  </a:lnTo>
                  <a:lnTo>
                    <a:pt x="376" y="61"/>
                  </a:lnTo>
                  <a:lnTo>
                    <a:pt x="376" y="63"/>
                  </a:lnTo>
                  <a:lnTo>
                    <a:pt x="372" y="65"/>
                  </a:lnTo>
                  <a:lnTo>
                    <a:pt x="370" y="67"/>
                  </a:lnTo>
                  <a:lnTo>
                    <a:pt x="368" y="67"/>
                  </a:lnTo>
                  <a:lnTo>
                    <a:pt x="368" y="69"/>
                  </a:lnTo>
                  <a:lnTo>
                    <a:pt x="368" y="69"/>
                  </a:lnTo>
                  <a:lnTo>
                    <a:pt x="368" y="71"/>
                  </a:lnTo>
                  <a:lnTo>
                    <a:pt x="370" y="73"/>
                  </a:lnTo>
                  <a:lnTo>
                    <a:pt x="370" y="77"/>
                  </a:lnTo>
                  <a:lnTo>
                    <a:pt x="370" y="78"/>
                  </a:lnTo>
                  <a:lnTo>
                    <a:pt x="368" y="80"/>
                  </a:lnTo>
                  <a:lnTo>
                    <a:pt x="368" y="82"/>
                  </a:lnTo>
                  <a:lnTo>
                    <a:pt x="366" y="82"/>
                  </a:lnTo>
                  <a:lnTo>
                    <a:pt x="360" y="82"/>
                  </a:lnTo>
                  <a:lnTo>
                    <a:pt x="359" y="82"/>
                  </a:lnTo>
                  <a:lnTo>
                    <a:pt x="355" y="84"/>
                  </a:lnTo>
                  <a:lnTo>
                    <a:pt x="355" y="86"/>
                  </a:lnTo>
                  <a:lnTo>
                    <a:pt x="353" y="88"/>
                  </a:lnTo>
                  <a:lnTo>
                    <a:pt x="351" y="90"/>
                  </a:lnTo>
                  <a:lnTo>
                    <a:pt x="349" y="92"/>
                  </a:lnTo>
                  <a:lnTo>
                    <a:pt x="347" y="92"/>
                  </a:lnTo>
                  <a:lnTo>
                    <a:pt x="345" y="94"/>
                  </a:lnTo>
                  <a:lnTo>
                    <a:pt x="340" y="94"/>
                  </a:lnTo>
                  <a:lnTo>
                    <a:pt x="336" y="96"/>
                  </a:lnTo>
                  <a:lnTo>
                    <a:pt x="326" y="94"/>
                  </a:lnTo>
                  <a:lnTo>
                    <a:pt x="324" y="94"/>
                  </a:lnTo>
                  <a:lnTo>
                    <a:pt x="322" y="92"/>
                  </a:lnTo>
                  <a:lnTo>
                    <a:pt x="320" y="86"/>
                  </a:lnTo>
                  <a:lnTo>
                    <a:pt x="319" y="86"/>
                  </a:lnTo>
                  <a:lnTo>
                    <a:pt x="319" y="86"/>
                  </a:lnTo>
                  <a:lnTo>
                    <a:pt x="319" y="86"/>
                  </a:lnTo>
                  <a:lnTo>
                    <a:pt x="319" y="86"/>
                  </a:lnTo>
                  <a:lnTo>
                    <a:pt x="319" y="86"/>
                  </a:lnTo>
                  <a:lnTo>
                    <a:pt x="320" y="84"/>
                  </a:lnTo>
                  <a:lnTo>
                    <a:pt x="320" y="84"/>
                  </a:lnTo>
                  <a:lnTo>
                    <a:pt x="320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2"/>
                  </a:lnTo>
                  <a:lnTo>
                    <a:pt x="322" y="78"/>
                  </a:lnTo>
                  <a:lnTo>
                    <a:pt x="322" y="75"/>
                  </a:lnTo>
                  <a:lnTo>
                    <a:pt x="320" y="69"/>
                  </a:lnTo>
                  <a:lnTo>
                    <a:pt x="319" y="67"/>
                  </a:lnTo>
                  <a:lnTo>
                    <a:pt x="317" y="65"/>
                  </a:lnTo>
                  <a:lnTo>
                    <a:pt x="317" y="65"/>
                  </a:lnTo>
                  <a:lnTo>
                    <a:pt x="315" y="65"/>
                  </a:lnTo>
                  <a:lnTo>
                    <a:pt x="315" y="65"/>
                  </a:lnTo>
                  <a:lnTo>
                    <a:pt x="313" y="65"/>
                  </a:lnTo>
                  <a:lnTo>
                    <a:pt x="309" y="65"/>
                  </a:lnTo>
                  <a:lnTo>
                    <a:pt x="305" y="63"/>
                  </a:lnTo>
                  <a:lnTo>
                    <a:pt x="303" y="63"/>
                  </a:lnTo>
                  <a:lnTo>
                    <a:pt x="301" y="63"/>
                  </a:lnTo>
                  <a:lnTo>
                    <a:pt x="298" y="63"/>
                  </a:lnTo>
                  <a:lnTo>
                    <a:pt x="292" y="65"/>
                  </a:lnTo>
                  <a:lnTo>
                    <a:pt x="282" y="65"/>
                  </a:lnTo>
                  <a:lnTo>
                    <a:pt x="279" y="65"/>
                  </a:lnTo>
                  <a:lnTo>
                    <a:pt x="275" y="63"/>
                  </a:lnTo>
                  <a:lnTo>
                    <a:pt x="273" y="63"/>
                  </a:lnTo>
                  <a:lnTo>
                    <a:pt x="273" y="65"/>
                  </a:lnTo>
                  <a:lnTo>
                    <a:pt x="269" y="65"/>
                  </a:lnTo>
                  <a:lnTo>
                    <a:pt x="267" y="65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2" y="65"/>
                  </a:lnTo>
                  <a:lnTo>
                    <a:pt x="252" y="65"/>
                  </a:lnTo>
                  <a:lnTo>
                    <a:pt x="250" y="65"/>
                  </a:lnTo>
                  <a:lnTo>
                    <a:pt x="250" y="63"/>
                  </a:lnTo>
                  <a:lnTo>
                    <a:pt x="246" y="65"/>
                  </a:lnTo>
                  <a:lnTo>
                    <a:pt x="237" y="63"/>
                  </a:lnTo>
                  <a:lnTo>
                    <a:pt x="231" y="59"/>
                  </a:lnTo>
                  <a:lnTo>
                    <a:pt x="231" y="59"/>
                  </a:lnTo>
                  <a:lnTo>
                    <a:pt x="229" y="59"/>
                  </a:lnTo>
                  <a:lnTo>
                    <a:pt x="229" y="58"/>
                  </a:lnTo>
                  <a:lnTo>
                    <a:pt x="227" y="58"/>
                  </a:lnTo>
                  <a:lnTo>
                    <a:pt x="227" y="54"/>
                  </a:lnTo>
                  <a:lnTo>
                    <a:pt x="223" y="50"/>
                  </a:lnTo>
                  <a:lnTo>
                    <a:pt x="221" y="48"/>
                  </a:lnTo>
                  <a:lnTo>
                    <a:pt x="221" y="46"/>
                  </a:lnTo>
                  <a:lnTo>
                    <a:pt x="218" y="46"/>
                  </a:lnTo>
                  <a:lnTo>
                    <a:pt x="218" y="46"/>
                  </a:lnTo>
                  <a:lnTo>
                    <a:pt x="214" y="44"/>
                  </a:lnTo>
                  <a:lnTo>
                    <a:pt x="212" y="44"/>
                  </a:lnTo>
                  <a:lnTo>
                    <a:pt x="210" y="44"/>
                  </a:lnTo>
                  <a:lnTo>
                    <a:pt x="210" y="42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4" y="40"/>
                  </a:lnTo>
                  <a:lnTo>
                    <a:pt x="204" y="40"/>
                  </a:lnTo>
                  <a:lnTo>
                    <a:pt x="195" y="42"/>
                  </a:lnTo>
                  <a:lnTo>
                    <a:pt x="193" y="42"/>
                  </a:lnTo>
                  <a:lnTo>
                    <a:pt x="191" y="42"/>
                  </a:lnTo>
                  <a:lnTo>
                    <a:pt x="189" y="40"/>
                  </a:lnTo>
                  <a:lnTo>
                    <a:pt x="187" y="40"/>
                  </a:lnTo>
                  <a:lnTo>
                    <a:pt x="187" y="39"/>
                  </a:lnTo>
                  <a:lnTo>
                    <a:pt x="185" y="39"/>
                  </a:lnTo>
                  <a:lnTo>
                    <a:pt x="181" y="37"/>
                  </a:lnTo>
                  <a:lnTo>
                    <a:pt x="179" y="37"/>
                  </a:lnTo>
                  <a:lnTo>
                    <a:pt x="176" y="33"/>
                  </a:lnTo>
                  <a:lnTo>
                    <a:pt x="174" y="33"/>
                  </a:lnTo>
                  <a:lnTo>
                    <a:pt x="174" y="31"/>
                  </a:lnTo>
                  <a:lnTo>
                    <a:pt x="172" y="31"/>
                  </a:lnTo>
                  <a:lnTo>
                    <a:pt x="172" y="29"/>
                  </a:lnTo>
                  <a:lnTo>
                    <a:pt x="172" y="27"/>
                  </a:lnTo>
                  <a:lnTo>
                    <a:pt x="172" y="25"/>
                  </a:lnTo>
                  <a:lnTo>
                    <a:pt x="170" y="23"/>
                  </a:lnTo>
                  <a:lnTo>
                    <a:pt x="170" y="23"/>
                  </a:lnTo>
                  <a:lnTo>
                    <a:pt x="170" y="21"/>
                  </a:lnTo>
                  <a:lnTo>
                    <a:pt x="170" y="12"/>
                  </a:lnTo>
                  <a:lnTo>
                    <a:pt x="170" y="12"/>
                  </a:lnTo>
                  <a:lnTo>
                    <a:pt x="170" y="8"/>
                  </a:lnTo>
                  <a:lnTo>
                    <a:pt x="164" y="2"/>
                  </a:lnTo>
                  <a:lnTo>
                    <a:pt x="162" y="0"/>
                  </a:lnTo>
                  <a:lnTo>
                    <a:pt x="160" y="0"/>
                  </a:lnTo>
                  <a:lnTo>
                    <a:pt x="157" y="4"/>
                  </a:lnTo>
                  <a:lnTo>
                    <a:pt x="157" y="4"/>
                  </a:lnTo>
                  <a:lnTo>
                    <a:pt x="155" y="6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51" y="6"/>
                  </a:lnTo>
                  <a:lnTo>
                    <a:pt x="151" y="6"/>
                  </a:lnTo>
                  <a:lnTo>
                    <a:pt x="151" y="8"/>
                  </a:lnTo>
                  <a:lnTo>
                    <a:pt x="151" y="8"/>
                  </a:lnTo>
                  <a:lnTo>
                    <a:pt x="151" y="8"/>
                  </a:lnTo>
                  <a:lnTo>
                    <a:pt x="149" y="10"/>
                  </a:lnTo>
                  <a:lnTo>
                    <a:pt x="147" y="10"/>
                  </a:lnTo>
                  <a:lnTo>
                    <a:pt x="145" y="10"/>
                  </a:lnTo>
                  <a:lnTo>
                    <a:pt x="143" y="10"/>
                  </a:lnTo>
                  <a:lnTo>
                    <a:pt x="141" y="10"/>
                  </a:lnTo>
                  <a:lnTo>
                    <a:pt x="139" y="8"/>
                  </a:lnTo>
                  <a:lnTo>
                    <a:pt x="138" y="8"/>
                  </a:lnTo>
                  <a:lnTo>
                    <a:pt x="130" y="8"/>
                  </a:lnTo>
                  <a:lnTo>
                    <a:pt x="122" y="14"/>
                  </a:lnTo>
                  <a:lnTo>
                    <a:pt x="122" y="14"/>
                  </a:lnTo>
                  <a:lnTo>
                    <a:pt x="120" y="16"/>
                  </a:lnTo>
                  <a:lnTo>
                    <a:pt x="117" y="16"/>
                  </a:lnTo>
                  <a:lnTo>
                    <a:pt x="117" y="16"/>
                  </a:lnTo>
                  <a:lnTo>
                    <a:pt x="113" y="18"/>
                  </a:lnTo>
                  <a:lnTo>
                    <a:pt x="109" y="20"/>
                  </a:lnTo>
                  <a:lnTo>
                    <a:pt x="109" y="20"/>
                  </a:lnTo>
                  <a:lnTo>
                    <a:pt x="107" y="20"/>
                  </a:lnTo>
                  <a:lnTo>
                    <a:pt x="107" y="21"/>
                  </a:lnTo>
                  <a:lnTo>
                    <a:pt x="105" y="23"/>
                  </a:lnTo>
                  <a:lnTo>
                    <a:pt x="107" y="23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07" y="29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9" y="33"/>
                  </a:lnTo>
                  <a:lnTo>
                    <a:pt x="109" y="33"/>
                  </a:lnTo>
                  <a:lnTo>
                    <a:pt x="111" y="35"/>
                  </a:lnTo>
                  <a:lnTo>
                    <a:pt x="109" y="39"/>
                  </a:lnTo>
                  <a:lnTo>
                    <a:pt x="107" y="39"/>
                  </a:lnTo>
                  <a:lnTo>
                    <a:pt x="105" y="40"/>
                  </a:lnTo>
                  <a:lnTo>
                    <a:pt x="103" y="40"/>
                  </a:lnTo>
                  <a:lnTo>
                    <a:pt x="101" y="40"/>
                  </a:lnTo>
                  <a:lnTo>
                    <a:pt x="101" y="42"/>
                  </a:lnTo>
                  <a:lnTo>
                    <a:pt x="103" y="42"/>
                  </a:lnTo>
                  <a:lnTo>
                    <a:pt x="103" y="44"/>
                  </a:lnTo>
                  <a:lnTo>
                    <a:pt x="105" y="48"/>
                  </a:lnTo>
                  <a:lnTo>
                    <a:pt x="107" y="48"/>
                  </a:lnTo>
                  <a:lnTo>
                    <a:pt x="107" y="52"/>
                  </a:lnTo>
                  <a:lnTo>
                    <a:pt x="107" y="52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11" y="50"/>
                  </a:lnTo>
                  <a:lnTo>
                    <a:pt x="118" y="50"/>
                  </a:lnTo>
                  <a:lnTo>
                    <a:pt x="120" y="48"/>
                  </a:lnTo>
                  <a:lnTo>
                    <a:pt x="124" y="48"/>
                  </a:lnTo>
                  <a:lnTo>
                    <a:pt x="126" y="46"/>
                  </a:lnTo>
                  <a:lnTo>
                    <a:pt x="128" y="46"/>
                  </a:lnTo>
                  <a:lnTo>
                    <a:pt x="136" y="48"/>
                  </a:lnTo>
                  <a:lnTo>
                    <a:pt x="136" y="48"/>
                  </a:lnTo>
                  <a:lnTo>
                    <a:pt x="136" y="46"/>
                  </a:lnTo>
                  <a:lnTo>
                    <a:pt x="138" y="46"/>
                  </a:lnTo>
                  <a:lnTo>
                    <a:pt x="138" y="46"/>
                  </a:lnTo>
                  <a:lnTo>
                    <a:pt x="138" y="46"/>
                  </a:lnTo>
                  <a:lnTo>
                    <a:pt x="138" y="46"/>
                  </a:lnTo>
                  <a:lnTo>
                    <a:pt x="139" y="46"/>
                  </a:lnTo>
                  <a:lnTo>
                    <a:pt x="139" y="46"/>
                  </a:lnTo>
                  <a:lnTo>
                    <a:pt x="141" y="46"/>
                  </a:lnTo>
                  <a:lnTo>
                    <a:pt x="141" y="48"/>
                  </a:lnTo>
                  <a:lnTo>
                    <a:pt x="141" y="48"/>
                  </a:lnTo>
                  <a:lnTo>
                    <a:pt x="143" y="48"/>
                  </a:lnTo>
                  <a:lnTo>
                    <a:pt x="147" y="48"/>
                  </a:lnTo>
                  <a:lnTo>
                    <a:pt x="147" y="48"/>
                  </a:lnTo>
                  <a:lnTo>
                    <a:pt x="147" y="46"/>
                  </a:lnTo>
                  <a:lnTo>
                    <a:pt x="149" y="46"/>
                  </a:lnTo>
                  <a:lnTo>
                    <a:pt x="151" y="46"/>
                  </a:lnTo>
                  <a:lnTo>
                    <a:pt x="151" y="46"/>
                  </a:lnTo>
                  <a:lnTo>
                    <a:pt x="151" y="46"/>
                  </a:lnTo>
                  <a:lnTo>
                    <a:pt x="151" y="46"/>
                  </a:lnTo>
                  <a:lnTo>
                    <a:pt x="151" y="46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3" y="50"/>
                  </a:lnTo>
                  <a:lnTo>
                    <a:pt x="153" y="50"/>
                  </a:lnTo>
                  <a:lnTo>
                    <a:pt x="153" y="50"/>
                  </a:lnTo>
                  <a:lnTo>
                    <a:pt x="153" y="52"/>
                  </a:lnTo>
                  <a:lnTo>
                    <a:pt x="151" y="52"/>
                  </a:lnTo>
                  <a:lnTo>
                    <a:pt x="149" y="54"/>
                  </a:lnTo>
                  <a:lnTo>
                    <a:pt x="147" y="54"/>
                  </a:lnTo>
                  <a:lnTo>
                    <a:pt x="136" y="58"/>
                  </a:lnTo>
                  <a:lnTo>
                    <a:pt x="134" y="58"/>
                  </a:lnTo>
                  <a:lnTo>
                    <a:pt x="134" y="58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8" y="56"/>
                  </a:lnTo>
                  <a:lnTo>
                    <a:pt x="128" y="58"/>
                  </a:lnTo>
                  <a:lnTo>
                    <a:pt x="126" y="59"/>
                  </a:lnTo>
                  <a:lnTo>
                    <a:pt x="124" y="61"/>
                  </a:lnTo>
                  <a:lnTo>
                    <a:pt x="122" y="61"/>
                  </a:lnTo>
                  <a:lnTo>
                    <a:pt x="120" y="63"/>
                  </a:lnTo>
                  <a:lnTo>
                    <a:pt x="120" y="65"/>
                  </a:lnTo>
                  <a:lnTo>
                    <a:pt x="118" y="71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09" y="75"/>
                  </a:lnTo>
                  <a:lnTo>
                    <a:pt x="107" y="75"/>
                  </a:lnTo>
                  <a:lnTo>
                    <a:pt x="107" y="75"/>
                  </a:lnTo>
                  <a:lnTo>
                    <a:pt x="107" y="75"/>
                  </a:lnTo>
                  <a:lnTo>
                    <a:pt x="105" y="77"/>
                  </a:lnTo>
                  <a:lnTo>
                    <a:pt x="105" y="80"/>
                  </a:lnTo>
                  <a:lnTo>
                    <a:pt x="103" y="82"/>
                  </a:lnTo>
                  <a:lnTo>
                    <a:pt x="103" y="82"/>
                  </a:lnTo>
                  <a:lnTo>
                    <a:pt x="101" y="82"/>
                  </a:lnTo>
                  <a:lnTo>
                    <a:pt x="99" y="84"/>
                  </a:lnTo>
                  <a:lnTo>
                    <a:pt x="99" y="84"/>
                  </a:lnTo>
                  <a:lnTo>
                    <a:pt x="99" y="84"/>
                  </a:lnTo>
                  <a:lnTo>
                    <a:pt x="98" y="86"/>
                  </a:lnTo>
                  <a:lnTo>
                    <a:pt x="98" y="86"/>
                  </a:lnTo>
                  <a:lnTo>
                    <a:pt x="98" y="86"/>
                  </a:lnTo>
                  <a:lnTo>
                    <a:pt x="96" y="86"/>
                  </a:lnTo>
                  <a:lnTo>
                    <a:pt x="96" y="86"/>
                  </a:lnTo>
                  <a:lnTo>
                    <a:pt x="94" y="86"/>
                  </a:lnTo>
                  <a:lnTo>
                    <a:pt x="94" y="84"/>
                  </a:lnTo>
                  <a:lnTo>
                    <a:pt x="94" y="86"/>
                  </a:lnTo>
                  <a:lnTo>
                    <a:pt x="92" y="86"/>
                  </a:lnTo>
                  <a:lnTo>
                    <a:pt x="92" y="86"/>
                  </a:lnTo>
                  <a:lnTo>
                    <a:pt x="92" y="86"/>
                  </a:lnTo>
                  <a:lnTo>
                    <a:pt x="86" y="82"/>
                  </a:lnTo>
                  <a:lnTo>
                    <a:pt x="84" y="82"/>
                  </a:lnTo>
                  <a:lnTo>
                    <a:pt x="84" y="82"/>
                  </a:lnTo>
                  <a:lnTo>
                    <a:pt x="84" y="82"/>
                  </a:lnTo>
                  <a:lnTo>
                    <a:pt x="84" y="84"/>
                  </a:lnTo>
                  <a:lnTo>
                    <a:pt x="84" y="84"/>
                  </a:lnTo>
                  <a:lnTo>
                    <a:pt x="84" y="84"/>
                  </a:lnTo>
                  <a:lnTo>
                    <a:pt x="88" y="88"/>
                  </a:lnTo>
                  <a:lnTo>
                    <a:pt x="92" y="90"/>
                  </a:lnTo>
                  <a:lnTo>
                    <a:pt x="94" y="90"/>
                  </a:lnTo>
                  <a:lnTo>
                    <a:pt x="94" y="90"/>
                  </a:lnTo>
                  <a:lnTo>
                    <a:pt x="96" y="90"/>
                  </a:lnTo>
                  <a:lnTo>
                    <a:pt x="96" y="90"/>
                  </a:lnTo>
                  <a:lnTo>
                    <a:pt x="98" y="90"/>
                  </a:lnTo>
                  <a:lnTo>
                    <a:pt x="98" y="90"/>
                  </a:lnTo>
                  <a:lnTo>
                    <a:pt x="99" y="92"/>
                  </a:lnTo>
                  <a:lnTo>
                    <a:pt x="99" y="92"/>
                  </a:lnTo>
                  <a:lnTo>
                    <a:pt x="99" y="94"/>
                  </a:lnTo>
                  <a:lnTo>
                    <a:pt x="101" y="96"/>
                  </a:lnTo>
                  <a:lnTo>
                    <a:pt x="103" y="96"/>
                  </a:lnTo>
                  <a:lnTo>
                    <a:pt x="105" y="96"/>
                  </a:lnTo>
                  <a:lnTo>
                    <a:pt x="107" y="97"/>
                  </a:lnTo>
                  <a:lnTo>
                    <a:pt x="107" y="99"/>
                  </a:lnTo>
                  <a:lnTo>
                    <a:pt x="109" y="101"/>
                  </a:lnTo>
                  <a:lnTo>
                    <a:pt x="111" y="103"/>
                  </a:lnTo>
                  <a:lnTo>
                    <a:pt x="113" y="103"/>
                  </a:lnTo>
                  <a:lnTo>
                    <a:pt x="113" y="105"/>
                  </a:lnTo>
                  <a:lnTo>
                    <a:pt x="113" y="105"/>
                  </a:lnTo>
                  <a:lnTo>
                    <a:pt x="115" y="109"/>
                  </a:lnTo>
                  <a:lnTo>
                    <a:pt x="115" y="111"/>
                  </a:lnTo>
                  <a:lnTo>
                    <a:pt x="117" y="113"/>
                  </a:lnTo>
                  <a:lnTo>
                    <a:pt x="117" y="120"/>
                  </a:lnTo>
                  <a:lnTo>
                    <a:pt x="117" y="122"/>
                  </a:lnTo>
                  <a:lnTo>
                    <a:pt x="117" y="124"/>
                  </a:lnTo>
                  <a:lnTo>
                    <a:pt x="117" y="126"/>
                  </a:lnTo>
                  <a:lnTo>
                    <a:pt x="115" y="126"/>
                  </a:lnTo>
                  <a:lnTo>
                    <a:pt x="115" y="128"/>
                  </a:lnTo>
                  <a:lnTo>
                    <a:pt x="111" y="132"/>
                  </a:lnTo>
                  <a:lnTo>
                    <a:pt x="107" y="134"/>
                  </a:lnTo>
                  <a:lnTo>
                    <a:pt x="107" y="136"/>
                  </a:lnTo>
                  <a:lnTo>
                    <a:pt x="107" y="137"/>
                  </a:lnTo>
                  <a:lnTo>
                    <a:pt x="107" y="137"/>
                  </a:lnTo>
                  <a:lnTo>
                    <a:pt x="107" y="139"/>
                  </a:lnTo>
                  <a:lnTo>
                    <a:pt x="107" y="139"/>
                  </a:lnTo>
                  <a:lnTo>
                    <a:pt x="105" y="141"/>
                  </a:lnTo>
                  <a:lnTo>
                    <a:pt x="105" y="141"/>
                  </a:lnTo>
                  <a:lnTo>
                    <a:pt x="103" y="143"/>
                  </a:lnTo>
                  <a:lnTo>
                    <a:pt x="101" y="143"/>
                  </a:lnTo>
                  <a:lnTo>
                    <a:pt x="98" y="145"/>
                  </a:lnTo>
                  <a:lnTo>
                    <a:pt x="98" y="145"/>
                  </a:lnTo>
                  <a:lnTo>
                    <a:pt x="92" y="145"/>
                  </a:lnTo>
                  <a:lnTo>
                    <a:pt x="92" y="145"/>
                  </a:lnTo>
                  <a:lnTo>
                    <a:pt x="90" y="145"/>
                  </a:lnTo>
                  <a:lnTo>
                    <a:pt x="90" y="145"/>
                  </a:lnTo>
                  <a:lnTo>
                    <a:pt x="88" y="141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82" y="137"/>
                  </a:lnTo>
                  <a:lnTo>
                    <a:pt x="78" y="136"/>
                  </a:lnTo>
                  <a:lnTo>
                    <a:pt x="78" y="136"/>
                  </a:lnTo>
                  <a:lnTo>
                    <a:pt x="78" y="136"/>
                  </a:lnTo>
                  <a:lnTo>
                    <a:pt x="77" y="134"/>
                  </a:lnTo>
                  <a:lnTo>
                    <a:pt x="77" y="134"/>
                  </a:lnTo>
                  <a:lnTo>
                    <a:pt x="75" y="132"/>
                  </a:lnTo>
                  <a:lnTo>
                    <a:pt x="75" y="130"/>
                  </a:lnTo>
                  <a:lnTo>
                    <a:pt x="75" y="130"/>
                  </a:lnTo>
                  <a:lnTo>
                    <a:pt x="75" y="130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71" y="134"/>
                  </a:lnTo>
                  <a:lnTo>
                    <a:pt x="71" y="136"/>
                  </a:lnTo>
                  <a:lnTo>
                    <a:pt x="67" y="136"/>
                  </a:lnTo>
                  <a:lnTo>
                    <a:pt x="67" y="136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9" y="137"/>
                  </a:lnTo>
                  <a:lnTo>
                    <a:pt x="69" y="137"/>
                  </a:lnTo>
                  <a:lnTo>
                    <a:pt x="69" y="137"/>
                  </a:lnTo>
                  <a:lnTo>
                    <a:pt x="71" y="139"/>
                  </a:lnTo>
                  <a:lnTo>
                    <a:pt x="71" y="139"/>
                  </a:lnTo>
                  <a:lnTo>
                    <a:pt x="71" y="141"/>
                  </a:lnTo>
                  <a:lnTo>
                    <a:pt x="71" y="141"/>
                  </a:lnTo>
                  <a:lnTo>
                    <a:pt x="71" y="143"/>
                  </a:lnTo>
                  <a:lnTo>
                    <a:pt x="71" y="143"/>
                  </a:lnTo>
                  <a:lnTo>
                    <a:pt x="73" y="143"/>
                  </a:lnTo>
                  <a:lnTo>
                    <a:pt x="73" y="143"/>
                  </a:lnTo>
                  <a:lnTo>
                    <a:pt x="73" y="143"/>
                  </a:lnTo>
                  <a:lnTo>
                    <a:pt x="75" y="143"/>
                  </a:lnTo>
                  <a:lnTo>
                    <a:pt x="75" y="143"/>
                  </a:lnTo>
                  <a:lnTo>
                    <a:pt x="75" y="145"/>
                  </a:lnTo>
                  <a:lnTo>
                    <a:pt x="75" y="147"/>
                  </a:lnTo>
                  <a:lnTo>
                    <a:pt x="75" y="149"/>
                  </a:lnTo>
                  <a:lnTo>
                    <a:pt x="73" y="153"/>
                  </a:lnTo>
                  <a:lnTo>
                    <a:pt x="69" y="160"/>
                  </a:lnTo>
                  <a:lnTo>
                    <a:pt x="67" y="162"/>
                  </a:lnTo>
                  <a:lnTo>
                    <a:pt x="65" y="164"/>
                  </a:lnTo>
                  <a:lnTo>
                    <a:pt x="67" y="164"/>
                  </a:lnTo>
                  <a:lnTo>
                    <a:pt x="67" y="166"/>
                  </a:lnTo>
                  <a:lnTo>
                    <a:pt x="67" y="166"/>
                  </a:lnTo>
                  <a:lnTo>
                    <a:pt x="67" y="166"/>
                  </a:lnTo>
                  <a:lnTo>
                    <a:pt x="67" y="166"/>
                  </a:lnTo>
                  <a:lnTo>
                    <a:pt x="69" y="168"/>
                  </a:lnTo>
                  <a:lnTo>
                    <a:pt x="69" y="168"/>
                  </a:lnTo>
                  <a:lnTo>
                    <a:pt x="69" y="170"/>
                  </a:lnTo>
                  <a:lnTo>
                    <a:pt x="69" y="174"/>
                  </a:lnTo>
                  <a:lnTo>
                    <a:pt x="69" y="175"/>
                  </a:lnTo>
                  <a:lnTo>
                    <a:pt x="69" y="177"/>
                  </a:lnTo>
                  <a:lnTo>
                    <a:pt x="67" y="177"/>
                  </a:lnTo>
                  <a:lnTo>
                    <a:pt x="67" y="179"/>
                  </a:lnTo>
                  <a:lnTo>
                    <a:pt x="67" y="179"/>
                  </a:lnTo>
                  <a:lnTo>
                    <a:pt x="69" y="181"/>
                  </a:lnTo>
                  <a:lnTo>
                    <a:pt x="67" y="183"/>
                  </a:lnTo>
                  <a:lnTo>
                    <a:pt x="67" y="183"/>
                  </a:lnTo>
                  <a:lnTo>
                    <a:pt x="67" y="183"/>
                  </a:lnTo>
                  <a:lnTo>
                    <a:pt x="65" y="183"/>
                  </a:lnTo>
                  <a:lnTo>
                    <a:pt x="63" y="183"/>
                  </a:lnTo>
                  <a:lnTo>
                    <a:pt x="57" y="181"/>
                  </a:lnTo>
                  <a:lnTo>
                    <a:pt x="57" y="181"/>
                  </a:lnTo>
                  <a:lnTo>
                    <a:pt x="56" y="183"/>
                  </a:lnTo>
                  <a:lnTo>
                    <a:pt x="56" y="183"/>
                  </a:lnTo>
                  <a:lnTo>
                    <a:pt x="56" y="185"/>
                  </a:lnTo>
                  <a:lnTo>
                    <a:pt x="56" y="185"/>
                  </a:lnTo>
                  <a:lnTo>
                    <a:pt x="56" y="185"/>
                  </a:lnTo>
                  <a:lnTo>
                    <a:pt x="56" y="187"/>
                  </a:lnTo>
                  <a:lnTo>
                    <a:pt x="56" y="187"/>
                  </a:lnTo>
                  <a:lnTo>
                    <a:pt x="54" y="187"/>
                  </a:lnTo>
                  <a:lnTo>
                    <a:pt x="54" y="189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50" y="189"/>
                  </a:lnTo>
                  <a:lnTo>
                    <a:pt x="48" y="189"/>
                  </a:lnTo>
                  <a:lnTo>
                    <a:pt x="48" y="193"/>
                  </a:lnTo>
                  <a:lnTo>
                    <a:pt x="48" y="194"/>
                  </a:lnTo>
                  <a:lnTo>
                    <a:pt x="48" y="196"/>
                  </a:lnTo>
                  <a:lnTo>
                    <a:pt x="46" y="196"/>
                  </a:lnTo>
                  <a:lnTo>
                    <a:pt x="46" y="198"/>
                  </a:lnTo>
                  <a:lnTo>
                    <a:pt x="46" y="198"/>
                  </a:lnTo>
                  <a:lnTo>
                    <a:pt x="46" y="198"/>
                  </a:lnTo>
                  <a:lnTo>
                    <a:pt x="44" y="196"/>
                  </a:lnTo>
                  <a:lnTo>
                    <a:pt x="44" y="196"/>
                  </a:lnTo>
                  <a:lnTo>
                    <a:pt x="42" y="194"/>
                  </a:lnTo>
                  <a:lnTo>
                    <a:pt x="42" y="194"/>
                  </a:lnTo>
                  <a:lnTo>
                    <a:pt x="40" y="194"/>
                  </a:lnTo>
                  <a:lnTo>
                    <a:pt x="40" y="194"/>
                  </a:lnTo>
                  <a:lnTo>
                    <a:pt x="38" y="196"/>
                  </a:lnTo>
                  <a:lnTo>
                    <a:pt x="38" y="196"/>
                  </a:lnTo>
                  <a:lnTo>
                    <a:pt x="38" y="196"/>
                  </a:lnTo>
                  <a:lnTo>
                    <a:pt x="38" y="196"/>
                  </a:lnTo>
                  <a:lnTo>
                    <a:pt x="37" y="196"/>
                  </a:lnTo>
                  <a:lnTo>
                    <a:pt x="37" y="194"/>
                  </a:lnTo>
                  <a:lnTo>
                    <a:pt x="37" y="194"/>
                  </a:lnTo>
                  <a:lnTo>
                    <a:pt x="35" y="194"/>
                  </a:lnTo>
                  <a:lnTo>
                    <a:pt x="35" y="196"/>
                  </a:lnTo>
                  <a:lnTo>
                    <a:pt x="33" y="196"/>
                  </a:lnTo>
                  <a:lnTo>
                    <a:pt x="33" y="196"/>
                  </a:lnTo>
                  <a:lnTo>
                    <a:pt x="33" y="196"/>
                  </a:lnTo>
                  <a:lnTo>
                    <a:pt x="31" y="196"/>
                  </a:lnTo>
                  <a:lnTo>
                    <a:pt x="31" y="194"/>
                  </a:lnTo>
                  <a:lnTo>
                    <a:pt x="29" y="193"/>
                  </a:lnTo>
                  <a:lnTo>
                    <a:pt x="27" y="189"/>
                  </a:lnTo>
                  <a:lnTo>
                    <a:pt x="23" y="191"/>
                  </a:lnTo>
                  <a:lnTo>
                    <a:pt x="21" y="191"/>
                  </a:lnTo>
                  <a:lnTo>
                    <a:pt x="19" y="191"/>
                  </a:lnTo>
                  <a:lnTo>
                    <a:pt x="17" y="191"/>
                  </a:lnTo>
                  <a:lnTo>
                    <a:pt x="16" y="191"/>
                  </a:lnTo>
                  <a:lnTo>
                    <a:pt x="16" y="191"/>
                  </a:lnTo>
                  <a:lnTo>
                    <a:pt x="16" y="191"/>
                  </a:lnTo>
                  <a:lnTo>
                    <a:pt x="16" y="191"/>
                  </a:lnTo>
                  <a:lnTo>
                    <a:pt x="12" y="191"/>
                  </a:lnTo>
                  <a:lnTo>
                    <a:pt x="12" y="191"/>
                  </a:lnTo>
                  <a:lnTo>
                    <a:pt x="12" y="191"/>
                  </a:lnTo>
                  <a:lnTo>
                    <a:pt x="10" y="191"/>
                  </a:lnTo>
                  <a:lnTo>
                    <a:pt x="10" y="193"/>
                  </a:lnTo>
                  <a:lnTo>
                    <a:pt x="8" y="193"/>
                  </a:lnTo>
                  <a:lnTo>
                    <a:pt x="6" y="193"/>
                  </a:lnTo>
                  <a:lnTo>
                    <a:pt x="6" y="194"/>
                  </a:lnTo>
                  <a:lnTo>
                    <a:pt x="6" y="200"/>
                  </a:lnTo>
                  <a:lnTo>
                    <a:pt x="6" y="200"/>
                  </a:lnTo>
                  <a:lnTo>
                    <a:pt x="4" y="202"/>
                  </a:lnTo>
                  <a:lnTo>
                    <a:pt x="4" y="204"/>
                  </a:lnTo>
                  <a:lnTo>
                    <a:pt x="2" y="204"/>
                  </a:lnTo>
                  <a:lnTo>
                    <a:pt x="2" y="206"/>
                  </a:lnTo>
                  <a:lnTo>
                    <a:pt x="2" y="206"/>
                  </a:lnTo>
                  <a:lnTo>
                    <a:pt x="2" y="208"/>
                  </a:lnTo>
                  <a:lnTo>
                    <a:pt x="2" y="212"/>
                  </a:lnTo>
                  <a:lnTo>
                    <a:pt x="0" y="213"/>
                  </a:lnTo>
                  <a:lnTo>
                    <a:pt x="0" y="215"/>
                  </a:lnTo>
                  <a:lnTo>
                    <a:pt x="0" y="215"/>
                  </a:lnTo>
                  <a:lnTo>
                    <a:pt x="2" y="219"/>
                  </a:lnTo>
                  <a:lnTo>
                    <a:pt x="2" y="219"/>
                  </a:lnTo>
                  <a:lnTo>
                    <a:pt x="2" y="223"/>
                  </a:lnTo>
                  <a:lnTo>
                    <a:pt x="2" y="225"/>
                  </a:lnTo>
                  <a:lnTo>
                    <a:pt x="4" y="225"/>
                  </a:lnTo>
                  <a:lnTo>
                    <a:pt x="8" y="221"/>
                  </a:lnTo>
                  <a:lnTo>
                    <a:pt x="8" y="223"/>
                  </a:lnTo>
                  <a:lnTo>
                    <a:pt x="8" y="223"/>
                  </a:lnTo>
                  <a:lnTo>
                    <a:pt x="8" y="223"/>
                  </a:lnTo>
                  <a:lnTo>
                    <a:pt x="8" y="225"/>
                  </a:lnTo>
                  <a:lnTo>
                    <a:pt x="8" y="225"/>
                  </a:lnTo>
                  <a:lnTo>
                    <a:pt x="6" y="225"/>
                  </a:lnTo>
                  <a:lnTo>
                    <a:pt x="6" y="225"/>
                  </a:lnTo>
                  <a:lnTo>
                    <a:pt x="6" y="227"/>
                  </a:lnTo>
                  <a:lnTo>
                    <a:pt x="8" y="229"/>
                  </a:lnTo>
                  <a:lnTo>
                    <a:pt x="8" y="229"/>
                  </a:lnTo>
                  <a:lnTo>
                    <a:pt x="6" y="231"/>
                  </a:lnTo>
                  <a:lnTo>
                    <a:pt x="6" y="229"/>
                  </a:lnTo>
                  <a:lnTo>
                    <a:pt x="4" y="229"/>
                  </a:lnTo>
                  <a:lnTo>
                    <a:pt x="4" y="229"/>
                  </a:lnTo>
                  <a:lnTo>
                    <a:pt x="4" y="227"/>
                  </a:lnTo>
                  <a:lnTo>
                    <a:pt x="6" y="234"/>
                  </a:lnTo>
                  <a:lnTo>
                    <a:pt x="6" y="238"/>
                  </a:lnTo>
                  <a:lnTo>
                    <a:pt x="6" y="240"/>
                  </a:lnTo>
                  <a:lnTo>
                    <a:pt x="6" y="246"/>
                  </a:lnTo>
                  <a:lnTo>
                    <a:pt x="8" y="248"/>
                  </a:lnTo>
                  <a:lnTo>
                    <a:pt x="10" y="248"/>
                  </a:lnTo>
                  <a:lnTo>
                    <a:pt x="10" y="248"/>
                  </a:lnTo>
                  <a:lnTo>
                    <a:pt x="10" y="248"/>
                  </a:lnTo>
                  <a:lnTo>
                    <a:pt x="10" y="246"/>
                  </a:lnTo>
                  <a:lnTo>
                    <a:pt x="8" y="246"/>
                  </a:lnTo>
                  <a:lnTo>
                    <a:pt x="8" y="244"/>
                  </a:lnTo>
                  <a:lnTo>
                    <a:pt x="8" y="244"/>
                  </a:lnTo>
                  <a:lnTo>
                    <a:pt x="8" y="242"/>
                  </a:lnTo>
                  <a:lnTo>
                    <a:pt x="8" y="242"/>
                  </a:lnTo>
                  <a:lnTo>
                    <a:pt x="8" y="242"/>
                  </a:lnTo>
                  <a:lnTo>
                    <a:pt x="10" y="242"/>
                  </a:lnTo>
                  <a:lnTo>
                    <a:pt x="12" y="244"/>
                  </a:lnTo>
                  <a:lnTo>
                    <a:pt x="12" y="244"/>
                  </a:lnTo>
                  <a:lnTo>
                    <a:pt x="12" y="246"/>
                  </a:lnTo>
                  <a:lnTo>
                    <a:pt x="12" y="246"/>
                  </a:lnTo>
                  <a:lnTo>
                    <a:pt x="14" y="246"/>
                  </a:lnTo>
                  <a:lnTo>
                    <a:pt x="14" y="248"/>
                  </a:lnTo>
                  <a:lnTo>
                    <a:pt x="16" y="246"/>
                  </a:lnTo>
                  <a:lnTo>
                    <a:pt x="17" y="246"/>
                  </a:lnTo>
                  <a:lnTo>
                    <a:pt x="19" y="246"/>
                  </a:lnTo>
                  <a:lnTo>
                    <a:pt x="21" y="246"/>
                  </a:lnTo>
                  <a:lnTo>
                    <a:pt x="12" y="250"/>
                  </a:lnTo>
                  <a:lnTo>
                    <a:pt x="10" y="252"/>
                  </a:lnTo>
                  <a:lnTo>
                    <a:pt x="10" y="253"/>
                  </a:lnTo>
                  <a:lnTo>
                    <a:pt x="10" y="255"/>
                  </a:lnTo>
                  <a:lnTo>
                    <a:pt x="10" y="261"/>
                  </a:lnTo>
                  <a:lnTo>
                    <a:pt x="10" y="261"/>
                  </a:lnTo>
                  <a:lnTo>
                    <a:pt x="14" y="265"/>
                  </a:lnTo>
                  <a:lnTo>
                    <a:pt x="14" y="267"/>
                  </a:lnTo>
                  <a:lnTo>
                    <a:pt x="16" y="267"/>
                  </a:lnTo>
                  <a:lnTo>
                    <a:pt x="17" y="265"/>
                  </a:lnTo>
                  <a:lnTo>
                    <a:pt x="19" y="265"/>
                  </a:lnTo>
                  <a:lnTo>
                    <a:pt x="21" y="267"/>
                  </a:lnTo>
                  <a:lnTo>
                    <a:pt x="23" y="269"/>
                  </a:lnTo>
                  <a:lnTo>
                    <a:pt x="25" y="269"/>
                  </a:lnTo>
                  <a:lnTo>
                    <a:pt x="31" y="269"/>
                  </a:lnTo>
                  <a:lnTo>
                    <a:pt x="31" y="269"/>
                  </a:lnTo>
                  <a:lnTo>
                    <a:pt x="33" y="271"/>
                  </a:lnTo>
                  <a:lnTo>
                    <a:pt x="35" y="272"/>
                  </a:lnTo>
                  <a:lnTo>
                    <a:pt x="35" y="272"/>
                  </a:lnTo>
                  <a:lnTo>
                    <a:pt x="35" y="272"/>
                  </a:lnTo>
                  <a:lnTo>
                    <a:pt x="35" y="274"/>
                  </a:lnTo>
                  <a:lnTo>
                    <a:pt x="35" y="276"/>
                  </a:lnTo>
                  <a:lnTo>
                    <a:pt x="37" y="276"/>
                  </a:lnTo>
                  <a:lnTo>
                    <a:pt x="35" y="278"/>
                  </a:lnTo>
                  <a:lnTo>
                    <a:pt x="33" y="276"/>
                  </a:lnTo>
                  <a:lnTo>
                    <a:pt x="31" y="271"/>
                  </a:lnTo>
                  <a:lnTo>
                    <a:pt x="31" y="271"/>
                  </a:lnTo>
                  <a:lnTo>
                    <a:pt x="29" y="269"/>
                  </a:lnTo>
                  <a:lnTo>
                    <a:pt x="27" y="271"/>
                  </a:lnTo>
                  <a:lnTo>
                    <a:pt x="27" y="271"/>
                  </a:lnTo>
                  <a:lnTo>
                    <a:pt x="23" y="271"/>
                  </a:lnTo>
                  <a:lnTo>
                    <a:pt x="21" y="269"/>
                  </a:lnTo>
                  <a:lnTo>
                    <a:pt x="19" y="267"/>
                  </a:lnTo>
                  <a:lnTo>
                    <a:pt x="17" y="267"/>
                  </a:lnTo>
                  <a:lnTo>
                    <a:pt x="14" y="267"/>
                  </a:lnTo>
                  <a:lnTo>
                    <a:pt x="12" y="269"/>
                  </a:lnTo>
                  <a:lnTo>
                    <a:pt x="12" y="272"/>
                  </a:lnTo>
                  <a:lnTo>
                    <a:pt x="12" y="278"/>
                  </a:lnTo>
                  <a:lnTo>
                    <a:pt x="14" y="276"/>
                  </a:lnTo>
                  <a:lnTo>
                    <a:pt x="14" y="274"/>
                  </a:lnTo>
                  <a:lnTo>
                    <a:pt x="16" y="274"/>
                  </a:lnTo>
                  <a:lnTo>
                    <a:pt x="17" y="274"/>
                  </a:lnTo>
                  <a:lnTo>
                    <a:pt x="16" y="274"/>
                  </a:lnTo>
                  <a:lnTo>
                    <a:pt x="14" y="278"/>
                  </a:lnTo>
                  <a:lnTo>
                    <a:pt x="12" y="282"/>
                  </a:lnTo>
                  <a:lnTo>
                    <a:pt x="12" y="282"/>
                  </a:lnTo>
                  <a:lnTo>
                    <a:pt x="14" y="284"/>
                  </a:lnTo>
                  <a:lnTo>
                    <a:pt x="14" y="284"/>
                  </a:lnTo>
                  <a:lnTo>
                    <a:pt x="14" y="284"/>
                  </a:lnTo>
                  <a:lnTo>
                    <a:pt x="14" y="282"/>
                  </a:lnTo>
                  <a:lnTo>
                    <a:pt x="16" y="282"/>
                  </a:lnTo>
                  <a:lnTo>
                    <a:pt x="16" y="282"/>
                  </a:lnTo>
                  <a:lnTo>
                    <a:pt x="16" y="282"/>
                  </a:lnTo>
                  <a:lnTo>
                    <a:pt x="16" y="282"/>
                  </a:lnTo>
                  <a:lnTo>
                    <a:pt x="16" y="284"/>
                  </a:lnTo>
                  <a:lnTo>
                    <a:pt x="16" y="284"/>
                  </a:lnTo>
                  <a:lnTo>
                    <a:pt x="16" y="286"/>
                  </a:lnTo>
                  <a:lnTo>
                    <a:pt x="16" y="286"/>
                  </a:lnTo>
                  <a:lnTo>
                    <a:pt x="16" y="288"/>
                  </a:lnTo>
                  <a:lnTo>
                    <a:pt x="16" y="290"/>
                  </a:lnTo>
                  <a:lnTo>
                    <a:pt x="16" y="291"/>
                  </a:lnTo>
                  <a:lnTo>
                    <a:pt x="16" y="291"/>
                  </a:lnTo>
                  <a:lnTo>
                    <a:pt x="16" y="293"/>
                  </a:lnTo>
                  <a:lnTo>
                    <a:pt x="16" y="293"/>
                  </a:lnTo>
                  <a:lnTo>
                    <a:pt x="16" y="295"/>
                  </a:lnTo>
                  <a:lnTo>
                    <a:pt x="16" y="295"/>
                  </a:lnTo>
                  <a:lnTo>
                    <a:pt x="14" y="295"/>
                  </a:lnTo>
                  <a:lnTo>
                    <a:pt x="14" y="297"/>
                  </a:lnTo>
                  <a:lnTo>
                    <a:pt x="14" y="299"/>
                  </a:lnTo>
                  <a:lnTo>
                    <a:pt x="14" y="299"/>
                  </a:lnTo>
                  <a:lnTo>
                    <a:pt x="12" y="303"/>
                  </a:lnTo>
                  <a:lnTo>
                    <a:pt x="12" y="303"/>
                  </a:lnTo>
                  <a:lnTo>
                    <a:pt x="12" y="305"/>
                  </a:lnTo>
                  <a:lnTo>
                    <a:pt x="14" y="303"/>
                  </a:lnTo>
                  <a:lnTo>
                    <a:pt x="14" y="303"/>
                  </a:lnTo>
                  <a:lnTo>
                    <a:pt x="14" y="303"/>
                  </a:lnTo>
                  <a:lnTo>
                    <a:pt x="14" y="303"/>
                  </a:lnTo>
                  <a:lnTo>
                    <a:pt x="16" y="303"/>
                  </a:lnTo>
                  <a:lnTo>
                    <a:pt x="14" y="305"/>
                  </a:lnTo>
                  <a:lnTo>
                    <a:pt x="14" y="307"/>
                  </a:lnTo>
                  <a:lnTo>
                    <a:pt x="14" y="307"/>
                  </a:lnTo>
                  <a:lnTo>
                    <a:pt x="16" y="309"/>
                  </a:lnTo>
                  <a:lnTo>
                    <a:pt x="16" y="309"/>
                  </a:lnTo>
                  <a:lnTo>
                    <a:pt x="17" y="307"/>
                  </a:lnTo>
                  <a:lnTo>
                    <a:pt x="17" y="303"/>
                  </a:lnTo>
                  <a:lnTo>
                    <a:pt x="19" y="299"/>
                  </a:lnTo>
                  <a:lnTo>
                    <a:pt x="21" y="297"/>
                  </a:lnTo>
                  <a:lnTo>
                    <a:pt x="21" y="295"/>
                  </a:lnTo>
                  <a:lnTo>
                    <a:pt x="23" y="297"/>
                  </a:lnTo>
                  <a:lnTo>
                    <a:pt x="23" y="299"/>
                  </a:lnTo>
                  <a:lnTo>
                    <a:pt x="27" y="295"/>
                  </a:lnTo>
                  <a:lnTo>
                    <a:pt x="27" y="293"/>
                  </a:lnTo>
                  <a:lnTo>
                    <a:pt x="25" y="291"/>
                  </a:lnTo>
                  <a:lnTo>
                    <a:pt x="27" y="290"/>
                  </a:lnTo>
                  <a:lnTo>
                    <a:pt x="27" y="288"/>
                  </a:lnTo>
                  <a:lnTo>
                    <a:pt x="29" y="286"/>
                  </a:lnTo>
                  <a:lnTo>
                    <a:pt x="29" y="282"/>
                  </a:lnTo>
                  <a:lnTo>
                    <a:pt x="31" y="282"/>
                  </a:lnTo>
                  <a:lnTo>
                    <a:pt x="29" y="290"/>
                  </a:lnTo>
                  <a:lnTo>
                    <a:pt x="31" y="291"/>
                  </a:lnTo>
                  <a:lnTo>
                    <a:pt x="31" y="291"/>
                  </a:lnTo>
                  <a:lnTo>
                    <a:pt x="33" y="291"/>
                  </a:lnTo>
                  <a:lnTo>
                    <a:pt x="31" y="293"/>
                  </a:lnTo>
                  <a:lnTo>
                    <a:pt x="31" y="295"/>
                  </a:lnTo>
                  <a:lnTo>
                    <a:pt x="31" y="297"/>
                  </a:lnTo>
                  <a:lnTo>
                    <a:pt x="31" y="299"/>
                  </a:lnTo>
                  <a:lnTo>
                    <a:pt x="35" y="297"/>
                  </a:lnTo>
                  <a:lnTo>
                    <a:pt x="37" y="297"/>
                  </a:lnTo>
                  <a:lnTo>
                    <a:pt x="38" y="297"/>
                  </a:lnTo>
                  <a:lnTo>
                    <a:pt x="37" y="299"/>
                  </a:lnTo>
                  <a:lnTo>
                    <a:pt x="37" y="299"/>
                  </a:lnTo>
                  <a:lnTo>
                    <a:pt x="33" y="299"/>
                  </a:lnTo>
                  <a:lnTo>
                    <a:pt x="29" y="301"/>
                  </a:lnTo>
                  <a:lnTo>
                    <a:pt x="29" y="301"/>
                  </a:lnTo>
                  <a:lnTo>
                    <a:pt x="29" y="301"/>
                  </a:lnTo>
                  <a:lnTo>
                    <a:pt x="31" y="301"/>
                  </a:lnTo>
                  <a:lnTo>
                    <a:pt x="31" y="303"/>
                  </a:lnTo>
                  <a:lnTo>
                    <a:pt x="29" y="303"/>
                  </a:lnTo>
                  <a:lnTo>
                    <a:pt x="27" y="303"/>
                  </a:lnTo>
                  <a:lnTo>
                    <a:pt x="27" y="303"/>
                  </a:lnTo>
                  <a:lnTo>
                    <a:pt x="27" y="307"/>
                  </a:lnTo>
                  <a:lnTo>
                    <a:pt x="25" y="307"/>
                  </a:lnTo>
                  <a:lnTo>
                    <a:pt x="25" y="305"/>
                  </a:lnTo>
                  <a:lnTo>
                    <a:pt x="23" y="309"/>
                  </a:lnTo>
                  <a:lnTo>
                    <a:pt x="25" y="310"/>
                  </a:lnTo>
                  <a:lnTo>
                    <a:pt x="27" y="312"/>
                  </a:lnTo>
                  <a:lnTo>
                    <a:pt x="29" y="310"/>
                  </a:lnTo>
                  <a:lnTo>
                    <a:pt x="29" y="310"/>
                  </a:lnTo>
                  <a:lnTo>
                    <a:pt x="29" y="310"/>
                  </a:lnTo>
                  <a:lnTo>
                    <a:pt x="31" y="310"/>
                  </a:lnTo>
                  <a:lnTo>
                    <a:pt x="31" y="310"/>
                  </a:lnTo>
                  <a:lnTo>
                    <a:pt x="31" y="310"/>
                  </a:lnTo>
                  <a:lnTo>
                    <a:pt x="31" y="312"/>
                  </a:lnTo>
                  <a:lnTo>
                    <a:pt x="31" y="312"/>
                  </a:lnTo>
                  <a:lnTo>
                    <a:pt x="31" y="312"/>
                  </a:lnTo>
                  <a:lnTo>
                    <a:pt x="31" y="314"/>
                  </a:lnTo>
                  <a:lnTo>
                    <a:pt x="31" y="316"/>
                  </a:lnTo>
                  <a:lnTo>
                    <a:pt x="35" y="316"/>
                  </a:lnTo>
                  <a:lnTo>
                    <a:pt x="33" y="318"/>
                  </a:lnTo>
                  <a:lnTo>
                    <a:pt x="33" y="320"/>
                  </a:lnTo>
                  <a:lnTo>
                    <a:pt x="31" y="322"/>
                  </a:lnTo>
                  <a:lnTo>
                    <a:pt x="33" y="324"/>
                  </a:lnTo>
                  <a:lnTo>
                    <a:pt x="31" y="324"/>
                  </a:lnTo>
                  <a:lnTo>
                    <a:pt x="29" y="324"/>
                  </a:lnTo>
                  <a:lnTo>
                    <a:pt x="29" y="322"/>
                  </a:lnTo>
                  <a:lnTo>
                    <a:pt x="31" y="320"/>
                  </a:lnTo>
                  <a:lnTo>
                    <a:pt x="27" y="316"/>
                  </a:lnTo>
                  <a:lnTo>
                    <a:pt x="25" y="314"/>
                  </a:lnTo>
                  <a:lnTo>
                    <a:pt x="25" y="318"/>
                  </a:lnTo>
                  <a:lnTo>
                    <a:pt x="23" y="318"/>
                  </a:lnTo>
                  <a:lnTo>
                    <a:pt x="21" y="316"/>
                  </a:lnTo>
                  <a:lnTo>
                    <a:pt x="21" y="316"/>
                  </a:lnTo>
                  <a:lnTo>
                    <a:pt x="19" y="318"/>
                  </a:lnTo>
                  <a:lnTo>
                    <a:pt x="19" y="320"/>
                  </a:lnTo>
                  <a:lnTo>
                    <a:pt x="19" y="320"/>
                  </a:lnTo>
                  <a:lnTo>
                    <a:pt x="19" y="326"/>
                  </a:lnTo>
                  <a:lnTo>
                    <a:pt x="19" y="330"/>
                  </a:lnTo>
                  <a:lnTo>
                    <a:pt x="19" y="333"/>
                  </a:lnTo>
                  <a:lnTo>
                    <a:pt x="21" y="333"/>
                  </a:lnTo>
                  <a:lnTo>
                    <a:pt x="23" y="339"/>
                  </a:lnTo>
                  <a:lnTo>
                    <a:pt x="25" y="341"/>
                  </a:lnTo>
                  <a:lnTo>
                    <a:pt x="25" y="341"/>
                  </a:lnTo>
                  <a:lnTo>
                    <a:pt x="29" y="341"/>
                  </a:lnTo>
                  <a:lnTo>
                    <a:pt x="29" y="341"/>
                  </a:lnTo>
                  <a:lnTo>
                    <a:pt x="29" y="343"/>
                  </a:lnTo>
                  <a:lnTo>
                    <a:pt x="31" y="345"/>
                  </a:lnTo>
                  <a:lnTo>
                    <a:pt x="31" y="347"/>
                  </a:lnTo>
                  <a:lnTo>
                    <a:pt x="31" y="349"/>
                  </a:lnTo>
                  <a:lnTo>
                    <a:pt x="33" y="349"/>
                  </a:lnTo>
                  <a:lnTo>
                    <a:pt x="35" y="350"/>
                  </a:lnTo>
                  <a:lnTo>
                    <a:pt x="33" y="352"/>
                  </a:lnTo>
                  <a:lnTo>
                    <a:pt x="31" y="350"/>
                  </a:lnTo>
                  <a:lnTo>
                    <a:pt x="29" y="345"/>
                  </a:lnTo>
                  <a:lnTo>
                    <a:pt x="27" y="343"/>
                  </a:lnTo>
                  <a:lnTo>
                    <a:pt x="25" y="343"/>
                  </a:lnTo>
                  <a:lnTo>
                    <a:pt x="23" y="345"/>
                  </a:lnTo>
                  <a:lnTo>
                    <a:pt x="23" y="347"/>
                  </a:lnTo>
                  <a:lnTo>
                    <a:pt x="23" y="349"/>
                  </a:lnTo>
                  <a:lnTo>
                    <a:pt x="23" y="352"/>
                  </a:lnTo>
                  <a:lnTo>
                    <a:pt x="23" y="354"/>
                  </a:lnTo>
                  <a:lnTo>
                    <a:pt x="23" y="354"/>
                  </a:lnTo>
                  <a:lnTo>
                    <a:pt x="23" y="356"/>
                  </a:lnTo>
                  <a:lnTo>
                    <a:pt x="25" y="356"/>
                  </a:lnTo>
                  <a:lnTo>
                    <a:pt x="25" y="358"/>
                  </a:lnTo>
                  <a:lnTo>
                    <a:pt x="25" y="358"/>
                  </a:lnTo>
                  <a:lnTo>
                    <a:pt x="25" y="360"/>
                  </a:lnTo>
                  <a:lnTo>
                    <a:pt x="25" y="360"/>
                  </a:lnTo>
                  <a:lnTo>
                    <a:pt x="25" y="360"/>
                  </a:lnTo>
                  <a:lnTo>
                    <a:pt x="25" y="360"/>
                  </a:lnTo>
                  <a:lnTo>
                    <a:pt x="25" y="360"/>
                  </a:lnTo>
                  <a:lnTo>
                    <a:pt x="25" y="360"/>
                  </a:lnTo>
                  <a:lnTo>
                    <a:pt x="27" y="362"/>
                  </a:lnTo>
                  <a:lnTo>
                    <a:pt x="29" y="364"/>
                  </a:lnTo>
                  <a:lnTo>
                    <a:pt x="29" y="364"/>
                  </a:lnTo>
                  <a:lnTo>
                    <a:pt x="31" y="364"/>
                  </a:lnTo>
                  <a:lnTo>
                    <a:pt x="29" y="366"/>
                  </a:lnTo>
                  <a:lnTo>
                    <a:pt x="31" y="368"/>
                  </a:lnTo>
                  <a:lnTo>
                    <a:pt x="33" y="368"/>
                  </a:lnTo>
                  <a:lnTo>
                    <a:pt x="35" y="368"/>
                  </a:lnTo>
                  <a:lnTo>
                    <a:pt x="37" y="368"/>
                  </a:lnTo>
                  <a:lnTo>
                    <a:pt x="38" y="368"/>
                  </a:lnTo>
                  <a:lnTo>
                    <a:pt x="38" y="369"/>
                  </a:lnTo>
                  <a:lnTo>
                    <a:pt x="38" y="371"/>
                  </a:lnTo>
                  <a:lnTo>
                    <a:pt x="40" y="373"/>
                  </a:lnTo>
                  <a:lnTo>
                    <a:pt x="38" y="375"/>
                  </a:lnTo>
                  <a:lnTo>
                    <a:pt x="38" y="377"/>
                  </a:lnTo>
                  <a:lnTo>
                    <a:pt x="37" y="377"/>
                  </a:lnTo>
                  <a:lnTo>
                    <a:pt x="37" y="375"/>
                  </a:lnTo>
                  <a:lnTo>
                    <a:pt x="38" y="375"/>
                  </a:lnTo>
                  <a:lnTo>
                    <a:pt x="37" y="373"/>
                  </a:lnTo>
                  <a:lnTo>
                    <a:pt x="35" y="373"/>
                  </a:lnTo>
                  <a:lnTo>
                    <a:pt x="35" y="371"/>
                  </a:lnTo>
                  <a:lnTo>
                    <a:pt x="33" y="371"/>
                  </a:lnTo>
                  <a:lnTo>
                    <a:pt x="31" y="371"/>
                  </a:lnTo>
                  <a:lnTo>
                    <a:pt x="31" y="371"/>
                  </a:lnTo>
                  <a:lnTo>
                    <a:pt x="31" y="371"/>
                  </a:lnTo>
                  <a:lnTo>
                    <a:pt x="29" y="371"/>
                  </a:lnTo>
                  <a:lnTo>
                    <a:pt x="29" y="369"/>
                  </a:lnTo>
                  <a:lnTo>
                    <a:pt x="29" y="369"/>
                  </a:lnTo>
                  <a:lnTo>
                    <a:pt x="29" y="368"/>
                  </a:lnTo>
                  <a:lnTo>
                    <a:pt x="27" y="368"/>
                  </a:lnTo>
                  <a:lnTo>
                    <a:pt x="27" y="369"/>
                  </a:lnTo>
                  <a:lnTo>
                    <a:pt x="27" y="369"/>
                  </a:lnTo>
                  <a:lnTo>
                    <a:pt x="27" y="371"/>
                  </a:lnTo>
                  <a:lnTo>
                    <a:pt x="27" y="371"/>
                  </a:lnTo>
                  <a:lnTo>
                    <a:pt x="27" y="371"/>
                  </a:lnTo>
                  <a:lnTo>
                    <a:pt x="25" y="373"/>
                  </a:lnTo>
                  <a:lnTo>
                    <a:pt x="29" y="375"/>
                  </a:lnTo>
                  <a:lnTo>
                    <a:pt x="29" y="377"/>
                  </a:lnTo>
                  <a:lnTo>
                    <a:pt x="31" y="385"/>
                  </a:lnTo>
                  <a:lnTo>
                    <a:pt x="31" y="385"/>
                  </a:lnTo>
                  <a:lnTo>
                    <a:pt x="31" y="385"/>
                  </a:lnTo>
                  <a:lnTo>
                    <a:pt x="31" y="387"/>
                  </a:lnTo>
                  <a:lnTo>
                    <a:pt x="31" y="387"/>
                  </a:lnTo>
                  <a:lnTo>
                    <a:pt x="31" y="387"/>
                  </a:lnTo>
                  <a:lnTo>
                    <a:pt x="31" y="388"/>
                  </a:lnTo>
                  <a:lnTo>
                    <a:pt x="31" y="388"/>
                  </a:lnTo>
                  <a:lnTo>
                    <a:pt x="33" y="390"/>
                  </a:lnTo>
                  <a:lnTo>
                    <a:pt x="33" y="392"/>
                  </a:lnTo>
                  <a:lnTo>
                    <a:pt x="35" y="390"/>
                  </a:lnTo>
                  <a:lnTo>
                    <a:pt x="35" y="390"/>
                  </a:lnTo>
                  <a:lnTo>
                    <a:pt x="35" y="388"/>
                  </a:lnTo>
                  <a:lnTo>
                    <a:pt x="37" y="388"/>
                  </a:lnTo>
                  <a:lnTo>
                    <a:pt x="37" y="390"/>
                  </a:lnTo>
                  <a:lnTo>
                    <a:pt x="37" y="392"/>
                  </a:lnTo>
                  <a:lnTo>
                    <a:pt x="35" y="392"/>
                  </a:lnTo>
                  <a:lnTo>
                    <a:pt x="33" y="392"/>
                  </a:lnTo>
                  <a:lnTo>
                    <a:pt x="33" y="394"/>
                  </a:lnTo>
                  <a:lnTo>
                    <a:pt x="33" y="396"/>
                  </a:lnTo>
                  <a:lnTo>
                    <a:pt x="35" y="396"/>
                  </a:lnTo>
                  <a:lnTo>
                    <a:pt x="37" y="396"/>
                  </a:lnTo>
                  <a:lnTo>
                    <a:pt x="35" y="398"/>
                  </a:lnTo>
                  <a:lnTo>
                    <a:pt x="35" y="400"/>
                  </a:lnTo>
                  <a:lnTo>
                    <a:pt x="38" y="407"/>
                  </a:lnTo>
                  <a:lnTo>
                    <a:pt x="40" y="409"/>
                  </a:lnTo>
                  <a:lnTo>
                    <a:pt x="40" y="413"/>
                  </a:lnTo>
                  <a:lnTo>
                    <a:pt x="40" y="413"/>
                  </a:lnTo>
                  <a:lnTo>
                    <a:pt x="42" y="415"/>
                  </a:lnTo>
                  <a:lnTo>
                    <a:pt x="42" y="417"/>
                  </a:lnTo>
                  <a:lnTo>
                    <a:pt x="42" y="419"/>
                  </a:lnTo>
                  <a:lnTo>
                    <a:pt x="44" y="419"/>
                  </a:lnTo>
                  <a:lnTo>
                    <a:pt x="44" y="421"/>
                  </a:lnTo>
                  <a:lnTo>
                    <a:pt x="44" y="423"/>
                  </a:lnTo>
                  <a:lnTo>
                    <a:pt x="44" y="423"/>
                  </a:lnTo>
                  <a:lnTo>
                    <a:pt x="42" y="425"/>
                  </a:lnTo>
                  <a:lnTo>
                    <a:pt x="42" y="425"/>
                  </a:lnTo>
                  <a:lnTo>
                    <a:pt x="42" y="427"/>
                  </a:lnTo>
                  <a:lnTo>
                    <a:pt x="44" y="428"/>
                  </a:lnTo>
                  <a:lnTo>
                    <a:pt x="44" y="428"/>
                  </a:lnTo>
                  <a:lnTo>
                    <a:pt x="44" y="430"/>
                  </a:lnTo>
                  <a:lnTo>
                    <a:pt x="44" y="432"/>
                  </a:lnTo>
                  <a:lnTo>
                    <a:pt x="44" y="432"/>
                  </a:lnTo>
                  <a:lnTo>
                    <a:pt x="46" y="434"/>
                  </a:lnTo>
                  <a:lnTo>
                    <a:pt x="46" y="434"/>
                  </a:lnTo>
                  <a:lnTo>
                    <a:pt x="50" y="434"/>
                  </a:lnTo>
                  <a:lnTo>
                    <a:pt x="52" y="436"/>
                  </a:lnTo>
                  <a:lnTo>
                    <a:pt x="48" y="438"/>
                  </a:lnTo>
                  <a:lnTo>
                    <a:pt x="46" y="438"/>
                  </a:lnTo>
                  <a:lnTo>
                    <a:pt x="46" y="438"/>
                  </a:lnTo>
                  <a:lnTo>
                    <a:pt x="44" y="438"/>
                  </a:lnTo>
                  <a:lnTo>
                    <a:pt x="44" y="438"/>
                  </a:lnTo>
                  <a:lnTo>
                    <a:pt x="44" y="440"/>
                  </a:lnTo>
                  <a:lnTo>
                    <a:pt x="48" y="444"/>
                  </a:lnTo>
                  <a:lnTo>
                    <a:pt x="50" y="446"/>
                  </a:lnTo>
                  <a:lnTo>
                    <a:pt x="48" y="447"/>
                  </a:lnTo>
                  <a:lnTo>
                    <a:pt x="50" y="449"/>
                  </a:lnTo>
                  <a:lnTo>
                    <a:pt x="50" y="451"/>
                  </a:lnTo>
                  <a:lnTo>
                    <a:pt x="48" y="453"/>
                  </a:lnTo>
                  <a:lnTo>
                    <a:pt x="48" y="453"/>
                  </a:lnTo>
                  <a:lnTo>
                    <a:pt x="48" y="455"/>
                  </a:lnTo>
                  <a:lnTo>
                    <a:pt x="50" y="457"/>
                  </a:lnTo>
                  <a:lnTo>
                    <a:pt x="52" y="459"/>
                  </a:lnTo>
                  <a:lnTo>
                    <a:pt x="54" y="463"/>
                  </a:lnTo>
                  <a:lnTo>
                    <a:pt x="56" y="465"/>
                  </a:lnTo>
                  <a:lnTo>
                    <a:pt x="54" y="465"/>
                  </a:lnTo>
                  <a:lnTo>
                    <a:pt x="52" y="465"/>
                  </a:lnTo>
                  <a:lnTo>
                    <a:pt x="52" y="463"/>
                  </a:lnTo>
                  <a:lnTo>
                    <a:pt x="50" y="463"/>
                  </a:lnTo>
                  <a:lnTo>
                    <a:pt x="50" y="465"/>
                  </a:lnTo>
                  <a:lnTo>
                    <a:pt x="52" y="466"/>
                  </a:lnTo>
                  <a:lnTo>
                    <a:pt x="52" y="466"/>
                  </a:lnTo>
                  <a:lnTo>
                    <a:pt x="52" y="468"/>
                  </a:lnTo>
                  <a:lnTo>
                    <a:pt x="54" y="470"/>
                  </a:lnTo>
                  <a:lnTo>
                    <a:pt x="54" y="472"/>
                  </a:lnTo>
                  <a:lnTo>
                    <a:pt x="56" y="476"/>
                  </a:lnTo>
                  <a:lnTo>
                    <a:pt x="57" y="478"/>
                  </a:lnTo>
                  <a:lnTo>
                    <a:pt x="57" y="480"/>
                  </a:lnTo>
                  <a:lnTo>
                    <a:pt x="56" y="480"/>
                  </a:lnTo>
                  <a:lnTo>
                    <a:pt x="57" y="482"/>
                  </a:lnTo>
                  <a:lnTo>
                    <a:pt x="57" y="484"/>
                  </a:lnTo>
                  <a:lnTo>
                    <a:pt x="57" y="487"/>
                  </a:lnTo>
                  <a:lnTo>
                    <a:pt x="57" y="489"/>
                  </a:lnTo>
                  <a:lnTo>
                    <a:pt x="56" y="487"/>
                  </a:lnTo>
                  <a:lnTo>
                    <a:pt x="56" y="487"/>
                  </a:lnTo>
                  <a:lnTo>
                    <a:pt x="56" y="489"/>
                  </a:lnTo>
                  <a:lnTo>
                    <a:pt x="57" y="491"/>
                  </a:lnTo>
                  <a:lnTo>
                    <a:pt x="56" y="491"/>
                  </a:lnTo>
                  <a:lnTo>
                    <a:pt x="57" y="493"/>
                  </a:lnTo>
                  <a:lnTo>
                    <a:pt x="59" y="493"/>
                  </a:lnTo>
                  <a:lnTo>
                    <a:pt x="57" y="497"/>
                  </a:lnTo>
                  <a:lnTo>
                    <a:pt x="57" y="497"/>
                  </a:lnTo>
                  <a:lnTo>
                    <a:pt x="57" y="499"/>
                  </a:lnTo>
                  <a:lnTo>
                    <a:pt x="57" y="503"/>
                  </a:lnTo>
                  <a:lnTo>
                    <a:pt x="57" y="503"/>
                  </a:lnTo>
                  <a:lnTo>
                    <a:pt x="57" y="504"/>
                  </a:lnTo>
                  <a:lnTo>
                    <a:pt x="57" y="506"/>
                  </a:lnTo>
                  <a:lnTo>
                    <a:pt x="59" y="510"/>
                  </a:lnTo>
                  <a:lnTo>
                    <a:pt x="59" y="510"/>
                  </a:lnTo>
                  <a:lnTo>
                    <a:pt x="61" y="510"/>
                  </a:lnTo>
                  <a:lnTo>
                    <a:pt x="61" y="512"/>
                  </a:lnTo>
                  <a:lnTo>
                    <a:pt x="59" y="514"/>
                  </a:lnTo>
                  <a:lnTo>
                    <a:pt x="59" y="518"/>
                  </a:lnTo>
                  <a:lnTo>
                    <a:pt x="59" y="520"/>
                  </a:lnTo>
                  <a:lnTo>
                    <a:pt x="61" y="522"/>
                  </a:lnTo>
                  <a:lnTo>
                    <a:pt x="63" y="522"/>
                  </a:lnTo>
                  <a:lnTo>
                    <a:pt x="63" y="524"/>
                  </a:lnTo>
                  <a:lnTo>
                    <a:pt x="63" y="524"/>
                  </a:lnTo>
                  <a:lnTo>
                    <a:pt x="61" y="525"/>
                  </a:lnTo>
                  <a:lnTo>
                    <a:pt x="61" y="525"/>
                  </a:lnTo>
                  <a:lnTo>
                    <a:pt x="61" y="525"/>
                  </a:lnTo>
                  <a:lnTo>
                    <a:pt x="63" y="529"/>
                  </a:lnTo>
                  <a:lnTo>
                    <a:pt x="63" y="527"/>
                  </a:lnTo>
                  <a:lnTo>
                    <a:pt x="65" y="527"/>
                  </a:lnTo>
                  <a:lnTo>
                    <a:pt x="67" y="527"/>
                  </a:lnTo>
                  <a:lnTo>
                    <a:pt x="67" y="529"/>
                  </a:lnTo>
                  <a:lnTo>
                    <a:pt x="67" y="531"/>
                  </a:lnTo>
                  <a:lnTo>
                    <a:pt x="67" y="531"/>
                  </a:lnTo>
                  <a:lnTo>
                    <a:pt x="65" y="531"/>
                  </a:lnTo>
                  <a:lnTo>
                    <a:pt x="65" y="529"/>
                  </a:lnTo>
                  <a:lnTo>
                    <a:pt x="63" y="529"/>
                  </a:lnTo>
                  <a:lnTo>
                    <a:pt x="63" y="529"/>
                  </a:lnTo>
                  <a:lnTo>
                    <a:pt x="61" y="531"/>
                  </a:lnTo>
                  <a:lnTo>
                    <a:pt x="61" y="531"/>
                  </a:lnTo>
                  <a:lnTo>
                    <a:pt x="61" y="531"/>
                  </a:lnTo>
                  <a:lnTo>
                    <a:pt x="61" y="531"/>
                  </a:lnTo>
                  <a:lnTo>
                    <a:pt x="63" y="533"/>
                  </a:lnTo>
                  <a:lnTo>
                    <a:pt x="63" y="533"/>
                  </a:lnTo>
                  <a:lnTo>
                    <a:pt x="65" y="535"/>
                  </a:lnTo>
                  <a:lnTo>
                    <a:pt x="67" y="535"/>
                  </a:lnTo>
                  <a:lnTo>
                    <a:pt x="67" y="535"/>
                  </a:lnTo>
                  <a:lnTo>
                    <a:pt x="65" y="537"/>
                  </a:lnTo>
                  <a:lnTo>
                    <a:pt x="65" y="537"/>
                  </a:lnTo>
                  <a:lnTo>
                    <a:pt x="65" y="537"/>
                  </a:lnTo>
                  <a:lnTo>
                    <a:pt x="65" y="537"/>
                  </a:lnTo>
                  <a:lnTo>
                    <a:pt x="67" y="539"/>
                  </a:lnTo>
                  <a:lnTo>
                    <a:pt x="67" y="539"/>
                  </a:lnTo>
                  <a:lnTo>
                    <a:pt x="65" y="539"/>
                  </a:lnTo>
                  <a:lnTo>
                    <a:pt x="65" y="539"/>
                  </a:lnTo>
                  <a:lnTo>
                    <a:pt x="63" y="535"/>
                  </a:lnTo>
                  <a:lnTo>
                    <a:pt x="63" y="535"/>
                  </a:lnTo>
                  <a:lnTo>
                    <a:pt x="61" y="535"/>
                  </a:lnTo>
                  <a:lnTo>
                    <a:pt x="61" y="535"/>
                  </a:lnTo>
                  <a:lnTo>
                    <a:pt x="61" y="535"/>
                  </a:lnTo>
                  <a:lnTo>
                    <a:pt x="61" y="537"/>
                  </a:lnTo>
                  <a:lnTo>
                    <a:pt x="61" y="539"/>
                  </a:lnTo>
                  <a:lnTo>
                    <a:pt x="61" y="539"/>
                  </a:lnTo>
                  <a:lnTo>
                    <a:pt x="61" y="539"/>
                  </a:lnTo>
                  <a:lnTo>
                    <a:pt x="63" y="543"/>
                  </a:lnTo>
                  <a:lnTo>
                    <a:pt x="63" y="546"/>
                  </a:lnTo>
                  <a:lnTo>
                    <a:pt x="65" y="548"/>
                  </a:lnTo>
                  <a:lnTo>
                    <a:pt x="67" y="548"/>
                  </a:lnTo>
                  <a:lnTo>
                    <a:pt x="69" y="550"/>
                  </a:lnTo>
                  <a:lnTo>
                    <a:pt x="67" y="550"/>
                  </a:lnTo>
                  <a:lnTo>
                    <a:pt x="67" y="550"/>
                  </a:lnTo>
                  <a:lnTo>
                    <a:pt x="65" y="552"/>
                  </a:lnTo>
                  <a:lnTo>
                    <a:pt x="65" y="552"/>
                  </a:lnTo>
                  <a:lnTo>
                    <a:pt x="67" y="554"/>
                  </a:lnTo>
                  <a:lnTo>
                    <a:pt x="67" y="554"/>
                  </a:lnTo>
                  <a:lnTo>
                    <a:pt x="67" y="556"/>
                  </a:lnTo>
                  <a:lnTo>
                    <a:pt x="67" y="556"/>
                  </a:lnTo>
                  <a:lnTo>
                    <a:pt x="71" y="563"/>
                  </a:lnTo>
                  <a:lnTo>
                    <a:pt x="71" y="565"/>
                  </a:lnTo>
                  <a:lnTo>
                    <a:pt x="71" y="567"/>
                  </a:lnTo>
                  <a:lnTo>
                    <a:pt x="71" y="567"/>
                  </a:lnTo>
                  <a:lnTo>
                    <a:pt x="73" y="567"/>
                  </a:lnTo>
                  <a:lnTo>
                    <a:pt x="73" y="567"/>
                  </a:lnTo>
                  <a:lnTo>
                    <a:pt x="73" y="567"/>
                  </a:lnTo>
                  <a:lnTo>
                    <a:pt x="73" y="569"/>
                  </a:lnTo>
                  <a:lnTo>
                    <a:pt x="73" y="573"/>
                  </a:lnTo>
                  <a:lnTo>
                    <a:pt x="75" y="577"/>
                  </a:lnTo>
                  <a:lnTo>
                    <a:pt x="75" y="575"/>
                  </a:lnTo>
                  <a:lnTo>
                    <a:pt x="75" y="573"/>
                  </a:lnTo>
                  <a:lnTo>
                    <a:pt x="75" y="571"/>
                  </a:lnTo>
                  <a:lnTo>
                    <a:pt x="78" y="569"/>
                  </a:lnTo>
                  <a:lnTo>
                    <a:pt x="77" y="571"/>
                  </a:lnTo>
                  <a:lnTo>
                    <a:pt x="77" y="571"/>
                  </a:lnTo>
                  <a:lnTo>
                    <a:pt x="75" y="573"/>
                  </a:lnTo>
                  <a:lnTo>
                    <a:pt x="75" y="575"/>
                  </a:lnTo>
                  <a:lnTo>
                    <a:pt x="75" y="581"/>
                  </a:lnTo>
                  <a:lnTo>
                    <a:pt x="75" y="581"/>
                  </a:lnTo>
                  <a:lnTo>
                    <a:pt x="75" y="581"/>
                  </a:lnTo>
                  <a:lnTo>
                    <a:pt x="75" y="582"/>
                  </a:lnTo>
                  <a:lnTo>
                    <a:pt x="75" y="582"/>
                  </a:lnTo>
                  <a:lnTo>
                    <a:pt x="75" y="582"/>
                  </a:lnTo>
                  <a:lnTo>
                    <a:pt x="75" y="582"/>
                  </a:lnTo>
                  <a:lnTo>
                    <a:pt x="77" y="584"/>
                  </a:lnTo>
                  <a:lnTo>
                    <a:pt x="77" y="584"/>
                  </a:lnTo>
                  <a:lnTo>
                    <a:pt x="77" y="586"/>
                  </a:lnTo>
                  <a:lnTo>
                    <a:pt x="78" y="586"/>
                  </a:lnTo>
                  <a:lnTo>
                    <a:pt x="80" y="586"/>
                  </a:lnTo>
                  <a:lnTo>
                    <a:pt x="80" y="586"/>
                  </a:lnTo>
                  <a:lnTo>
                    <a:pt x="78" y="586"/>
                  </a:lnTo>
                  <a:lnTo>
                    <a:pt x="78" y="588"/>
                  </a:lnTo>
                  <a:lnTo>
                    <a:pt x="80" y="592"/>
                  </a:lnTo>
                  <a:lnTo>
                    <a:pt x="82" y="594"/>
                  </a:lnTo>
                  <a:lnTo>
                    <a:pt x="86" y="598"/>
                  </a:lnTo>
                  <a:lnTo>
                    <a:pt x="88" y="600"/>
                  </a:lnTo>
                  <a:lnTo>
                    <a:pt x="92" y="605"/>
                  </a:lnTo>
                  <a:lnTo>
                    <a:pt x="92" y="607"/>
                  </a:lnTo>
                  <a:lnTo>
                    <a:pt x="92" y="613"/>
                  </a:lnTo>
                  <a:lnTo>
                    <a:pt x="92" y="613"/>
                  </a:lnTo>
                  <a:lnTo>
                    <a:pt x="94" y="615"/>
                  </a:lnTo>
                  <a:lnTo>
                    <a:pt x="96" y="615"/>
                  </a:lnTo>
                  <a:lnTo>
                    <a:pt x="96" y="615"/>
                  </a:lnTo>
                  <a:lnTo>
                    <a:pt x="98" y="615"/>
                  </a:lnTo>
                  <a:lnTo>
                    <a:pt x="99" y="613"/>
                  </a:lnTo>
                  <a:lnTo>
                    <a:pt x="103" y="613"/>
                  </a:lnTo>
                  <a:lnTo>
                    <a:pt x="105" y="613"/>
                  </a:lnTo>
                  <a:lnTo>
                    <a:pt x="105" y="613"/>
                  </a:lnTo>
                  <a:lnTo>
                    <a:pt x="107" y="613"/>
                  </a:lnTo>
                  <a:lnTo>
                    <a:pt x="107" y="609"/>
                  </a:lnTo>
                  <a:lnTo>
                    <a:pt x="109" y="609"/>
                  </a:lnTo>
                  <a:lnTo>
                    <a:pt x="109" y="609"/>
                  </a:lnTo>
                  <a:lnTo>
                    <a:pt x="109" y="609"/>
                  </a:lnTo>
                  <a:lnTo>
                    <a:pt x="109" y="609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1" y="613"/>
                  </a:lnTo>
                  <a:lnTo>
                    <a:pt x="111" y="613"/>
                  </a:lnTo>
                  <a:lnTo>
                    <a:pt x="111" y="613"/>
                  </a:lnTo>
                  <a:lnTo>
                    <a:pt x="113" y="613"/>
                  </a:lnTo>
                  <a:lnTo>
                    <a:pt x="115" y="613"/>
                  </a:lnTo>
                  <a:lnTo>
                    <a:pt x="117" y="615"/>
                  </a:lnTo>
                  <a:lnTo>
                    <a:pt x="117" y="615"/>
                  </a:lnTo>
                  <a:lnTo>
                    <a:pt x="117" y="617"/>
                  </a:lnTo>
                  <a:lnTo>
                    <a:pt x="118" y="620"/>
                  </a:lnTo>
                  <a:lnTo>
                    <a:pt x="118" y="622"/>
                  </a:lnTo>
                  <a:lnTo>
                    <a:pt x="120" y="622"/>
                  </a:lnTo>
                  <a:lnTo>
                    <a:pt x="122" y="624"/>
                  </a:lnTo>
                  <a:lnTo>
                    <a:pt x="122" y="624"/>
                  </a:lnTo>
                  <a:lnTo>
                    <a:pt x="124" y="624"/>
                  </a:lnTo>
                  <a:lnTo>
                    <a:pt x="126" y="624"/>
                  </a:lnTo>
                  <a:lnTo>
                    <a:pt x="130" y="622"/>
                  </a:lnTo>
                  <a:lnTo>
                    <a:pt x="134" y="622"/>
                  </a:lnTo>
                  <a:lnTo>
                    <a:pt x="134" y="620"/>
                  </a:lnTo>
                  <a:lnTo>
                    <a:pt x="134" y="620"/>
                  </a:lnTo>
                  <a:lnTo>
                    <a:pt x="134" y="620"/>
                  </a:lnTo>
                  <a:lnTo>
                    <a:pt x="134" y="619"/>
                  </a:lnTo>
                  <a:lnTo>
                    <a:pt x="136" y="619"/>
                  </a:lnTo>
                  <a:lnTo>
                    <a:pt x="136" y="619"/>
                  </a:lnTo>
                  <a:lnTo>
                    <a:pt x="136" y="619"/>
                  </a:lnTo>
                  <a:lnTo>
                    <a:pt x="136" y="615"/>
                  </a:lnTo>
                  <a:lnTo>
                    <a:pt x="138" y="615"/>
                  </a:lnTo>
                  <a:lnTo>
                    <a:pt x="141" y="611"/>
                  </a:lnTo>
                  <a:lnTo>
                    <a:pt x="143" y="611"/>
                  </a:lnTo>
                  <a:lnTo>
                    <a:pt x="143" y="611"/>
                  </a:lnTo>
                  <a:lnTo>
                    <a:pt x="145" y="611"/>
                  </a:lnTo>
                  <a:lnTo>
                    <a:pt x="145" y="611"/>
                  </a:lnTo>
                  <a:lnTo>
                    <a:pt x="145" y="611"/>
                  </a:lnTo>
                  <a:lnTo>
                    <a:pt x="145" y="613"/>
                  </a:lnTo>
                  <a:lnTo>
                    <a:pt x="145" y="613"/>
                  </a:lnTo>
                  <a:lnTo>
                    <a:pt x="145" y="613"/>
                  </a:lnTo>
                  <a:lnTo>
                    <a:pt x="145" y="615"/>
                  </a:lnTo>
                  <a:lnTo>
                    <a:pt x="145" y="615"/>
                  </a:lnTo>
                  <a:lnTo>
                    <a:pt x="145" y="615"/>
                  </a:lnTo>
                  <a:lnTo>
                    <a:pt x="145" y="615"/>
                  </a:lnTo>
                  <a:lnTo>
                    <a:pt x="149" y="615"/>
                  </a:lnTo>
                  <a:lnTo>
                    <a:pt x="151" y="615"/>
                  </a:lnTo>
                  <a:lnTo>
                    <a:pt x="153" y="613"/>
                  </a:lnTo>
                  <a:lnTo>
                    <a:pt x="153" y="613"/>
                  </a:lnTo>
                  <a:lnTo>
                    <a:pt x="155" y="611"/>
                  </a:lnTo>
                  <a:lnTo>
                    <a:pt x="155" y="611"/>
                  </a:lnTo>
                  <a:lnTo>
                    <a:pt x="157" y="609"/>
                  </a:lnTo>
                  <a:lnTo>
                    <a:pt x="158" y="605"/>
                  </a:lnTo>
                  <a:lnTo>
                    <a:pt x="158" y="603"/>
                  </a:lnTo>
                  <a:lnTo>
                    <a:pt x="158" y="603"/>
                  </a:lnTo>
                  <a:lnTo>
                    <a:pt x="158" y="601"/>
                  </a:lnTo>
                  <a:lnTo>
                    <a:pt x="157" y="601"/>
                  </a:lnTo>
                  <a:lnTo>
                    <a:pt x="157" y="601"/>
                  </a:lnTo>
                  <a:lnTo>
                    <a:pt x="158" y="600"/>
                  </a:lnTo>
                  <a:lnTo>
                    <a:pt x="160" y="598"/>
                  </a:lnTo>
                  <a:lnTo>
                    <a:pt x="162" y="594"/>
                  </a:lnTo>
                  <a:lnTo>
                    <a:pt x="162" y="592"/>
                  </a:lnTo>
                  <a:lnTo>
                    <a:pt x="164" y="590"/>
                  </a:lnTo>
                  <a:lnTo>
                    <a:pt x="164" y="588"/>
                  </a:lnTo>
                  <a:lnTo>
                    <a:pt x="164" y="586"/>
                  </a:lnTo>
                  <a:lnTo>
                    <a:pt x="164" y="584"/>
                  </a:lnTo>
                  <a:lnTo>
                    <a:pt x="164" y="584"/>
                  </a:lnTo>
                  <a:lnTo>
                    <a:pt x="164" y="584"/>
                  </a:lnTo>
                  <a:lnTo>
                    <a:pt x="164" y="584"/>
                  </a:lnTo>
                  <a:lnTo>
                    <a:pt x="164" y="582"/>
                  </a:lnTo>
                  <a:lnTo>
                    <a:pt x="162" y="582"/>
                  </a:lnTo>
                  <a:lnTo>
                    <a:pt x="160" y="582"/>
                  </a:lnTo>
                  <a:lnTo>
                    <a:pt x="160" y="582"/>
                  </a:lnTo>
                  <a:lnTo>
                    <a:pt x="160" y="581"/>
                  </a:lnTo>
                  <a:lnTo>
                    <a:pt x="160" y="581"/>
                  </a:lnTo>
                  <a:lnTo>
                    <a:pt x="162" y="581"/>
                  </a:lnTo>
                  <a:lnTo>
                    <a:pt x="162" y="579"/>
                  </a:lnTo>
                  <a:lnTo>
                    <a:pt x="164" y="579"/>
                  </a:lnTo>
                  <a:lnTo>
                    <a:pt x="168" y="579"/>
                  </a:lnTo>
                  <a:lnTo>
                    <a:pt x="168" y="579"/>
                  </a:lnTo>
                  <a:lnTo>
                    <a:pt x="168" y="577"/>
                  </a:lnTo>
                  <a:lnTo>
                    <a:pt x="168" y="577"/>
                  </a:lnTo>
                  <a:lnTo>
                    <a:pt x="168" y="573"/>
                  </a:lnTo>
                  <a:lnTo>
                    <a:pt x="168" y="569"/>
                  </a:lnTo>
                  <a:lnTo>
                    <a:pt x="168" y="567"/>
                  </a:lnTo>
                  <a:lnTo>
                    <a:pt x="168" y="565"/>
                  </a:lnTo>
                  <a:lnTo>
                    <a:pt x="168" y="565"/>
                  </a:lnTo>
                  <a:lnTo>
                    <a:pt x="168" y="565"/>
                  </a:lnTo>
                  <a:lnTo>
                    <a:pt x="168" y="563"/>
                  </a:lnTo>
                  <a:lnTo>
                    <a:pt x="166" y="563"/>
                  </a:lnTo>
                  <a:lnTo>
                    <a:pt x="158" y="560"/>
                  </a:lnTo>
                  <a:lnTo>
                    <a:pt x="158" y="560"/>
                  </a:lnTo>
                  <a:lnTo>
                    <a:pt x="158" y="560"/>
                  </a:lnTo>
                  <a:lnTo>
                    <a:pt x="157" y="560"/>
                  </a:lnTo>
                  <a:lnTo>
                    <a:pt x="157" y="562"/>
                  </a:lnTo>
                  <a:lnTo>
                    <a:pt x="157" y="562"/>
                  </a:lnTo>
                  <a:lnTo>
                    <a:pt x="155" y="562"/>
                  </a:lnTo>
                  <a:lnTo>
                    <a:pt x="155" y="562"/>
                  </a:lnTo>
                  <a:lnTo>
                    <a:pt x="155" y="562"/>
                  </a:lnTo>
                  <a:lnTo>
                    <a:pt x="155" y="560"/>
                  </a:lnTo>
                  <a:lnTo>
                    <a:pt x="155" y="560"/>
                  </a:lnTo>
                  <a:lnTo>
                    <a:pt x="155" y="558"/>
                  </a:lnTo>
                  <a:lnTo>
                    <a:pt x="155" y="558"/>
                  </a:lnTo>
                  <a:lnTo>
                    <a:pt x="155" y="558"/>
                  </a:lnTo>
                  <a:lnTo>
                    <a:pt x="155" y="556"/>
                  </a:lnTo>
                  <a:lnTo>
                    <a:pt x="153" y="556"/>
                  </a:lnTo>
                  <a:lnTo>
                    <a:pt x="153" y="554"/>
                  </a:lnTo>
                  <a:lnTo>
                    <a:pt x="153" y="552"/>
                  </a:lnTo>
                  <a:lnTo>
                    <a:pt x="153" y="552"/>
                  </a:lnTo>
                  <a:lnTo>
                    <a:pt x="153" y="552"/>
                  </a:lnTo>
                  <a:lnTo>
                    <a:pt x="155" y="552"/>
                  </a:lnTo>
                  <a:lnTo>
                    <a:pt x="157" y="550"/>
                  </a:lnTo>
                  <a:lnTo>
                    <a:pt x="157" y="550"/>
                  </a:lnTo>
                  <a:lnTo>
                    <a:pt x="157" y="550"/>
                  </a:lnTo>
                  <a:lnTo>
                    <a:pt x="158" y="550"/>
                  </a:lnTo>
                  <a:lnTo>
                    <a:pt x="158" y="550"/>
                  </a:lnTo>
                  <a:lnTo>
                    <a:pt x="158" y="550"/>
                  </a:lnTo>
                  <a:lnTo>
                    <a:pt x="157" y="548"/>
                  </a:lnTo>
                  <a:lnTo>
                    <a:pt x="157" y="548"/>
                  </a:lnTo>
                  <a:lnTo>
                    <a:pt x="155" y="548"/>
                  </a:lnTo>
                  <a:lnTo>
                    <a:pt x="155" y="548"/>
                  </a:lnTo>
                  <a:lnTo>
                    <a:pt x="155" y="548"/>
                  </a:lnTo>
                  <a:lnTo>
                    <a:pt x="155" y="546"/>
                  </a:lnTo>
                  <a:lnTo>
                    <a:pt x="155" y="546"/>
                  </a:lnTo>
                  <a:lnTo>
                    <a:pt x="155" y="546"/>
                  </a:lnTo>
                  <a:lnTo>
                    <a:pt x="155" y="544"/>
                  </a:lnTo>
                  <a:lnTo>
                    <a:pt x="155" y="544"/>
                  </a:lnTo>
                  <a:lnTo>
                    <a:pt x="153" y="544"/>
                  </a:lnTo>
                  <a:lnTo>
                    <a:pt x="153" y="544"/>
                  </a:lnTo>
                  <a:lnTo>
                    <a:pt x="153" y="544"/>
                  </a:lnTo>
                  <a:lnTo>
                    <a:pt x="151" y="544"/>
                  </a:lnTo>
                  <a:lnTo>
                    <a:pt x="151" y="544"/>
                  </a:lnTo>
                  <a:lnTo>
                    <a:pt x="151" y="544"/>
                  </a:lnTo>
                  <a:lnTo>
                    <a:pt x="151" y="543"/>
                  </a:lnTo>
                  <a:lnTo>
                    <a:pt x="151" y="543"/>
                  </a:lnTo>
                  <a:lnTo>
                    <a:pt x="151" y="543"/>
                  </a:lnTo>
                  <a:lnTo>
                    <a:pt x="151" y="543"/>
                  </a:lnTo>
                  <a:lnTo>
                    <a:pt x="151" y="541"/>
                  </a:lnTo>
                  <a:lnTo>
                    <a:pt x="149" y="541"/>
                  </a:lnTo>
                  <a:lnTo>
                    <a:pt x="149" y="541"/>
                  </a:lnTo>
                  <a:lnTo>
                    <a:pt x="149" y="541"/>
                  </a:lnTo>
                  <a:lnTo>
                    <a:pt x="149" y="541"/>
                  </a:lnTo>
                  <a:lnTo>
                    <a:pt x="149" y="541"/>
                  </a:lnTo>
                  <a:lnTo>
                    <a:pt x="147" y="543"/>
                  </a:lnTo>
                  <a:lnTo>
                    <a:pt x="147" y="543"/>
                  </a:lnTo>
                  <a:lnTo>
                    <a:pt x="147" y="543"/>
                  </a:lnTo>
                  <a:lnTo>
                    <a:pt x="147" y="543"/>
                  </a:lnTo>
                  <a:lnTo>
                    <a:pt x="145" y="543"/>
                  </a:lnTo>
                  <a:lnTo>
                    <a:pt x="145" y="541"/>
                  </a:lnTo>
                  <a:lnTo>
                    <a:pt x="145" y="541"/>
                  </a:lnTo>
                  <a:lnTo>
                    <a:pt x="145" y="541"/>
                  </a:lnTo>
                  <a:lnTo>
                    <a:pt x="147" y="539"/>
                  </a:lnTo>
                  <a:lnTo>
                    <a:pt x="147" y="537"/>
                  </a:lnTo>
                  <a:lnTo>
                    <a:pt x="147" y="535"/>
                  </a:lnTo>
                  <a:lnTo>
                    <a:pt x="149" y="537"/>
                  </a:lnTo>
                  <a:lnTo>
                    <a:pt x="149" y="537"/>
                  </a:lnTo>
                  <a:lnTo>
                    <a:pt x="151" y="537"/>
                  </a:lnTo>
                  <a:lnTo>
                    <a:pt x="151" y="537"/>
                  </a:lnTo>
                  <a:lnTo>
                    <a:pt x="151" y="537"/>
                  </a:lnTo>
                  <a:lnTo>
                    <a:pt x="153" y="537"/>
                  </a:lnTo>
                  <a:lnTo>
                    <a:pt x="153" y="537"/>
                  </a:lnTo>
                  <a:lnTo>
                    <a:pt x="153" y="537"/>
                  </a:lnTo>
                  <a:lnTo>
                    <a:pt x="153" y="535"/>
                  </a:lnTo>
                  <a:lnTo>
                    <a:pt x="153" y="535"/>
                  </a:lnTo>
                  <a:lnTo>
                    <a:pt x="155" y="533"/>
                  </a:lnTo>
                  <a:lnTo>
                    <a:pt x="155" y="535"/>
                  </a:lnTo>
                  <a:lnTo>
                    <a:pt x="155" y="535"/>
                  </a:lnTo>
                  <a:lnTo>
                    <a:pt x="155" y="535"/>
                  </a:lnTo>
                  <a:lnTo>
                    <a:pt x="157" y="535"/>
                  </a:lnTo>
                  <a:lnTo>
                    <a:pt x="157" y="537"/>
                  </a:lnTo>
                  <a:lnTo>
                    <a:pt x="157" y="537"/>
                  </a:lnTo>
                  <a:lnTo>
                    <a:pt x="157" y="537"/>
                  </a:lnTo>
                  <a:lnTo>
                    <a:pt x="158" y="535"/>
                  </a:lnTo>
                  <a:lnTo>
                    <a:pt x="160" y="533"/>
                  </a:lnTo>
                  <a:lnTo>
                    <a:pt x="160" y="533"/>
                  </a:lnTo>
                  <a:lnTo>
                    <a:pt x="160" y="533"/>
                  </a:lnTo>
                  <a:lnTo>
                    <a:pt x="162" y="533"/>
                  </a:lnTo>
                  <a:lnTo>
                    <a:pt x="162" y="531"/>
                  </a:lnTo>
                  <a:lnTo>
                    <a:pt x="162" y="531"/>
                  </a:lnTo>
                  <a:lnTo>
                    <a:pt x="164" y="531"/>
                  </a:lnTo>
                  <a:lnTo>
                    <a:pt x="164" y="529"/>
                  </a:lnTo>
                  <a:lnTo>
                    <a:pt x="164" y="527"/>
                  </a:lnTo>
                  <a:lnTo>
                    <a:pt x="164" y="525"/>
                  </a:lnTo>
                  <a:lnTo>
                    <a:pt x="164" y="525"/>
                  </a:lnTo>
                  <a:lnTo>
                    <a:pt x="166" y="525"/>
                  </a:lnTo>
                  <a:lnTo>
                    <a:pt x="166" y="527"/>
                  </a:lnTo>
                  <a:lnTo>
                    <a:pt x="168" y="527"/>
                  </a:lnTo>
                  <a:lnTo>
                    <a:pt x="170" y="527"/>
                  </a:lnTo>
                  <a:lnTo>
                    <a:pt x="172" y="527"/>
                  </a:lnTo>
                  <a:lnTo>
                    <a:pt x="174" y="527"/>
                  </a:lnTo>
                  <a:lnTo>
                    <a:pt x="174" y="527"/>
                  </a:lnTo>
                  <a:lnTo>
                    <a:pt x="174" y="529"/>
                  </a:lnTo>
                  <a:lnTo>
                    <a:pt x="174" y="531"/>
                  </a:lnTo>
                  <a:lnTo>
                    <a:pt x="174" y="531"/>
                  </a:lnTo>
                  <a:lnTo>
                    <a:pt x="176" y="533"/>
                  </a:lnTo>
                  <a:lnTo>
                    <a:pt x="176" y="533"/>
                  </a:lnTo>
                  <a:lnTo>
                    <a:pt x="176" y="533"/>
                  </a:lnTo>
                  <a:lnTo>
                    <a:pt x="176" y="533"/>
                  </a:lnTo>
                  <a:lnTo>
                    <a:pt x="176" y="535"/>
                  </a:lnTo>
                  <a:lnTo>
                    <a:pt x="176" y="535"/>
                  </a:lnTo>
                  <a:lnTo>
                    <a:pt x="176" y="535"/>
                  </a:lnTo>
                  <a:lnTo>
                    <a:pt x="176" y="535"/>
                  </a:lnTo>
                  <a:lnTo>
                    <a:pt x="176" y="535"/>
                  </a:lnTo>
                  <a:lnTo>
                    <a:pt x="176" y="535"/>
                  </a:lnTo>
                  <a:lnTo>
                    <a:pt x="178" y="535"/>
                  </a:lnTo>
                  <a:lnTo>
                    <a:pt x="178" y="535"/>
                  </a:lnTo>
                  <a:lnTo>
                    <a:pt x="179" y="535"/>
                  </a:lnTo>
                  <a:lnTo>
                    <a:pt x="181" y="531"/>
                  </a:lnTo>
                  <a:lnTo>
                    <a:pt x="183" y="531"/>
                  </a:lnTo>
                  <a:lnTo>
                    <a:pt x="183" y="531"/>
                  </a:lnTo>
                  <a:lnTo>
                    <a:pt x="183" y="531"/>
                  </a:lnTo>
                  <a:lnTo>
                    <a:pt x="185" y="531"/>
                  </a:lnTo>
                  <a:lnTo>
                    <a:pt x="187" y="529"/>
                  </a:lnTo>
                  <a:lnTo>
                    <a:pt x="187" y="529"/>
                  </a:lnTo>
                  <a:lnTo>
                    <a:pt x="187" y="527"/>
                  </a:lnTo>
                  <a:lnTo>
                    <a:pt x="185" y="525"/>
                  </a:lnTo>
                  <a:lnTo>
                    <a:pt x="185" y="524"/>
                  </a:lnTo>
                  <a:lnTo>
                    <a:pt x="187" y="524"/>
                  </a:lnTo>
                  <a:lnTo>
                    <a:pt x="187" y="524"/>
                  </a:lnTo>
                  <a:lnTo>
                    <a:pt x="187" y="524"/>
                  </a:lnTo>
                  <a:lnTo>
                    <a:pt x="189" y="520"/>
                  </a:lnTo>
                  <a:lnTo>
                    <a:pt x="189" y="520"/>
                  </a:lnTo>
                  <a:lnTo>
                    <a:pt x="189" y="520"/>
                  </a:lnTo>
                  <a:lnTo>
                    <a:pt x="191" y="520"/>
                  </a:lnTo>
                  <a:lnTo>
                    <a:pt x="191" y="520"/>
                  </a:lnTo>
                  <a:lnTo>
                    <a:pt x="191" y="520"/>
                  </a:lnTo>
                  <a:lnTo>
                    <a:pt x="193" y="518"/>
                  </a:lnTo>
                  <a:lnTo>
                    <a:pt x="193" y="518"/>
                  </a:lnTo>
                  <a:lnTo>
                    <a:pt x="193" y="518"/>
                  </a:lnTo>
                  <a:lnTo>
                    <a:pt x="193" y="516"/>
                  </a:lnTo>
                  <a:lnTo>
                    <a:pt x="195" y="516"/>
                  </a:lnTo>
                  <a:lnTo>
                    <a:pt x="197" y="516"/>
                  </a:lnTo>
                  <a:lnTo>
                    <a:pt x="198" y="514"/>
                  </a:lnTo>
                  <a:lnTo>
                    <a:pt x="198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2" y="516"/>
                  </a:lnTo>
                  <a:lnTo>
                    <a:pt x="204" y="516"/>
                  </a:lnTo>
                  <a:lnTo>
                    <a:pt x="204" y="516"/>
                  </a:lnTo>
                  <a:lnTo>
                    <a:pt x="204" y="514"/>
                  </a:lnTo>
                  <a:lnTo>
                    <a:pt x="204" y="514"/>
                  </a:lnTo>
                  <a:lnTo>
                    <a:pt x="204" y="514"/>
                  </a:lnTo>
                  <a:lnTo>
                    <a:pt x="204" y="514"/>
                  </a:lnTo>
                  <a:lnTo>
                    <a:pt x="204" y="510"/>
                  </a:lnTo>
                  <a:lnTo>
                    <a:pt x="204" y="508"/>
                  </a:lnTo>
                  <a:lnTo>
                    <a:pt x="204" y="508"/>
                  </a:lnTo>
                  <a:lnTo>
                    <a:pt x="202" y="506"/>
                  </a:lnTo>
                  <a:lnTo>
                    <a:pt x="202" y="506"/>
                  </a:lnTo>
                  <a:lnTo>
                    <a:pt x="202" y="506"/>
                  </a:lnTo>
                  <a:lnTo>
                    <a:pt x="202" y="504"/>
                  </a:lnTo>
                  <a:lnTo>
                    <a:pt x="204" y="504"/>
                  </a:lnTo>
                  <a:lnTo>
                    <a:pt x="208" y="504"/>
                  </a:lnTo>
                  <a:lnTo>
                    <a:pt x="210" y="503"/>
                  </a:lnTo>
                  <a:lnTo>
                    <a:pt x="210" y="503"/>
                  </a:lnTo>
                  <a:lnTo>
                    <a:pt x="210" y="503"/>
                  </a:lnTo>
                  <a:lnTo>
                    <a:pt x="212" y="501"/>
                  </a:lnTo>
                  <a:lnTo>
                    <a:pt x="212" y="501"/>
                  </a:lnTo>
                  <a:lnTo>
                    <a:pt x="212" y="499"/>
                  </a:lnTo>
                  <a:lnTo>
                    <a:pt x="214" y="497"/>
                  </a:lnTo>
                  <a:lnTo>
                    <a:pt x="214" y="497"/>
                  </a:lnTo>
                  <a:lnTo>
                    <a:pt x="214" y="497"/>
                  </a:lnTo>
                  <a:lnTo>
                    <a:pt x="218" y="497"/>
                  </a:lnTo>
                  <a:lnTo>
                    <a:pt x="221" y="497"/>
                  </a:lnTo>
                  <a:lnTo>
                    <a:pt x="221" y="497"/>
                  </a:lnTo>
                  <a:lnTo>
                    <a:pt x="221" y="497"/>
                  </a:lnTo>
                  <a:lnTo>
                    <a:pt x="223" y="497"/>
                  </a:lnTo>
                  <a:lnTo>
                    <a:pt x="223" y="499"/>
                  </a:lnTo>
                  <a:lnTo>
                    <a:pt x="223" y="499"/>
                  </a:lnTo>
                  <a:lnTo>
                    <a:pt x="223" y="501"/>
                  </a:lnTo>
                  <a:lnTo>
                    <a:pt x="225" y="501"/>
                  </a:lnTo>
                  <a:lnTo>
                    <a:pt x="227" y="501"/>
                  </a:lnTo>
                  <a:lnTo>
                    <a:pt x="227" y="503"/>
                  </a:lnTo>
                  <a:lnTo>
                    <a:pt x="227" y="503"/>
                  </a:lnTo>
                  <a:lnTo>
                    <a:pt x="229" y="503"/>
                  </a:lnTo>
                  <a:lnTo>
                    <a:pt x="229" y="504"/>
                  </a:lnTo>
                  <a:lnTo>
                    <a:pt x="231" y="504"/>
                  </a:lnTo>
                  <a:lnTo>
                    <a:pt x="231" y="504"/>
                  </a:lnTo>
                  <a:lnTo>
                    <a:pt x="233" y="504"/>
                  </a:lnTo>
                  <a:lnTo>
                    <a:pt x="235" y="504"/>
                  </a:lnTo>
                  <a:lnTo>
                    <a:pt x="240" y="501"/>
                  </a:lnTo>
                  <a:lnTo>
                    <a:pt x="240" y="501"/>
                  </a:lnTo>
                  <a:lnTo>
                    <a:pt x="240" y="499"/>
                  </a:lnTo>
                  <a:lnTo>
                    <a:pt x="240" y="497"/>
                  </a:lnTo>
                  <a:lnTo>
                    <a:pt x="240" y="497"/>
                  </a:lnTo>
                  <a:lnTo>
                    <a:pt x="240" y="497"/>
                  </a:lnTo>
                  <a:lnTo>
                    <a:pt x="246" y="495"/>
                  </a:lnTo>
                  <a:lnTo>
                    <a:pt x="248" y="495"/>
                  </a:lnTo>
                  <a:lnTo>
                    <a:pt x="248" y="495"/>
                  </a:lnTo>
                  <a:lnTo>
                    <a:pt x="250" y="493"/>
                  </a:lnTo>
                  <a:lnTo>
                    <a:pt x="252" y="493"/>
                  </a:lnTo>
                  <a:lnTo>
                    <a:pt x="256" y="493"/>
                  </a:lnTo>
                  <a:lnTo>
                    <a:pt x="258" y="493"/>
                  </a:lnTo>
                  <a:lnTo>
                    <a:pt x="258" y="495"/>
                  </a:lnTo>
                  <a:lnTo>
                    <a:pt x="258" y="495"/>
                  </a:lnTo>
                  <a:lnTo>
                    <a:pt x="259" y="495"/>
                  </a:lnTo>
                  <a:lnTo>
                    <a:pt x="259" y="495"/>
                  </a:lnTo>
                  <a:lnTo>
                    <a:pt x="261" y="495"/>
                  </a:lnTo>
                  <a:lnTo>
                    <a:pt x="263" y="495"/>
                  </a:lnTo>
                  <a:lnTo>
                    <a:pt x="265" y="493"/>
                  </a:lnTo>
                  <a:lnTo>
                    <a:pt x="265" y="493"/>
                  </a:lnTo>
                  <a:lnTo>
                    <a:pt x="267" y="493"/>
                  </a:lnTo>
                  <a:lnTo>
                    <a:pt x="267" y="491"/>
                  </a:lnTo>
                  <a:lnTo>
                    <a:pt x="267" y="491"/>
                  </a:lnTo>
                  <a:lnTo>
                    <a:pt x="269" y="491"/>
                  </a:lnTo>
                  <a:lnTo>
                    <a:pt x="269" y="491"/>
                  </a:lnTo>
                  <a:lnTo>
                    <a:pt x="271" y="493"/>
                  </a:lnTo>
                  <a:lnTo>
                    <a:pt x="273" y="495"/>
                  </a:lnTo>
                  <a:lnTo>
                    <a:pt x="275" y="495"/>
                  </a:lnTo>
                  <a:lnTo>
                    <a:pt x="275" y="495"/>
                  </a:lnTo>
                  <a:lnTo>
                    <a:pt x="277" y="493"/>
                  </a:lnTo>
                  <a:lnTo>
                    <a:pt x="277" y="493"/>
                  </a:lnTo>
                  <a:lnTo>
                    <a:pt x="277" y="493"/>
                  </a:lnTo>
                  <a:lnTo>
                    <a:pt x="277" y="491"/>
                  </a:lnTo>
                  <a:lnTo>
                    <a:pt x="277" y="491"/>
                  </a:lnTo>
                  <a:lnTo>
                    <a:pt x="277" y="489"/>
                  </a:lnTo>
                  <a:lnTo>
                    <a:pt x="275" y="487"/>
                  </a:lnTo>
                  <a:lnTo>
                    <a:pt x="275" y="487"/>
                  </a:lnTo>
                  <a:lnTo>
                    <a:pt x="275" y="485"/>
                  </a:lnTo>
                  <a:lnTo>
                    <a:pt x="275" y="485"/>
                  </a:lnTo>
                  <a:lnTo>
                    <a:pt x="277" y="485"/>
                  </a:lnTo>
                  <a:lnTo>
                    <a:pt x="277" y="484"/>
                  </a:lnTo>
                  <a:lnTo>
                    <a:pt x="277" y="484"/>
                  </a:lnTo>
                  <a:lnTo>
                    <a:pt x="277" y="482"/>
                  </a:lnTo>
                  <a:lnTo>
                    <a:pt x="277" y="480"/>
                  </a:lnTo>
                  <a:lnTo>
                    <a:pt x="275" y="480"/>
                  </a:lnTo>
                  <a:lnTo>
                    <a:pt x="275" y="478"/>
                  </a:lnTo>
                  <a:lnTo>
                    <a:pt x="273" y="478"/>
                  </a:lnTo>
                  <a:lnTo>
                    <a:pt x="273" y="476"/>
                  </a:lnTo>
                  <a:lnTo>
                    <a:pt x="273" y="474"/>
                  </a:lnTo>
                  <a:lnTo>
                    <a:pt x="273" y="474"/>
                  </a:lnTo>
                  <a:lnTo>
                    <a:pt x="275" y="472"/>
                  </a:lnTo>
                  <a:lnTo>
                    <a:pt x="275" y="472"/>
                  </a:lnTo>
                  <a:lnTo>
                    <a:pt x="275" y="470"/>
                  </a:lnTo>
                  <a:lnTo>
                    <a:pt x="275" y="470"/>
                  </a:lnTo>
                  <a:lnTo>
                    <a:pt x="275" y="468"/>
                  </a:lnTo>
                  <a:lnTo>
                    <a:pt x="275" y="466"/>
                  </a:lnTo>
                  <a:lnTo>
                    <a:pt x="273" y="466"/>
                  </a:lnTo>
                  <a:lnTo>
                    <a:pt x="273" y="465"/>
                  </a:lnTo>
                  <a:lnTo>
                    <a:pt x="271" y="465"/>
                  </a:lnTo>
                  <a:lnTo>
                    <a:pt x="271" y="465"/>
                  </a:lnTo>
                  <a:lnTo>
                    <a:pt x="271" y="463"/>
                  </a:lnTo>
                  <a:lnTo>
                    <a:pt x="271" y="461"/>
                  </a:lnTo>
                  <a:lnTo>
                    <a:pt x="269" y="461"/>
                  </a:lnTo>
                  <a:lnTo>
                    <a:pt x="269" y="457"/>
                  </a:lnTo>
                  <a:lnTo>
                    <a:pt x="269" y="455"/>
                  </a:lnTo>
                  <a:lnTo>
                    <a:pt x="269" y="453"/>
                  </a:lnTo>
                  <a:lnTo>
                    <a:pt x="271" y="453"/>
                  </a:lnTo>
                  <a:lnTo>
                    <a:pt x="271" y="451"/>
                  </a:lnTo>
                  <a:lnTo>
                    <a:pt x="271" y="451"/>
                  </a:lnTo>
                  <a:lnTo>
                    <a:pt x="273" y="447"/>
                  </a:lnTo>
                  <a:lnTo>
                    <a:pt x="273" y="447"/>
                  </a:lnTo>
                  <a:lnTo>
                    <a:pt x="275" y="447"/>
                  </a:lnTo>
                  <a:lnTo>
                    <a:pt x="275" y="446"/>
                  </a:lnTo>
                  <a:lnTo>
                    <a:pt x="277" y="446"/>
                  </a:lnTo>
                  <a:lnTo>
                    <a:pt x="277" y="446"/>
                  </a:lnTo>
                  <a:lnTo>
                    <a:pt x="279" y="447"/>
                  </a:lnTo>
                  <a:lnTo>
                    <a:pt x="279" y="449"/>
                  </a:lnTo>
                  <a:lnTo>
                    <a:pt x="280" y="451"/>
                  </a:lnTo>
                  <a:lnTo>
                    <a:pt x="282" y="451"/>
                  </a:lnTo>
                  <a:lnTo>
                    <a:pt x="284" y="451"/>
                  </a:lnTo>
                  <a:lnTo>
                    <a:pt x="286" y="451"/>
                  </a:lnTo>
                  <a:lnTo>
                    <a:pt x="286" y="453"/>
                  </a:lnTo>
                  <a:lnTo>
                    <a:pt x="288" y="453"/>
                  </a:lnTo>
                  <a:lnTo>
                    <a:pt x="288" y="455"/>
                  </a:lnTo>
                  <a:lnTo>
                    <a:pt x="288" y="455"/>
                  </a:lnTo>
                  <a:lnTo>
                    <a:pt x="290" y="455"/>
                  </a:lnTo>
                  <a:lnTo>
                    <a:pt x="292" y="455"/>
                  </a:lnTo>
                  <a:lnTo>
                    <a:pt x="292" y="453"/>
                  </a:lnTo>
                  <a:lnTo>
                    <a:pt x="294" y="451"/>
                  </a:lnTo>
                  <a:lnTo>
                    <a:pt x="296" y="453"/>
                  </a:lnTo>
                  <a:lnTo>
                    <a:pt x="298" y="451"/>
                  </a:lnTo>
                  <a:lnTo>
                    <a:pt x="298" y="453"/>
                  </a:lnTo>
                  <a:lnTo>
                    <a:pt x="299" y="453"/>
                  </a:lnTo>
                  <a:lnTo>
                    <a:pt x="299" y="455"/>
                  </a:lnTo>
                  <a:lnTo>
                    <a:pt x="299" y="457"/>
                  </a:lnTo>
                  <a:lnTo>
                    <a:pt x="299" y="459"/>
                  </a:lnTo>
                  <a:lnTo>
                    <a:pt x="301" y="459"/>
                  </a:lnTo>
                  <a:lnTo>
                    <a:pt x="301" y="459"/>
                  </a:lnTo>
                  <a:lnTo>
                    <a:pt x="303" y="461"/>
                  </a:lnTo>
                  <a:lnTo>
                    <a:pt x="303" y="461"/>
                  </a:lnTo>
                  <a:lnTo>
                    <a:pt x="305" y="459"/>
                  </a:lnTo>
                  <a:lnTo>
                    <a:pt x="305" y="459"/>
                  </a:lnTo>
                  <a:lnTo>
                    <a:pt x="309" y="459"/>
                  </a:lnTo>
                  <a:lnTo>
                    <a:pt x="311" y="459"/>
                  </a:lnTo>
                  <a:lnTo>
                    <a:pt x="311" y="459"/>
                  </a:lnTo>
                  <a:lnTo>
                    <a:pt x="313" y="459"/>
                  </a:lnTo>
                  <a:lnTo>
                    <a:pt x="313" y="459"/>
                  </a:lnTo>
                  <a:lnTo>
                    <a:pt x="315" y="457"/>
                  </a:lnTo>
                  <a:lnTo>
                    <a:pt x="319" y="455"/>
                  </a:lnTo>
                  <a:lnTo>
                    <a:pt x="320" y="455"/>
                  </a:lnTo>
                  <a:lnTo>
                    <a:pt x="320" y="455"/>
                  </a:lnTo>
                  <a:lnTo>
                    <a:pt x="322" y="457"/>
                  </a:lnTo>
                  <a:lnTo>
                    <a:pt x="324" y="457"/>
                  </a:lnTo>
                  <a:lnTo>
                    <a:pt x="324" y="455"/>
                  </a:lnTo>
                  <a:lnTo>
                    <a:pt x="326" y="455"/>
                  </a:lnTo>
                  <a:lnTo>
                    <a:pt x="328" y="455"/>
                  </a:lnTo>
                  <a:lnTo>
                    <a:pt x="328" y="455"/>
                  </a:lnTo>
                  <a:lnTo>
                    <a:pt x="330" y="455"/>
                  </a:lnTo>
                  <a:lnTo>
                    <a:pt x="330" y="455"/>
                  </a:lnTo>
                  <a:lnTo>
                    <a:pt x="332" y="457"/>
                  </a:lnTo>
                  <a:lnTo>
                    <a:pt x="334" y="457"/>
                  </a:lnTo>
                  <a:lnTo>
                    <a:pt x="334" y="457"/>
                  </a:lnTo>
                  <a:lnTo>
                    <a:pt x="336" y="457"/>
                  </a:lnTo>
                  <a:lnTo>
                    <a:pt x="338" y="457"/>
                  </a:lnTo>
                  <a:lnTo>
                    <a:pt x="340" y="459"/>
                  </a:lnTo>
                  <a:lnTo>
                    <a:pt x="341" y="459"/>
                  </a:lnTo>
                  <a:lnTo>
                    <a:pt x="341" y="457"/>
                  </a:lnTo>
                  <a:lnTo>
                    <a:pt x="343" y="457"/>
                  </a:lnTo>
                  <a:lnTo>
                    <a:pt x="345" y="455"/>
                  </a:lnTo>
                  <a:lnTo>
                    <a:pt x="345" y="455"/>
                  </a:lnTo>
                  <a:lnTo>
                    <a:pt x="343" y="453"/>
                  </a:lnTo>
                  <a:lnTo>
                    <a:pt x="341" y="451"/>
                  </a:lnTo>
                  <a:lnTo>
                    <a:pt x="341" y="451"/>
                  </a:lnTo>
                  <a:lnTo>
                    <a:pt x="341" y="449"/>
                  </a:lnTo>
                  <a:lnTo>
                    <a:pt x="340" y="447"/>
                  </a:lnTo>
                  <a:lnTo>
                    <a:pt x="340" y="447"/>
                  </a:lnTo>
                  <a:lnTo>
                    <a:pt x="340" y="446"/>
                  </a:lnTo>
                  <a:lnTo>
                    <a:pt x="340" y="446"/>
                  </a:lnTo>
                  <a:lnTo>
                    <a:pt x="340" y="444"/>
                  </a:lnTo>
                  <a:lnTo>
                    <a:pt x="341" y="444"/>
                  </a:lnTo>
                  <a:lnTo>
                    <a:pt x="341" y="442"/>
                  </a:lnTo>
                  <a:lnTo>
                    <a:pt x="341" y="442"/>
                  </a:lnTo>
                  <a:lnTo>
                    <a:pt x="340" y="440"/>
                  </a:lnTo>
                  <a:lnTo>
                    <a:pt x="340" y="440"/>
                  </a:lnTo>
                  <a:lnTo>
                    <a:pt x="341" y="438"/>
                  </a:lnTo>
                  <a:lnTo>
                    <a:pt x="341" y="438"/>
                  </a:lnTo>
                  <a:lnTo>
                    <a:pt x="341" y="438"/>
                  </a:lnTo>
                  <a:lnTo>
                    <a:pt x="340" y="436"/>
                  </a:lnTo>
                  <a:lnTo>
                    <a:pt x="340" y="434"/>
                  </a:lnTo>
                  <a:lnTo>
                    <a:pt x="338" y="434"/>
                  </a:lnTo>
                  <a:lnTo>
                    <a:pt x="338" y="434"/>
                  </a:lnTo>
                  <a:lnTo>
                    <a:pt x="340" y="432"/>
                  </a:lnTo>
                  <a:lnTo>
                    <a:pt x="345" y="430"/>
                  </a:lnTo>
                  <a:lnTo>
                    <a:pt x="347" y="428"/>
                  </a:lnTo>
                  <a:lnTo>
                    <a:pt x="347" y="428"/>
                  </a:lnTo>
                  <a:lnTo>
                    <a:pt x="347" y="427"/>
                  </a:lnTo>
                  <a:lnTo>
                    <a:pt x="349" y="427"/>
                  </a:lnTo>
                  <a:lnTo>
                    <a:pt x="349" y="427"/>
                  </a:lnTo>
                  <a:lnTo>
                    <a:pt x="351" y="425"/>
                  </a:lnTo>
                  <a:lnTo>
                    <a:pt x="353" y="425"/>
                  </a:lnTo>
                  <a:lnTo>
                    <a:pt x="353" y="425"/>
                  </a:lnTo>
                  <a:lnTo>
                    <a:pt x="353" y="423"/>
                  </a:lnTo>
                  <a:lnTo>
                    <a:pt x="353" y="423"/>
                  </a:lnTo>
                  <a:lnTo>
                    <a:pt x="353" y="423"/>
                  </a:lnTo>
                  <a:lnTo>
                    <a:pt x="353" y="421"/>
                  </a:lnTo>
                  <a:lnTo>
                    <a:pt x="353" y="421"/>
                  </a:lnTo>
                  <a:lnTo>
                    <a:pt x="355" y="421"/>
                  </a:lnTo>
                  <a:lnTo>
                    <a:pt x="355" y="421"/>
                  </a:lnTo>
                  <a:lnTo>
                    <a:pt x="357" y="419"/>
                  </a:lnTo>
                  <a:lnTo>
                    <a:pt x="357" y="419"/>
                  </a:lnTo>
                  <a:lnTo>
                    <a:pt x="357" y="417"/>
                  </a:lnTo>
                  <a:lnTo>
                    <a:pt x="359" y="417"/>
                  </a:lnTo>
                  <a:lnTo>
                    <a:pt x="359" y="417"/>
                  </a:lnTo>
                  <a:lnTo>
                    <a:pt x="360" y="419"/>
                  </a:lnTo>
                  <a:lnTo>
                    <a:pt x="362" y="419"/>
                  </a:lnTo>
                  <a:lnTo>
                    <a:pt x="364" y="417"/>
                  </a:lnTo>
                  <a:lnTo>
                    <a:pt x="364" y="417"/>
                  </a:lnTo>
                  <a:lnTo>
                    <a:pt x="364" y="419"/>
                  </a:lnTo>
                  <a:lnTo>
                    <a:pt x="366" y="421"/>
                  </a:lnTo>
                  <a:lnTo>
                    <a:pt x="368" y="421"/>
                  </a:lnTo>
                  <a:lnTo>
                    <a:pt x="368" y="421"/>
                  </a:lnTo>
                  <a:lnTo>
                    <a:pt x="370" y="423"/>
                  </a:lnTo>
                  <a:lnTo>
                    <a:pt x="372" y="425"/>
                  </a:lnTo>
                  <a:lnTo>
                    <a:pt x="374" y="419"/>
                  </a:lnTo>
                  <a:lnTo>
                    <a:pt x="374" y="417"/>
                  </a:lnTo>
                  <a:lnTo>
                    <a:pt x="374" y="415"/>
                  </a:lnTo>
                  <a:lnTo>
                    <a:pt x="376" y="415"/>
                  </a:lnTo>
                  <a:lnTo>
                    <a:pt x="378" y="413"/>
                  </a:lnTo>
                  <a:lnTo>
                    <a:pt x="378" y="413"/>
                  </a:lnTo>
                  <a:lnTo>
                    <a:pt x="380" y="413"/>
                  </a:lnTo>
                  <a:lnTo>
                    <a:pt x="380" y="413"/>
                  </a:lnTo>
                  <a:lnTo>
                    <a:pt x="380" y="411"/>
                  </a:lnTo>
                  <a:lnTo>
                    <a:pt x="380" y="409"/>
                  </a:lnTo>
                  <a:lnTo>
                    <a:pt x="378" y="407"/>
                  </a:lnTo>
                  <a:lnTo>
                    <a:pt x="378" y="406"/>
                  </a:lnTo>
                  <a:lnTo>
                    <a:pt x="380" y="406"/>
                  </a:lnTo>
                  <a:lnTo>
                    <a:pt x="380" y="406"/>
                  </a:lnTo>
                  <a:lnTo>
                    <a:pt x="381" y="406"/>
                  </a:lnTo>
                  <a:lnTo>
                    <a:pt x="385" y="407"/>
                  </a:lnTo>
                  <a:lnTo>
                    <a:pt x="387" y="407"/>
                  </a:lnTo>
                  <a:lnTo>
                    <a:pt x="389" y="406"/>
                  </a:lnTo>
                  <a:lnTo>
                    <a:pt x="389" y="406"/>
                  </a:lnTo>
                  <a:lnTo>
                    <a:pt x="391" y="402"/>
                  </a:lnTo>
                  <a:lnTo>
                    <a:pt x="391" y="400"/>
                  </a:lnTo>
                  <a:lnTo>
                    <a:pt x="391" y="398"/>
                  </a:lnTo>
                  <a:lnTo>
                    <a:pt x="391" y="396"/>
                  </a:lnTo>
                  <a:lnTo>
                    <a:pt x="391" y="394"/>
                  </a:lnTo>
                  <a:lnTo>
                    <a:pt x="391" y="392"/>
                  </a:lnTo>
                  <a:lnTo>
                    <a:pt x="393" y="388"/>
                  </a:lnTo>
                  <a:lnTo>
                    <a:pt x="393" y="387"/>
                  </a:lnTo>
                  <a:lnTo>
                    <a:pt x="393" y="385"/>
                  </a:lnTo>
                  <a:lnTo>
                    <a:pt x="393" y="381"/>
                  </a:lnTo>
                  <a:lnTo>
                    <a:pt x="393" y="381"/>
                  </a:lnTo>
                  <a:lnTo>
                    <a:pt x="395" y="379"/>
                  </a:lnTo>
                  <a:lnTo>
                    <a:pt x="397" y="377"/>
                  </a:lnTo>
                  <a:lnTo>
                    <a:pt x="399" y="377"/>
                  </a:lnTo>
                  <a:lnTo>
                    <a:pt x="402" y="379"/>
                  </a:lnTo>
                  <a:lnTo>
                    <a:pt x="402" y="379"/>
                  </a:lnTo>
                  <a:lnTo>
                    <a:pt x="402" y="377"/>
                  </a:lnTo>
                  <a:lnTo>
                    <a:pt x="404" y="377"/>
                  </a:lnTo>
                  <a:lnTo>
                    <a:pt x="406" y="377"/>
                  </a:lnTo>
                  <a:lnTo>
                    <a:pt x="406" y="377"/>
                  </a:lnTo>
                  <a:lnTo>
                    <a:pt x="408" y="377"/>
                  </a:lnTo>
                  <a:lnTo>
                    <a:pt x="410" y="377"/>
                  </a:lnTo>
                  <a:lnTo>
                    <a:pt x="410" y="377"/>
                  </a:lnTo>
                  <a:lnTo>
                    <a:pt x="410" y="375"/>
                  </a:lnTo>
                  <a:lnTo>
                    <a:pt x="410" y="373"/>
                  </a:lnTo>
                  <a:lnTo>
                    <a:pt x="410" y="373"/>
                  </a:lnTo>
                  <a:lnTo>
                    <a:pt x="412" y="371"/>
                  </a:lnTo>
                  <a:lnTo>
                    <a:pt x="412" y="371"/>
                  </a:lnTo>
                  <a:lnTo>
                    <a:pt x="418" y="368"/>
                  </a:lnTo>
                  <a:lnTo>
                    <a:pt x="421" y="366"/>
                  </a:lnTo>
                  <a:lnTo>
                    <a:pt x="421" y="366"/>
                  </a:lnTo>
                  <a:lnTo>
                    <a:pt x="421" y="366"/>
                  </a:lnTo>
                  <a:lnTo>
                    <a:pt x="423" y="364"/>
                  </a:lnTo>
                  <a:lnTo>
                    <a:pt x="423" y="364"/>
                  </a:lnTo>
                  <a:lnTo>
                    <a:pt x="423" y="362"/>
                  </a:lnTo>
                  <a:lnTo>
                    <a:pt x="423" y="358"/>
                  </a:lnTo>
                  <a:lnTo>
                    <a:pt x="423" y="356"/>
                  </a:lnTo>
                  <a:lnTo>
                    <a:pt x="423" y="356"/>
                  </a:lnTo>
                  <a:lnTo>
                    <a:pt x="427" y="352"/>
                  </a:lnTo>
                  <a:lnTo>
                    <a:pt x="427" y="350"/>
                  </a:lnTo>
                  <a:lnTo>
                    <a:pt x="429" y="350"/>
                  </a:lnTo>
                  <a:lnTo>
                    <a:pt x="429" y="350"/>
                  </a:lnTo>
                  <a:lnTo>
                    <a:pt x="431" y="350"/>
                  </a:lnTo>
                  <a:lnTo>
                    <a:pt x="431" y="352"/>
                  </a:lnTo>
                  <a:lnTo>
                    <a:pt x="433" y="352"/>
                  </a:lnTo>
                  <a:lnTo>
                    <a:pt x="433" y="354"/>
                  </a:lnTo>
                  <a:lnTo>
                    <a:pt x="433" y="354"/>
                  </a:lnTo>
                  <a:lnTo>
                    <a:pt x="433" y="360"/>
                  </a:lnTo>
                  <a:lnTo>
                    <a:pt x="433" y="360"/>
                  </a:lnTo>
                  <a:lnTo>
                    <a:pt x="435" y="362"/>
                  </a:lnTo>
                  <a:lnTo>
                    <a:pt x="435" y="362"/>
                  </a:lnTo>
                  <a:lnTo>
                    <a:pt x="437" y="362"/>
                  </a:lnTo>
                  <a:lnTo>
                    <a:pt x="439" y="364"/>
                  </a:lnTo>
                  <a:lnTo>
                    <a:pt x="441" y="364"/>
                  </a:lnTo>
                  <a:lnTo>
                    <a:pt x="441" y="366"/>
                  </a:lnTo>
                  <a:lnTo>
                    <a:pt x="442" y="368"/>
                  </a:lnTo>
                  <a:lnTo>
                    <a:pt x="442" y="368"/>
                  </a:lnTo>
                  <a:lnTo>
                    <a:pt x="442" y="368"/>
                  </a:lnTo>
                  <a:lnTo>
                    <a:pt x="442" y="368"/>
                  </a:lnTo>
                  <a:lnTo>
                    <a:pt x="444" y="368"/>
                  </a:lnTo>
                  <a:lnTo>
                    <a:pt x="446" y="368"/>
                  </a:lnTo>
                  <a:lnTo>
                    <a:pt x="448" y="366"/>
                  </a:lnTo>
                  <a:lnTo>
                    <a:pt x="448" y="366"/>
                  </a:lnTo>
                  <a:lnTo>
                    <a:pt x="448" y="366"/>
                  </a:lnTo>
                  <a:lnTo>
                    <a:pt x="452" y="366"/>
                  </a:lnTo>
                  <a:lnTo>
                    <a:pt x="454" y="364"/>
                  </a:lnTo>
                  <a:lnTo>
                    <a:pt x="454" y="362"/>
                  </a:lnTo>
                  <a:lnTo>
                    <a:pt x="454" y="362"/>
                  </a:lnTo>
                  <a:lnTo>
                    <a:pt x="452" y="362"/>
                  </a:lnTo>
                  <a:lnTo>
                    <a:pt x="448" y="358"/>
                  </a:lnTo>
                  <a:lnTo>
                    <a:pt x="448" y="358"/>
                  </a:lnTo>
                  <a:lnTo>
                    <a:pt x="448" y="358"/>
                  </a:lnTo>
                  <a:lnTo>
                    <a:pt x="450" y="356"/>
                  </a:lnTo>
                  <a:lnTo>
                    <a:pt x="450" y="356"/>
                  </a:lnTo>
                  <a:lnTo>
                    <a:pt x="452" y="354"/>
                  </a:lnTo>
                  <a:lnTo>
                    <a:pt x="452" y="354"/>
                  </a:lnTo>
                  <a:lnTo>
                    <a:pt x="452" y="352"/>
                  </a:lnTo>
                  <a:lnTo>
                    <a:pt x="452" y="350"/>
                  </a:lnTo>
                  <a:lnTo>
                    <a:pt x="452" y="350"/>
                  </a:lnTo>
                  <a:lnTo>
                    <a:pt x="454" y="349"/>
                  </a:lnTo>
                  <a:lnTo>
                    <a:pt x="454" y="349"/>
                  </a:lnTo>
                  <a:lnTo>
                    <a:pt x="454" y="349"/>
                  </a:lnTo>
                  <a:lnTo>
                    <a:pt x="454" y="347"/>
                  </a:lnTo>
                  <a:lnTo>
                    <a:pt x="454" y="347"/>
                  </a:lnTo>
                  <a:lnTo>
                    <a:pt x="456" y="345"/>
                  </a:lnTo>
                  <a:lnTo>
                    <a:pt x="456" y="345"/>
                  </a:lnTo>
                  <a:lnTo>
                    <a:pt x="456" y="343"/>
                  </a:lnTo>
                  <a:lnTo>
                    <a:pt x="456" y="343"/>
                  </a:lnTo>
                  <a:lnTo>
                    <a:pt x="458" y="341"/>
                  </a:lnTo>
                  <a:lnTo>
                    <a:pt x="458" y="341"/>
                  </a:lnTo>
                  <a:lnTo>
                    <a:pt x="460" y="341"/>
                  </a:lnTo>
                  <a:lnTo>
                    <a:pt x="463" y="341"/>
                  </a:lnTo>
                  <a:lnTo>
                    <a:pt x="463" y="341"/>
                  </a:lnTo>
                  <a:lnTo>
                    <a:pt x="465" y="341"/>
                  </a:lnTo>
                  <a:lnTo>
                    <a:pt x="465" y="339"/>
                  </a:lnTo>
                  <a:lnTo>
                    <a:pt x="465" y="339"/>
                  </a:lnTo>
                  <a:lnTo>
                    <a:pt x="467" y="337"/>
                  </a:lnTo>
                  <a:lnTo>
                    <a:pt x="467" y="335"/>
                  </a:lnTo>
                  <a:lnTo>
                    <a:pt x="467" y="333"/>
                  </a:lnTo>
                  <a:lnTo>
                    <a:pt x="467" y="331"/>
                  </a:lnTo>
                  <a:lnTo>
                    <a:pt x="467" y="331"/>
                  </a:lnTo>
                  <a:lnTo>
                    <a:pt x="467" y="331"/>
                  </a:lnTo>
                  <a:lnTo>
                    <a:pt x="467" y="330"/>
                  </a:lnTo>
                  <a:lnTo>
                    <a:pt x="467" y="328"/>
                  </a:lnTo>
                  <a:lnTo>
                    <a:pt x="469" y="328"/>
                  </a:lnTo>
                  <a:lnTo>
                    <a:pt x="469" y="328"/>
                  </a:lnTo>
                  <a:lnTo>
                    <a:pt x="471" y="328"/>
                  </a:lnTo>
                  <a:lnTo>
                    <a:pt x="473" y="328"/>
                  </a:lnTo>
                  <a:lnTo>
                    <a:pt x="473" y="328"/>
                  </a:lnTo>
                  <a:lnTo>
                    <a:pt x="475" y="328"/>
                  </a:lnTo>
                  <a:lnTo>
                    <a:pt x="475" y="326"/>
                  </a:lnTo>
                  <a:lnTo>
                    <a:pt x="477" y="320"/>
                  </a:lnTo>
                  <a:lnTo>
                    <a:pt x="479" y="318"/>
                  </a:lnTo>
                  <a:lnTo>
                    <a:pt x="479" y="316"/>
                  </a:lnTo>
                  <a:lnTo>
                    <a:pt x="481" y="316"/>
                  </a:lnTo>
                  <a:lnTo>
                    <a:pt x="482" y="316"/>
                  </a:lnTo>
                  <a:lnTo>
                    <a:pt x="482" y="314"/>
                  </a:lnTo>
                  <a:lnTo>
                    <a:pt x="484" y="314"/>
                  </a:lnTo>
                  <a:lnTo>
                    <a:pt x="486" y="314"/>
                  </a:lnTo>
                  <a:lnTo>
                    <a:pt x="486" y="314"/>
                  </a:lnTo>
                  <a:lnTo>
                    <a:pt x="486" y="312"/>
                  </a:lnTo>
                  <a:lnTo>
                    <a:pt x="486" y="312"/>
                  </a:lnTo>
                  <a:lnTo>
                    <a:pt x="486" y="312"/>
                  </a:lnTo>
                  <a:lnTo>
                    <a:pt x="484" y="310"/>
                  </a:lnTo>
                  <a:lnTo>
                    <a:pt x="481" y="309"/>
                  </a:lnTo>
                  <a:lnTo>
                    <a:pt x="481" y="307"/>
                  </a:lnTo>
                  <a:lnTo>
                    <a:pt x="479" y="307"/>
                  </a:lnTo>
                  <a:lnTo>
                    <a:pt x="479" y="305"/>
                  </a:lnTo>
                  <a:lnTo>
                    <a:pt x="479" y="305"/>
                  </a:lnTo>
                  <a:lnTo>
                    <a:pt x="479" y="303"/>
                  </a:lnTo>
                  <a:lnTo>
                    <a:pt x="479" y="303"/>
                  </a:lnTo>
                  <a:lnTo>
                    <a:pt x="479" y="303"/>
                  </a:lnTo>
                  <a:lnTo>
                    <a:pt x="477" y="303"/>
                  </a:lnTo>
                  <a:lnTo>
                    <a:pt x="477" y="303"/>
                  </a:lnTo>
                  <a:lnTo>
                    <a:pt x="477" y="303"/>
                  </a:lnTo>
                  <a:lnTo>
                    <a:pt x="477" y="303"/>
                  </a:lnTo>
                  <a:lnTo>
                    <a:pt x="477" y="301"/>
                  </a:lnTo>
                  <a:lnTo>
                    <a:pt x="477" y="301"/>
                  </a:lnTo>
                  <a:lnTo>
                    <a:pt x="477" y="301"/>
                  </a:lnTo>
                  <a:lnTo>
                    <a:pt x="477" y="299"/>
                  </a:lnTo>
                  <a:lnTo>
                    <a:pt x="475" y="299"/>
                  </a:lnTo>
                  <a:lnTo>
                    <a:pt x="475" y="299"/>
                  </a:lnTo>
                  <a:lnTo>
                    <a:pt x="473" y="299"/>
                  </a:lnTo>
                  <a:lnTo>
                    <a:pt x="473" y="299"/>
                  </a:lnTo>
                  <a:lnTo>
                    <a:pt x="473" y="299"/>
                  </a:lnTo>
                  <a:lnTo>
                    <a:pt x="473" y="299"/>
                  </a:lnTo>
                  <a:lnTo>
                    <a:pt x="473" y="299"/>
                  </a:lnTo>
                  <a:lnTo>
                    <a:pt x="473" y="297"/>
                  </a:lnTo>
                  <a:lnTo>
                    <a:pt x="473" y="297"/>
                  </a:lnTo>
                  <a:lnTo>
                    <a:pt x="471" y="295"/>
                  </a:lnTo>
                  <a:lnTo>
                    <a:pt x="471" y="293"/>
                  </a:lnTo>
                  <a:lnTo>
                    <a:pt x="471" y="293"/>
                  </a:lnTo>
                  <a:lnTo>
                    <a:pt x="471" y="293"/>
                  </a:lnTo>
                  <a:lnTo>
                    <a:pt x="473" y="291"/>
                  </a:lnTo>
                  <a:lnTo>
                    <a:pt x="473" y="291"/>
                  </a:lnTo>
                  <a:lnTo>
                    <a:pt x="475" y="290"/>
                  </a:lnTo>
                  <a:lnTo>
                    <a:pt x="477" y="288"/>
                  </a:lnTo>
                  <a:lnTo>
                    <a:pt x="477" y="288"/>
                  </a:lnTo>
                  <a:lnTo>
                    <a:pt x="477" y="288"/>
                  </a:lnTo>
                  <a:lnTo>
                    <a:pt x="479" y="288"/>
                  </a:lnTo>
                  <a:lnTo>
                    <a:pt x="479" y="286"/>
                  </a:lnTo>
                  <a:lnTo>
                    <a:pt x="479" y="286"/>
                  </a:lnTo>
                  <a:lnTo>
                    <a:pt x="479" y="286"/>
                  </a:lnTo>
                  <a:lnTo>
                    <a:pt x="479" y="284"/>
                  </a:lnTo>
                  <a:lnTo>
                    <a:pt x="479" y="284"/>
                  </a:lnTo>
                  <a:lnTo>
                    <a:pt x="479" y="282"/>
                  </a:lnTo>
                  <a:lnTo>
                    <a:pt x="479" y="282"/>
                  </a:lnTo>
                  <a:lnTo>
                    <a:pt x="481" y="280"/>
                  </a:lnTo>
                  <a:lnTo>
                    <a:pt x="481" y="276"/>
                  </a:lnTo>
                  <a:lnTo>
                    <a:pt x="481" y="274"/>
                  </a:lnTo>
                  <a:lnTo>
                    <a:pt x="482" y="274"/>
                  </a:lnTo>
                  <a:lnTo>
                    <a:pt x="484" y="272"/>
                  </a:lnTo>
                  <a:lnTo>
                    <a:pt x="484" y="271"/>
                  </a:lnTo>
                  <a:lnTo>
                    <a:pt x="484" y="271"/>
                  </a:lnTo>
                  <a:lnTo>
                    <a:pt x="482" y="271"/>
                  </a:lnTo>
                  <a:lnTo>
                    <a:pt x="482" y="271"/>
                  </a:lnTo>
                  <a:lnTo>
                    <a:pt x="482" y="269"/>
                  </a:lnTo>
                  <a:lnTo>
                    <a:pt x="482" y="269"/>
                  </a:lnTo>
                  <a:lnTo>
                    <a:pt x="484" y="267"/>
                  </a:lnTo>
                  <a:lnTo>
                    <a:pt x="484" y="267"/>
                  </a:lnTo>
                  <a:lnTo>
                    <a:pt x="484" y="267"/>
                  </a:lnTo>
                  <a:lnTo>
                    <a:pt x="486" y="267"/>
                  </a:lnTo>
                  <a:lnTo>
                    <a:pt x="486" y="267"/>
                  </a:lnTo>
                  <a:lnTo>
                    <a:pt x="488" y="267"/>
                  </a:lnTo>
                  <a:lnTo>
                    <a:pt x="488" y="267"/>
                  </a:lnTo>
                  <a:lnTo>
                    <a:pt x="490" y="267"/>
                  </a:lnTo>
                  <a:lnTo>
                    <a:pt x="490" y="267"/>
                  </a:lnTo>
                  <a:lnTo>
                    <a:pt x="492" y="267"/>
                  </a:lnTo>
                  <a:lnTo>
                    <a:pt x="494" y="267"/>
                  </a:lnTo>
                  <a:lnTo>
                    <a:pt x="494" y="267"/>
                  </a:lnTo>
                  <a:lnTo>
                    <a:pt x="496" y="271"/>
                  </a:lnTo>
                  <a:lnTo>
                    <a:pt x="496" y="271"/>
                  </a:lnTo>
                  <a:lnTo>
                    <a:pt x="498" y="272"/>
                  </a:lnTo>
                  <a:lnTo>
                    <a:pt x="500" y="272"/>
                  </a:lnTo>
                  <a:lnTo>
                    <a:pt x="500" y="272"/>
                  </a:lnTo>
                  <a:lnTo>
                    <a:pt x="501" y="272"/>
                  </a:lnTo>
                  <a:lnTo>
                    <a:pt x="503" y="272"/>
                  </a:lnTo>
                  <a:lnTo>
                    <a:pt x="503" y="272"/>
                  </a:lnTo>
                  <a:lnTo>
                    <a:pt x="503" y="272"/>
                  </a:lnTo>
                  <a:lnTo>
                    <a:pt x="505" y="272"/>
                  </a:lnTo>
                  <a:lnTo>
                    <a:pt x="505" y="272"/>
                  </a:lnTo>
                  <a:lnTo>
                    <a:pt x="509" y="272"/>
                  </a:lnTo>
                  <a:lnTo>
                    <a:pt x="509" y="272"/>
                  </a:lnTo>
                  <a:lnTo>
                    <a:pt x="511" y="272"/>
                  </a:lnTo>
                  <a:lnTo>
                    <a:pt x="511" y="271"/>
                  </a:lnTo>
                  <a:lnTo>
                    <a:pt x="511" y="269"/>
                  </a:lnTo>
                  <a:lnTo>
                    <a:pt x="511" y="269"/>
                  </a:lnTo>
                  <a:lnTo>
                    <a:pt x="511" y="263"/>
                  </a:lnTo>
                  <a:lnTo>
                    <a:pt x="511" y="263"/>
                  </a:lnTo>
                  <a:lnTo>
                    <a:pt x="511" y="261"/>
                  </a:lnTo>
                  <a:lnTo>
                    <a:pt x="511" y="261"/>
                  </a:lnTo>
                  <a:lnTo>
                    <a:pt x="511" y="261"/>
                  </a:lnTo>
                  <a:lnTo>
                    <a:pt x="511" y="259"/>
                  </a:lnTo>
                  <a:lnTo>
                    <a:pt x="513" y="257"/>
                  </a:lnTo>
                  <a:lnTo>
                    <a:pt x="513" y="25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17" y="253"/>
                  </a:lnTo>
                  <a:lnTo>
                    <a:pt x="521" y="253"/>
                  </a:lnTo>
                  <a:lnTo>
                    <a:pt x="521" y="252"/>
                  </a:lnTo>
                  <a:lnTo>
                    <a:pt x="522" y="252"/>
                  </a:lnTo>
                  <a:lnTo>
                    <a:pt x="522" y="252"/>
                  </a:lnTo>
                  <a:lnTo>
                    <a:pt x="522" y="250"/>
                  </a:lnTo>
                  <a:lnTo>
                    <a:pt x="522" y="250"/>
                  </a:lnTo>
                  <a:lnTo>
                    <a:pt x="522" y="244"/>
                  </a:lnTo>
                  <a:lnTo>
                    <a:pt x="522" y="242"/>
                  </a:lnTo>
                  <a:lnTo>
                    <a:pt x="522" y="240"/>
                  </a:lnTo>
                  <a:lnTo>
                    <a:pt x="524" y="238"/>
                  </a:lnTo>
                  <a:lnTo>
                    <a:pt x="524" y="236"/>
                  </a:lnTo>
                  <a:lnTo>
                    <a:pt x="526" y="234"/>
                  </a:lnTo>
                  <a:lnTo>
                    <a:pt x="526" y="233"/>
                  </a:lnTo>
                  <a:lnTo>
                    <a:pt x="530" y="231"/>
                  </a:lnTo>
                  <a:lnTo>
                    <a:pt x="530" y="231"/>
                  </a:lnTo>
                  <a:lnTo>
                    <a:pt x="530" y="231"/>
                  </a:lnTo>
                  <a:lnTo>
                    <a:pt x="532" y="229"/>
                  </a:lnTo>
                  <a:lnTo>
                    <a:pt x="532" y="229"/>
                  </a:lnTo>
                  <a:lnTo>
                    <a:pt x="532" y="227"/>
                  </a:lnTo>
                  <a:lnTo>
                    <a:pt x="532" y="227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28" y="225"/>
                  </a:lnTo>
                  <a:lnTo>
                    <a:pt x="528" y="225"/>
                  </a:lnTo>
                  <a:lnTo>
                    <a:pt x="524" y="215"/>
                  </a:lnTo>
                  <a:lnTo>
                    <a:pt x="524" y="213"/>
                  </a:lnTo>
                  <a:lnTo>
                    <a:pt x="524" y="212"/>
                  </a:lnTo>
                  <a:lnTo>
                    <a:pt x="528" y="213"/>
                  </a:lnTo>
                  <a:lnTo>
                    <a:pt x="530" y="213"/>
                  </a:lnTo>
                  <a:lnTo>
                    <a:pt x="530" y="213"/>
                  </a:lnTo>
                  <a:lnTo>
                    <a:pt x="530" y="215"/>
                  </a:lnTo>
                  <a:lnTo>
                    <a:pt x="532" y="217"/>
                  </a:lnTo>
                  <a:lnTo>
                    <a:pt x="532" y="217"/>
                  </a:lnTo>
                  <a:lnTo>
                    <a:pt x="532" y="217"/>
                  </a:lnTo>
                  <a:lnTo>
                    <a:pt x="532" y="217"/>
                  </a:lnTo>
                  <a:lnTo>
                    <a:pt x="538" y="221"/>
                  </a:lnTo>
                  <a:lnTo>
                    <a:pt x="540" y="221"/>
                  </a:lnTo>
                  <a:lnTo>
                    <a:pt x="540" y="219"/>
                  </a:lnTo>
                  <a:lnTo>
                    <a:pt x="540" y="219"/>
                  </a:lnTo>
                  <a:lnTo>
                    <a:pt x="540" y="219"/>
                  </a:lnTo>
                  <a:lnTo>
                    <a:pt x="540" y="219"/>
                  </a:lnTo>
                  <a:lnTo>
                    <a:pt x="541" y="219"/>
                  </a:lnTo>
                  <a:lnTo>
                    <a:pt x="541" y="219"/>
                  </a:lnTo>
                  <a:lnTo>
                    <a:pt x="541" y="217"/>
                  </a:lnTo>
                  <a:lnTo>
                    <a:pt x="541" y="217"/>
                  </a:lnTo>
                  <a:lnTo>
                    <a:pt x="543" y="217"/>
                  </a:lnTo>
                  <a:lnTo>
                    <a:pt x="543" y="217"/>
                  </a:lnTo>
                  <a:lnTo>
                    <a:pt x="543" y="217"/>
                  </a:lnTo>
                  <a:lnTo>
                    <a:pt x="545" y="219"/>
                  </a:lnTo>
                  <a:lnTo>
                    <a:pt x="545" y="219"/>
                  </a:lnTo>
                  <a:lnTo>
                    <a:pt x="547" y="219"/>
                  </a:lnTo>
                  <a:lnTo>
                    <a:pt x="547" y="219"/>
                  </a:lnTo>
                  <a:lnTo>
                    <a:pt x="549" y="219"/>
                  </a:lnTo>
                  <a:lnTo>
                    <a:pt x="551" y="219"/>
                  </a:lnTo>
                  <a:lnTo>
                    <a:pt x="557" y="221"/>
                  </a:lnTo>
                  <a:lnTo>
                    <a:pt x="561" y="223"/>
                  </a:lnTo>
                  <a:lnTo>
                    <a:pt x="561" y="223"/>
                  </a:lnTo>
                  <a:lnTo>
                    <a:pt x="562" y="223"/>
                  </a:lnTo>
                  <a:lnTo>
                    <a:pt x="566" y="223"/>
                  </a:lnTo>
                  <a:lnTo>
                    <a:pt x="568" y="223"/>
                  </a:lnTo>
                  <a:lnTo>
                    <a:pt x="570" y="225"/>
                  </a:lnTo>
                  <a:lnTo>
                    <a:pt x="570" y="225"/>
                  </a:lnTo>
                  <a:lnTo>
                    <a:pt x="570" y="225"/>
                  </a:lnTo>
                  <a:lnTo>
                    <a:pt x="572" y="227"/>
                  </a:lnTo>
                  <a:lnTo>
                    <a:pt x="572" y="227"/>
                  </a:lnTo>
                  <a:lnTo>
                    <a:pt x="572" y="227"/>
                  </a:lnTo>
                  <a:lnTo>
                    <a:pt x="572" y="227"/>
                  </a:lnTo>
                  <a:lnTo>
                    <a:pt x="574" y="234"/>
                  </a:lnTo>
                  <a:lnTo>
                    <a:pt x="576" y="234"/>
                  </a:lnTo>
                  <a:lnTo>
                    <a:pt x="576" y="236"/>
                  </a:lnTo>
                  <a:lnTo>
                    <a:pt x="576" y="236"/>
                  </a:lnTo>
                  <a:lnTo>
                    <a:pt x="578" y="236"/>
                  </a:lnTo>
                  <a:lnTo>
                    <a:pt x="580" y="238"/>
                  </a:lnTo>
                  <a:lnTo>
                    <a:pt x="580" y="238"/>
                  </a:lnTo>
                  <a:lnTo>
                    <a:pt x="580" y="238"/>
                  </a:lnTo>
                  <a:lnTo>
                    <a:pt x="580" y="240"/>
                  </a:lnTo>
                  <a:lnTo>
                    <a:pt x="580" y="240"/>
                  </a:lnTo>
                  <a:lnTo>
                    <a:pt x="582" y="240"/>
                  </a:lnTo>
                  <a:lnTo>
                    <a:pt x="583" y="240"/>
                  </a:lnTo>
                  <a:lnTo>
                    <a:pt x="583" y="242"/>
                  </a:lnTo>
                  <a:lnTo>
                    <a:pt x="585" y="242"/>
                  </a:lnTo>
                  <a:lnTo>
                    <a:pt x="585" y="242"/>
                  </a:lnTo>
                  <a:lnTo>
                    <a:pt x="585" y="242"/>
                  </a:lnTo>
                  <a:lnTo>
                    <a:pt x="585" y="242"/>
                  </a:lnTo>
                  <a:lnTo>
                    <a:pt x="587" y="242"/>
                  </a:lnTo>
                  <a:lnTo>
                    <a:pt x="589" y="242"/>
                  </a:lnTo>
                  <a:lnTo>
                    <a:pt x="589" y="242"/>
                  </a:lnTo>
                  <a:lnTo>
                    <a:pt x="591" y="240"/>
                  </a:lnTo>
                  <a:lnTo>
                    <a:pt x="591" y="238"/>
                  </a:lnTo>
                  <a:lnTo>
                    <a:pt x="593" y="238"/>
                  </a:lnTo>
                  <a:lnTo>
                    <a:pt x="593" y="238"/>
                  </a:lnTo>
                  <a:lnTo>
                    <a:pt x="597" y="236"/>
                  </a:lnTo>
                  <a:lnTo>
                    <a:pt x="602" y="234"/>
                  </a:lnTo>
                  <a:lnTo>
                    <a:pt x="602" y="234"/>
                  </a:lnTo>
                  <a:lnTo>
                    <a:pt x="604" y="234"/>
                  </a:lnTo>
                  <a:lnTo>
                    <a:pt x="606" y="236"/>
                  </a:lnTo>
                  <a:lnTo>
                    <a:pt x="606" y="236"/>
                  </a:lnTo>
                  <a:lnTo>
                    <a:pt x="608" y="236"/>
                  </a:lnTo>
                  <a:lnTo>
                    <a:pt x="608" y="240"/>
                  </a:lnTo>
                  <a:lnTo>
                    <a:pt x="610" y="240"/>
                  </a:lnTo>
                  <a:lnTo>
                    <a:pt x="610" y="240"/>
                  </a:lnTo>
                  <a:lnTo>
                    <a:pt x="610" y="240"/>
                  </a:lnTo>
                  <a:lnTo>
                    <a:pt x="620" y="242"/>
                  </a:lnTo>
                  <a:lnTo>
                    <a:pt x="620" y="242"/>
                  </a:lnTo>
                  <a:lnTo>
                    <a:pt x="622" y="242"/>
                  </a:lnTo>
                  <a:lnTo>
                    <a:pt x="622" y="244"/>
                  </a:lnTo>
                  <a:lnTo>
                    <a:pt x="622" y="246"/>
                  </a:lnTo>
                  <a:lnTo>
                    <a:pt x="623" y="246"/>
                  </a:lnTo>
                  <a:lnTo>
                    <a:pt x="623" y="246"/>
                  </a:lnTo>
                  <a:lnTo>
                    <a:pt x="625" y="246"/>
                  </a:lnTo>
                  <a:lnTo>
                    <a:pt x="633" y="246"/>
                  </a:lnTo>
                  <a:lnTo>
                    <a:pt x="633" y="246"/>
                  </a:lnTo>
                  <a:lnTo>
                    <a:pt x="633" y="246"/>
                  </a:lnTo>
                  <a:lnTo>
                    <a:pt x="637" y="246"/>
                  </a:lnTo>
                  <a:lnTo>
                    <a:pt x="637" y="246"/>
                  </a:lnTo>
                  <a:lnTo>
                    <a:pt x="637" y="248"/>
                  </a:lnTo>
                  <a:lnTo>
                    <a:pt x="639" y="248"/>
                  </a:lnTo>
                  <a:lnTo>
                    <a:pt x="639" y="248"/>
                  </a:lnTo>
                  <a:lnTo>
                    <a:pt x="639" y="248"/>
                  </a:lnTo>
                  <a:lnTo>
                    <a:pt x="639" y="248"/>
                  </a:lnTo>
                  <a:lnTo>
                    <a:pt x="641" y="248"/>
                  </a:lnTo>
                  <a:lnTo>
                    <a:pt x="641" y="248"/>
                  </a:lnTo>
                  <a:lnTo>
                    <a:pt x="641" y="248"/>
                  </a:lnTo>
                  <a:lnTo>
                    <a:pt x="642" y="248"/>
                  </a:lnTo>
                  <a:lnTo>
                    <a:pt x="642" y="248"/>
                  </a:lnTo>
                  <a:lnTo>
                    <a:pt x="642" y="246"/>
                  </a:lnTo>
                  <a:lnTo>
                    <a:pt x="642" y="246"/>
                  </a:lnTo>
                  <a:lnTo>
                    <a:pt x="642" y="244"/>
                  </a:lnTo>
                  <a:lnTo>
                    <a:pt x="642" y="244"/>
                  </a:lnTo>
                  <a:lnTo>
                    <a:pt x="644" y="244"/>
                  </a:lnTo>
                  <a:lnTo>
                    <a:pt x="644" y="242"/>
                  </a:lnTo>
                  <a:lnTo>
                    <a:pt x="652" y="240"/>
                  </a:lnTo>
                  <a:lnTo>
                    <a:pt x="652" y="240"/>
                  </a:lnTo>
                  <a:lnTo>
                    <a:pt x="652" y="240"/>
                  </a:lnTo>
                  <a:lnTo>
                    <a:pt x="654" y="240"/>
                  </a:lnTo>
                  <a:lnTo>
                    <a:pt x="660" y="240"/>
                  </a:lnTo>
                  <a:lnTo>
                    <a:pt x="662" y="242"/>
                  </a:lnTo>
                  <a:lnTo>
                    <a:pt x="662" y="242"/>
                  </a:lnTo>
                  <a:lnTo>
                    <a:pt x="663" y="244"/>
                  </a:lnTo>
                  <a:lnTo>
                    <a:pt x="663" y="246"/>
                  </a:lnTo>
                  <a:lnTo>
                    <a:pt x="665" y="248"/>
                  </a:lnTo>
                  <a:lnTo>
                    <a:pt x="665" y="248"/>
                  </a:lnTo>
                  <a:lnTo>
                    <a:pt x="667" y="248"/>
                  </a:lnTo>
                  <a:lnTo>
                    <a:pt x="667" y="250"/>
                  </a:lnTo>
                  <a:lnTo>
                    <a:pt x="667" y="250"/>
                  </a:lnTo>
                  <a:lnTo>
                    <a:pt x="669" y="250"/>
                  </a:lnTo>
                  <a:lnTo>
                    <a:pt x="671" y="250"/>
                  </a:lnTo>
                  <a:lnTo>
                    <a:pt x="671" y="250"/>
                  </a:lnTo>
                  <a:lnTo>
                    <a:pt x="671" y="250"/>
                  </a:lnTo>
                  <a:lnTo>
                    <a:pt x="673" y="252"/>
                  </a:lnTo>
                  <a:lnTo>
                    <a:pt x="673" y="252"/>
                  </a:lnTo>
                  <a:lnTo>
                    <a:pt x="673" y="253"/>
                  </a:lnTo>
                  <a:lnTo>
                    <a:pt x="675" y="253"/>
                  </a:lnTo>
                  <a:lnTo>
                    <a:pt x="675" y="253"/>
                  </a:lnTo>
                  <a:lnTo>
                    <a:pt x="675" y="255"/>
                  </a:lnTo>
                  <a:lnTo>
                    <a:pt x="675" y="257"/>
                  </a:lnTo>
                  <a:lnTo>
                    <a:pt x="675" y="257"/>
                  </a:lnTo>
                  <a:lnTo>
                    <a:pt x="675" y="259"/>
                  </a:lnTo>
                  <a:lnTo>
                    <a:pt x="675" y="263"/>
                  </a:lnTo>
                  <a:lnTo>
                    <a:pt x="675" y="265"/>
                  </a:lnTo>
                  <a:lnTo>
                    <a:pt x="675" y="265"/>
                  </a:lnTo>
                  <a:lnTo>
                    <a:pt x="675" y="267"/>
                  </a:lnTo>
                  <a:lnTo>
                    <a:pt x="675" y="269"/>
                  </a:lnTo>
                  <a:lnTo>
                    <a:pt x="675" y="271"/>
                  </a:lnTo>
                  <a:lnTo>
                    <a:pt x="673" y="271"/>
                  </a:lnTo>
                  <a:lnTo>
                    <a:pt x="673" y="272"/>
                  </a:lnTo>
                  <a:lnTo>
                    <a:pt x="673" y="272"/>
                  </a:lnTo>
                  <a:lnTo>
                    <a:pt x="673" y="272"/>
                  </a:lnTo>
                  <a:lnTo>
                    <a:pt x="673" y="272"/>
                  </a:lnTo>
                  <a:lnTo>
                    <a:pt x="673" y="274"/>
                  </a:lnTo>
                  <a:lnTo>
                    <a:pt x="673" y="276"/>
                  </a:lnTo>
                  <a:lnTo>
                    <a:pt x="673" y="278"/>
                  </a:lnTo>
                  <a:lnTo>
                    <a:pt x="673" y="280"/>
                  </a:lnTo>
                  <a:lnTo>
                    <a:pt x="673" y="282"/>
                  </a:lnTo>
                  <a:lnTo>
                    <a:pt x="671" y="282"/>
                  </a:lnTo>
                  <a:lnTo>
                    <a:pt x="669" y="286"/>
                  </a:lnTo>
                  <a:lnTo>
                    <a:pt x="667" y="288"/>
                  </a:lnTo>
                  <a:lnTo>
                    <a:pt x="665" y="290"/>
                  </a:lnTo>
                  <a:lnTo>
                    <a:pt x="667" y="293"/>
                  </a:lnTo>
                  <a:lnTo>
                    <a:pt x="667" y="293"/>
                  </a:lnTo>
                  <a:lnTo>
                    <a:pt x="673" y="293"/>
                  </a:lnTo>
                  <a:lnTo>
                    <a:pt x="673" y="295"/>
                  </a:lnTo>
                  <a:lnTo>
                    <a:pt x="675" y="301"/>
                  </a:lnTo>
                  <a:lnTo>
                    <a:pt x="675" y="305"/>
                  </a:lnTo>
                  <a:lnTo>
                    <a:pt x="675" y="309"/>
                  </a:lnTo>
                  <a:lnTo>
                    <a:pt x="675" y="310"/>
                  </a:lnTo>
                  <a:lnTo>
                    <a:pt x="675" y="312"/>
                  </a:lnTo>
                  <a:lnTo>
                    <a:pt x="671" y="314"/>
                  </a:lnTo>
                  <a:lnTo>
                    <a:pt x="671" y="316"/>
                  </a:lnTo>
                  <a:lnTo>
                    <a:pt x="677" y="318"/>
                  </a:lnTo>
                  <a:lnTo>
                    <a:pt x="679" y="320"/>
                  </a:lnTo>
                  <a:lnTo>
                    <a:pt x="683" y="322"/>
                  </a:lnTo>
                  <a:lnTo>
                    <a:pt x="684" y="324"/>
                  </a:lnTo>
                  <a:lnTo>
                    <a:pt x="684" y="324"/>
                  </a:lnTo>
                  <a:lnTo>
                    <a:pt x="686" y="328"/>
                  </a:lnTo>
                  <a:lnTo>
                    <a:pt x="686" y="328"/>
                  </a:lnTo>
                  <a:lnTo>
                    <a:pt x="694" y="328"/>
                  </a:lnTo>
                  <a:lnTo>
                    <a:pt x="702" y="328"/>
                  </a:lnTo>
                  <a:lnTo>
                    <a:pt x="702" y="328"/>
                  </a:lnTo>
                  <a:lnTo>
                    <a:pt x="703" y="326"/>
                  </a:lnTo>
                  <a:lnTo>
                    <a:pt x="703" y="324"/>
                  </a:lnTo>
                  <a:lnTo>
                    <a:pt x="703" y="324"/>
                  </a:lnTo>
                  <a:lnTo>
                    <a:pt x="703" y="322"/>
                  </a:lnTo>
                  <a:lnTo>
                    <a:pt x="703" y="320"/>
                  </a:lnTo>
                  <a:lnTo>
                    <a:pt x="703" y="320"/>
                  </a:lnTo>
                  <a:lnTo>
                    <a:pt x="709" y="316"/>
                  </a:lnTo>
                  <a:lnTo>
                    <a:pt x="711" y="314"/>
                  </a:lnTo>
                  <a:lnTo>
                    <a:pt x="711" y="312"/>
                  </a:lnTo>
                  <a:lnTo>
                    <a:pt x="705" y="307"/>
                  </a:lnTo>
                  <a:lnTo>
                    <a:pt x="703" y="303"/>
                  </a:lnTo>
                  <a:lnTo>
                    <a:pt x="703" y="301"/>
                  </a:lnTo>
                  <a:lnTo>
                    <a:pt x="705" y="297"/>
                  </a:lnTo>
                  <a:lnTo>
                    <a:pt x="711" y="290"/>
                  </a:lnTo>
                  <a:lnTo>
                    <a:pt x="713" y="288"/>
                  </a:lnTo>
                  <a:lnTo>
                    <a:pt x="713" y="286"/>
                  </a:lnTo>
                  <a:lnTo>
                    <a:pt x="713" y="284"/>
                  </a:lnTo>
                  <a:lnTo>
                    <a:pt x="715" y="276"/>
                  </a:lnTo>
                  <a:lnTo>
                    <a:pt x="717" y="274"/>
                  </a:lnTo>
                  <a:lnTo>
                    <a:pt x="717" y="272"/>
                  </a:lnTo>
                  <a:lnTo>
                    <a:pt x="719" y="272"/>
                  </a:lnTo>
                  <a:lnTo>
                    <a:pt x="721" y="272"/>
                  </a:lnTo>
                  <a:lnTo>
                    <a:pt x="721" y="271"/>
                  </a:lnTo>
                  <a:lnTo>
                    <a:pt x="723" y="267"/>
                  </a:lnTo>
                  <a:lnTo>
                    <a:pt x="723" y="267"/>
                  </a:lnTo>
                  <a:lnTo>
                    <a:pt x="724" y="265"/>
                  </a:lnTo>
                  <a:lnTo>
                    <a:pt x="726" y="265"/>
                  </a:lnTo>
                  <a:lnTo>
                    <a:pt x="726" y="265"/>
                  </a:lnTo>
                  <a:lnTo>
                    <a:pt x="728" y="263"/>
                  </a:lnTo>
                  <a:lnTo>
                    <a:pt x="728" y="261"/>
                  </a:lnTo>
                  <a:lnTo>
                    <a:pt x="730" y="261"/>
                  </a:lnTo>
                  <a:lnTo>
                    <a:pt x="732" y="259"/>
                  </a:lnTo>
                  <a:lnTo>
                    <a:pt x="734" y="261"/>
                  </a:lnTo>
                  <a:lnTo>
                    <a:pt x="734" y="265"/>
                  </a:lnTo>
                  <a:lnTo>
                    <a:pt x="736" y="267"/>
                  </a:lnTo>
                  <a:lnTo>
                    <a:pt x="738" y="267"/>
                  </a:lnTo>
                  <a:lnTo>
                    <a:pt x="740" y="267"/>
                  </a:lnTo>
                  <a:lnTo>
                    <a:pt x="742" y="267"/>
                  </a:lnTo>
                  <a:lnTo>
                    <a:pt x="743" y="269"/>
                  </a:lnTo>
                  <a:lnTo>
                    <a:pt x="743" y="271"/>
                  </a:lnTo>
                  <a:lnTo>
                    <a:pt x="745" y="272"/>
                  </a:lnTo>
                  <a:lnTo>
                    <a:pt x="745" y="272"/>
                  </a:lnTo>
                  <a:lnTo>
                    <a:pt x="745" y="272"/>
                  </a:lnTo>
                  <a:lnTo>
                    <a:pt x="747" y="271"/>
                  </a:lnTo>
                  <a:lnTo>
                    <a:pt x="747" y="271"/>
                  </a:lnTo>
                  <a:lnTo>
                    <a:pt x="749" y="269"/>
                  </a:lnTo>
                  <a:lnTo>
                    <a:pt x="751" y="269"/>
                  </a:lnTo>
                  <a:lnTo>
                    <a:pt x="755" y="267"/>
                  </a:lnTo>
                  <a:lnTo>
                    <a:pt x="755" y="265"/>
                  </a:lnTo>
                  <a:lnTo>
                    <a:pt x="755" y="265"/>
                  </a:lnTo>
                  <a:lnTo>
                    <a:pt x="755" y="263"/>
                  </a:lnTo>
                  <a:lnTo>
                    <a:pt x="753" y="261"/>
                  </a:lnTo>
                  <a:lnTo>
                    <a:pt x="753" y="259"/>
                  </a:lnTo>
                  <a:lnTo>
                    <a:pt x="753" y="259"/>
                  </a:lnTo>
                  <a:lnTo>
                    <a:pt x="755" y="259"/>
                  </a:lnTo>
                  <a:lnTo>
                    <a:pt x="755" y="257"/>
                  </a:lnTo>
                  <a:lnTo>
                    <a:pt x="757" y="257"/>
                  </a:lnTo>
                  <a:lnTo>
                    <a:pt x="759" y="257"/>
                  </a:lnTo>
                  <a:lnTo>
                    <a:pt x="761" y="257"/>
                  </a:lnTo>
                  <a:lnTo>
                    <a:pt x="761" y="255"/>
                  </a:lnTo>
                  <a:lnTo>
                    <a:pt x="761" y="253"/>
                  </a:lnTo>
                  <a:lnTo>
                    <a:pt x="763" y="253"/>
                  </a:lnTo>
                  <a:lnTo>
                    <a:pt x="761" y="252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34" name="Freeform 37">
              <a:extLst>
                <a:ext uri="{FF2B5EF4-FFF2-40B4-BE49-F238E27FC236}">
                  <a16:creationId xmlns:a16="http://schemas.microsoft.com/office/drawing/2014/main" id="{AD890493-A197-1CC8-EA1D-8B4BE9783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938" y="3476625"/>
              <a:ext cx="1211263" cy="990600"/>
            </a:xfrm>
            <a:custGeom>
              <a:avLst/>
              <a:gdLst>
                <a:gd name="T0" fmla="*/ 724 w 763"/>
                <a:gd name="T1" fmla="*/ 223 h 624"/>
                <a:gd name="T2" fmla="*/ 726 w 763"/>
                <a:gd name="T3" fmla="*/ 208 h 624"/>
                <a:gd name="T4" fmla="*/ 736 w 763"/>
                <a:gd name="T5" fmla="*/ 166 h 624"/>
                <a:gd name="T6" fmla="*/ 730 w 763"/>
                <a:gd name="T7" fmla="*/ 136 h 624"/>
                <a:gd name="T8" fmla="*/ 742 w 763"/>
                <a:gd name="T9" fmla="*/ 67 h 624"/>
                <a:gd name="T10" fmla="*/ 696 w 763"/>
                <a:gd name="T11" fmla="*/ 39 h 624"/>
                <a:gd name="T12" fmla="*/ 642 w 763"/>
                <a:gd name="T13" fmla="*/ 48 h 624"/>
                <a:gd name="T14" fmla="*/ 580 w 763"/>
                <a:gd name="T15" fmla="*/ 46 h 624"/>
                <a:gd name="T16" fmla="*/ 532 w 763"/>
                <a:gd name="T17" fmla="*/ 40 h 624"/>
                <a:gd name="T18" fmla="*/ 458 w 763"/>
                <a:gd name="T19" fmla="*/ 63 h 624"/>
                <a:gd name="T20" fmla="*/ 452 w 763"/>
                <a:gd name="T21" fmla="*/ 33 h 624"/>
                <a:gd name="T22" fmla="*/ 387 w 763"/>
                <a:gd name="T23" fmla="*/ 42 h 624"/>
                <a:gd name="T24" fmla="*/ 347 w 763"/>
                <a:gd name="T25" fmla="*/ 92 h 624"/>
                <a:gd name="T26" fmla="*/ 273 w 763"/>
                <a:gd name="T27" fmla="*/ 63 h 624"/>
                <a:gd name="T28" fmla="*/ 185 w 763"/>
                <a:gd name="T29" fmla="*/ 39 h 624"/>
                <a:gd name="T30" fmla="*/ 122 w 763"/>
                <a:gd name="T31" fmla="*/ 14 h 624"/>
                <a:gd name="T32" fmla="*/ 124 w 763"/>
                <a:gd name="T33" fmla="*/ 48 h 624"/>
                <a:gd name="T34" fmla="*/ 130 w 763"/>
                <a:gd name="T35" fmla="*/ 56 h 624"/>
                <a:gd name="T36" fmla="*/ 86 w 763"/>
                <a:gd name="T37" fmla="*/ 82 h 624"/>
                <a:gd name="T38" fmla="*/ 111 w 763"/>
                <a:gd name="T39" fmla="*/ 132 h 624"/>
                <a:gd name="T40" fmla="*/ 67 w 763"/>
                <a:gd name="T41" fmla="*/ 137 h 624"/>
                <a:gd name="T42" fmla="*/ 67 w 763"/>
                <a:gd name="T43" fmla="*/ 179 h 624"/>
                <a:gd name="T44" fmla="*/ 38 w 763"/>
                <a:gd name="T45" fmla="*/ 196 h 624"/>
                <a:gd name="T46" fmla="*/ 2 w 763"/>
                <a:gd name="T47" fmla="*/ 206 h 624"/>
                <a:gd name="T48" fmla="*/ 8 w 763"/>
                <a:gd name="T49" fmla="*/ 244 h 624"/>
                <a:gd name="T50" fmla="*/ 35 w 763"/>
                <a:gd name="T51" fmla="*/ 276 h 624"/>
                <a:gd name="T52" fmla="*/ 16 w 763"/>
                <a:gd name="T53" fmla="*/ 288 h 624"/>
                <a:gd name="T54" fmla="*/ 29 w 763"/>
                <a:gd name="T55" fmla="*/ 286 h 624"/>
                <a:gd name="T56" fmla="*/ 31 w 763"/>
                <a:gd name="T57" fmla="*/ 312 h 624"/>
                <a:gd name="T58" fmla="*/ 35 w 763"/>
                <a:gd name="T59" fmla="*/ 350 h 624"/>
                <a:gd name="T60" fmla="*/ 37 w 763"/>
                <a:gd name="T61" fmla="*/ 377 h 624"/>
                <a:gd name="T62" fmla="*/ 37 w 763"/>
                <a:gd name="T63" fmla="*/ 390 h 624"/>
                <a:gd name="T64" fmla="*/ 44 w 763"/>
                <a:gd name="T65" fmla="*/ 438 h 624"/>
                <a:gd name="T66" fmla="*/ 57 w 763"/>
                <a:gd name="T67" fmla="*/ 493 h 624"/>
                <a:gd name="T68" fmla="*/ 61 w 763"/>
                <a:gd name="T69" fmla="*/ 531 h 624"/>
                <a:gd name="T70" fmla="*/ 71 w 763"/>
                <a:gd name="T71" fmla="*/ 565 h 624"/>
                <a:gd name="T72" fmla="*/ 92 w 763"/>
                <a:gd name="T73" fmla="*/ 607 h 624"/>
                <a:gd name="T74" fmla="*/ 134 w 763"/>
                <a:gd name="T75" fmla="*/ 620 h 624"/>
                <a:gd name="T76" fmla="*/ 162 w 763"/>
                <a:gd name="T77" fmla="*/ 592 h 624"/>
                <a:gd name="T78" fmla="*/ 155 w 763"/>
                <a:gd name="T79" fmla="*/ 562 h 624"/>
                <a:gd name="T80" fmla="*/ 151 w 763"/>
                <a:gd name="T81" fmla="*/ 543 h 624"/>
                <a:gd name="T82" fmla="*/ 158 w 763"/>
                <a:gd name="T83" fmla="*/ 535 h 624"/>
                <a:gd name="T84" fmla="*/ 183 w 763"/>
                <a:gd name="T85" fmla="*/ 531 h 624"/>
                <a:gd name="T86" fmla="*/ 202 w 763"/>
                <a:gd name="T87" fmla="*/ 506 h 624"/>
                <a:gd name="T88" fmla="*/ 240 w 763"/>
                <a:gd name="T89" fmla="*/ 497 h 624"/>
                <a:gd name="T90" fmla="*/ 277 w 763"/>
                <a:gd name="T91" fmla="*/ 484 h 624"/>
                <a:gd name="T92" fmla="*/ 280 w 763"/>
                <a:gd name="T93" fmla="*/ 451 h 624"/>
                <a:gd name="T94" fmla="*/ 326 w 763"/>
                <a:gd name="T95" fmla="*/ 455 h 624"/>
                <a:gd name="T96" fmla="*/ 340 w 763"/>
                <a:gd name="T97" fmla="*/ 432 h 624"/>
                <a:gd name="T98" fmla="*/ 378 w 763"/>
                <a:gd name="T99" fmla="*/ 413 h 624"/>
                <a:gd name="T100" fmla="*/ 410 w 763"/>
                <a:gd name="T101" fmla="*/ 375 h 624"/>
                <a:gd name="T102" fmla="*/ 446 w 763"/>
                <a:gd name="T103" fmla="*/ 368 h 624"/>
                <a:gd name="T104" fmla="*/ 467 w 763"/>
                <a:gd name="T105" fmla="*/ 335 h 624"/>
                <a:gd name="T106" fmla="*/ 477 w 763"/>
                <a:gd name="T107" fmla="*/ 303 h 624"/>
                <a:gd name="T108" fmla="*/ 484 w 763"/>
                <a:gd name="T109" fmla="*/ 272 h 624"/>
                <a:gd name="T110" fmla="*/ 511 w 763"/>
                <a:gd name="T111" fmla="*/ 263 h 624"/>
                <a:gd name="T112" fmla="*/ 528 w 763"/>
                <a:gd name="T113" fmla="*/ 213 h 624"/>
                <a:gd name="T114" fmla="*/ 572 w 763"/>
                <a:gd name="T115" fmla="*/ 227 h 624"/>
                <a:gd name="T116" fmla="*/ 610 w 763"/>
                <a:gd name="T117" fmla="*/ 240 h 624"/>
                <a:gd name="T118" fmla="*/ 663 w 763"/>
                <a:gd name="T119" fmla="*/ 244 h 624"/>
                <a:gd name="T120" fmla="*/ 669 w 763"/>
                <a:gd name="T121" fmla="*/ 286 h 624"/>
                <a:gd name="T122" fmla="*/ 711 w 763"/>
                <a:gd name="T123" fmla="*/ 290 h 624"/>
                <a:gd name="T124" fmla="*/ 755 w 763"/>
                <a:gd name="T125" fmla="*/ 263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63" h="624">
                  <a:moveTo>
                    <a:pt x="761" y="252"/>
                  </a:moveTo>
                  <a:lnTo>
                    <a:pt x="761" y="250"/>
                  </a:lnTo>
                  <a:lnTo>
                    <a:pt x="757" y="248"/>
                  </a:lnTo>
                  <a:lnTo>
                    <a:pt x="757" y="246"/>
                  </a:lnTo>
                  <a:lnTo>
                    <a:pt x="755" y="244"/>
                  </a:lnTo>
                  <a:lnTo>
                    <a:pt x="755" y="244"/>
                  </a:lnTo>
                  <a:lnTo>
                    <a:pt x="755" y="244"/>
                  </a:lnTo>
                  <a:lnTo>
                    <a:pt x="753" y="244"/>
                  </a:lnTo>
                  <a:lnTo>
                    <a:pt x="751" y="242"/>
                  </a:lnTo>
                  <a:lnTo>
                    <a:pt x="749" y="242"/>
                  </a:lnTo>
                  <a:lnTo>
                    <a:pt x="745" y="240"/>
                  </a:lnTo>
                  <a:lnTo>
                    <a:pt x="743" y="240"/>
                  </a:lnTo>
                  <a:lnTo>
                    <a:pt x="743" y="238"/>
                  </a:lnTo>
                  <a:lnTo>
                    <a:pt x="742" y="238"/>
                  </a:lnTo>
                  <a:lnTo>
                    <a:pt x="742" y="233"/>
                  </a:lnTo>
                  <a:lnTo>
                    <a:pt x="740" y="231"/>
                  </a:lnTo>
                  <a:lnTo>
                    <a:pt x="740" y="231"/>
                  </a:lnTo>
                  <a:lnTo>
                    <a:pt x="740" y="231"/>
                  </a:lnTo>
                  <a:lnTo>
                    <a:pt x="738" y="229"/>
                  </a:lnTo>
                  <a:lnTo>
                    <a:pt x="734" y="229"/>
                  </a:lnTo>
                  <a:lnTo>
                    <a:pt x="734" y="229"/>
                  </a:lnTo>
                  <a:lnTo>
                    <a:pt x="732" y="227"/>
                  </a:lnTo>
                  <a:lnTo>
                    <a:pt x="730" y="227"/>
                  </a:lnTo>
                  <a:lnTo>
                    <a:pt x="730" y="225"/>
                  </a:lnTo>
                  <a:lnTo>
                    <a:pt x="730" y="221"/>
                  </a:lnTo>
                  <a:lnTo>
                    <a:pt x="728" y="219"/>
                  </a:lnTo>
                  <a:lnTo>
                    <a:pt x="728" y="219"/>
                  </a:lnTo>
                  <a:lnTo>
                    <a:pt x="728" y="219"/>
                  </a:lnTo>
                  <a:lnTo>
                    <a:pt x="726" y="219"/>
                  </a:lnTo>
                  <a:lnTo>
                    <a:pt x="726" y="219"/>
                  </a:lnTo>
                  <a:lnTo>
                    <a:pt x="724" y="219"/>
                  </a:lnTo>
                  <a:lnTo>
                    <a:pt x="724" y="219"/>
                  </a:lnTo>
                  <a:lnTo>
                    <a:pt x="724" y="221"/>
                  </a:lnTo>
                  <a:lnTo>
                    <a:pt x="724" y="221"/>
                  </a:lnTo>
                  <a:lnTo>
                    <a:pt x="724" y="221"/>
                  </a:lnTo>
                  <a:lnTo>
                    <a:pt x="724" y="221"/>
                  </a:lnTo>
                  <a:lnTo>
                    <a:pt x="724" y="223"/>
                  </a:lnTo>
                  <a:lnTo>
                    <a:pt x="724" y="223"/>
                  </a:lnTo>
                  <a:lnTo>
                    <a:pt x="724" y="223"/>
                  </a:lnTo>
                  <a:lnTo>
                    <a:pt x="724" y="223"/>
                  </a:lnTo>
                  <a:lnTo>
                    <a:pt x="723" y="223"/>
                  </a:lnTo>
                  <a:lnTo>
                    <a:pt x="723" y="223"/>
                  </a:lnTo>
                  <a:lnTo>
                    <a:pt x="721" y="223"/>
                  </a:lnTo>
                  <a:lnTo>
                    <a:pt x="719" y="223"/>
                  </a:lnTo>
                  <a:lnTo>
                    <a:pt x="717" y="223"/>
                  </a:lnTo>
                  <a:lnTo>
                    <a:pt x="717" y="221"/>
                  </a:lnTo>
                  <a:lnTo>
                    <a:pt x="717" y="221"/>
                  </a:lnTo>
                  <a:lnTo>
                    <a:pt x="717" y="221"/>
                  </a:lnTo>
                  <a:lnTo>
                    <a:pt x="717" y="219"/>
                  </a:lnTo>
                  <a:lnTo>
                    <a:pt x="719" y="219"/>
                  </a:lnTo>
                  <a:lnTo>
                    <a:pt x="721" y="219"/>
                  </a:lnTo>
                  <a:lnTo>
                    <a:pt x="723" y="217"/>
                  </a:lnTo>
                  <a:lnTo>
                    <a:pt x="723" y="217"/>
                  </a:lnTo>
                  <a:lnTo>
                    <a:pt x="723" y="217"/>
                  </a:lnTo>
                  <a:lnTo>
                    <a:pt x="723" y="215"/>
                  </a:lnTo>
                  <a:lnTo>
                    <a:pt x="723" y="215"/>
                  </a:lnTo>
                  <a:lnTo>
                    <a:pt x="724" y="215"/>
                  </a:lnTo>
                  <a:lnTo>
                    <a:pt x="724" y="213"/>
                  </a:lnTo>
                  <a:lnTo>
                    <a:pt x="723" y="213"/>
                  </a:lnTo>
                  <a:lnTo>
                    <a:pt x="723" y="213"/>
                  </a:lnTo>
                  <a:lnTo>
                    <a:pt x="721" y="212"/>
                  </a:lnTo>
                  <a:lnTo>
                    <a:pt x="719" y="212"/>
                  </a:lnTo>
                  <a:lnTo>
                    <a:pt x="719" y="212"/>
                  </a:lnTo>
                  <a:lnTo>
                    <a:pt x="719" y="212"/>
                  </a:lnTo>
                  <a:lnTo>
                    <a:pt x="719" y="212"/>
                  </a:lnTo>
                  <a:lnTo>
                    <a:pt x="719" y="210"/>
                  </a:lnTo>
                  <a:lnTo>
                    <a:pt x="719" y="210"/>
                  </a:lnTo>
                  <a:lnTo>
                    <a:pt x="721" y="208"/>
                  </a:lnTo>
                  <a:lnTo>
                    <a:pt x="721" y="206"/>
                  </a:lnTo>
                  <a:lnTo>
                    <a:pt x="721" y="206"/>
                  </a:lnTo>
                  <a:lnTo>
                    <a:pt x="723" y="206"/>
                  </a:lnTo>
                  <a:lnTo>
                    <a:pt x="724" y="208"/>
                  </a:lnTo>
                  <a:lnTo>
                    <a:pt x="726" y="208"/>
                  </a:lnTo>
                  <a:lnTo>
                    <a:pt x="726" y="208"/>
                  </a:lnTo>
                  <a:lnTo>
                    <a:pt x="728" y="208"/>
                  </a:lnTo>
                  <a:lnTo>
                    <a:pt x="728" y="208"/>
                  </a:lnTo>
                  <a:lnTo>
                    <a:pt x="728" y="208"/>
                  </a:lnTo>
                  <a:lnTo>
                    <a:pt x="728" y="206"/>
                  </a:lnTo>
                  <a:lnTo>
                    <a:pt x="728" y="200"/>
                  </a:lnTo>
                  <a:lnTo>
                    <a:pt x="730" y="198"/>
                  </a:lnTo>
                  <a:lnTo>
                    <a:pt x="730" y="198"/>
                  </a:lnTo>
                  <a:lnTo>
                    <a:pt x="730" y="196"/>
                  </a:lnTo>
                  <a:lnTo>
                    <a:pt x="730" y="196"/>
                  </a:lnTo>
                  <a:lnTo>
                    <a:pt x="730" y="193"/>
                  </a:lnTo>
                  <a:lnTo>
                    <a:pt x="728" y="187"/>
                  </a:lnTo>
                  <a:lnTo>
                    <a:pt x="726" y="187"/>
                  </a:lnTo>
                  <a:lnTo>
                    <a:pt x="726" y="187"/>
                  </a:lnTo>
                  <a:lnTo>
                    <a:pt x="726" y="187"/>
                  </a:lnTo>
                  <a:lnTo>
                    <a:pt x="719" y="187"/>
                  </a:lnTo>
                  <a:lnTo>
                    <a:pt x="717" y="185"/>
                  </a:lnTo>
                  <a:lnTo>
                    <a:pt x="717" y="185"/>
                  </a:lnTo>
                  <a:lnTo>
                    <a:pt x="717" y="185"/>
                  </a:lnTo>
                  <a:lnTo>
                    <a:pt x="719" y="181"/>
                  </a:lnTo>
                  <a:lnTo>
                    <a:pt x="719" y="179"/>
                  </a:lnTo>
                  <a:lnTo>
                    <a:pt x="719" y="179"/>
                  </a:lnTo>
                  <a:lnTo>
                    <a:pt x="719" y="177"/>
                  </a:lnTo>
                  <a:lnTo>
                    <a:pt x="719" y="175"/>
                  </a:lnTo>
                  <a:lnTo>
                    <a:pt x="719" y="175"/>
                  </a:lnTo>
                  <a:lnTo>
                    <a:pt x="721" y="175"/>
                  </a:lnTo>
                  <a:lnTo>
                    <a:pt x="726" y="175"/>
                  </a:lnTo>
                  <a:lnTo>
                    <a:pt x="726" y="174"/>
                  </a:lnTo>
                  <a:lnTo>
                    <a:pt x="728" y="174"/>
                  </a:lnTo>
                  <a:lnTo>
                    <a:pt x="730" y="174"/>
                  </a:lnTo>
                  <a:lnTo>
                    <a:pt x="732" y="172"/>
                  </a:lnTo>
                  <a:lnTo>
                    <a:pt x="732" y="170"/>
                  </a:lnTo>
                  <a:lnTo>
                    <a:pt x="734" y="170"/>
                  </a:lnTo>
                  <a:lnTo>
                    <a:pt x="736" y="170"/>
                  </a:lnTo>
                  <a:lnTo>
                    <a:pt x="736" y="168"/>
                  </a:lnTo>
                  <a:lnTo>
                    <a:pt x="736" y="168"/>
                  </a:lnTo>
                  <a:lnTo>
                    <a:pt x="736" y="166"/>
                  </a:lnTo>
                  <a:lnTo>
                    <a:pt x="736" y="166"/>
                  </a:lnTo>
                  <a:lnTo>
                    <a:pt x="736" y="164"/>
                  </a:lnTo>
                  <a:lnTo>
                    <a:pt x="736" y="162"/>
                  </a:lnTo>
                  <a:lnTo>
                    <a:pt x="736" y="160"/>
                  </a:lnTo>
                  <a:lnTo>
                    <a:pt x="736" y="155"/>
                  </a:lnTo>
                  <a:lnTo>
                    <a:pt x="736" y="155"/>
                  </a:lnTo>
                  <a:lnTo>
                    <a:pt x="736" y="153"/>
                  </a:lnTo>
                  <a:lnTo>
                    <a:pt x="738" y="151"/>
                  </a:lnTo>
                  <a:lnTo>
                    <a:pt x="738" y="151"/>
                  </a:lnTo>
                  <a:lnTo>
                    <a:pt x="738" y="149"/>
                  </a:lnTo>
                  <a:lnTo>
                    <a:pt x="736" y="149"/>
                  </a:lnTo>
                  <a:lnTo>
                    <a:pt x="736" y="149"/>
                  </a:lnTo>
                  <a:lnTo>
                    <a:pt x="736" y="147"/>
                  </a:lnTo>
                  <a:lnTo>
                    <a:pt x="736" y="143"/>
                  </a:lnTo>
                  <a:lnTo>
                    <a:pt x="736" y="143"/>
                  </a:lnTo>
                  <a:lnTo>
                    <a:pt x="736" y="141"/>
                  </a:lnTo>
                  <a:lnTo>
                    <a:pt x="736" y="141"/>
                  </a:lnTo>
                  <a:lnTo>
                    <a:pt x="736" y="141"/>
                  </a:lnTo>
                  <a:lnTo>
                    <a:pt x="736" y="141"/>
                  </a:lnTo>
                  <a:lnTo>
                    <a:pt x="734" y="141"/>
                  </a:lnTo>
                  <a:lnTo>
                    <a:pt x="732" y="139"/>
                  </a:lnTo>
                  <a:lnTo>
                    <a:pt x="732" y="139"/>
                  </a:lnTo>
                  <a:lnTo>
                    <a:pt x="732" y="139"/>
                  </a:lnTo>
                  <a:lnTo>
                    <a:pt x="730" y="139"/>
                  </a:lnTo>
                  <a:lnTo>
                    <a:pt x="730" y="141"/>
                  </a:lnTo>
                  <a:lnTo>
                    <a:pt x="728" y="143"/>
                  </a:lnTo>
                  <a:lnTo>
                    <a:pt x="726" y="143"/>
                  </a:lnTo>
                  <a:lnTo>
                    <a:pt x="726" y="143"/>
                  </a:lnTo>
                  <a:lnTo>
                    <a:pt x="726" y="143"/>
                  </a:lnTo>
                  <a:lnTo>
                    <a:pt x="724" y="143"/>
                  </a:lnTo>
                  <a:lnTo>
                    <a:pt x="724" y="141"/>
                  </a:lnTo>
                  <a:lnTo>
                    <a:pt x="724" y="141"/>
                  </a:lnTo>
                  <a:lnTo>
                    <a:pt x="724" y="141"/>
                  </a:lnTo>
                  <a:lnTo>
                    <a:pt x="724" y="139"/>
                  </a:lnTo>
                  <a:lnTo>
                    <a:pt x="724" y="137"/>
                  </a:lnTo>
                  <a:lnTo>
                    <a:pt x="726" y="137"/>
                  </a:lnTo>
                  <a:lnTo>
                    <a:pt x="726" y="137"/>
                  </a:lnTo>
                  <a:lnTo>
                    <a:pt x="730" y="136"/>
                  </a:lnTo>
                  <a:lnTo>
                    <a:pt x="730" y="134"/>
                  </a:lnTo>
                  <a:lnTo>
                    <a:pt x="732" y="134"/>
                  </a:lnTo>
                  <a:lnTo>
                    <a:pt x="732" y="132"/>
                  </a:lnTo>
                  <a:lnTo>
                    <a:pt x="730" y="124"/>
                  </a:lnTo>
                  <a:lnTo>
                    <a:pt x="730" y="115"/>
                  </a:lnTo>
                  <a:lnTo>
                    <a:pt x="730" y="113"/>
                  </a:lnTo>
                  <a:lnTo>
                    <a:pt x="730" y="111"/>
                  </a:lnTo>
                  <a:lnTo>
                    <a:pt x="730" y="111"/>
                  </a:lnTo>
                  <a:lnTo>
                    <a:pt x="730" y="109"/>
                  </a:lnTo>
                  <a:lnTo>
                    <a:pt x="728" y="109"/>
                  </a:lnTo>
                  <a:lnTo>
                    <a:pt x="728" y="109"/>
                  </a:lnTo>
                  <a:lnTo>
                    <a:pt x="728" y="109"/>
                  </a:lnTo>
                  <a:lnTo>
                    <a:pt x="726" y="109"/>
                  </a:lnTo>
                  <a:lnTo>
                    <a:pt x="724" y="109"/>
                  </a:lnTo>
                  <a:lnTo>
                    <a:pt x="724" y="109"/>
                  </a:lnTo>
                  <a:lnTo>
                    <a:pt x="724" y="109"/>
                  </a:lnTo>
                  <a:lnTo>
                    <a:pt x="723" y="109"/>
                  </a:lnTo>
                  <a:lnTo>
                    <a:pt x="723" y="109"/>
                  </a:lnTo>
                  <a:lnTo>
                    <a:pt x="723" y="107"/>
                  </a:lnTo>
                  <a:lnTo>
                    <a:pt x="721" y="107"/>
                  </a:lnTo>
                  <a:lnTo>
                    <a:pt x="721" y="107"/>
                  </a:lnTo>
                  <a:lnTo>
                    <a:pt x="719" y="105"/>
                  </a:lnTo>
                  <a:lnTo>
                    <a:pt x="719" y="101"/>
                  </a:lnTo>
                  <a:lnTo>
                    <a:pt x="719" y="101"/>
                  </a:lnTo>
                  <a:lnTo>
                    <a:pt x="719" y="99"/>
                  </a:lnTo>
                  <a:lnTo>
                    <a:pt x="721" y="96"/>
                  </a:lnTo>
                  <a:lnTo>
                    <a:pt x="721" y="90"/>
                  </a:lnTo>
                  <a:lnTo>
                    <a:pt x="721" y="88"/>
                  </a:lnTo>
                  <a:lnTo>
                    <a:pt x="723" y="88"/>
                  </a:lnTo>
                  <a:lnTo>
                    <a:pt x="723" y="86"/>
                  </a:lnTo>
                  <a:lnTo>
                    <a:pt x="724" y="86"/>
                  </a:lnTo>
                  <a:lnTo>
                    <a:pt x="730" y="82"/>
                  </a:lnTo>
                  <a:lnTo>
                    <a:pt x="736" y="78"/>
                  </a:lnTo>
                  <a:lnTo>
                    <a:pt x="738" y="77"/>
                  </a:lnTo>
                  <a:lnTo>
                    <a:pt x="740" y="75"/>
                  </a:lnTo>
                  <a:lnTo>
                    <a:pt x="742" y="73"/>
                  </a:lnTo>
                  <a:lnTo>
                    <a:pt x="742" y="67"/>
                  </a:lnTo>
                  <a:lnTo>
                    <a:pt x="740" y="67"/>
                  </a:lnTo>
                  <a:lnTo>
                    <a:pt x="738" y="69"/>
                  </a:lnTo>
                  <a:lnTo>
                    <a:pt x="738" y="69"/>
                  </a:lnTo>
                  <a:lnTo>
                    <a:pt x="738" y="69"/>
                  </a:lnTo>
                  <a:lnTo>
                    <a:pt x="736" y="69"/>
                  </a:lnTo>
                  <a:lnTo>
                    <a:pt x="736" y="69"/>
                  </a:lnTo>
                  <a:lnTo>
                    <a:pt x="724" y="63"/>
                  </a:lnTo>
                  <a:lnTo>
                    <a:pt x="724" y="63"/>
                  </a:lnTo>
                  <a:lnTo>
                    <a:pt x="723" y="61"/>
                  </a:lnTo>
                  <a:lnTo>
                    <a:pt x="723" y="61"/>
                  </a:lnTo>
                  <a:lnTo>
                    <a:pt x="721" y="63"/>
                  </a:lnTo>
                  <a:lnTo>
                    <a:pt x="719" y="63"/>
                  </a:lnTo>
                  <a:lnTo>
                    <a:pt x="717" y="63"/>
                  </a:lnTo>
                  <a:lnTo>
                    <a:pt x="717" y="63"/>
                  </a:lnTo>
                  <a:lnTo>
                    <a:pt x="717" y="63"/>
                  </a:lnTo>
                  <a:lnTo>
                    <a:pt x="715" y="63"/>
                  </a:lnTo>
                  <a:lnTo>
                    <a:pt x="715" y="61"/>
                  </a:lnTo>
                  <a:lnTo>
                    <a:pt x="715" y="61"/>
                  </a:lnTo>
                  <a:lnTo>
                    <a:pt x="717" y="59"/>
                  </a:lnTo>
                  <a:lnTo>
                    <a:pt x="717" y="59"/>
                  </a:lnTo>
                  <a:lnTo>
                    <a:pt x="717" y="59"/>
                  </a:lnTo>
                  <a:lnTo>
                    <a:pt x="717" y="58"/>
                  </a:lnTo>
                  <a:lnTo>
                    <a:pt x="717" y="58"/>
                  </a:lnTo>
                  <a:lnTo>
                    <a:pt x="717" y="56"/>
                  </a:lnTo>
                  <a:lnTo>
                    <a:pt x="717" y="54"/>
                  </a:lnTo>
                  <a:lnTo>
                    <a:pt x="715" y="54"/>
                  </a:lnTo>
                  <a:lnTo>
                    <a:pt x="709" y="50"/>
                  </a:lnTo>
                  <a:lnTo>
                    <a:pt x="709" y="48"/>
                  </a:lnTo>
                  <a:lnTo>
                    <a:pt x="709" y="48"/>
                  </a:lnTo>
                  <a:lnTo>
                    <a:pt x="709" y="46"/>
                  </a:lnTo>
                  <a:lnTo>
                    <a:pt x="709" y="46"/>
                  </a:lnTo>
                  <a:lnTo>
                    <a:pt x="707" y="46"/>
                  </a:lnTo>
                  <a:lnTo>
                    <a:pt x="707" y="44"/>
                  </a:lnTo>
                  <a:lnTo>
                    <a:pt x="703" y="44"/>
                  </a:lnTo>
                  <a:lnTo>
                    <a:pt x="702" y="42"/>
                  </a:lnTo>
                  <a:lnTo>
                    <a:pt x="698" y="40"/>
                  </a:lnTo>
                  <a:lnTo>
                    <a:pt x="696" y="39"/>
                  </a:lnTo>
                  <a:lnTo>
                    <a:pt x="696" y="40"/>
                  </a:lnTo>
                  <a:lnTo>
                    <a:pt x="696" y="40"/>
                  </a:lnTo>
                  <a:lnTo>
                    <a:pt x="694" y="40"/>
                  </a:lnTo>
                  <a:lnTo>
                    <a:pt x="688" y="42"/>
                  </a:lnTo>
                  <a:lnTo>
                    <a:pt x="686" y="44"/>
                  </a:lnTo>
                  <a:lnTo>
                    <a:pt x="686" y="46"/>
                  </a:lnTo>
                  <a:lnTo>
                    <a:pt x="679" y="48"/>
                  </a:lnTo>
                  <a:lnTo>
                    <a:pt x="679" y="48"/>
                  </a:lnTo>
                  <a:lnTo>
                    <a:pt x="677" y="48"/>
                  </a:lnTo>
                  <a:lnTo>
                    <a:pt x="677" y="48"/>
                  </a:lnTo>
                  <a:lnTo>
                    <a:pt x="677" y="48"/>
                  </a:lnTo>
                  <a:lnTo>
                    <a:pt x="677" y="46"/>
                  </a:lnTo>
                  <a:lnTo>
                    <a:pt x="677" y="46"/>
                  </a:lnTo>
                  <a:lnTo>
                    <a:pt x="675" y="46"/>
                  </a:lnTo>
                  <a:lnTo>
                    <a:pt x="673" y="48"/>
                  </a:lnTo>
                  <a:lnTo>
                    <a:pt x="673" y="48"/>
                  </a:lnTo>
                  <a:lnTo>
                    <a:pt x="671" y="48"/>
                  </a:lnTo>
                  <a:lnTo>
                    <a:pt x="671" y="48"/>
                  </a:lnTo>
                  <a:lnTo>
                    <a:pt x="669" y="50"/>
                  </a:lnTo>
                  <a:lnTo>
                    <a:pt x="667" y="50"/>
                  </a:lnTo>
                  <a:lnTo>
                    <a:pt x="665" y="50"/>
                  </a:lnTo>
                  <a:lnTo>
                    <a:pt x="665" y="50"/>
                  </a:lnTo>
                  <a:lnTo>
                    <a:pt x="663" y="50"/>
                  </a:lnTo>
                  <a:lnTo>
                    <a:pt x="663" y="48"/>
                  </a:lnTo>
                  <a:lnTo>
                    <a:pt x="663" y="46"/>
                  </a:lnTo>
                  <a:lnTo>
                    <a:pt x="662" y="46"/>
                  </a:lnTo>
                  <a:lnTo>
                    <a:pt x="662" y="44"/>
                  </a:lnTo>
                  <a:lnTo>
                    <a:pt x="660" y="44"/>
                  </a:lnTo>
                  <a:lnTo>
                    <a:pt x="658" y="44"/>
                  </a:lnTo>
                  <a:lnTo>
                    <a:pt x="656" y="44"/>
                  </a:lnTo>
                  <a:lnTo>
                    <a:pt x="652" y="44"/>
                  </a:lnTo>
                  <a:lnTo>
                    <a:pt x="648" y="44"/>
                  </a:lnTo>
                  <a:lnTo>
                    <a:pt x="648" y="44"/>
                  </a:lnTo>
                  <a:lnTo>
                    <a:pt x="646" y="44"/>
                  </a:lnTo>
                  <a:lnTo>
                    <a:pt x="644" y="46"/>
                  </a:lnTo>
                  <a:lnTo>
                    <a:pt x="642" y="48"/>
                  </a:lnTo>
                  <a:lnTo>
                    <a:pt x="642" y="48"/>
                  </a:lnTo>
                  <a:lnTo>
                    <a:pt x="641" y="48"/>
                  </a:lnTo>
                  <a:lnTo>
                    <a:pt x="639" y="48"/>
                  </a:lnTo>
                  <a:lnTo>
                    <a:pt x="639" y="48"/>
                  </a:lnTo>
                  <a:lnTo>
                    <a:pt x="637" y="48"/>
                  </a:lnTo>
                  <a:lnTo>
                    <a:pt x="637" y="46"/>
                  </a:lnTo>
                  <a:lnTo>
                    <a:pt x="637" y="44"/>
                  </a:lnTo>
                  <a:lnTo>
                    <a:pt x="637" y="44"/>
                  </a:lnTo>
                  <a:lnTo>
                    <a:pt x="637" y="44"/>
                  </a:lnTo>
                  <a:lnTo>
                    <a:pt x="637" y="42"/>
                  </a:lnTo>
                  <a:lnTo>
                    <a:pt x="635" y="40"/>
                  </a:lnTo>
                  <a:lnTo>
                    <a:pt x="633" y="39"/>
                  </a:lnTo>
                  <a:lnTo>
                    <a:pt x="631" y="37"/>
                  </a:lnTo>
                  <a:lnTo>
                    <a:pt x="629" y="35"/>
                  </a:lnTo>
                  <a:lnTo>
                    <a:pt x="625" y="35"/>
                  </a:lnTo>
                  <a:lnTo>
                    <a:pt x="625" y="35"/>
                  </a:lnTo>
                  <a:lnTo>
                    <a:pt x="623" y="35"/>
                  </a:lnTo>
                  <a:lnTo>
                    <a:pt x="622" y="35"/>
                  </a:lnTo>
                  <a:lnTo>
                    <a:pt x="622" y="33"/>
                  </a:lnTo>
                  <a:lnTo>
                    <a:pt x="618" y="35"/>
                  </a:lnTo>
                  <a:lnTo>
                    <a:pt x="616" y="33"/>
                  </a:lnTo>
                  <a:lnTo>
                    <a:pt x="614" y="33"/>
                  </a:lnTo>
                  <a:lnTo>
                    <a:pt x="610" y="31"/>
                  </a:lnTo>
                  <a:lnTo>
                    <a:pt x="608" y="31"/>
                  </a:lnTo>
                  <a:lnTo>
                    <a:pt x="608" y="33"/>
                  </a:lnTo>
                  <a:lnTo>
                    <a:pt x="608" y="33"/>
                  </a:lnTo>
                  <a:lnTo>
                    <a:pt x="608" y="33"/>
                  </a:lnTo>
                  <a:lnTo>
                    <a:pt x="608" y="35"/>
                  </a:lnTo>
                  <a:lnTo>
                    <a:pt x="608" y="37"/>
                  </a:lnTo>
                  <a:lnTo>
                    <a:pt x="606" y="37"/>
                  </a:lnTo>
                  <a:lnTo>
                    <a:pt x="604" y="39"/>
                  </a:lnTo>
                  <a:lnTo>
                    <a:pt x="602" y="39"/>
                  </a:lnTo>
                  <a:lnTo>
                    <a:pt x="597" y="40"/>
                  </a:lnTo>
                  <a:lnTo>
                    <a:pt x="595" y="42"/>
                  </a:lnTo>
                  <a:lnTo>
                    <a:pt x="585" y="42"/>
                  </a:lnTo>
                  <a:lnTo>
                    <a:pt x="582" y="44"/>
                  </a:lnTo>
                  <a:lnTo>
                    <a:pt x="580" y="44"/>
                  </a:lnTo>
                  <a:lnTo>
                    <a:pt x="580" y="46"/>
                  </a:lnTo>
                  <a:lnTo>
                    <a:pt x="580" y="46"/>
                  </a:lnTo>
                  <a:lnTo>
                    <a:pt x="580" y="48"/>
                  </a:lnTo>
                  <a:lnTo>
                    <a:pt x="580" y="48"/>
                  </a:lnTo>
                  <a:lnTo>
                    <a:pt x="580" y="50"/>
                  </a:lnTo>
                  <a:lnTo>
                    <a:pt x="580" y="50"/>
                  </a:lnTo>
                  <a:lnTo>
                    <a:pt x="580" y="52"/>
                  </a:lnTo>
                  <a:lnTo>
                    <a:pt x="578" y="52"/>
                  </a:lnTo>
                  <a:lnTo>
                    <a:pt x="574" y="52"/>
                  </a:lnTo>
                  <a:lnTo>
                    <a:pt x="572" y="52"/>
                  </a:lnTo>
                  <a:lnTo>
                    <a:pt x="568" y="54"/>
                  </a:lnTo>
                  <a:lnTo>
                    <a:pt x="562" y="54"/>
                  </a:lnTo>
                  <a:lnTo>
                    <a:pt x="561" y="56"/>
                  </a:lnTo>
                  <a:lnTo>
                    <a:pt x="559" y="56"/>
                  </a:lnTo>
                  <a:lnTo>
                    <a:pt x="553" y="56"/>
                  </a:lnTo>
                  <a:lnTo>
                    <a:pt x="545" y="54"/>
                  </a:lnTo>
                  <a:lnTo>
                    <a:pt x="545" y="52"/>
                  </a:lnTo>
                  <a:lnTo>
                    <a:pt x="543" y="52"/>
                  </a:lnTo>
                  <a:lnTo>
                    <a:pt x="543" y="50"/>
                  </a:lnTo>
                  <a:lnTo>
                    <a:pt x="541" y="50"/>
                  </a:lnTo>
                  <a:lnTo>
                    <a:pt x="540" y="50"/>
                  </a:lnTo>
                  <a:lnTo>
                    <a:pt x="540" y="50"/>
                  </a:lnTo>
                  <a:lnTo>
                    <a:pt x="538" y="50"/>
                  </a:lnTo>
                  <a:lnTo>
                    <a:pt x="538" y="52"/>
                  </a:lnTo>
                  <a:lnTo>
                    <a:pt x="536" y="52"/>
                  </a:lnTo>
                  <a:lnTo>
                    <a:pt x="536" y="52"/>
                  </a:lnTo>
                  <a:lnTo>
                    <a:pt x="534" y="52"/>
                  </a:lnTo>
                  <a:lnTo>
                    <a:pt x="534" y="52"/>
                  </a:lnTo>
                  <a:lnTo>
                    <a:pt x="534" y="52"/>
                  </a:lnTo>
                  <a:lnTo>
                    <a:pt x="534" y="52"/>
                  </a:lnTo>
                  <a:lnTo>
                    <a:pt x="534" y="52"/>
                  </a:lnTo>
                  <a:lnTo>
                    <a:pt x="534" y="52"/>
                  </a:lnTo>
                  <a:lnTo>
                    <a:pt x="534" y="50"/>
                  </a:lnTo>
                  <a:lnTo>
                    <a:pt x="534" y="48"/>
                  </a:lnTo>
                  <a:lnTo>
                    <a:pt x="534" y="46"/>
                  </a:lnTo>
                  <a:lnTo>
                    <a:pt x="532" y="44"/>
                  </a:lnTo>
                  <a:lnTo>
                    <a:pt x="532" y="42"/>
                  </a:lnTo>
                  <a:lnTo>
                    <a:pt x="532" y="40"/>
                  </a:lnTo>
                  <a:lnTo>
                    <a:pt x="530" y="40"/>
                  </a:lnTo>
                  <a:lnTo>
                    <a:pt x="530" y="40"/>
                  </a:lnTo>
                  <a:lnTo>
                    <a:pt x="528" y="40"/>
                  </a:lnTo>
                  <a:lnTo>
                    <a:pt x="528" y="40"/>
                  </a:lnTo>
                  <a:lnTo>
                    <a:pt x="526" y="40"/>
                  </a:lnTo>
                  <a:lnTo>
                    <a:pt x="526" y="40"/>
                  </a:lnTo>
                  <a:lnTo>
                    <a:pt x="524" y="40"/>
                  </a:lnTo>
                  <a:lnTo>
                    <a:pt x="522" y="44"/>
                  </a:lnTo>
                  <a:lnTo>
                    <a:pt x="519" y="46"/>
                  </a:lnTo>
                  <a:lnTo>
                    <a:pt x="513" y="46"/>
                  </a:lnTo>
                  <a:lnTo>
                    <a:pt x="513" y="48"/>
                  </a:lnTo>
                  <a:lnTo>
                    <a:pt x="511" y="48"/>
                  </a:lnTo>
                  <a:lnTo>
                    <a:pt x="509" y="50"/>
                  </a:lnTo>
                  <a:lnTo>
                    <a:pt x="507" y="54"/>
                  </a:lnTo>
                  <a:lnTo>
                    <a:pt x="505" y="54"/>
                  </a:lnTo>
                  <a:lnTo>
                    <a:pt x="501" y="56"/>
                  </a:lnTo>
                  <a:lnTo>
                    <a:pt x="498" y="59"/>
                  </a:lnTo>
                  <a:lnTo>
                    <a:pt x="486" y="63"/>
                  </a:lnTo>
                  <a:lnTo>
                    <a:pt x="484" y="63"/>
                  </a:lnTo>
                  <a:lnTo>
                    <a:pt x="482" y="63"/>
                  </a:lnTo>
                  <a:lnTo>
                    <a:pt x="481" y="61"/>
                  </a:lnTo>
                  <a:lnTo>
                    <a:pt x="477" y="59"/>
                  </a:lnTo>
                  <a:lnTo>
                    <a:pt x="475" y="59"/>
                  </a:lnTo>
                  <a:lnTo>
                    <a:pt x="475" y="59"/>
                  </a:lnTo>
                  <a:lnTo>
                    <a:pt x="473" y="61"/>
                  </a:lnTo>
                  <a:lnTo>
                    <a:pt x="471" y="63"/>
                  </a:lnTo>
                  <a:lnTo>
                    <a:pt x="467" y="65"/>
                  </a:lnTo>
                  <a:lnTo>
                    <a:pt x="467" y="65"/>
                  </a:lnTo>
                  <a:lnTo>
                    <a:pt x="465" y="65"/>
                  </a:lnTo>
                  <a:lnTo>
                    <a:pt x="465" y="63"/>
                  </a:lnTo>
                  <a:lnTo>
                    <a:pt x="465" y="63"/>
                  </a:lnTo>
                  <a:lnTo>
                    <a:pt x="463" y="63"/>
                  </a:lnTo>
                  <a:lnTo>
                    <a:pt x="461" y="63"/>
                  </a:lnTo>
                  <a:lnTo>
                    <a:pt x="461" y="63"/>
                  </a:lnTo>
                  <a:lnTo>
                    <a:pt x="460" y="63"/>
                  </a:lnTo>
                  <a:lnTo>
                    <a:pt x="460" y="63"/>
                  </a:lnTo>
                  <a:lnTo>
                    <a:pt x="458" y="63"/>
                  </a:lnTo>
                  <a:lnTo>
                    <a:pt x="456" y="63"/>
                  </a:lnTo>
                  <a:lnTo>
                    <a:pt x="456" y="63"/>
                  </a:lnTo>
                  <a:lnTo>
                    <a:pt x="454" y="63"/>
                  </a:lnTo>
                  <a:lnTo>
                    <a:pt x="454" y="63"/>
                  </a:lnTo>
                  <a:lnTo>
                    <a:pt x="454" y="63"/>
                  </a:lnTo>
                  <a:lnTo>
                    <a:pt x="452" y="61"/>
                  </a:lnTo>
                  <a:lnTo>
                    <a:pt x="452" y="61"/>
                  </a:lnTo>
                  <a:lnTo>
                    <a:pt x="450" y="61"/>
                  </a:lnTo>
                  <a:lnTo>
                    <a:pt x="450" y="61"/>
                  </a:lnTo>
                  <a:lnTo>
                    <a:pt x="450" y="61"/>
                  </a:lnTo>
                  <a:lnTo>
                    <a:pt x="448" y="61"/>
                  </a:lnTo>
                  <a:lnTo>
                    <a:pt x="448" y="63"/>
                  </a:lnTo>
                  <a:lnTo>
                    <a:pt x="448" y="63"/>
                  </a:lnTo>
                  <a:lnTo>
                    <a:pt x="446" y="63"/>
                  </a:lnTo>
                  <a:lnTo>
                    <a:pt x="446" y="63"/>
                  </a:lnTo>
                  <a:lnTo>
                    <a:pt x="446" y="61"/>
                  </a:lnTo>
                  <a:lnTo>
                    <a:pt x="446" y="59"/>
                  </a:lnTo>
                  <a:lnTo>
                    <a:pt x="444" y="56"/>
                  </a:lnTo>
                  <a:lnTo>
                    <a:pt x="442" y="54"/>
                  </a:lnTo>
                  <a:lnTo>
                    <a:pt x="442" y="52"/>
                  </a:lnTo>
                  <a:lnTo>
                    <a:pt x="442" y="52"/>
                  </a:lnTo>
                  <a:lnTo>
                    <a:pt x="442" y="50"/>
                  </a:lnTo>
                  <a:lnTo>
                    <a:pt x="442" y="50"/>
                  </a:lnTo>
                  <a:lnTo>
                    <a:pt x="442" y="48"/>
                  </a:lnTo>
                  <a:lnTo>
                    <a:pt x="442" y="48"/>
                  </a:lnTo>
                  <a:lnTo>
                    <a:pt x="444" y="48"/>
                  </a:lnTo>
                  <a:lnTo>
                    <a:pt x="454" y="48"/>
                  </a:lnTo>
                  <a:lnTo>
                    <a:pt x="454" y="48"/>
                  </a:lnTo>
                  <a:lnTo>
                    <a:pt x="456" y="48"/>
                  </a:lnTo>
                  <a:lnTo>
                    <a:pt x="456" y="48"/>
                  </a:lnTo>
                  <a:lnTo>
                    <a:pt x="456" y="46"/>
                  </a:lnTo>
                  <a:lnTo>
                    <a:pt x="454" y="46"/>
                  </a:lnTo>
                  <a:lnTo>
                    <a:pt x="454" y="44"/>
                  </a:lnTo>
                  <a:lnTo>
                    <a:pt x="454" y="42"/>
                  </a:lnTo>
                  <a:lnTo>
                    <a:pt x="454" y="42"/>
                  </a:lnTo>
                  <a:lnTo>
                    <a:pt x="454" y="40"/>
                  </a:lnTo>
                  <a:lnTo>
                    <a:pt x="452" y="33"/>
                  </a:lnTo>
                  <a:lnTo>
                    <a:pt x="452" y="33"/>
                  </a:lnTo>
                  <a:lnTo>
                    <a:pt x="452" y="31"/>
                  </a:lnTo>
                  <a:lnTo>
                    <a:pt x="450" y="31"/>
                  </a:lnTo>
                  <a:lnTo>
                    <a:pt x="448" y="29"/>
                  </a:lnTo>
                  <a:lnTo>
                    <a:pt x="448" y="29"/>
                  </a:lnTo>
                  <a:lnTo>
                    <a:pt x="448" y="29"/>
                  </a:lnTo>
                  <a:lnTo>
                    <a:pt x="448" y="29"/>
                  </a:lnTo>
                  <a:lnTo>
                    <a:pt x="448" y="29"/>
                  </a:lnTo>
                  <a:lnTo>
                    <a:pt x="448" y="27"/>
                  </a:lnTo>
                  <a:lnTo>
                    <a:pt x="446" y="27"/>
                  </a:lnTo>
                  <a:lnTo>
                    <a:pt x="446" y="27"/>
                  </a:lnTo>
                  <a:lnTo>
                    <a:pt x="444" y="25"/>
                  </a:lnTo>
                  <a:lnTo>
                    <a:pt x="433" y="25"/>
                  </a:lnTo>
                  <a:lnTo>
                    <a:pt x="431" y="25"/>
                  </a:lnTo>
                  <a:lnTo>
                    <a:pt x="431" y="27"/>
                  </a:lnTo>
                  <a:lnTo>
                    <a:pt x="429" y="29"/>
                  </a:lnTo>
                  <a:lnTo>
                    <a:pt x="429" y="29"/>
                  </a:lnTo>
                  <a:lnTo>
                    <a:pt x="425" y="29"/>
                  </a:lnTo>
                  <a:lnTo>
                    <a:pt x="425" y="29"/>
                  </a:lnTo>
                  <a:lnTo>
                    <a:pt x="423" y="31"/>
                  </a:lnTo>
                  <a:lnTo>
                    <a:pt x="423" y="33"/>
                  </a:lnTo>
                  <a:lnTo>
                    <a:pt x="423" y="33"/>
                  </a:lnTo>
                  <a:lnTo>
                    <a:pt x="421" y="33"/>
                  </a:lnTo>
                  <a:lnTo>
                    <a:pt x="421" y="33"/>
                  </a:lnTo>
                  <a:lnTo>
                    <a:pt x="421" y="33"/>
                  </a:lnTo>
                  <a:lnTo>
                    <a:pt x="420" y="33"/>
                  </a:lnTo>
                  <a:lnTo>
                    <a:pt x="420" y="31"/>
                  </a:lnTo>
                  <a:lnTo>
                    <a:pt x="420" y="31"/>
                  </a:lnTo>
                  <a:lnTo>
                    <a:pt x="420" y="31"/>
                  </a:lnTo>
                  <a:lnTo>
                    <a:pt x="418" y="31"/>
                  </a:lnTo>
                  <a:lnTo>
                    <a:pt x="418" y="31"/>
                  </a:lnTo>
                  <a:lnTo>
                    <a:pt x="412" y="31"/>
                  </a:lnTo>
                  <a:lnTo>
                    <a:pt x="408" y="31"/>
                  </a:lnTo>
                  <a:lnTo>
                    <a:pt x="404" y="33"/>
                  </a:lnTo>
                  <a:lnTo>
                    <a:pt x="395" y="40"/>
                  </a:lnTo>
                  <a:lnTo>
                    <a:pt x="393" y="42"/>
                  </a:lnTo>
                  <a:lnTo>
                    <a:pt x="387" y="42"/>
                  </a:lnTo>
                  <a:lnTo>
                    <a:pt x="385" y="42"/>
                  </a:lnTo>
                  <a:lnTo>
                    <a:pt x="383" y="44"/>
                  </a:lnTo>
                  <a:lnTo>
                    <a:pt x="381" y="48"/>
                  </a:lnTo>
                  <a:lnTo>
                    <a:pt x="381" y="50"/>
                  </a:lnTo>
                  <a:lnTo>
                    <a:pt x="381" y="50"/>
                  </a:lnTo>
                  <a:lnTo>
                    <a:pt x="381" y="52"/>
                  </a:lnTo>
                  <a:lnTo>
                    <a:pt x="381" y="52"/>
                  </a:lnTo>
                  <a:lnTo>
                    <a:pt x="381" y="52"/>
                  </a:lnTo>
                  <a:lnTo>
                    <a:pt x="381" y="54"/>
                  </a:lnTo>
                  <a:lnTo>
                    <a:pt x="381" y="54"/>
                  </a:lnTo>
                  <a:lnTo>
                    <a:pt x="381" y="54"/>
                  </a:lnTo>
                  <a:lnTo>
                    <a:pt x="381" y="56"/>
                  </a:lnTo>
                  <a:lnTo>
                    <a:pt x="380" y="56"/>
                  </a:lnTo>
                  <a:lnTo>
                    <a:pt x="380" y="58"/>
                  </a:lnTo>
                  <a:lnTo>
                    <a:pt x="378" y="61"/>
                  </a:lnTo>
                  <a:lnTo>
                    <a:pt x="376" y="61"/>
                  </a:lnTo>
                  <a:lnTo>
                    <a:pt x="376" y="63"/>
                  </a:lnTo>
                  <a:lnTo>
                    <a:pt x="372" y="65"/>
                  </a:lnTo>
                  <a:lnTo>
                    <a:pt x="370" y="67"/>
                  </a:lnTo>
                  <a:lnTo>
                    <a:pt x="368" y="67"/>
                  </a:lnTo>
                  <a:lnTo>
                    <a:pt x="368" y="69"/>
                  </a:lnTo>
                  <a:lnTo>
                    <a:pt x="368" y="69"/>
                  </a:lnTo>
                  <a:lnTo>
                    <a:pt x="368" y="71"/>
                  </a:lnTo>
                  <a:lnTo>
                    <a:pt x="370" y="73"/>
                  </a:lnTo>
                  <a:lnTo>
                    <a:pt x="370" y="77"/>
                  </a:lnTo>
                  <a:lnTo>
                    <a:pt x="370" y="78"/>
                  </a:lnTo>
                  <a:lnTo>
                    <a:pt x="368" y="80"/>
                  </a:lnTo>
                  <a:lnTo>
                    <a:pt x="368" y="82"/>
                  </a:lnTo>
                  <a:lnTo>
                    <a:pt x="366" y="82"/>
                  </a:lnTo>
                  <a:lnTo>
                    <a:pt x="360" y="82"/>
                  </a:lnTo>
                  <a:lnTo>
                    <a:pt x="359" y="82"/>
                  </a:lnTo>
                  <a:lnTo>
                    <a:pt x="355" y="84"/>
                  </a:lnTo>
                  <a:lnTo>
                    <a:pt x="355" y="86"/>
                  </a:lnTo>
                  <a:lnTo>
                    <a:pt x="353" y="88"/>
                  </a:lnTo>
                  <a:lnTo>
                    <a:pt x="351" y="90"/>
                  </a:lnTo>
                  <a:lnTo>
                    <a:pt x="349" y="92"/>
                  </a:lnTo>
                  <a:lnTo>
                    <a:pt x="347" y="92"/>
                  </a:lnTo>
                  <a:lnTo>
                    <a:pt x="345" y="94"/>
                  </a:lnTo>
                  <a:lnTo>
                    <a:pt x="340" y="94"/>
                  </a:lnTo>
                  <a:lnTo>
                    <a:pt x="336" y="96"/>
                  </a:lnTo>
                  <a:lnTo>
                    <a:pt x="326" y="94"/>
                  </a:lnTo>
                  <a:lnTo>
                    <a:pt x="324" y="94"/>
                  </a:lnTo>
                  <a:lnTo>
                    <a:pt x="322" y="92"/>
                  </a:lnTo>
                  <a:lnTo>
                    <a:pt x="320" y="86"/>
                  </a:lnTo>
                  <a:lnTo>
                    <a:pt x="319" y="86"/>
                  </a:lnTo>
                  <a:lnTo>
                    <a:pt x="319" y="86"/>
                  </a:lnTo>
                  <a:lnTo>
                    <a:pt x="319" y="86"/>
                  </a:lnTo>
                  <a:lnTo>
                    <a:pt x="319" y="86"/>
                  </a:lnTo>
                  <a:lnTo>
                    <a:pt x="319" y="86"/>
                  </a:lnTo>
                  <a:lnTo>
                    <a:pt x="320" y="84"/>
                  </a:lnTo>
                  <a:lnTo>
                    <a:pt x="320" y="84"/>
                  </a:lnTo>
                  <a:lnTo>
                    <a:pt x="320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2"/>
                  </a:lnTo>
                  <a:lnTo>
                    <a:pt x="322" y="78"/>
                  </a:lnTo>
                  <a:lnTo>
                    <a:pt x="322" y="75"/>
                  </a:lnTo>
                  <a:lnTo>
                    <a:pt x="320" y="69"/>
                  </a:lnTo>
                  <a:lnTo>
                    <a:pt x="319" y="67"/>
                  </a:lnTo>
                  <a:lnTo>
                    <a:pt x="317" y="65"/>
                  </a:lnTo>
                  <a:lnTo>
                    <a:pt x="317" y="65"/>
                  </a:lnTo>
                  <a:lnTo>
                    <a:pt x="315" y="65"/>
                  </a:lnTo>
                  <a:lnTo>
                    <a:pt x="315" y="65"/>
                  </a:lnTo>
                  <a:lnTo>
                    <a:pt x="313" y="65"/>
                  </a:lnTo>
                  <a:lnTo>
                    <a:pt x="309" y="65"/>
                  </a:lnTo>
                  <a:lnTo>
                    <a:pt x="305" y="63"/>
                  </a:lnTo>
                  <a:lnTo>
                    <a:pt x="303" y="63"/>
                  </a:lnTo>
                  <a:lnTo>
                    <a:pt x="301" y="63"/>
                  </a:lnTo>
                  <a:lnTo>
                    <a:pt x="298" y="63"/>
                  </a:lnTo>
                  <a:lnTo>
                    <a:pt x="292" y="65"/>
                  </a:lnTo>
                  <a:lnTo>
                    <a:pt x="282" y="65"/>
                  </a:lnTo>
                  <a:lnTo>
                    <a:pt x="279" y="65"/>
                  </a:lnTo>
                  <a:lnTo>
                    <a:pt x="275" y="63"/>
                  </a:lnTo>
                  <a:lnTo>
                    <a:pt x="273" y="63"/>
                  </a:lnTo>
                  <a:lnTo>
                    <a:pt x="273" y="65"/>
                  </a:lnTo>
                  <a:lnTo>
                    <a:pt x="269" y="65"/>
                  </a:lnTo>
                  <a:lnTo>
                    <a:pt x="267" y="65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2" y="65"/>
                  </a:lnTo>
                  <a:lnTo>
                    <a:pt x="252" y="65"/>
                  </a:lnTo>
                  <a:lnTo>
                    <a:pt x="250" y="65"/>
                  </a:lnTo>
                  <a:lnTo>
                    <a:pt x="250" y="63"/>
                  </a:lnTo>
                  <a:lnTo>
                    <a:pt x="246" y="65"/>
                  </a:lnTo>
                  <a:lnTo>
                    <a:pt x="237" y="63"/>
                  </a:lnTo>
                  <a:lnTo>
                    <a:pt x="231" y="59"/>
                  </a:lnTo>
                  <a:lnTo>
                    <a:pt x="231" y="59"/>
                  </a:lnTo>
                  <a:lnTo>
                    <a:pt x="229" y="59"/>
                  </a:lnTo>
                  <a:lnTo>
                    <a:pt x="229" y="58"/>
                  </a:lnTo>
                  <a:lnTo>
                    <a:pt x="227" y="58"/>
                  </a:lnTo>
                  <a:lnTo>
                    <a:pt x="227" y="54"/>
                  </a:lnTo>
                  <a:lnTo>
                    <a:pt x="223" y="50"/>
                  </a:lnTo>
                  <a:lnTo>
                    <a:pt x="221" y="48"/>
                  </a:lnTo>
                  <a:lnTo>
                    <a:pt x="221" y="46"/>
                  </a:lnTo>
                  <a:lnTo>
                    <a:pt x="218" y="46"/>
                  </a:lnTo>
                  <a:lnTo>
                    <a:pt x="218" y="46"/>
                  </a:lnTo>
                  <a:lnTo>
                    <a:pt x="214" y="44"/>
                  </a:lnTo>
                  <a:lnTo>
                    <a:pt x="212" y="44"/>
                  </a:lnTo>
                  <a:lnTo>
                    <a:pt x="210" y="44"/>
                  </a:lnTo>
                  <a:lnTo>
                    <a:pt x="210" y="42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4" y="40"/>
                  </a:lnTo>
                  <a:lnTo>
                    <a:pt x="204" y="40"/>
                  </a:lnTo>
                  <a:lnTo>
                    <a:pt x="195" y="42"/>
                  </a:lnTo>
                  <a:lnTo>
                    <a:pt x="193" y="42"/>
                  </a:lnTo>
                  <a:lnTo>
                    <a:pt x="191" y="42"/>
                  </a:lnTo>
                  <a:lnTo>
                    <a:pt x="189" y="40"/>
                  </a:lnTo>
                  <a:lnTo>
                    <a:pt x="187" y="40"/>
                  </a:lnTo>
                  <a:lnTo>
                    <a:pt x="187" y="39"/>
                  </a:lnTo>
                  <a:lnTo>
                    <a:pt x="185" y="39"/>
                  </a:lnTo>
                  <a:lnTo>
                    <a:pt x="181" y="37"/>
                  </a:lnTo>
                  <a:lnTo>
                    <a:pt x="179" y="37"/>
                  </a:lnTo>
                  <a:lnTo>
                    <a:pt x="176" y="33"/>
                  </a:lnTo>
                  <a:lnTo>
                    <a:pt x="174" y="33"/>
                  </a:lnTo>
                  <a:lnTo>
                    <a:pt x="174" y="31"/>
                  </a:lnTo>
                  <a:lnTo>
                    <a:pt x="172" y="31"/>
                  </a:lnTo>
                  <a:lnTo>
                    <a:pt x="172" y="29"/>
                  </a:lnTo>
                  <a:lnTo>
                    <a:pt x="172" y="27"/>
                  </a:lnTo>
                  <a:lnTo>
                    <a:pt x="172" y="25"/>
                  </a:lnTo>
                  <a:lnTo>
                    <a:pt x="170" y="23"/>
                  </a:lnTo>
                  <a:lnTo>
                    <a:pt x="170" y="23"/>
                  </a:lnTo>
                  <a:lnTo>
                    <a:pt x="170" y="21"/>
                  </a:lnTo>
                  <a:lnTo>
                    <a:pt x="170" y="12"/>
                  </a:lnTo>
                  <a:lnTo>
                    <a:pt x="170" y="12"/>
                  </a:lnTo>
                  <a:lnTo>
                    <a:pt x="170" y="8"/>
                  </a:lnTo>
                  <a:lnTo>
                    <a:pt x="164" y="2"/>
                  </a:lnTo>
                  <a:lnTo>
                    <a:pt x="162" y="0"/>
                  </a:lnTo>
                  <a:lnTo>
                    <a:pt x="160" y="0"/>
                  </a:lnTo>
                  <a:lnTo>
                    <a:pt x="157" y="4"/>
                  </a:lnTo>
                  <a:lnTo>
                    <a:pt x="157" y="4"/>
                  </a:lnTo>
                  <a:lnTo>
                    <a:pt x="155" y="6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51" y="6"/>
                  </a:lnTo>
                  <a:lnTo>
                    <a:pt x="151" y="6"/>
                  </a:lnTo>
                  <a:lnTo>
                    <a:pt x="151" y="8"/>
                  </a:lnTo>
                  <a:lnTo>
                    <a:pt x="151" y="8"/>
                  </a:lnTo>
                  <a:lnTo>
                    <a:pt x="151" y="8"/>
                  </a:lnTo>
                  <a:lnTo>
                    <a:pt x="149" y="10"/>
                  </a:lnTo>
                  <a:lnTo>
                    <a:pt x="147" y="10"/>
                  </a:lnTo>
                  <a:lnTo>
                    <a:pt x="145" y="10"/>
                  </a:lnTo>
                  <a:lnTo>
                    <a:pt x="143" y="10"/>
                  </a:lnTo>
                  <a:lnTo>
                    <a:pt x="141" y="10"/>
                  </a:lnTo>
                  <a:lnTo>
                    <a:pt x="139" y="8"/>
                  </a:lnTo>
                  <a:lnTo>
                    <a:pt x="138" y="8"/>
                  </a:lnTo>
                  <a:lnTo>
                    <a:pt x="130" y="8"/>
                  </a:lnTo>
                  <a:lnTo>
                    <a:pt x="122" y="14"/>
                  </a:lnTo>
                  <a:lnTo>
                    <a:pt x="122" y="14"/>
                  </a:lnTo>
                  <a:lnTo>
                    <a:pt x="120" y="16"/>
                  </a:lnTo>
                  <a:lnTo>
                    <a:pt x="117" y="16"/>
                  </a:lnTo>
                  <a:lnTo>
                    <a:pt x="117" y="16"/>
                  </a:lnTo>
                  <a:lnTo>
                    <a:pt x="113" y="18"/>
                  </a:lnTo>
                  <a:lnTo>
                    <a:pt x="109" y="20"/>
                  </a:lnTo>
                  <a:lnTo>
                    <a:pt x="109" y="20"/>
                  </a:lnTo>
                  <a:lnTo>
                    <a:pt x="107" y="20"/>
                  </a:lnTo>
                  <a:lnTo>
                    <a:pt x="107" y="21"/>
                  </a:lnTo>
                  <a:lnTo>
                    <a:pt x="105" y="23"/>
                  </a:lnTo>
                  <a:lnTo>
                    <a:pt x="107" y="23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07" y="29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9" y="33"/>
                  </a:lnTo>
                  <a:lnTo>
                    <a:pt x="109" y="33"/>
                  </a:lnTo>
                  <a:lnTo>
                    <a:pt x="111" y="35"/>
                  </a:lnTo>
                  <a:lnTo>
                    <a:pt x="109" y="39"/>
                  </a:lnTo>
                  <a:lnTo>
                    <a:pt x="107" y="39"/>
                  </a:lnTo>
                  <a:lnTo>
                    <a:pt x="105" y="40"/>
                  </a:lnTo>
                  <a:lnTo>
                    <a:pt x="103" y="40"/>
                  </a:lnTo>
                  <a:lnTo>
                    <a:pt x="101" y="40"/>
                  </a:lnTo>
                  <a:lnTo>
                    <a:pt x="101" y="42"/>
                  </a:lnTo>
                  <a:lnTo>
                    <a:pt x="103" y="42"/>
                  </a:lnTo>
                  <a:lnTo>
                    <a:pt x="103" y="44"/>
                  </a:lnTo>
                  <a:lnTo>
                    <a:pt x="105" y="48"/>
                  </a:lnTo>
                  <a:lnTo>
                    <a:pt x="107" y="48"/>
                  </a:lnTo>
                  <a:lnTo>
                    <a:pt x="107" y="52"/>
                  </a:lnTo>
                  <a:lnTo>
                    <a:pt x="107" y="52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11" y="50"/>
                  </a:lnTo>
                  <a:lnTo>
                    <a:pt x="118" y="50"/>
                  </a:lnTo>
                  <a:lnTo>
                    <a:pt x="120" y="48"/>
                  </a:lnTo>
                  <a:lnTo>
                    <a:pt x="124" y="48"/>
                  </a:lnTo>
                  <a:lnTo>
                    <a:pt x="126" y="46"/>
                  </a:lnTo>
                  <a:lnTo>
                    <a:pt x="128" y="46"/>
                  </a:lnTo>
                  <a:lnTo>
                    <a:pt x="136" y="48"/>
                  </a:lnTo>
                  <a:lnTo>
                    <a:pt x="136" y="48"/>
                  </a:lnTo>
                  <a:lnTo>
                    <a:pt x="136" y="46"/>
                  </a:lnTo>
                  <a:lnTo>
                    <a:pt x="138" y="46"/>
                  </a:lnTo>
                  <a:lnTo>
                    <a:pt x="138" y="46"/>
                  </a:lnTo>
                  <a:lnTo>
                    <a:pt x="138" y="46"/>
                  </a:lnTo>
                  <a:lnTo>
                    <a:pt x="138" y="46"/>
                  </a:lnTo>
                  <a:lnTo>
                    <a:pt x="139" y="46"/>
                  </a:lnTo>
                  <a:lnTo>
                    <a:pt x="139" y="46"/>
                  </a:lnTo>
                  <a:lnTo>
                    <a:pt x="141" y="46"/>
                  </a:lnTo>
                  <a:lnTo>
                    <a:pt x="141" y="48"/>
                  </a:lnTo>
                  <a:lnTo>
                    <a:pt x="141" y="48"/>
                  </a:lnTo>
                  <a:lnTo>
                    <a:pt x="143" y="48"/>
                  </a:lnTo>
                  <a:lnTo>
                    <a:pt x="147" y="48"/>
                  </a:lnTo>
                  <a:lnTo>
                    <a:pt x="147" y="48"/>
                  </a:lnTo>
                  <a:lnTo>
                    <a:pt x="147" y="46"/>
                  </a:lnTo>
                  <a:lnTo>
                    <a:pt x="149" y="46"/>
                  </a:lnTo>
                  <a:lnTo>
                    <a:pt x="151" y="46"/>
                  </a:lnTo>
                  <a:lnTo>
                    <a:pt x="151" y="46"/>
                  </a:lnTo>
                  <a:lnTo>
                    <a:pt x="151" y="46"/>
                  </a:lnTo>
                  <a:lnTo>
                    <a:pt x="151" y="46"/>
                  </a:lnTo>
                  <a:lnTo>
                    <a:pt x="151" y="46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3" y="50"/>
                  </a:lnTo>
                  <a:lnTo>
                    <a:pt x="153" y="50"/>
                  </a:lnTo>
                  <a:lnTo>
                    <a:pt x="153" y="50"/>
                  </a:lnTo>
                  <a:lnTo>
                    <a:pt x="153" y="52"/>
                  </a:lnTo>
                  <a:lnTo>
                    <a:pt x="151" y="52"/>
                  </a:lnTo>
                  <a:lnTo>
                    <a:pt x="149" y="54"/>
                  </a:lnTo>
                  <a:lnTo>
                    <a:pt x="147" y="54"/>
                  </a:lnTo>
                  <a:lnTo>
                    <a:pt x="136" y="58"/>
                  </a:lnTo>
                  <a:lnTo>
                    <a:pt x="134" y="58"/>
                  </a:lnTo>
                  <a:lnTo>
                    <a:pt x="134" y="58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8" y="56"/>
                  </a:lnTo>
                  <a:lnTo>
                    <a:pt x="128" y="58"/>
                  </a:lnTo>
                  <a:lnTo>
                    <a:pt x="126" y="59"/>
                  </a:lnTo>
                  <a:lnTo>
                    <a:pt x="124" y="61"/>
                  </a:lnTo>
                  <a:lnTo>
                    <a:pt x="122" y="61"/>
                  </a:lnTo>
                  <a:lnTo>
                    <a:pt x="120" y="63"/>
                  </a:lnTo>
                  <a:lnTo>
                    <a:pt x="120" y="65"/>
                  </a:lnTo>
                  <a:lnTo>
                    <a:pt x="118" y="71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09" y="75"/>
                  </a:lnTo>
                  <a:lnTo>
                    <a:pt x="107" y="75"/>
                  </a:lnTo>
                  <a:lnTo>
                    <a:pt x="107" y="75"/>
                  </a:lnTo>
                  <a:lnTo>
                    <a:pt x="107" y="75"/>
                  </a:lnTo>
                  <a:lnTo>
                    <a:pt x="105" y="77"/>
                  </a:lnTo>
                  <a:lnTo>
                    <a:pt x="105" y="80"/>
                  </a:lnTo>
                  <a:lnTo>
                    <a:pt x="103" y="82"/>
                  </a:lnTo>
                  <a:lnTo>
                    <a:pt x="103" y="82"/>
                  </a:lnTo>
                  <a:lnTo>
                    <a:pt x="101" y="82"/>
                  </a:lnTo>
                  <a:lnTo>
                    <a:pt x="99" y="84"/>
                  </a:lnTo>
                  <a:lnTo>
                    <a:pt x="99" y="84"/>
                  </a:lnTo>
                  <a:lnTo>
                    <a:pt x="99" y="84"/>
                  </a:lnTo>
                  <a:lnTo>
                    <a:pt x="98" y="86"/>
                  </a:lnTo>
                  <a:lnTo>
                    <a:pt x="98" y="86"/>
                  </a:lnTo>
                  <a:lnTo>
                    <a:pt x="98" y="86"/>
                  </a:lnTo>
                  <a:lnTo>
                    <a:pt x="96" y="86"/>
                  </a:lnTo>
                  <a:lnTo>
                    <a:pt x="96" y="86"/>
                  </a:lnTo>
                  <a:lnTo>
                    <a:pt x="94" y="86"/>
                  </a:lnTo>
                  <a:lnTo>
                    <a:pt x="94" y="84"/>
                  </a:lnTo>
                  <a:lnTo>
                    <a:pt x="94" y="86"/>
                  </a:lnTo>
                  <a:lnTo>
                    <a:pt x="92" y="86"/>
                  </a:lnTo>
                  <a:lnTo>
                    <a:pt x="92" y="86"/>
                  </a:lnTo>
                  <a:lnTo>
                    <a:pt x="92" y="86"/>
                  </a:lnTo>
                  <a:lnTo>
                    <a:pt x="86" y="82"/>
                  </a:lnTo>
                  <a:lnTo>
                    <a:pt x="84" y="82"/>
                  </a:lnTo>
                  <a:lnTo>
                    <a:pt x="84" y="82"/>
                  </a:lnTo>
                  <a:lnTo>
                    <a:pt x="84" y="82"/>
                  </a:lnTo>
                  <a:lnTo>
                    <a:pt x="84" y="84"/>
                  </a:lnTo>
                  <a:lnTo>
                    <a:pt x="84" y="84"/>
                  </a:lnTo>
                  <a:lnTo>
                    <a:pt x="84" y="84"/>
                  </a:lnTo>
                  <a:lnTo>
                    <a:pt x="88" y="88"/>
                  </a:lnTo>
                  <a:lnTo>
                    <a:pt x="92" y="90"/>
                  </a:lnTo>
                  <a:lnTo>
                    <a:pt x="94" y="90"/>
                  </a:lnTo>
                  <a:lnTo>
                    <a:pt x="94" y="90"/>
                  </a:lnTo>
                  <a:lnTo>
                    <a:pt x="96" y="90"/>
                  </a:lnTo>
                  <a:lnTo>
                    <a:pt x="96" y="90"/>
                  </a:lnTo>
                  <a:lnTo>
                    <a:pt x="98" y="90"/>
                  </a:lnTo>
                  <a:lnTo>
                    <a:pt x="98" y="90"/>
                  </a:lnTo>
                  <a:lnTo>
                    <a:pt x="99" y="92"/>
                  </a:lnTo>
                  <a:lnTo>
                    <a:pt x="99" y="92"/>
                  </a:lnTo>
                  <a:lnTo>
                    <a:pt x="99" y="94"/>
                  </a:lnTo>
                  <a:lnTo>
                    <a:pt x="101" y="96"/>
                  </a:lnTo>
                  <a:lnTo>
                    <a:pt x="103" y="96"/>
                  </a:lnTo>
                  <a:lnTo>
                    <a:pt x="105" y="96"/>
                  </a:lnTo>
                  <a:lnTo>
                    <a:pt x="107" y="97"/>
                  </a:lnTo>
                  <a:lnTo>
                    <a:pt x="107" y="99"/>
                  </a:lnTo>
                  <a:lnTo>
                    <a:pt x="109" y="101"/>
                  </a:lnTo>
                  <a:lnTo>
                    <a:pt x="111" y="103"/>
                  </a:lnTo>
                  <a:lnTo>
                    <a:pt x="113" y="103"/>
                  </a:lnTo>
                  <a:lnTo>
                    <a:pt x="113" y="105"/>
                  </a:lnTo>
                  <a:lnTo>
                    <a:pt x="113" y="105"/>
                  </a:lnTo>
                  <a:lnTo>
                    <a:pt x="115" y="109"/>
                  </a:lnTo>
                  <a:lnTo>
                    <a:pt x="115" y="111"/>
                  </a:lnTo>
                  <a:lnTo>
                    <a:pt x="117" y="113"/>
                  </a:lnTo>
                  <a:lnTo>
                    <a:pt x="117" y="120"/>
                  </a:lnTo>
                  <a:lnTo>
                    <a:pt x="117" y="122"/>
                  </a:lnTo>
                  <a:lnTo>
                    <a:pt x="117" y="124"/>
                  </a:lnTo>
                  <a:lnTo>
                    <a:pt x="117" y="126"/>
                  </a:lnTo>
                  <a:lnTo>
                    <a:pt x="115" y="126"/>
                  </a:lnTo>
                  <a:lnTo>
                    <a:pt x="115" y="128"/>
                  </a:lnTo>
                  <a:lnTo>
                    <a:pt x="111" y="132"/>
                  </a:lnTo>
                  <a:lnTo>
                    <a:pt x="107" y="134"/>
                  </a:lnTo>
                  <a:lnTo>
                    <a:pt x="107" y="136"/>
                  </a:lnTo>
                  <a:lnTo>
                    <a:pt x="107" y="137"/>
                  </a:lnTo>
                  <a:lnTo>
                    <a:pt x="107" y="137"/>
                  </a:lnTo>
                  <a:lnTo>
                    <a:pt x="107" y="139"/>
                  </a:lnTo>
                  <a:lnTo>
                    <a:pt x="107" y="139"/>
                  </a:lnTo>
                  <a:lnTo>
                    <a:pt x="105" y="141"/>
                  </a:lnTo>
                  <a:lnTo>
                    <a:pt x="105" y="141"/>
                  </a:lnTo>
                  <a:lnTo>
                    <a:pt x="103" y="143"/>
                  </a:lnTo>
                  <a:lnTo>
                    <a:pt x="101" y="143"/>
                  </a:lnTo>
                  <a:lnTo>
                    <a:pt x="98" y="145"/>
                  </a:lnTo>
                  <a:lnTo>
                    <a:pt x="98" y="145"/>
                  </a:lnTo>
                  <a:lnTo>
                    <a:pt x="92" y="145"/>
                  </a:lnTo>
                  <a:lnTo>
                    <a:pt x="92" y="145"/>
                  </a:lnTo>
                  <a:lnTo>
                    <a:pt x="90" y="145"/>
                  </a:lnTo>
                  <a:lnTo>
                    <a:pt x="90" y="145"/>
                  </a:lnTo>
                  <a:lnTo>
                    <a:pt x="88" y="141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82" y="137"/>
                  </a:lnTo>
                  <a:lnTo>
                    <a:pt x="78" y="136"/>
                  </a:lnTo>
                  <a:lnTo>
                    <a:pt x="78" y="136"/>
                  </a:lnTo>
                  <a:lnTo>
                    <a:pt x="78" y="136"/>
                  </a:lnTo>
                  <a:lnTo>
                    <a:pt x="77" y="134"/>
                  </a:lnTo>
                  <a:lnTo>
                    <a:pt x="77" y="134"/>
                  </a:lnTo>
                  <a:lnTo>
                    <a:pt x="75" y="132"/>
                  </a:lnTo>
                  <a:lnTo>
                    <a:pt x="75" y="130"/>
                  </a:lnTo>
                  <a:lnTo>
                    <a:pt x="75" y="130"/>
                  </a:lnTo>
                  <a:lnTo>
                    <a:pt x="75" y="130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71" y="134"/>
                  </a:lnTo>
                  <a:lnTo>
                    <a:pt x="71" y="136"/>
                  </a:lnTo>
                  <a:lnTo>
                    <a:pt x="67" y="136"/>
                  </a:lnTo>
                  <a:lnTo>
                    <a:pt x="67" y="136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9" y="137"/>
                  </a:lnTo>
                  <a:lnTo>
                    <a:pt x="69" y="137"/>
                  </a:lnTo>
                  <a:lnTo>
                    <a:pt x="69" y="137"/>
                  </a:lnTo>
                  <a:lnTo>
                    <a:pt x="71" y="139"/>
                  </a:lnTo>
                  <a:lnTo>
                    <a:pt x="71" y="139"/>
                  </a:lnTo>
                  <a:lnTo>
                    <a:pt x="71" y="141"/>
                  </a:lnTo>
                  <a:lnTo>
                    <a:pt x="71" y="141"/>
                  </a:lnTo>
                  <a:lnTo>
                    <a:pt x="71" y="143"/>
                  </a:lnTo>
                  <a:lnTo>
                    <a:pt x="71" y="143"/>
                  </a:lnTo>
                  <a:lnTo>
                    <a:pt x="73" y="143"/>
                  </a:lnTo>
                  <a:lnTo>
                    <a:pt x="73" y="143"/>
                  </a:lnTo>
                  <a:lnTo>
                    <a:pt x="73" y="143"/>
                  </a:lnTo>
                  <a:lnTo>
                    <a:pt x="75" y="143"/>
                  </a:lnTo>
                  <a:lnTo>
                    <a:pt x="75" y="143"/>
                  </a:lnTo>
                  <a:lnTo>
                    <a:pt x="75" y="145"/>
                  </a:lnTo>
                  <a:lnTo>
                    <a:pt x="75" y="147"/>
                  </a:lnTo>
                  <a:lnTo>
                    <a:pt x="75" y="149"/>
                  </a:lnTo>
                  <a:lnTo>
                    <a:pt x="73" y="153"/>
                  </a:lnTo>
                  <a:lnTo>
                    <a:pt x="69" y="160"/>
                  </a:lnTo>
                  <a:lnTo>
                    <a:pt x="67" y="162"/>
                  </a:lnTo>
                  <a:lnTo>
                    <a:pt x="65" y="164"/>
                  </a:lnTo>
                  <a:lnTo>
                    <a:pt x="67" y="164"/>
                  </a:lnTo>
                  <a:lnTo>
                    <a:pt x="67" y="166"/>
                  </a:lnTo>
                  <a:lnTo>
                    <a:pt x="67" y="166"/>
                  </a:lnTo>
                  <a:lnTo>
                    <a:pt x="67" y="166"/>
                  </a:lnTo>
                  <a:lnTo>
                    <a:pt x="67" y="166"/>
                  </a:lnTo>
                  <a:lnTo>
                    <a:pt x="69" y="168"/>
                  </a:lnTo>
                  <a:lnTo>
                    <a:pt x="69" y="168"/>
                  </a:lnTo>
                  <a:lnTo>
                    <a:pt x="69" y="170"/>
                  </a:lnTo>
                  <a:lnTo>
                    <a:pt x="69" y="174"/>
                  </a:lnTo>
                  <a:lnTo>
                    <a:pt x="69" y="175"/>
                  </a:lnTo>
                  <a:lnTo>
                    <a:pt x="69" y="177"/>
                  </a:lnTo>
                  <a:lnTo>
                    <a:pt x="67" y="177"/>
                  </a:lnTo>
                  <a:lnTo>
                    <a:pt x="67" y="179"/>
                  </a:lnTo>
                  <a:lnTo>
                    <a:pt x="67" y="179"/>
                  </a:lnTo>
                  <a:lnTo>
                    <a:pt x="69" y="181"/>
                  </a:lnTo>
                  <a:lnTo>
                    <a:pt x="67" y="183"/>
                  </a:lnTo>
                  <a:lnTo>
                    <a:pt x="67" y="183"/>
                  </a:lnTo>
                  <a:lnTo>
                    <a:pt x="67" y="183"/>
                  </a:lnTo>
                  <a:lnTo>
                    <a:pt x="65" y="183"/>
                  </a:lnTo>
                  <a:lnTo>
                    <a:pt x="63" y="183"/>
                  </a:lnTo>
                  <a:lnTo>
                    <a:pt x="57" y="181"/>
                  </a:lnTo>
                  <a:lnTo>
                    <a:pt x="57" y="181"/>
                  </a:lnTo>
                  <a:lnTo>
                    <a:pt x="56" y="183"/>
                  </a:lnTo>
                  <a:lnTo>
                    <a:pt x="56" y="183"/>
                  </a:lnTo>
                  <a:lnTo>
                    <a:pt x="56" y="185"/>
                  </a:lnTo>
                  <a:lnTo>
                    <a:pt x="56" y="185"/>
                  </a:lnTo>
                  <a:lnTo>
                    <a:pt x="56" y="185"/>
                  </a:lnTo>
                  <a:lnTo>
                    <a:pt x="56" y="187"/>
                  </a:lnTo>
                  <a:lnTo>
                    <a:pt x="56" y="187"/>
                  </a:lnTo>
                  <a:lnTo>
                    <a:pt x="54" y="187"/>
                  </a:lnTo>
                  <a:lnTo>
                    <a:pt x="54" y="189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50" y="189"/>
                  </a:lnTo>
                  <a:lnTo>
                    <a:pt x="48" y="189"/>
                  </a:lnTo>
                  <a:lnTo>
                    <a:pt x="48" y="193"/>
                  </a:lnTo>
                  <a:lnTo>
                    <a:pt x="48" y="194"/>
                  </a:lnTo>
                  <a:lnTo>
                    <a:pt x="48" y="196"/>
                  </a:lnTo>
                  <a:lnTo>
                    <a:pt x="46" y="196"/>
                  </a:lnTo>
                  <a:lnTo>
                    <a:pt x="46" y="198"/>
                  </a:lnTo>
                  <a:lnTo>
                    <a:pt x="46" y="198"/>
                  </a:lnTo>
                  <a:lnTo>
                    <a:pt x="46" y="198"/>
                  </a:lnTo>
                  <a:lnTo>
                    <a:pt x="44" y="196"/>
                  </a:lnTo>
                  <a:lnTo>
                    <a:pt x="44" y="196"/>
                  </a:lnTo>
                  <a:lnTo>
                    <a:pt x="42" y="194"/>
                  </a:lnTo>
                  <a:lnTo>
                    <a:pt x="42" y="194"/>
                  </a:lnTo>
                  <a:lnTo>
                    <a:pt x="40" y="194"/>
                  </a:lnTo>
                  <a:lnTo>
                    <a:pt x="40" y="194"/>
                  </a:lnTo>
                  <a:lnTo>
                    <a:pt x="38" y="196"/>
                  </a:lnTo>
                  <a:lnTo>
                    <a:pt x="38" y="196"/>
                  </a:lnTo>
                  <a:lnTo>
                    <a:pt x="38" y="196"/>
                  </a:lnTo>
                  <a:lnTo>
                    <a:pt x="38" y="196"/>
                  </a:lnTo>
                  <a:lnTo>
                    <a:pt x="37" y="196"/>
                  </a:lnTo>
                  <a:lnTo>
                    <a:pt x="37" y="194"/>
                  </a:lnTo>
                  <a:lnTo>
                    <a:pt x="37" y="194"/>
                  </a:lnTo>
                  <a:lnTo>
                    <a:pt x="35" y="194"/>
                  </a:lnTo>
                  <a:lnTo>
                    <a:pt x="35" y="196"/>
                  </a:lnTo>
                  <a:lnTo>
                    <a:pt x="33" y="196"/>
                  </a:lnTo>
                  <a:lnTo>
                    <a:pt x="33" y="196"/>
                  </a:lnTo>
                  <a:lnTo>
                    <a:pt x="33" y="196"/>
                  </a:lnTo>
                  <a:lnTo>
                    <a:pt x="31" y="196"/>
                  </a:lnTo>
                  <a:lnTo>
                    <a:pt x="31" y="194"/>
                  </a:lnTo>
                  <a:lnTo>
                    <a:pt x="29" y="193"/>
                  </a:lnTo>
                  <a:lnTo>
                    <a:pt x="27" y="189"/>
                  </a:lnTo>
                  <a:lnTo>
                    <a:pt x="23" y="191"/>
                  </a:lnTo>
                  <a:lnTo>
                    <a:pt x="21" y="191"/>
                  </a:lnTo>
                  <a:lnTo>
                    <a:pt x="19" y="191"/>
                  </a:lnTo>
                  <a:lnTo>
                    <a:pt x="17" y="191"/>
                  </a:lnTo>
                  <a:lnTo>
                    <a:pt x="16" y="191"/>
                  </a:lnTo>
                  <a:lnTo>
                    <a:pt x="16" y="191"/>
                  </a:lnTo>
                  <a:lnTo>
                    <a:pt x="16" y="191"/>
                  </a:lnTo>
                  <a:lnTo>
                    <a:pt x="16" y="191"/>
                  </a:lnTo>
                  <a:lnTo>
                    <a:pt x="12" y="191"/>
                  </a:lnTo>
                  <a:lnTo>
                    <a:pt x="12" y="191"/>
                  </a:lnTo>
                  <a:lnTo>
                    <a:pt x="12" y="191"/>
                  </a:lnTo>
                  <a:lnTo>
                    <a:pt x="10" y="191"/>
                  </a:lnTo>
                  <a:lnTo>
                    <a:pt x="10" y="193"/>
                  </a:lnTo>
                  <a:lnTo>
                    <a:pt x="8" y="193"/>
                  </a:lnTo>
                  <a:lnTo>
                    <a:pt x="6" y="193"/>
                  </a:lnTo>
                  <a:lnTo>
                    <a:pt x="6" y="194"/>
                  </a:lnTo>
                  <a:lnTo>
                    <a:pt x="6" y="200"/>
                  </a:lnTo>
                  <a:lnTo>
                    <a:pt x="6" y="200"/>
                  </a:lnTo>
                  <a:lnTo>
                    <a:pt x="4" y="202"/>
                  </a:lnTo>
                  <a:lnTo>
                    <a:pt x="4" y="204"/>
                  </a:lnTo>
                  <a:lnTo>
                    <a:pt x="2" y="204"/>
                  </a:lnTo>
                  <a:lnTo>
                    <a:pt x="2" y="206"/>
                  </a:lnTo>
                  <a:lnTo>
                    <a:pt x="2" y="206"/>
                  </a:lnTo>
                  <a:lnTo>
                    <a:pt x="2" y="208"/>
                  </a:lnTo>
                  <a:lnTo>
                    <a:pt x="2" y="212"/>
                  </a:lnTo>
                  <a:lnTo>
                    <a:pt x="0" y="213"/>
                  </a:lnTo>
                  <a:lnTo>
                    <a:pt x="0" y="215"/>
                  </a:lnTo>
                  <a:lnTo>
                    <a:pt x="0" y="215"/>
                  </a:lnTo>
                  <a:lnTo>
                    <a:pt x="2" y="219"/>
                  </a:lnTo>
                  <a:lnTo>
                    <a:pt x="2" y="219"/>
                  </a:lnTo>
                  <a:lnTo>
                    <a:pt x="2" y="223"/>
                  </a:lnTo>
                  <a:lnTo>
                    <a:pt x="2" y="225"/>
                  </a:lnTo>
                  <a:lnTo>
                    <a:pt x="4" y="225"/>
                  </a:lnTo>
                  <a:lnTo>
                    <a:pt x="8" y="221"/>
                  </a:lnTo>
                  <a:lnTo>
                    <a:pt x="8" y="223"/>
                  </a:lnTo>
                  <a:lnTo>
                    <a:pt x="8" y="223"/>
                  </a:lnTo>
                  <a:lnTo>
                    <a:pt x="8" y="223"/>
                  </a:lnTo>
                  <a:lnTo>
                    <a:pt x="8" y="225"/>
                  </a:lnTo>
                  <a:lnTo>
                    <a:pt x="8" y="225"/>
                  </a:lnTo>
                  <a:lnTo>
                    <a:pt x="6" y="225"/>
                  </a:lnTo>
                  <a:lnTo>
                    <a:pt x="6" y="225"/>
                  </a:lnTo>
                  <a:lnTo>
                    <a:pt x="6" y="227"/>
                  </a:lnTo>
                  <a:lnTo>
                    <a:pt x="8" y="229"/>
                  </a:lnTo>
                  <a:lnTo>
                    <a:pt x="8" y="229"/>
                  </a:lnTo>
                  <a:lnTo>
                    <a:pt x="6" y="231"/>
                  </a:lnTo>
                  <a:lnTo>
                    <a:pt x="6" y="229"/>
                  </a:lnTo>
                  <a:lnTo>
                    <a:pt x="4" y="229"/>
                  </a:lnTo>
                  <a:lnTo>
                    <a:pt x="4" y="229"/>
                  </a:lnTo>
                  <a:lnTo>
                    <a:pt x="4" y="227"/>
                  </a:lnTo>
                  <a:lnTo>
                    <a:pt x="6" y="234"/>
                  </a:lnTo>
                  <a:lnTo>
                    <a:pt x="6" y="238"/>
                  </a:lnTo>
                  <a:lnTo>
                    <a:pt x="6" y="240"/>
                  </a:lnTo>
                  <a:lnTo>
                    <a:pt x="6" y="246"/>
                  </a:lnTo>
                  <a:lnTo>
                    <a:pt x="8" y="248"/>
                  </a:lnTo>
                  <a:lnTo>
                    <a:pt x="10" y="248"/>
                  </a:lnTo>
                  <a:lnTo>
                    <a:pt x="10" y="248"/>
                  </a:lnTo>
                  <a:lnTo>
                    <a:pt x="10" y="248"/>
                  </a:lnTo>
                  <a:lnTo>
                    <a:pt x="10" y="246"/>
                  </a:lnTo>
                  <a:lnTo>
                    <a:pt x="8" y="246"/>
                  </a:lnTo>
                  <a:lnTo>
                    <a:pt x="8" y="244"/>
                  </a:lnTo>
                  <a:lnTo>
                    <a:pt x="8" y="244"/>
                  </a:lnTo>
                  <a:lnTo>
                    <a:pt x="8" y="242"/>
                  </a:lnTo>
                  <a:lnTo>
                    <a:pt x="8" y="242"/>
                  </a:lnTo>
                  <a:lnTo>
                    <a:pt x="8" y="242"/>
                  </a:lnTo>
                  <a:lnTo>
                    <a:pt x="10" y="242"/>
                  </a:lnTo>
                  <a:lnTo>
                    <a:pt x="12" y="244"/>
                  </a:lnTo>
                  <a:lnTo>
                    <a:pt x="12" y="244"/>
                  </a:lnTo>
                  <a:lnTo>
                    <a:pt x="12" y="246"/>
                  </a:lnTo>
                  <a:lnTo>
                    <a:pt x="12" y="246"/>
                  </a:lnTo>
                  <a:lnTo>
                    <a:pt x="14" y="246"/>
                  </a:lnTo>
                  <a:lnTo>
                    <a:pt x="14" y="248"/>
                  </a:lnTo>
                  <a:lnTo>
                    <a:pt x="16" y="246"/>
                  </a:lnTo>
                  <a:lnTo>
                    <a:pt x="17" y="246"/>
                  </a:lnTo>
                  <a:lnTo>
                    <a:pt x="19" y="246"/>
                  </a:lnTo>
                  <a:lnTo>
                    <a:pt x="21" y="246"/>
                  </a:lnTo>
                  <a:lnTo>
                    <a:pt x="12" y="250"/>
                  </a:lnTo>
                  <a:lnTo>
                    <a:pt x="10" y="252"/>
                  </a:lnTo>
                  <a:lnTo>
                    <a:pt x="10" y="253"/>
                  </a:lnTo>
                  <a:lnTo>
                    <a:pt x="10" y="255"/>
                  </a:lnTo>
                  <a:lnTo>
                    <a:pt x="10" y="261"/>
                  </a:lnTo>
                  <a:lnTo>
                    <a:pt x="10" y="261"/>
                  </a:lnTo>
                  <a:lnTo>
                    <a:pt x="14" y="265"/>
                  </a:lnTo>
                  <a:lnTo>
                    <a:pt x="14" y="267"/>
                  </a:lnTo>
                  <a:lnTo>
                    <a:pt x="16" y="267"/>
                  </a:lnTo>
                  <a:lnTo>
                    <a:pt x="17" y="265"/>
                  </a:lnTo>
                  <a:lnTo>
                    <a:pt x="19" y="265"/>
                  </a:lnTo>
                  <a:lnTo>
                    <a:pt x="21" y="267"/>
                  </a:lnTo>
                  <a:lnTo>
                    <a:pt x="23" y="269"/>
                  </a:lnTo>
                  <a:lnTo>
                    <a:pt x="25" y="269"/>
                  </a:lnTo>
                  <a:lnTo>
                    <a:pt x="31" y="269"/>
                  </a:lnTo>
                  <a:lnTo>
                    <a:pt x="31" y="269"/>
                  </a:lnTo>
                  <a:lnTo>
                    <a:pt x="33" y="271"/>
                  </a:lnTo>
                  <a:lnTo>
                    <a:pt x="35" y="272"/>
                  </a:lnTo>
                  <a:lnTo>
                    <a:pt x="35" y="272"/>
                  </a:lnTo>
                  <a:lnTo>
                    <a:pt x="35" y="272"/>
                  </a:lnTo>
                  <a:lnTo>
                    <a:pt x="35" y="274"/>
                  </a:lnTo>
                  <a:lnTo>
                    <a:pt x="35" y="276"/>
                  </a:lnTo>
                  <a:lnTo>
                    <a:pt x="37" y="276"/>
                  </a:lnTo>
                  <a:lnTo>
                    <a:pt x="35" y="278"/>
                  </a:lnTo>
                  <a:lnTo>
                    <a:pt x="33" y="276"/>
                  </a:lnTo>
                  <a:lnTo>
                    <a:pt x="31" y="271"/>
                  </a:lnTo>
                  <a:lnTo>
                    <a:pt x="31" y="271"/>
                  </a:lnTo>
                  <a:lnTo>
                    <a:pt x="29" y="269"/>
                  </a:lnTo>
                  <a:lnTo>
                    <a:pt x="27" y="271"/>
                  </a:lnTo>
                  <a:lnTo>
                    <a:pt x="27" y="271"/>
                  </a:lnTo>
                  <a:lnTo>
                    <a:pt x="23" y="271"/>
                  </a:lnTo>
                  <a:lnTo>
                    <a:pt x="21" y="269"/>
                  </a:lnTo>
                  <a:lnTo>
                    <a:pt x="19" y="267"/>
                  </a:lnTo>
                  <a:lnTo>
                    <a:pt x="17" y="267"/>
                  </a:lnTo>
                  <a:lnTo>
                    <a:pt x="14" y="267"/>
                  </a:lnTo>
                  <a:lnTo>
                    <a:pt x="12" y="269"/>
                  </a:lnTo>
                  <a:lnTo>
                    <a:pt x="12" y="272"/>
                  </a:lnTo>
                  <a:lnTo>
                    <a:pt x="12" y="278"/>
                  </a:lnTo>
                  <a:lnTo>
                    <a:pt x="14" y="276"/>
                  </a:lnTo>
                  <a:lnTo>
                    <a:pt x="14" y="274"/>
                  </a:lnTo>
                  <a:lnTo>
                    <a:pt x="16" y="274"/>
                  </a:lnTo>
                  <a:lnTo>
                    <a:pt x="17" y="274"/>
                  </a:lnTo>
                  <a:lnTo>
                    <a:pt x="16" y="274"/>
                  </a:lnTo>
                  <a:lnTo>
                    <a:pt x="14" y="278"/>
                  </a:lnTo>
                  <a:lnTo>
                    <a:pt x="12" y="282"/>
                  </a:lnTo>
                  <a:lnTo>
                    <a:pt x="12" y="282"/>
                  </a:lnTo>
                  <a:lnTo>
                    <a:pt x="14" y="284"/>
                  </a:lnTo>
                  <a:lnTo>
                    <a:pt x="14" y="284"/>
                  </a:lnTo>
                  <a:lnTo>
                    <a:pt x="14" y="284"/>
                  </a:lnTo>
                  <a:lnTo>
                    <a:pt x="14" y="282"/>
                  </a:lnTo>
                  <a:lnTo>
                    <a:pt x="16" y="282"/>
                  </a:lnTo>
                  <a:lnTo>
                    <a:pt x="16" y="282"/>
                  </a:lnTo>
                  <a:lnTo>
                    <a:pt x="16" y="282"/>
                  </a:lnTo>
                  <a:lnTo>
                    <a:pt x="16" y="282"/>
                  </a:lnTo>
                  <a:lnTo>
                    <a:pt x="16" y="284"/>
                  </a:lnTo>
                  <a:lnTo>
                    <a:pt x="16" y="284"/>
                  </a:lnTo>
                  <a:lnTo>
                    <a:pt x="16" y="286"/>
                  </a:lnTo>
                  <a:lnTo>
                    <a:pt x="16" y="286"/>
                  </a:lnTo>
                  <a:lnTo>
                    <a:pt x="16" y="288"/>
                  </a:lnTo>
                  <a:lnTo>
                    <a:pt x="16" y="290"/>
                  </a:lnTo>
                  <a:lnTo>
                    <a:pt x="16" y="291"/>
                  </a:lnTo>
                  <a:lnTo>
                    <a:pt x="16" y="291"/>
                  </a:lnTo>
                  <a:lnTo>
                    <a:pt x="16" y="293"/>
                  </a:lnTo>
                  <a:lnTo>
                    <a:pt x="16" y="293"/>
                  </a:lnTo>
                  <a:lnTo>
                    <a:pt x="16" y="295"/>
                  </a:lnTo>
                  <a:lnTo>
                    <a:pt x="16" y="295"/>
                  </a:lnTo>
                  <a:lnTo>
                    <a:pt x="14" y="295"/>
                  </a:lnTo>
                  <a:lnTo>
                    <a:pt x="14" y="297"/>
                  </a:lnTo>
                  <a:lnTo>
                    <a:pt x="14" y="299"/>
                  </a:lnTo>
                  <a:lnTo>
                    <a:pt x="14" y="299"/>
                  </a:lnTo>
                  <a:lnTo>
                    <a:pt x="12" y="303"/>
                  </a:lnTo>
                  <a:lnTo>
                    <a:pt x="12" y="303"/>
                  </a:lnTo>
                  <a:lnTo>
                    <a:pt x="12" y="305"/>
                  </a:lnTo>
                  <a:lnTo>
                    <a:pt x="14" y="303"/>
                  </a:lnTo>
                  <a:lnTo>
                    <a:pt x="14" y="303"/>
                  </a:lnTo>
                  <a:lnTo>
                    <a:pt x="14" y="303"/>
                  </a:lnTo>
                  <a:lnTo>
                    <a:pt x="14" y="303"/>
                  </a:lnTo>
                  <a:lnTo>
                    <a:pt x="16" y="303"/>
                  </a:lnTo>
                  <a:lnTo>
                    <a:pt x="14" y="305"/>
                  </a:lnTo>
                  <a:lnTo>
                    <a:pt x="14" y="307"/>
                  </a:lnTo>
                  <a:lnTo>
                    <a:pt x="14" y="307"/>
                  </a:lnTo>
                  <a:lnTo>
                    <a:pt x="16" y="309"/>
                  </a:lnTo>
                  <a:lnTo>
                    <a:pt x="16" y="309"/>
                  </a:lnTo>
                  <a:lnTo>
                    <a:pt x="17" y="307"/>
                  </a:lnTo>
                  <a:lnTo>
                    <a:pt x="17" y="303"/>
                  </a:lnTo>
                  <a:lnTo>
                    <a:pt x="19" y="299"/>
                  </a:lnTo>
                  <a:lnTo>
                    <a:pt x="21" y="297"/>
                  </a:lnTo>
                  <a:lnTo>
                    <a:pt x="21" y="295"/>
                  </a:lnTo>
                  <a:lnTo>
                    <a:pt x="23" y="297"/>
                  </a:lnTo>
                  <a:lnTo>
                    <a:pt x="23" y="299"/>
                  </a:lnTo>
                  <a:lnTo>
                    <a:pt x="27" y="295"/>
                  </a:lnTo>
                  <a:lnTo>
                    <a:pt x="27" y="293"/>
                  </a:lnTo>
                  <a:lnTo>
                    <a:pt x="25" y="291"/>
                  </a:lnTo>
                  <a:lnTo>
                    <a:pt x="27" y="290"/>
                  </a:lnTo>
                  <a:lnTo>
                    <a:pt x="27" y="288"/>
                  </a:lnTo>
                  <a:lnTo>
                    <a:pt x="29" y="286"/>
                  </a:lnTo>
                  <a:lnTo>
                    <a:pt x="29" y="282"/>
                  </a:lnTo>
                  <a:lnTo>
                    <a:pt x="31" y="282"/>
                  </a:lnTo>
                  <a:lnTo>
                    <a:pt x="29" y="290"/>
                  </a:lnTo>
                  <a:lnTo>
                    <a:pt x="31" y="291"/>
                  </a:lnTo>
                  <a:lnTo>
                    <a:pt x="31" y="291"/>
                  </a:lnTo>
                  <a:lnTo>
                    <a:pt x="33" y="291"/>
                  </a:lnTo>
                  <a:lnTo>
                    <a:pt x="31" y="293"/>
                  </a:lnTo>
                  <a:lnTo>
                    <a:pt x="31" y="295"/>
                  </a:lnTo>
                  <a:lnTo>
                    <a:pt x="31" y="297"/>
                  </a:lnTo>
                  <a:lnTo>
                    <a:pt x="31" y="299"/>
                  </a:lnTo>
                  <a:lnTo>
                    <a:pt x="35" y="297"/>
                  </a:lnTo>
                  <a:lnTo>
                    <a:pt x="37" y="297"/>
                  </a:lnTo>
                  <a:lnTo>
                    <a:pt x="38" y="297"/>
                  </a:lnTo>
                  <a:lnTo>
                    <a:pt x="37" y="299"/>
                  </a:lnTo>
                  <a:lnTo>
                    <a:pt x="37" y="299"/>
                  </a:lnTo>
                  <a:lnTo>
                    <a:pt x="33" y="299"/>
                  </a:lnTo>
                  <a:lnTo>
                    <a:pt x="29" y="301"/>
                  </a:lnTo>
                  <a:lnTo>
                    <a:pt x="29" y="301"/>
                  </a:lnTo>
                  <a:lnTo>
                    <a:pt x="29" y="301"/>
                  </a:lnTo>
                  <a:lnTo>
                    <a:pt x="31" y="301"/>
                  </a:lnTo>
                  <a:lnTo>
                    <a:pt x="31" y="303"/>
                  </a:lnTo>
                  <a:lnTo>
                    <a:pt x="29" y="303"/>
                  </a:lnTo>
                  <a:lnTo>
                    <a:pt x="27" y="303"/>
                  </a:lnTo>
                  <a:lnTo>
                    <a:pt x="27" y="303"/>
                  </a:lnTo>
                  <a:lnTo>
                    <a:pt x="27" y="307"/>
                  </a:lnTo>
                  <a:lnTo>
                    <a:pt x="25" y="307"/>
                  </a:lnTo>
                  <a:lnTo>
                    <a:pt x="25" y="305"/>
                  </a:lnTo>
                  <a:lnTo>
                    <a:pt x="23" y="309"/>
                  </a:lnTo>
                  <a:lnTo>
                    <a:pt x="25" y="310"/>
                  </a:lnTo>
                  <a:lnTo>
                    <a:pt x="27" y="312"/>
                  </a:lnTo>
                  <a:lnTo>
                    <a:pt x="29" y="310"/>
                  </a:lnTo>
                  <a:lnTo>
                    <a:pt x="29" y="310"/>
                  </a:lnTo>
                  <a:lnTo>
                    <a:pt x="29" y="310"/>
                  </a:lnTo>
                  <a:lnTo>
                    <a:pt x="31" y="310"/>
                  </a:lnTo>
                  <a:lnTo>
                    <a:pt x="31" y="310"/>
                  </a:lnTo>
                  <a:lnTo>
                    <a:pt x="31" y="310"/>
                  </a:lnTo>
                  <a:lnTo>
                    <a:pt x="31" y="312"/>
                  </a:lnTo>
                  <a:lnTo>
                    <a:pt x="31" y="312"/>
                  </a:lnTo>
                  <a:lnTo>
                    <a:pt x="31" y="312"/>
                  </a:lnTo>
                  <a:lnTo>
                    <a:pt x="31" y="314"/>
                  </a:lnTo>
                  <a:lnTo>
                    <a:pt x="31" y="316"/>
                  </a:lnTo>
                  <a:lnTo>
                    <a:pt x="35" y="316"/>
                  </a:lnTo>
                  <a:lnTo>
                    <a:pt x="33" y="318"/>
                  </a:lnTo>
                  <a:lnTo>
                    <a:pt x="33" y="320"/>
                  </a:lnTo>
                  <a:lnTo>
                    <a:pt x="31" y="322"/>
                  </a:lnTo>
                  <a:lnTo>
                    <a:pt x="33" y="324"/>
                  </a:lnTo>
                  <a:lnTo>
                    <a:pt x="31" y="324"/>
                  </a:lnTo>
                  <a:lnTo>
                    <a:pt x="29" y="324"/>
                  </a:lnTo>
                  <a:lnTo>
                    <a:pt x="29" y="322"/>
                  </a:lnTo>
                  <a:lnTo>
                    <a:pt x="31" y="320"/>
                  </a:lnTo>
                  <a:lnTo>
                    <a:pt x="27" y="316"/>
                  </a:lnTo>
                  <a:lnTo>
                    <a:pt x="25" y="314"/>
                  </a:lnTo>
                  <a:lnTo>
                    <a:pt x="25" y="318"/>
                  </a:lnTo>
                  <a:lnTo>
                    <a:pt x="23" y="318"/>
                  </a:lnTo>
                  <a:lnTo>
                    <a:pt x="21" y="316"/>
                  </a:lnTo>
                  <a:lnTo>
                    <a:pt x="21" y="316"/>
                  </a:lnTo>
                  <a:lnTo>
                    <a:pt x="19" y="318"/>
                  </a:lnTo>
                  <a:lnTo>
                    <a:pt x="19" y="320"/>
                  </a:lnTo>
                  <a:lnTo>
                    <a:pt x="19" y="320"/>
                  </a:lnTo>
                  <a:lnTo>
                    <a:pt x="19" y="326"/>
                  </a:lnTo>
                  <a:lnTo>
                    <a:pt x="19" y="330"/>
                  </a:lnTo>
                  <a:lnTo>
                    <a:pt x="19" y="333"/>
                  </a:lnTo>
                  <a:lnTo>
                    <a:pt x="21" y="333"/>
                  </a:lnTo>
                  <a:lnTo>
                    <a:pt x="23" y="339"/>
                  </a:lnTo>
                  <a:lnTo>
                    <a:pt x="25" y="341"/>
                  </a:lnTo>
                  <a:lnTo>
                    <a:pt x="25" y="341"/>
                  </a:lnTo>
                  <a:lnTo>
                    <a:pt x="29" y="341"/>
                  </a:lnTo>
                  <a:lnTo>
                    <a:pt x="29" y="341"/>
                  </a:lnTo>
                  <a:lnTo>
                    <a:pt x="29" y="343"/>
                  </a:lnTo>
                  <a:lnTo>
                    <a:pt x="31" y="345"/>
                  </a:lnTo>
                  <a:lnTo>
                    <a:pt x="31" y="347"/>
                  </a:lnTo>
                  <a:lnTo>
                    <a:pt x="31" y="349"/>
                  </a:lnTo>
                  <a:lnTo>
                    <a:pt x="33" y="349"/>
                  </a:lnTo>
                  <a:lnTo>
                    <a:pt x="35" y="350"/>
                  </a:lnTo>
                  <a:lnTo>
                    <a:pt x="33" y="352"/>
                  </a:lnTo>
                  <a:lnTo>
                    <a:pt x="31" y="350"/>
                  </a:lnTo>
                  <a:lnTo>
                    <a:pt x="29" y="345"/>
                  </a:lnTo>
                  <a:lnTo>
                    <a:pt x="27" y="343"/>
                  </a:lnTo>
                  <a:lnTo>
                    <a:pt x="25" y="343"/>
                  </a:lnTo>
                  <a:lnTo>
                    <a:pt x="23" y="345"/>
                  </a:lnTo>
                  <a:lnTo>
                    <a:pt x="23" y="347"/>
                  </a:lnTo>
                  <a:lnTo>
                    <a:pt x="23" y="349"/>
                  </a:lnTo>
                  <a:lnTo>
                    <a:pt x="23" y="352"/>
                  </a:lnTo>
                  <a:lnTo>
                    <a:pt x="23" y="354"/>
                  </a:lnTo>
                  <a:lnTo>
                    <a:pt x="23" y="354"/>
                  </a:lnTo>
                  <a:lnTo>
                    <a:pt x="23" y="356"/>
                  </a:lnTo>
                  <a:lnTo>
                    <a:pt x="25" y="356"/>
                  </a:lnTo>
                  <a:lnTo>
                    <a:pt x="25" y="358"/>
                  </a:lnTo>
                  <a:lnTo>
                    <a:pt x="25" y="358"/>
                  </a:lnTo>
                  <a:lnTo>
                    <a:pt x="25" y="360"/>
                  </a:lnTo>
                  <a:lnTo>
                    <a:pt x="25" y="360"/>
                  </a:lnTo>
                  <a:lnTo>
                    <a:pt x="25" y="360"/>
                  </a:lnTo>
                  <a:lnTo>
                    <a:pt x="25" y="360"/>
                  </a:lnTo>
                  <a:lnTo>
                    <a:pt x="25" y="360"/>
                  </a:lnTo>
                  <a:lnTo>
                    <a:pt x="25" y="360"/>
                  </a:lnTo>
                  <a:lnTo>
                    <a:pt x="27" y="362"/>
                  </a:lnTo>
                  <a:lnTo>
                    <a:pt x="29" y="364"/>
                  </a:lnTo>
                  <a:lnTo>
                    <a:pt x="29" y="364"/>
                  </a:lnTo>
                  <a:lnTo>
                    <a:pt x="31" y="364"/>
                  </a:lnTo>
                  <a:lnTo>
                    <a:pt x="29" y="366"/>
                  </a:lnTo>
                  <a:lnTo>
                    <a:pt x="31" y="368"/>
                  </a:lnTo>
                  <a:lnTo>
                    <a:pt x="33" y="368"/>
                  </a:lnTo>
                  <a:lnTo>
                    <a:pt x="35" y="368"/>
                  </a:lnTo>
                  <a:lnTo>
                    <a:pt x="37" y="368"/>
                  </a:lnTo>
                  <a:lnTo>
                    <a:pt x="38" y="368"/>
                  </a:lnTo>
                  <a:lnTo>
                    <a:pt x="38" y="369"/>
                  </a:lnTo>
                  <a:lnTo>
                    <a:pt x="38" y="371"/>
                  </a:lnTo>
                  <a:lnTo>
                    <a:pt x="40" y="373"/>
                  </a:lnTo>
                  <a:lnTo>
                    <a:pt x="38" y="375"/>
                  </a:lnTo>
                  <a:lnTo>
                    <a:pt x="38" y="377"/>
                  </a:lnTo>
                  <a:lnTo>
                    <a:pt x="37" y="377"/>
                  </a:lnTo>
                  <a:lnTo>
                    <a:pt x="37" y="375"/>
                  </a:lnTo>
                  <a:lnTo>
                    <a:pt x="38" y="375"/>
                  </a:lnTo>
                  <a:lnTo>
                    <a:pt x="37" y="373"/>
                  </a:lnTo>
                  <a:lnTo>
                    <a:pt x="35" y="373"/>
                  </a:lnTo>
                  <a:lnTo>
                    <a:pt x="35" y="371"/>
                  </a:lnTo>
                  <a:lnTo>
                    <a:pt x="33" y="371"/>
                  </a:lnTo>
                  <a:lnTo>
                    <a:pt x="31" y="371"/>
                  </a:lnTo>
                  <a:lnTo>
                    <a:pt x="31" y="371"/>
                  </a:lnTo>
                  <a:lnTo>
                    <a:pt x="31" y="371"/>
                  </a:lnTo>
                  <a:lnTo>
                    <a:pt x="29" y="371"/>
                  </a:lnTo>
                  <a:lnTo>
                    <a:pt x="29" y="369"/>
                  </a:lnTo>
                  <a:lnTo>
                    <a:pt x="29" y="369"/>
                  </a:lnTo>
                  <a:lnTo>
                    <a:pt x="29" y="368"/>
                  </a:lnTo>
                  <a:lnTo>
                    <a:pt x="27" y="368"/>
                  </a:lnTo>
                  <a:lnTo>
                    <a:pt x="27" y="369"/>
                  </a:lnTo>
                  <a:lnTo>
                    <a:pt x="27" y="369"/>
                  </a:lnTo>
                  <a:lnTo>
                    <a:pt x="27" y="371"/>
                  </a:lnTo>
                  <a:lnTo>
                    <a:pt x="27" y="371"/>
                  </a:lnTo>
                  <a:lnTo>
                    <a:pt x="27" y="371"/>
                  </a:lnTo>
                  <a:lnTo>
                    <a:pt x="25" y="373"/>
                  </a:lnTo>
                  <a:lnTo>
                    <a:pt x="29" y="375"/>
                  </a:lnTo>
                  <a:lnTo>
                    <a:pt x="29" y="377"/>
                  </a:lnTo>
                  <a:lnTo>
                    <a:pt x="31" y="385"/>
                  </a:lnTo>
                  <a:lnTo>
                    <a:pt x="31" y="385"/>
                  </a:lnTo>
                  <a:lnTo>
                    <a:pt x="31" y="385"/>
                  </a:lnTo>
                  <a:lnTo>
                    <a:pt x="31" y="387"/>
                  </a:lnTo>
                  <a:lnTo>
                    <a:pt x="31" y="387"/>
                  </a:lnTo>
                  <a:lnTo>
                    <a:pt x="31" y="387"/>
                  </a:lnTo>
                  <a:lnTo>
                    <a:pt x="31" y="388"/>
                  </a:lnTo>
                  <a:lnTo>
                    <a:pt x="31" y="388"/>
                  </a:lnTo>
                  <a:lnTo>
                    <a:pt x="33" y="390"/>
                  </a:lnTo>
                  <a:lnTo>
                    <a:pt x="33" y="392"/>
                  </a:lnTo>
                  <a:lnTo>
                    <a:pt x="35" y="390"/>
                  </a:lnTo>
                  <a:lnTo>
                    <a:pt x="35" y="390"/>
                  </a:lnTo>
                  <a:lnTo>
                    <a:pt x="35" y="388"/>
                  </a:lnTo>
                  <a:lnTo>
                    <a:pt x="37" y="388"/>
                  </a:lnTo>
                  <a:lnTo>
                    <a:pt x="37" y="390"/>
                  </a:lnTo>
                  <a:lnTo>
                    <a:pt x="37" y="392"/>
                  </a:lnTo>
                  <a:lnTo>
                    <a:pt x="35" y="392"/>
                  </a:lnTo>
                  <a:lnTo>
                    <a:pt x="33" y="392"/>
                  </a:lnTo>
                  <a:lnTo>
                    <a:pt x="33" y="394"/>
                  </a:lnTo>
                  <a:lnTo>
                    <a:pt x="33" y="396"/>
                  </a:lnTo>
                  <a:lnTo>
                    <a:pt x="35" y="396"/>
                  </a:lnTo>
                  <a:lnTo>
                    <a:pt x="37" y="396"/>
                  </a:lnTo>
                  <a:lnTo>
                    <a:pt x="35" y="398"/>
                  </a:lnTo>
                  <a:lnTo>
                    <a:pt x="35" y="400"/>
                  </a:lnTo>
                  <a:lnTo>
                    <a:pt x="38" y="407"/>
                  </a:lnTo>
                  <a:lnTo>
                    <a:pt x="40" y="409"/>
                  </a:lnTo>
                  <a:lnTo>
                    <a:pt x="40" y="413"/>
                  </a:lnTo>
                  <a:lnTo>
                    <a:pt x="40" y="413"/>
                  </a:lnTo>
                  <a:lnTo>
                    <a:pt x="42" y="415"/>
                  </a:lnTo>
                  <a:lnTo>
                    <a:pt x="42" y="417"/>
                  </a:lnTo>
                  <a:lnTo>
                    <a:pt x="42" y="419"/>
                  </a:lnTo>
                  <a:lnTo>
                    <a:pt x="44" y="419"/>
                  </a:lnTo>
                  <a:lnTo>
                    <a:pt x="44" y="421"/>
                  </a:lnTo>
                  <a:lnTo>
                    <a:pt x="44" y="423"/>
                  </a:lnTo>
                  <a:lnTo>
                    <a:pt x="44" y="423"/>
                  </a:lnTo>
                  <a:lnTo>
                    <a:pt x="42" y="425"/>
                  </a:lnTo>
                  <a:lnTo>
                    <a:pt x="42" y="425"/>
                  </a:lnTo>
                  <a:lnTo>
                    <a:pt x="42" y="427"/>
                  </a:lnTo>
                  <a:lnTo>
                    <a:pt x="44" y="428"/>
                  </a:lnTo>
                  <a:lnTo>
                    <a:pt x="44" y="428"/>
                  </a:lnTo>
                  <a:lnTo>
                    <a:pt x="44" y="430"/>
                  </a:lnTo>
                  <a:lnTo>
                    <a:pt x="44" y="432"/>
                  </a:lnTo>
                  <a:lnTo>
                    <a:pt x="44" y="432"/>
                  </a:lnTo>
                  <a:lnTo>
                    <a:pt x="46" y="434"/>
                  </a:lnTo>
                  <a:lnTo>
                    <a:pt x="46" y="434"/>
                  </a:lnTo>
                  <a:lnTo>
                    <a:pt x="50" y="434"/>
                  </a:lnTo>
                  <a:lnTo>
                    <a:pt x="52" y="436"/>
                  </a:lnTo>
                  <a:lnTo>
                    <a:pt x="48" y="438"/>
                  </a:lnTo>
                  <a:lnTo>
                    <a:pt x="46" y="438"/>
                  </a:lnTo>
                  <a:lnTo>
                    <a:pt x="46" y="438"/>
                  </a:lnTo>
                  <a:lnTo>
                    <a:pt x="44" y="438"/>
                  </a:lnTo>
                  <a:lnTo>
                    <a:pt x="44" y="438"/>
                  </a:lnTo>
                  <a:lnTo>
                    <a:pt x="44" y="440"/>
                  </a:lnTo>
                  <a:lnTo>
                    <a:pt x="48" y="444"/>
                  </a:lnTo>
                  <a:lnTo>
                    <a:pt x="50" y="446"/>
                  </a:lnTo>
                  <a:lnTo>
                    <a:pt x="48" y="447"/>
                  </a:lnTo>
                  <a:lnTo>
                    <a:pt x="50" y="449"/>
                  </a:lnTo>
                  <a:lnTo>
                    <a:pt x="50" y="451"/>
                  </a:lnTo>
                  <a:lnTo>
                    <a:pt x="48" y="453"/>
                  </a:lnTo>
                  <a:lnTo>
                    <a:pt x="48" y="453"/>
                  </a:lnTo>
                  <a:lnTo>
                    <a:pt x="48" y="455"/>
                  </a:lnTo>
                  <a:lnTo>
                    <a:pt x="50" y="457"/>
                  </a:lnTo>
                  <a:lnTo>
                    <a:pt x="52" y="459"/>
                  </a:lnTo>
                  <a:lnTo>
                    <a:pt x="54" y="463"/>
                  </a:lnTo>
                  <a:lnTo>
                    <a:pt x="56" y="465"/>
                  </a:lnTo>
                  <a:lnTo>
                    <a:pt x="54" y="465"/>
                  </a:lnTo>
                  <a:lnTo>
                    <a:pt x="52" y="465"/>
                  </a:lnTo>
                  <a:lnTo>
                    <a:pt x="52" y="463"/>
                  </a:lnTo>
                  <a:lnTo>
                    <a:pt x="50" y="463"/>
                  </a:lnTo>
                  <a:lnTo>
                    <a:pt x="50" y="465"/>
                  </a:lnTo>
                  <a:lnTo>
                    <a:pt x="52" y="466"/>
                  </a:lnTo>
                  <a:lnTo>
                    <a:pt x="52" y="466"/>
                  </a:lnTo>
                  <a:lnTo>
                    <a:pt x="52" y="468"/>
                  </a:lnTo>
                  <a:lnTo>
                    <a:pt x="54" y="470"/>
                  </a:lnTo>
                  <a:lnTo>
                    <a:pt x="54" y="472"/>
                  </a:lnTo>
                  <a:lnTo>
                    <a:pt x="56" y="476"/>
                  </a:lnTo>
                  <a:lnTo>
                    <a:pt x="57" y="478"/>
                  </a:lnTo>
                  <a:lnTo>
                    <a:pt x="57" y="480"/>
                  </a:lnTo>
                  <a:lnTo>
                    <a:pt x="56" y="480"/>
                  </a:lnTo>
                  <a:lnTo>
                    <a:pt x="57" y="482"/>
                  </a:lnTo>
                  <a:lnTo>
                    <a:pt x="57" y="484"/>
                  </a:lnTo>
                  <a:lnTo>
                    <a:pt x="57" y="487"/>
                  </a:lnTo>
                  <a:lnTo>
                    <a:pt x="57" y="489"/>
                  </a:lnTo>
                  <a:lnTo>
                    <a:pt x="56" y="487"/>
                  </a:lnTo>
                  <a:lnTo>
                    <a:pt x="56" y="487"/>
                  </a:lnTo>
                  <a:lnTo>
                    <a:pt x="56" y="489"/>
                  </a:lnTo>
                  <a:lnTo>
                    <a:pt x="57" y="491"/>
                  </a:lnTo>
                  <a:lnTo>
                    <a:pt x="56" y="491"/>
                  </a:lnTo>
                  <a:lnTo>
                    <a:pt x="57" y="493"/>
                  </a:lnTo>
                  <a:lnTo>
                    <a:pt x="59" y="493"/>
                  </a:lnTo>
                  <a:lnTo>
                    <a:pt x="57" y="497"/>
                  </a:lnTo>
                  <a:lnTo>
                    <a:pt x="57" y="497"/>
                  </a:lnTo>
                  <a:lnTo>
                    <a:pt x="57" y="499"/>
                  </a:lnTo>
                  <a:lnTo>
                    <a:pt x="57" y="503"/>
                  </a:lnTo>
                  <a:lnTo>
                    <a:pt x="57" y="503"/>
                  </a:lnTo>
                  <a:lnTo>
                    <a:pt x="57" y="504"/>
                  </a:lnTo>
                  <a:lnTo>
                    <a:pt x="57" y="506"/>
                  </a:lnTo>
                  <a:lnTo>
                    <a:pt x="59" y="510"/>
                  </a:lnTo>
                  <a:lnTo>
                    <a:pt x="59" y="510"/>
                  </a:lnTo>
                  <a:lnTo>
                    <a:pt x="61" y="510"/>
                  </a:lnTo>
                  <a:lnTo>
                    <a:pt x="61" y="512"/>
                  </a:lnTo>
                  <a:lnTo>
                    <a:pt x="59" y="514"/>
                  </a:lnTo>
                  <a:lnTo>
                    <a:pt x="59" y="518"/>
                  </a:lnTo>
                  <a:lnTo>
                    <a:pt x="59" y="520"/>
                  </a:lnTo>
                  <a:lnTo>
                    <a:pt x="61" y="522"/>
                  </a:lnTo>
                  <a:lnTo>
                    <a:pt x="63" y="522"/>
                  </a:lnTo>
                  <a:lnTo>
                    <a:pt x="63" y="524"/>
                  </a:lnTo>
                  <a:lnTo>
                    <a:pt x="63" y="524"/>
                  </a:lnTo>
                  <a:lnTo>
                    <a:pt x="61" y="525"/>
                  </a:lnTo>
                  <a:lnTo>
                    <a:pt x="61" y="525"/>
                  </a:lnTo>
                  <a:lnTo>
                    <a:pt x="61" y="525"/>
                  </a:lnTo>
                  <a:lnTo>
                    <a:pt x="63" y="529"/>
                  </a:lnTo>
                  <a:lnTo>
                    <a:pt x="63" y="527"/>
                  </a:lnTo>
                  <a:lnTo>
                    <a:pt x="65" y="527"/>
                  </a:lnTo>
                  <a:lnTo>
                    <a:pt x="67" y="527"/>
                  </a:lnTo>
                  <a:lnTo>
                    <a:pt x="67" y="529"/>
                  </a:lnTo>
                  <a:lnTo>
                    <a:pt x="67" y="531"/>
                  </a:lnTo>
                  <a:lnTo>
                    <a:pt x="67" y="531"/>
                  </a:lnTo>
                  <a:lnTo>
                    <a:pt x="65" y="531"/>
                  </a:lnTo>
                  <a:lnTo>
                    <a:pt x="65" y="529"/>
                  </a:lnTo>
                  <a:lnTo>
                    <a:pt x="63" y="529"/>
                  </a:lnTo>
                  <a:lnTo>
                    <a:pt x="63" y="529"/>
                  </a:lnTo>
                  <a:lnTo>
                    <a:pt x="61" y="531"/>
                  </a:lnTo>
                  <a:lnTo>
                    <a:pt x="61" y="531"/>
                  </a:lnTo>
                  <a:lnTo>
                    <a:pt x="61" y="531"/>
                  </a:lnTo>
                  <a:lnTo>
                    <a:pt x="61" y="531"/>
                  </a:lnTo>
                  <a:lnTo>
                    <a:pt x="63" y="533"/>
                  </a:lnTo>
                  <a:lnTo>
                    <a:pt x="63" y="533"/>
                  </a:lnTo>
                  <a:lnTo>
                    <a:pt x="65" y="535"/>
                  </a:lnTo>
                  <a:lnTo>
                    <a:pt x="67" y="535"/>
                  </a:lnTo>
                  <a:lnTo>
                    <a:pt x="67" y="535"/>
                  </a:lnTo>
                  <a:lnTo>
                    <a:pt x="65" y="537"/>
                  </a:lnTo>
                  <a:lnTo>
                    <a:pt x="65" y="537"/>
                  </a:lnTo>
                  <a:lnTo>
                    <a:pt x="65" y="537"/>
                  </a:lnTo>
                  <a:lnTo>
                    <a:pt x="65" y="537"/>
                  </a:lnTo>
                  <a:lnTo>
                    <a:pt x="67" y="539"/>
                  </a:lnTo>
                  <a:lnTo>
                    <a:pt x="67" y="539"/>
                  </a:lnTo>
                  <a:lnTo>
                    <a:pt x="65" y="539"/>
                  </a:lnTo>
                  <a:lnTo>
                    <a:pt x="65" y="539"/>
                  </a:lnTo>
                  <a:lnTo>
                    <a:pt x="63" y="535"/>
                  </a:lnTo>
                  <a:lnTo>
                    <a:pt x="63" y="535"/>
                  </a:lnTo>
                  <a:lnTo>
                    <a:pt x="61" y="535"/>
                  </a:lnTo>
                  <a:lnTo>
                    <a:pt x="61" y="535"/>
                  </a:lnTo>
                  <a:lnTo>
                    <a:pt x="61" y="535"/>
                  </a:lnTo>
                  <a:lnTo>
                    <a:pt x="61" y="537"/>
                  </a:lnTo>
                  <a:lnTo>
                    <a:pt x="61" y="539"/>
                  </a:lnTo>
                  <a:lnTo>
                    <a:pt x="61" y="539"/>
                  </a:lnTo>
                  <a:lnTo>
                    <a:pt x="61" y="539"/>
                  </a:lnTo>
                  <a:lnTo>
                    <a:pt x="63" y="543"/>
                  </a:lnTo>
                  <a:lnTo>
                    <a:pt x="63" y="546"/>
                  </a:lnTo>
                  <a:lnTo>
                    <a:pt x="65" y="548"/>
                  </a:lnTo>
                  <a:lnTo>
                    <a:pt x="67" y="548"/>
                  </a:lnTo>
                  <a:lnTo>
                    <a:pt x="69" y="550"/>
                  </a:lnTo>
                  <a:lnTo>
                    <a:pt x="67" y="550"/>
                  </a:lnTo>
                  <a:lnTo>
                    <a:pt x="67" y="550"/>
                  </a:lnTo>
                  <a:lnTo>
                    <a:pt x="65" y="552"/>
                  </a:lnTo>
                  <a:lnTo>
                    <a:pt x="65" y="552"/>
                  </a:lnTo>
                  <a:lnTo>
                    <a:pt x="67" y="554"/>
                  </a:lnTo>
                  <a:lnTo>
                    <a:pt x="67" y="554"/>
                  </a:lnTo>
                  <a:lnTo>
                    <a:pt x="67" y="556"/>
                  </a:lnTo>
                  <a:lnTo>
                    <a:pt x="67" y="556"/>
                  </a:lnTo>
                  <a:lnTo>
                    <a:pt x="71" y="563"/>
                  </a:lnTo>
                  <a:lnTo>
                    <a:pt x="71" y="565"/>
                  </a:lnTo>
                  <a:lnTo>
                    <a:pt x="71" y="567"/>
                  </a:lnTo>
                  <a:lnTo>
                    <a:pt x="71" y="567"/>
                  </a:lnTo>
                  <a:lnTo>
                    <a:pt x="73" y="567"/>
                  </a:lnTo>
                  <a:lnTo>
                    <a:pt x="73" y="567"/>
                  </a:lnTo>
                  <a:lnTo>
                    <a:pt x="73" y="567"/>
                  </a:lnTo>
                  <a:lnTo>
                    <a:pt x="73" y="569"/>
                  </a:lnTo>
                  <a:lnTo>
                    <a:pt x="73" y="573"/>
                  </a:lnTo>
                  <a:lnTo>
                    <a:pt x="75" y="577"/>
                  </a:lnTo>
                  <a:lnTo>
                    <a:pt x="75" y="575"/>
                  </a:lnTo>
                  <a:lnTo>
                    <a:pt x="75" y="573"/>
                  </a:lnTo>
                  <a:lnTo>
                    <a:pt x="75" y="571"/>
                  </a:lnTo>
                  <a:lnTo>
                    <a:pt x="78" y="569"/>
                  </a:lnTo>
                  <a:lnTo>
                    <a:pt x="77" y="571"/>
                  </a:lnTo>
                  <a:lnTo>
                    <a:pt x="77" y="571"/>
                  </a:lnTo>
                  <a:lnTo>
                    <a:pt x="75" y="573"/>
                  </a:lnTo>
                  <a:lnTo>
                    <a:pt x="75" y="575"/>
                  </a:lnTo>
                  <a:lnTo>
                    <a:pt x="75" y="581"/>
                  </a:lnTo>
                  <a:lnTo>
                    <a:pt x="75" y="581"/>
                  </a:lnTo>
                  <a:lnTo>
                    <a:pt x="75" y="581"/>
                  </a:lnTo>
                  <a:lnTo>
                    <a:pt x="75" y="582"/>
                  </a:lnTo>
                  <a:lnTo>
                    <a:pt x="75" y="582"/>
                  </a:lnTo>
                  <a:lnTo>
                    <a:pt x="75" y="582"/>
                  </a:lnTo>
                  <a:lnTo>
                    <a:pt x="75" y="582"/>
                  </a:lnTo>
                  <a:lnTo>
                    <a:pt x="77" y="584"/>
                  </a:lnTo>
                  <a:lnTo>
                    <a:pt x="77" y="584"/>
                  </a:lnTo>
                  <a:lnTo>
                    <a:pt x="77" y="586"/>
                  </a:lnTo>
                  <a:lnTo>
                    <a:pt x="78" y="586"/>
                  </a:lnTo>
                  <a:lnTo>
                    <a:pt x="80" y="586"/>
                  </a:lnTo>
                  <a:lnTo>
                    <a:pt x="80" y="586"/>
                  </a:lnTo>
                  <a:lnTo>
                    <a:pt x="78" y="586"/>
                  </a:lnTo>
                  <a:lnTo>
                    <a:pt x="78" y="588"/>
                  </a:lnTo>
                  <a:lnTo>
                    <a:pt x="80" y="592"/>
                  </a:lnTo>
                  <a:lnTo>
                    <a:pt x="82" y="594"/>
                  </a:lnTo>
                  <a:lnTo>
                    <a:pt x="86" y="598"/>
                  </a:lnTo>
                  <a:lnTo>
                    <a:pt x="88" y="600"/>
                  </a:lnTo>
                  <a:lnTo>
                    <a:pt x="92" y="605"/>
                  </a:lnTo>
                  <a:lnTo>
                    <a:pt x="92" y="607"/>
                  </a:lnTo>
                  <a:lnTo>
                    <a:pt x="92" y="613"/>
                  </a:lnTo>
                  <a:lnTo>
                    <a:pt x="92" y="613"/>
                  </a:lnTo>
                  <a:lnTo>
                    <a:pt x="94" y="615"/>
                  </a:lnTo>
                  <a:lnTo>
                    <a:pt x="96" y="615"/>
                  </a:lnTo>
                  <a:lnTo>
                    <a:pt x="96" y="615"/>
                  </a:lnTo>
                  <a:lnTo>
                    <a:pt x="98" y="615"/>
                  </a:lnTo>
                  <a:lnTo>
                    <a:pt x="99" y="613"/>
                  </a:lnTo>
                  <a:lnTo>
                    <a:pt x="103" y="613"/>
                  </a:lnTo>
                  <a:lnTo>
                    <a:pt x="105" y="613"/>
                  </a:lnTo>
                  <a:lnTo>
                    <a:pt x="105" y="613"/>
                  </a:lnTo>
                  <a:lnTo>
                    <a:pt x="107" y="613"/>
                  </a:lnTo>
                  <a:lnTo>
                    <a:pt x="107" y="609"/>
                  </a:lnTo>
                  <a:lnTo>
                    <a:pt x="109" y="609"/>
                  </a:lnTo>
                  <a:lnTo>
                    <a:pt x="109" y="609"/>
                  </a:lnTo>
                  <a:lnTo>
                    <a:pt x="109" y="609"/>
                  </a:lnTo>
                  <a:lnTo>
                    <a:pt x="109" y="609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1" y="613"/>
                  </a:lnTo>
                  <a:lnTo>
                    <a:pt x="111" y="613"/>
                  </a:lnTo>
                  <a:lnTo>
                    <a:pt x="111" y="613"/>
                  </a:lnTo>
                  <a:lnTo>
                    <a:pt x="113" y="613"/>
                  </a:lnTo>
                  <a:lnTo>
                    <a:pt x="115" y="613"/>
                  </a:lnTo>
                  <a:lnTo>
                    <a:pt x="117" y="615"/>
                  </a:lnTo>
                  <a:lnTo>
                    <a:pt x="117" y="615"/>
                  </a:lnTo>
                  <a:lnTo>
                    <a:pt x="117" y="617"/>
                  </a:lnTo>
                  <a:lnTo>
                    <a:pt x="118" y="620"/>
                  </a:lnTo>
                  <a:lnTo>
                    <a:pt x="118" y="622"/>
                  </a:lnTo>
                  <a:lnTo>
                    <a:pt x="120" y="622"/>
                  </a:lnTo>
                  <a:lnTo>
                    <a:pt x="122" y="624"/>
                  </a:lnTo>
                  <a:lnTo>
                    <a:pt x="122" y="624"/>
                  </a:lnTo>
                  <a:lnTo>
                    <a:pt x="124" y="624"/>
                  </a:lnTo>
                  <a:lnTo>
                    <a:pt x="126" y="624"/>
                  </a:lnTo>
                  <a:lnTo>
                    <a:pt x="130" y="622"/>
                  </a:lnTo>
                  <a:lnTo>
                    <a:pt x="134" y="622"/>
                  </a:lnTo>
                  <a:lnTo>
                    <a:pt x="134" y="620"/>
                  </a:lnTo>
                  <a:lnTo>
                    <a:pt x="134" y="620"/>
                  </a:lnTo>
                  <a:lnTo>
                    <a:pt x="134" y="620"/>
                  </a:lnTo>
                  <a:lnTo>
                    <a:pt x="134" y="619"/>
                  </a:lnTo>
                  <a:lnTo>
                    <a:pt x="136" y="619"/>
                  </a:lnTo>
                  <a:lnTo>
                    <a:pt x="136" y="619"/>
                  </a:lnTo>
                  <a:lnTo>
                    <a:pt x="136" y="619"/>
                  </a:lnTo>
                  <a:lnTo>
                    <a:pt x="136" y="615"/>
                  </a:lnTo>
                  <a:lnTo>
                    <a:pt x="138" y="615"/>
                  </a:lnTo>
                  <a:lnTo>
                    <a:pt x="141" y="611"/>
                  </a:lnTo>
                  <a:lnTo>
                    <a:pt x="143" y="611"/>
                  </a:lnTo>
                  <a:lnTo>
                    <a:pt x="143" y="611"/>
                  </a:lnTo>
                  <a:lnTo>
                    <a:pt x="145" y="611"/>
                  </a:lnTo>
                  <a:lnTo>
                    <a:pt x="145" y="611"/>
                  </a:lnTo>
                  <a:lnTo>
                    <a:pt x="145" y="611"/>
                  </a:lnTo>
                  <a:lnTo>
                    <a:pt x="145" y="613"/>
                  </a:lnTo>
                  <a:lnTo>
                    <a:pt x="145" y="613"/>
                  </a:lnTo>
                  <a:lnTo>
                    <a:pt x="145" y="613"/>
                  </a:lnTo>
                  <a:lnTo>
                    <a:pt x="145" y="615"/>
                  </a:lnTo>
                  <a:lnTo>
                    <a:pt x="145" y="615"/>
                  </a:lnTo>
                  <a:lnTo>
                    <a:pt x="145" y="615"/>
                  </a:lnTo>
                  <a:lnTo>
                    <a:pt x="145" y="615"/>
                  </a:lnTo>
                  <a:lnTo>
                    <a:pt x="149" y="615"/>
                  </a:lnTo>
                  <a:lnTo>
                    <a:pt x="151" y="615"/>
                  </a:lnTo>
                  <a:lnTo>
                    <a:pt x="153" y="613"/>
                  </a:lnTo>
                  <a:lnTo>
                    <a:pt x="153" y="613"/>
                  </a:lnTo>
                  <a:lnTo>
                    <a:pt x="155" y="611"/>
                  </a:lnTo>
                  <a:lnTo>
                    <a:pt x="155" y="611"/>
                  </a:lnTo>
                  <a:lnTo>
                    <a:pt x="157" y="609"/>
                  </a:lnTo>
                  <a:lnTo>
                    <a:pt x="158" y="605"/>
                  </a:lnTo>
                  <a:lnTo>
                    <a:pt x="158" y="603"/>
                  </a:lnTo>
                  <a:lnTo>
                    <a:pt x="158" y="603"/>
                  </a:lnTo>
                  <a:lnTo>
                    <a:pt x="158" y="601"/>
                  </a:lnTo>
                  <a:lnTo>
                    <a:pt x="157" y="601"/>
                  </a:lnTo>
                  <a:lnTo>
                    <a:pt x="157" y="601"/>
                  </a:lnTo>
                  <a:lnTo>
                    <a:pt x="158" y="600"/>
                  </a:lnTo>
                  <a:lnTo>
                    <a:pt x="160" y="598"/>
                  </a:lnTo>
                  <a:lnTo>
                    <a:pt x="162" y="594"/>
                  </a:lnTo>
                  <a:lnTo>
                    <a:pt x="162" y="592"/>
                  </a:lnTo>
                  <a:lnTo>
                    <a:pt x="164" y="590"/>
                  </a:lnTo>
                  <a:lnTo>
                    <a:pt x="164" y="588"/>
                  </a:lnTo>
                  <a:lnTo>
                    <a:pt x="164" y="586"/>
                  </a:lnTo>
                  <a:lnTo>
                    <a:pt x="164" y="584"/>
                  </a:lnTo>
                  <a:lnTo>
                    <a:pt x="164" y="584"/>
                  </a:lnTo>
                  <a:lnTo>
                    <a:pt x="164" y="584"/>
                  </a:lnTo>
                  <a:lnTo>
                    <a:pt x="164" y="584"/>
                  </a:lnTo>
                  <a:lnTo>
                    <a:pt x="164" y="582"/>
                  </a:lnTo>
                  <a:lnTo>
                    <a:pt x="162" y="582"/>
                  </a:lnTo>
                  <a:lnTo>
                    <a:pt x="160" y="582"/>
                  </a:lnTo>
                  <a:lnTo>
                    <a:pt x="160" y="582"/>
                  </a:lnTo>
                  <a:lnTo>
                    <a:pt x="160" y="581"/>
                  </a:lnTo>
                  <a:lnTo>
                    <a:pt x="160" y="581"/>
                  </a:lnTo>
                  <a:lnTo>
                    <a:pt x="162" y="581"/>
                  </a:lnTo>
                  <a:lnTo>
                    <a:pt x="162" y="579"/>
                  </a:lnTo>
                  <a:lnTo>
                    <a:pt x="164" y="579"/>
                  </a:lnTo>
                  <a:lnTo>
                    <a:pt x="168" y="579"/>
                  </a:lnTo>
                  <a:lnTo>
                    <a:pt x="168" y="579"/>
                  </a:lnTo>
                  <a:lnTo>
                    <a:pt x="168" y="577"/>
                  </a:lnTo>
                  <a:lnTo>
                    <a:pt x="168" y="577"/>
                  </a:lnTo>
                  <a:lnTo>
                    <a:pt x="168" y="573"/>
                  </a:lnTo>
                  <a:lnTo>
                    <a:pt x="168" y="569"/>
                  </a:lnTo>
                  <a:lnTo>
                    <a:pt x="168" y="567"/>
                  </a:lnTo>
                  <a:lnTo>
                    <a:pt x="168" y="565"/>
                  </a:lnTo>
                  <a:lnTo>
                    <a:pt x="168" y="565"/>
                  </a:lnTo>
                  <a:lnTo>
                    <a:pt x="168" y="565"/>
                  </a:lnTo>
                  <a:lnTo>
                    <a:pt x="168" y="563"/>
                  </a:lnTo>
                  <a:lnTo>
                    <a:pt x="166" y="563"/>
                  </a:lnTo>
                  <a:lnTo>
                    <a:pt x="158" y="560"/>
                  </a:lnTo>
                  <a:lnTo>
                    <a:pt x="158" y="560"/>
                  </a:lnTo>
                  <a:lnTo>
                    <a:pt x="158" y="560"/>
                  </a:lnTo>
                  <a:lnTo>
                    <a:pt x="157" y="560"/>
                  </a:lnTo>
                  <a:lnTo>
                    <a:pt x="157" y="562"/>
                  </a:lnTo>
                  <a:lnTo>
                    <a:pt x="157" y="562"/>
                  </a:lnTo>
                  <a:lnTo>
                    <a:pt x="155" y="562"/>
                  </a:lnTo>
                  <a:lnTo>
                    <a:pt x="155" y="562"/>
                  </a:lnTo>
                  <a:lnTo>
                    <a:pt x="155" y="562"/>
                  </a:lnTo>
                  <a:lnTo>
                    <a:pt x="155" y="560"/>
                  </a:lnTo>
                  <a:lnTo>
                    <a:pt x="155" y="560"/>
                  </a:lnTo>
                  <a:lnTo>
                    <a:pt x="155" y="558"/>
                  </a:lnTo>
                  <a:lnTo>
                    <a:pt x="155" y="558"/>
                  </a:lnTo>
                  <a:lnTo>
                    <a:pt x="155" y="558"/>
                  </a:lnTo>
                  <a:lnTo>
                    <a:pt x="155" y="556"/>
                  </a:lnTo>
                  <a:lnTo>
                    <a:pt x="153" y="556"/>
                  </a:lnTo>
                  <a:lnTo>
                    <a:pt x="153" y="554"/>
                  </a:lnTo>
                  <a:lnTo>
                    <a:pt x="153" y="552"/>
                  </a:lnTo>
                  <a:lnTo>
                    <a:pt x="153" y="552"/>
                  </a:lnTo>
                  <a:lnTo>
                    <a:pt x="153" y="552"/>
                  </a:lnTo>
                  <a:lnTo>
                    <a:pt x="155" y="552"/>
                  </a:lnTo>
                  <a:lnTo>
                    <a:pt x="157" y="550"/>
                  </a:lnTo>
                  <a:lnTo>
                    <a:pt x="157" y="550"/>
                  </a:lnTo>
                  <a:lnTo>
                    <a:pt x="157" y="550"/>
                  </a:lnTo>
                  <a:lnTo>
                    <a:pt x="158" y="550"/>
                  </a:lnTo>
                  <a:lnTo>
                    <a:pt x="158" y="550"/>
                  </a:lnTo>
                  <a:lnTo>
                    <a:pt x="158" y="550"/>
                  </a:lnTo>
                  <a:lnTo>
                    <a:pt x="157" y="548"/>
                  </a:lnTo>
                  <a:lnTo>
                    <a:pt x="157" y="548"/>
                  </a:lnTo>
                  <a:lnTo>
                    <a:pt x="155" y="548"/>
                  </a:lnTo>
                  <a:lnTo>
                    <a:pt x="155" y="548"/>
                  </a:lnTo>
                  <a:lnTo>
                    <a:pt x="155" y="548"/>
                  </a:lnTo>
                  <a:lnTo>
                    <a:pt x="155" y="546"/>
                  </a:lnTo>
                  <a:lnTo>
                    <a:pt x="155" y="546"/>
                  </a:lnTo>
                  <a:lnTo>
                    <a:pt x="155" y="546"/>
                  </a:lnTo>
                  <a:lnTo>
                    <a:pt x="155" y="544"/>
                  </a:lnTo>
                  <a:lnTo>
                    <a:pt x="155" y="544"/>
                  </a:lnTo>
                  <a:lnTo>
                    <a:pt x="153" y="544"/>
                  </a:lnTo>
                  <a:lnTo>
                    <a:pt x="153" y="544"/>
                  </a:lnTo>
                  <a:lnTo>
                    <a:pt x="153" y="544"/>
                  </a:lnTo>
                  <a:lnTo>
                    <a:pt x="151" y="544"/>
                  </a:lnTo>
                  <a:lnTo>
                    <a:pt x="151" y="544"/>
                  </a:lnTo>
                  <a:lnTo>
                    <a:pt x="151" y="544"/>
                  </a:lnTo>
                  <a:lnTo>
                    <a:pt x="151" y="543"/>
                  </a:lnTo>
                  <a:lnTo>
                    <a:pt x="151" y="543"/>
                  </a:lnTo>
                  <a:lnTo>
                    <a:pt x="151" y="543"/>
                  </a:lnTo>
                  <a:lnTo>
                    <a:pt x="151" y="543"/>
                  </a:lnTo>
                  <a:lnTo>
                    <a:pt x="151" y="541"/>
                  </a:lnTo>
                  <a:lnTo>
                    <a:pt x="149" y="541"/>
                  </a:lnTo>
                  <a:lnTo>
                    <a:pt x="149" y="541"/>
                  </a:lnTo>
                  <a:lnTo>
                    <a:pt x="149" y="541"/>
                  </a:lnTo>
                  <a:lnTo>
                    <a:pt x="149" y="541"/>
                  </a:lnTo>
                  <a:lnTo>
                    <a:pt x="149" y="541"/>
                  </a:lnTo>
                  <a:lnTo>
                    <a:pt x="147" y="543"/>
                  </a:lnTo>
                  <a:lnTo>
                    <a:pt x="147" y="543"/>
                  </a:lnTo>
                  <a:lnTo>
                    <a:pt x="147" y="543"/>
                  </a:lnTo>
                  <a:lnTo>
                    <a:pt x="147" y="543"/>
                  </a:lnTo>
                  <a:lnTo>
                    <a:pt x="145" y="543"/>
                  </a:lnTo>
                  <a:lnTo>
                    <a:pt x="145" y="541"/>
                  </a:lnTo>
                  <a:lnTo>
                    <a:pt x="145" y="541"/>
                  </a:lnTo>
                  <a:lnTo>
                    <a:pt x="145" y="541"/>
                  </a:lnTo>
                  <a:lnTo>
                    <a:pt x="147" y="539"/>
                  </a:lnTo>
                  <a:lnTo>
                    <a:pt x="147" y="537"/>
                  </a:lnTo>
                  <a:lnTo>
                    <a:pt x="147" y="535"/>
                  </a:lnTo>
                  <a:lnTo>
                    <a:pt x="149" y="537"/>
                  </a:lnTo>
                  <a:lnTo>
                    <a:pt x="149" y="537"/>
                  </a:lnTo>
                  <a:lnTo>
                    <a:pt x="151" y="537"/>
                  </a:lnTo>
                  <a:lnTo>
                    <a:pt x="151" y="537"/>
                  </a:lnTo>
                  <a:lnTo>
                    <a:pt x="151" y="537"/>
                  </a:lnTo>
                  <a:lnTo>
                    <a:pt x="153" y="537"/>
                  </a:lnTo>
                  <a:lnTo>
                    <a:pt x="153" y="537"/>
                  </a:lnTo>
                  <a:lnTo>
                    <a:pt x="153" y="537"/>
                  </a:lnTo>
                  <a:lnTo>
                    <a:pt x="153" y="535"/>
                  </a:lnTo>
                  <a:lnTo>
                    <a:pt x="153" y="535"/>
                  </a:lnTo>
                  <a:lnTo>
                    <a:pt x="155" y="533"/>
                  </a:lnTo>
                  <a:lnTo>
                    <a:pt x="155" y="535"/>
                  </a:lnTo>
                  <a:lnTo>
                    <a:pt x="155" y="535"/>
                  </a:lnTo>
                  <a:lnTo>
                    <a:pt x="155" y="535"/>
                  </a:lnTo>
                  <a:lnTo>
                    <a:pt x="157" y="535"/>
                  </a:lnTo>
                  <a:lnTo>
                    <a:pt x="157" y="537"/>
                  </a:lnTo>
                  <a:lnTo>
                    <a:pt x="157" y="537"/>
                  </a:lnTo>
                  <a:lnTo>
                    <a:pt x="157" y="537"/>
                  </a:lnTo>
                  <a:lnTo>
                    <a:pt x="158" y="535"/>
                  </a:lnTo>
                  <a:lnTo>
                    <a:pt x="160" y="533"/>
                  </a:lnTo>
                  <a:lnTo>
                    <a:pt x="160" y="533"/>
                  </a:lnTo>
                  <a:lnTo>
                    <a:pt x="160" y="533"/>
                  </a:lnTo>
                  <a:lnTo>
                    <a:pt x="162" y="533"/>
                  </a:lnTo>
                  <a:lnTo>
                    <a:pt x="162" y="531"/>
                  </a:lnTo>
                  <a:lnTo>
                    <a:pt x="162" y="531"/>
                  </a:lnTo>
                  <a:lnTo>
                    <a:pt x="164" y="531"/>
                  </a:lnTo>
                  <a:lnTo>
                    <a:pt x="164" y="529"/>
                  </a:lnTo>
                  <a:lnTo>
                    <a:pt x="164" y="527"/>
                  </a:lnTo>
                  <a:lnTo>
                    <a:pt x="164" y="525"/>
                  </a:lnTo>
                  <a:lnTo>
                    <a:pt x="164" y="525"/>
                  </a:lnTo>
                  <a:lnTo>
                    <a:pt x="166" y="525"/>
                  </a:lnTo>
                  <a:lnTo>
                    <a:pt x="166" y="527"/>
                  </a:lnTo>
                  <a:lnTo>
                    <a:pt x="168" y="527"/>
                  </a:lnTo>
                  <a:lnTo>
                    <a:pt x="170" y="527"/>
                  </a:lnTo>
                  <a:lnTo>
                    <a:pt x="172" y="527"/>
                  </a:lnTo>
                  <a:lnTo>
                    <a:pt x="174" y="527"/>
                  </a:lnTo>
                  <a:lnTo>
                    <a:pt x="174" y="527"/>
                  </a:lnTo>
                  <a:lnTo>
                    <a:pt x="174" y="529"/>
                  </a:lnTo>
                  <a:lnTo>
                    <a:pt x="174" y="531"/>
                  </a:lnTo>
                  <a:lnTo>
                    <a:pt x="174" y="531"/>
                  </a:lnTo>
                  <a:lnTo>
                    <a:pt x="176" y="533"/>
                  </a:lnTo>
                  <a:lnTo>
                    <a:pt x="176" y="533"/>
                  </a:lnTo>
                  <a:lnTo>
                    <a:pt x="176" y="533"/>
                  </a:lnTo>
                  <a:lnTo>
                    <a:pt x="176" y="533"/>
                  </a:lnTo>
                  <a:lnTo>
                    <a:pt x="176" y="535"/>
                  </a:lnTo>
                  <a:lnTo>
                    <a:pt x="176" y="535"/>
                  </a:lnTo>
                  <a:lnTo>
                    <a:pt x="176" y="535"/>
                  </a:lnTo>
                  <a:lnTo>
                    <a:pt x="176" y="535"/>
                  </a:lnTo>
                  <a:lnTo>
                    <a:pt x="176" y="535"/>
                  </a:lnTo>
                  <a:lnTo>
                    <a:pt x="176" y="535"/>
                  </a:lnTo>
                  <a:lnTo>
                    <a:pt x="178" y="535"/>
                  </a:lnTo>
                  <a:lnTo>
                    <a:pt x="178" y="535"/>
                  </a:lnTo>
                  <a:lnTo>
                    <a:pt x="179" y="535"/>
                  </a:lnTo>
                  <a:lnTo>
                    <a:pt x="181" y="531"/>
                  </a:lnTo>
                  <a:lnTo>
                    <a:pt x="183" y="531"/>
                  </a:lnTo>
                  <a:lnTo>
                    <a:pt x="183" y="531"/>
                  </a:lnTo>
                  <a:lnTo>
                    <a:pt x="183" y="531"/>
                  </a:lnTo>
                  <a:lnTo>
                    <a:pt x="185" y="531"/>
                  </a:lnTo>
                  <a:lnTo>
                    <a:pt x="187" y="529"/>
                  </a:lnTo>
                  <a:lnTo>
                    <a:pt x="187" y="529"/>
                  </a:lnTo>
                  <a:lnTo>
                    <a:pt x="187" y="527"/>
                  </a:lnTo>
                  <a:lnTo>
                    <a:pt x="185" y="525"/>
                  </a:lnTo>
                  <a:lnTo>
                    <a:pt x="185" y="524"/>
                  </a:lnTo>
                  <a:lnTo>
                    <a:pt x="187" y="524"/>
                  </a:lnTo>
                  <a:lnTo>
                    <a:pt x="187" y="524"/>
                  </a:lnTo>
                  <a:lnTo>
                    <a:pt x="187" y="524"/>
                  </a:lnTo>
                  <a:lnTo>
                    <a:pt x="189" y="520"/>
                  </a:lnTo>
                  <a:lnTo>
                    <a:pt x="189" y="520"/>
                  </a:lnTo>
                  <a:lnTo>
                    <a:pt x="189" y="520"/>
                  </a:lnTo>
                  <a:lnTo>
                    <a:pt x="191" y="520"/>
                  </a:lnTo>
                  <a:lnTo>
                    <a:pt x="191" y="520"/>
                  </a:lnTo>
                  <a:lnTo>
                    <a:pt x="191" y="520"/>
                  </a:lnTo>
                  <a:lnTo>
                    <a:pt x="193" y="518"/>
                  </a:lnTo>
                  <a:lnTo>
                    <a:pt x="193" y="518"/>
                  </a:lnTo>
                  <a:lnTo>
                    <a:pt x="193" y="518"/>
                  </a:lnTo>
                  <a:lnTo>
                    <a:pt x="193" y="516"/>
                  </a:lnTo>
                  <a:lnTo>
                    <a:pt x="195" y="516"/>
                  </a:lnTo>
                  <a:lnTo>
                    <a:pt x="197" y="516"/>
                  </a:lnTo>
                  <a:lnTo>
                    <a:pt x="198" y="514"/>
                  </a:lnTo>
                  <a:lnTo>
                    <a:pt x="198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2" y="516"/>
                  </a:lnTo>
                  <a:lnTo>
                    <a:pt x="204" y="516"/>
                  </a:lnTo>
                  <a:lnTo>
                    <a:pt x="204" y="516"/>
                  </a:lnTo>
                  <a:lnTo>
                    <a:pt x="204" y="514"/>
                  </a:lnTo>
                  <a:lnTo>
                    <a:pt x="204" y="514"/>
                  </a:lnTo>
                  <a:lnTo>
                    <a:pt x="204" y="514"/>
                  </a:lnTo>
                  <a:lnTo>
                    <a:pt x="204" y="514"/>
                  </a:lnTo>
                  <a:lnTo>
                    <a:pt x="204" y="510"/>
                  </a:lnTo>
                  <a:lnTo>
                    <a:pt x="204" y="508"/>
                  </a:lnTo>
                  <a:lnTo>
                    <a:pt x="204" y="508"/>
                  </a:lnTo>
                  <a:lnTo>
                    <a:pt x="202" y="506"/>
                  </a:lnTo>
                  <a:lnTo>
                    <a:pt x="202" y="506"/>
                  </a:lnTo>
                  <a:lnTo>
                    <a:pt x="202" y="506"/>
                  </a:lnTo>
                  <a:lnTo>
                    <a:pt x="202" y="504"/>
                  </a:lnTo>
                  <a:lnTo>
                    <a:pt x="204" y="504"/>
                  </a:lnTo>
                  <a:lnTo>
                    <a:pt x="208" y="504"/>
                  </a:lnTo>
                  <a:lnTo>
                    <a:pt x="210" y="503"/>
                  </a:lnTo>
                  <a:lnTo>
                    <a:pt x="210" y="503"/>
                  </a:lnTo>
                  <a:lnTo>
                    <a:pt x="210" y="503"/>
                  </a:lnTo>
                  <a:lnTo>
                    <a:pt x="212" y="501"/>
                  </a:lnTo>
                  <a:lnTo>
                    <a:pt x="212" y="501"/>
                  </a:lnTo>
                  <a:lnTo>
                    <a:pt x="212" y="499"/>
                  </a:lnTo>
                  <a:lnTo>
                    <a:pt x="214" y="497"/>
                  </a:lnTo>
                  <a:lnTo>
                    <a:pt x="214" y="497"/>
                  </a:lnTo>
                  <a:lnTo>
                    <a:pt x="214" y="497"/>
                  </a:lnTo>
                  <a:lnTo>
                    <a:pt x="218" y="497"/>
                  </a:lnTo>
                  <a:lnTo>
                    <a:pt x="221" y="497"/>
                  </a:lnTo>
                  <a:lnTo>
                    <a:pt x="221" y="497"/>
                  </a:lnTo>
                  <a:lnTo>
                    <a:pt x="221" y="497"/>
                  </a:lnTo>
                  <a:lnTo>
                    <a:pt x="223" y="497"/>
                  </a:lnTo>
                  <a:lnTo>
                    <a:pt x="223" y="499"/>
                  </a:lnTo>
                  <a:lnTo>
                    <a:pt x="223" y="499"/>
                  </a:lnTo>
                  <a:lnTo>
                    <a:pt x="223" y="501"/>
                  </a:lnTo>
                  <a:lnTo>
                    <a:pt x="225" y="501"/>
                  </a:lnTo>
                  <a:lnTo>
                    <a:pt x="227" y="501"/>
                  </a:lnTo>
                  <a:lnTo>
                    <a:pt x="227" y="503"/>
                  </a:lnTo>
                  <a:lnTo>
                    <a:pt x="227" y="503"/>
                  </a:lnTo>
                  <a:lnTo>
                    <a:pt x="229" y="503"/>
                  </a:lnTo>
                  <a:lnTo>
                    <a:pt x="229" y="504"/>
                  </a:lnTo>
                  <a:lnTo>
                    <a:pt x="231" y="504"/>
                  </a:lnTo>
                  <a:lnTo>
                    <a:pt x="231" y="504"/>
                  </a:lnTo>
                  <a:lnTo>
                    <a:pt x="233" y="504"/>
                  </a:lnTo>
                  <a:lnTo>
                    <a:pt x="235" y="504"/>
                  </a:lnTo>
                  <a:lnTo>
                    <a:pt x="240" y="501"/>
                  </a:lnTo>
                  <a:lnTo>
                    <a:pt x="240" y="501"/>
                  </a:lnTo>
                  <a:lnTo>
                    <a:pt x="240" y="499"/>
                  </a:lnTo>
                  <a:lnTo>
                    <a:pt x="240" y="497"/>
                  </a:lnTo>
                  <a:lnTo>
                    <a:pt x="240" y="497"/>
                  </a:lnTo>
                  <a:lnTo>
                    <a:pt x="240" y="497"/>
                  </a:lnTo>
                  <a:lnTo>
                    <a:pt x="246" y="495"/>
                  </a:lnTo>
                  <a:lnTo>
                    <a:pt x="248" y="495"/>
                  </a:lnTo>
                  <a:lnTo>
                    <a:pt x="248" y="495"/>
                  </a:lnTo>
                  <a:lnTo>
                    <a:pt x="250" y="493"/>
                  </a:lnTo>
                  <a:lnTo>
                    <a:pt x="252" y="493"/>
                  </a:lnTo>
                  <a:lnTo>
                    <a:pt x="256" y="493"/>
                  </a:lnTo>
                  <a:lnTo>
                    <a:pt x="258" y="493"/>
                  </a:lnTo>
                  <a:lnTo>
                    <a:pt x="258" y="495"/>
                  </a:lnTo>
                  <a:lnTo>
                    <a:pt x="258" y="495"/>
                  </a:lnTo>
                  <a:lnTo>
                    <a:pt x="259" y="495"/>
                  </a:lnTo>
                  <a:lnTo>
                    <a:pt x="259" y="495"/>
                  </a:lnTo>
                  <a:lnTo>
                    <a:pt x="261" y="495"/>
                  </a:lnTo>
                  <a:lnTo>
                    <a:pt x="263" y="495"/>
                  </a:lnTo>
                  <a:lnTo>
                    <a:pt x="265" y="493"/>
                  </a:lnTo>
                  <a:lnTo>
                    <a:pt x="265" y="493"/>
                  </a:lnTo>
                  <a:lnTo>
                    <a:pt x="267" y="493"/>
                  </a:lnTo>
                  <a:lnTo>
                    <a:pt x="267" y="491"/>
                  </a:lnTo>
                  <a:lnTo>
                    <a:pt x="267" y="491"/>
                  </a:lnTo>
                  <a:lnTo>
                    <a:pt x="269" y="491"/>
                  </a:lnTo>
                  <a:lnTo>
                    <a:pt x="269" y="491"/>
                  </a:lnTo>
                  <a:lnTo>
                    <a:pt x="271" y="493"/>
                  </a:lnTo>
                  <a:lnTo>
                    <a:pt x="273" y="495"/>
                  </a:lnTo>
                  <a:lnTo>
                    <a:pt x="275" y="495"/>
                  </a:lnTo>
                  <a:lnTo>
                    <a:pt x="275" y="495"/>
                  </a:lnTo>
                  <a:lnTo>
                    <a:pt x="277" y="493"/>
                  </a:lnTo>
                  <a:lnTo>
                    <a:pt x="277" y="493"/>
                  </a:lnTo>
                  <a:lnTo>
                    <a:pt x="277" y="493"/>
                  </a:lnTo>
                  <a:lnTo>
                    <a:pt x="277" y="491"/>
                  </a:lnTo>
                  <a:lnTo>
                    <a:pt x="277" y="491"/>
                  </a:lnTo>
                  <a:lnTo>
                    <a:pt x="277" y="489"/>
                  </a:lnTo>
                  <a:lnTo>
                    <a:pt x="275" y="487"/>
                  </a:lnTo>
                  <a:lnTo>
                    <a:pt x="275" y="487"/>
                  </a:lnTo>
                  <a:lnTo>
                    <a:pt x="275" y="485"/>
                  </a:lnTo>
                  <a:lnTo>
                    <a:pt x="275" y="485"/>
                  </a:lnTo>
                  <a:lnTo>
                    <a:pt x="277" y="485"/>
                  </a:lnTo>
                  <a:lnTo>
                    <a:pt x="277" y="484"/>
                  </a:lnTo>
                  <a:lnTo>
                    <a:pt x="277" y="484"/>
                  </a:lnTo>
                  <a:lnTo>
                    <a:pt x="277" y="482"/>
                  </a:lnTo>
                  <a:lnTo>
                    <a:pt x="277" y="480"/>
                  </a:lnTo>
                  <a:lnTo>
                    <a:pt x="275" y="480"/>
                  </a:lnTo>
                  <a:lnTo>
                    <a:pt x="275" y="478"/>
                  </a:lnTo>
                  <a:lnTo>
                    <a:pt x="273" y="478"/>
                  </a:lnTo>
                  <a:lnTo>
                    <a:pt x="273" y="476"/>
                  </a:lnTo>
                  <a:lnTo>
                    <a:pt x="273" y="474"/>
                  </a:lnTo>
                  <a:lnTo>
                    <a:pt x="273" y="474"/>
                  </a:lnTo>
                  <a:lnTo>
                    <a:pt x="275" y="472"/>
                  </a:lnTo>
                  <a:lnTo>
                    <a:pt x="275" y="472"/>
                  </a:lnTo>
                  <a:lnTo>
                    <a:pt x="275" y="470"/>
                  </a:lnTo>
                  <a:lnTo>
                    <a:pt x="275" y="470"/>
                  </a:lnTo>
                  <a:lnTo>
                    <a:pt x="275" y="468"/>
                  </a:lnTo>
                  <a:lnTo>
                    <a:pt x="275" y="466"/>
                  </a:lnTo>
                  <a:lnTo>
                    <a:pt x="273" y="466"/>
                  </a:lnTo>
                  <a:lnTo>
                    <a:pt x="273" y="465"/>
                  </a:lnTo>
                  <a:lnTo>
                    <a:pt x="271" y="465"/>
                  </a:lnTo>
                  <a:lnTo>
                    <a:pt x="271" y="465"/>
                  </a:lnTo>
                  <a:lnTo>
                    <a:pt x="271" y="463"/>
                  </a:lnTo>
                  <a:lnTo>
                    <a:pt x="271" y="461"/>
                  </a:lnTo>
                  <a:lnTo>
                    <a:pt x="269" y="461"/>
                  </a:lnTo>
                  <a:lnTo>
                    <a:pt x="269" y="457"/>
                  </a:lnTo>
                  <a:lnTo>
                    <a:pt x="269" y="455"/>
                  </a:lnTo>
                  <a:lnTo>
                    <a:pt x="269" y="453"/>
                  </a:lnTo>
                  <a:lnTo>
                    <a:pt x="271" y="453"/>
                  </a:lnTo>
                  <a:lnTo>
                    <a:pt x="271" y="451"/>
                  </a:lnTo>
                  <a:lnTo>
                    <a:pt x="271" y="451"/>
                  </a:lnTo>
                  <a:lnTo>
                    <a:pt x="273" y="447"/>
                  </a:lnTo>
                  <a:lnTo>
                    <a:pt x="273" y="447"/>
                  </a:lnTo>
                  <a:lnTo>
                    <a:pt x="275" y="447"/>
                  </a:lnTo>
                  <a:lnTo>
                    <a:pt x="275" y="446"/>
                  </a:lnTo>
                  <a:lnTo>
                    <a:pt x="277" y="446"/>
                  </a:lnTo>
                  <a:lnTo>
                    <a:pt x="277" y="446"/>
                  </a:lnTo>
                  <a:lnTo>
                    <a:pt x="279" y="447"/>
                  </a:lnTo>
                  <a:lnTo>
                    <a:pt x="279" y="449"/>
                  </a:lnTo>
                  <a:lnTo>
                    <a:pt x="280" y="451"/>
                  </a:lnTo>
                  <a:lnTo>
                    <a:pt x="282" y="451"/>
                  </a:lnTo>
                  <a:lnTo>
                    <a:pt x="284" y="451"/>
                  </a:lnTo>
                  <a:lnTo>
                    <a:pt x="286" y="451"/>
                  </a:lnTo>
                  <a:lnTo>
                    <a:pt x="286" y="453"/>
                  </a:lnTo>
                  <a:lnTo>
                    <a:pt x="288" y="453"/>
                  </a:lnTo>
                  <a:lnTo>
                    <a:pt x="288" y="455"/>
                  </a:lnTo>
                  <a:lnTo>
                    <a:pt x="288" y="455"/>
                  </a:lnTo>
                  <a:lnTo>
                    <a:pt x="290" y="455"/>
                  </a:lnTo>
                  <a:lnTo>
                    <a:pt x="292" y="455"/>
                  </a:lnTo>
                  <a:lnTo>
                    <a:pt x="292" y="453"/>
                  </a:lnTo>
                  <a:lnTo>
                    <a:pt x="294" y="451"/>
                  </a:lnTo>
                  <a:lnTo>
                    <a:pt x="296" y="453"/>
                  </a:lnTo>
                  <a:lnTo>
                    <a:pt x="298" y="451"/>
                  </a:lnTo>
                  <a:lnTo>
                    <a:pt x="298" y="453"/>
                  </a:lnTo>
                  <a:lnTo>
                    <a:pt x="299" y="453"/>
                  </a:lnTo>
                  <a:lnTo>
                    <a:pt x="299" y="455"/>
                  </a:lnTo>
                  <a:lnTo>
                    <a:pt x="299" y="457"/>
                  </a:lnTo>
                  <a:lnTo>
                    <a:pt x="299" y="459"/>
                  </a:lnTo>
                  <a:lnTo>
                    <a:pt x="301" y="459"/>
                  </a:lnTo>
                  <a:lnTo>
                    <a:pt x="301" y="459"/>
                  </a:lnTo>
                  <a:lnTo>
                    <a:pt x="303" y="461"/>
                  </a:lnTo>
                  <a:lnTo>
                    <a:pt x="303" y="461"/>
                  </a:lnTo>
                  <a:lnTo>
                    <a:pt x="305" y="459"/>
                  </a:lnTo>
                  <a:lnTo>
                    <a:pt x="305" y="459"/>
                  </a:lnTo>
                  <a:lnTo>
                    <a:pt x="309" y="459"/>
                  </a:lnTo>
                  <a:lnTo>
                    <a:pt x="311" y="459"/>
                  </a:lnTo>
                  <a:lnTo>
                    <a:pt x="311" y="459"/>
                  </a:lnTo>
                  <a:lnTo>
                    <a:pt x="313" y="459"/>
                  </a:lnTo>
                  <a:lnTo>
                    <a:pt x="313" y="459"/>
                  </a:lnTo>
                  <a:lnTo>
                    <a:pt x="315" y="457"/>
                  </a:lnTo>
                  <a:lnTo>
                    <a:pt x="319" y="455"/>
                  </a:lnTo>
                  <a:lnTo>
                    <a:pt x="320" y="455"/>
                  </a:lnTo>
                  <a:lnTo>
                    <a:pt x="320" y="455"/>
                  </a:lnTo>
                  <a:lnTo>
                    <a:pt x="322" y="457"/>
                  </a:lnTo>
                  <a:lnTo>
                    <a:pt x="324" y="457"/>
                  </a:lnTo>
                  <a:lnTo>
                    <a:pt x="324" y="455"/>
                  </a:lnTo>
                  <a:lnTo>
                    <a:pt x="326" y="455"/>
                  </a:lnTo>
                  <a:lnTo>
                    <a:pt x="328" y="455"/>
                  </a:lnTo>
                  <a:lnTo>
                    <a:pt x="328" y="455"/>
                  </a:lnTo>
                  <a:lnTo>
                    <a:pt x="330" y="455"/>
                  </a:lnTo>
                  <a:lnTo>
                    <a:pt x="330" y="455"/>
                  </a:lnTo>
                  <a:lnTo>
                    <a:pt x="332" y="457"/>
                  </a:lnTo>
                  <a:lnTo>
                    <a:pt x="334" y="457"/>
                  </a:lnTo>
                  <a:lnTo>
                    <a:pt x="334" y="457"/>
                  </a:lnTo>
                  <a:lnTo>
                    <a:pt x="336" y="457"/>
                  </a:lnTo>
                  <a:lnTo>
                    <a:pt x="338" y="457"/>
                  </a:lnTo>
                  <a:lnTo>
                    <a:pt x="340" y="459"/>
                  </a:lnTo>
                  <a:lnTo>
                    <a:pt x="341" y="459"/>
                  </a:lnTo>
                  <a:lnTo>
                    <a:pt x="341" y="457"/>
                  </a:lnTo>
                  <a:lnTo>
                    <a:pt x="343" y="457"/>
                  </a:lnTo>
                  <a:lnTo>
                    <a:pt x="345" y="455"/>
                  </a:lnTo>
                  <a:lnTo>
                    <a:pt x="345" y="455"/>
                  </a:lnTo>
                  <a:lnTo>
                    <a:pt x="343" y="453"/>
                  </a:lnTo>
                  <a:lnTo>
                    <a:pt x="341" y="451"/>
                  </a:lnTo>
                  <a:lnTo>
                    <a:pt x="341" y="451"/>
                  </a:lnTo>
                  <a:lnTo>
                    <a:pt x="341" y="449"/>
                  </a:lnTo>
                  <a:lnTo>
                    <a:pt x="340" y="447"/>
                  </a:lnTo>
                  <a:lnTo>
                    <a:pt x="340" y="447"/>
                  </a:lnTo>
                  <a:lnTo>
                    <a:pt x="340" y="446"/>
                  </a:lnTo>
                  <a:lnTo>
                    <a:pt x="340" y="446"/>
                  </a:lnTo>
                  <a:lnTo>
                    <a:pt x="340" y="444"/>
                  </a:lnTo>
                  <a:lnTo>
                    <a:pt x="341" y="444"/>
                  </a:lnTo>
                  <a:lnTo>
                    <a:pt x="341" y="442"/>
                  </a:lnTo>
                  <a:lnTo>
                    <a:pt x="341" y="442"/>
                  </a:lnTo>
                  <a:lnTo>
                    <a:pt x="340" y="440"/>
                  </a:lnTo>
                  <a:lnTo>
                    <a:pt x="340" y="440"/>
                  </a:lnTo>
                  <a:lnTo>
                    <a:pt x="341" y="438"/>
                  </a:lnTo>
                  <a:lnTo>
                    <a:pt x="341" y="438"/>
                  </a:lnTo>
                  <a:lnTo>
                    <a:pt x="341" y="438"/>
                  </a:lnTo>
                  <a:lnTo>
                    <a:pt x="340" y="436"/>
                  </a:lnTo>
                  <a:lnTo>
                    <a:pt x="340" y="434"/>
                  </a:lnTo>
                  <a:lnTo>
                    <a:pt x="338" y="434"/>
                  </a:lnTo>
                  <a:lnTo>
                    <a:pt x="338" y="434"/>
                  </a:lnTo>
                  <a:lnTo>
                    <a:pt x="340" y="432"/>
                  </a:lnTo>
                  <a:lnTo>
                    <a:pt x="345" y="430"/>
                  </a:lnTo>
                  <a:lnTo>
                    <a:pt x="347" y="428"/>
                  </a:lnTo>
                  <a:lnTo>
                    <a:pt x="347" y="428"/>
                  </a:lnTo>
                  <a:lnTo>
                    <a:pt x="347" y="427"/>
                  </a:lnTo>
                  <a:lnTo>
                    <a:pt x="349" y="427"/>
                  </a:lnTo>
                  <a:lnTo>
                    <a:pt x="349" y="427"/>
                  </a:lnTo>
                  <a:lnTo>
                    <a:pt x="351" y="425"/>
                  </a:lnTo>
                  <a:lnTo>
                    <a:pt x="353" y="425"/>
                  </a:lnTo>
                  <a:lnTo>
                    <a:pt x="353" y="425"/>
                  </a:lnTo>
                  <a:lnTo>
                    <a:pt x="353" y="423"/>
                  </a:lnTo>
                  <a:lnTo>
                    <a:pt x="353" y="423"/>
                  </a:lnTo>
                  <a:lnTo>
                    <a:pt x="353" y="423"/>
                  </a:lnTo>
                  <a:lnTo>
                    <a:pt x="353" y="421"/>
                  </a:lnTo>
                  <a:lnTo>
                    <a:pt x="353" y="421"/>
                  </a:lnTo>
                  <a:lnTo>
                    <a:pt x="355" y="421"/>
                  </a:lnTo>
                  <a:lnTo>
                    <a:pt x="355" y="421"/>
                  </a:lnTo>
                  <a:lnTo>
                    <a:pt x="357" y="419"/>
                  </a:lnTo>
                  <a:lnTo>
                    <a:pt x="357" y="419"/>
                  </a:lnTo>
                  <a:lnTo>
                    <a:pt x="357" y="417"/>
                  </a:lnTo>
                  <a:lnTo>
                    <a:pt x="359" y="417"/>
                  </a:lnTo>
                  <a:lnTo>
                    <a:pt x="359" y="417"/>
                  </a:lnTo>
                  <a:lnTo>
                    <a:pt x="360" y="419"/>
                  </a:lnTo>
                  <a:lnTo>
                    <a:pt x="362" y="419"/>
                  </a:lnTo>
                  <a:lnTo>
                    <a:pt x="364" y="417"/>
                  </a:lnTo>
                  <a:lnTo>
                    <a:pt x="364" y="417"/>
                  </a:lnTo>
                  <a:lnTo>
                    <a:pt x="364" y="419"/>
                  </a:lnTo>
                  <a:lnTo>
                    <a:pt x="366" y="421"/>
                  </a:lnTo>
                  <a:lnTo>
                    <a:pt x="368" y="421"/>
                  </a:lnTo>
                  <a:lnTo>
                    <a:pt x="368" y="421"/>
                  </a:lnTo>
                  <a:lnTo>
                    <a:pt x="370" y="423"/>
                  </a:lnTo>
                  <a:lnTo>
                    <a:pt x="372" y="425"/>
                  </a:lnTo>
                  <a:lnTo>
                    <a:pt x="374" y="419"/>
                  </a:lnTo>
                  <a:lnTo>
                    <a:pt x="374" y="417"/>
                  </a:lnTo>
                  <a:lnTo>
                    <a:pt x="374" y="415"/>
                  </a:lnTo>
                  <a:lnTo>
                    <a:pt x="376" y="415"/>
                  </a:lnTo>
                  <a:lnTo>
                    <a:pt x="378" y="413"/>
                  </a:lnTo>
                  <a:lnTo>
                    <a:pt x="378" y="413"/>
                  </a:lnTo>
                  <a:lnTo>
                    <a:pt x="380" y="413"/>
                  </a:lnTo>
                  <a:lnTo>
                    <a:pt x="380" y="413"/>
                  </a:lnTo>
                  <a:lnTo>
                    <a:pt x="380" y="411"/>
                  </a:lnTo>
                  <a:lnTo>
                    <a:pt x="380" y="409"/>
                  </a:lnTo>
                  <a:lnTo>
                    <a:pt x="378" y="407"/>
                  </a:lnTo>
                  <a:lnTo>
                    <a:pt x="378" y="406"/>
                  </a:lnTo>
                  <a:lnTo>
                    <a:pt x="380" y="406"/>
                  </a:lnTo>
                  <a:lnTo>
                    <a:pt x="380" y="406"/>
                  </a:lnTo>
                  <a:lnTo>
                    <a:pt x="381" y="406"/>
                  </a:lnTo>
                  <a:lnTo>
                    <a:pt x="385" y="407"/>
                  </a:lnTo>
                  <a:lnTo>
                    <a:pt x="387" y="407"/>
                  </a:lnTo>
                  <a:lnTo>
                    <a:pt x="389" y="406"/>
                  </a:lnTo>
                  <a:lnTo>
                    <a:pt x="389" y="406"/>
                  </a:lnTo>
                  <a:lnTo>
                    <a:pt x="391" y="402"/>
                  </a:lnTo>
                  <a:lnTo>
                    <a:pt x="391" y="400"/>
                  </a:lnTo>
                  <a:lnTo>
                    <a:pt x="391" y="398"/>
                  </a:lnTo>
                  <a:lnTo>
                    <a:pt x="391" y="396"/>
                  </a:lnTo>
                  <a:lnTo>
                    <a:pt x="391" y="394"/>
                  </a:lnTo>
                  <a:lnTo>
                    <a:pt x="391" y="392"/>
                  </a:lnTo>
                  <a:lnTo>
                    <a:pt x="393" y="388"/>
                  </a:lnTo>
                  <a:lnTo>
                    <a:pt x="393" y="387"/>
                  </a:lnTo>
                  <a:lnTo>
                    <a:pt x="393" y="385"/>
                  </a:lnTo>
                  <a:lnTo>
                    <a:pt x="393" y="381"/>
                  </a:lnTo>
                  <a:lnTo>
                    <a:pt x="393" y="381"/>
                  </a:lnTo>
                  <a:lnTo>
                    <a:pt x="395" y="379"/>
                  </a:lnTo>
                  <a:lnTo>
                    <a:pt x="397" y="377"/>
                  </a:lnTo>
                  <a:lnTo>
                    <a:pt x="399" y="377"/>
                  </a:lnTo>
                  <a:lnTo>
                    <a:pt x="402" y="379"/>
                  </a:lnTo>
                  <a:lnTo>
                    <a:pt x="402" y="379"/>
                  </a:lnTo>
                  <a:lnTo>
                    <a:pt x="402" y="377"/>
                  </a:lnTo>
                  <a:lnTo>
                    <a:pt x="404" y="377"/>
                  </a:lnTo>
                  <a:lnTo>
                    <a:pt x="406" y="377"/>
                  </a:lnTo>
                  <a:lnTo>
                    <a:pt x="406" y="377"/>
                  </a:lnTo>
                  <a:lnTo>
                    <a:pt x="408" y="377"/>
                  </a:lnTo>
                  <a:lnTo>
                    <a:pt x="410" y="377"/>
                  </a:lnTo>
                  <a:lnTo>
                    <a:pt x="410" y="377"/>
                  </a:lnTo>
                  <a:lnTo>
                    <a:pt x="410" y="375"/>
                  </a:lnTo>
                  <a:lnTo>
                    <a:pt x="410" y="373"/>
                  </a:lnTo>
                  <a:lnTo>
                    <a:pt x="410" y="373"/>
                  </a:lnTo>
                  <a:lnTo>
                    <a:pt x="412" y="371"/>
                  </a:lnTo>
                  <a:lnTo>
                    <a:pt x="412" y="371"/>
                  </a:lnTo>
                  <a:lnTo>
                    <a:pt x="418" y="368"/>
                  </a:lnTo>
                  <a:lnTo>
                    <a:pt x="421" y="366"/>
                  </a:lnTo>
                  <a:lnTo>
                    <a:pt x="421" y="366"/>
                  </a:lnTo>
                  <a:lnTo>
                    <a:pt x="421" y="366"/>
                  </a:lnTo>
                  <a:lnTo>
                    <a:pt x="423" y="364"/>
                  </a:lnTo>
                  <a:lnTo>
                    <a:pt x="423" y="364"/>
                  </a:lnTo>
                  <a:lnTo>
                    <a:pt x="423" y="362"/>
                  </a:lnTo>
                  <a:lnTo>
                    <a:pt x="423" y="358"/>
                  </a:lnTo>
                  <a:lnTo>
                    <a:pt x="423" y="356"/>
                  </a:lnTo>
                  <a:lnTo>
                    <a:pt x="423" y="356"/>
                  </a:lnTo>
                  <a:lnTo>
                    <a:pt x="427" y="352"/>
                  </a:lnTo>
                  <a:lnTo>
                    <a:pt x="427" y="350"/>
                  </a:lnTo>
                  <a:lnTo>
                    <a:pt x="429" y="350"/>
                  </a:lnTo>
                  <a:lnTo>
                    <a:pt x="429" y="350"/>
                  </a:lnTo>
                  <a:lnTo>
                    <a:pt x="431" y="350"/>
                  </a:lnTo>
                  <a:lnTo>
                    <a:pt x="431" y="352"/>
                  </a:lnTo>
                  <a:lnTo>
                    <a:pt x="433" y="352"/>
                  </a:lnTo>
                  <a:lnTo>
                    <a:pt x="433" y="354"/>
                  </a:lnTo>
                  <a:lnTo>
                    <a:pt x="433" y="354"/>
                  </a:lnTo>
                  <a:lnTo>
                    <a:pt x="433" y="360"/>
                  </a:lnTo>
                  <a:lnTo>
                    <a:pt x="433" y="360"/>
                  </a:lnTo>
                  <a:lnTo>
                    <a:pt x="435" y="362"/>
                  </a:lnTo>
                  <a:lnTo>
                    <a:pt x="435" y="362"/>
                  </a:lnTo>
                  <a:lnTo>
                    <a:pt x="437" y="362"/>
                  </a:lnTo>
                  <a:lnTo>
                    <a:pt x="439" y="364"/>
                  </a:lnTo>
                  <a:lnTo>
                    <a:pt x="441" y="364"/>
                  </a:lnTo>
                  <a:lnTo>
                    <a:pt x="441" y="366"/>
                  </a:lnTo>
                  <a:lnTo>
                    <a:pt x="442" y="368"/>
                  </a:lnTo>
                  <a:lnTo>
                    <a:pt x="442" y="368"/>
                  </a:lnTo>
                  <a:lnTo>
                    <a:pt x="442" y="368"/>
                  </a:lnTo>
                  <a:lnTo>
                    <a:pt x="442" y="368"/>
                  </a:lnTo>
                  <a:lnTo>
                    <a:pt x="444" y="368"/>
                  </a:lnTo>
                  <a:lnTo>
                    <a:pt x="446" y="368"/>
                  </a:lnTo>
                  <a:lnTo>
                    <a:pt x="448" y="366"/>
                  </a:lnTo>
                  <a:lnTo>
                    <a:pt x="448" y="366"/>
                  </a:lnTo>
                  <a:lnTo>
                    <a:pt x="448" y="366"/>
                  </a:lnTo>
                  <a:lnTo>
                    <a:pt x="452" y="366"/>
                  </a:lnTo>
                  <a:lnTo>
                    <a:pt x="454" y="364"/>
                  </a:lnTo>
                  <a:lnTo>
                    <a:pt x="454" y="362"/>
                  </a:lnTo>
                  <a:lnTo>
                    <a:pt x="454" y="362"/>
                  </a:lnTo>
                  <a:lnTo>
                    <a:pt x="452" y="362"/>
                  </a:lnTo>
                  <a:lnTo>
                    <a:pt x="448" y="358"/>
                  </a:lnTo>
                  <a:lnTo>
                    <a:pt x="448" y="358"/>
                  </a:lnTo>
                  <a:lnTo>
                    <a:pt x="448" y="358"/>
                  </a:lnTo>
                  <a:lnTo>
                    <a:pt x="450" y="356"/>
                  </a:lnTo>
                  <a:lnTo>
                    <a:pt x="450" y="356"/>
                  </a:lnTo>
                  <a:lnTo>
                    <a:pt x="452" y="354"/>
                  </a:lnTo>
                  <a:lnTo>
                    <a:pt x="452" y="354"/>
                  </a:lnTo>
                  <a:lnTo>
                    <a:pt x="452" y="352"/>
                  </a:lnTo>
                  <a:lnTo>
                    <a:pt x="452" y="350"/>
                  </a:lnTo>
                  <a:lnTo>
                    <a:pt x="452" y="350"/>
                  </a:lnTo>
                  <a:lnTo>
                    <a:pt x="454" y="349"/>
                  </a:lnTo>
                  <a:lnTo>
                    <a:pt x="454" y="349"/>
                  </a:lnTo>
                  <a:lnTo>
                    <a:pt x="454" y="349"/>
                  </a:lnTo>
                  <a:lnTo>
                    <a:pt x="454" y="347"/>
                  </a:lnTo>
                  <a:lnTo>
                    <a:pt x="454" y="347"/>
                  </a:lnTo>
                  <a:lnTo>
                    <a:pt x="456" y="345"/>
                  </a:lnTo>
                  <a:lnTo>
                    <a:pt x="456" y="345"/>
                  </a:lnTo>
                  <a:lnTo>
                    <a:pt x="456" y="343"/>
                  </a:lnTo>
                  <a:lnTo>
                    <a:pt x="456" y="343"/>
                  </a:lnTo>
                  <a:lnTo>
                    <a:pt x="458" y="341"/>
                  </a:lnTo>
                  <a:lnTo>
                    <a:pt x="458" y="341"/>
                  </a:lnTo>
                  <a:lnTo>
                    <a:pt x="460" y="341"/>
                  </a:lnTo>
                  <a:lnTo>
                    <a:pt x="463" y="341"/>
                  </a:lnTo>
                  <a:lnTo>
                    <a:pt x="463" y="341"/>
                  </a:lnTo>
                  <a:lnTo>
                    <a:pt x="465" y="341"/>
                  </a:lnTo>
                  <a:lnTo>
                    <a:pt x="465" y="339"/>
                  </a:lnTo>
                  <a:lnTo>
                    <a:pt x="465" y="339"/>
                  </a:lnTo>
                  <a:lnTo>
                    <a:pt x="467" y="337"/>
                  </a:lnTo>
                  <a:lnTo>
                    <a:pt x="467" y="335"/>
                  </a:lnTo>
                  <a:lnTo>
                    <a:pt x="467" y="333"/>
                  </a:lnTo>
                  <a:lnTo>
                    <a:pt x="467" y="331"/>
                  </a:lnTo>
                  <a:lnTo>
                    <a:pt x="467" y="331"/>
                  </a:lnTo>
                  <a:lnTo>
                    <a:pt x="467" y="331"/>
                  </a:lnTo>
                  <a:lnTo>
                    <a:pt x="467" y="330"/>
                  </a:lnTo>
                  <a:lnTo>
                    <a:pt x="467" y="328"/>
                  </a:lnTo>
                  <a:lnTo>
                    <a:pt x="469" y="328"/>
                  </a:lnTo>
                  <a:lnTo>
                    <a:pt x="469" y="328"/>
                  </a:lnTo>
                  <a:lnTo>
                    <a:pt x="471" y="328"/>
                  </a:lnTo>
                  <a:lnTo>
                    <a:pt x="473" y="328"/>
                  </a:lnTo>
                  <a:lnTo>
                    <a:pt x="473" y="328"/>
                  </a:lnTo>
                  <a:lnTo>
                    <a:pt x="475" y="328"/>
                  </a:lnTo>
                  <a:lnTo>
                    <a:pt x="475" y="326"/>
                  </a:lnTo>
                  <a:lnTo>
                    <a:pt x="477" y="320"/>
                  </a:lnTo>
                  <a:lnTo>
                    <a:pt x="479" y="318"/>
                  </a:lnTo>
                  <a:lnTo>
                    <a:pt x="479" y="316"/>
                  </a:lnTo>
                  <a:lnTo>
                    <a:pt x="481" y="316"/>
                  </a:lnTo>
                  <a:lnTo>
                    <a:pt x="482" y="316"/>
                  </a:lnTo>
                  <a:lnTo>
                    <a:pt x="482" y="314"/>
                  </a:lnTo>
                  <a:lnTo>
                    <a:pt x="484" y="314"/>
                  </a:lnTo>
                  <a:lnTo>
                    <a:pt x="486" y="314"/>
                  </a:lnTo>
                  <a:lnTo>
                    <a:pt x="486" y="314"/>
                  </a:lnTo>
                  <a:lnTo>
                    <a:pt x="486" y="312"/>
                  </a:lnTo>
                  <a:lnTo>
                    <a:pt x="486" y="312"/>
                  </a:lnTo>
                  <a:lnTo>
                    <a:pt x="486" y="312"/>
                  </a:lnTo>
                  <a:lnTo>
                    <a:pt x="484" y="310"/>
                  </a:lnTo>
                  <a:lnTo>
                    <a:pt x="481" y="309"/>
                  </a:lnTo>
                  <a:lnTo>
                    <a:pt x="481" y="307"/>
                  </a:lnTo>
                  <a:lnTo>
                    <a:pt x="479" y="307"/>
                  </a:lnTo>
                  <a:lnTo>
                    <a:pt x="479" y="305"/>
                  </a:lnTo>
                  <a:lnTo>
                    <a:pt x="479" y="305"/>
                  </a:lnTo>
                  <a:lnTo>
                    <a:pt x="479" y="303"/>
                  </a:lnTo>
                  <a:lnTo>
                    <a:pt x="479" y="303"/>
                  </a:lnTo>
                  <a:lnTo>
                    <a:pt x="479" y="303"/>
                  </a:lnTo>
                  <a:lnTo>
                    <a:pt x="477" y="303"/>
                  </a:lnTo>
                  <a:lnTo>
                    <a:pt x="477" y="303"/>
                  </a:lnTo>
                  <a:lnTo>
                    <a:pt x="477" y="303"/>
                  </a:lnTo>
                  <a:lnTo>
                    <a:pt x="477" y="303"/>
                  </a:lnTo>
                  <a:lnTo>
                    <a:pt x="477" y="301"/>
                  </a:lnTo>
                  <a:lnTo>
                    <a:pt x="477" y="301"/>
                  </a:lnTo>
                  <a:lnTo>
                    <a:pt x="477" y="301"/>
                  </a:lnTo>
                  <a:lnTo>
                    <a:pt x="477" y="299"/>
                  </a:lnTo>
                  <a:lnTo>
                    <a:pt x="475" y="299"/>
                  </a:lnTo>
                  <a:lnTo>
                    <a:pt x="475" y="299"/>
                  </a:lnTo>
                  <a:lnTo>
                    <a:pt x="473" y="299"/>
                  </a:lnTo>
                  <a:lnTo>
                    <a:pt x="473" y="299"/>
                  </a:lnTo>
                  <a:lnTo>
                    <a:pt x="473" y="299"/>
                  </a:lnTo>
                  <a:lnTo>
                    <a:pt x="473" y="299"/>
                  </a:lnTo>
                  <a:lnTo>
                    <a:pt x="473" y="299"/>
                  </a:lnTo>
                  <a:lnTo>
                    <a:pt x="473" y="297"/>
                  </a:lnTo>
                  <a:lnTo>
                    <a:pt x="473" y="297"/>
                  </a:lnTo>
                  <a:lnTo>
                    <a:pt x="471" y="295"/>
                  </a:lnTo>
                  <a:lnTo>
                    <a:pt x="471" y="293"/>
                  </a:lnTo>
                  <a:lnTo>
                    <a:pt x="471" y="293"/>
                  </a:lnTo>
                  <a:lnTo>
                    <a:pt x="471" y="293"/>
                  </a:lnTo>
                  <a:lnTo>
                    <a:pt x="473" y="291"/>
                  </a:lnTo>
                  <a:lnTo>
                    <a:pt x="473" y="291"/>
                  </a:lnTo>
                  <a:lnTo>
                    <a:pt x="475" y="290"/>
                  </a:lnTo>
                  <a:lnTo>
                    <a:pt x="477" y="288"/>
                  </a:lnTo>
                  <a:lnTo>
                    <a:pt x="477" y="288"/>
                  </a:lnTo>
                  <a:lnTo>
                    <a:pt x="477" y="288"/>
                  </a:lnTo>
                  <a:lnTo>
                    <a:pt x="479" y="288"/>
                  </a:lnTo>
                  <a:lnTo>
                    <a:pt x="479" y="286"/>
                  </a:lnTo>
                  <a:lnTo>
                    <a:pt x="479" y="286"/>
                  </a:lnTo>
                  <a:lnTo>
                    <a:pt x="479" y="286"/>
                  </a:lnTo>
                  <a:lnTo>
                    <a:pt x="479" y="284"/>
                  </a:lnTo>
                  <a:lnTo>
                    <a:pt x="479" y="284"/>
                  </a:lnTo>
                  <a:lnTo>
                    <a:pt x="479" y="282"/>
                  </a:lnTo>
                  <a:lnTo>
                    <a:pt x="479" y="282"/>
                  </a:lnTo>
                  <a:lnTo>
                    <a:pt x="481" y="280"/>
                  </a:lnTo>
                  <a:lnTo>
                    <a:pt x="481" y="276"/>
                  </a:lnTo>
                  <a:lnTo>
                    <a:pt x="481" y="274"/>
                  </a:lnTo>
                  <a:lnTo>
                    <a:pt x="482" y="274"/>
                  </a:lnTo>
                  <a:lnTo>
                    <a:pt x="484" y="272"/>
                  </a:lnTo>
                  <a:lnTo>
                    <a:pt x="484" y="271"/>
                  </a:lnTo>
                  <a:lnTo>
                    <a:pt x="484" y="271"/>
                  </a:lnTo>
                  <a:lnTo>
                    <a:pt x="482" y="271"/>
                  </a:lnTo>
                  <a:lnTo>
                    <a:pt x="482" y="271"/>
                  </a:lnTo>
                  <a:lnTo>
                    <a:pt x="482" y="269"/>
                  </a:lnTo>
                  <a:lnTo>
                    <a:pt x="482" y="269"/>
                  </a:lnTo>
                  <a:lnTo>
                    <a:pt x="484" y="267"/>
                  </a:lnTo>
                  <a:lnTo>
                    <a:pt x="484" y="267"/>
                  </a:lnTo>
                  <a:lnTo>
                    <a:pt x="484" y="267"/>
                  </a:lnTo>
                  <a:lnTo>
                    <a:pt x="486" y="267"/>
                  </a:lnTo>
                  <a:lnTo>
                    <a:pt x="486" y="267"/>
                  </a:lnTo>
                  <a:lnTo>
                    <a:pt x="488" y="267"/>
                  </a:lnTo>
                  <a:lnTo>
                    <a:pt x="488" y="267"/>
                  </a:lnTo>
                  <a:lnTo>
                    <a:pt x="490" y="267"/>
                  </a:lnTo>
                  <a:lnTo>
                    <a:pt x="490" y="267"/>
                  </a:lnTo>
                  <a:lnTo>
                    <a:pt x="492" y="267"/>
                  </a:lnTo>
                  <a:lnTo>
                    <a:pt x="494" y="267"/>
                  </a:lnTo>
                  <a:lnTo>
                    <a:pt x="494" y="267"/>
                  </a:lnTo>
                  <a:lnTo>
                    <a:pt x="496" y="271"/>
                  </a:lnTo>
                  <a:lnTo>
                    <a:pt x="496" y="271"/>
                  </a:lnTo>
                  <a:lnTo>
                    <a:pt x="498" y="272"/>
                  </a:lnTo>
                  <a:lnTo>
                    <a:pt x="500" y="272"/>
                  </a:lnTo>
                  <a:lnTo>
                    <a:pt x="500" y="272"/>
                  </a:lnTo>
                  <a:lnTo>
                    <a:pt x="501" y="272"/>
                  </a:lnTo>
                  <a:lnTo>
                    <a:pt x="503" y="272"/>
                  </a:lnTo>
                  <a:lnTo>
                    <a:pt x="503" y="272"/>
                  </a:lnTo>
                  <a:lnTo>
                    <a:pt x="503" y="272"/>
                  </a:lnTo>
                  <a:lnTo>
                    <a:pt x="505" y="272"/>
                  </a:lnTo>
                  <a:lnTo>
                    <a:pt x="505" y="272"/>
                  </a:lnTo>
                  <a:lnTo>
                    <a:pt x="509" y="272"/>
                  </a:lnTo>
                  <a:lnTo>
                    <a:pt x="509" y="272"/>
                  </a:lnTo>
                  <a:lnTo>
                    <a:pt x="511" y="272"/>
                  </a:lnTo>
                  <a:lnTo>
                    <a:pt x="511" y="271"/>
                  </a:lnTo>
                  <a:lnTo>
                    <a:pt x="511" y="269"/>
                  </a:lnTo>
                  <a:lnTo>
                    <a:pt x="511" y="269"/>
                  </a:lnTo>
                  <a:lnTo>
                    <a:pt x="511" y="263"/>
                  </a:lnTo>
                  <a:lnTo>
                    <a:pt x="511" y="263"/>
                  </a:lnTo>
                  <a:lnTo>
                    <a:pt x="511" y="261"/>
                  </a:lnTo>
                  <a:lnTo>
                    <a:pt x="511" y="261"/>
                  </a:lnTo>
                  <a:lnTo>
                    <a:pt x="511" y="261"/>
                  </a:lnTo>
                  <a:lnTo>
                    <a:pt x="511" y="259"/>
                  </a:lnTo>
                  <a:lnTo>
                    <a:pt x="513" y="257"/>
                  </a:lnTo>
                  <a:lnTo>
                    <a:pt x="513" y="25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17" y="253"/>
                  </a:lnTo>
                  <a:lnTo>
                    <a:pt x="521" y="253"/>
                  </a:lnTo>
                  <a:lnTo>
                    <a:pt x="521" y="252"/>
                  </a:lnTo>
                  <a:lnTo>
                    <a:pt x="522" y="252"/>
                  </a:lnTo>
                  <a:lnTo>
                    <a:pt x="522" y="252"/>
                  </a:lnTo>
                  <a:lnTo>
                    <a:pt x="522" y="250"/>
                  </a:lnTo>
                  <a:lnTo>
                    <a:pt x="522" y="250"/>
                  </a:lnTo>
                  <a:lnTo>
                    <a:pt x="522" y="244"/>
                  </a:lnTo>
                  <a:lnTo>
                    <a:pt x="522" y="242"/>
                  </a:lnTo>
                  <a:lnTo>
                    <a:pt x="522" y="240"/>
                  </a:lnTo>
                  <a:lnTo>
                    <a:pt x="524" y="238"/>
                  </a:lnTo>
                  <a:lnTo>
                    <a:pt x="524" y="236"/>
                  </a:lnTo>
                  <a:lnTo>
                    <a:pt x="526" y="234"/>
                  </a:lnTo>
                  <a:lnTo>
                    <a:pt x="526" y="233"/>
                  </a:lnTo>
                  <a:lnTo>
                    <a:pt x="530" y="231"/>
                  </a:lnTo>
                  <a:lnTo>
                    <a:pt x="530" y="231"/>
                  </a:lnTo>
                  <a:lnTo>
                    <a:pt x="530" y="231"/>
                  </a:lnTo>
                  <a:lnTo>
                    <a:pt x="532" y="229"/>
                  </a:lnTo>
                  <a:lnTo>
                    <a:pt x="532" y="229"/>
                  </a:lnTo>
                  <a:lnTo>
                    <a:pt x="532" y="227"/>
                  </a:lnTo>
                  <a:lnTo>
                    <a:pt x="532" y="227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28" y="225"/>
                  </a:lnTo>
                  <a:lnTo>
                    <a:pt x="528" y="225"/>
                  </a:lnTo>
                  <a:lnTo>
                    <a:pt x="524" y="215"/>
                  </a:lnTo>
                  <a:lnTo>
                    <a:pt x="524" y="213"/>
                  </a:lnTo>
                  <a:lnTo>
                    <a:pt x="524" y="212"/>
                  </a:lnTo>
                  <a:lnTo>
                    <a:pt x="528" y="213"/>
                  </a:lnTo>
                  <a:lnTo>
                    <a:pt x="530" y="213"/>
                  </a:lnTo>
                  <a:lnTo>
                    <a:pt x="530" y="213"/>
                  </a:lnTo>
                  <a:lnTo>
                    <a:pt x="530" y="215"/>
                  </a:lnTo>
                  <a:lnTo>
                    <a:pt x="532" y="217"/>
                  </a:lnTo>
                  <a:lnTo>
                    <a:pt x="532" y="217"/>
                  </a:lnTo>
                  <a:lnTo>
                    <a:pt x="532" y="217"/>
                  </a:lnTo>
                  <a:lnTo>
                    <a:pt x="532" y="217"/>
                  </a:lnTo>
                  <a:lnTo>
                    <a:pt x="538" y="221"/>
                  </a:lnTo>
                  <a:lnTo>
                    <a:pt x="540" y="221"/>
                  </a:lnTo>
                  <a:lnTo>
                    <a:pt x="540" y="219"/>
                  </a:lnTo>
                  <a:lnTo>
                    <a:pt x="540" y="219"/>
                  </a:lnTo>
                  <a:lnTo>
                    <a:pt x="540" y="219"/>
                  </a:lnTo>
                  <a:lnTo>
                    <a:pt x="540" y="219"/>
                  </a:lnTo>
                  <a:lnTo>
                    <a:pt x="541" y="219"/>
                  </a:lnTo>
                  <a:lnTo>
                    <a:pt x="541" y="219"/>
                  </a:lnTo>
                  <a:lnTo>
                    <a:pt x="541" y="217"/>
                  </a:lnTo>
                  <a:lnTo>
                    <a:pt x="541" y="217"/>
                  </a:lnTo>
                  <a:lnTo>
                    <a:pt x="543" y="217"/>
                  </a:lnTo>
                  <a:lnTo>
                    <a:pt x="543" y="217"/>
                  </a:lnTo>
                  <a:lnTo>
                    <a:pt x="543" y="217"/>
                  </a:lnTo>
                  <a:lnTo>
                    <a:pt x="545" y="219"/>
                  </a:lnTo>
                  <a:lnTo>
                    <a:pt x="545" y="219"/>
                  </a:lnTo>
                  <a:lnTo>
                    <a:pt x="547" y="219"/>
                  </a:lnTo>
                  <a:lnTo>
                    <a:pt x="547" y="219"/>
                  </a:lnTo>
                  <a:lnTo>
                    <a:pt x="549" y="219"/>
                  </a:lnTo>
                  <a:lnTo>
                    <a:pt x="551" y="219"/>
                  </a:lnTo>
                  <a:lnTo>
                    <a:pt x="557" y="221"/>
                  </a:lnTo>
                  <a:lnTo>
                    <a:pt x="561" y="223"/>
                  </a:lnTo>
                  <a:lnTo>
                    <a:pt x="561" y="223"/>
                  </a:lnTo>
                  <a:lnTo>
                    <a:pt x="562" y="223"/>
                  </a:lnTo>
                  <a:lnTo>
                    <a:pt x="566" y="223"/>
                  </a:lnTo>
                  <a:lnTo>
                    <a:pt x="568" y="223"/>
                  </a:lnTo>
                  <a:lnTo>
                    <a:pt x="570" y="225"/>
                  </a:lnTo>
                  <a:lnTo>
                    <a:pt x="570" y="225"/>
                  </a:lnTo>
                  <a:lnTo>
                    <a:pt x="570" y="225"/>
                  </a:lnTo>
                  <a:lnTo>
                    <a:pt x="572" y="227"/>
                  </a:lnTo>
                  <a:lnTo>
                    <a:pt x="572" y="227"/>
                  </a:lnTo>
                  <a:lnTo>
                    <a:pt x="572" y="227"/>
                  </a:lnTo>
                  <a:lnTo>
                    <a:pt x="572" y="227"/>
                  </a:lnTo>
                  <a:lnTo>
                    <a:pt x="574" y="234"/>
                  </a:lnTo>
                  <a:lnTo>
                    <a:pt x="576" y="234"/>
                  </a:lnTo>
                  <a:lnTo>
                    <a:pt x="576" y="236"/>
                  </a:lnTo>
                  <a:lnTo>
                    <a:pt x="576" y="236"/>
                  </a:lnTo>
                  <a:lnTo>
                    <a:pt x="578" y="236"/>
                  </a:lnTo>
                  <a:lnTo>
                    <a:pt x="580" y="238"/>
                  </a:lnTo>
                  <a:lnTo>
                    <a:pt x="580" y="238"/>
                  </a:lnTo>
                  <a:lnTo>
                    <a:pt x="580" y="238"/>
                  </a:lnTo>
                  <a:lnTo>
                    <a:pt x="580" y="240"/>
                  </a:lnTo>
                  <a:lnTo>
                    <a:pt x="580" y="240"/>
                  </a:lnTo>
                  <a:lnTo>
                    <a:pt x="582" y="240"/>
                  </a:lnTo>
                  <a:lnTo>
                    <a:pt x="583" y="240"/>
                  </a:lnTo>
                  <a:lnTo>
                    <a:pt x="583" y="242"/>
                  </a:lnTo>
                  <a:lnTo>
                    <a:pt x="585" y="242"/>
                  </a:lnTo>
                  <a:lnTo>
                    <a:pt x="585" y="242"/>
                  </a:lnTo>
                  <a:lnTo>
                    <a:pt x="585" y="242"/>
                  </a:lnTo>
                  <a:lnTo>
                    <a:pt x="585" y="242"/>
                  </a:lnTo>
                  <a:lnTo>
                    <a:pt x="587" y="242"/>
                  </a:lnTo>
                  <a:lnTo>
                    <a:pt x="589" y="242"/>
                  </a:lnTo>
                  <a:lnTo>
                    <a:pt x="589" y="242"/>
                  </a:lnTo>
                  <a:lnTo>
                    <a:pt x="591" y="240"/>
                  </a:lnTo>
                  <a:lnTo>
                    <a:pt x="591" y="238"/>
                  </a:lnTo>
                  <a:lnTo>
                    <a:pt x="593" y="238"/>
                  </a:lnTo>
                  <a:lnTo>
                    <a:pt x="593" y="238"/>
                  </a:lnTo>
                  <a:lnTo>
                    <a:pt x="597" y="236"/>
                  </a:lnTo>
                  <a:lnTo>
                    <a:pt x="602" y="234"/>
                  </a:lnTo>
                  <a:lnTo>
                    <a:pt x="602" y="234"/>
                  </a:lnTo>
                  <a:lnTo>
                    <a:pt x="604" y="234"/>
                  </a:lnTo>
                  <a:lnTo>
                    <a:pt x="606" y="236"/>
                  </a:lnTo>
                  <a:lnTo>
                    <a:pt x="606" y="236"/>
                  </a:lnTo>
                  <a:lnTo>
                    <a:pt x="608" y="236"/>
                  </a:lnTo>
                  <a:lnTo>
                    <a:pt x="608" y="240"/>
                  </a:lnTo>
                  <a:lnTo>
                    <a:pt x="610" y="240"/>
                  </a:lnTo>
                  <a:lnTo>
                    <a:pt x="610" y="240"/>
                  </a:lnTo>
                  <a:lnTo>
                    <a:pt x="610" y="240"/>
                  </a:lnTo>
                  <a:lnTo>
                    <a:pt x="620" y="242"/>
                  </a:lnTo>
                  <a:lnTo>
                    <a:pt x="620" y="242"/>
                  </a:lnTo>
                  <a:lnTo>
                    <a:pt x="622" y="242"/>
                  </a:lnTo>
                  <a:lnTo>
                    <a:pt x="622" y="244"/>
                  </a:lnTo>
                  <a:lnTo>
                    <a:pt x="622" y="246"/>
                  </a:lnTo>
                  <a:lnTo>
                    <a:pt x="623" y="246"/>
                  </a:lnTo>
                  <a:lnTo>
                    <a:pt x="623" y="246"/>
                  </a:lnTo>
                  <a:lnTo>
                    <a:pt x="625" y="246"/>
                  </a:lnTo>
                  <a:lnTo>
                    <a:pt x="633" y="246"/>
                  </a:lnTo>
                  <a:lnTo>
                    <a:pt x="633" y="246"/>
                  </a:lnTo>
                  <a:lnTo>
                    <a:pt x="633" y="246"/>
                  </a:lnTo>
                  <a:lnTo>
                    <a:pt x="637" y="246"/>
                  </a:lnTo>
                  <a:lnTo>
                    <a:pt x="637" y="246"/>
                  </a:lnTo>
                  <a:lnTo>
                    <a:pt x="637" y="248"/>
                  </a:lnTo>
                  <a:lnTo>
                    <a:pt x="639" y="248"/>
                  </a:lnTo>
                  <a:lnTo>
                    <a:pt x="639" y="248"/>
                  </a:lnTo>
                  <a:lnTo>
                    <a:pt x="639" y="248"/>
                  </a:lnTo>
                  <a:lnTo>
                    <a:pt x="639" y="248"/>
                  </a:lnTo>
                  <a:lnTo>
                    <a:pt x="641" y="248"/>
                  </a:lnTo>
                  <a:lnTo>
                    <a:pt x="641" y="248"/>
                  </a:lnTo>
                  <a:lnTo>
                    <a:pt x="641" y="248"/>
                  </a:lnTo>
                  <a:lnTo>
                    <a:pt x="642" y="248"/>
                  </a:lnTo>
                  <a:lnTo>
                    <a:pt x="642" y="248"/>
                  </a:lnTo>
                  <a:lnTo>
                    <a:pt x="642" y="246"/>
                  </a:lnTo>
                  <a:lnTo>
                    <a:pt x="642" y="246"/>
                  </a:lnTo>
                  <a:lnTo>
                    <a:pt x="642" y="244"/>
                  </a:lnTo>
                  <a:lnTo>
                    <a:pt x="642" y="244"/>
                  </a:lnTo>
                  <a:lnTo>
                    <a:pt x="644" y="244"/>
                  </a:lnTo>
                  <a:lnTo>
                    <a:pt x="644" y="242"/>
                  </a:lnTo>
                  <a:lnTo>
                    <a:pt x="652" y="240"/>
                  </a:lnTo>
                  <a:lnTo>
                    <a:pt x="652" y="240"/>
                  </a:lnTo>
                  <a:lnTo>
                    <a:pt x="652" y="240"/>
                  </a:lnTo>
                  <a:lnTo>
                    <a:pt x="654" y="240"/>
                  </a:lnTo>
                  <a:lnTo>
                    <a:pt x="660" y="240"/>
                  </a:lnTo>
                  <a:lnTo>
                    <a:pt x="662" y="242"/>
                  </a:lnTo>
                  <a:lnTo>
                    <a:pt x="662" y="242"/>
                  </a:lnTo>
                  <a:lnTo>
                    <a:pt x="663" y="244"/>
                  </a:lnTo>
                  <a:lnTo>
                    <a:pt x="663" y="246"/>
                  </a:lnTo>
                  <a:lnTo>
                    <a:pt x="665" y="248"/>
                  </a:lnTo>
                  <a:lnTo>
                    <a:pt x="665" y="248"/>
                  </a:lnTo>
                  <a:lnTo>
                    <a:pt x="667" y="248"/>
                  </a:lnTo>
                  <a:lnTo>
                    <a:pt x="667" y="250"/>
                  </a:lnTo>
                  <a:lnTo>
                    <a:pt x="667" y="250"/>
                  </a:lnTo>
                  <a:lnTo>
                    <a:pt x="669" y="250"/>
                  </a:lnTo>
                  <a:lnTo>
                    <a:pt x="671" y="250"/>
                  </a:lnTo>
                  <a:lnTo>
                    <a:pt x="671" y="250"/>
                  </a:lnTo>
                  <a:lnTo>
                    <a:pt x="671" y="250"/>
                  </a:lnTo>
                  <a:lnTo>
                    <a:pt x="673" y="252"/>
                  </a:lnTo>
                  <a:lnTo>
                    <a:pt x="673" y="252"/>
                  </a:lnTo>
                  <a:lnTo>
                    <a:pt x="673" y="253"/>
                  </a:lnTo>
                  <a:lnTo>
                    <a:pt x="675" y="253"/>
                  </a:lnTo>
                  <a:lnTo>
                    <a:pt x="675" y="253"/>
                  </a:lnTo>
                  <a:lnTo>
                    <a:pt x="675" y="255"/>
                  </a:lnTo>
                  <a:lnTo>
                    <a:pt x="675" y="257"/>
                  </a:lnTo>
                  <a:lnTo>
                    <a:pt x="675" y="257"/>
                  </a:lnTo>
                  <a:lnTo>
                    <a:pt x="675" y="259"/>
                  </a:lnTo>
                  <a:lnTo>
                    <a:pt x="675" y="263"/>
                  </a:lnTo>
                  <a:lnTo>
                    <a:pt x="675" y="265"/>
                  </a:lnTo>
                  <a:lnTo>
                    <a:pt x="675" y="265"/>
                  </a:lnTo>
                  <a:lnTo>
                    <a:pt x="675" y="267"/>
                  </a:lnTo>
                  <a:lnTo>
                    <a:pt x="675" y="269"/>
                  </a:lnTo>
                  <a:lnTo>
                    <a:pt x="675" y="271"/>
                  </a:lnTo>
                  <a:lnTo>
                    <a:pt x="673" y="271"/>
                  </a:lnTo>
                  <a:lnTo>
                    <a:pt x="673" y="272"/>
                  </a:lnTo>
                  <a:lnTo>
                    <a:pt x="673" y="272"/>
                  </a:lnTo>
                  <a:lnTo>
                    <a:pt x="673" y="272"/>
                  </a:lnTo>
                  <a:lnTo>
                    <a:pt x="673" y="272"/>
                  </a:lnTo>
                  <a:lnTo>
                    <a:pt x="673" y="274"/>
                  </a:lnTo>
                  <a:lnTo>
                    <a:pt x="673" y="276"/>
                  </a:lnTo>
                  <a:lnTo>
                    <a:pt x="673" y="278"/>
                  </a:lnTo>
                  <a:lnTo>
                    <a:pt x="673" y="280"/>
                  </a:lnTo>
                  <a:lnTo>
                    <a:pt x="673" y="282"/>
                  </a:lnTo>
                  <a:lnTo>
                    <a:pt x="671" y="282"/>
                  </a:lnTo>
                  <a:lnTo>
                    <a:pt x="669" y="286"/>
                  </a:lnTo>
                  <a:lnTo>
                    <a:pt x="667" y="288"/>
                  </a:lnTo>
                  <a:lnTo>
                    <a:pt x="665" y="290"/>
                  </a:lnTo>
                  <a:lnTo>
                    <a:pt x="667" y="293"/>
                  </a:lnTo>
                  <a:lnTo>
                    <a:pt x="667" y="293"/>
                  </a:lnTo>
                  <a:lnTo>
                    <a:pt x="673" y="293"/>
                  </a:lnTo>
                  <a:lnTo>
                    <a:pt x="673" y="295"/>
                  </a:lnTo>
                  <a:lnTo>
                    <a:pt x="675" y="301"/>
                  </a:lnTo>
                  <a:lnTo>
                    <a:pt x="675" y="305"/>
                  </a:lnTo>
                  <a:lnTo>
                    <a:pt x="675" y="309"/>
                  </a:lnTo>
                  <a:lnTo>
                    <a:pt x="675" y="310"/>
                  </a:lnTo>
                  <a:lnTo>
                    <a:pt x="675" y="312"/>
                  </a:lnTo>
                  <a:lnTo>
                    <a:pt x="671" y="314"/>
                  </a:lnTo>
                  <a:lnTo>
                    <a:pt x="671" y="316"/>
                  </a:lnTo>
                  <a:lnTo>
                    <a:pt x="677" y="318"/>
                  </a:lnTo>
                  <a:lnTo>
                    <a:pt x="679" y="320"/>
                  </a:lnTo>
                  <a:lnTo>
                    <a:pt x="683" y="322"/>
                  </a:lnTo>
                  <a:lnTo>
                    <a:pt x="684" y="324"/>
                  </a:lnTo>
                  <a:lnTo>
                    <a:pt x="684" y="324"/>
                  </a:lnTo>
                  <a:lnTo>
                    <a:pt x="686" y="328"/>
                  </a:lnTo>
                  <a:lnTo>
                    <a:pt x="686" y="328"/>
                  </a:lnTo>
                  <a:lnTo>
                    <a:pt x="694" y="328"/>
                  </a:lnTo>
                  <a:lnTo>
                    <a:pt x="702" y="328"/>
                  </a:lnTo>
                  <a:lnTo>
                    <a:pt x="702" y="328"/>
                  </a:lnTo>
                  <a:lnTo>
                    <a:pt x="703" y="326"/>
                  </a:lnTo>
                  <a:lnTo>
                    <a:pt x="703" y="324"/>
                  </a:lnTo>
                  <a:lnTo>
                    <a:pt x="703" y="324"/>
                  </a:lnTo>
                  <a:lnTo>
                    <a:pt x="703" y="322"/>
                  </a:lnTo>
                  <a:lnTo>
                    <a:pt x="703" y="320"/>
                  </a:lnTo>
                  <a:lnTo>
                    <a:pt x="703" y="320"/>
                  </a:lnTo>
                  <a:lnTo>
                    <a:pt x="709" y="316"/>
                  </a:lnTo>
                  <a:lnTo>
                    <a:pt x="711" y="314"/>
                  </a:lnTo>
                  <a:lnTo>
                    <a:pt x="711" y="312"/>
                  </a:lnTo>
                  <a:lnTo>
                    <a:pt x="705" y="307"/>
                  </a:lnTo>
                  <a:lnTo>
                    <a:pt x="703" y="303"/>
                  </a:lnTo>
                  <a:lnTo>
                    <a:pt x="703" y="301"/>
                  </a:lnTo>
                  <a:lnTo>
                    <a:pt x="705" y="297"/>
                  </a:lnTo>
                  <a:lnTo>
                    <a:pt x="711" y="290"/>
                  </a:lnTo>
                  <a:lnTo>
                    <a:pt x="713" y="288"/>
                  </a:lnTo>
                  <a:lnTo>
                    <a:pt x="713" y="286"/>
                  </a:lnTo>
                  <a:lnTo>
                    <a:pt x="713" y="284"/>
                  </a:lnTo>
                  <a:lnTo>
                    <a:pt x="715" y="276"/>
                  </a:lnTo>
                  <a:lnTo>
                    <a:pt x="717" y="274"/>
                  </a:lnTo>
                  <a:lnTo>
                    <a:pt x="717" y="272"/>
                  </a:lnTo>
                  <a:lnTo>
                    <a:pt x="719" y="272"/>
                  </a:lnTo>
                  <a:lnTo>
                    <a:pt x="721" y="272"/>
                  </a:lnTo>
                  <a:lnTo>
                    <a:pt x="721" y="271"/>
                  </a:lnTo>
                  <a:lnTo>
                    <a:pt x="723" y="267"/>
                  </a:lnTo>
                  <a:lnTo>
                    <a:pt x="723" y="267"/>
                  </a:lnTo>
                  <a:lnTo>
                    <a:pt x="724" y="265"/>
                  </a:lnTo>
                  <a:lnTo>
                    <a:pt x="726" y="265"/>
                  </a:lnTo>
                  <a:lnTo>
                    <a:pt x="726" y="265"/>
                  </a:lnTo>
                  <a:lnTo>
                    <a:pt x="728" y="263"/>
                  </a:lnTo>
                  <a:lnTo>
                    <a:pt x="728" y="261"/>
                  </a:lnTo>
                  <a:lnTo>
                    <a:pt x="730" y="261"/>
                  </a:lnTo>
                  <a:lnTo>
                    <a:pt x="732" y="259"/>
                  </a:lnTo>
                  <a:lnTo>
                    <a:pt x="734" y="261"/>
                  </a:lnTo>
                  <a:lnTo>
                    <a:pt x="734" y="265"/>
                  </a:lnTo>
                  <a:lnTo>
                    <a:pt x="736" y="267"/>
                  </a:lnTo>
                  <a:lnTo>
                    <a:pt x="738" y="267"/>
                  </a:lnTo>
                  <a:lnTo>
                    <a:pt x="740" y="267"/>
                  </a:lnTo>
                  <a:lnTo>
                    <a:pt x="742" y="267"/>
                  </a:lnTo>
                  <a:lnTo>
                    <a:pt x="743" y="269"/>
                  </a:lnTo>
                  <a:lnTo>
                    <a:pt x="743" y="271"/>
                  </a:lnTo>
                  <a:lnTo>
                    <a:pt x="745" y="272"/>
                  </a:lnTo>
                  <a:lnTo>
                    <a:pt x="745" y="272"/>
                  </a:lnTo>
                  <a:lnTo>
                    <a:pt x="745" y="272"/>
                  </a:lnTo>
                  <a:lnTo>
                    <a:pt x="747" y="271"/>
                  </a:lnTo>
                  <a:lnTo>
                    <a:pt x="747" y="271"/>
                  </a:lnTo>
                  <a:lnTo>
                    <a:pt x="749" y="269"/>
                  </a:lnTo>
                  <a:lnTo>
                    <a:pt x="751" y="269"/>
                  </a:lnTo>
                  <a:lnTo>
                    <a:pt x="755" y="267"/>
                  </a:lnTo>
                  <a:lnTo>
                    <a:pt x="755" y="265"/>
                  </a:lnTo>
                  <a:lnTo>
                    <a:pt x="755" y="265"/>
                  </a:lnTo>
                  <a:lnTo>
                    <a:pt x="755" y="263"/>
                  </a:lnTo>
                  <a:lnTo>
                    <a:pt x="753" y="261"/>
                  </a:lnTo>
                  <a:lnTo>
                    <a:pt x="753" y="259"/>
                  </a:lnTo>
                  <a:lnTo>
                    <a:pt x="753" y="259"/>
                  </a:lnTo>
                  <a:lnTo>
                    <a:pt x="755" y="259"/>
                  </a:lnTo>
                  <a:lnTo>
                    <a:pt x="755" y="257"/>
                  </a:lnTo>
                  <a:lnTo>
                    <a:pt x="757" y="257"/>
                  </a:lnTo>
                  <a:lnTo>
                    <a:pt x="759" y="257"/>
                  </a:lnTo>
                  <a:lnTo>
                    <a:pt x="761" y="257"/>
                  </a:lnTo>
                  <a:lnTo>
                    <a:pt x="761" y="255"/>
                  </a:lnTo>
                  <a:lnTo>
                    <a:pt x="761" y="253"/>
                  </a:lnTo>
                  <a:lnTo>
                    <a:pt x="763" y="253"/>
                  </a:lnTo>
                  <a:lnTo>
                    <a:pt x="761" y="25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35" name="Freeform 38">
              <a:extLst>
                <a:ext uri="{FF2B5EF4-FFF2-40B4-BE49-F238E27FC236}">
                  <a16:creationId xmlns:a16="http://schemas.microsoft.com/office/drawing/2014/main" id="{F55BE324-CA8A-559E-51AF-E2741B23F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138" y="2701925"/>
              <a:ext cx="1289050" cy="927100"/>
            </a:xfrm>
            <a:custGeom>
              <a:avLst/>
              <a:gdLst>
                <a:gd name="T0" fmla="*/ 764 w 812"/>
                <a:gd name="T1" fmla="*/ 220 h 584"/>
                <a:gd name="T2" fmla="*/ 745 w 812"/>
                <a:gd name="T3" fmla="*/ 209 h 584"/>
                <a:gd name="T4" fmla="*/ 697 w 812"/>
                <a:gd name="T5" fmla="*/ 180 h 584"/>
                <a:gd name="T6" fmla="*/ 667 w 812"/>
                <a:gd name="T7" fmla="*/ 173 h 584"/>
                <a:gd name="T8" fmla="*/ 635 w 812"/>
                <a:gd name="T9" fmla="*/ 192 h 584"/>
                <a:gd name="T10" fmla="*/ 625 w 812"/>
                <a:gd name="T11" fmla="*/ 169 h 584"/>
                <a:gd name="T12" fmla="*/ 600 w 812"/>
                <a:gd name="T13" fmla="*/ 178 h 584"/>
                <a:gd name="T14" fmla="*/ 577 w 812"/>
                <a:gd name="T15" fmla="*/ 188 h 584"/>
                <a:gd name="T16" fmla="*/ 585 w 812"/>
                <a:gd name="T17" fmla="*/ 165 h 584"/>
                <a:gd name="T18" fmla="*/ 535 w 812"/>
                <a:gd name="T19" fmla="*/ 165 h 584"/>
                <a:gd name="T20" fmla="*/ 499 w 812"/>
                <a:gd name="T21" fmla="*/ 178 h 584"/>
                <a:gd name="T22" fmla="*/ 490 w 812"/>
                <a:gd name="T23" fmla="*/ 163 h 584"/>
                <a:gd name="T24" fmla="*/ 473 w 812"/>
                <a:gd name="T25" fmla="*/ 173 h 584"/>
                <a:gd name="T26" fmla="*/ 452 w 812"/>
                <a:gd name="T27" fmla="*/ 169 h 584"/>
                <a:gd name="T28" fmla="*/ 448 w 812"/>
                <a:gd name="T29" fmla="*/ 135 h 584"/>
                <a:gd name="T30" fmla="*/ 433 w 812"/>
                <a:gd name="T31" fmla="*/ 154 h 584"/>
                <a:gd name="T32" fmla="*/ 427 w 812"/>
                <a:gd name="T33" fmla="*/ 198 h 584"/>
                <a:gd name="T34" fmla="*/ 452 w 812"/>
                <a:gd name="T35" fmla="*/ 243 h 584"/>
                <a:gd name="T36" fmla="*/ 408 w 812"/>
                <a:gd name="T37" fmla="*/ 253 h 584"/>
                <a:gd name="T38" fmla="*/ 391 w 812"/>
                <a:gd name="T39" fmla="*/ 226 h 584"/>
                <a:gd name="T40" fmla="*/ 391 w 812"/>
                <a:gd name="T41" fmla="*/ 148 h 584"/>
                <a:gd name="T42" fmla="*/ 448 w 812"/>
                <a:gd name="T43" fmla="*/ 89 h 584"/>
                <a:gd name="T44" fmla="*/ 461 w 812"/>
                <a:gd name="T45" fmla="*/ 36 h 584"/>
                <a:gd name="T46" fmla="*/ 406 w 812"/>
                <a:gd name="T47" fmla="*/ 4 h 584"/>
                <a:gd name="T48" fmla="*/ 364 w 812"/>
                <a:gd name="T49" fmla="*/ 17 h 584"/>
                <a:gd name="T50" fmla="*/ 301 w 812"/>
                <a:gd name="T51" fmla="*/ 57 h 584"/>
                <a:gd name="T52" fmla="*/ 253 w 812"/>
                <a:gd name="T53" fmla="*/ 91 h 584"/>
                <a:gd name="T54" fmla="*/ 240 w 812"/>
                <a:gd name="T55" fmla="*/ 150 h 584"/>
                <a:gd name="T56" fmla="*/ 301 w 812"/>
                <a:gd name="T57" fmla="*/ 144 h 584"/>
                <a:gd name="T58" fmla="*/ 307 w 812"/>
                <a:gd name="T59" fmla="*/ 177 h 584"/>
                <a:gd name="T60" fmla="*/ 255 w 812"/>
                <a:gd name="T61" fmla="*/ 205 h 584"/>
                <a:gd name="T62" fmla="*/ 261 w 812"/>
                <a:gd name="T63" fmla="*/ 234 h 584"/>
                <a:gd name="T64" fmla="*/ 242 w 812"/>
                <a:gd name="T65" fmla="*/ 268 h 584"/>
                <a:gd name="T66" fmla="*/ 200 w 812"/>
                <a:gd name="T67" fmla="*/ 256 h 584"/>
                <a:gd name="T68" fmla="*/ 158 w 812"/>
                <a:gd name="T69" fmla="*/ 300 h 584"/>
                <a:gd name="T70" fmla="*/ 147 w 812"/>
                <a:gd name="T71" fmla="*/ 291 h 584"/>
                <a:gd name="T72" fmla="*/ 160 w 812"/>
                <a:gd name="T73" fmla="*/ 241 h 584"/>
                <a:gd name="T74" fmla="*/ 105 w 812"/>
                <a:gd name="T75" fmla="*/ 215 h 584"/>
                <a:gd name="T76" fmla="*/ 112 w 812"/>
                <a:gd name="T77" fmla="*/ 196 h 584"/>
                <a:gd name="T78" fmla="*/ 99 w 812"/>
                <a:gd name="T79" fmla="*/ 199 h 584"/>
                <a:gd name="T80" fmla="*/ 86 w 812"/>
                <a:gd name="T81" fmla="*/ 211 h 584"/>
                <a:gd name="T82" fmla="*/ 63 w 812"/>
                <a:gd name="T83" fmla="*/ 241 h 584"/>
                <a:gd name="T84" fmla="*/ 80 w 812"/>
                <a:gd name="T85" fmla="*/ 308 h 584"/>
                <a:gd name="T86" fmla="*/ 59 w 812"/>
                <a:gd name="T87" fmla="*/ 369 h 584"/>
                <a:gd name="T88" fmla="*/ 27 w 812"/>
                <a:gd name="T89" fmla="*/ 430 h 584"/>
                <a:gd name="T90" fmla="*/ 8 w 812"/>
                <a:gd name="T91" fmla="*/ 458 h 584"/>
                <a:gd name="T92" fmla="*/ 27 w 812"/>
                <a:gd name="T93" fmla="*/ 494 h 584"/>
                <a:gd name="T94" fmla="*/ 95 w 812"/>
                <a:gd name="T95" fmla="*/ 538 h 584"/>
                <a:gd name="T96" fmla="*/ 192 w 812"/>
                <a:gd name="T97" fmla="*/ 572 h 584"/>
                <a:gd name="T98" fmla="*/ 253 w 812"/>
                <a:gd name="T99" fmla="*/ 544 h 584"/>
                <a:gd name="T100" fmla="*/ 320 w 812"/>
                <a:gd name="T101" fmla="*/ 515 h 584"/>
                <a:gd name="T102" fmla="*/ 324 w 812"/>
                <a:gd name="T103" fmla="*/ 549 h 584"/>
                <a:gd name="T104" fmla="*/ 400 w 812"/>
                <a:gd name="T105" fmla="*/ 528 h 584"/>
                <a:gd name="T106" fmla="*/ 452 w 812"/>
                <a:gd name="T107" fmla="*/ 534 h 584"/>
                <a:gd name="T108" fmla="*/ 518 w 812"/>
                <a:gd name="T109" fmla="*/ 532 h 584"/>
                <a:gd name="T110" fmla="*/ 581 w 812"/>
                <a:gd name="T111" fmla="*/ 534 h 584"/>
                <a:gd name="T112" fmla="*/ 619 w 812"/>
                <a:gd name="T113" fmla="*/ 517 h 584"/>
                <a:gd name="T114" fmla="*/ 661 w 812"/>
                <a:gd name="T115" fmla="*/ 443 h 584"/>
                <a:gd name="T116" fmla="*/ 715 w 812"/>
                <a:gd name="T117" fmla="*/ 411 h 584"/>
                <a:gd name="T118" fmla="*/ 722 w 812"/>
                <a:gd name="T119" fmla="*/ 340 h 584"/>
                <a:gd name="T120" fmla="*/ 715 w 812"/>
                <a:gd name="T121" fmla="*/ 312 h 584"/>
                <a:gd name="T122" fmla="*/ 802 w 812"/>
                <a:gd name="T123" fmla="*/ 283 h 584"/>
                <a:gd name="T124" fmla="*/ 812 w 812"/>
                <a:gd name="T125" fmla="*/ 232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12" h="584">
                  <a:moveTo>
                    <a:pt x="810" y="230"/>
                  </a:moveTo>
                  <a:lnTo>
                    <a:pt x="810" y="230"/>
                  </a:lnTo>
                  <a:lnTo>
                    <a:pt x="808" y="228"/>
                  </a:lnTo>
                  <a:lnTo>
                    <a:pt x="808" y="228"/>
                  </a:lnTo>
                  <a:lnTo>
                    <a:pt x="808" y="224"/>
                  </a:lnTo>
                  <a:lnTo>
                    <a:pt x="808" y="224"/>
                  </a:lnTo>
                  <a:lnTo>
                    <a:pt x="806" y="224"/>
                  </a:lnTo>
                  <a:lnTo>
                    <a:pt x="806" y="222"/>
                  </a:lnTo>
                  <a:lnTo>
                    <a:pt x="802" y="222"/>
                  </a:lnTo>
                  <a:lnTo>
                    <a:pt x="802" y="222"/>
                  </a:lnTo>
                  <a:lnTo>
                    <a:pt x="802" y="222"/>
                  </a:lnTo>
                  <a:lnTo>
                    <a:pt x="802" y="222"/>
                  </a:lnTo>
                  <a:lnTo>
                    <a:pt x="802" y="218"/>
                  </a:lnTo>
                  <a:lnTo>
                    <a:pt x="802" y="218"/>
                  </a:lnTo>
                  <a:lnTo>
                    <a:pt x="800" y="218"/>
                  </a:lnTo>
                  <a:lnTo>
                    <a:pt x="800" y="218"/>
                  </a:lnTo>
                  <a:lnTo>
                    <a:pt x="800" y="218"/>
                  </a:lnTo>
                  <a:lnTo>
                    <a:pt x="793" y="220"/>
                  </a:lnTo>
                  <a:lnTo>
                    <a:pt x="793" y="220"/>
                  </a:lnTo>
                  <a:lnTo>
                    <a:pt x="791" y="222"/>
                  </a:lnTo>
                  <a:lnTo>
                    <a:pt x="787" y="220"/>
                  </a:lnTo>
                  <a:lnTo>
                    <a:pt x="777" y="218"/>
                  </a:lnTo>
                  <a:lnTo>
                    <a:pt x="776" y="218"/>
                  </a:lnTo>
                  <a:lnTo>
                    <a:pt x="776" y="218"/>
                  </a:lnTo>
                  <a:lnTo>
                    <a:pt x="776" y="218"/>
                  </a:lnTo>
                  <a:lnTo>
                    <a:pt x="774" y="220"/>
                  </a:lnTo>
                  <a:lnTo>
                    <a:pt x="774" y="220"/>
                  </a:lnTo>
                  <a:lnTo>
                    <a:pt x="776" y="222"/>
                  </a:lnTo>
                  <a:lnTo>
                    <a:pt x="776" y="224"/>
                  </a:lnTo>
                  <a:lnTo>
                    <a:pt x="776" y="224"/>
                  </a:lnTo>
                  <a:lnTo>
                    <a:pt x="774" y="226"/>
                  </a:lnTo>
                  <a:lnTo>
                    <a:pt x="774" y="226"/>
                  </a:lnTo>
                  <a:lnTo>
                    <a:pt x="772" y="226"/>
                  </a:lnTo>
                  <a:lnTo>
                    <a:pt x="768" y="226"/>
                  </a:lnTo>
                  <a:lnTo>
                    <a:pt x="764" y="226"/>
                  </a:lnTo>
                  <a:lnTo>
                    <a:pt x="764" y="226"/>
                  </a:lnTo>
                  <a:lnTo>
                    <a:pt x="764" y="226"/>
                  </a:lnTo>
                  <a:lnTo>
                    <a:pt x="766" y="222"/>
                  </a:lnTo>
                  <a:lnTo>
                    <a:pt x="766" y="220"/>
                  </a:lnTo>
                  <a:lnTo>
                    <a:pt x="764" y="220"/>
                  </a:lnTo>
                  <a:lnTo>
                    <a:pt x="764" y="220"/>
                  </a:lnTo>
                  <a:lnTo>
                    <a:pt x="764" y="218"/>
                  </a:lnTo>
                  <a:lnTo>
                    <a:pt x="762" y="218"/>
                  </a:lnTo>
                  <a:lnTo>
                    <a:pt x="762" y="218"/>
                  </a:lnTo>
                  <a:lnTo>
                    <a:pt x="762" y="220"/>
                  </a:lnTo>
                  <a:lnTo>
                    <a:pt x="762" y="220"/>
                  </a:lnTo>
                  <a:lnTo>
                    <a:pt x="760" y="220"/>
                  </a:lnTo>
                  <a:lnTo>
                    <a:pt x="760" y="218"/>
                  </a:lnTo>
                  <a:lnTo>
                    <a:pt x="760" y="218"/>
                  </a:lnTo>
                  <a:lnTo>
                    <a:pt x="760" y="218"/>
                  </a:lnTo>
                  <a:lnTo>
                    <a:pt x="760" y="213"/>
                  </a:lnTo>
                  <a:lnTo>
                    <a:pt x="760" y="211"/>
                  </a:lnTo>
                  <a:lnTo>
                    <a:pt x="760" y="211"/>
                  </a:lnTo>
                  <a:lnTo>
                    <a:pt x="758" y="211"/>
                  </a:lnTo>
                  <a:lnTo>
                    <a:pt x="758" y="211"/>
                  </a:lnTo>
                  <a:lnTo>
                    <a:pt x="758" y="211"/>
                  </a:lnTo>
                  <a:lnTo>
                    <a:pt x="758" y="213"/>
                  </a:lnTo>
                  <a:lnTo>
                    <a:pt x="758" y="213"/>
                  </a:lnTo>
                  <a:lnTo>
                    <a:pt x="756" y="215"/>
                  </a:lnTo>
                  <a:lnTo>
                    <a:pt x="756" y="215"/>
                  </a:lnTo>
                  <a:lnTo>
                    <a:pt x="756" y="215"/>
                  </a:lnTo>
                  <a:lnTo>
                    <a:pt x="755" y="213"/>
                  </a:lnTo>
                  <a:lnTo>
                    <a:pt x="755" y="213"/>
                  </a:lnTo>
                  <a:lnTo>
                    <a:pt x="755" y="213"/>
                  </a:lnTo>
                  <a:lnTo>
                    <a:pt x="755" y="211"/>
                  </a:lnTo>
                  <a:lnTo>
                    <a:pt x="755" y="211"/>
                  </a:lnTo>
                  <a:lnTo>
                    <a:pt x="755" y="209"/>
                  </a:lnTo>
                  <a:lnTo>
                    <a:pt x="755" y="207"/>
                  </a:lnTo>
                  <a:lnTo>
                    <a:pt x="755" y="207"/>
                  </a:lnTo>
                  <a:lnTo>
                    <a:pt x="755" y="205"/>
                  </a:lnTo>
                  <a:lnTo>
                    <a:pt x="755" y="205"/>
                  </a:lnTo>
                  <a:lnTo>
                    <a:pt x="755" y="205"/>
                  </a:lnTo>
                  <a:lnTo>
                    <a:pt x="753" y="205"/>
                  </a:lnTo>
                  <a:lnTo>
                    <a:pt x="749" y="209"/>
                  </a:lnTo>
                  <a:lnTo>
                    <a:pt x="749" y="209"/>
                  </a:lnTo>
                  <a:lnTo>
                    <a:pt x="749" y="209"/>
                  </a:lnTo>
                  <a:lnTo>
                    <a:pt x="747" y="209"/>
                  </a:lnTo>
                  <a:lnTo>
                    <a:pt x="747" y="209"/>
                  </a:lnTo>
                  <a:lnTo>
                    <a:pt x="747" y="209"/>
                  </a:lnTo>
                  <a:lnTo>
                    <a:pt x="745" y="209"/>
                  </a:lnTo>
                  <a:lnTo>
                    <a:pt x="741" y="205"/>
                  </a:lnTo>
                  <a:lnTo>
                    <a:pt x="739" y="203"/>
                  </a:lnTo>
                  <a:lnTo>
                    <a:pt x="737" y="203"/>
                  </a:lnTo>
                  <a:lnTo>
                    <a:pt x="736" y="203"/>
                  </a:lnTo>
                  <a:lnTo>
                    <a:pt x="734" y="203"/>
                  </a:lnTo>
                  <a:lnTo>
                    <a:pt x="732" y="203"/>
                  </a:lnTo>
                  <a:lnTo>
                    <a:pt x="732" y="203"/>
                  </a:lnTo>
                  <a:lnTo>
                    <a:pt x="724" y="198"/>
                  </a:lnTo>
                  <a:lnTo>
                    <a:pt x="724" y="198"/>
                  </a:lnTo>
                  <a:lnTo>
                    <a:pt x="724" y="196"/>
                  </a:lnTo>
                  <a:lnTo>
                    <a:pt x="724" y="196"/>
                  </a:lnTo>
                  <a:lnTo>
                    <a:pt x="724" y="196"/>
                  </a:lnTo>
                  <a:lnTo>
                    <a:pt x="724" y="194"/>
                  </a:lnTo>
                  <a:lnTo>
                    <a:pt x="724" y="194"/>
                  </a:lnTo>
                  <a:lnTo>
                    <a:pt x="724" y="192"/>
                  </a:lnTo>
                  <a:lnTo>
                    <a:pt x="724" y="192"/>
                  </a:lnTo>
                  <a:lnTo>
                    <a:pt x="722" y="190"/>
                  </a:lnTo>
                  <a:lnTo>
                    <a:pt x="722" y="190"/>
                  </a:lnTo>
                  <a:lnTo>
                    <a:pt x="722" y="190"/>
                  </a:lnTo>
                  <a:lnTo>
                    <a:pt x="722" y="188"/>
                  </a:lnTo>
                  <a:lnTo>
                    <a:pt x="720" y="186"/>
                  </a:lnTo>
                  <a:lnTo>
                    <a:pt x="720" y="186"/>
                  </a:lnTo>
                  <a:lnTo>
                    <a:pt x="718" y="186"/>
                  </a:lnTo>
                  <a:lnTo>
                    <a:pt x="718" y="186"/>
                  </a:lnTo>
                  <a:lnTo>
                    <a:pt x="716" y="186"/>
                  </a:lnTo>
                  <a:lnTo>
                    <a:pt x="716" y="186"/>
                  </a:lnTo>
                  <a:lnTo>
                    <a:pt x="715" y="188"/>
                  </a:lnTo>
                  <a:lnTo>
                    <a:pt x="715" y="188"/>
                  </a:lnTo>
                  <a:lnTo>
                    <a:pt x="713" y="188"/>
                  </a:lnTo>
                  <a:lnTo>
                    <a:pt x="711" y="188"/>
                  </a:lnTo>
                  <a:lnTo>
                    <a:pt x="711" y="186"/>
                  </a:lnTo>
                  <a:lnTo>
                    <a:pt x="709" y="186"/>
                  </a:lnTo>
                  <a:lnTo>
                    <a:pt x="709" y="184"/>
                  </a:lnTo>
                  <a:lnTo>
                    <a:pt x="709" y="184"/>
                  </a:lnTo>
                  <a:lnTo>
                    <a:pt x="709" y="182"/>
                  </a:lnTo>
                  <a:lnTo>
                    <a:pt x="705" y="182"/>
                  </a:lnTo>
                  <a:lnTo>
                    <a:pt x="701" y="182"/>
                  </a:lnTo>
                  <a:lnTo>
                    <a:pt x="699" y="182"/>
                  </a:lnTo>
                  <a:lnTo>
                    <a:pt x="697" y="182"/>
                  </a:lnTo>
                  <a:lnTo>
                    <a:pt x="697" y="180"/>
                  </a:lnTo>
                  <a:lnTo>
                    <a:pt x="696" y="180"/>
                  </a:lnTo>
                  <a:lnTo>
                    <a:pt x="696" y="180"/>
                  </a:lnTo>
                  <a:lnTo>
                    <a:pt x="696" y="178"/>
                  </a:lnTo>
                  <a:lnTo>
                    <a:pt x="697" y="178"/>
                  </a:lnTo>
                  <a:lnTo>
                    <a:pt x="697" y="178"/>
                  </a:lnTo>
                  <a:lnTo>
                    <a:pt x="697" y="178"/>
                  </a:lnTo>
                  <a:lnTo>
                    <a:pt x="696" y="177"/>
                  </a:lnTo>
                  <a:lnTo>
                    <a:pt x="696" y="177"/>
                  </a:lnTo>
                  <a:lnTo>
                    <a:pt x="696" y="175"/>
                  </a:lnTo>
                  <a:lnTo>
                    <a:pt x="696" y="173"/>
                  </a:lnTo>
                  <a:lnTo>
                    <a:pt x="694" y="169"/>
                  </a:lnTo>
                  <a:lnTo>
                    <a:pt x="684" y="173"/>
                  </a:lnTo>
                  <a:lnTo>
                    <a:pt x="682" y="173"/>
                  </a:lnTo>
                  <a:lnTo>
                    <a:pt x="682" y="173"/>
                  </a:lnTo>
                  <a:lnTo>
                    <a:pt x="684" y="173"/>
                  </a:lnTo>
                  <a:lnTo>
                    <a:pt x="686" y="175"/>
                  </a:lnTo>
                  <a:lnTo>
                    <a:pt x="686" y="177"/>
                  </a:lnTo>
                  <a:lnTo>
                    <a:pt x="686" y="177"/>
                  </a:lnTo>
                  <a:lnTo>
                    <a:pt x="686" y="178"/>
                  </a:lnTo>
                  <a:lnTo>
                    <a:pt x="686" y="178"/>
                  </a:lnTo>
                  <a:lnTo>
                    <a:pt x="684" y="178"/>
                  </a:lnTo>
                  <a:lnTo>
                    <a:pt x="682" y="178"/>
                  </a:lnTo>
                  <a:lnTo>
                    <a:pt x="678" y="178"/>
                  </a:lnTo>
                  <a:lnTo>
                    <a:pt x="678" y="178"/>
                  </a:lnTo>
                  <a:lnTo>
                    <a:pt x="676" y="178"/>
                  </a:lnTo>
                  <a:lnTo>
                    <a:pt x="676" y="178"/>
                  </a:lnTo>
                  <a:lnTo>
                    <a:pt x="676" y="177"/>
                  </a:lnTo>
                  <a:lnTo>
                    <a:pt x="676" y="177"/>
                  </a:lnTo>
                  <a:lnTo>
                    <a:pt x="676" y="175"/>
                  </a:lnTo>
                  <a:lnTo>
                    <a:pt x="678" y="175"/>
                  </a:lnTo>
                  <a:lnTo>
                    <a:pt x="676" y="175"/>
                  </a:lnTo>
                  <a:lnTo>
                    <a:pt x="676" y="175"/>
                  </a:lnTo>
                  <a:lnTo>
                    <a:pt x="676" y="173"/>
                  </a:lnTo>
                  <a:lnTo>
                    <a:pt x="675" y="173"/>
                  </a:lnTo>
                  <a:lnTo>
                    <a:pt x="673" y="173"/>
                  </a:lnTo>
                  <a:lnTo>
                    <a:pt x="673" y="173"/>
                  </a:lnTo>
                  <a:lnTo>
                    <a:pt x="671" y="173"/>
                  </a:lnTo>
                  <a:lnTo>
                    <a:pt x="669" y="173"/>
                  </a:lnTo>
                  <a:lnTo>
                    <a:pt x="669" y="173"/>
                  </a:lnTo>
                  <a:lnTo>
                    <a:pt x="667" y="173"/>
                  </a:lnTo>
                  <a:lnTo>
                    <a:pt x="665" y="173"/>
                  </a:lnTo>
                  <a:lnTo>
                    <a:pt x="665" y="173"/>
                  </a:lnTo>
                  <a:lnTo>
                    <a:pt x="665" y="173"/>
                  </a:lnTo>
                  <a:lnTo>
                    <a:pt x="665" y="177"/>
                  </a:lnTo>
                  <a:lnTo>
                    <a:pt x="665" y="178"/>
                  </a:lnTo>
                  <a:lnTo>
                    <a:pt x="665" y="178"/>
                  </a:lnTo>
                  <a:lnTo>
                    <a:pt x="665" y="180"/>
                  </a:lnTo>
                  <a:lnTo>
                    <a:pt x="665" y="180"/>
                  </a:lnTo>
                  <a:lnTo>
                    <a:pt x="663" y="182"/>
                  </a:lnTo>
                  <a:lnTo>
                    <a:pt x="663" y="184"/>
                  </a:lnTo>
                  <a:lnTo>
                    <a:pt x="659" y="188"/>
                  </a:lnTo>
                  <a:lnTo>
                    <a:pt x="659" y="188"/>
                  </a:lnTo>
                  <a:lnTo>
                    <a:pt x="659" y="188"/>
                  </a:lnTo>
                  <a:lnTo>
                    <a:pt x="659" y="190"/>
                  </a:lnTo>
                  <a:lnTo>
                    <a:pt x="659" y="190"/>
                  </a:lnTo>
                  <a:lnTo>
                    <a:pt x="659" y="190"/>
                  </a:lnTo>
                  <a:lnTo>
                    <a:pt x="659" y="190"/>
                  </a:lnTo>
                  <a:lnTo>
                    <a:pt x="659" y="192"/>
                  </a:lnTo>
                  <a:lnTo>
                    <a:pt x="659" y="192"/>
                  </a:lnTo>
                  <a:lnTo>
                    <a:pt x="659" y="192"/>
                  </a:lnTo>
                  <a:lnTo>
                    <a:pt x="659" y="194"/>
                  </a:lnTo>
                  <a:lnTo>
                    <a:pt x="659" y="194"/>
                  </a:lnTo>
                  <a:lnTo>
                    <a:pt x="659" y="194"/>
                  </a:lnTo>
                  <a:lnTo>
                    <a:pt x="659" y="194"/>
                  </a:lnTo>
                  <a:lnTo>
                    <a:pt x="657" y="194"/>
                  </a:lnTo>
                  <a:lnTo>
                    <a:pt x="656" y="196"/>
                  </a:lnTo>
                  <a:lnTo>
                    <a:pt x="656" y="196"/>
                  </a:lnTo>
                  <a:lnTo>
                    <a:pt x="656" y="196"/>
                  </a:lnTo>
                  <a:lnTo>
                    <a:pt x="652" y="199"/>
                  </a:lnTo>
                  <a:lnTo>
                    <a:pt x="650" y="198"/>
                  </a:lnTo>
                  <a:lnTo>
                    <a:pt x="646" y="194"/>
                  </a:lnTo>
                  <a:lnTo>
                    <a:pt x="644" y="194"/>
                  </a:lnTo>
                  <a:lnTo>
                    <a:pt x="644" y="194"/>
                  </a:lnTo>
                  <a:lnTo>
                    <a:pt x="642" y="194"/>
                  </a:lnTo>
                  <a:lnTo>
                    <a:pt x="640" y="194"/>
                  </a:lnTo>
                  <a:lnTo>
                    <a:pt x="640" y="194"/>
                  </a:lnTo>
                  <a:lnTo>
                    <a:pt x="638" y="194"/>
                  </a:lnTo>
                  <a:lnTo>
                    <a:pt x="636" y="194"/>
                  </a:lnTo>
                  <a:lnTo>
                    <a:pt x="636" y="194"/>
                  </a:lnTo>
                  <a:lnTo>
                    <a:pt x="635" y="192"/>
                  </a:lnTo>
                  <a:lnTo>
                    <a:pt x="635" y="192"/>
                  </a:lnTo>
                  <a:lnTo>
                    <a:pt x="635" y="192"/>
                  </a:lnTo>
                  <a:lnTo>
                    <a:pt x="633" y="192"/>
                  </a:lnTo>
                  <a:lnTo>
                    <a:pt x="629" y="192"/>
                  </a:lnTo>
                  <a:lnTo>
                    <a:pt x="627" y="192"/>
                  </a:lnTo>
                  <a:lnTo>
                    <a:pt x="625" y="194"/>
                  </a:lnTo>
                  <a:lnTo>
                    <a:pt x="623" y="192"/>
                  </a:lnTo>
                  <a:lnTo>
                    <a:pt x="621" y="192"/>
                  </a:lnTo>
                  <a:lnTo>
                    <a:pt x="621" y="192"/>
                  </a:lnTo>
                  <a:lnTo>
                    <a:pt x="621" y="190"/>
                  </a:lnTo>
                  <a:lnTo>
                    <a:pt x="621" y="190"/>
                  </a:lnTo>
                  <a:lnTo>
                    <a:pt x="621" y="190"/>
                  </a:lnTo>
                  <a:lnTo>
                    <a:pt x="623" y="188"/>
                  </a:lnTo>
                  <a:lnTo>
                    <a:pt x="623" y="188"/>
                  </a:lnTo>
                  <a:lnTo>
                    <a:pt x="623" y="188"/>
                  </a:lnTo>
                  <a:lnTo>
                    <a:pt x="623" y="186"/>
                  </a:lnTo>
                  <a:lnTo>
                    <a:pt x="623" y="186"/>
                  </a:lnTo>
                  <a:lnTo>
                    <a:pt x="623" y="184"/>
                  </a:lnTo>
                  <a:lnTo>
                    <a:pt x="625" y="184"/>
                  </a:lnTo>
                  <a:lnTo>
                    <a:pt x="625" y="184"/>
                  </a:lnTo>
                  <a:lnTo>
                    <a:pt x="625" y="182"/>
                  </a:lnTo>
                  <a:lnTo>
                    <a:pt x="625" y="182"/>
                  </a:lnTo>
                  <a:lnTo>
                    <a:pt x="627" y="180"/>
                  </a:lnTo>
                  <a:lnTo>
                    <a:pt x="627" y="180"/>
                  </a:lnTo>
                  <a:lnTo>
                    <a:pt x="627" y="178"/>
                  </a:lnTo>
                  <a:lnTo>
                    <a:pt x="627" y="177"/>
                  </a:lnTo>
                  <a:lnTo>
                    <a:pt x="631" y="171"/>
                  </a:lnTo>
                  <a:lnTo>
                    <a:pt x="631" y="169"/>
                  </a:lnTo>
                  <a:lnTo>
                    <a:pt x="631" y="169"/>
                  </a:lnTo>
                  <a:lnTo>
                    <a:pt x="629" y="167"/>
                  </a:lnTo>
                  <a:lnTo>
                    <a:pt x="629" y="167"/>
                  </a:lnTo>
                  <a:lnTo>
                    <a:pt x="629" y="167"/>
                  </a:lnTo>
                  <a:lnTo>
                    <a:pt x="627" y="167"/>
                  </a:lnTo>
                  <a:lnTo>
                    <a:pt x="627" y="167"/>
                  </a:lnTo>
                  <a:lnTo>
                    <a:pt x="625" y="167"/>
                  </a:lnTo>
                  <a:lnTo>
                    <a:pt x="625" y="169"/>
                  </a:lnTo>
                  <a:lnTo>
                    <a:pt x="625" y="169"/>
                  </a:lnTo>
                  <a:lnTo>
                    <a:pt x="625" y="169"/>
                  </a:lnTo>
                  <a:lnTo>
                    <a:pt x="625" y="169"/>
                  </a:lnTo>
                  <a:lnTo>
                    <a:pt x="625" y="169"/>
                  </a:lnTo>
                  <a:lnTo>
                    <a:pt x="623" y="173"/>
                  </a:lnTo>
                  <a:lnTo>
                    <a:pt x="623" y="173"/>
                  </a:lnTo>
                  <a:lnTo>
                    <a:pt x="623" y="173"/>
                  </a:lnTo>
                  <a:lnTo>
                    <a:pt x="621" y="173"/>
                  </a:lnTo>
                  <a:lnTo>
                    <a:pt x="621" y="173"/>
                  </a:lnTo>
                  <a:lnTo>
                    <a:pt x="614" y="175"/>
                  </a:lnTo>
                  <a:lnTo>
                    <a:pt x="614" y="175"/>
                  </a:lnTo>
                  <a:lnTo>
                    <a:pt x="614" y="175"/>
                  </a:lnTo>
                  <a:lnTo>
                    <a:pt x="612" y="175"/>
                  </a:lnTo>
                  <a:lnTo>
                    <a:pt x="612" y="175"/>
                  </a:lnTo>
                  <a:lnTo>
                    <a:pt x="612" y="175"/>
                  </a:lnTo>
                  <a:lnTo>
                    <a:pt x="614" y="175"/>
                  </a:lnTo>
                  <a:lnTo>
                    <a:pt x="617" y="178"/>
                  </a:lnTo>
                  <a:lnTo>
                    <a:pt x="617" y="178"/>
                  </a:lnTo>
                  <a:lnTo>
                    <a:pt x="617" y="180"/>
                  </a:lnTo>
                  <a:lnTo>
                    <a:pt x="617" y="180"/>
                  </a:lnTo>
                  <a:lnTo>
                    <a:pt x="617" y="180"/>
                  </a:lnTo>
                  <a:lnTo>
                    <a:pt x="615" y="182"/>
                  </a:lnTo>
                  <a:lnTo>
                    <a:pt x="614" y="182"/>
                  </a:lnTo>
                  <a:lnTo>
                    <a:pt x="614" y="182"/>
                  </a:lnTo>
                  <a:lnTo>
                    <a:pt x="612" y="182"/>
                  </a:lnTo>
                  <a:lnTo>
                    <a:pt x="610" y="182"/>
                  </a:lnTo>
                  <a:lnTo>
                    <a:pt x="610" y="182"/>
                  </a:lnTo>
                  <a:lnTo>
                    <a:pt x="610" y="182"/>
                  </a:lnTo>
                  <a:lnTo>
                    <a:pt x="606" y="178"/>
                  </a:lnTo>
                  <a:lnTo>
                    <a:pt x="606" y="178"/>
                  </a:lnTo>
                  <a:lnTo>
                    <a:pt x="606" y="177"/>
                  </a:lnTo>
                  <a:lnTo>
                    <a:pt x="604" y="175"/>
                  </a:lnTo>
                  <a:lnTo>
                    <a:pt x="604" y="175"/>
                  </a:lnTo>
                  <a:lnTo>
                    <a:pt x="604" y="175"/>
                  </a:lnTo>
                  <a:lnTo>
                    <a:pt x="602" y="175"/>
                  </a:lnTo>
                  <a:lnTo>
                    <a:pt x="602" y="175"/>
                  </a:lnTo>
                  <a:lnTo>
                    <a:pt x="602" y="175"/>
                  </a:lnTo>
                  <a:lnTo>
                    <a:pt x="602" y="175"/>
                  </a:lnTo>
                  <a:lnTo>
                    <a:pt x="602" y="177"/>
                  </a:lnTo>
                  <a:lnTo>
                    <a:pt x="602" y="177"/>
                  </a:lnTo>
                  <a:lnTo>
                    <a:pt x="602" y="178"/>
                  </a:lnTo>
                  <a:lnTo>
                    <a:pt x="602" y="178"/>
                  </a:lnTo>
                  <a:lnTo>
                    <a:pt x="602" y="178"/>
                  </a:lnTo>
                  <a:lnTo>
                    <a:pt x="600" y="178"/>
                  </a:lnTo>
                  <a:lnTo>
                    <a:pt x="600" y="178"/>
                  </a:lnTo>
                  <a:lnTo>
                    <a:pt x="598" y="178"/>
                  </a:lnTo>
                  <a:lnTo>
                    <a:pt x="596" y="178"/>
                  </a:lnTo>
                  <a:lnTo>
                    <a:pt x="595" y="178"/>
                  </a:lnTo>
                  <a:lnTo>
                    <a:pt x="593" y="178"/>
                  </a:lnTo>
                  <a:lnTo>
                    <a:pt x="593" y="178"/>
                  </a:lnTo>
                  <a:lnTo>
                    <a:pt x="593" y="178"/>
                  </a:lnTo>
                  <a:lnTo>
                    <a:pt x="593" y="178"/>
                  </a:lnTo>
                  <a:lnTo>
                    <a:pt x="593" y="180"/>
                  </a:lnTo>
                  <a:lnTo>
                    <a:pt x="593" y="180"/>
                  </a:lnTo>
                  <a:lnTo>
                    <a:pt x="595" y="182"/>
                  </a:lnTo>
                  <a:lnTo>
                    <a:pt x="595" y="182"/>
                  </a:lnTo>
                  <a:lnTo>
                    <a:pt x="595" y="182"/>
                  </a:lnTo>
                  <a:lnTo>
                    <a:pt x="598" y="184"/>
                  </a:lnTo>
                  <a:lnTo>
                    <a:pt x="598" y="184"/>
                  </a:lnTo>
                  <a:lnTo>
                    <a:pt x="598" y="184"/>
                  </a:lnTo>
                  <a:lnTo>
                    <a:pt x="598" y="186"/>
                  </a:lnTo>
                  <a:lnTo>
                    <a:pt x="595" y="188"/>
                  </a:lnTo>
                  <a:lnTo>
                    <a:pt x="595" y="188"/>
                  </a:lnTo>
                  <a:lnTo>
                    <a:pt x="593" y="188"/>
                  </a:lnTo>
                  <a:lnTo>
                    <a:pt x="593" y="188"/>
                  </a:lnTo>
                  <a:lnTo>
                    <a:pt x="593" y="188"/>
                  </a:lnTo>
                  <a:lnTo>
                    <a:pt x="591" y="184"/>
                  </a:lnTo>
                  <a:lnTo>
                    <a:pt x="589" y="184"/>
                  </a:lnTo>
                  <a:lnTo>
                    <a:pt x="589" y="182"/>
                  </a:lnTo>
                  <a:lnTo>
                    <a:pt x="589" y="184"/>
                  </a:lnTo>
                  <a:lnTo>
                    <a:pt x="589" y="184"/>
                  </a:lnTo>
                  <a:lnTo>
                    <a:pt x="589" y="184"/>
                  </a:lnTo>
                  <a:lnTo>
                    <a:pt x="589" y="186"/>
                  </a:lnTo>
                  <a:lnTo>
                    <a:pt x="589" y="188"/>
                  </a:lnTo>
                  <a:lnTo>
                    <a:pt x="589" y="188"/>
                  </a:lnTo>
                  <a:lnTo>
                    <a:pt x="587" y="188"/>
                  </a:lnTo>
                  <a:lnTo>
                    <a:pt x="587" y="188"/>
                  </a:lnTo>
                  <a:lnTo>
                    <a:pt x="587" y="188"/>
                  </a:lnTo>
                  <a:lnTo>
                    <a:pt x="585" y="188"/>
                  </a:lnTo>
                  <a:lnTo>
                    <a:pt x="585" y="188"/>
                  </a:lnTo>
                  <a:lnTo>
                    <a:pt x="583" y="188"/>
                  </a:lnTo>
                  <a:lnTo>
                    <a:pt x="581" y="188"/>
                  </a:lnTo>
                  <a:lnTo>
                    <a:pt x="579" y="188"/>
                  </a:lnTo>
                  <a:lnTo>
                    <a:pt x="577" y="188"/>
                  </a:lnTo>
                  <a:lnTo>
                    <a:pt x="577" y="188"/>
                  </a:lnTo>
                  <a:lnTo>
                    <a:pt x="577" y="186"/>
                  </a:lnTo>
                  <a:lnTo>
                    <a:pt x="575" y="186"/>
                  </a:lnTo>
                  <a:lnTo>
                    <a:pt x="575" y="182"/>
                  </a:lnTo>
                  <a:lnTo>
                    <a:pt x="575" y="182"/>
                  </a:lnTo>
                  <a:lnTo>
                    <a:pt x="575" y="180"/>
                  </a:lnTo>
                  <a:lnTo>
                    <a:pt x="575" y="180"/>
                  </a:lnTo>
                  <a:lnTo>
                    <a:pt x="575" y="180"/>
                  </a:lnTo>
                  <a:lnTo>
                    <a:pt x="575" y="180"/>
                  </a:lnTo>
                  <a:lnTo>
                    <a:pt x="577" y="180"/>
                  </a:lnTo>
                  <a:lnTo>
                    <a:pt x="577" y="180"/>
                  </a:lnTo>
                  <a:lnTo>
                    <a:pt x="579" y="180"/>
                  </a:lnTo>
                  <a:lnTo>
                    <a:pt x="579" y="180"/>
                  </a:lnTo>
                  <a:lnTo>
                    <a:pt x="581" y="178"/>
                  </a:lnTo>
                  <a:lnTo>
                    <a:pt x="583" y="177"/>
                  </a:lnTo>
                  <a:lnTo>
                    <a:pt x="583" y="177"/>
                  </a:lnTo>
                  <a:lnTo>
                    <a:pt x="583" y="175"/>
                  </a:lnTo>
                  <a:lnTo>
                    <a:pt x="583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87" y="173"/>
                  </a:lnTo>
                  <a:lnTo>
                    <a:pt x="589" y="173"/>
                  </a:lnTo>
                  <a:lnTo>
                    <a:pt x="589" y="173"/>
                  </a:lnTo>
                  <a:lnTo>
                    <a:pt x="589" y="171"/>
                  </a:lnTo>
                  <a:lnTo>
                    <a:pt x="591" y="171"/>
                  </a:lnTo>
                  <a:lnTo>
                    <a:pt x="591" y="171"/>
                  </a:lnTo>
                  <a:lnTo>
                    <a:pt x="589" y="171"/>
                  </a:lnTo>
                  <a:lnTo>
                    <a:pt x="589" y="169"/>
                  </a:lnTo>
                  <a:lnTo>
                    <a:pt x="589" y="169"/>
                  </a:lnTo>
                  <a:lnTo>
                    <a:pt x="589" y="167"/>
                  </a:lnTo>
                  <a:lnTo>
                    <a:pt x="589" y="165"/>
                  </a:lnTo>
                  <a:lnTo>
                    <a:pt x="589" y="165"/>
                  </a:lnTo>
                  <a:lnTo>
                    <a:pt x="587" y="165"/>
                  </a:lnTo>
                  <a:lnTo>
                    <a:pt x="587" y="165"/>
                  </a:lnTo>
                  <a:lnTo>
                    <a:pt x="587" y="165"/>
                  </a:lnTo>
                  <a:lnTo>
                    <a:pt x="587" y="165"/>
                  </a:lnTo>
                  <a:lnTo>
                    <a:pt x="585" y="165"/>
                  </a:lnTo>
                  <a:lnTo>
                    <a:pt x="585" y="165"/>
                  </a:lnTo>
                  <a:lnTo>
                    <a:pt x="585" y="165"/>
                  </a:lnTo>
                  <a:lnTo>
                    <a:pt x="585" y="163"/>
                  </a:lnTo>
                  <a:lnTo>
                    <a:pt x="585" y="163"/>
                  </a:lnTo>
                  <a:lnTo>
                    <a:pt x="583" y="161"/>
                  </a:lnTo>
                  <a:lnTo>
                    <a:pt x="583" y="161"/>
                  </a:lnTo>
                  <a:lnTo>
                    <a:pt x="581" y="161"/>
                  </a:lnTo>
                  <a:lnTo>
                    <a:pt x="581" y="159"/>
                  </a:lnTo>
                  <a:lnTo>
                    <a:pt x="581" y="159"/>
                  </a:lnTo>
                  <a:lnTo>
                    <a:pt x="579" y="156"/>
                  </a:lnTo>
                  <a:lnTo>
                    <a:pt x="579" y="152"/>
                  </a:lnTo>
                  <a:lnTo>
                    <a:pt x="579" y="152"/>
                  </a:lnTo>
                  <a:lnTo>
                    <a:pt x="579" y="150"/>
                  </a:lnTo>
                  <a:lnTo>
                    <a:pt x="577" y="148"/>
                  </a:lnTo>
                  <a:lnTo>
                    <a:pt x="577" y="148"/>
                  </a:lnTo>
                  <a:lnTo>
                    <a:pt x="575" y="148"/>
                  </a:lnTo>
                  <a:lnTo>
                    <a:pt x="575" y="148"/>
                  </a:lnTo>
                  <a:lnTo>
                    <a:pt x="574" y="148"/>
                  </a:lnTo>
                  <a:lnTo>
                    <a:pt x="572" y="148"/>
                  </a:lnTo>
                  <a:lnTo>
                    <a:pt x="572" y="148"/>
                  </a:lnTo>
                  <a:lnTo>
                    <a:pt x="572" y="148"/>
                  </a:lnTo>
                  <a:lnTo>
                    <a:pt x="570" y="148"/>
                  </a:lnTo>
                  <a:lnTo>
                    <a:pt x="570" y="148"/>
                  </a:lnTo>
                  <a:lnTo>
                    <a:pt x="568" y="148"/>
                  </a:lnTo>
                  <a:lnTo>
                    <a:pt x="568" y="148"/>
                  </a:lnTo>
                  <a:lnTo>
                    <a:pt x="568" y="150"/>
                  </a:lnTo>
                  <a:lnTo>
                    <a:pt x="568" y="150"/>
                  </a:lnTo>
                  <a:lnTo>
                    <a:pt x="566" y="150"/>
                  </a:lnTo>
                  <a:lnTo>
                    <a:pt x="562" y="154"/>
                  </a:lnTo>
                  <a:lnTo>
                    <a:pt x="562" y="154"/>
                  </a:lnTo>
                  <a:lnTo>
                    <a:pt x="562" y="154"/>
                  </a:lnTo>
                  <a:lnTo>
                    <a:pt x="560" y="154"/>
                  </a:lnTo>
                  <a:lnTo>
                    <a:pt x="558" y="152"/>
                  </a:lnTo>
                  <a:lnTo>
                    <a:pt x="553" y="156"/>
                  </a:lnTo>
                  <a:lnTo>
                    <a:pt x="551" y="158"/>
                  </a:lnTo>
                  <a:lnTo>
                    <a:pt x="549" y="159"/>
                  </a:lnTo>
                  <a:lnTo>
                    <a:pt x="545" y="161"/>
                  </a:lnTo>
                  <a:lnTo>
                    <a:pt x="543" y="163"/>
                  </a:lnTo>
                  <a:lnTo>
                    <a:pt x="541" y="163"/>
                  </a:lnTo>
                  <a:lnTo>
                    <a:pt x="539" y="163"/>
                  </a:lnTo>
                  <a:lnTo>
                    <a:pt x="537" y="165"/>
                  </a:lnTo>
                  <a:lnTo>
                    <a:pt x="535" y="165"/>
                  </a:lnTo>
                  <a:lnTo>
                    <a:pt x="535" y="165"/>
                  </a:lnTo>
                  <a:lnTo>
                    <a:pt x="535" y="167"/>
                  </a:lnTo>
                  <a:lnTo>
                    <a:pt x="535" y="167"/>
                  </a:lnTo>
                  <a:lnTo>
                    <a:pt x="535" y="167"/>
                  </a:lnTo>
                  <a:lnTo>
                    <a:pt x="535" y="169"/>
                  </a:lnTo>
                  <a:lnTo>
                    <a:pt x="535" y="169"/>
                  </a:lnTo>
                  <a:lnTo>
                    <a:pt x="537" y="169"/>
                  </a:lnTo>
                  <a:lnTo>
                    <a:pt x="537" y="171"/>
                  </a:lnTo>
                  <a:lnTo>
                    <a:pt x="539" y="173"/>
                  </a:lnTo>
                  <a:lnTo>
                    <a:pt x="539" y="173"/>
                  </a:lnTo>
                  <a:lnTo>
                    <a:pt x="539" y="175"/>
                  </a:lnTo>
                  <a:lnTo>
                    <a:pt x="537" y="175"/>
                  </a:lnTo>
                  <a:lnTo>
                    <a:pt x="537" y="175"/>
                  </a:lnTo>
                  <a:lnTo>
                    <a:pt x="535" y="175"/>
                  </a:lnTo>
                  <a:lnTo>
                    <a:pt x="534" y="177"/>
                  </a:lnTo>
                  <a:lnTo>
                    <a:pt x="532" y="177"/>
                  </a:lnTo>
                  <a:lnTo>
                    <a:pt x="532" y="177"/>
                  </a:lnTo>
                  <a:lnTo>
                    <a:pt x="530" y="175"/>
                  </a:lnTo>
                  <a:lnTo>
                    <a:pt x="530" y="175"/>
                  </a:lnTo>
                  <a:lnTo>
                    <a:pt x="530" y="175"/>
                  </a:lnTo>
                  <a:lnTo>
                    <a:pt x="530" y="173"/>
                  </a:lnTo>
                  <a:lnTo>
                    <a:pt x="526" y="175"/>
                  </a:lnTo>
                  <a:lnTo>
                    <a:pt x="520" y="175"/>
                  </a:lnTo>
                  <a:lnTo>
                    <a:pt x="518" y="175"/>
                  </a:lnTo>
                  <a:lnTo>
                    <a:pt x="516" y="173"/>
                  </a:lnTo>
                  <a:lnTo>
                    <a:pt x="513" y="173"/>
                  </a:lnTo>
                  <a:lnTo>
                    <a:pt x="511" y="171"/>
                  </a:lnTo>
                  <a:lnTo>
                    <a:pt x="511" y="171"/>
                  </a:lnTo>
                  <a:lnTo>
                    <a:pt x="509" y="171"/>
                  </a:lnTo>
                  <a:lnTo>
                    <a:pt x="509" y="171"/>
                  </a:lnTo>
                  <a:lnTo>
                    <a:pt x="507" y="173"/>
                  </a:lnTo>
                  <a:lnTo>
                    <a:pt x="507" y="173"/>
                  </a:lnTo>
                  <a:lnTo>
                    <a:pt x="505" y="177"/>
                  </a:lnTo>
                  <a:lnTo>
                    <a:pt x="505" y="177"/>
                  </a:lnTo>
                  <a:lnTo>
                    <a:pt x="505" y="178"/>
                  </a:lnTo>
                  <a:lnTo>
                    <a:pt x="503" y="178"/>
                  </a:lnTo>
                  <a:lnTo>
                    <a:pt x="501" y="178"/>
                  </a:lnTo>
                  <a:lnTo>
                    <a:pt x="501" y="178"/>
                  </a:lnTo>
                  <a:lnTo>
                    <a:pt x="501" y="178"/>
                  </a:lnTo>
                  <a:lnTo>
                    <a:pt x="499" y="178"/>
                  </a:lnTo>
                  <a:lnTo>
                    <a:pt x="499" y="177"/>
                  </a:lnTo>
                  <a:lnTo>
                    <a:pt x="499" y="177"/>
                  </a:lnTo>
                  <a:lnTo>
                    <a:pt x="499" y="177"/>
                  </a:lnTo>
                  <a:lnTo>
                    <a:pt x="499" y="175"/>
                  </a:lnTo>
                  <a:lnTo>
                    <a:pt x="497" y="175"/>
                  </a:lnTo>
                  <a:lnTo>
                    <a:pt x="495" y="175"/>
                  </a:lnTo>
                  <a:lnTo>
                    <a:pt x="495" y="175"/>
                  </a:lnTo>
                  <a:lnTo>
                    <a:pt x="495" y="177"/>
                  </a:lnTo>
                  <a:lnTo>
                    <a:pt x="495" y="177"/>
                  </a:lnTo>
                  <a:lnTo>
                    <a:pt x="495" y="178"/>
                  </a:lnTo>
                  <a:lnTo>
                    <a:pt x="495" y="180"/>
                  </a:lnTo>
                  <a:lnTo>
                    <a:pt x="495" y="180"/>
                  </a:lnTo>
                  <a:lnTo>
                    <a:pt x="495" y="182"/>
                  </a:lnTo>
                  <a:lnTo>
                    <a:pt x="492" y="182"/>
                  </a:lnTo>
                  <a:lnTo>
                    <a:pt x="490" y="182"/>
                  </a:lnTo>
                  <a:lnTo>
                    <a:pt x="490" y="182"/>
                  </a:lnTo>
                  <a:lnTo>
                    <a:pt x="490" y="180"/>
                  </a:lnTo>
                  <a:lnTo>
                    <a:pt x="490" y="180"/>
                  </a:lnTo>
                  <a:lnTo>
                    <a:pt x="490" y="178"/>
                  </a:lnTo>
                  <a:lnTo>
                    <a:pt x="490" y="177"/>
                  </a:lnTo>
                  <a:lnTo>
                    <a:pt x="490" y="175"/>
                  </a:lnTo>
                  <a:lnTo>
                    <a:pt x="490" y="175"/>
                  </a:lnTo>
                  <a:lnTo>
                    <a:pt x="490" y="175"/>
                  </a:lnTo>
                  <a:lnTo>
                    <a:pt x="492" y="171"/>
                  </a:lnTo>
                  <a:lnTo>
                    <a:pt x="494" y="171"/>
                  </a:lnTo>
                  <a:lnTo>
                    <a:pt x="495" y="167"/>
                  </a:lnTo>
                  <a:lnTo>
                    <a:pt x="497" y="163"/>
                  </a:lnTo>
                  <a:lnTo>
                    <a:pt x="499" y="161"/>
                  </a:lnTo>
                  <a:lnTo>
                    <a:pt x="499" y="159"/>
                  </a:lnTo>
                  <a:lnTo>
                    <a:pt x="499" y="159"/>
                  </a:lnTo>
                  <a:lnTo>
                    <a:pt x="497" y="159"/>
                  </a:lnTo>
                  <a:lnTo>
                    <a:pt x="497" y="159"/>
                  </a:lnTo>
                  <a:lnTo>
                    <a:pt x="495" y="161"/>
                  </a:lnTo>
                  <a:lnTo>
                    <a:pt x="495" y="161"/>
                  </a:lnTo>
                  <a:lnTo>
                    <a:pt x="494" y="161"/>
                  </a:lnTo>
                  <a:lnTo>
                    <a:pt x="494" y="161"/>
                  </a:lnTo>
                  <a:lnTo>
                    <a:pt x="494" y="161"/>
                  </a:lnTo>
                  <a:lnTo>
                    <a:pt x="492" y="161"/>
                  </a:lnTo>
                  <a:lnTo>
                    <a:pt x="490" y="161"/>
                  </a:lnTo>
                  <a:lnTo>
                    <a:pt x="490" y="163"/>
                  </a:lnTo>
                  <a:lnTo>
                    <a:pt x="490" y="163"/>
                  </a:lnTo>
                  <a:lnTo>
                    <a:pt x="490" y="163"/>
                  </a:lnTo>
                  <a:lnTo>
                    <a:pt x="490" y="165"/>
                  </a:lnTo>
                  <a:lnTo>
                    <a:pt x="488" y="165"/>
                  </a:lnTo>
                  <a:lnTo>
                    <a:pt x="488" y="165"/>
                  </a:lnTo>
                  <a:lnTo>
                    <a:pt x="488" y="165"/>
                  </a:lnTo>
                  <a:lnTo>
                    <a:pt x="486" y="165"/>
                  </a:lnTo>
                  <a:lnTo>
                    <a:pt x="486" y="163"/>
                  </a:lnTo>
                  <a:lnTo>
                    <a:pt x="486" y="161"/>
                  </a:lnTo>
                  <a:lnTo>
                    <a:pt x="486" y="161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8" y="156"/>
                  </a:lnTo>
                  <a:lnTo>
                    <a:pt x="488" y="154"/>
                  </a:lnTo>
                  <a:lnTo>
                    <a:pt x="488" y="154"/>
                  </a:lnTo>
                  <a:lnTo>
                    <a:pt x="488" y="152"/>
                  </a:lnTo>
                  <a:lnTo>
                    <a:pt x="488" y="152"/>
                  </a:lnTo>
                  <a:lnTo>
                    <a:pt x="486" y="152"/>
                  </a:lnTo>
                  <a:lnTo>
                    <a:pt x="484" y="156"/>
                  </a:lnTo>
                  <a:lnTo>
                    <a:pt x="482" y="158"/>
                  </a:lnTo>
                  <a:lnTo>
                    <a:pt x="482" y="159"/>
                  </a:lnTo>
                  <a:lnTo>
                    <a:pt x="482" y="159"/>
                  </a:lnTo>
                  <a:lnTo>
                    <a:pt x="482" y="161"/>
                  </a:lnTo>
                  <a:lnTo>
                    <a:pt x="486" y="169"/>
                  </a:lnTo>
                  <a:lnTo>
                    <a:pt x="486" y="171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4" y="173"/>
                  </a:lnTo>
                  <a:lnTo>
                    <a:pt x="484" y="173"/>
                  </a:lnTo>
                  <a:lnTo>
                    <a:pt x="482" y="173"/>
                  </a:lnTo>
                  <a:lnTo>
                    <a:pt x="480" y="171"/>
                  </a:lnTo>
                  <a:lnTo>
                    <a:pt x="480" y="171"/>
                  </a:lnTo>
                  <a:lnTo>
                    <a:pt x="478" y="173"/>
                  </a:lnTo>
                  <a:lnTo>
                    <a:pt x="478" y="173"/>
                  </a:lnTo>
                  <a:lnTo>
                    <a:pt x="476" y="171"/>
                  </a:lnTo>
                  <a:lnTo>
                    <a:pt x="474" y="171"/>
                  </a:lnTo>
                  <a:lnTo>
                    <a:pt x="474" y="171"/>
                  </a:lnTo>
                  <a:lnTo>
                    <a:pt x="473" y="173"/>
                  </a:lnTo>
                  <a:lnTo>
                    <a:pt x="473" y="173"/>
                  </a:lnTo>
                  <a:lnTo>
                    <a:pt x="473" y="175"/>
                  </a:lnTo>
                  <a:lnTo>
                    <a:pt x="471" y="175"/>
                  </a:lnTo>
                  <a:lnTo>
                    <a:pt x="471" y="175"/>
                  </a:lnTo>
                  <a:lnTo>
                    <a:pt x="469" y="175"/>
                  </a:lnTo>
                  <a:lnTo>
                    <a:pt x="469" y="175"/>
                  </a:lnTo>
                  <a:lnTo>
                    <a:pt x="469" y="171"/>
                  </a:lnTo>
                  <a:lnTo>
                    <a:pt x="469" y="169"/>
                  </a:lnTo>
                  <a:lnTo>
                    <a:pt x="467" y="169"/>
                  </a:lnTo>
                  <a:lnTo>
                    <a:pt x="467" y="169"/>
                  </a:lnTo>
                  <a:lnTo>
                    <a:pt x="463" y="171"/>
                  </a:lnTo>
                  <a:lnTo>
                    <a:pt x="461" y="171"/>
                  </a:lnTo>
                  <a:lnTo>
                    <a:pt x="461" y="173"/>
                  </a:lnTo>
                  <a:lnTo>
                    <a:pt x="459" y="171"/>
                  </a:lnTo>
                  <a:lnTo>
                    <a:pt x="459" y="171"/>
                  </a:lnTo>
                  <a:lnTo>
                    <a:pt x="459" y="171"/>
                  </a:lnTo>
                  <a:lnTo>
                    <a:pt x="459" y="169"/>
                  </a:lnTo>
                  <a:lnTo>
                    <a:pt x="459" y="167"/>
                  </a:lnTo>
                  <a:lnTo>
                    <a:pt x="459" y="167"/>
                  </a:lnTo>
                  <a:lnTo>
                    <a:pt x="463" y="163"/>
                  </a:lnTo>
                  <a:lnTo>
                    <a:pt x="463" y="163"/>
                  </a:lnTo>
                  <a:lnTo>
                    <a:pt x="463" y="163"/>
                  </a:lnTo>
                  <a:lnTo>
                    <a:pt x="463" y="163"/>
                  </a:lnTo>
                  <a:lnTo>
                    <a:pt x="461" y="163"/>
                  </a:lnTo>
                  <a:lnTo>
                    <a:pt x="461" y="161"/>
                  </a:lnTo>
                  <a:lnTo>
                    <a:pt x="461" y="161"/>
                  </a:lnTo>
                  <a:lnTo>
                    <a:pt x="461" y="161"/>
                  </a:lnTo>
                  <a:lnTo>
                    <a:pt x="459" y="161"/>
                  </a:lnTo>
                  <a:lnTo>
                    <a:pt x="459" y="161"/>
                  </a:lnTo>
                  <a:lnTo>
                    <a:pt x="457" y="161"/>
                  </a:lnTo>
                  <a:lnTo>
                    <a:pt x="457" y="161"/>
                  </a:lnTo>
                  <a:lnTo>
                    <a:pt x="457" y="161"/>
                  </a:lnTo>
                  <a:lnTo>
                    <a:pt x="457" y="163"/>
                  </a:lnTo>
                  <a:lnTo>
                    <a:pt x="457" y="165"/>
                  </a:lnTo>
                  <a:lnTo>
                    <a:pt x="457" y="165"/>
                  </a:lnTo>
                  <a:lnTo>
                    <a:pt x="455" y="167"/>
                  </a:lnTo>
                  <a:lnTo>
                    <a:pt x="455" y="167"/>
                  </a:lnTo>
                  <a:lnTo>
                    <a:pt x="454" y="167"/>
                  </a:lnTo>
                  <a:lnTo>
                    <a:pt x="454" y="167"/>
                  </a:lnTo>
                  <a:lnTo>
                    <a:pt x="452" y="167"/>
                  </a:lnTo>
                  <a:lnTo>
                    <a:pt x="452" y="169"/>
                  </a:lnTo>
                  <a:lnTo>
                    <a:pt x="450" y="171"/>
                  </a:lnTo>
                  <a:lnTo>
                    <a:pt x="448" y="171"/>
                  </a:lnTo>
                  <a:lnTo>
                    <a:pt x="448" y="173"/>
                  </a:lnTo>
                  <a:lnTo>
                    <a:pt x="446" y="171"/>
                  </a:lnTo>
                  <a:lnTo>
                    <a:pt x="446" y="171"/>
                  </a:lnTo>
                  <a:lnTo>
                    <a:pt x="446" y="169"/>
                  </a:lnTo>
                  <a:lnTo>
                    <a:pt x="446" y="167"/>
                  </a:lnTo>
                  <a:lnTo>
                    <a:pt x="446" y="165"/>
                  </a:lnTo>
                  <a:lnTo>
                    <a:pt x="448" y="163"/>
                  </a:lnTo>
                  <a:lnTo>
                    <a:pt x="448" y="163"/>
                  </a:lnTo>
                  <a:lnTo>
                    <a:pt x="450" y="161"/>
                  </a:lnTo>
                  <a:lnTo>
                    <a:pt x="452" y="159"/>
                  </a:lnTo>
                  <a:lnTo>
                    <a:pt x="452" y="159"/>
                  </a:lnTo>
                  <a:lnTo>
                    <a:pt x="452" y="159"/>
                  </a:lnTo>
                  <a:lnTo>
                    <a:pt x="454" y="158"/>
                  </a:lnTo>
                  <a:lnTo>
                    <a:pt x="454" y="158"/>
                  </a:lnTo>
                  <a:lnTo>
                    <a:pt x="452" y="156"/>
                  </a:lnTo>
                  <a:lnTo>
                    <a:pt x="452" y="154"/>
                  </a:lnTo>
                  <a:lnTo>
                    <a:pt x="454" y="154"/>
                  </a:lnTo>
                  <a:lnTo>
                    <a:pt x="454" y="150"/>
                  </a:lnTo>
                  <a:lnTo>
                    <a:pt x="455" y="150"/>
                  </a:lnTo>
                  <a:lnTo>
                    <a:pt x="455" y="146"/>
                  </a:lnTo>
                  <a:lnTo>
                    <a:pt x="455" y="146"/>
                  </a:lnTo>
                  <a:lnTo>
                    <a:pt x="455" y="144"/>
                  </a:lnTo>
                  <a:lnTo>
                    <a:pt x="454" y="144"/>
                  </a:lnTo>
                  <a:lnTo>
                    <a:pt x="454" y="144"/>
                  </a:lnTo>
                  <a:lnTo>
                    <a:pt x="454" y="144"/>
                  </a:lnTo>
                  <a:lnTo>
                    <a:pt x="452" y="144"/>
                  </a:lnTo>
                  <a:lnTo>
                    <a:pt x="452" y="144"/>
                  </a:lnTo>
                  <a:lnTo>
                    <a:pt x="450" y="144"/>
                  </a:lnTo>
                  <a:lnTo>
                    <a:pt x="450" y="144"/>
                  </a:lnTo>
                  <a:lnTo>
                    <a:pt x="450" y="144"/>
                  </a:lnTo>
                  <a:lnTo>
                    <a:pt x="450" y="142"/>
                  </a:lnTo>
                  <a:lnTo>
                    <a:pt x="452" y="140"/>
                  </a:lnTo>
                  <a:lnTo>
                    <a:pt x="452" y="140"/>
                  </a:lnTo>
                  <a:lnTo>
                    <a:pt x="452" y="139"/>
                  </a:lnTo>
                  <a:lnTo>
                    <a:pt x="452" y="137"/>
                  </a:lnTo>
                  <a:lnTo>
                    <a:pt x="450" y="137"/>
                  </a:lnTo>
                  <a:lnTo>
                    <a:pt x="450" y="135"/>
                  </a:lnTo>
                  <a:lnTo>
                    <a:pt x="448" y="135"/>
                  </a:lnTo>
                  <a:lnTo>
                    <a:pt x="448" y="135"/>
                  </a:lnTo>
                  <a:lnTo>
                    <a:pt x="446" y="137"/>
                  </a:lnTo>
                  <a:lnTo>
                    <a:pt x="446" y="137"/>
                  </a:lnTo>
                  <a:lnTo>
                    <a:pt x="446" y="139"/>
                  </a:lnTo>
                  <a:lnTo>
                    <a:pt x="446" y="139"/>
                  </a:lnTo>
                  <a:lnTo>
                    <a:pt x="444" y="140"/>
                  </a:lnTo>
                  <a:lnTo>
                    <a:pt x="444" y="140"/>
                  </a:lnTo>
                  <a:lnTo>
                    <a:pt x="446" y="144"/>
                  </a:lnTo>
                  <a:lnTo>
                    <a:pt x="446" y="146"/>
                  </a:lnTo>
                  <a:lnTo>
                    <a:pt x="444" y="146"/>
                  </a:lnTo>
                  <a:lnTo>
                    <a:pt x="444" y="146"/>
                  </a:lnTo>
                  <a:lnTo>
                    <a:pt x="442" y="148"/>
                  </a:lnTo>
                  <a:lnTo>
                    <a:pt x="440" y="146"/>
                  </a:lnTo>
                  <a:lnTo>
                    <a:pt x="440" y="146"/>
                  </a:lnTo>
                  <a:lnTo>
                    <a:pt x="440" y="144"/>
                  </a:lnTo>
                  <a:lnTo>
                    <a:pt x="440" y="140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38" y="137"/>
                  </a:lnTo>
                  <a:lnTo>
                    <a:pt x="436" y="137"/>
                  </a:lnTo>
                  <a:lnTo>
                    <a:pt x="436" y="139"/>
                  </a:lnTo>
                  <a:lnTo>
                    <a:pt x="434" y="139"/>
                  </a:lnTo>
                  <a:lnTo>
                    <a:pt x="434" y="139"/>
                  </a:lnTo>
                  <a:lnTo>
                    <a:pt x="433" y="139"/>
                  </a:lnTo>
                  <a:lnTo>
                    <a:pt x="433" y="140"/>
                  </a:lnTo>
                  <a:lnTo>
                    <a:pt x="433" y="142"/>
                  </a:lnTo>
                  <a:lnTo>
                    <a:pt x="433" y="142"/>
                  </a:lnTo>
                  <a:lnTo>
                    <a:pt x="434" y="144"/>
                  </a:lnTo>
                  <a:lnTo>
                    <a:pt x="434" y="146"/>
                  </a:lnTo>
                  <a:lnTo>
                    <a:pt x="434" y="146"/>
                  </a:lnTo>
                  <a:lnTo>
                    <a:pt x="434" y="148"/>
                  </a:lnTo>
                  <a:lnTo>
                    <a:pt x="434" y="148"/>
                  </a:lnTo>
                  <a:lnTo>
                    <a:pt x="434" y="150"/>
                  </a:lnTo>
                  <a:lnTo>
                    <a:pt x="434" y="150"/>
                  </a:lnTo>
                  <a:lnTo>
                    <a:pt x="434" y="150"/>
                  </a:lnTo>
                  <a:lnTo>
                    <a:pt x="434" y="152"/>
                  </a:lnTo>
                  <a:lnTo>
                    <a:pt x="434" y="154"/>
                  </a:lnTo>
                  <a:lnTo>
                    <a:pt x="434" y="154"/>
                  </a:lnTo>
                  <a:lnTo>
                    <a:pt x="433" y="154"/>
                  </a:lnTo>
                  <a:lnTo>
                    <a:pt x="433" y="154"/>
                  </a:lnTo>
                  <a:lnTo>
                    <a:pt x="433" y="154"/>
                  </a:lnTo>
                  <a:lnTo>
                    <a:pt x="431" y="152"/>
                  </a:lnTo>
                  <a:lnTo>
                    <a:pt x="431" y="152"/>
                  </a:lnTo>
                  <a:lnTo>
                    <a:pt x="429" y="150"/>
                  </a:lnTo>
                  <a:lnTo>
                    <a:pt x="429" y="150"/>
                  </a:lnTo>
                  <a:lnTo>
                    <a:pt x="427" y="148"/>
                  </a:lnTo>
                  <a:lnTo>
                    <a:pt x="427" y="148"/>
                  </a:lnTo>
                  <a:lnTo>
                    <a:pt x="427" y="148"/>
                  </a:lnTo>
                  <a:lnTo>
                    <a:pt x="425" y="148"/>
                  </a:lnTo>
                  <a:lnTo>
                    <a:pt x="423" y="148"/>
                  </a:lnTo>
                  <a:lnTo>
                    <a:pt x="421" y="148"/>
                  </a:lnTo>
                  <a:lnTo>
                    <a:pt x="421" y="148"/>
                  </a:lnTo>
                  <a:lnTo>
                    <a:pt x="419" y="148"/>
                  </a:lnTo>
                  <a:lnTo>
                    <a:pt x="419" y="148"/>
                  </a:lnTo>
                  <a:lnTo>
                    <a:pt x="419" y="150"/>
                  </a:lnTo>
                  <a:lnTo>
                    <a:pt x="419" y="150"/>
                  </a:lnTo>
                  <a:lnTo>
                    <a:pt x="419" y="150"/>
                  </a:lnTo>
                  <a:lnTo>
                    <a:pt x="419" y="152"/>
                  </a:lnTo>
                  <a:lnTo>
                    <a:pt x="419" y="152"/>
                  </a:lnTo>
                  <a:lnTo>
                    <a:pt x="419" y="152"/>
                  </a:lnTo>
                  <a:lnTo>
                    <a:pt x="417" y="154"/>
                  </a:lnTo>
                  <a:lnTo>
                    <a:pt x="417" y="154"/>
                  </a:lnTo>
                  <a:lnTo>
                    <a:pt x="415" y="158"/>
                  </a:lnTo>
                  <a:lnTo>
                    <a:pt x="413" y="159"/>
                  </a:lnTo>
                  <a:lnTo>
                    <a:pt x="413" y="159"/>
                  </a:lnTo>
                  <a:lnTo>
                    <a:pt x="413" y="161"/>
                  </a:lnTo>
                  <a:lnTo>
                    <a:pt x="413" y="161"/>
                  </a:lnTo>
                  <a:lnTo>
                    <a:pt x="413" y="163"/>
                  </a:lnTo>
                  <a:lnTo>
                    <a:pt x="413" y="163"/>
                  </a:lnTo>
                  <a:lnTo>
                    <a:pt x="415" y="163"/>
                  </a:lnTo>
                  <a:lnTo>
                    <a:pt x="417" y="165"/>
                  </a:lnTo>
                  <a:lnTo>
                    <a:pt x="417" y="167"/>
                  </a:lnTo>
                  <a:lnTo>
                    <a:pt x="419" y="169"/>
                  </a:lnTo>
                  <a:lnTo>
                    <a:pt x="423" y="177"/>
                  </a:lnTo>
                  <a:lnTo>
                    <a:pt x="423" y="178"/>
                  </a:lnTo>
                  <a:lnTo>
                    <a:pt x="423" y="182"/>
                  </a:lnTo>
                  <a:lnTo>
                    <a:pt x="425" y="194"/>
                  </a:lnTo>
                  <a:lnTo>
                    <a:pt x="427" y="196"/>
                  </a:lnTo>
                  <a:lnTo>
                    <a:pt x="427" y="198"/>
                  </a:lnTo>
                  <a:lnTo>
                    <a:pt x="431" y="201"/>
                  </a:lnTo>
                  <a:lnTo>
                    <a:pt x="433" y="203"/>
                  </a:lnTo>
                  <a:lnTo>
                    <a:pt x="433" y="205"/>
                  </a:lnTo>
                  <a:lnTo>
                    <a:pt x="434" y="207"/>
                  </a:lnTo>
                  <a:lnTo>
                    <a:pt x="434" y="209"/>
                  </a:lnTo>
                  <a:lnTo>
                    <a:pt x="434" y="213"/>
                  </a:lnTo>
                  <a:lnTo>
                    <a:pt x="434" y="217"/>
                  </a:lnTo>
                  <a:lnTo>
                    <a:pt x="434" y="218"/>
                  </a:lnTo>
                  <a:lnTo>
                    <a:pt x="434" y="218"/>
                  </a:lnTo>
                  <a:lnTo>
                    <a:pt x="434" y="218"/>
                  </a:lnTo>
                  <a:lnTo>
                    <a:pt x="433" y="220"/>
                  </a:lnTo>
                  <a:lnTo>
                    <a:pt x="433" y="222"/>
                  </a:lnTo>
                  <a:lnTo>
                    <a:pt x="433" y="224"/>
                  </a:lnTo>
                  <a:lnTo>
                    <a:pt x="433" y="224"/>
                  </a:lnTo>
                  <a:lnTo>
                    <a:pt x="433" y="226"/>
                  </a:lnTo>
                  <a:lnTo>
                    <a:pt x="434" y="226"/>
                  </a:lnTo>
                  <a:lnTo>
                    <a:pt x="434" y="228"/>
                  </a:lnTo>
                  <a:lnTo>
                    <a:pt x="436" y="228"/>
                  </a:lnTo>
                  <a:lnTo>
                    <a:pt x="436" y="226"/>
                  </a:lnTo>
                  <a:lnTo>
                    <a:pt x="440" y="226"/>
                  </a:lnTo>
                  <a:lnTo>
                    <a:pt x="442" y="226"/>
                  </a:lnTo>
                  <a:lnTo>
                    <a:pt x="442" y="226"/>
                  </a:lnTo>
                  <a:lnTo>
                    <a:pt x="444" y="226"/>
                  </a:lnTo>
                  <a:lnTo>
                    <a:pt x="446" y="226"/>
                  </a:lnTo>
                  <a:lnTo>
                    <a:pt x="446" y="228"/>
                  </a:lnTo>
                  <a:lnTo>
                    <a:pt x="448" y="230"/>
                  </a:lnTo>
                  <a:lnTo>
                    <a:pt x="448" y="230"/>
                  </a:lnTo>
                  <a:lnTo>
                    <a:pt x="448" y="232"/>
                  </a:lnTo>
                  <a:lnTo>
                    <a:pt x="448" y="234"/>
                  </a:lnTo>
                  <a:lnTo>
                    <a:pt x="450" y="236"/>
                  </a:lnTo>
                  <a:lnTo>
                    <a:pt x="452" y="237"/>
                  </a:lnTo>
                  <a:lnTo>
                    <a:pt x="452" y="237"/>
                  </a:lnTo>
                  <a:lnTo>
                    <a:pt x="450" y="239"/>
                  </a:lnTo>
                  <a:lnTo>
                    <a:pt x="450" y="239"/>
                  </a:lnTo>
                  <a:lnTo>
                    <a:pt x="450" y="241"/>
                  </a:lnTo>
                  <a:lnTo>
                    <a:pt x="450" y="241"/>
                  </a:lnTo>
                  <a:lnTo>
                    <a:pt x="450" y="241"/>
                  </a:lnTo>
                  <a:lnTo>
                    <a:pt x="452" y="241"/>
                  </a:lnTo>
                  <a:lnTo>
                    <a:pt x="452" y="241"/>
                  </a:lnTo>
                  <a:lnTo>
                    <a:pt x="452" y="243"/>
                  </a:lnTo>
                  <a:lnTo>
                    <a:pt x="454" y="243"/>
                  </a:lnTo>
                  <a:lnTo>
                    <a:pt x="455" y="243"/>
                  </a:lnTo>
                  <a:lnTo>
                    <a:pt x="457" y="243"/>
                  </a:lnTo>
                  <a:lnTo>
                    <a:pt x="457" y="247"/>
                  </a:lnTo>
                  <a:lnTo>
                    <a:pt x="455" y="249"/>
                  </a:lnTo>
                  <a:lnTo>
                    <a:pt x="455" y="251"/>
                  </a:lnTo>
                  <a:lnTo>
                    <a:pt x="454" y="251"/>
                  </a:lnTo>
                  <a:lnTo>
                    <a:pt x="454" y="253"/>
                  </a:lnTo>
                  <a:lnTo>
                    <a:pt x="454" y="253"/>
                  </a:lnTo>
                  <a:lnTo>
                    <a:pt x="450" y="256"/>
                  </a:lnTo>
                  <a:lnTo>
                    <a:pt x="448" y="258"/>
                  </a:lnTo>
                  <a:lnTo>
                    <a:pt x="448" y="260"/>
                  </a:lnTo>
                  <a:lnTo>
                    <a:pt x="446" y="264"/>
                  </a:lnTo>
                  <a:lnTo>
                    <a:pt x="444" y="266"/>
                  </a:lnTo>
                  <a:lnTo>
                    <a:pt x="442" y="268"/>
                  </a:lnTo>
                  <a:lnTo>
                    <a:pt x="440" y="268"/>
                  </a:lnTo>
                  <a:lnTo>
                    <a:pt x="440" y="270"/>
                  </a:lnTo>
                  <a:lnTo>
                    <a:pt x="438" y="268"/>
                  </a:lnTo>
                  <a:lnTo>
                    <a:pt x="436" y="268"/>
                  </a:lnTo>
                  <a:lnTo>
                    <a:pt x="436" y="266"/>
                  </a:lnTo>
                  <a:lnTo>
                    <a:pt x="436" y="264"/>
                  </a:lnTo>
                  <a:lnTo>
                    <a:pt x="436" y="264"/>
                  </a:lnTo>
                  <a:lnTo>
                    <a:pt x="436" y="262"/>
                  </a:lnTo>
                  <a:lnTo>
                    <a:pt x="434" y="262"/>
                  </a:lnTo>
                  <a:lnTo>
                    <a:pt x="434" y="262"/>
                  </a:lnTo>
                  <a:lnTo>
                    <a:pt x="433" y="262"/>
                  </a:lnTo>
                  <a:lnTo>
                    <a:pt x="431" y="262"/>
                  </a:lnTo>
                  <a:lnTo>
                    <a:pt x="429" y="262"/>
                  </a:lnTo>
                  <a:lnTo>
                    <a:pt x="427" y="260"/>
                  </a:lnTo>
                  <a:lnTo>
                    <a:pt x="425" y="260"/>
                  </a:lnTo>
                  <a:lnTo>
                    <a:pt x="423" y="256"/>
                  </a:lnTo>
                  <a:lnTo>
                    <a:pt x="421" y="256"/>
                  </a:lnTo>
                  <a:lnTo>
                    <a:pt x="415" y="251"/>
                  </a:lnTo>
                  <a:lnTo>
                    <a:pt x="413" y="251"/>
                  </a:lnTo>
                  <a:lnTo>
                    <a:pt x="412" y="249"/>
                  </a:lnTo>
                  <a:lnTo>
                    <a:pt x="410" y="249"/>
                  </a:lnTo>
                  <a:lnTo>
                    <a:pt x="410" y="249"/>
                  </a:lnTo>
                  <a:lnTo>
                    <a:pt x="410" y="251"/>
                  </a:lnTo>
                  <a:lnTo>
                    <a:pt x="408" y="251"/>
                  </a:lnTo>
                  <a:lnTo>
                    <a:pt x="408" y="253"/>
                  </a:lnTo>
                  <a:lnTo>
                    <a:pt x="408" y="253"/>
                  </a:lnTo>
                  <a:lnTo>
                    <a:pt x="408" y="255"/>
                  </a:lnTo>
                  <a:lnTo>
                    <a:pt x="408" y="255"/>
                  </a:lnTo>
                  <a:lnTo>
                    <a:pt x="408" y="256"/>
                  </a:lnTo>
                  <a:lnTo>
                    <a:pt x="408" y="256"/>
                  </a:lnTo>
                  <a:lnTo>
                    <a:pt x="406" y="258"/>
                  </a:lnTo>
                  <a:lnTo>
                    <a:pt x="406" y="258"/>
                  </a:lnTo>
                  <a:lnTo>
                    <a:pt x="404" y="260"/>
                  </a:lnTo>
                  <a:lnTo>
                    <a:pt x="402" y="260"/>
                  </a:lnTo>
                  <a:lnTo>
                    <a:pt x="400" y="260"/>
                  </a:lnTo>
                  <a:lnTo>
                    <a:pt x="398" y="260"/>
                  </a:lnTo>
                  <a:lnTo>
                    <a:pt x="398" y="258"/>
                  </a:lnTo>
                  <a:lnTo>
                    <a:pt x="396" y="258"/>
                  </a:lnTo>
                  <a:lnTo>
                    <a:pt x="396" y="256"/>
                  </a:lnTo>
                  <a:lnTo>
                    <a:pt x="396" y="255"/>
                  </a:lnTo>
                  <a:lnTo>
                    <a:pt x="396" y="255"/>
                  </a:lnTo>
                  <a:lnTo>
                    <a:pt x="398" y="251"/>
                  </a:lnTo>
                  <a:lnTo>
                    <a:pt x="398" y="251"/>
                  </a:lnTo>
                  <a:lnTo>
                    <a:pt x="398" y="249"/>
                  </a:lnTo>
                  <a:lnTo>
                    <a:pt x="398" y="249"/>
                  </a:lnTo>
                  <a:lnTo>
                    <a:pt x="396" y="249"/>
                  </a:lnTo>
                  <a:lnTo>
                    <a:pt x="394" y="247"/>
                  </a:lnTo>
                  <a:lnTo>
                    <a:pt x="393" y="247"/>
                  </a:lnTo>
                  <a:lnTo>
                    <a:pt x="393" y="245"/>
                  </a:lnTo>
                  <a:lnTo>
                    <a:pt x="391" y="243"/>
                  </a:lnTo>
                  <a:lnTo>
                    <a:pt x="391" y="243"/>
                  </a:lnTo>
                  <a:lnTo>
                    <a:pt x="391" y="243"/>
                  </a:lnTo>
                  <a:lnTo>
                    <a:pt x="389" y="241"/>
                  </a:lnTo>
                  <a:lnTo>
                    <a:pt x="389" y="241"/>
                  </a:lnTo>
                  <a:lnTo>
                    <a:pt x="389" y="241"/>
                  </a:lnTo>
                  <a:lnTo>
                    <a:pt x="387" y="239"/>
                  </a:lnTo>
                  <a:lnTo>
                    <a:pt x="387" y="239"/>
                  </a:lnTo>
                  <a:lnTo>
                    <a:pt x="387" y="237"/>
                  </a:lnTo>
                  <a:lnTo>
                    <a:pt x="389" y="234"/>
                  </a:lnTo>
                  <a:lnTo>
                    <a:pt x="391" y="232"/>
                  </a:lnTo>
                  <a:lnTo>
                    <a:pt x="391" y="230"/>
                  </a:lnTo>
                  <a:lnTo>
                    <a:pt x="391" y="228"/>
                  </a:lnTo>
                  <a:lnTo>
                    <a:pt x="391" y="228"/>
                  </a:lnTo>
                  <a:lnTo>
                    <a:pt x="391" y="226"/>
                  </a:lnTo>
                  <a:lnTo>
                    <a:pt x="391" y="226"/>
                  </a:lnTo>
                  <a:lnTo>
                    <a:pt x="391" y="224"/>
                  </a:lnTo>
                  <a:lnTo>
                    <a:pt x="391" y="224"/>
                  </a:lnTo>
                  <a:lnTo>
                    <a:pt x="391" y="220"/>
                  </a:lnTo>
                  <a:lnTo>
                    <a:pt x="389" y="218"/>
                  </a:lnTo>
                  <a:lnTo>
                    <a:pt x="389" y="218"/>
                  </a:lnTo>
                  <a:lnTo>
                    <a:pt x="387" y="217"/>
                  </a:lnTo>
                  <a:lnTo>
                    <a:pt x="387" y="215"/>
                  </a:lnTo>
                  <a:lnTo>
                    <a:pt x="387" y="213"/>
                  </a:lnTo>
                  <a:lnTo>
                    <a:pt x="387" y="211"/>
                  </a:lnTo>
                  <a:lnTo>
                    <a:pt x="385" y="205"/>
                  </a:lnTo>
                  <a:lnTo>
                    <a:pt x="385" y="205"/>
                  </a:lnTo>
                  <a:lnTo>
                    <a:pt x="383" y="205"/>
                  </a:lnTo>
                  <a:lnTo>
                    <a:pt x="383" y="205"/>
                  </a:lnTo>
                  <a:lnTo>
                    <a:pt x="381" y="203"/>
                  </a:lnTo>
                  <a:lnTo>
                    <a:pt x="381" y="201"/>
                  </a:lnTo>
                  <a:lnTo>
                    <a:pt x="383" y="201"/>
                  </a:lnTo>
                  <a:lnTo>
                    <a:pt x="387" y="198"/>
                  </a:lnTo>
                  <a:lnTo>
                    <a:pt x="391" y="196"/>
                  </a:lnTo>
                  <a:lnTo>
                    <a:pt x="394" y="192"/>
                  </a:lnTo>
                  <a:lnTo>
                    <a:pt x="396" y="190"/>
                  </a:lnTo>
                  <a:lnTo>
                    <a:pt x="396" y="188"/>
                  </a:lnTo>
                  <a:lnTo>
                    <a:pt x="398" y="184"/>
                  </a:lnTo>
                  <a:lnTo>
                    <a:pt x="396" y="182"/>
                  </a:lnTo>
                  <a:lnTo>
                    <a:pt x="396" y="180"/>
                  </a:lnTo>
                  <a:lnTo>
                    <a:pt x="396" y="180"/>
                  </a:lnTo>
                  <a:lnTo>
                    <a:pt x="398" y="178"/>
                  </a:lnTo>
                  <a:lnTo>
                    <a:pt x="398" y="177"/>
                  </a:lnTo>
                  <a:lnTo>
                    <a:pt x="398" y="175"/>
                  </a:lnTo>
                  <a:lnTo>
                    <a:pt x="400" y="173"/>
                  </a:lnTo>
                  <a:lnTo>
                    <a:pt x="400" y="171"/>
                  </a:lnTo>
                  <a:lnTo>
                    <a:pt x="400" y="169"/>
                  </a:lnTo>
                  <a:lnTo>
                    <a:pt x="400" y="169"/>
                  </a:lnTo>
                  <a:lnTo>
                    <a:pt x="398" y="167"/>
                  </a:lnTo>
                  <a:lnTo>
                    <a:pt x="394" y="156"/>
                  </a:lnTo>
                  <a:lnTo>
                    <a:pt x="393" y="154"/>
                  </a:lnTo>
                  <a:lnTo>
                    <a:pt x="391" y="154"/>
                  </a:lnTo>
                  <a:lnTo>
                    <a:pt x="391" y="152"/>
                  </a:lnTo>
                  <a:lnTo>
                    <a:pt x="389" y="150"/>
                  </a:lnTo>
                  <a:lnTo>
                    <a:pt x="389" y="150"/>
                  </a:lnTo>
                  <a:lnTo>
                    <a:pt x="391" y="148"/>
                  </a:lnTo>
                  <a:lnTo>
                    <a:pt x="391" y="148"/>
                  </a:lnTo>
                  <a:lnTo>
                    <a:pt x="396" y="142"/>
                  </a:lnTo>
                  <a:lnTo>
                    <a:pt x="398" y="140"/>
                  </a:lnTo>
                  <a:lnTo>
                    <a:pt x="398" y="135"/>
                  </a:lnTo>
                  <a:lnTo>
                    <a:pt x="400" y="133"/>
                  </a:lnTo>
                  <a:lnTo>
                    <a:pt x="408" y="131"/>
                  </a:lnTo>
                  <a:lnTo>
                    <a:pt x="412" y="131"/>
                  </a:lnTo>
                  <a:lnTo>
                    <a:pt x="412" y="131"/>
                  </a:lnTo>
                  <a:lnTo>
                    <a:pt x="415" y="131"/>
                  </a:lnTo>
                  <a:lnTo>
                    <a:pt x="417" y="131"/>
                  </a:lnTo>
                  <a:lnTo>
                    <a:pt x="417" y="131"/>
                  </a:lnTo>
                  <a:lnTo>
                    <a:pt x="419" y="131"/>
                  </a:lnTo>
                  <a:lnTo>
                    <a:pt x="419" y="129"/>
                  </a:lnTo>
                  <a:lnTo>
                    <a:pt x="423" y="127"/>
                  </a:lnTo>
                  <a:lnTo>
                    <a:pt x="433" y="125"/>
                  </a:lnTo>
                  <a:lnTo>
                    <a:pt x="434" y="123"/>
                  </a:lnTo>
                  <a:lnTo>
                    <a:pt x="436" y="123"/>
                  </a:lnTo>
                  <a:lnTo>
                    <a:pt x="436" y="123"/>
                  </a:lnTo>
                  <a:lnTo>
                    <a:pt x="436" y="123"/>
                  </a:lnTo>
                  <a:lnTo>
                    <a:pt x="436" y="121"/>
                  </a:lnTo>
                  <a:lnTo>
                    <a:pt x="436" y="121"/>
                  </a:lnTo>
                  <a:lnTo>
                    <a:pt x="436" y="120"/>
                  </a:lnTo>
                  <a:lnTo>
                    <a:pt x="434" y="118"/>
                  </a:lnTo>
                  <a:lnTo>
                    <a:pt x="434" y="116"/>
                  </a:lnTo>
                  <a:lnTo>
                    <a:pt x="433" y="116"/>
                  </a:lnTo>
                  <a:lnTo>
                    <a:pt x="433" y="114"/>
                  </a:lnTo>
                  <a:lnTo>
                    <a:pt x="433" y="114"/>
                  </a:lnTo>
                  <a:lnTo>
                    <a:pt x="434" y="112"/>
                  </a:lnTo>
                  <a:lnTo>
                    <a:pt x="434" y="110"/>
                  </a:lnTo>
                  <a:lnTo>
                    <a:pt x="434" y="108"/>
                  </a:lnTo>
                  <a:lnTo>
                    <a:pt x="434" y="108"/>
                  </a:lnTo>
                  <a:lnTo>
                    <a:pt x="436" y="106"/>
                  </a:lnTo>
                  <a:lnTo>
                    <a:pt x="438" y="106"/>
                  </a:lnTo>
                  <a:lnTo>
                    <a:pt x="438" y="106"/>
                  </a:lnTo>
                  <a:lnTo>
                    <a:pt x="440" y="104"/>
                  </a:lnTo>
                  <a:lnTo>
                    <a:pt x="442" y="101"/>
                  </a:lnTo>
                  <a:lnTo>
                    <a:pt x="444" y="97"/>
                  </a:lnTo>
                  <a:lnTo>
                    <a:pt x="448" y="93"/>
                  </a:lnTo>
                  <a:lnTo>
                    <a:pt x="448" y="91"/>
                  </a:lnTo>
                  <a:lnTo>
                    <a:pt x="448" y="89"/>
                  </a:lnTo>
                  <a:lnTo>
                    <a:pt x="448" y="87"/>
                  </a:lnTo>
                  <a:lnTo>
                    <a:pt x="450" y="83"/>
                  </a:lnTo>
                  <a:lnTo>
                    <a:pt x="454" y="78"/>
                  </a:lnTo>
                  <a:lnTo>
                    <a:pt x="454" y="78"/>
                  </a:lnTo>
                  <a:lnTo>
                    <a:pt x="454" y="76"/>
                  </a:lnTo>
                  <a:lnTo>
                    <a:pt x="454" y="76"/>
                  </a:lnTo>
                  <a:lnTo>
                    <a:pt x="452" y="74"/>
                  </a:lnTo>
                  <a:lnTo>
                    <a:pt x="452" y="74"/>
                  </a:lnTo>
                  <a:lnTo>
                    <a:pt x="452" y="72"/>
                  </a:lnTo>
                  <a:lnTo>
                    <a:pt x="452" y="70"/>
                  </a:lnTo>
                  <a:lnTo>
                    <a:pt x="452" y="70"/>
                  </a:lnTo>
                  <a:lnTo>
                    <a:pt x="452" y="70"/>
                  </a:lnTo>
                  <a:lnTo>
                    <a:pt x="454" y="68"/>
                  </a:lnTo>
                  <a:lnTo>
                    <a:pt x="454" y="68"/>
                  </a:lnTo>
                  <a:lnTo>
                    <a:pt x="455" y="68"/>
                  </a:lnTo>
                  <a:lnTo>
                    <a:pt x="454" y="66"/>
                  </a:lnTo>
                  <a:lnTo>
                    <a:pt x="454" y="64"/>
                  </a:lnTo>
                  <a:lnTo>
                    <a:pt x="454" y="64"/>
                  </a:lnTo>
                  <a:lnTo>
                    <a:pt x="454" y="62"/>
                  </a:lnTo>
                  <a:lnTo>
                    <a:pt x="454" y="61"/>
                  </a:lnTo>
                  <a:lnTo>
                    <a:pt x="454" y="61"/>
                  </a:lnTo>
                  <a:lnTo>
                    <a:pt x="454" y="59"/>
                  </a:lnTo>
                  <a:lnTo>
                    <a:pt x="455" y="59"/>
                  </a:lnTo>
                  <a:lnTo>
                    <a:pt x="455" y="59"/>
                  </a:lnTo>
                  <a:lnTo>
                    <a:pt x="457" y="59"/>
                  </a:lnTo>
                  <a:lnTo>
                    <a:pt x="459" y="59"/>
                  </a:lnTo>
                  <a:lnTo>
                    <a:pt x="461" y="57"/>
                  </a:lnTo>
                  <a:lnTo>
                    <a:pt x="461" y="57"/>
                  </a:lnTo>
                  <a:lnTo>
                    <a:pt x="461" y="55"/>
                  </a:lnTo>
                  <a:lnTo>
                    <a:pt x="463" y="53"/>
                  </a:lnTo>
                  <a:lnTo>
                    <a:pt x="465" y="51"/>
                  </a:lnTo>
                  <a:lnTo>
                    <a:pt x="465" y="51"/>
                  </a:lnTo>
                  <a:lnTo>
                    <a:pt x="463" y="51"/>
                  </a:lnTo>
                  <a:lnTo>
                    <a:pt x="463" y="51"/>
                  </a:lnTo>
                  <a:lnTo>
                    <a:pt x="463" y="49"/>
                  </a:lnTo>
                  <a:lnTo>
                    <a:pt x="463" y="49"/>
                  </a:lnTo>
                  <a:lnTo>
                    <a:pt x="463" y="45"/>
                  </a:lnTo>
                  <a:lnTo>
                    <a:pt x="463" y="42"/>
                  </a:lnTo>
                  <a:lnTo>
                    <a:pt x="463" y="40"/>
                  </a:lnTo>
                  <a:lnTo>
                    <a:pt x="461" y="36"/>
                  </a:lnTo>
                  <a:lnTo>
                    <a:pt x="455" y="28"/>
                  </a:lnTo>
                  <a:lnTo>
                    <a:pt x="455" y="26"/>
                  </a:lnTo>
                  <a:lnTo>
                    <a:pt x="454" y="23"/>
                  </a:lnTo>
                  <a:lnTo>
                    <a:pt x="454" y="19"/>
                  </a:lnTo>
                  <a:lnTo>
                    <a:pt x="454" y="19"/>
                  </a:lnTo>
                  <a:lnTo>
                    <a:pt x="454" y="19"/>
                  </a:lnTo>
                  <a:lnTo>
                    <a:pt x="454" y="17"/>
                  </a:lnTo>
                  <a:lnTo>
                    <a:pt x="454" y="17"/>
                  </a:lnTo>
                  <a:lnTo>
                    <a:pt x="452" y="15"/>
                  </a:lnTo>
                  <a:lnTo>
                    <a:pt x="452" y="15"/>
                  </a:lnTo>
                  <a:lnTo>
                    <a:pt x="450" y="15"/>
                  </a:lnTo>
                  <a:lnTo>
                    <a:pt x="446" y="15"/>
                  </a:lnTo>
                  <a:lnTo>
                    <a:pt x="446" y="15"/>
                  </a:lnTo>
                  <a:lnTo>
                    <a:pt x="444" y="15"/>
                  </a:lnTo>
                  <a:lnTo>
                    <a:pt x="442" y="11"/>
                  </a:lnTo>
                  <a:lnTo>
                    <a:pt x="440" y="9"/>
                  </a:lnTo>
                  <a:lnTo>
                    <a:pt x="438" y="9"/>
                  </a:lnTo>
                  <a:lnTo>
                    <a:pt x="438" y="9"/>
                  </a:lnTo>
                  <a:lnTo>
                    <a:pt x="436" y="9"/>
                  </a:lnTo>
                  <a:lnTo>
                    <a:pt x="436" y="7"/>
                  </a:lnTo>
                  <a:lnTo>
                    <a:pt x="436" y="7"/>
                  </a:lnTo>
                  <a:lnTo>
                    <a:pt x="434" y="5"/>
                  </a:lnTo>
                  <a:lnTo>
                    <a:pt x="434" y="7"/>
                  </a:lnTo>
                  <a:lnTo>
                    <a:pt x="433" y="7"/>
                  </a:lnTo>
                  <a:lnTo>
                    <a:pt x="433" y="5"/>
                  </a:lnTo>
                  <a:lnTo>
                    <a:pt x="431" y="5"/>
                  </a:lnTo>
                  <a:lnTo>
                    <a:pt x="427" y="7"/>
                  </a:lnTo>
                  <a:lnTo>
                    <a:pt x="425" y="7"/>
                  </a:lnTo>
                  <a:lnTo>
                    <a:pt x="423" y="7"/>
                  </a:lnTo>
                  <a:lnTo>
                    <a:pt x="423" y="7"/>
                  </a:lnTo>
                  <a:lnTo>
                    <a:pt x="423" y="7"/>
                  </a:lnTo>
                  <a:lnTo>
                    <a:pt x="421" y="9"/>
                  </a:lnTo>
                  <a:lnTo>
                    <a:pt x="421" y="9"/>
                  </a:lnTo>
                  <a:lnTo>
                    <a:pt x="419" y="9"/>
                  </a:lnTo>
                  <a:lnTo>
                    <a:pt x="417" y="9"/>
                  </a:lnTo>
                  <a:lnTo>
                    <a:pt x="413" y="7"/>
                  </a:lnTo>
                  <a:lnTo>
                    <a:pt x="412" y="7"/>
                  </a:lnTo>
                  <a:lnTo>
                    <a:pt x="410" y="5"/>
                  </a:lnTo>
                  <a:lnTo>
                    <a:pt x="408" y="5"/>
                  </a:lnTo>
                  <a:lnTo>
                    <a:pt x="406" y="4"/>
                  </a:lnTo>
                  <a:lnTo>
                    <a:pt x="406" y="4"/>
                  </a:lnTo>
                  <a:lnTo>
                    <a:pt x="406" y="4"/>
                  </a:lnTo>
                  <a:lnTo>
                    <a:pt x="404" y="4"/>
                  </a:lnTo>
                  <a:lnTo>
                    <a:pt x="402" y="4"/>
                  </a:lnTo>
                  <a:lnTo>
                    <a:pt x="402" y="2"/>
                  </a:lnTo>
                  <a:lnTo>
                    <a:pt x="400" y="0"/>
                  </a:lnTo>
                  <a:lnTo>
                    <a:pt x="398" y="0"/>
                  </a:lnTo>
                  <a:lnTo>
                    <a:pt x="396" y="0"/>
                  </a:lnTo>
                  <a:lnTo>
                    <a:pt x="393" y="0"/>
                  </a:lnTo>
                  <a:lnTo>
                    <a:pt x="393" y="0"/>
                  </a:lnTo>
                  <a:lnTo>
                    <a:pt x="391" y="0"/>
                  </a:lnTo>
                  <a:lnTo>
                    <a:pt x="391" y="4"/>
                  </a:lnTo>
                  <a:lnTo>
                    <a:pt x="391" y="4"/>
                  </a:lnTo>
                  <a:lnTo>
                    <a:pt x="389" y="4"/>
                  </a:lnTo>
                  <a:lnTo>
                    <a:pt x="387" y="4"/>
                  </a:lnTo>
                  <a:lnTo>
                    <a:pt x="385" y="4"/>
                  </a:lnTo>
                  <a:lnTo>
                    <a:pt x="383" y="4"/>
                  </a:lnTo>
                  <a:lnTo>
                    <a:pt x="381" y="4"/>
                  </a:lnTo>
                  <a:lnTo>
                    <a:pt x="381" y="5"/>
                  </a:lnTo>
                  <a:lnTo>
                    <a:pt x="381" y="7"/>
                  </a:lnTo>
                  <a:lnTo>
                    <a:pt x="377" y="5"/>
                  </a:lnTo>
                  <a:lnTo>
                    <a:pt x="375" y="5"/>
                  </a:lnTo>
                  <a:lnTo>
                    <a:pt x="375" y="7"/>
                  </a:lnTo>
                  <a:lnTo>
                    <a:pt x="375" y="9"/>
                  </a:lnTo>
                  <a:lnTo>
                    <a:pt x="375" y="9"/>
                  </a:lnTo>
                  <a:lnTo>
                    <a:pt x="375" y="11"/>
                  </a:lnTo>
                  <a:lnTo>
                    <a:pt x="375" y="11"/>
                  </a:lnTo>
                  <a:lnTo>
                    <a:pt x="375" y="13"/>
                  </a:lnTo>
                  <a:lnTo>
                    <a:pt x="373" y="13"/>
                  </a:lnTo>
                  <a:lnTo>
                    <a:pt x="373" y="15"/>
                  </a:lnTo>
                  <a:lnTo>
                    <a:pt x="373" y="17"/>
                  </a:lnTo>
                  <a:lnTo>
                    <a:pt x="373" y="17"/>
                  </a:lnTo>
                  <a:lnTo>
                    <a:pt x="372" y="17"/>
                  </a:lnTo>
                  <a:lnTo>
                    <a:pt x="372" y="17"/>
                  </a:lnTo>
                  <a:lnTo>
                    <a:pt x="370" y="17"/>
                  </a:lnTo>
                  <a:lnTo>
                    <a:pt x="370" y="17"/>
                  </a:lnTo>
                  <a:lnTo>
                    <a:pt x="368" y="17"/>
                  </a:lnTo>
                  <a:lnTo>
                    <a:pt x="368" y="17"/>
                  </a:lnTo>
                  <a:lnTo>
                    <a:pt x="366" y="17"/>
                  </a:lnTo>
                  <a:lnTo>
                    <a:pt x="364" y="17"/>
                  </a:lnTo>
                  <a:lnTo>
                    <a:pt x="362" y="19"/>
                  </a:lnTo>
                  <a:lnTo>
                    <a:pt x="360" y="19"/>
                  </a:lnTo>
                  <a:lnTo>
                    <a:pt x="358" y="19"/>
                  </a:lnTo>
                  <a:lnTo>
                    <a:pt x="356" y="19"/>
                  </a:lnTo>
                  <a:lnTo>
                    <a:pt x="356" y="21"/>
                  </a:lnTo>
                  <a:lnTo>
                    <a:pt x="356" y="21"/>
                  </a:lnTo>
                  <a:lnTo>
                    <a:pt x="356" y="23"/>
                  </a:lnTo>
                  <a:lnTo>
                    <a:pt x="354" y="23"/>
                  </a:lnTo>
                  <a:lnTo>
                    <a:pt x="354" y="24"/>
                  </a:lnTo>
                  <a:lnTo>
                    <a:pt x="349" y="24"/>
                  </a:lnTo>
                  <a:lnTo>
                    <a:pt x="351" y="28"/>
                  </a:lnTo>
                  <a:lnTo>
                    <a:pt x="349" y="30"/>
                  </a:lnTo>
                  <a:lnTo>
                    <a:pt x="345" y="32"/>
                  </a:lnTo>
                  <a:lnTo>
                    <a:pt x="343" y="32"/>
                  </a:lnTo>
                  <a:lnTo>
                    <a:pt x="341" y="34"/>
                  </a:lnTo>
                  <a:lnTo>
                    <a:pt x="339" y="36"/>
                  </a:lnTo>
                  <a:lnTo>
                    <a:pt x="339" y="36"/>
                  </a:lnTo>
                  <a:lnTo>
                    <a:pt x="337" y="36"/>
                  </a:lnTo>
                  <a:lnTo>
                    <a:pt x="333" y="38"/>
                  </a:lnTo>
                  <a:lnTo>
                    <a:pt x="332" y="38"/>
                  </a:lnTo>
                  <a:lnTo>
                    <a:pt x="332" y="38"/>
                  </a:lnTo>
                  <a:lnTo>
                    <a:pt x="326" y="42"/>
                  </a:lnTo>
                  <a:lnTo>
                    <a:pt x="322" y="43"/>
                  </a:lnTo>
                  <a:lnTo>
                    <a:pt x="322" y="45"/>
                  </a:lnTo>
                  <a:lnTo>
                    <a:pt x="320" y="45"/>
                  </a:lnTo>
                  <a:lnTo>
                    <a:pt x="316" y="45"/>
                  </a:lnTo>
                  <a:lnTo>
                    <a:pt x="314" y="45"/>
                  </a:lnTo>
                  <a:lnTo>
                    <a:pt x="314" y="47"/>
                  </a:lnTo>
                  <a:lnTo>
                    <a:pt x="314" y="47"/>
                  </a:lnTo>
                  <a:lnTo>
                    <a:pt x="314" y="49"/>
                  </a:lnTo>
                  <a:lnTo>
                    <a:pt x="313" y="49"/>
                  </a:lnTo>
                  <a:lnTo>
                    <a:pt x="311" y="49"/>
                  </a:lnTo>
                  <a:lnTo>
                    <a:pt x="311" y="49"/>
                  </a:lnTo>
                  <a:lnTo>
                    <a:pt x="309" y="51"/>
                  </a:lnTo>
                  <a:lnTo>
                    <a:pt x="307" y="49"/>
                  </a:lnTo>
                  <a:lnTo>
                    <a:pt x="305" y="51"/>
                  </a:lnTo>
                  <a:lnTo>
                    <a:pt x="303" y="51"/>
                  </a:lnTo>
                  <a:lnTo>
                    <a:pt x="303" y="53"/>
                  </a:lnTo>
                  <a:lnTo>
                    <a:pt x="301" y="55"/>
                  </a:lnTo>
                  <a:lnTo>
                    <a:pt x="301" y="57"/>
                  </a:lnTo>
                  <a:lnTo>
                    <a:pt x="301" y="57"/>
                  </a:lnTo>
                  <a:lnTo>
                    <a:pt x="299" y="57"/>
                  </a:lnTo>
                  <a:lnTo>
                    <a:pt x="299" y="59"/>
                  </a:lnTo>
                  <a:lnTo>
                    <a:pt x="297" y="59"/>
                  </a:lnTo>
                  <a:lnTo>
                    <a:pt x="295" y="61"/>
                  </a:lnTo>
                  <a:lnTo>
                    <a:pt x="293" y="62"/>
                  </a:lnTo>
                  <a:lnTo>
                    <a:pt x="290" y="62"/>
                  </a:lnTo>
                  <a:lnTo>
                    <a:pt x="288" y="62"/>
                  </a:lnTo>
                  <a:lnTo>
                    <a:pt x="286" y="62"/>
                  </a:lnTo>
                  <a:lnTo>
                    <a:pt x="284" y="64"/>
                  </a:lnTo>
                  <a:lnTo>
                    <a:pt x="282" y="66"/>
                  </a:lnTo>
                  <a:lnTo>
                    <a:pt x="282" y="66"/>
                  </a:lnTo>
                  <a:lnTo>
                    <a:pt x="282" y="68"/>
                  </a:lnTo>
                  <a:lnTo>
                    <a:pt x="282" y="68"/>
                  </a:lnTo>
                  <a:lnTo>
                    <a:pt x="280" y="68"/>
                  </a:lnTo>
                  <a:lnTo>
                    <a:pt x="280" y="68"/>
                  </a:lnTo>
                  <a:lnTo>
                    <a:pt x="278" y="68"/>
                  </a:lnTo>
                  <a:lnTo>
                    <a:pt x="276" y="70"/>
                  </a:lnTo>
                  <a:lnTo>
                    <a:pt x="274" y="70"/>
                  </a:lnTo>
                  <a:lnTo>
                    <a:pt x="274" y="72"/>
                  </a:lnTo>
                  <a:lnTo>
                    <a:pt x="274" y="72"/>
                  </a:lnTo>
                  <a:lnTo>
                    <a:pt x="272" y="74"/>
                  </a:lnTo>
                  <a:lnTo>
                    <a:pt x="271" y="74"/>
                  </a:lnTo>
                  <a:lnTo>
                    <a:pt x="271" y="76"/>
                  </a:lnTo>
                  <a:lnTo>
                    <a:pt x="269" y="76"/>
                  </a:lnTo>
                  <a:lnTo>
                    <a:pt x="269" y="78"/>
                  </a:lnTo>
                  <a:lnTo>
                    <a:pt x="265" y="78"/>
                  </a:lnTo>
                  <a:lnTo>
                    <a:pt x="265" y="78"/>
                  </a:lnTo>
                  <a:lnTo>
                    <a:pt x="265" y="80"/>
                  </a:lnTo>
                  <a:lnTo>
                    <a:pt x="265" y="80"/>
                  </a:lnTo>
                  <a:lnTo>
                    <a:pt x="263" y="81"/>
                  </a:lnTo>
                  <a:lnTo>
                    <a:pt x="263" y="81"/>
                  </a:lnTo>
                  <a:lnTo>
                    <a:pt x="257" y="85"/>
                  </a:lnTo>
                  <a:lnTo>
                    <a:pt x="255" y="87"/>
                  </a:lnTo>
                  <a:lnTo>
                    <a:pt x="255" y="87"/>
                  </a:lnTo>
                  <a:lnTo>
                    <a:pt x="255" y="89"/>
                  </a:lnTo>
                  <a:lnTo>
                    <a:pt x="255" y="91"/>
                  </a:lnTo>
                  <a:lnTo>
                    <a:pt x="255" y="91"/>
                  </a:lnTo>
                  <a:lnTo>
                    <a:pt x="253" y="91"/>
                  </a:lnTo>
                  <a:lnTo>
                    <a:pt x="253" y="91"/>
                  </a:lnTo>
                  <a:lnTo>
                    <a:pt x="253" y="93"/>
                  </a:lnTo>
                  <a:lnTo>
                    <a:pt x="252" y="93"/>
                  </a:lnTo>
                  <a:lnTo>
                    <a:pt x="250" y="95"/>
                  </a:lnTo>
                  <a:lnTo>
                    <a:pt x="250" y="97"/>
                  </a:lnTo>
                  <a:lnTo>
                    <a:pt x="248" y="97"/>
                  </a:lnTo>
                  <a:lnTo>
                    <a:pt x="246" y="97"/>
                  </a:lnTo>
                  <a:lnTo>
                    <a:pt x="242" y="95"/>
                  </a:lnTo>
                  <a:lnTo>
                    <a:pt x="240" y="95"/>
                  </a:lnTo>
                  <a:lnTo>
                    <a:pt x="240" y="97"/>
                  </a:lnTo>
                  <a:lnTo>
                    <a:pt x="240" y="99"/>
                  </a:lnTo>
                  <a:lnTo>
                    <a:pt x="238" y="99"/>
                  </a:lnTo>
                  <a:lnTo>
                    <a:pt x="238" y="101"/>
                  </a:lnTo>
                  <a:lnTo>
                    <a:pt x="236" y="101"/>
                  </a:lnTo>
                  <a:lnTo>
                    <a:pt x="236" y="101"/>
                  </a:lnTo>
                  <a:lnTo>
                    <a:pt x="232" y="102"/>
                  </a:lnTo>
                  <a:lnTo>
                    <a:pt x="232" y="102"/>
                  </a:lnTo>
                  <a:lnTo>
                    <a:pt x="232" y="102"/>
                  </a:lnTo>
                  <a:lnTo>
                    <a:pt x="231" y="106"/>
                  </a:lnTo>
                  <a:lnTo>
                    <a:pt x="229" y="108"/>
                  </a:lnTo>
                  <a:lnTo>
                    <a:pt x="229" y="110"/>
                  </a:lnTo>
                  <a:lnTo>
                    <a:pt x="229" y="112"/>
                  </a:lnTo>
                  <a:lnTo>
                    <a:pt x="229" y="114"/>
                  </a:lnTo>
                  <a:lnTo>
                    <a:pt x="229" y="114"/>
                  </a:lnTo>
                  <a:lnTo>
                    <a:pt x="227" y="114"/>
                  </a:lnTo>
                  <a:lnTo>
                    <a:pt x="227" y="116"/>
                  </a:lnTo>
                  <a:lnTo>
                    <a:pt x="225" y="116"/>
                  </a:lnTo>
                  <a:lnTo>
                    <a:pt x="227" y="118"/>
                  </a:lnTo>
                  <a:lnTo>
                    <a:pt x="227" y="118"/>
                  </a:lnTo>
                  <a:lnTo>
                    <a:pt x="227" y="120"/>
                  </a:lnTo>
                  <a:lnTo>
                    <a:pt x="231" y="133"/>
                  </a:lnTo>
                  <a:lnTo>
                    <a:pt x="232" y="139"/>
                  </a:lnTo>
                  <a:lnTo>
                    <a:pt x="232" y="142"/>
                  </a:lnTo>
                  <a:lnTo>
                    <a:pt x="232" y="142"/>
                  </a:lnTo>
                  <a:lnTo>
                    <a:pt x="232" y="144"/>
                  </a:lnTo>
                  <a:lnTo>
                    <a:pt x="234" y="144"/>
                  </a:lnTo>
                  <a:lnTo>
                    <a:pt x="234" y="144"/>
                  </a:lnTo>
                  <a:lnTo>
                    <a:pt x="236" y="144"/>
                  </a:lnTo>
                  <a:lnTo>
                    <a:pt x="236" y="144"/>
                  </a:lnTo>
                  <a:lnTo>
                    <a:pt x="238" y="146"/>
                  </a:lnTo>
                  <a:lnTo>
                    <a:pt x="240" y="150"/>
                  </a:lnTo>
                  <a:lnTo>
                    <a:pt x="240" y="150"/>
                  </a:lnTo>
                  <a:lnTo>
                    <a:pt x="242" y="152"/>
                  </a:lnTo>
                  <a:lnTo>
                    <a:pt x="242" y="152"/>
                  </a:lnTo>
                  <a:lnTo>
                    <a:pt x="244" y="152"/>
                  </a:lnTo>
                  <a:lnTo>
                    <a:pt x="246" y="152"/>
                  </a:lnTo>
                  <a:lnTo>
                    <a:pt x="246" y="152"/>
                  </a:lnTo>
                  <a:lnTo>
                    <a:pt x="248" y="152"/>
                  </a:lnTo>
                  <a:lnTo>
                    <a:pt x="252" y="156"/>
                  </a:lnTo>
                  <a:lnTo>
                    <a:pt x="252" y="156"/>
                  </a:lnTo>
                  <a:lnTo>
                    <a:pt x="253" y="156"/>
                  </a:lnTo>
                  <a:lnTo>
                    <a:pt x="253" y="156"/>
                  </a:lnTo>
                  <a:lnTo>
                    <a:pt x="257" y="156"/>
                  </a:lnTo>
                  <a:lnTo>
                    <a:pt x="257" y="154"/>
                  </a:lnTo>
                  <a:lnTo>
                    <a:pt x="257" y="154"/>
                  </a:lnTo>
                  <a:lnTo>
                    <a:pt x="261" y="156"/>
                  </a:lnTo>
                  <a:lnTo>
                    <a:pt x="263" y="156"/>
                  </a:lnTo>
                  <a:lnTo>
                    <a:pt x="267" y="158"/>
                  </a:lnTo>
                  <a:lnTo>
                    <a:pt x="267" y="158"/>
                  </a:lnTo>
                  <a:lnTo>
                    <a:pt x="267" y="158"/>
                  </a:lnTo>
                  <a:lnTo>
                    <a:pt x="269" y="158"/>
                  </a:lnTo>
                  <a:lnTo>
                    <a:pt x="274" y="158"/>
                  </a:lnTo>
                  <a:lnTo>
                    <a:pt x="276" y="156"/>
                  </a:lnTo>
                  <a:lnTo>
                    <a:pt x="280" y="154"/>
                  </a:lnTo>
                  <a:lnTo>
                    <a:pt x="282" y="154"/>
                  </a:lnTo>
                  <a:lnTo>
                    <a:pt x="282" y="154"/>
                  </a:lnTo>
                  <a:lnTo>
                    <a:pt x="284" y="154"/>
                  </a:lnTo>
                  <a:lnTo>
                    <a:pt x="286" y="154"/>
                  </a:lnTo>
                  <a:lnTo>
                    <a:pt x="288" y="156"/>
                  </a:lnTo>
                  <a:lnTo>
                    <a:pt x="290" y="156"/>
                  </a:lnTo>
                  <a:lnTo>
                    <a:pt x="290" y="156"/>
                  </a:lnTo>
                  <a:lnTo>
                    <a:pt x="292" y="154"/>
                  </a:lnTo>
                  <a:lnTo>
                    <a:pt x="292" y="154"/>
                  </a:lnTo>
                  <a:lnTo>
                    <a:pt x="293" y="152"/>
                  </a:lnTo>
                  <a:lnTo>
                    <a:pt x="293" y="152"/>
                  </a:lnTo>
                  <a:lnTo>
                    <a:pt x="295" y="148"/>
                  </a:lnTo>
                  <a:lnTo>
                    <a:pt x="295" y="148"/>
                  </a:lnTo>
                  <a:lnTo>
                    <a:pt x="295" y="146"/>
                  </a:lnTo>
                  <a:lnTo>
                    <a:pt x="297" y="146"/>
                  </a:lnTo>
                  <a:lnTo>
                    <a:pt x="299" y="144"/>
                  </a:lnTo>
                  <a:lnTo>
                    <a:pt x="301" y="144"/>
                  </a:lnTo>
                  <a:lnTo>
                    <a:pt x="303" y="144"/>
                  </a:lnTo>
                  <a:lnTo>
                    <a:pt x="305" y="144"/>
                  </a:lnTo>
                  <a:lnTo>
                    <a:pt x="305" y="144"/>
                  </a:lnTo>
                  <a:lnTo>
                    <a:pt x="305" y="144"/>
                  </a:lnTo>
                  <a:lnTo>
                    <a:pt x="307" y="146"/>
                  </a:lnTo>
                  <a:lnTo>
                    <a:pt x="307" y="146"/>
                  </a:lnTo>
                  <a:lnTo>
                    <a:pt x="307" y="146"/>
                  </a:lnTo>
                  <a:lnTo>
                    <a:pt x="307" y="148"/>
                  </a:lnTo>
                  <a:lnTo>
                    <a:pt x="307" y="148"/>
                  </a:lnTo>
                  <a:lnTo>
                    <a:pt x="307" y="148"/>
                  </a:lnTo>
                  <a:lnTo>
                    <a:pt x="307" y="150"/>
                  </a:lnTo>
                  <a:lnTo>
                    <a:pt x="307" y="150"/>
                  </a:lnTo>
                  <a:lnTo>
                    <a:pt x="305" y="152"/>
                  </a:lnTo>
                  <a:lnTo>
                    <a:pt x="305" y="152"/>
                  </a:lnTo>
                  <a:lnTo>
                    <a:pt x="305" y="154"/>
                  </a:lnTo>
                  <a:lnTo>
                    <a:pt x="307" y="154"/>
                  </a:lnTo>
                  <a:lnTo>
                    <a:pt x="307" y="156"/>
                  </a:lnTo>
                  <a:lnTo>
                    <a:pt x="307" y="156"/>
                  </a:lnTo>
                  <a:lnTo>
                    <a:pt x="307" y="158"/>
                  </a:lnTo>
                  <a:lnTo>
                    <a:pt x="307" y="158"/>
                  </a:lnTo>
                  <a:lnTo>
                    <a:pt x="307" y="159"/>
                  </a:lnTo>
                  <a:lnTo>
                    <a:pt x="307" y="159"/>
                  </a:lnTo>
                  <a:lnTo>
                    <a:pt x="307" y="159"/>
                  </a:lnTo>
                  <a:lnTo>
                    <a:pt x="307" y="161"/>
                  </a:lnTo>
                  <a:lnTo>
                    <a:pt x="307" y="161"/>
                  </a:lnTo>
                  <a:lnTo>
                    <a:pt x="307" y="163"/>
                  </a:lnTo>
                  <a:lnTo>
                    <a:pt x="309" y="163"/>
                  </a:lnTo>
                  <a:lnTo>
                    <a:pt x="311" y="167"/>
                  </a:lnTo>
                  <a:lnTo>
                    <a:pt x="311" y="167"/>
                  </a:lnTo>
                  <a:lnTo>
                    <a:pt x="311" y="169"/>
                  </a:lnTo>
                  <a:lnTo>
                    <a:pt x="311" y="169"/>
                  </a:lnTo>
                  <a:lnTo>
                    <a:pt x="311" y="169"/>
                  </a:lnTo>
                  <a:lnTo>
                    <a:pt x="311" y="171"/>
                  </a:lnTo>
                  <a:lnTo>
                    <a:pt x="309" y="171"/>
                  </a:lnTo>
                  <a:lnTo>
                    <a:pt x="311" y="173"/>
                  </a:lnTo>
                  <a:lnTo>
                    <a:pt x="311" y="175"/>
                  </a:lnTo>
                  <a:lnTo>
                    <a:pt x="309" y="175"/>
                  </a:lnTo>
                  <a:lnTo>
                    <a:pt x="309" y="175"/>
                  </a:lnTo>
                  <a:lnTo>
                    <a:pt x="307" y="177"/>
                  </a:lnTo>
                  <a:lnTo>
                    <a:pt x="307" y="177"/>
                  </a:lnTo>
                  <a:lnTo>
                    <a:pt x="307" y="177"/>
                  </a:lnTo>
                  <a:lnTo>
                    <a:pt x="307" y="177"/>
                  </a:lnTo>
                  <a:lnTo>
                    <a:pt x="305" y="178"/>
                  </a:lnTo>
                  <a:lnTo>
                    <a:pt x="305" y="178"/>
                  </a:lnTo>
                  <a:lnTo>
                    <a:pt x="303" y="178"/>
                  </a:lnTo>
                  <a:lnTo>
                    <a:pt x="301" y="178"/>
                  </a:lnTo>
                  <a:lnTo>
                    <a:pt x="299" y="177"/>
                  </a:lnTo>
                  <a:lnTo>
                    <a:pt x="299" y="177"/>
                  </a:lnTo>
                  <a:lnTo>
                    <a:pt x="297" y="177"/>
                  </a:lnTo>
                  <a:lnTo>
                    <a:pt x="295" y="177"/>
                  </a:lnTo>
                  <a:lnTo>
                    <a:pt x="293" y="177"/>
                  </a:lnTo>
                  <a:lnTo>
                    <a:pt x="292" y="177"/>
                  </a:lnTo>
                  <a:lnTo>
                    <a:pt x="292" y="177"/>
                  </a:lnTo>
                  <a:lnTo>
                    <a:pt x="282" y="180"/>
                  </a:lnTo>
                  <a:lnTo>
                    <a:pt x="278" y="180"/>
                  </a:lnTo>
                  <a:lnTo>
                    <a:pt x="276" y="180"/>
                  </a:lnTo>
                  <a:lnTo>
                    <a:pt x="274" y="180"/>
                  </a:lnTo>
                  <a:lnTo>
                    <a:pt x="274" y="180"/>
                  </a:lnTo>
                  <a:lnTo>
                    <a:pt x="267" y="184"/>
                  </a:lnTo>
                  <a:lnTo>
                    <a:pt x="263" y="184"/>
                  </a:lnTo>
                  <a:lnTo>
                    <a:pt x="261" y="186"/>
                  </a:lnTo>
                  <a:lnTo>
                    <a:pt x="261" y="186"/>
                  </a:lnTo>
                  <a:lnTo>
                    <a:pt x="261" y="188"/>
                  </a:lnTo>
                  <a:lnTo>
                    <a:pt x="259" y="188"/>
                  </a:lnTo>
                  <a:lnTo>
                    <a:pt x="259" y="190"/>
                  </a:lnTo>
                  <a:lnTo>
                    <a:pt x="259" y="190"/>
                  </a:lnTo>
                  <a:lnTo>
                    <a:pt x="259" y="190"/>
                  </a:lnTo>
                  <a:lnTo>
                    <a:pt x="259" y="190"/>
                  </a:lnTo>
                  <a:lnTo>
                    <a:pt x="261" y="194"/>
                  </a:lnTo>
                  <a:lnTo>
                    <a:pt x="263" y="196"/>
                  </a:lnTo>
                  <a:lnTo>
                    <a:pt x="263" y="198"/>
                  </a:lnTo>
                  <a:lnTo>
                    <a:pt x="263" y="199"/>
                  </a:lnTo>
                  <a:lnTo>
                    <a:pt x="263" y="201"/>
                  </a:lnTo>
                  <a:lnTo>
                    <a:pt x="263" y="201"/>
                  </a:lnTo>
                  <a:lnTo>
                    <a:pt x="261" y="203"/>
                  </a:lnTo>
                  <a:lnTo>
                    <a:pt x="261" y="203"/>
                  </a:lnTo>
                  <a:lnTo>
                    <a:pt x="259" y="203"/>
                  </a:lnTo>
                  <a:lnTo>
                    <a:pt x="257" y="203"/>
                  </a:lnTo>
                  <a:lnTo>
                    <a:pt x="255" y="205"/>
                  </a:lnTo>
                  <a:lnTo>
                    <a:pt x="255" y="205"/>
                  </a:lnTo>
                  <a:lnTo>
                    <a:pt x="255" y="205"/>
                  </a:lnTo>
                  <a:lnTo>
                    <a:pt x="253" y="205"/>
                  </a:lnTo>
                  <a:lnTo>
                    <a:pt x="253" y="207"/>
                  </a:lnTo>
                  <a:lnTo>
                    <a:pt x="253" y="207"/>
                  </a:lnTo>
                  <a:lnTo>
                    <a:pt x="255" y="209"/>
                  </a:lnTo>
                  <a:lnTo>
                    <a:pt x="259" y="215"/>
                  </a:lnTo>
                  <a:lnTo>
                    <a:pt x="263" y="217"/>
                  </a:lnTo>
                  <a:lnTo>
                    <a:pt x="267" y="217"/>
                  </a:lnTo>
                  <a:lnTo>
                    <a:pt x="267" y="217"/>
                  </a:lnTo>
                  <a:lnTo>
                    <a:pt x="269" y="217"/>
                  </a:lnTo>
                  <a:lnTo>
                    <a:pt x="269" y="217"/>
                  </a:lnTo>
                  <a:lnTo>
                    <a:pt x="271" y="217"/>
                  </a:lnTo>
                  <a:lnTo>
                    <a:pt x="271" y="217"/>
                  </a:lnTo>
                  <a:lnTo>
                    <a:pt x="274" y="220"/>
                  </a:lnTo>
                  <a:lnTo>
                    <a:pt x="276" y="222"/>
                  </a:lnTo>
                  <a:lnTo>
                    <a:pt x="278" y="222"/>
                  </a:lnTo>
                  <a:lnTo>
                    <a:pt x="278" y="226"/>
                  </a:lnTo>
                  <a:lnTo>
                    <a:pt x="280" y="230"/>
                  </a:lnTo>
                  <a:lnTo>
                    <a:pt x="280" y="232"/>
                  </a:lnTo>
                  <a:lnTo>
                    <a:pt x="280" y="234"/>
                  </a:lnTo>
                  <a:lnTo>
                    <a:pt x="278" y="236"/>
                  </a:lnTo>
                  <a:lnTo>
                    <a:pt x="278" y="236"/>
                  </a:lnTo>
                  <a:lnTo>
                    <a:pt x="276" y="236"/>
                  </a:lnTo>
                  <a:lnTo>
                    <a:pt x="269" y="241"/>
                  </a:lnTo>
                  <a:lnTo>
                    <a:pt x="269" y="241"/>
                  </a:lnTo>
                  <a:lnTo>
                    <a:pt x="267" y="241"/>
                  </a:lnTo>
                  <a:lnTo>
                    <a:pt x="265" y="241"/>
                  </a:lnTo>
                  <a:lnTo>
                    <a:pt x="265" y="241"/>
                  </a:lnTo>
                  <a:lnTo>
                    <a:pt x="265" y="241"/>
                  </a:lnTo>
                  <a:lnTo>
                    <a:pt x="265" y="241"/>
                  </a:lnTo>
                  <a:lnTo>
                    <a:pt x="265" y="239"/>
                  </a:lnTo>
                  <a:lnTo>
                    <a:pt x="265" y="237"/>
                  </a:lnTo>
                  <a:lnTo>
                    <a:pt x="265" y="237"/>
                  </a:lnTo>
                  <a:lnTo>
                    <a:pt x="265" y="237"/>
                  </a:lnTo>
                  <a:lnTo>
                    <a:pt x="263" y="236"/>
                  </a:lnTo>
                  <a:lnTo>
                    <a:pt x="263" y="236"/>
                  </a:lnTo>
                  <a:lnTo>
                    <a:pt x="263" y="234"/>
                  </a:lnTo>
                  <a:lnTo>
                    <a:pt x="263" y="234"/>
                  </a:lnTo>
                  <a:lnTo>
                    <a:pt x="261" y="234"/>
                  </a:lnTo>
                  <a:lnTo>
                    <a:pt x="261" y="234"/>
                  </a:lnTo>
                  <a:lnTo>
                    <a:pt x="259" y="234"/>
                  </a:lnTo>
                  <a:lnTo>
                    <a:pt x="259" y="234"/>
                  </a:lnTo>
                  <a:lnTo>
                    <a:pt x="259" y="234"/>
                  </a:lnTo>
                  <a:lnTo>
                    <a:pt x="257" y="232"/>
                  </a:lnTo>
                  <a:lnTo>
                    <a:pt x="257" y="232"/>
                  </a:lnTo>
                  <a:lnTo>
                    <a:pt x="257" y="234"/>
                  </a:lnTo>
                  <a:lnTo>
                    <a:pt x="255" y="234"/>
                  </a:lnTo>
                  <a:lnTo>
                    <a:pt x="255" y="236"/>
                  </a:lnTo>
                  <a:lnTo>
                    <a:pt x="257" y="237"/>
                  </a:lnTo>
                  <a:lnTo>
                    <a:pt x="257" y="239"/>
                  </a:lnTo>
                  <a:lnTo>
                    <a:pt x="257" y="239"/>
                  </a:lnTo>
                  <a:lnTo>
                    <a:pt x="257" y="239"/>
                  </a:lnTo>
                  <a:lnTo>
                    <a:pt x="255" y="243"/>
                  </a:lnTo>
                  <a:lnTo>
                    <a:pt x="255" y="243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7"/>
                  </a:lnTo>
                  <a:lnTo>
                    <a:pt x="257" y="255"/>
                  </a:lnTo>
                  <a:lnTo>
                    <a:pt x="257" y="256"/>
                  </a:lnTo>
                  <a:lnTo>
                    <a:pt x="259" y="258"/>
                  </a:lnTo>
                  <a:lnTo>
                    <a:pt x="263" y="264"/>
                  </a:lnTo>
                  <a:lnTo>
                    <a:pt x="263" y="266"/>
                  </a:lnTo>
                  <a:lnTo>
                    <a:pt x="265" y="268"/>
                  </a:lnTo>
                  <a:lnTo>
                    <a:pt x="263" y="268"/>
                  </a:lnTo>
                  <a:lnTo>
                    <a:pt x="263" y="270"/>
                  </a:lnTo>
                  <a:lnTo>
                    <a:pt x="263" y="270"/>
                  </a:lnTo>
                  <a:lnTo>
                    <a:pt x="263" y="272"/>
                  </a:lnTo>
                  <a:lnTo>
                    <a:pt x="261" y="272"/>
                  </a:lnTo>
                  <a:lnTo>
                    <a:pt x="261" y="274"/>
                  </a:lnTo>
                  <a:lnTo>
                    <a:pt x="261" y="274"/>
                  </a:lnTo>
                  <a:lnTo>
                    <a:pt x="259" y="274"/>
                  </a:lnTo>
                  <a:lnTo>
                    <a:pt x="257" y="274"/>
                  </a:lnTo>
                  <a:lnTo>
                    <a:pt x="257" y="274"/>
                  </a:lnTo>
                  <a:lnTo>
                    <a:pt x="257" y="274"/>
                  </a:lnTo>
                  <a:lnTo>
                    <a:pt x="255" y="275"/>
                  </a:lnTo>
                  <a:lnTo>
                    <a:pt x="252" y="275"/>
                  </a:lnTo>
                  <a:lnTo>
                    <a:pt x="250" y="274"/>
                  </a:lnTo>
                  <a:lnTo>
                    <a:pt x="248" y="272"/>
                  </a:lnTo>
                  <a:lnTo>
                    <a:pt x="244" y="268"/>
                  </a:lnTo>
                  <a:lnTo>
                    <a:pt x="242" y="268"/>
                  </a:lnTo>
                  <a:lnTo>
                    <a:pt x="242" y="266"/>
                  </a:lnTo>
                  <a:lnTo>
                    <a:pt x="242" y="266"/>
                  </a:lnTo>
                  <a:lnTo>
                    <a:pt x="242" y="264"/>
                  </a:lnTo>
                  <a:lnTo>
                    <a:pt x="244" y="264"/>
                  </a:lnTo>
                  <a:lnTo>
                    <a:pt x="244" y="262"/>
                  </a:lnTo>
                  <a:lnTo>
                    <a:pt x="244" y="260"/>
                  </a:lnTo>
                  <a:lnTo>
                    <a:pt x="244" y="260"/>
                  </a:lnTo>
                  <a:lnTo>
                    <a:pt x="242" y="260"/>
                  </a:lnTo>
                  <a:lnTo>
                    <a:pt x="242" y="260"/>
                  </a:lnTo>
                  <a:lnTo>
                    <a:pt x="238" y="260"/>
                  </a:lnTo>
                  <a:lnTo>
                    <a:pt x="236" y="262"/>
                  </a:lnTo>
                  <a:lnTo>
                    <a:pt x="234" y="262"/>
                  </a:lnTo>
                  <a:lnTo>
                    <a:pt x="234" y="264"/>
                  </a:lnTo>
                  <a:lnTo>
                    <a:pt x="234" y="264"/>
                  </a:lnTo>
                  <a:lnTo>
                    <a:pt x="232" y="268"/>
                  </a:lnTo>
                  <a:lnTo>
                    <a:pt x="232" y="268"/>
                  </a:lnTo>
                  <a:lnTo>
                    <a:pt x="232" y="270"/>
                  </a:lnTo>
                  <a:lnTo>
                    <a:pt x="231" y="270"/>
                  </a:lnTo>
                  <a:lnTo>
                    <a:pt x="229" y="270"/>
                  </a:lnTo>
                  <a:lnTo>
                    <a:pt x="229" y="270"/>
                  </a:lnTo>
                  <a:lnTo>
                    <a:pt x="227" y="270"/>
                  </a:lnTo>
                  <a:lnTo>
                    <a:pt x="227" y="268"/>
                  </a:lnTo>
                  <a:lnTo>
                    <a:pt x="227" y="266"/>
                  </a:lnTo>
                  <a:lnTo>
                    <a:pt x="225" y="266"/>
                  </a:lnTo>
                  <a:lnTo>
                    <a:pt x="225" y="264"/>
                  </a:lnTo>
                  <a:lnTo>
                    <a:pt x="223" y="264"/>
                  </a:lnTo>
                  <a:lnTo>
                    <a:pt x="219" y="264"/>
                  </a:lnTo>
                  <a:lnTo>
                    <a:pt x="217" y="264"/>
                  </a:lnTo>
                  <a:lnTo>
                    <a:pt x="215" y="264"/>
                  </a:lnTo>
                  <a:lnTo>
                    <a:pt x="210" y="262"/>
                  </a:lnTo>
                  <a:lnTo>
                    <a:pt x="208" y="262"/>
                  </a:lnTo>
                  <a:lnTo>
                    <a:pt x="206" y="262"/>
                  </a:lnTo>
                  <a:lnTo>
                    <a:pt x="202" y="262"/>
                  </a:lnTo>
                  <a:lnTo>
                    <a:pt x="202" y="262"/>
                  </a:lnTo>
                  <a:lnTo>
                    <a:pt x="200" y="262"/>
                  </a:lnTo>
                  <a:lnTo>
                    <a:pt x="200" y="260"/>
                  </a:lnTo>
                  <a:lnTo>
                    <a:pt x="198" y="260"/>
                  </a:lnTo>
                  <a:lnTo>
                    <a:pt x="198" y="258"/>
                  </a:lnTo>
                  <a:lnTo>
                    <a:pt x="198" y="258"/>
                  </a:lnTo>
                  <a:lnTo>
                    <a:pt x="200" y="256"/>
                  </a:lnTo>
                  <a:lnTo>
                    <a:pt x="200" y="256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196" y="256"/>
                  </a:lnTo>
                  <a:lnTo>
                    <a:pt x="194" y="256"/>
                  </a:lnTo>
                  <a:lnTo>
                    <a:pt x="194" y="258"/>
                  </a:lnTo>
                  <a:lnTo>
                    <a:pt x="192" y="258"/>
                  </a:lnTo>
                  <a:lnTo>
                    <a:pt x="192" y="260"/>
                  </a:lnTo>
                  <a:lnTo>
                    <a:pt x="192" y="262"/>
                  </a:lnTo>
                  <a:lnTo>
                    <a:pt x="192" y="264"/>
                  </a:lnTo>
                  <a:lnTo>
                    <a:pt x="192" y="266"/>
                  </a:lnTo>
                  <a:lnTo>
                    <a:pt x="192" y="268"/>
                  </a:lnTo>
                  <a:lnTo>
                    <a:pt x="192" y="272"/>
                  </a:lnTo>
                  <a:lnTo>
                    <a:pt x="192" y="272"/>
                  </a:lnTo>
                  <a:lnTo>
                    <a:pt x="192" y="275"/>
                  </a:lnTo>
                  <a:lnTo>
                    <a:pt x="192" y="275"/>
                  </a:lnTo>
                  <a:lnTo>
                    <a:pt x="192" y="277"/>
                  </a:lnTo>
                  <a:lnTo>
                    <a:pt x="189" y="281"/>
                  </a:lnTo>
                  <a:lnTo>
                    <a:pt x="181" y="285"/>
                  </a:lnTo>
                  <a:lnTo>
                    <a:pt x="181" y="287"/>
                  </a:lnTo>
                  <a:lnTo>
                    <a:pt x="179" y="289"/>
                  </a:lnTo>
                  <a:lnTo>
                    <a:pt x="181" y="289"/>
                  </a:lnTo>
                  <a:lnTo>
                    <a:pt x="181" y="291"/>
                  </a:lnTo>
                  <a:lnTo>
                    <a:pt x="181" y="291"/>
                  </a:lnTo>
                  <a:lnTo>
                    <a:pt x="181" y="291"/>
                  </a:lnTo>
                  <a:lnTo>
                    <a:pt x="181" y="291"/>
                  </a:lnTo>
                  <a:lnTo>
                    <a:pt x="181" y="293"/>
                  </a:lnTo>
                  <a:lnTo>
                    <a:pt x="181" y="293"/>
                  </a:lnTo>
                  <a:lnTo>
                    <a:pt x="181" y="295"/>
                  </a:lnTo>
                  <a:lnTo>
                    <a:pt x="179" y="295"/>
                  </a:lnTo>
                  <a:lnTo>
                    <a:pt x="171" y="298"/>
                  </a:lnTo>
                  <a:lnTo>
                    <a:pt x="168" y="300"/>
                  </a:lnTo>
                  <a:lnTo>
                    <a:pt x="164" y="302"/>
                  </a:lnTo>
                  <a:lnTo>
                    <a:pt x="162" y="302"/>
                  </a:lnTo>
                  <a:lnTo>
                    <a:pt x="160" y="302"/>
                  </a:lnTo>
                  <a:lnTo>
                    <a:pt x="160" y="302"/>
                  </a:lnTo>
                  <a:lnTo>
                    <a:pt x="160" y="300"/>
                  </a:lnTo>
                  <a:lnTo>
                    <a:pt x="158" y="300"/>
                  </a:lnTo>
                  <a:lnTo>
                    <a:pt x="158" y="300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6" y="304"/>
                  </a:lnTo>
                  <a:lnTo>
                    <a:pt x="156" y="304"/>
                  </a:lnTo>
                  <a:lnTo>
                    <a:pt x="156" y="306"/>
                  </a:lnTo>
                  <a:lnTo>
                    <a:pt x="154" y="308"/>
                  </a:lnTo>
                  <a:lnTo>
                    <a:pt x="154" y="310"/>
                  </a:lnTo>
                  <a:lnTo>
                    <a:pt x="154" y="310"/>
                  </a:lnTo>
                  <a:lnTo>
                    <a:pt x="154" y="312"/>
                  </a:lnTo>
                  <a:lnTo>
                    <a:pt x="154" y="312"/>
                  </a:lnTo>
                  <a:lnTo>
                    <a:pt x="152" y="312"/>
                  </a:lnTo>
                  <a:lnTo>
                    <a:pt x="152" y="312"/>
                  </a:lnTo>
                  <a:lnTo>
                    <a:pt x="151" y="310"/>
                  </a:lnTo>
                  <a:lnTo>
                    <a:pt x="149" y="310"/>
                  </a:lnTo>
                  <a:lnTo>
                    <a:pt x="149" y="310"/>
                  </a:lnTo>
                  <a:lnTo>
                    <a:pt x="145" y="310"/>
                  </a:lnTo>
                  <a:lnTo>
                    <a:pt x="143" y="308"/>
                  </a:lnTo>
                  <a:lnTo>
                    <a:pt x="143" y="306"/>
                  </a:lnTo>
                  <a:lnTo>
                    <a:pt x="143" y="304"/>
                  </a:lnTo>
                  <a:lnTo>
                    <a:pt x="143" y="304"/>
                  </a:lnTo>
                  <a:lnTo>
                    <a:pt x="137" y="300"/>
                  </a:lnTo>
                  <a:lnTo>
                    <a:pt x="135" y="300"/>
                  </a:lnTo>
                  <a:lnTo>
                    <a:pt x="135" y="298"/>
                  </a:lnTo>
                  <a:lnTo>
                    <a:pt x="135" y="296"/>
                  </a:lnTo>
                  <a:lnTo>
                    <a:pt x="133" y="293"/>
                  </a:lnTo>
                  <a:lnTo>
                    <a:pt x="133" y="293"/>
                  </a:lnTo>
                  <a:lnTo>
                    <a:pt x="135" y="289"/>
                  </a:lnTo>
                  <a:lnTo>
                    <a:pt x="137" y="287"/>
                  </a:lnTo>
                  <a:lnTo>
                    <a:pt x="137" y="287"/>
                  </a:lnTo>
                  <a:lnTo>
                    <a:pt x="137" y="287"/>
                  </a:lnTo>
                  <a:lnTo>
                    <a:pt x="139" y="287"/>
                  </a:lnTo>
                  <a:lnTo>
                    <a:pt x="139" y="287"/>
                  </a:lnTo>
                  <a:lnTo>
                    <a:pt x="141" y="289"/>
                  </a:lnTo>
                  <a:lnTo>
                    <a:pt x="143" y="289"/>
                  </a:lnTo>
                  <a:lnTo>
                    <a:pt x="143" y="289"/>
                  </a:lnTo>
                  <a:lnTo>
                    <a:pt x="145" y="291"/>
                  </a:lnTo>
                  <a:lnTo>
                    <a:pt x="145" y="291"/>
                  </a:lnTo>
                  <a:lnTo>
                    <a:pt x="147" y="291"/>
                  </a:lnTo>
                  <a:lnTo>
                    <a:pt x="149" y="291"/>
                  </a:lnTo>
                  <a:lnTo>
                    <a:pt x="149" y="291"/>
                  </a:lnTo>
                  <a:lnTo>
                    <a:pt x="151" y="289"/>
                  </a:lnTo>
                  <a:lnTo>
                    <a:pt x="152" y="289"/>
                  </a:lnTo>
                  <a:lnTo>
                    <a:pt x="152" y="289"/>
                  </a:lnTo>
                  <a:lnTo>
                    <a:pt x="154" y="291"/>
                  </a:lnTo>
                  <a:lnTo>
                    <a:pt x="156" y="291"/>
                  </a:lnTo>
                  <a:lnTo>
                    <a:pt x="156" y="291"/>
                  </a:lnTo>
                  <a:lnTo>
                    <a:pt x="156" y="291"/>
                  </a:lnTo>
                  <a:lnTo>
                    <a:pt x="158" y="291"/>
                  </a:lnTo>
                  <a:lnTo>
                    <a:pt x="158" y="289"/>
                  </a:lnTo>
                  <a:lnTo>
                    <a:pt x="158" y="287"/>
                  </a:lnTo>
                  <a:lnTo>
                    <a:pt x="160" y="285"/>
                  </a:lnTo>
                  <a:lnTo>
                    <a:pt x="162" y="283"/>
                  </a:lnTo>
                  <a:lnTo>
                    <a:pt x="164" y="281"/>
                  </a:lnTo>
                  <a:lnTo>
                    <a:pt x="164" y="279"/>
                  </a:lnTo>
                  <a:lnTo>
                    <a:pt x="164" y="279"/>
                  </a:lnTo>
                  <a:lnTo>
                    <a:pt x="160" y="277"/>
                  </a:lnTo>
                  <a:lnTo>
                    <a:pt x="158" y="275"/>
                  </a:lnTo>
                  <a:lnTo>
                    <a:pt x="158" y="274"/>
                  </a:lnTo>
                  <a:lnTo>
                    <a:pt x="158" y="272"/>
                  </a:lnTo>
                  <a:lnTo>
                    <a:pt x="160" y="270"/>
                  </a:lnTo>
                  <a:lnTo>
                    <a:pt x="162" y="266"/>
                  </a:lnTo>
                  <a:lnTo>
                    <a:pt x="164" y="264"/>
                  </a:lnTo>
                  <a:lnTo>
                    <a:pt x="164" y="262"/>
                  </a:lnTo>
                  <a:lnTo>
                    <a:pt x="164" y="260"/>
                  </a:lnTo>
                  <a:lnTo>
                    <a:pt x="162" y="258"/>
                  </a:lnTo>
                  <a:lnTo>
                    <a:pt x="162" y="258"/>
                  </a:lnTo>
                  <a:lnTo>
                    <a:pt x="162" y="258"/>
                  </a:lnTo>
                  <a:lnTo>
                    <a:pt x="160" y="258"/>
                  </a:lnTo>
                  <a:lnTo>
                    <a:pt x="160" y="256"/>
                  </a:lnTo>
                  <a:lnTo>
                    <a:pt x="158" y="256"/>
                  </a:lnTo>
                  <a:lnTo>
                    <a:pt x="158" y="255"/>
                  </a:lnTo>
                  <a:lnTo>
                    <a:pt x="158" y="251"/>
                  </a:lnTo>
                  <a:lnTo>
                    <a:pt x="158" y="249"/>
                  </a:lnTo>
                  <a:lnTo>
                    <a:pt x="156" y="249"/>
                  </a:lnTo>
                  <a:lnTo>
                    <a:pt x="156" y="247"/>
                  </a:lnTo>
                  <a:lnTo>
                    <a:pt x="158" y="243"/>
                  </a:lnTo>
                  <a:lnTo>
                    <a:pt x="158" y="241"/>
                  </a:lnTo>
                  <a:lnTo>
                    <a:pt x="160" y="241"/>
                  </a:lnTo>
                  <a:lnTo>
                    <a:pt x="160" y="241"/>
                  </a:lnTo>
                  <a:lnTo>
                    <a:pt x="162" y="241"/>
                  </a:lnTo>
                  <a:lnTo>
                    <a:pt x="166" y="243"/>
                  </a:lnTo>
                  <a:lnTo>
                    <a:pt x="166" y="243"/>
                  </a:lnTo>
                  <a:lnTo>
                    <a:pt x="168" y="243"/>
                  </a:lnTo>
                  <a:lnTo>
                    <a:pt x="170" y="243"/>
                  </a:lnTo>
                  <a:lnTo>
                    <a:pt x="170" y="241"/>
                  </a:lnTo>
                  <a:lnTo>
                    <a:pt x="170" y="241"/>
                  </a:lnTo>
                  <a:lnTo>
                    <a:pt x="170" y="239"/>
                  </a:lnTo>
                  <a:lnTo>
                    <a:pt x="170" y="239"/>
                  </a:lnTo>
                  <a:lnTo>
                    <a:pt x="170" y="230"/>
                  </a:lnTo>
                  <a:lnTo>
                    <a:pt x="168" y="226"/>
                  </a:lnTo>
                  <a:lnTo>
                    <a:pt x="166" y="224"/>
                  </a:lnTo>
                  <a:lnTo>
                    <a:pt x="164" y="224"/>
                  </a:lnTo>
                  <a:lnTo>
                    <a:pt x="164" y="222"/>
                  </a:lnTo>
                  <a:lnTo>
                    <a:pt x="164" y="222"/>
                  </a:lnTo>
                  <a:lnTo>
                    <a:pt x="164" y="220"/>
                  </a:lnTo>
                  <a:lnTo>
                    <a:pt x="164" y="218"/>
                  </a:lnTo>
                  <a:lnTo>
                    <a:pt x="162" y="215"/>
                  </a:lnTo>
                  <a:lnTo>
                    <a:pt x="160" y="213"/>
                  </a:lnTo>
                  <a:lnTo>
                    <a:pt x="160" y="213"/>
                  </a:lnTo>
                  <a:lnTo>
                    <a:pt x="158" y="213"/>
                  </a:lnTo>
                  <a:lnTo>
                    <a:pt x="156" y="213"/>
                  </a:lnTo>
                  <a:lnTo>
                    <a:pt x="156" y="213"/>
                  </a:lnTo>
                  <a:lnTo>
                    <a:pt x="149" y="217"/>
                  </a:lnTo>
                  <a:lnTo>
                    <a:pt x="145" y="217"/>
                  </a:lnTo>
                  <a:lnTo>
                    <a:pt x="139" y="217"/>
                  </a:lnTo>
                  <a:lnTo>
                    <a:pt x="131" y="220"/>
                  </a:lnTo>
                  <a:lnTo>
                    <a:pt x="128" y="220"/>
                  </a:lnTo>
                  <a:lnTo>
                    <a:pt x="126" y="220"/>
                  </a:lnTo>
                  <a:lnTo>
                    <a:pt x="120" y="218"/>
                  </a:lnTo>
                  <a:lnTo>
                    <a:pt x="118" y="218"/>
                  </a:lnTo>
                  <a:lnTo>
                    <a:pt x="114" y="218"/>
                  </a:lnTo>
                  <a:lnTo>
                    <a:pt x="112" y="218"/>
                  </a:lnTo>
                  <a:lnTo>
                    <a:pt x="111" y="218"/>
                  </a:lnTo>
                  <a:lnTo>
                    <a:pt x="109" y="218"/>
                  </a:lnTo>
                  <a:lnTo>
                    <a:pt x="107" y="217"/>
                  </a:lnTo>
                  <a:lnTo>
                    <a:pt x="107" y="217"/>
                  </a:lnTo>
                  <a:lnTo>
                    <a:pt x="105" y="215"/>
                  </a:lnTo>
                  <a:lnTo>
                    <a:pt x="105" y="215"/>
                  </a:lnTo>
                  <a:lnTo>
                    <a:pt x="105" y="213"/>
                  </a:lnTo>
                  <a:lnTo>
                    <a:pt x="107" y="211"/>
                  </a:lnTo>
                  <a:lnTo>
                    <a:pt x="109" y="209"/>
                  </a:lnTo>
                  <a:lnTo>
                    <a:pt x="109" y="209"/>
                  </a:lnTo>
                  <a:lnTo>
                    <a:pt x="109" y="207"/>
                  </a:lnTo>
                  <a:lnTo>
                    <a:pt x="109" y="207"/>
                  </a:lnTo>
                  <a:lnTo>
                    <a:pt x="109" y="205"/>
                  </a:lnTo>
                  <a:lnTo>
                    <a:pt x="107" y="203"/>
                  </a:lnTo>
                  <a:lnTo>
                    <a:pt x="107" y="201"/>
                  </a:lnTo>
                  <a:lnTo>
                    <a:pt x="107" y="201"/>
                  </a:lnTo>
                  <a:lnTo>
                    <a:pt x="107" y="201"/>
                  </a:lnTo>
                  <a:lnTo>
                    <a:pt x="107" y="199"/>
                  </a:lnTo>
                  <a:lnTo>
                    <a:pt x="109" y="201"/>
                  </a:lnTo>
                  <a:lnTo>
                    <a:pt x="109" y="201"/>
                  </a:lnTo>
                  <a:lnTo>
                    <a:pt x="111" y="203"/>
                  </a:lnTo>
                  <a:lnTo>
                    <a:pt x="112" y="205"/>
                  </a:lnTo>
                  <a:lnTo>
                    <a:pt x="114" y="205"/>
                  </a:lnTo>
                  <a:lnTo>
                    <a:pt x="114" y="205"/>
                  </a:lnTo>
                  <a:lnTo>
                    <a:pt x="116" y="205"/>
                  </a:lnTo>
                  <a:lnTo>
                    <a:pt x="118" y="205"/>
                  </a:lnTo>
                  <a:lnTo>
                    <a:pt x="120" y="205"/>
                  </a:lnTo>
                  <a:lnTo>
                    <a:pt x="122" y="205"/>
                  </a:lnTo>
                  <a:lnTo>
                    <a:pt x="124" y="205"/>
                  </a:lnTo>
                  <a:lnTo>
                    <a:pt x="124" y="203"/>
                  </a:lnTo>
                  <a:lnTo>
                    <a:pt x="126" y="203"/>
                  </a:lnTo>
                  <a:lnTo>
                    <a:pt x="126" y="201"/>
                  </a:lnTo>
                  <a:lnTo>
                    <a:pt x="126" y="201"/>
                  </a:lnTo>
                  <a:lnTo>
                    <a:pt x="128" y="199"/>
                  </a:lnTo>
                  <a:lnTo>
                    <a:pt x="126" y="199"/>
                  </a:lnTo>
                  <a:lnTo>
                    <a:pt x="126" y="199"/>
                  </a:lnTo>
                  <a:lnTo>
                    <a:pt x="126" y="199"/>
                  </a:lnTo>
                  <a:lnTo>
                    <a:pt x="122" y="201"/>
                  </a:lnTo>
                  <a:lnTo>
                    <a:pt x="118" y="201"/>
                  </a:lnTo>
                  <a:lnTo>
                    <a:pt x="116" y="201"/>
                  </a:lnTo>
                  <a:lnTo>
                    <a:pt x="114" y="201"/>
                  </a:lnTo>
                  <a:lnTo>
                    <a:pt x="112" y="199"/>
                  </a:lnTo>
                  <a:lnTo>
                    <a:pt x="112" y="199"/>
                  </a:lnTo>
                  <a:lnTo>
                    <a:pt x="112" y="198"/>
                  </a:lnTo>
                  <a:lnTo>
                    <a:pt x="112" y="198"/>
                  </a:lnTo>
                  <a:lnTo>
                    <a:pt x="112" y="196"/>
                  </a:lnTo>
                  <a:lnTo>
                    <a:pt x="112" y="196"/>
                  </a:lnTo>
                  <a:lnTo>
                    <a:pt x="112" y="196"/>
                  </a:lnTo>
                  <a:lnTo>
                    <a:pt x="114" y="196"/>
                  </a:lnTo>
                  <a:lnTo>
                    <a:pt x="116" y="198"/>
                  </a:lnTo>
                  <a:lnTo>
                    <a:pt x="116" y="198"/>
                  </a:lnTo>
                  <a:lnTo>
                    <a:pt x="118" y="198"/>
                  </a:lnTo>
                  <a:lnTo>
                    <a:pt x="118" y="198"/>
                  </a:lnTo>
                  <a:lnTo>
                    <a:pt x="118" y="196"/>
                  </a:lnTo>
                  <a:lnTo>
                    <a:pt x="118" y="196"/>
                  </a:lnTo>
                  <a:lnTo>
                    <a:pt x="118" y="194"/>
                  </a:lnTo>
                  <a:lnTo>
                    <a:pt x="116" y="192"/>
                  </a:lnTo>
                  <a:lnTo>
                    <a:pt x="116" y="192"/>
                  </a:lnTo>
                  <a:lnTo>
                    <a:pt x="116" y="192"/>
                  </a:lnTo>
                  <a:lnTo>
                    <a:pt x="116" y="190"/>
                  </a:lnTo>
                  <a:lnTo>
                    <a:pt x="118" y="186"/>
                  </a:lnTo>
                  <a:lnTo>
                    <a:pt x="118" y="186"/>
                  </a:lnTo>
                  <a:lnTo>
                    <a:pt x="120" y="184"/>
                  </a:lnTo>
                  <a:lnTo>
                    <a:pt x="120" y="184"/>
                  </a:lnTo>
                  <a:lnTo>
                    <a:pt x="118" y="184"/>
                  </a:lnTo>
                  <a:lnTo>
                    <a:pt x="118" y="184"/>
                  </a:lnTo>
                  <a:lnTo>
                    <a:pt x="118" y="184"/>
                  </a:lnTo>
                  <a:lnTo>
                    <a:pt x="114" y="184"/>
                  </a:lnTo>
                  <a:lnTo>
                    <a:pt x="111" y="186"/>
                  </a:lnTo>
                  <a:lnTo>
                    <a:pt x="109" y="186"/>
                  </a:lnTo>
                  <a:lnTo>
                    <a:pt x="103" y="184"/>
                  </a:lnTo>
                  <a:lnTo>
                    <a:pt x="103" y="186"/>
                  </a:lnTo>
                  <a:lnTo>
                    <a:pt x="101" y="186"/>
                  </a:lnTo>
                  <a:lnTo>
                    <a:pt x="101" y="186"/>
                  </a:lnTo>
                  <a:lnTo>
                    <a:pt x="101" y="186"/>
                  </a:lnTo>
                  <a:lnTo>
                    <a:pt x="101" y="188"/>
                  </a:lnTo>
                  <a:lnTo>
                    <a:pt x="101" y="188"/>
                  </a:lnTo>
                  <a:lnTo>
                    <a:pt x="101" y="188"/>
                  </a:lnTo>
                  <a:lnTo>
                    <a:pt x="99" y="190"/>
                  </a:lnTo>
                  <a:lnTo>
                    <a:pt x="99" y="190"/>
                  </a:lnTo>
                  <a:lnTo>
                    <a:pt x="99" y="192"/>
                  </a:lnTo>
                  <a:lnTo>
                    <a:pt x="97" y="192"/>
                  </a:lnTo>
                  <a:lnTo>
                    <a:pt x="97" y="192"/>
                  </a:lnTo>
                  <a:lnTo>
                    <a:pt x="99" y="196"/>
                  </a:lnTo>
                  <a:lnTo>
                    <a:pt x="99" y="198"/>
                  </a:lnTo>
                  <a:lnTo>
                    <a:pt x="99" y="199"/>
                  </a:lnTo>
                  <a:lnTo>
                    <a:pt x="97" y="199"/>
                  </a:lnTo>
                  <a:lnTo>
                    <a:pt x="97" y="201"/>
                  </a:lnTo>
                  <a:lnTo>
                    <a:pt x="97" y="201"/>
                  </a:lnTo>
                  <a:lnTo>
                    <a:pt x="97" y="201"/>
                  </a:lnTo>
                  <a:lnTo>
                    <a:pt x="95" y="201"/>
                  </a:lnTo>
                  <a:lnTo>
                    <a:pt x="93" y="199"/>
                  </a:lnTo>
                  <a:lnTo>
                    <a:pt x="93" y="199"/>
                  </a:lnTo>
                  <a:lnTo>
                    <a:pt x="93" y="199"/>
                  </a:lnTo>
                  <a:lnTo>
                    <a:pt x="91" y="203"/>
                  </a:lnTo>
                  <a:lnTo>
                    <a:pt x="90" y="203"/>
                  </a:lnTo>
                  <a:lnTo>
                    <a:pt x="90" y="203"/>
                  </a:lnTo>
                  <a:lnTo>
                    <a:pt x="88" y="203"/>
                  </a:lnTo>
                  <a:lnTo>
                    <a:pt x="86" y="203"/>
                  </a:lnTo>
                  <a:lnTo>
                    <a:pt x="86" y="203"/>
                  </a:lnTo>
                  <a:lnTo>
                    <a:pt x="82" y="201"/>
                  </a:lnTo>
                  <a:lnTo>
                    <a:pt x="82" y="201"/>
                  </a:lnTo>
                  <a:lnTo>
                    <a:pt x="80" y="201"/>
                  </a:lnTo>
                  <a:lnTo>
                    <a:pt x="80" y="199"/>
                  </a:lnTo>
                  <a:lnTo>
                    <a:pt x="80" y="199"/>
                  </a:lnTo>
                  <a:lnTo>
                    <a:pt x="78" y="198"/>
                  </a:lnTo>
                  <a:lnTo>
                    <a:pt x="76" y="198"/>
                  </a:lnTo>
                  <a:lnTo>
                    <a:pt x="74" y="196"/>
                  </a:lnTo>
                  <a:lnTo>
                    <a:pt x="72" y="196"/>
                  </a:lnTo>
                  <a:lnTo>
                    <a:pt x="72" y="198"/>
                  </a:lnTo>
                  <a:lnTo>
                    <a:pt x="72" y="198"/>
                  </a:lnTo>
                  <a:lnTo>
                    <a:pt x="74" y="203"/>
                  </a:lnTo>
                  <a:lnTo>
                    <a:pt x="74" y="203"/>
                  </a:lnTo>
                  <a:lnTo>
                    <a:pt x="74" y="205"/>
                  </a:lnTo>
                  <a:lnTo>
                    <a:pt x="74" y="207"/>
                  </a:lnTo>
                  <a:lnTo>
                    <a:pt x="74" y="209"/>
                  </a:lnTo>
                  <a:lnTo>
                    <a:pt x="74" y="211"/>
                  </a:lnTo>
                  <a:lnTo>
                    <a:pt x="74" y="211"/>
                  </a:lnTo>
                  <a:lnTo>
                    <a:pt x="76" y="211"/>
                  </a:lnTo>
                  <a:lnTo>
                    <a:pt x="78" y="211"/>
                  </a:lnTo>
                  <a:lnTo>
                    <a:pt x="80" y="211"/>
                  </a:lnTo>
                  <a:lnTo>
                    <a:pt x="82" y="211"/>
                  </a:lnTo>
                  <a:lnTo>
                    <a:pt x="82" y="211"/>
                  </a:lnTo>
                  <a:lnTo>
                    <a:pt x="84" y="211"/>
                  </a:lnTo>
                  <a:lnTo>
                    <a:pt x="84" y="211"/>
                  </a:lnTo>
                  <a:lnTo>
                    <a:pt x="86" y="211"/>
                  </a:lnTo>
                  <a:lnTo>
                    <a:pt x="86" y="211"/>
                  </a:lnTo>
                  <a:lnTo>
                    <a:pt x="88" y="211"/>
                  </a:lnTo>
                  <a:lnTo>
                    <a:pt x="88" y="213"/>
                  </a:lnTo>
                  <a:lnTo>
                    <a:pt x="88" y="213"/>
                  </a:lnTo>
                  <a:lnTo>
                    <a:pt x="86" y="215"/>
                  </a:lnTo>
                  <a:lnTo>
                    <a:pt x="86" y="217"/>
                  </a:lnTo>
                  <a:lnTo>
                    <a:pt x="86" y="218"/>
                  </a:lnTo>
                  <a:lnTo>
                    <a:pt x="86" y="218"/>
                  </a:lnTo>
                  <a:lnTo>
                    <a:pt x="86" y="220"/>
                  </a:lnTo>
                  <a:lnTo>
                    <a:pt x="86" y="222"/>
                  </a:lnTo>
                  <a:lnTo>
                    <a:pt x="84" y="222"/>
                  </a:lnTo>
                  <a:lnTo>
                    <a:pt x="84" y="224"/>
                  </a:lnTo>
                  <a:lnTo>
                    <a:pt x="82" y="224"/>
                  </a:lnTo>
                  <a:lnTo>
                    <a:pt x="78" y="224"/>
                  </a:lnTo>
                  <a:lnTo>
                    <a:pt x="78" y="224"/>
                  </a:lnTo>
                  <a:lnTo>
                    <a:pt x="76" y="222"/>
                  </a:lnTo>
                  <a:lnTo>
                    <a:pt x="76" y="222"/>
                  </a:lnTo>
                  <a:lnTo>
                    <a:pt x="74" y="220"/>
                  </a:lnTo>
                  <a:lnTo>
                    <a:pt x="74" y="218"/>
                  </a:lnTo>
                  <a:lnTo>
                    <a:pt x="72" y="218"/>
                  </a:lnTo>
                  <a:lnTo>
                    <a:pt x="72" y="217"/>
                  </a:lnTo>
                  <a:lnTo>
                    <a:pt x="70" y="217"/>
                  </a:lnTo>
                  <a:lnTo>
                    <a:pt x="70" y="215"/>
                  </a:lnTo>
                  <a:lnTo>
                    <a:pt x="70" y="213"/>
                  </a:lnTo>
                  <a:lnTo>
                    <a:pt x="70" y="213"/>
                  </a:lnTo>
                  <a:lnTo>
                    <a:pt x="69" y="213"/>
                  </a:lnTo>
                  <a:lnTo>
                    <a:pt x="69" y="213"/>
                  </a:lnTo>
                  <a:lnTo>
                    <a:pt x="69" y="213"/>
                  </a:lnTo>
                  <a:lnTo>
                    <a:pt x="69" y="217"/>
                  </a:lnTo>
                  <a:lnTo>
                    <a:pt x="69" y="220"/>
                  </a:lnTo>
                  <a:lnTo>
                    <a:pt x="69" y="220"/>
                  </a:lnTo>
                  <a:lnTo>
                    <a:pt x="69" y="222"/>
                  </a:lnTo>
                  <a:lnTo>
                    <a:pt x="69" y="224"/>
                  </a:lnTo>
                  <a:lnTo>
                    <a:pt x="67" y="232"/>
                  </a:lnTo>
                  <a:lnTo>
                    <a:pt x="63" y="236"/>
                  </a:lnTo>
                  <a:lnTo>
                    <a:pt x="63" y="237"/>
                  </a:lnTo>
                  <a:lnTo>
                    <a:pt x="63" y="237"/>
                  </a:lnTo>
                  <a:lnTo>
                    <a:pt x="63" y="239"/>
                  </a:lnTo>
                  <a:lnTo>
                    <a:pt x="63" y="239"/>
                  </a:lnTo>
                  <a:lnTo>
                    <a:pt x="63" y="241"/>
                  </a:lnTo>
                  <a:lnTo>
                    <a:pt x="72" y="243"/>
                  </a:lnTo>
                  <a:lnTo>
                    <a:pt x="74" y="243"/>
                  </a:lnTo>
                  <a:lnTo>
                    <a:pt x="74" y="245"/>
                  </a:lnTo>
                  <a:lnTo>
                    <a:pt x="74" y="247"/>
                  </a:lnTo>
                  <a:lnTo>
                    <a:pt x="74" y="249"/>
                  </a:lnTo>
                  <a:lnTo>
                    <a:pt x="72" y="251"/>
                  </a:lnTo>
                  <a:lnTo>
                    <a:pt x="69" y="255"/>
                  </a:lnTo>
                  <a:lnTo>
                    <a:pt x="67" y="256"/>
                  </a:lnTo>
                  <a:lnTo>
                    <a:pt x="67" y="256"/>
                  </a:lnTo>
                  <a:lnTo>
                    <a:pt x="67" y="258"/>
                  </a:lnTo>
                  <a:lnTo>
                    <a:pt x="67" y="260"/>
                  </a:lnTo>
                  <a:lnTo>
                    <a:pt x="67" y="262"/>
                  </a:lnTo>
                  <a:lnTo>
                    <a:pt x="65" y="262"/>
                  </a:lnTo>
                  <a:lnTo>
                    <a:pt x="65" y="264"/>
                  </a:lnTo>
                  <a:lnTo>
                    <a:pt x="65" y="264"/>
                  </a:lnTo>
                  <a:lnTo>
                    <a:pt x="67" y="264"/>
                  </a:lnTo>
                  <a:lnTo>
                    <a:pt x="67" y="264"/>
                  </a:lnTo>
                  <a:lnTo>
                    <a:pt x="70" y="264"/>
                  </a:lnTo>
                  <a:lnTo>
                    <a:pt x="72" y="264"/>
                  </a:lnTo>
                  <a:lnTo>
                    <a:pt x="74" y="266"/>
                  </a:lnTo>
                  <a:lnTo>
                    <a:pt x="76" y="266"/>
                  </a:lnTo>
                  <a:lnTo>
                    <a:pt x="78" y="268"/>
                  </a:lnTo>
                  <a:lnTo>
                    <a:pt x="78" y="268"/>
                  </a:lnTo>
                  <a:lnTo>
                    <a:pt x="78" y="270"/>
                  </a:lnTo>
                  <a:lnTo>
                    <a:pt x="78" y="275"/>
                  </a:lnTo>
                  <a:lnTo>
                    <a:pt x="80" y="277"/>
                  </a:lnTo>
                  <a:lnTo>
                    <a:pt x="80" y="279"/>
                  </a:lnTo>
                  <a:lnTo>
                    <a:pt x="80" y="281"/>
                  </a:lnTo>
                  <a:lnTo>
                    <a:pt x="82" y="281"/>
                  </a:lnTo>
                  <a:lnTo>
                    <a:pt x="82" y="283"/>
                  </a:lnTo>
                  <a:lnTo>
                    <a:pt x="84" y="285"/>
                  </a:lnTo>
                  <a:lnTo>
                    <a:pt x="86" y="285"/>
                  </a:lnTo>
                  <a:lnTo>
                    <a:pt x="86" y="287"/>
                  </a:lnTo>
                  <a:lnTo>
                    <a:pt x="86" y="287"/>
                  </a:lnTo>
                  <a:lnTo>
                    <a:pt x="86" y="289"/>
                  </a:lnTo>
                  <a:lnTo>
                    <a:pt x="86" y="289"/>
                  </a:lnTo>
                  <a:lnTo>
                    <a:pt x="84" y="291"/>
                  </a:lnTo>
                  <a:lnTo>
                    <a:pt x="80" y="302"/>
                  </a:lnTo>
                  <a:lnTo>
                    <a:pt x="80" y="306"/>
                  </a:lnTo>
                  <a:lnTo>
                    <a:pt x="80" y="308"/>
                  </a:lnTo>
                  <a:lnTo>
                    <a:pt x="80" y="310"/>
                  </a:lnTo>
                  <a:lnTo>
                    <a:pt x="80" y="312"/>
                  </a:lnTo>
                  <a:lnTo>
                    <a:pt x="82" y="314"/>
                  </a:lnTo>
                  <a:lnTo>
                    <a:pt x="84" y="315"/>
                  </a:lnTo>
                  <a:lnTo>
                    <a:pt x="84" y="319"/>
                  </a:lnTo>
                  <a:lnTo>
                    <a:pt x="84" y="321"/>
                  </a:lnTo>
                  <a:lnTo>
                    <a:pt x="84" y="323"/>
                  </a:lnTo>
                  <a:lnTo>
                    <a:pt x="84" y="325"/>
                  </a:lnTo>
                  <a:lnTo>
                    <a:pt x="82" y="327"/>
                  </a:lnTo>
                  <a:lnTo>
                    <a:pt x="82" y="327"/>
                  </a:lnTo>
                  <a:lnTo>
                    <a:pt x="80" y="329"/>
                  </a:lnTo>
                  <a:lnTo>
                    <a:pt x="80" y="329"/>
                  </a:lnTo>
                  <a:lnTo>
                    <a:pt x="80" y="331"/>
                  </a:lnTo>
                  <a:lnTo>
                    <a:pt x="78" y="334"/>
                  </a:lnTo>
                  <a:lnTo>
                    <a:pt x="78" y="336"/>
                  </a:lnTo>
                  <a:lnTo>
                    <a:pt x="76" y="338"/>
                  </a:lnTo>
                  <a:lnTo>
                    <a:pt x="76" y="338"/>
                  </a:lnTo>
                  <a:lnTo>
                    <a:pt x="72" y="342"/>
                  </a:lnTo>
                  <a:lnTo>
                    <a:pt x="72" y="342"/>
                  </a:lnTo>
                  <a:lnTo>
                    <a:pt x="70" y="342"/>
                  </a:lnTo>
                  <a:lnTo>
                    <a:pt x="69" y="342"/>
                  </a:lnTo>
                  <a:lnTo>
                    <a:pt x="63" y="346"/>
                  </a:lnTo>
                  <a:lnTo>
                    <a:pt x="61" y="346"/>
                  </a:lnTo>
                  <a:lnTo>
                    <a:pt x="57" y="348"/>
                  </a:lnTo>
                  <a:lnTo>
                    <a:pt x="55" y="350"/>
                  </a:lnTo>
                  <a:lnTo>
                    <a:pt x="50" y="355"/>
                  </a:lnTo>
                  <a:lnTo>
                    <a:pt x="48" y="355"/>
                  </a:lnTo>
                  <a:lnTo>
                    <a:pt x="46" y="363"/>
                  </a:lnTo>
                  <a:lnTo>
                    <a:pt x="46" y="363"/>
                  </a:lnTo>
                  <a:lnTo>
                    <a:pt x="46" y="365"/>
                  </a:lnTo>
                  <a:lnTo>
                    <a:pt x="46" y="365"/>
                  </a:lnTo>
                  <a:lnTo>
                    <a:pt x="46" y="367"/>
                  </a:lnTo>
                  <a:lnTo>
                    <a:pt x="48" y="367"/>
                  </a:lnTo>
                  <a:lnTo>
                    <a:pt x="48" y="367"/>
                  </a:lnTo>
                  <a:lnTo>
                    <a:pt x="51" y="367"/>
                  </a:lnTo>
                  <a:lnTo>
                    <a:pt x="53" y="369"/>
                  </a:lnTo>
                  <a:lnTo>
                    <a:pt x="55" y="369"/>
                  </a:lnTo>
                  <a:lnTo>
                    <a:pt x="57" y="369"/>
                  </a:lnTo>
                  <a:lnTo>
                    <a:pt x="57" y="369"/>
                  </a:lnTo>
                  <a:lnTo>
                    <a:pt x="59" y="369"/>
                  </a:lnTo>
                  <a:lnTo>
                    <a:pt x="59" y="371"/>
                  </a:lnTo>
                  <a:lnTo>
                    <a:pt x="61" y="371"/>
                  </a:lnTo>
                  <a:lnTo>
                    <a:pt x="61" y="372"/>
                  </a:lnTo>
                  <a:lnTo>
                    <a:pt x="63" y="372"/>
                  </a:lnTo>
                  <a:lnTo>
                    <a:pt x="63" y="374"/>
                  </a:lnTo>
                  <a:lnTo>
                    <a:pt x="63" y="374"/>
                  </a:lnTo>
                  <a:lnTo>
                    <a:pt x="59" y="376"/>
                  </a:lnTo>
                  <a:lnTo>
                    <a:pt x="53" y="380"/>
                  </a:lnTo>
                  <a:lnTo>
                    <a:pt x="48" y="382"/>
                  </a:lnTo>
                  <a:lnTo>
                    <a:pt x="40" y="386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36" y="384"/>
                  </a:lnTo>
                  <a:lnTo>
                    <a:pt x="34" y="384"/>
                  </a:lnTo>
                  <a:lnTo>
                    <a:pt x="32" y="384"/>
                  </a:lnTo>
                  <a:lnTo>
                    <a:pt x="32" y="384"/>
                  </a:lnTo>
                  <a:lnTo>
                    <a:pt x="30" y="386"/>
                  </a:lnTo>
                  <a:lnTo>
                    <a:pt x="30" y="386"/>
                  </a:lnTo>
                  <a:lnTo>
                    <a:pt x="29" y="386"/>
                  </a:lnTo>
                  <a:lnTo>
                    <a:pt x="27" y="388"/>
                  </a:lnTo>
                  <a:lnTo>
                    <a:pt x="29" y="393"/>
                  </a:lnTo>
                  <a:lnTo>
                    <a:pt x="30" y="401"/>
                  </a:lnTo>
                  <a:lnTo>
                    <a:pt x="30" y="403"/>
                  </a:lnTo>
                  <a:lnTo>
                    <a:pt x="30" y="405"/>
                  </a:lnTo>
                  <a:lnTo>
                    <a:pt x="30" y="405"/>
                  </a:lnTo>
                  <a:lnTo>
                    <a:pt x="32" y="405"/>
                  </a:lnTo>
                  <a:lnTo>
                    <a:pt x="32" y="405"/>
                  </a:lnTo>
                  <a:lnTo>
                    <a:pt x="32" y="403"/>
                  </a:lnTo>
                  <a:lnTo>
                    <a:pt x="34" y="403"/>
                  </a:lnTo>
                  <a:lnTo>
                    <a:pt x="34" y="403"/>
                  </a:lnTo>
                  <a:lnTo>
                    <a:pt x="36" y="405"/>
                  </a:lnTo>
                  <a:lnTo>
                    <a:pt x="38" y="407"/>
                  </a:lnTo>
                  <a:lnTo>
                    <a:pt x="40" y="409"/>
                  </a:lnTo>
                  <a:lnTo>
                    <a:pt x="40" y="411"/>
                  </a:lnTo>
                  <a:lnTo>
                    <a:pt x="32" y="426"/>
                  </a:lnTo>
                  <a:lnTo>
                    <a:pt x="30" y="428"/>
                  </a:lnTo>
                  <a:lnTo>
                    <a:pt x="30" y="428"/>
                  </a:lnTo>
                  <a:lnTo>
                    <a:pt x="29" y="430"/>
                  </a:lnTo>
                  <a:lnTo>
                    <a:pt x="29" y="430"/>
                  </a:lnTo>
                  <a:lnTo>
                    <a:pt x="27" y="430"/>
                  </a:lnTo>
                  <a:lnTo>
                    <a:pt x="27" y="430"/>
                  </a:lnTo>
                  <a:lnTo>
                    <a:pt x="25" y="430"/>
                  </a:lnTo>
                  <a:lnTo>
                    <a:pt x="23" y="430"/>
                  </a:lnTo>
                  <a:lnTo>
                    <a:pt x="23" y="430"/>
                  </a:lnTo>
                  <a:lnTo>
                    <a:pt x="15" y="435"/>
                  </a:lnTo>
                  <a:lnTo>
                    <a:pt x="11" y="439"/>
                  </a:lnTo>
                  <a:lnTo>
                    <a:pt x="11" y="441"/>
                  </a:lnTo>
                  <a:lnTo>
                    <a:pt x="10" y="441"/>
                  </a:lnTo>
                  <a:lnTo>
                    <a:pt x="10" y="441"/>
                  </a:lnTo>
                  <a:lnTo>
                    <a:pt x="8" y="441"/>
                  </a:lnTo>
                  <a:lnTo>
                    <a:pt x="2" y="439"/>
                  </a:lnTo>
                  <a:lnTo>
                    <a:pt x="2" y="439"/>
                  </a:lnTo>
                  <a:lnTo>
                    <a:pt x="2" y="439"/>
                  </a:lnTo>
                  <a:lnTo>
                    <a:pt x="0" y="439"/>
                  </a:lnTo>
                  <a:lnTo>
                    <a:pt x="0" y="441"/>
                  </a:lnTo>
                  <a:lnTo>
                    <a:pt x="0" y="443"/>
                  </a:lnTo>
                  <a:lnTo>
                    <a:pt x="0" y="443"/>
                  </a:lnTo>
                  <a:lnTo>
                    <a:pt x="0" y="445"/>
                  </a:lnTo>
                  <a:lnTo>
                    <a:pt x="4" y="449"/>
                  </a:lnTo>
                  <a:lnTo>
                    <a:pt x="6" y="450"/>
                  </a:lnTo>
                  <a:lnTo>
                    <a:pt x="8" y="450"/>
                  </a:lnTo>
                  <a:lnTo>
                    <a:pt x="8" y="450"/>
                  </a:lnTo>
                  <a:lnTo>
                    <a:pt x="11" y="450"/>
                  </a:lnTo>
                  <a:lnTo>
                    <a:pt x="15" y="450"/>
                  </a:lnTo>
                  <a:lnTo>
                    <a:pt x="17" y="450"/>
                  </a:lnTo>
                  <a:lnTo>
                    <a:pt x="19" y="450"/>
                  </a:lnTo>
                  <a:lnTo>
                    <a:pt x="19" y="452"/>
                  </a:lnTo>
                  <a:lnTo>
                    <a:pt x="19" y="452"/>
                  </a:lnTo>
                  <a:lnTo>
                    <a:pt x="19" y="454"/>
                  </a:lnTo>
                  <a:lnTo>
                    <a:pt x="19" y="454"/>
                  </a:lnTo>
                  <a:lnTo>
                    <a:pt x="19" y="456"/>
                  </a:lnTo>
                  <a:lnTo>
                    <a:pt x="17" y="456"/>
                  </a:lnTo>
                  <a:lnTo>
                    <a:pt x="17" y="458"/>
                  </a:lnTo>
                  <a:lnTo>
                    <a:pt x="15" y="458"/>
                  </a:lnTo>
                  <a:lnTo>
                    <a:pt x="13" y="458"/>
                  </a:lnTo>
                  <a:lnTo>
                    <a:pt x="11" y="460"/>
                  </a:lnTo>
                  <a:lnTo>
                    <a:pt x="10" y="460"/>
                  </a:lnTo>
                  <a:lnTo>
                    <a:pt x="10" y="458"/>
                  </a:lnTo>
                  <a:lnTo>
                    <a:pt x="8" y="458"/>
                  </a:lnTo>
                  <a:lnTo>
                    <a:pt x="8" y="458"/>
                  </a:lnTo>
                  <a:lnTo>
                    <a:pt x="6" y="456"/>
                  </a:lnTo>
                  <a:lnTo>
                    <a:pt x="6" y="456"/>
                  </a:lnTo>
                  <a:lnTo>
                    <a:pt x="4" y="456"/>
                  </a:lnTo>
                  <a:lnTo>
                    <a:pt x="4" y="456"/>
                  </a:lnTo>
                  <a:lnTo>
                    <a:pt x="4" y="456"/>
                  </a:lnTo>
                  <a:lnTo>
                    <a:pt x="4" y="458"/>
                  </a:lnTo>
                  <a:lnTo>
                    <a:pt x="2" y="460"/>
                  </a:lnTo>
                  <a:lnTo>
                    <a:pt x="2" y="462"/>
                  </a:lnTo>
                  <a:lnTo>
                    <a:pt x="2" y="464"/>
                  </a:lnTo>
                  <a:lnTo>
                    <a:pt x="2" y="466"/>
                  </a:lnTo>
                  <a:lnTo>
                    <a:pt x="4" y="468"/>
                  </a:lnTo>
                  <a:lnTo>
                    <a:pt x="2" y="469"/>
                  </a:lnTo>
                  <a:lnTo>
                    <a:pt x="4" y="471"/>
                  </a:lnTo>
                  <a:lnTo>
                    <a:pt x="4" y="471"/>
                  </a:lnTo>
                  <a:lnTo>
                    <a:pt x="6" y="473"/>
                  </a:lnTo>
                  <a:lnTo>
                    <a:pt x="6" y="473"/>
                  </a:lnTo>
                  <a:lnTo>
                    <a:pt x="8" y="475"/>
                  </a:lnTo>
                  <a:lnTo>
                    <a:pt x="8" y="477"/>
                  </a:lnTo>
                  <a:lnTo>
                    <a:pt x="8" y="479"/>
                  </a:lnTo>
                  <a:lnTo>
                    <a:pt x="8" y="481"/>
                  </a:lnTo>
                  <a:lnTo>
                    <a:pt x="8" y="481"/>
                  </a:lnTo>
                  <a:lnTo>
                    <a:pt x="10" y="483"/>
                  </a:lnTo>
                  <a:lnTo>
                    <a:pt x="10" y="485"/>
                  </a:lnTo>
                  <a:lnTo>
                    <a:pt x="10" y="485"/>
                  </a:lnTo>
                  <a:lnTo>
                    <a:pt x="10" y="488"/>
                  </a:lnTo>
                  <a:lnTo>
                    <a:pt x="10" y="496"/>
                  </a:lnTo>
                  <a:lnTo>
                    <a:pt x="11" y="496"/>
                  </a:lnTo>
                  <a:lnTo>
                    <a:pt x="13" y="498"/>
                  </a:lnTo>
                  <a:lnTo>
                    <a:pt x="15" y="498"/>
                  </a:lnTo>
                  <a:lnTo>
                    <a:pt x="17" y="498"/>
                  </a:lnTo>
                  <a:lnTo>
                    <a:pt x="19" y="498"/>
                  </a:lnTo>
                  <a:lnTo>
                    <a:pt x="21" y="498"/>
                  </a:lnTo>
                  <a:lnTo>
                    <a:pt x="23" y="496"/>
                  </a:lnTo>
                  <a:lnTo>
                    <a:pt x="23" y="496"/>
                  </a:lnTo>
                  <a:lnTo>
                    <a:pt x="23" y="496"/>
                  </a:lnTo>
                  <a:lnTo>
                    <a:pt x="23" y="494"/>
                  </a:lnTo>
                  <a:lnTo>
                    <a:pt x="23" y="494"/>
                  </a:lnTo>
                  <a:lnTo>
                    <a:pt x="25" y="494"/>
                  </a:lnTo>
                  <a:lnTo>
                    <a:pt x="25" y="494"/>
                  </a:lnTo>
                  <a:lnTo>
                    <a:pt x="27" y="494"/>
                  </a:lnTo>
                  <a:lnTo>
                    <a:pt x="29" y="492"/>
                  </a:lnTo>
                  <a:lnTo>
                    <a:pt x="29" y="492"/>
                  </a:lnTo>
                  <a:lnTo>
                    <a:pt x="32" y="488"/>
                  </a:lnTo>
                  <a:lnTo>
                    <a:pt x="34" y="488"/>
                  </a:lnTo>
                  <a:lnTo>
                    <a:pt x="36" y="490"/>
                  </a:lnTo>
                  <a:lnTo>
                    <a:pt x="42" y="496"/>
                  </a:lnTo>
                  <a:lnTo>
                    <a:pt x="42" y="500"/>
                  </a:lnTo>
                  <a:lnTo>
                    <a:pt x="42" y="500"/>
                  </a:lnTo>
                  <a:lnTo>
                    <a:pt x="42" y="509"/>
                  </a:lnTo>
                  <a:lnTo>
                    <a:pt x="42" y="511"/>
                  </a:lnTo>
                  <a:lnTo>
                    <a:pt x="42" y="511"/>
                  </a:lnTo>
                  <a:lnTo>
                    <a:pt x="44" y="513"/>
                  </a:lnTo>
                  <a:lnTo>
                    <a:pt x="44" y="515"/>
                  </a:lnTo>
                  <a:lnTo>
                    <a:pt x="44" y="517"/>
                  </a:lnTo>
                  <a:lnTo>
                    <a:pt x="44" y="519"/>
                  </a:lnTo>
                  <a:lnTo>
                    <a:pt x="46" y="519"/>
                  </a:lnTo>
                  <a:lnTo>
                    <a:pt x="46" y="521"/>
                  </a:lnTo>
                  <a:lnTo>
                    <a:pt x="48" y="521"/>
                  </a:lnTo>
                  <a:lnTo>
                    <a:pt x="51" y="525"/>
                  </a:lnTo>
                  <a:lnTo>
                    <a:pt x="53" y="525"/>
                  </a:lnTo>
                  <a:lnTo>
                    <a:pt x="57" y="527"/>
                  </a:lnTo>
                  <a:lnTo>
                    <a:pt x="59" y="527"/>
                  </a:lnTo>
                  <a:lnTo>
                    <a:pt x="59" y="528"/>
                  </a:lnTo>
                  <a:lnTo>
                    <a:pt x="61" y="528"/>
                  </a:lnTo>
                  <a:lnTo>
                    <a:pt x="63" y="530"/>
                  </a:lnTo>
                  <a:lnTo>
                    <a:pt x="65" y="530"/>
                  </a:lnTo>
                  <a:lnTo>
                    <a:pt x="67" y="530"/>
                  </a:lnTo>
                  <a:lnTo>
                    <a:pt x="76" y="528"/>
                  </a:lnTo>
                  <a:lnTo>
                    <a:pt x="76" y="528"/>
                  </a:lnTo>
                  <a:lnTo>
                    <a:pt x="80" y="530"/>
                  </a:lnTo>
                  <a:lnTo>
                    <a:pt x="80" y="530"/>
                  </a:lnTo>
                  <a:lnTo>
                    <a:pt x="82" y="530"/>
                  </a:lnTo>
                  <a:lnTo>
                    <a:pt x="82" y="532"/>
                  </a:lnTo>
                  <a:lnTo>
                    <a:pt x="84" y="532"/>
                  </a:lnTo>
                  <a:lnTo>
                    <a:pt x="86" y="532"/>
                  </a:lnTo>
                  <a:lnTo>
                    <a:pt x="90" y="534"/>
                  </a:lnTo>
                  <a:lnTo>
                    <a:pt x="90" y="534"/>
                  </a:lnTo>
                  <a:lnTo>
                    <a:pt x="93" y="534"/>
                  </a:lnTo>
                  <a:lnTo>
                    <a:pt x="93" y="536"/>
                  </a:lnTo>
                  <a:lnTo>
                    <a:pt x="95" y="538"/>
                  </a:lnTo>
                  <a:lnTo>
                    <a:pt x="99" y="542"/>
                  </a:lnTo>
                  <a:lnTo>
                    <a:pt x="99" y="546"/>
                  </a:lnTo>
                  <a:lnTo>
                    <a:pt x="101" y="546"/>
                  </a:lnTo>
                  <a:lnTo>
                    <a:pt x="101" y="547"/>
                  </a:lnTo>
                  <a:lnTo>
                    <a:pt x="103" y="547"/>
                  </a:lnTo>
                  <a:lnTo>
                    <a:pt x="103" y="547"/>
                  </a:lnTo>
                  <a:lnTo>
                    <a:pt x="109" y="551"/>
                  </a:lnTo>
                  <a:lnTo>
                    <a:pt x="118" y="553"/>
                  </a:lnTo>
                  <a:lnTo>
                    <a:pt x="122" y="551"/>
                  </a:lnTo>
                  <a:lnTo>
                    <a:pt x="122" y="553"/>
                  </a:lnTo>
                  <a:lnTo>
                    <a:pt x="124" y="553"/>
                  </a:lnTo>
                  <a:lnTo>
                    <a:pt x="124" y="553"/>
                  </a:lnTo>
                  <a:lnTo>
                    <a:pt x="133" y="553"/>
                  </a:lnTo>
                  <a:lnTo>
                    <a:pt x="137" y="553"/>
                  </a:lnTo>
                  <a:lnTo>
                    <a:pt x="139" y="553"/>
                  </a:lnTo>
                  <a:lnTo>
                    <a:pt x="141" y="553"/>
                  </a:lnTo>
                  <a:lnTo>
                    <a:pt x="145" y="553"/>
                  </a:lnTo>
                  <a:lnTo>
                    <a:pt x="145" y="551"/>
                  </a:lnTo>
                  <a:lnTo>
                    <a:pt x="147" y="551"/>
                  </a:lnTo>
                  <a:lnTo>
                    <a:pt x="151" y="553"/>
                  </a:lnTo>
                  <a:lnTo>
                    <a:pt x="154" y="553"/>
                  </a:lnTo>
                  <a:lnTo>
                    <a:pt x="164" y="553"/>
                  </a:lnTo>
                  <a:lnTo>
                    <a:pt x="170" y="551"/>
                  </a:lnTo>
                  <a:lnTo>
                    <a:pt x="173" y="551"/>
                  </a:lnTo>
                  <a:lnTo>
                    <a:pt x="175" y="551"/>
                  </a:lnTo>
                  <a:lnTo>
                    <a:pt x="177" y="551"/>
                  </a:lnTo>
                  <a:lnTo>
                    <a:pt x="181" y="553"/>
                  </a:lnTo>
                  <a:lnTo>
                    <a:pt x="185" y="553"/>
                  </a:lnTo>
                  <a:lnTo>
                    <a:pt x="187" y="553"/>
                  </a:lnTo>
                  <a:lnTo>
                    <a:pt x="187" y="553"/>
                  </a:lnTo>
                  <a:lnTo>
                    <a:pt x="189" y="553"/>
                  </a:lnTo>
                  <a:lnTo>
                    <a:pt x="189" y="553"/>
                  </a:lnTo>
                  <a:lnTo>
                    <a:pt x="191" y="555"/>
                  </a:lnTo>
                  <a:lnTo>
                    <a:pt x="192" y="557"/>
                  </a:lnTo>
                  <a:lnTo>
                    <a:pt x="194" y="563"/>
                  </a:lnTo>
                  <a:lnTo>
                    <a:pt x="194" y="566"/>
                  </a:lnTo>
                  <a:lnTo>
                    <a:pt x="194" y="570"/>
                  </a:lnTo>
                  <a:lnTo>
                    <a:pt x="194" y="572"/>
                  </a:lnTo>
                  <a:lnTo>
                    <a:pt x="194" y="572"/>
                  </a:lnTo>
                  <a:lnTo>
                    <a:pt x="192" y="572"/>
                  </a:lnTo>
                  <a:lnTo>
                    <a:pt x="192" y="572"/>
                  </a:lnTo>
                  <a:lnTo>
                    <a:pt x="192" y="572"/>
                  </a:lnTo>
                  <a:lnTo>
                    <a:pt x="191" y="574"/>
                  </a:lnTo>
                  <a:lnTo>
                    <a:pt x="191" y="574"/>
                  </a:lnTo>
                  <a:lnTo>
                    <a:pt x="191" y="574"/>
                  </a:lnTo>
                  <a:lnTo>
                    <a:pt x="191" y="574"/>
                  </a:lnTo>
                  <a:lnTo>
                    <a:pt x="191" y="574"/>
                  </a:lnTo>
                  <a:lnTo>
                    <a:pt x="192" y="574"/>
                  </a:lnTo>
                  <a:lnTo>
                    <a:pt x="194" y="580"/>
                  </a:lnTo>
                  <a:lnTo>
                    <a:pt x="196" y="582"/>
                  </a:lnTo>
                  <a:lnTo>
                    <a:pt x="198" y="582"/>
                  </a:lnTo>
                  <a:lnTo>
                    <a:pt x="208" y="584"/>
                  </a:lnTo>
                  <a:lnTo>
                    <a:pt x="212" y="582"/>
                  </a:lnTo>
                  <a:lnTo>
                    <a:pt x="217" y="582"/>
                  </a:lnTo>
                  <a:lnTo>
                    <a:pt x="219" y="580"/>
                  </a:lnTo>
                  <a:lnTo>
                    <a:pt x="221" y="580"/>
                  </a:lnTo>
                  <a:lnTo>
                    <a:pt x="223" y="578"/>
                  </a:lnTo>
                  <a:lnTo>
                    <a:pt x="225" y="576"/>
                  </a:lnTo>
                  <a:lnTo>
                    <a:pt x="227" y="574"/>
                  </a:lnTo>
                  <a:lnTo>
                    <a:pt x="227" y="572"/>
                  </a:lnTo>
                  <a:lnTo>
                    <a:pt x="231" y="570"/>
                  </a:lnTo>
                  <a:lnTo>
                    <a:pt x="232" y="570"/>
                  </a:lnTo>
                  <a:lnTo>
                    <a:pt x="238" y="570"/>
                  </a:lnTo>
                  <a:lnTo>
                    <a:pt x="240" y="570"/>
                  </a:lnTo>
                  <a:lnTo>
                    <a:pt x="240" y="568"/>
                  </a:lnTo>
                  <a:lnTo>
                    <a:pt x="242" y="566"/>
                  </a:lnTo>
                  <a:lnTo>
                    <a:pt x="242" y="565"/>
                  </a:lnTo>
                  <a:lnTo>
                    <a:pt x="242" y="561"/>
                  </a:lnTo>
                  <a:lnTo>
                    <a:pt x="240" y="559"/>
                  </a:lnTo>
                  <a:lnTo>
                    <a:pt x="240" y="557"/>
                  </a:lnTo>
                  <a:lnTo>
                    <a:pt x="240" y="557"/>
                  </a:lnTo>
                  <a:lnTo>
                    <a:pt x="240" y="555"/>
                  </a:lnTo>
                  <a:lnTo>
                    <a:pt x="242" y="555"/>
                  </a:lnTo>
                  <a:lnTo>
                    <a:pt x="244" y="553"/>
                  </a:lnTo>
                  <a:lnTo>
                    <a:pt x="248" y="551"/>
                  </a:lnTo>
                  <a:lnTo>
                    <a:pt x="248" y="549"/>
                  </a:lnTo>
                  <a:lnTo>
                    <a:pt x="250" y="549"/>
                  </a:lnTo>
                  <a:lnTo>
                    <a:pt x="252" y="546"/>
                  </a:lnTo>
                  <a:lnTo>
                    <a:pt x="252" y="544"/>
                  </a:lnTo>
                  <a:lnTo>
                    <a:pt x="253" y="544"/>
                  </a:lnTo>
                  <a:lnTo>
                    <a:pt x="253" y="542"/>
                  </a:lnTo>
                  <a:lnTo>
                    <a:pt x="253" y="542"/>
                  </a:lnTo>
                  <a:lnTo>
                    <a:pt x="253" y="542"/>
                  </a:lnTo>
                  <a:lnTo>
                    <a:pt x="253" y="540"/>
                  </a:lnTo>
                  <a:lnTo>
                    <a:pt x="253" y="540"/>
                  </a:lnTo>
                  <a:lnTo>
                    <a:pt x="253" y="540"/>
                  </a:lnTo>
                  <a:lnTo>
                    <a:pt x="253" y="538"/>
                  </a:lnTo>
                  <a:lnTo>
                    <a:pt x="253" y="538"/>
                  </a:lnTo>
                  <a:lnTo>
                    <a:pt x="255" y="536"/>
                  </a:lnTo>
                  <a:lnTo>
                    <a:pt x="255" y="532"/>
                  </a:lnTo>
                  <a:lnTo>
                    <a:pt x="257" y="530"/>
                  </a:lnTo>
                  <a:lnTo>
                    <a:pt x="259" y="530"/>
                  </a:lnTo>
                  <a:lnTo>
                    <a:pt x="265" y="530"/>
                  </a:lnTo>
                  <a:lnTo>
                    <a:pt x="267" y="528"/>
                  </a:lnTo>
                  <a:lnTo>
                    <a:pt x="276" y="521"/>
                  </a:lnTo>
                  <a:lnTo>
                    <a:pt x="280" y="519"/>
                  </a:lnTo>
                  <a:lnTo>
                    <a:pt x="284" y="519"/>
                  </a:lnTo>
                  <a:lnTo>
                    <a:pt x="290" y="519"/>
                  </a:lnTo>
                  <a:lnTo>
                    <a:pt x="290" y="519"/>
                  </a:lnTo>
                  <a:lnTo>
                    <a:pt x="292" y="519"/>
                  </a:lnTo>
                  <a:lnTo>
                    <a:pt x="292" y="519"/>
                  </a:lnTo>
                  <a:lnTo>
                    <a:pt x="292" y="519"/>
                  </a:lnTo>
                  <a:lnTo>
                    <a:pt x="292" y="521"/>
                  </a:lnTo>
                  <a:lnTo>
                    <a:pt x="293" y="521"/>
                  </a:lnTo>
                  <a:lnTo>
                    <a:pt x="293" y="521"/>
                  </a:lnTo>
                  <a:lnTo>
                    <a:pt x="293" y="521"/>
                  </a:lnTo>
                  <a:lnTo>
                    <a:pt x="295" y="521"/>
                  </a:lnTo>
                  <a:lnTo>
                    <a:pt x="295" y="521"/>
                  </a:lnTo>
                  <a:lnTo>
                    <a:pt x="295" y="519"/>
                  </a:lnTo>
                  <a:lnTo>
                    <a:pt x="297" y="517"/>
                  </a:lnTo>
                  <a:lnTo>
                    <a:pt x="297" y="517"/>
                  </a:lnTo>
                  <a:lnTo>
                    <a:pt x="301" y="517"/>
                  </a:lnTo>
                  <a:lnTo>
                    <a:pt x="301" y="517"/>
                  </a:lnTo>
                  <a:lnTo>
                    <a:pt x="303" y="515"/>
                  </a:lnTo>
                  <a:lnTo>
                    <a:pt x="303" y="513"/>
                  </a:lnTo>
                  <a:lnTo>
                    <a:pt x="305" y="513"/>
                  </a:lnTo>
                  <a:lnTo>
                    <a:pt x="316" y="513"/>
                  </a:lnTo>
                  <a:lnTo>
                    <a:pt x="318" y="515"/>
                  </a:lnTo>
                  <a:lnTo>
                    <a:pt x="318" y="515"/>
                  </a:lnTo>
                  <a:lnTo>
                    <a:pt x="320" y="515"/>
                  </a:lnTo>
                  <a:lnTo>
                    <a:pt x="320" y="517"/>
                  </a:lnTo>
                  <a:lnTo>
                    <a:pt x="320" y="517"/>
                  </a:lnTo>
                  <a:lnTo>
                    <a:pt x="320" y="517"/>
                  </a:lnTo>
                  <a:lnTo>
                    <a:pt x="320" y="517"/>
                  </a:lnTo>
                  <a:lnTo>
                    <a:pt x="320" y="517"/>
                  </a:lnTo>
                  <a:lnTo>
                    <a:pt x="322" y="519"/>
                  </a:lnTo>
                  <a:lnTo>
                    <a:pt x="324" y="519"/>
                  </a:lnTo>
                  <a:lnTo>
                    <a:pt x="324" y="521"/>
                  </a:lnTo>
                  <a:lnTo>
                    <a:pt x="324" y="521"/>
                  </a:lnTo>
                  <a:lnTo>
                    <a:pt x="326" y="528"/>
                  </a:lnTo>
                  <a:lnTo>
                    <a:pt x="326" y="530"/>
                  </a:lnTo>
                  <a:lnTo>
                    <a:pt x="326" y="530"/>
                  </a:lnTo>
                  <a:lnTo>
                    <a:pt x="326" y="532"/>
                  </a:lnTo>
                  <a:lnTo>
                    <a:pt x="326" y="534"/>
                  </a:lnTo>
                  <a:lnTo>
                    <a:pt x="328" y="534"/>
                  </a:lnTo>
                  <a:lnTo>
                    <a:pt x="328" y="536"/>
                  </a:lnTo>
                  <a:lnTo>
                    <a:pt x="328" y="536"/>
                  </a:lnTo>
                  <a:lnTo>
                    <a:pt x="326" y="536"/>
                  </a:lnTo>
                  <a:lnTo>
                    <a:pt x="326" y="536"/>
                  </a:lnTo>
                  <a:lnTo>
                    <a:pt x="316" y="536"/>
                  </a:lnTo>
                  <a:lnTo>
                    <a:pt x="314" y="536"/>
                  </a:lnTo>
                  <a:lnTo>
                    <a:pt x="314" y="536"/>
                  </a:lnTo>
                  <a:lnTo>
                    <a:pt x="314" y="538"/>
                  </a:lnTo>
                  <a:lnTo>
                    <a:pt x="314" y="538"/>
                  </a:lnTo>
                  <a:lnTo>
                    <a:pt x="314" y="540"/>
                  </a:lnTo>
                  <a:lnTo>
                    <a:pt x="314" y="540"/>
                  </a:lnTo>
                  <a:lnTo>
                    <a:pt x="314" y="542"/>
                  </a:lnTo>
                  <a:lnTo>
                    <a:pt x="316" y="544"/>
                  </a:lnTo>
                  <a:lnTo>
                    <a:pt x="318" y="547"/>
                  </a:lnTo>
                  <a:lnTo>
                    <a:pt x="318" y="549"/>
                  </a:lnTo>
                  <a:lnTo>
                    <a:pt x="318" y="551"/>
                  </a:lnTo>
                  <a:lnTo>
                    <a:pt x="318" y="551"/>
                  </a:lnTo>
                  <a:lnTo>
                    <a:pt x="320" y="551"/>
                  </a:lnTo>
                  <a:lnTo>
                    <a:pt x="320" y="551"/>
                  </a:lnTo>
                  <a:lnTo>
                    <a:pt x="320" y="549"/>
                  </a:lnTo>
                  <a:lnTo>
                    <a:pt x="322" y="549"/>
                  </a:lnTo>
                  <a:lnTo>
                    <a:pt x="322" y="549"/>
                  </a:lnTo>
                  <a:lnTo>
                    <a:pt x="322" y="549"/>
                  </a:lnTo>
                  <a:lnTo>
                    <a:pt x="324" y="549"/>
                  </a:lnTo>
                  <a:lnTo>
                    <a:pt x="324" y="549"/>
                  </a:lnTo>
                  <a:lnTo>
                    <a:pt x="326" y="551"/>
                  </a:lnTo>
                  <a:lnTo>
                    <a:pt x="326" y="551"/>
                  </a:lnTo>
                  <a:lnTo>
                    <a:pt x="326" y="551"/>
                  </a:lnTo>
                  <a:lnTo>
                    <a:pt x="328" y="551"/>
                  </a:lnTo>
                  <a:lnTo>
                    <a:pt x="328" y="551"/>
                  </a:lnTo>
                  <a:lnTo>
                    <a:pt x="330" y="551"/>
                  </a:lnTo>
                  <a:lnTo>
                    <a:pt x="332" y="551"/>
                  </a:lnTo>
                  <a:lnTo>
                    <a:pt x="332" y="551"/>
                  </a:lnTo>
                  <a:lnTo>
                    <a:pt x="333" y="551"/>
                  </a:lnTo>
                  <a:lnTo>
                    <a:pt x="333" y="551"/>
                  </a:lnTo>
                  <a:lnTo>
                    <a:pt x="335" y="551"/>
                  </a:lnTo>
                  <a:lnTo>
                    <a:pt x="337" y="551"/>
                  </a:lnTo>
                  <a:lnTo>
                    <a:pt x="337" y="551"/>
                  </a:lnTo>
                  <a:lnTo>
                    <a:pt x="337" y="553"/>
                  </a:lnTo>
                  <a:lnTo>
                    <a:pt x="339" y="553"/>
                  </a:lnTo>
                  <a:lnTo>
                    <a:pt x="339" y="553"/>
                  </a:lnTo>
                  <a:lnTo>
                    <a:pt x="343" y="551"/>
                  </a:lnTo>
                  <a:lnTo>
                    <a:pt x="345" y="549"/>
                  </a:lnTo>
                  <a:lnTo>
                    <a:pt x="347" y="547"/>
                  </a:lnTo>
                  <a:lnTo>
                    <a:pt x="347" y="547"/>
                  </a:lnTo>
                  <a:lnTo>
                    <a:pt x="349" y="547"/>
                  </a:lnTo>
                  <a:lnTo>
                    <a:pt x="353" y="549"/>
                  </a:lnTo>
                  <a:lnTo>
                    <a:pt x="354" y="551"/>
                  </a:lnTo>
                  <a:lnTo>
                    <a:pt x="356" y="551"/>
                  </a:lnTo>
                  <a:lnTo>
                    <a:pt x="358" y="551"/>
                  </a:lnTo>
                  <a:lnTo>
                    <a:pt x="370" y="547"/>
                  </a:lnTo>
                  <a:lnTo>
                    <a:pt x="373" y="544"/>
                  </a:lnTo>
                  <a:lnTo>
                    <a:pt x="377" y="542"/>
                  </a:lnTo>
                  <a:lnTo>
                    <a:pt x="379" y="542"/>
                  </a:lnTo>
                  <a:lnTo>
                    <a:pt x="381" y="538"/>
                  </a:lnTo>
                  <a:lnTo>
                    <a:pt x="383" y="536"/>
                  </a:lnTo>
                  <a:lnTo>
                    <a:pt x="385" y="536"/>
                  </a:lnTo>
                  <a:lnTo>
                    <a:pt x="385" y="534"/>
                  </a:lnTo>
                  <a:lnTo>
                    <a:pt x="391" y="534"/>
                  </a:lnTo>
                  <a:lnTo>
                    <a:pt x="394" y="532"/>
                  </a:lnTo>
                  <a:lnTo>
                    <a:pt x="396" y="528"/>
                  </a:lnTo>
                  <a:lnTo>
                    <a:pt x="398" y="528"/>
                  </a:lnTo>
                  <a:lnTo>
                    <a:pt x="398" y="528"/>
                  </a:lnTo>
                  <a:lnTo>
                    <a:pt x="400" y="528"/>
                  </a:lnTo>
                  <a:lnTo>
                    <a:pt x="400" y="528"/>
                  </a:lnTo>
                  <a:lnTo>
                    <a:pt x="402" y="528"/>
                  </a:lnTo>
                  <a:lnTo>
                    <a:pt x="402" y="528"/>
                  </a:lnTo>
                  <a:lnTo>
                    <a:pt x="404" y="528"/>
                  </a:lnTo>
                  <a:lnTo>
                    <a:pt x="404" y="530"/>
                  </a:lnTo>
                  <a:lnTo>
                    <a:pt x="404" y="532"/>
                  </a:lnTo>
                  <a:lnTo>
                    <a:pt x="406" y="534"/>
                  </a:lnTo>
                  <a:lnTo>
                    <a:pt x="406" y="536"/>
                  </a:lnTo>
                  <a:lnTo>
                    <a:pt x="406" y="538"/>
                  </a:lnTo>
                  <a:lnTo>
                    <a:pt x="406" y="540"/>
                  </a:lnTo>
                  <a:lnTo>
                    <a:pt x="406" y="540"/>
                  </a:lnTo>
                  <a:lnTo>
                    <a:pt x="406" y="540"/>
                  </a:lnTo>
                  <a:lnTo>
                    <a:pt x="406" y="540"/>
                  </a:lnTo>
                  <a:lnTo>
                    <a:pt x="406" y="540"/>
                  </a:lnTo>
                  <a:lnTo>
                    <a:pt x="406" y="540"/>
                  </a:lnTo>
                  <a:lnTo>
                    <a:pt x="408" y="540"/>
                  </a:lnTo>
                  <a:lnTo>
                    <a:pt x="408" y="540"/>
                  </a:lnTo>
                  <a:lnTo>
                    <a:pt x="410" y="540"/>
                  </a:lnTo>
                  <a:lnTo>
                    <a:pt x="410" y="538"/>
                  </a:lnTo>
                  <a:lnTo>
                    <a:pt x="412" y="538"/>
                  </a:lnTo>
                  <a:lnTo>
                    <a:pt x="412" y="538"/>
                  </a:lnTo>
                  <a:lnTo>
                    <a:pt x="413" y="538"/>
                  </a:lnTo>
                  <a:lnTo>
                    <a:pt x="415" y="538"/>
                  </a:lnTo>
                  <a:lnTo>
                    <a:pt x="415" y="540"/>
                  </a:lnTo>
                  <a:lnTo>
                    <a:pt x="417" y="540"/>
                  </a:lnTo>
                  <a:lnTo>
                    <a:pt x="417" y="542"/>
                  </a:lnTo>
                  <a:lnTo>
                    <a:pt x="425" y="544"/>
                  </a:lnTo>
                  <a:lnTo>
                    <a:pt x="431" y="544"/>
                  </a:lnTo>
                  <a:lnTo>
                    <a:pt x="433" y="544"/>
                  </a:lnTo>
                  <a:lnTo>
                    <a:pt x="434" y="542"/>
                  </a:lnTo>
                  <a:lnTo>
                    <a:pt x="440" y="542"/>
                  </a:lnTo>
                  <a:lnTo>
                    <a:pt x="444" y="540"/>
                  </a:lnTo>
                  <a:lnTo>
                    <a:pt x="446" y="540"/>
                  </a:lnTo>
                  <a:lnTo>
                    <a:pt x="450" y="540"/>
                  </a:lnTo>
                  <a:lnTo>
                    <a:pt x="452" y="540"/>
                  </a:lnTo>
                  <a:lnTo>
                    <a:pt x="452" y="538"/>
                  </a:lnTo>
                  <a:lnTo>
                    <a:pt x="452" y="538"/>
                  </a:lnTo>
                  <a:lnTo>
                    <a:pt x="452" y="536"/>
                  </a:lnTo>
                  <a:lnTo>
                    <a:pt x="452" y="536"/>
                  </a:lnTo>
                  <a:lnTo>
                    <a:pt x="452" y="534"/>
                  </a:lnTo>
                  <a:lnTo>
                    <a:pt x="452" y="534"/>
                  </a:lnTo>
                  <a:lnTo>
                    <a:pt x="452" y="532"/>
                  </a:lnTo>
                  <a:lnTo>
                    <a:pt x="454" y="532"/>
                  </a:lnTo>
                  <a:lnTo>
                    <a:pt x="457" y="530"/>
                  </a:lnTo>
                  <a:lnTo>
                    <a:pt x="467" y="530"/>
                  </a:lnTo>
                  <a:lnTo>
                    <a:pt x="469" y="528"/>
                  </a:lnTo>
                  <a:lnTo>
                    <a:pt x="474" y="527"/>
                  </a:lnTo>
                  <a:lnTo>
                    <a:pt x="476" y="527"/>
                  </a:lnTo>
                  <a:lnTo>
                    <a:pt x="478" y="525"/>
                  </a:lnTo>
                  <a:lnTo>
                    <a:pt x="480" y="525"/>
                  </a:lnTo>
                  <a:lnTo>
                    <a:pt x="480" y="523"/>
                  </a:lnTo>
                  <a:lnTo>
                    <a:pt x="480" y="521"/>
                  </a:lnTo>
                  <a:lnTo>
                    <a:pt x="480" y="521"/>
                  </a:lnTo>
                  <a:lnTo>
                    <a:pt x="480" y="521"/>
                  </a:lnTo>
                  <a:lnTo>
                    <a:pt x="480" y="519"/>
                  </a:lnTo>
                  <a:lnTo>
                    <a:pt x="482" y="519"/>
                  </a:lnTo>
                  <a:lnTo>
                    <a:pt x="486" y="521"/>
                  </a:lnTo>
                  <a:lnTo>
                    <a:pt x="488" y="521"/>
                  </a:lnTo>
                  <a:lnTo>
                    <a:pt x="490" y="523"/>
                  </a:lnTo>
                  <a:lnTo>
                    <a:pt x="494" y="521"/>
                  </a:lnTo>
                  <a:lnTo>
                    <a:pt x="494" y="523"/>
                  </a:lnTo>
                  <a:lnTo>
                    <a:pt x="495" y="523"/>
                  </a:lnTo>
                  <a:lnTo>
                    <a:pt x="497" y="523"/>
                  </a:lnTo>
                  <a:lnTo>
                    <a:pt x="497" y="523"/>
                  </a:lnTo>
                  <a:lnTo>
                    <a:pt x="501" y="523"/>
                  </a:lnTo>
                  <a:lnTo>
                    <a:pt x="503" y="525"/>
                  </a:lnTo>
                  <a:lnTo>
                    <a:pt x="505" y="527"/>
                  </a:lnTo>
                  <a:lnTo>
                    <a:pt x="507" y="528"/>
                  </a:lnTo>
                  <a:lnTo>
                    <a:pt x="509" y="530"/>
                  </a:lnTo>
                  <a:lnTo>
                    <a:pt x="509" y="532"/>
                  </a:lnTo>
                  <a:lnTo>
                    <a:pt x="509" y="532"/>
                  </a:lnTo>
                  <a:lnTo>
                    <a:pt x="509" y="532"/>
                  </a:lnTo>
                  <a:lnTo>
                    <a:pt x="509" y="534"/>
                  </a:lnTo>
                  <a:lnTo>
                    <a:pt x="509" y="536"/>
                  </a:lnTo>
                  <a:lnTo>
                    <a:pt x="511" y="536"/>
                  </a:lnTo>
                  <a:lnTo>
                    <a:pt x="511" y="536"/>
                  </a:lnTo>
                  <a:lnTo>
                    <a:pt x="513" y="536"/>
                  </a:lnTo>
                  <a:lnTo>
                    <a:pt x="514" y="536"/>
                  </a:lnTo>
                  <a:lnTo>
                    <a:pt x="514" y="536"/>
                  </a:lnTo>
                  <a:lnTo>
                    <a:pt x="516" y="534"/>
                  </a:lnTo>
                  <a:lnTo>
                    <a:pt x="518" y="532"/>
                  </a:lnTo>
                  <a:lnTo>
                    <a:pt x="520" y="532"/>
                  </a:lnTo>
                  <a:lnTo>
                    <a:pt x="520" y="532"/>
                  </a:lnTo>
                  <a:lnTo>
                    <a:pt x="524" y="532"/>
                  </a:lnTo>
                  <a:lnTo>
                    <a:pt x="528" y="532"/>
                  </a:lnTo>
                  <a:lnTo>
                    <a:pt x="530" y="532"/>
                  </a:lnTo>
                  <a:lnTo>
                    <a:pt x="532" y="532"/>
                  </a:lnTo>
                  <a:lnTo>
                    <a:pt x="534" y="532"/>
                  </a:lnTo>
                  <a:lnTo>
                    <a:pt x="534" y="534"/>
                  </a:lnTo>
                  <a:lnTo>
                    <a:pt x="535" y="534"/>
                  </a:lnTo>
                  <a:lnTo>
                    <a:pt x="535" y="536"/>
                  </a:lnTo>
                  <a:lnTo>
                    <a:pt x="535" y="538"/>
                  </a:lnTo>
                  <a:lnTo>
                    <a:pt x="537" y="538"/>
                  </a:lnTo>
                  <a:lnTo>
                    <a:pt x="537" y="538"/>
                  </a:lnTo>
                  <a:lnTo>
                    <a:pt x="539" y="538"/>
                  </a:lnTo>
                  <a:lnTo>
                    <a:pt x="541" y="538"/>
                  </a:lnTo>
                  <a:lnTo>
                    <a:pt x="543" y="536"/>
                  </a:lnTo>
                  <a:lnTo>
                    <a:pt x="543" y="536"/>
                  </a:lnTo>
                  <a:lnTo>
                    <a:pt x="545" y="536"/>
                  </a:lnTo>
                  <a:lnTo>
                    <a:pt x="545" y="536"/>
                  </a:lnTo>
                  <a:lnTo>
                    <a:pt x="547" y="534"/>
                  </a:lnTo>
                  <a:lnTo>
                    <a:pt x="549" y="534"/>
                  </a:lnTo>
                  <a:lnTo>
                    <a:pt x="549" y="534"/>
                  </a:lnTo>
                  <a:lnTo>
                    <a:pt x="549" y="536"/>
                  </a:lnTo>
                  <a:lnTo>
                    <a:pt x="549" y="536"/>
                  </a:lnTo>
                  <a:lnTo>
                    <a:pt x="549" y="536"/>
                  </a:lnTo>
                  <a:lnTo>
                    <a:pt x="551" y="536"/>
                  </a:lnTo>
                  <a:lnTo>
                    <a:pt x="551" y="536"/>
                  </a:lnTo>
                  <a:lnTo>
                    <a:pt x="558" y="534"/>
                  </a:lnTo>
                  <a:lnTo>
                    <a:pt x="558" y="532"/>
                  </a:lnTo>
                  <a:lnTo>
                    <a:pt x="560" y="530"/>
                  </a:lnTo>
                  <a:lnTo>
                    <a:pt x="566" y="528"/>
                  </a:lnTo>
                  <a:lnTo>
                    <a:pt x="568" y="528"/>
                  </a:lnTo>
                  <a:lnTo>
                    <a:pt x="568" y="528"/>
                  </a:lnTo>
                  <a:lnTo>
                    <a:pt x="568" y="527"/>
                  </a:lnTo>
                  <a:lnTo>
                    <a:pt x="570" y="528"/>
                  </a:lnTo>
                  <a:lnTo>
                    <a:pt x="574" y="530"/>
                  </a:lnTo>
                  <a:lnTo>
                    <a:pt x="575" y="532"/>
                  </a:lnTo>
                  <a:lnTo>
                    <a:pt x="579" y="532"/>
                  </a:lnTo>
                  <a:lnTo>
                    <a:pt x="579" y="534"/>
                  </a:lnTo>
                  <a:lnTo>
                    <a:pt x="581" y="534"/>
                  </a:lnTo>
                  <a:lnTo>
                    <a:pt x="581" y="534"/>
                  </a:lnTo>
                  <a:lnTo>
                    <a:pt x="581" y="536"/>
                  </a:lnTo>
                  <a:lnTo>
                    <a:pt x="581" y="536"/>
                  </a:lnTo>
                  <a:lnTo>
                    <a:pt x="581" y="538"/>
                  </a:lnTo>
                  <a:lnTo>
                    <a:pt x="587" y="542"/>
                  </a:lnTo>
                  <a:lnTo>
                    <a:pt x="589" y="542"/>
                  </a:lnTo>
                  <a:lnTo>
                    <a:pt x="589" y="544"/>
                  </a:lnTo>
                  <a:lnTo>
                    <a:pt x="589" y="546"/>
                  </a:lnTo>
                  <a:lnTo>
                    <a:pt x="589" y="546"/>
                  </a:lnTo>
                  <a:lnTo>
                    <a:pt x="589" y="547"/>
                  </a:lnTo>
                  <a:lnTo>
                    <a:pt x="589" y="547"/>
                  </a:lnTo>
                  <a:lnTo>
                    <a:pt x="589" y="547"/>
                  </a:lnTo>
                  <a:lnTo>
                    <a:pt x="587" y="549"/>
                  </a:lnTo>
                  <a:lnTo>
                    <a:pt x="587" y="549"/>
                  </a:lnTo>
                  <a:lnTo>
                    <a:pt x="587" y="551"/>
                  </a:lnTo>
                  <a:lnTo>
                    <a:pt x="589" y="551"/>
                  </a:lnTo>
                  <a:lnTo>
                    <a:pt x="589" y="551"/>
                  </a:lnTo>
                  <a:lnTo>
                    <a:pt x="589" y="551"/>
                  </a:lnTo>
                  <a:lnTo>
                    <a:pt x="591" y="551"/>
                  </a:lnTo>
                  <a:lnTo>
                    <a:pt x="593" y="551"/>
                  </a:lnTo>
                  <a:lnTo>
                    <a:pt x="595" y="549"/>
                  </a:lnTo>
                  <a:lnTo>
                    <a:pt x="595" y="549"/>
                  </a:lnTo>
                  <a:lnTo>
                    <a:pt x="596" y="551"/>
                  </a:lnTo>
                  <a:lnTo>
                    <a:pt x="596" y="551"/>
                  </a:lnTo>
                  <a:lnTo>
                    <a:pt x="608" y="557"/>
                  </a:lnTo>
                  <a:lnTo>
                    <a:pt x="608" y="557"/>
                  </a:lnTo>
                  <a:lnTo>
                    <a:pt x="610" y="557"/>
                  </a:lnTo>
                  <a:lnTo>
                    <a:pt x="610" y="557"/>
                  </a:lnTo>
                  <a:lnTo>
                    <a:pt x="610" y="557"/>
                  </a:lnTo>
                  <a:lnTo>
                    <a:pt x="612" y="555"/>
                  </a:lnTo>
                  <a:lnTo>
                    <a:pt x="614" y="555"/>
                  </a:lnTo>
                  <a:lnTo>
                    <a:pt x="615" y="551"/>
                  </a:lnTo>
                  <a:lnTo>
                    <a:pt x="615" y="547"/>
                  </a:lnTo>
                  <a:lnTo>
                    <a:pt x="617" y="544"/>
                  </a:lnTo>
                  <a:lnTo>
                    <a:pt x="617" y="542"/>
                  </a:lnTo>
                  <a:lnTo>
                    <a:pt x="617" y="532"/>
                  </a:lnTo>
                  <a:lnTo>
                    <a:pt x="617" y="530"/>
                  </a:lnTo>
                  <a:lnTo>
                    <a:pt x="617" y="528"/>
                  </a:lnTo>
                  <a:lnTo>
                    <a:pt x="617" y="519"/>
                  </a:lnTo>
                  <a:lnTo>
                    <a:pt x="619" y="517"/>
                  </a:lnTo>
                  <a:lnTo>
                    <a:pt x="621" y="515"/>
                  </a:lnTo>
                  <a:lnTo>
                    <a:pt x="623" y="515"/>
                  </a:lnTo>
                  <a:lnTo>
                    <a:pt x="625" y="513"/>
                  </a:lnTo>
                  <a:lnTo>
                    <a:pt x="627" y="511"/>
                  </a:lnTo>
                  <a:lnTo>
                    <a:pt x="629" y="506"/>
                  </a:lnTo>
                  <a:lnTo>
                    <a:pt x="627" y="500"/>
                  </a:lnTo>
                  <a:lnTo>
                    <a:pt x="629" y="496"/>
                  </a:lnTo>
                  <a:lnTo>
                    <a:pt x="629" y="494"/>
                  </a:lnTo>
                  <a:lnTo>
                    <a:pt x="633" y="485"/>
                  </a:lnTo>
                  <a:lnTo>
                    <a:pt x="635" y="483"/>
                  </a:lnTo>
                  <a:lnTo>
                    <a:pt x="636" y="481"/>
                  </a:lnTo>
                  <a:lnTo>
                    <a:pt x="636" y="481"/>
                  </a:lnTo>
                  <a:lnTo>
                    <a:pt x="638" y="483"/>
                  </a:lnTo>
                  <a:lnTo>
                    <a:pt x="640" y="487"/>
                  </a:lnTo>
                  <a:lnTo>
                    <a:pt x="642" y="487"/>
                  </a:lnTo>
                  <a:lnTo>
                    <a:pt x="642" y="487"/>
                  </a:lnTo>
                  <a:lnTo>
                    <a:pt x="644" y="485"/>
                  </a:lnTo>
                  <a:lnTo>
                    <a:pt x="644" y="483"/>
                  </a:lnTo>
                  <a:lnTo>
                    <a:pt x="642" y="483"/>
                  </a:lnTo>
                  <a:lnTo>
                    <a:pt x="642" y="481"/>
                  </a:lnTo>
                  <a:lnTo>
                    <a:pt x="642" y="479"/>
                  </a:lnTo>
                  <a:lnTo>
                    <a:pt x="642" y="479"/>
                  </a:lnTo>
                  <a:lnTo>
                    <a:pt x="644" y="479"/>
                  </a:lnTo>
                  <a:lnTo>
                    <a:pt x="644" y="479"/>
                  </a:lnTo>
                  <a:lnTo>
                    <a:pt x="646" y="477"/>
                  </a:lnTo>
                  <a:lnTo>
                    <a:pt x="646" y="471"/>
                  </a:lnTo>
                  <a:lnTo>
                    <a:pt x="646" y="469"/>
                  </a:lnTo>
                  <a:lnTo>
                    <a:pt x="648" y="469"/>
                  </a:lnTo>
                  <a:lnTo>
                    <a:pt x="648" y="468"/>
                  </a:lnTo>
                  <a:lnTo>
                    <a:pt x="652" y="466"/>
                  </a:lnTo>
                  <a:lnTo>
                    <a:pt x="654" y="462"/>
                  </a:lnTo>
                  <a:lnTo>
                    <a:pt x="654" y="460"/>
                  </a:lnTo>
                  <a:lnTo>
                    <a:pt x="656" y="458"/>
                  </a:lnTo>
                  <a:lnTo>
                    <a:pt x="654" y="454"/>
                  </a:lnTo>
                  <a:lnTo>
                    <a:pt x="654" y="450"/>
                  </a:lnTo>
                  <a:lnTo>
                    <a:pt x="656" y="449"/>
                  </a:lnTo>
                  <a:lnTo>
                    <a:pt x="659" y="445"/>
                  </a:lnTo>
                  <a:lnTo>
                    <a:pt x="659" y="443"/>
                  </a:lnTo>
                  <a:lnTo>
                    <a:pt x="661" y="443"/>
                  </a:lnTo>
                  <a:lnTo>
                    <a:pt x="661" y="443"/>
                  </a:lnTo>
                  <a:lnTo>
                    <a:pt x="661" y="445"/>
                  </a:lnTo>
                  <a:lnTo>
                    <a:pt x="663" y="447"/>
                  </a:lnTo>
                  <a:lnTo>
                    <a:pt x="663" y="447"/>
                  </a:lnTo>
                  <a:lnTo>
                    <a:pt x="665" y="447"/>
                  </a:lnTo>
                  <a:lnTo>
                    <a:pt x="667" y="447"/>
                  </a:lnTo>
                  <a:lnTo>
                    <a:pt x="669" y="445"/>
                  </a:lnTo>
                  <a:lnTo>
                    <a:pt x="671" y="445"/>
                  </a:lnTo>
                  <a:lnTo>
                    <a:pt x="673" y="443"/>
                  </a:lnTo>
                  <a:lnTo>
                    <a:pt x="675" y="441"/>
                  </a:lnTo>
                  <a:lnTo>
                    <a:pt x="676" y="441"/>
                  </a:lnTo>
                  <a:lnTo>
                    <a:pt x="678" y="443"/>
                  </a:lnTo>
                  <a:lnTo>
                    <a:pt x="678" y="443"/>
                  </a:lnTo>
                  <a:lnTo>
                    <a:pt x="680" y="447"/>
                  </a:lnTo>
                  <a:lnTo>
                    <a:pt x="682" y="447"/>
                  </a:lnTo>
                  <a:lnTo>
                    <a:pt x="682" y="447"/>
                  </a:lnTo>
                  <a:lnTo>
                    <a:pt x="684" y="447"/>
                  </a:lnTo>
                  <a:lnTo>
                    <a:pt x="686" y="445"/>
                  </a:lnTo>
                  <a:lnTo>
                    <a:pt x="688" y="445"/>
                  </a:lnTo>
                  <a:lnTo>
                    <a:pt x="688" y="443"/>
                  </a:lnTo>
                  <a:lnTo>
                    <a:pt x="690" y="441"/>
                  </a:lnTo>
                  <a:lnTo>
                    <a:pt x="694" y="439"/>
                  </a:lnTo>
                  <a:lnTo>
                    <a:pt x="696" y="439"/>
                  </a:lnTo>
                  <a:lnTo>
                    <a:pt x="697" y="439"/>
                  </a:lnTo>
                  <a:lnTo>
                    <a:pt x="699" y="437"/>
                  </a:lnTo>
                  <a:lnTo>
                    <a:pt x="701" y="437"/>
                  </a:lnTo>
                  <a:lnTo>
                    <a:pt x="703" y="437"/>
                  </a:lnTo>
                  <a:lnTo>
                    <a:pt x="703" y="435"/>
                  </a:lnTo>
                  <a:lnTo>
                    <a:pt x="703" y="433"/>
                  </a:lnTo>
                  <a:lnTo>
                    <a:pt x="703" y="431"/>
                  </a:lnTo>
                  <a:lnTo>
                    <a:pt x="705" y="430"/>
                  </a:lnTo>
                  <a:lnTo>
                    <a:pt x="711" y="426"/>
                  </a:lnTo>
                  <a:lnTo>
                    <a:pt x="713" y="426"/>
                  </a:lnTo>
                  <a:lnTo>
                    <a:pt x="715" y="426"/>
                  </a:lnTo>
                  <a:lnTo>
                    <a:pt x="715" y="424"/>
                  </a:lnTo>
                  <a:lnTo>
                    <a:pt x="713" y="422"/>
                  </a:lnTo>
                  <a:lnTo>
                    <a:pt x="713" y="420"/>
                  </a:lnTo>
                  <a:lnTo>
                    <a:pt x="715" y="418"/>
                  </a:lnTo>
                  <a:lnTo>
                    <a:pt x="716" y="416"/>
                  </a:lnTo>
                  <a:lnTo>
                    <a:pt x="715" y="412"/>
                  </a:lnTo>
                  <a:lnTo>
                    <a:pt x="715" y="411"/>
                  </a:lnTo>
                  <a:lnTo>
                    <a:pt x="715" y="409"/>
                  </a:lnTo>
                  <a:lnTo>
                    <a:pt x="716" y="407"/>
                  </a:lnTo>
                  <a:lnTo>
                    <a:pt x="718" y="405"/>
                  </a:lnTo>
                  <a:lnTo>
                    <a:pt x="722" y="405"/>
                  </a:lnTo>
                  <a:lnTo>
                    <a:pt x="722" y="403"/>
                  </a:lnTo>
                  <a:lnTo>
                    <a:pt x="726" y="401"/>
                  </a:lnTo>
                  <a:lnTo>
                    <a:pt x="730" y="397"/>
                  </a:lnTo>
                  <a:lnTo>
                    <a:pt x="730" y="395"/>
                  </a:lnTo>
                  <a:lnTo>
                    <a:pt x="730" y="391"/>
                  </a:lnTo>
                  <a:lnTo>
                    <a:pt x="730" y="390"/>
                  </a:lnTo>
                  <a:lnTo>
                    <a:pt x="730" y="388"/>
                  </a:lnTo>
                  <a:lnTo>
                    <a:pt x="732" y="386"/>
                  </a:lnTo>
                  <a:lnTo>
                    <a:pt x="737" y="384"/>
                  </a:lnTo>
                  <a:lnTo>
                    <a:pt x="741" y="382"/>
                  </a:lnTo>
                  <a:lnTo>
                    <a:pt x="743" y="380"/>
                  </a:lnTo>
                  <a:lnTo>
                    <a:pt x="745" y="382"/>
                  </a:lnTo>
                  <a:lnTo>
                    <a:pt x="747" y="382"/>
                  </a:lnTo>
                  <a:lnTo>
                    <a:pt x="749" y="380"/>
                  </a:lnTo>
                  <a:lnTo>
                    <a:pt x="751" y="376"/>
                  </a:lnTo>
                  <a:lnTo>
                    <a:pt x="751" y="374"/>
                  </a:lnTo>
                  <a:lnTo>
                    <a:pt x="751" y="371"/>
                  </a:lnTo>
                  <a:lnTo>
                    <a:pt x="753" y="363"/>
                  </a:lnTo>
                  <a:lnTo>
                    <a:pt x="753" y="361"/>
                  </a:lnTo>
                  <a:lnTo>
                    <a:pt x="751" y="359"/>
                  </a:lnTo>
                  <a:lnTo>
                    <a:pt x="749" y="355"/>
                  </a:lnTo>
                  <a:lnTo>
                    <a:pt x="747" y="355"/>
                  </a:lnTo>
                  <a:lnTo>
                    <a:pt x="745" y="353"/>
                  </a:lnTo>
                  <a:lnTo>
                    <a:pt x="745" y="353"/>
                  </a:lnTo>
                  <a:lnTo>
                    <a:pt x="739" y="355"/>
                  </a:lnTo>
                  <a:lnTo>
                    <a:pt x="739" y="355"/>
                  </a:lnTo>
                  <a:lnTo>
                    <a:pt x="737" y="353"/>
                  </a:lnTo>
                  <a:lnTo>
                    <a:pt x="737" y="352"/>
                  </a:lnTo>
                  <a:lnTo>
                    <a:pt x="737" y="352"/>
                  </a:lnTo>
                  <a:lnTo>
                    <a:pt x="736" y="352"/>
                  </a:lnTo>
                  <a:lnTo>
                    <a:pt x="736" y="352"/>
                  </a:lnTo>
                  <a:lnTo>
                    <a:pt x="734" y="350"/>
                  </a:lnTo>
                  <a:lnTo>
                    <a:pt x="732" y="344"/>
                  </a:lnTo>
                  <a:lnTo>
                    <a:pt x="728" y="342"/>
                  </a:lnTo>
                  <a:lnTo>
                    <a:pt x="726" y="340"/>
                  </a:lnTo>
                  <a:lnTo>
                    <a:pt x="722" y="340"/>
                  </a:lnTo>
                  <a:lnTo>
                    <a:pt x="716" y="338"/>
                  </a:lnTo>
                  <a:lnTo>
                    <a:pt x="715" y="338"/>
                  </a:lnTo>
                  <a:lnTo>
                    <a:pt x="713" y="336"/>
                  </a:lnTo>
                  <a:lnTo>
                    <a:pt x="713" y="336"/>
                  </a:lnTo>
                  <a:lnTo>
                    <a:pt x="711" y="338"/>
                  </a:lnTo>
                  <a:lnTo>
                    <a:pt x="709" y="340"/>
                  </a:lnTo>
                  <a:lnTo>
                    <a:pt x="707" y="340"/>
                  </a:lnTo>
                  <a:lnTo>
                    <a:pt x="703" y="342"/>
                  </a:lnTo>
                  <a:lnTo>
                    <a:pt x="703" y="344"/>
                  </a:lnTo>
                  <a:lnTo>
                    <a:pt x="701" y="342"/>
                  </a:lnTo>
                  <a:lnTo>
                    <a:pt x="701" y="342"/>
                  </a:lnTo>
                  <a:lnTo>
                    <a:pt x="699" y="340"/>
                  </a:lnTo>
                  <a:lnTo>
                    <a:pt x="699" y="338"/>
                  </a:lnTo>
                  <a:lnTo>
                    <a:pt x="697" y="336"/>
                  </a:lnTo>
                  <a:lnTo>
                    <a:pt x="697" y="334"/>
                  </a:lnTo>
                  <a:lnTo>
                    <a:pt x="697" y="334"/>
                  </a:lnTo>
                  <a:lnTo>
                    <a:pt x="699" y="334"/>
                  </a:lnTo>
                  <a:lnTo>
                    <a:pt x="699" y="333"/>
                  </a:lnTo>
                  <a:lnTo>
                    <a:pt x="699" y="333"/>
                  </a:lnTo>
                  <a:lnTo>
                    <a:pt x="701" y="329"/>
                  </a:lnTo>
                  <a:lnTo>
                    <a:pt x="701" y="327"/>
                  </a:lnTo>
                  <a:lnTo>
                    <a:pt x="703" y="327"/>
                  </a:lnTo>
                  <a:lnTo>
                    <a:pt x="703" y="327"/>
                  </a:lnTo>
                  <a:lnTo>
                    <a:pt x="705" y="325"/>
                  </a:lnTo>
                  <a:lnTo>
                    <a:pt x="705" y="323"/>
                  </a:lnTo>
                  <a:lnTo>
                    <a:pt x="707" y="323"/>
                  </a:lnTo>
                  <a:lnTo>
                    <a:pt x="707" y="321"/>
                  </a:lnTo>
                  <a:lnTo>
                    <a:pt x="707" y="319"/>
                  </a:lnTo>
                  <a:lnTo>
                    <a:pt x="705" y="315"/>
                  </a:lnTo>
                  <a:lnTo>
                    <a:pt x="703" y="310"/>
                  </a:lnTo>
                  <a:lnTo>
                    <a:pt x="701" y="308"/>
                  </a:lnTo>
                  <a:lnTo>
                    <a:pt x="701" y="308"/>
                  </a:lnTo>
                  <a:lnTo>
                    <a:pt x="701" y="306"/>
                  </a:lnTo>
                  <a:lnTo>
                    <a:pt x="701" y="306"/>
                  </a:lnTo>
                  <a:lnTo>
                    <a:pt x="701" y="304"/>
                  </a:lnTo>
                  <a:lnTo>
                    <a:pt x="703" y="302"/>
                  </a:lnTo>
                  <a:lnTo>
                    <a:pt x="707" y="302"/>
                  </a:lnTo>
                  <a:lnTo>
                    <a:pt x="709" y="304"/>
                  </a:lnTo>
                  <a:lnTo>
                    <a:pt x="713" y="308"/>
                  </a:lnTo>
                  <a:lnTo>
                    <a:pt x="715" y="312"/>
                  </a:lnTo>
                  <a:lnTo>
                    <a:pt x="718" y="312"/>
                  </a:lnTo>
                  <a:lnTo>
                    <a:pt x="720" y="312"/>
                  </a:lnTo>
                  <a:lnTo>
                    <a:pt x="722" y="310"/>
                  </a:lnTo>
                  <a:lnTo>
                    <a:pt x="728" y="308"/>
                  </a:lnTo>
                  <a:lnTo>
                    <a:pt x="730" y="308"/>
                  </a:lnTo>
                  <a:lnTo>
                    <a:pt x="736" y="308"/>
                  </a:lnTo>
                  <a:lnTo>
                    <a:pt x="737" y="308"/>
                  </a:lnTo>
                  <a:lnTo>
                    <a:pt x="743" y="312"/>
                  </a:lnTo>
                  <a:lnTo>
                    <a:pt x="745" y="312"/>
                  </a:lnTo>
                  <a:lnTo>
                    <a:pt x="755" y="312"/>
                  </a:lnTo>
                  <a:lnTo>
                    <a:pt x="758" y="312"/>
                  </a:lnTo>
                  <a:lnTo>
                    <a:pt x="760" y="312"/>
                  </a:lnTo>
                  <a:lnTo>
                    <a:pt x="774" y="314"/>
                  </a:lnTo>
                  <a:lnTo>
                    <a:pt x="781" y="314"/>
                  </a:lnTo>
                  <a:lnTo>
                    <a:pt x="785" y="314"/>
                  </a:lnTo>
                  <a:lnTo>
                    <a:pt x="785" y="314"/>
                  </a:lnTo>
                  <a:lnTo>
                    <a:pt x="787" y="312"/>
                  </a:lnTo>
                  <a:lnTo>
                    <a:pt x="787" y="310"/>
                  </a:lnTo>
                  <a:lnTo>
                    <a:pt x="793" y="310"/>
                  </a:lnTo>
                  <a:lnTo>
                    <a:pt x="795" y="308"/>
                  </a:lnTo>
                  <a:lnTo>
                    <a:pt x="797" y="306"/>
                  </a:lnTo>
                  <a:lnTo>
                    <a:pt x="797" y="306"/>
                  </a:lnTo>
                  <a:lnTo>
                    <a:pt x="797" y="304"/>
                  </a:lnTo>
                  <a:lnTo>
                    <a:pt x="797" y="302"/>
                  </a:lnTo>
                  <a:lnTo>
                    <a:pt x="797" y="302"/>
                  </a:lnTo>
                  <a:lnTo>
                    <a:pt x="798" y="300"/>
                  </a:lnTo>
                  <a:lnTo>
                    <a:pt x="802" y="300"/>
                  </a:lnTo>
                  <a:lnTo>
                    <a:pt x="804" y="300"/>
                  </a:lnTo>
                  <a:lnTo>
                    <a:pt x="806" y="298"/>
                  </a:lnTo>
                  <a:lnTo>
                    <a:pt x="808" y="296"/>
                  </a:lnTo>
                  <a:lnTo>
                    <a:pt x="808" y="296"/>
                  </a:lnTo>
                  <a:lnTo>
                    <a:pt x="808" y="295"/>
                  </a:lnTo>
                  <a:lnTo>
                    <a:pt x="808" y="293"/>
                  </a:lnTo>
                  <a:lnTo>
                    <a:pt x="808" y="293"/>
                  </a:lnTo>
                  <a:lnTo>
                    <a:pt x="810" y="291"/>
                  </a:lnTo>
                  <a:lnTo>
                    <a:pt x="806" y="287"/>
                  </a:lnTo>
                  <a:lnTo>
                    <a:pt x="804" y="285"/>
                  </a:lnTo>
                  <a:lnTo>
                    <a:pt x="804" y="285"/>
                  </a:lnTo>
                  <a:lnTo>
                    <a:pt x="804" y="285"/>
                  </a:lnTo>
                  <a:lnTo>
                    <a:pt x="802" y="283"/>
                  </a:lnTo>
                  <a:lnTo>
                    <a:pt x="804" y="283"/>
                  </a:lnTo>
                  <a:lnTo>
                    <a:pt x="804" y="281"/>
                  </a:lnTo>
                  <a:lnTo>
                    <a:pt x="804" y="279"/>
                  </a:lnTo>
                  <a:lnTo>
                    <a:pt x="804" y="279"/>
                  </a:lnTo>
                  <a:lnTo>
                    <a:pt x="802" y="279"/>
                  </a:lnTo>
                  <a:lnTo>
                    <a:pt x="802" y="277"/>
                  </a:lnTo>
                  <a:lnTo>
                    <a:pt x="800" y="277"/>
                  </a:lnTo>
                  <a:lnTo>
                    <a:pt x="798" y="275"/>
                  </a:lnTo>
                  <a:lnTo>
                    <a:pt x="798" y="274"/>
                  </a:lnTo>
                  <a:lnTo>
                    <a:pt x="798" y="274"/>
                  </a:lnTo>
                  <a:lnTo>
                    <a:pt x="798" y="272"/>
                  </a:lnTo>
                  <a:lnTo>
                    <a:pt x="798" y="272"/>
                  </a:lnTo>
                  <a:lnTo>
                    <a:pt x="798" y="272"/>
                  </a:lnTo>
                  <a:lnTo>
                    <a:pt x="800" y="272"/>
                  </a:lnTo>
                  <a:lnTo>
                    <a:pt x="802" y="270"/>
                  </a:lnTo>
                  <a:lnTo>
                    <a:pt x="802" y="270"/>
                  </a:lnTo>
                  <a:lnTo>
                    <a:pt x="804" y="262"/>
                  </a:lnTo>
                  <a:lnTo>
                    <a:pt x="806" y="260"/>
                  </a:lnTo>
                  <a:lnTo>
                    <a:pt x="806" y="258"/>
                  </a:lnTo>
                  <a:lnTo>
                    <a:pt x="806" y="258"/>
                  </a:lnTo>
                  <a:lnTo>
                    <a:pt x="806" y="253"/>
                  </a:lnTo>
                  <a:lnTo>
                    <a:pt x="806" y="251"/>
                  </a:lnTo>
                  <a:lnTo>
                    <a:pt x="806" y="249"/>
                  </a:lnTo>
                  <a:lnTo>
                    <a:pt x="804" y="249"/>
                  </a:lnTo>
                  <a:lnTo>
                    <a:pt x="804" y="249"/>
                  </a:lnTo>
                  <a:lnTo>
                    <a:pt x="802" y="247"/>
                  </a:lnTo>
                  <a:lnTo>
                    <a:pt x="802" y="247"/>
                  </a:lnTo>
                  <a:lnTo>
                    <a:pt x="804" y="241"/>
                  </a:lnTo>
                  <a:lnTo>
                    <a:pt x="804" y="239"/>
                  </a:lnTo>
                  <a:lnTo>
                    <a:pt x="804" y="237"/>
                  </a:lnTo>
                  <a:lnTo>
                    <a:pt x="804" y="236"/>
                  </a:lnTo>
                  <a:lnTo>
                    <a:pt x="804" y="236"/>
                  </a:lnTo>
                  <a:lnTo>
                    <a:pt x="804" y="234"/>
                  </a:lnTo>
                  <a:lnTo>
                    <a:pt x="804" y="234"/>
                  </a:lnTo>
                  <a:lnTo>
                    <a:pt x="804" y="234"/>
                  </a:lnTo>
                  <a:lnTo>
                    <a:pt x="806" y="234"/>
                  </a:lnTo>
                  <a:lnTo>
                    <a:pt x="808" y="234"/>
                  </a:lnTo>
                  <a:lnTo>
                    <a:pt x="810" y="234"/>
                  </a:lnTo>
                  <a:lnTo>
                    <a:pt x="810" y="234"/>
                  </a:lnTo>
                  <a:lnTo>
                    <a:pt x="812" y="232"/>
                  </a:lnTo>
                  <a:lnTo>
                    <a:pt x="812" y="232"/>
                  </a:lnTo>
                  <a:lnTo>
                    <a:pt x="810" y="23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36" name="Freeform 39">
              <a:extLst>
                <a:ext uri="{FF2B5EF4-FFF2-40B4-BE49-F238E27FC236}">
                  <a16:creationId xmlns:a16="http://schemas.microsoft.com/office/drawing/2014/main" id="{7F59C5E1-CEC4-291F-5BFF-86083028C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138" y="2701925"/>
              <a:ext cx="1289050" cy="927100"/>
            </a:xfrm>
            <a:custGeom>
              <a:avLst/>
              <a:gdLst>
                <a:gd name="T0" fmla="*/ 764 w 812"/>
                <a:gd name="T1" fmla="*/ 220 h 584"/>
                <a:gd name="T2" fmla="*/ 745 w 812"/>
                <a:gd name="T3" fmla="*/ 209 h 584"/>
                <a:gd name="T4" fmla="*/ 697 w 812"/>
                <a:gd name="T5" fmla="*/ 180 h 584"/>
                <a:gd name="T6" fmla="*/ 667 w 812"/>
                <a:gd name="T7" fmla="*/ 173 h 584"/>
                <a:gd name="T8" fmla="*/ 635 w 812"/>
                <a:gd name="T9" fmla="*/ 192 h 584"/>
                <a:gd name="T10" fmla="*/ 625 w 812"/>
                <a:gd name="T11" fmla="*/ 169 h 584"/>
                <a:gd name="T12" fmla="*/ 600 w 812"/>
                <a:gd name="T13" fmla="*/ 178 h 584"/>
                <a:gd name="T14" fmla="*/ 577 w 812"/>
                <a:gd name="T15" fmla="*/ 188 h 584"/>
                <a:gd name="T16" fmla="*/ 585 w 812"/>
                <a:gd name="T17" fmla="*/ 165 h 584"/>
                <a:gd name="T18" fmla="*/ 535 w 812"/>
                <a:gd name="T19" fmla="*/ 165 h 584"/>
                <a:gd name="T20" fmla="*/ 499 w 812"/>
                <a:gd name="T21" fmla="*/ 178 h 584"/>
                <a:gd name="T22" fmla="*/ 490 w 812"/>
                <a:gd name="T23" fmla="*/ 163 h 584"/>
                <a:gd name="T24" fmla="*/ 473 w 812"/>
                <a:gd name="T25" fmla="*/ 173 h 584"/>
                <a:gd name="T26" fmla="*/ 452 w 812"/>
                <a:gd name="T27" fmla="*/ 169 h 584"/>
                <a:gd name="T28" fmla="*/ 448 w 812"/>
                <a:gd name="T29" fmla="*/ 135 h 584"/>
                <a:gd name="T30" fmla="*/ 433 w 812"/>
                <a:gd name="T31" fmla="*/ 154 h 584"/>
                <a:gd name="T32" fmla="*/ 427 w 812"/>
                <a:gd name="T33" fmla="*/ 198 h 584"/>
                <a:gd name="T34" fmla="*/ 452 w 812"/>
                <a:gd name="T35" fmla="*/ 243 h 584"/>
                <a:gd name="T36" fmla="*/ 408 w 812"/>
                <a:gd name="T37" fmla="*/ 253 h 584"/>
                <a:gd name="T38" fmla="*/ 391 w 812"/>
                <a:gd name="T39" fmla="*/ 226 h 584"/>
                <a:gd name="T40" fmla="*/ 391 w 812"/>
                <a:gd name="T41" fmla="*/ 148 h 584"/>
                <a:gd name="T42" fmla="*/ 448 w 812"/>
                <a:gd name="T43" fmla="*/ 89 h 584"/>
                <a:gd name="T44" fmla="*/ 461 w 812"/>
                <a:gd name="T45" fmla="*/ 36 h 584"/>
                <a:gd name="T46" fmla="*/ 406 w 812"/>
                <a:gd name="T47" fmla="*/ 4 h 584"/>
                <a:gd name="T48" fmla="*/ 364 w 812"/>
                <a:gd name="T49" fmla="*/ 17 h 584"/>
                <a:gd name="T50" fmla="*/ 301 w 812"/>
                <a:gd name="T51" fmla="*/ 57 h 584"/>
                <a:gd name="T52" fmla="*/ 253 w 812"/>
                <a:gd name="T53" fmla="*/ 91 h 584"/>
                <a:gd name="T54" fmla="*/ 240 w 812"/>
                <a:gd name="T55" fmla="*/ 150 h 584"/>
                <a:gd name="T56" fmla="*/ 301 w 812"/>
                <a:gd name="T57" fmla="*/ 144 h 584"/>
                <a:gd name="T58" fmla="*/ 307 w 812"/>
                <a:gd name="T59" fmla="*/ 177 h 584"/>
                <a:gd name="T60" fmla="*/ 255 w 812"/>
                <a:gd name="T61" fmla="*/ 205 h 584"/>
                <a:gd name="T62" fmla="*/ 261 w 812"/>
                <a:gd name="T63" fmla="*/ 234 h 584"/>
                <a:gd name="T64" fmla="*/ 242 w 812"/>
                <a:gd name="T65" fmla="*/ 268 h 584"/>
                <a:gd name="T66" fmla="*/ 200 w 812"/>
                <a:gd name="T67" fmla="*/ 256 h 584"/>
                <a:gd name="T68" fmla="*/ 158 w 812"/>
                <a:gd name="T69" fmla="*/ 300 h 584"/>
                <a:gd name="T70" fmla="*/ 147 w 812"/>
                <a:gd name="T71" fmla="*/ 291 h 584"/>
                <a:gd name="T72" fmla="*/ 160 w 812"/>
                <a:gd name="T73" fmla="*/ 241 h 584"/>
                <a:gd name="T74" fmla="*/ 105 w 812"/>
                <a:gd name="T75" fmla="*/ 215 h 584"/>
                <a:gd name="T76" fmla="*/ 112 w 812"/>
                <a:gd name="T77" fmla="*/ 196 h 584"/>
                <a:gd name="T78" fmla="*/ 99 w 812"/>
                <a:gd name="T79" fmla="*/ 199 h 584"/>
                <a:gd name="T80" fmla="*/ 86 w 812"/>
                <a:gd name="T81" fmla="*/ 211 h 584"/>
                <a:gd name="T82" fmla="*/ 63 w 812"/>
                <a:gd name="T83" fmla="*/ 241 h 584"/>
                <a:gd name="T84" fmla="*/ 80 w 812"/>
                <a:gd name="T85" fmla="*/ 308 h 584"/>
                <a:gd name="T86" fmla="*/ 59 w 812"/>
                <a:gd name="T87" fmla="*/ 369 h 584"/>
                <a:gd name="T88" fmla="*/ 27 w 812"/>
                <a:gd name="T89" fmla="*/ 430 h 584"/>
                <a:gd name="T90" fmla="*/ 8 w 812"/>
                <a:gd name="T91" fmla="*/ 458 h 584"/>
                <a:gd name="T92" fmla="*/ 27 w 812"/>
                <a:gd name="T93" fmla="*/ 494 h 584"/>
                <a:gd name="T94" fmla="*/ 95 w 812"/>
                <a:gd name="T95" fmla="*/ 538 h 584"/>
                <a:gd name="T96" fmla="*/ 192 w 812"/>
                <a:gd name="T97" fmla="*/ 572 h 584"/>
                <a:gd name="T98" fmla="*/ 253 w 812"/>
                <a:gd name="T99" fmla="*/ 544 h 584"/>
                <a:gd name="T100" fmla="*/ 320 w 812"/>
                <a:gd name="T101" fmla="*/ 515 h 584"/>
                <a:gd name="T102" fmla="*/ 324 w 812"/>
                <a:gd name="T103" fmla="*/ 549 h 584"/>
                <a:gd name="T104" fmla="*/ 400 w 812"/>
                <a:gd name="T105" fmla="*/ 528 h 584"/>
                <a:gd name="T106" fmla="*/ 452 w 812"/>
                <a:gd name="T107" fmla="*/ 534 h 584"/>
                <a:gd name="T108" fmla="*/ 518 w 812"/>
                <a:gd name="T109" fmla="*/ 532 h 584"/>
                <a:gd name="T110" fmla="*/ 581 w 812"/>
                <a:gd name="T111" fmla="*/ 534 h 584"/>
                <a:gd name="T112" fmla="*/ 619 w 812"/>
                <a:gd name="T113" fmla="*/ 517 h 584"/>
                <a:gd name="T114" fmla="*/ 661 w 812"/>
                <a:gd name="T115" fmla="*/ 443 h 584"/>
                <a:gd name="T116" fmla="*/ 715 w 812"/>
                <a:gd name="T117" fmla="*/ 411 h 584"/>
                <a:gd name="T118" fmla="*/ 722 w 812"/>
                <a:gd name="T119" fmla="*/ 340 h 584"/>
                <a:gd name="T120" fmla="*/ 715 w 812"/>
                <a:gd name="T121" fmla="*/ 312 h 584"/>
                <a:gd name="T122" fmla="*/ 802 w 812"/>
                <a:gd name="T123" fmla="*/ 283 h 584"/>
                <a:gd name="T124" fmla="*/ 812 w 812"/>
                <a:gd name="T125" fmla="*/ 232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12" h="584">
                  <a:moveTo>
                    <a:pt x="810" y="230"/>
                  </a:moveTo>
                  <a:lnTo>
                    <a:pt x="810" y="230"/>
                  </a:lnTo>
                  <a:lnTo>
                    <a:pt x="808" y="228"/>
                  </a:lnTo>
                  <a:lnTo>
                    <a:pt x="808" y="228"/>
                  </a:lnTo>
                  <a:lnTo>
                    <a:pt x="808" y="224"/>
                  </a:lnTo>
                  <a:lnTo>
                    <a:pt x="808" y="224"/>
                  </a:lnTo>
                  <a:lnTo>
                    <a:pt x="806" y="224"/>
                  </a:lnTo>
                  <a:lnTo>
                    <a:pt x="806" y="222"/>
                  </a:lnTo>
                  <a:lnTo>
                    <a:pt x="802" y="222"/>
                  </a:lnTo>
                  <a:lnTo>
                    <a:pt x="802" y="222"/>
                  </a:lnTo>
                  <a:lnTo>
                    <a:pt x="802" y="222"/>
                  </a:lnTo>
                  <a:lnTo>
                    <a:pt x="802" y="222"/>
                  </a:lnTo>
                  <a:lnTo>
                    <a:pt x="802" y="218"/>
                  </a:lnTo>
                  <a:lnTo>
                    <a:pt x="802" y="218"/>
                  </a:lnTo>
                  <a:lnTo>
                    <a:pt x="800" y="218"/>
                  </a:lnTo>
                  <a:lnTo>
                    <a:pt x="800" y="218"/>
                  </a:lnTo>
                  <a:lnTo>
                    <a:pt x="800" y="218"/>
                  </a:lnTo>
                  <a:lnTo>
                    <a:pt x="793" y="220"/>
                  </a:lnTo>
                  <a:lnTo>
                    <a:pt x="793" y="220"/>
                  </a:lnTo>
                  <a:lnTo>
                    <a:pt x="791" y="222"/>
                  </a:lnTo>
                  <a:lnTo>
                    <a:pt x="787" y="220"/>
                  </a:lnTo>
                  <a:lnTo>
                    <a:pt x="777" y="218"/>
                  </a:lnTo>
                  <a:lnTo>
                    <a:pt x="776" y="218"/>
                  </a:lnTo>
                  <a:lnTo>
                    <a:pt x="776" y="218"/>
                  </a:lnTo>
                  <a:lnTo>
                    <a:pt x="776" y="218"/>
                  </a:lnTo>
                  <a:lnTo>
                    <a:pt x="774" y="220"/>
                  </a:lnTo>
                  <a:lnTo>
                    <a:pt x="774" y="220"/>
                  </a:lnTo>
                  <a:lnTo>
                    <a:pt x="776" y="222"/>
                  </a:lnTo>
                  <a:lnTo>
                    <a:pt x="776" y="224"/>
                  </a:lnTo>
                  <a:lnTo>
                    <a:pt x="776" y="224"/>
                  </a:lnTo>
                  <a:lnTo>
                    <a:pt x="774" y="226"/>
                  </a:lnTo>
                  <a:lnTo>
                    <a:pt x="774" y="226"/>
                  </a:lnTo>
                  <a:lnTo>
                    <a:pt x="772" y="226"/>
                  </a:lnTo>
                  <a:lnTo>
                    <a:pt x="768" y="226"/>
                  </a:lnTo>
                  <a:lnTo>
                    <a:pt x="764" y="226"/>
                  </a:lnTo>
                  <a:lnTo>
                    <a:pt x="764" y="226"/>
                  </a:lnTo>
                  <a:lnTo>
                    <a:pt x="764" y="226"/>
                  </a:lnTo>
                  <a:lnTo>
                    <a:pt x="766" y="222"/>
                  </a:lnTo>
                  <a:lnTo>
                    <a:pt x="766" y="220"/>
                  </a:lnTo>
                  <a:lnTo>
                    <a:pt x="764" y="220"/>
                  </a:lnTo>
                  <a:lnTo>
                    <a:pt x="764" y="220"/>
                  </a:lnTo>
                  <a:lnTo>
                    <a:pt x="764" y="218"/>
                  </a:lnTo>
                  <a:lnTo>
                    <a:pt x="762" y="218"/>
                  </a:lnTo>
                  <a:lnTo>
                    <a:pt x="762" y="218"/>
                  </a:lnTo>
                  <a:lnTo>
                    <a:pt x="762" y="220"/>
                  </a:lnTo>
                  <a:lnTo>
                    <a:pt x="762" y="220"/>
                  </a:lnTo>
                  <a:lnTo>
                    <a:pt x="760" y="220"/>
                  </a:lnTo>
                  <a:lnTo>
                    <a:pt x="760" y="218"/>
                  </a:lnTo>
                  <a:lnTo>
                    <a:pt x="760" y="218"/>
                  </a:lnTo>
                  <a:lnTo>
                    <a:pt x="760" y="218"/>
                  </a:lnTo>
                  <a:lnTo>
                    <a:pt x="760" y="213"/>
                  </a:lnTo>
                  <a:lnTo>
                    <a:pt x="760" y="211"/>
                  </a:lnTo>
                  <a:lnTo>
                    <a:pt x="760" y="211"/>
                  </a:lnTo>
                  <a:lnTo>
                    <a:pt x="758" y="211"/>
                  </a:lnTo>
                  <a:lnTo>
                    <a:pt x="758" y="211"/>
                  </a:lnTo>
                  <a:lnTo>
                    <a:pt x="758" y="211"/>
                  </a:lnTo>
                  <a:lnTo>
                    <a:pt x="758" y="213"/>
                  </a:lnTo>
                  <a:lnTo>
                    <a:pt x="758" y="213"/>
                  </a:lnTo>
                  <a:lnTo>
                    <a:pt x="756" y="215"/>
                  </a:lnTo>
                  <a:lnTo>
                    <a:pt x="756" y="215"/>
                  </a:lnTo>
                  <a:lnTo>
                    <a:pt x="756" y="215"/>
                  </a:lnTo>
                  <a:lnTo>
                    <a:pt x="755" y="213"/>
                  </a:lnTo>
                  <a:lnTo>
                    <a:pt x="755" y="213"/>
                  </a:lnTo>
                  <a:lnTo>
                    <a:pt x="755" y="213"/>
                  </a:lnTo>
                  <a:lnTo>
                    <a:pt x="755" y="211"/>
                  </a:lnTo>
                  <a:lnTo>
                    <a:pt x="755" y="211"/>
                  </a:lnTo>
                  <a:lnTo>
                    <a:pt x="755" y="209"/>
                  </a:lnTo>
                  <a:lnTo>
                    <a:pt x="755" y="207"/>
                  </a:lnTo>
                  <a:lnTo>
                    <a:pt x="755" y="207"/>
                  </a:lnTo>
                  <a:lnTo>
                    <a:pt x="755" y="205"/>
                  </a:lnTo>
                  <a:lnTo>
                    <a:pt x="755" y="205"/>
                  </a:lnTo>
                  <a:lnTo>
                    <a:pt x="755" y="205"/>
                  </a:lnTo>
                  <a:lnTo>
                    <a:pt x="753" y="205"/>
                  </a:lnTo>
                  <a:lnTo>
                    <a:pt x="749" y="209"/>
                  </a:lnTo>
                  <a:lnTo>
                    <a:pt x="749" y="209"/>
                  </a:lnTo>
                  <a:lnTo>
                    <a:pt x="749" y="209"/>
                  </a:lnTo>
                  <a:lnTo>
                    <a:pt x="747" y="209"/>
                  </a:lnTo>
                  <a:lnTo>
                    <a:pt x="747" y="209"/>
                  </a:lnTo>
                  <a:lnTo>
                    <a:pt x="747" y="209"/>
                  </a:lnTo>
                  <a:lnTo>
                    <a:pt x="745" y="209"/>
                  </a:lnTo>
                  <a:lnTo>
                    <a:pt x="741" y="205"/>
                  </a:lnTo>
                  <a:lnTo>
                    <a:pt x="739" y="203"/>
                  </a:lnTo>
                  <a:lnTo>
                    <a:pt x="737" y="203"/>
                  </a:lnTo>
                  <a:lnTo>
                    <a:pt x="736" y="203"/>
                  </a:lnTo>
                  <a:lnTo>
                    <a:pt x="734" y="203"/>
                  </a:lnTo>
                  <a:lnTo>
                    <a:pt x="732" y="203"/>
                  </a:lnTo>
                  <a:lnTo>
                    <a:pt x="732" y="203"/>
                  </a:lnTo>
                  <a:lnTo>
                    <a:pt x="724" y="198"/>
                  </a:lnTo>
                  <a:lnTo>
                    <a:pt x="724" y="198"/>
                  </a:lnTo>
                  <a:lnTo>
                    <a:pt x="724" y="196"/>
                  </a:lnTo>
                  <a:lnTo>
                    <a:pt x="724" y="196"/>
                  </a:lnTo>
                  <a:lnTo>
                    <a:pt x="724" y="196"/>
                  </a:lnTo>
                  <a:lnTo>
                    <a:pt x="724" y="194"/>
                  </a:lnTo>
                  <a:lnTo>
                    <a:pt x="724" y="194"/>
                  </a:lnTo>
                  <a:lnTo>
                    <a:pt x="724" y="192"/>
                  </a:lnTo>
                  <a:lnTo>
                    <a:pt x="724" y="192"/>
                  </a:lnTo>
                  <a:lnTo>
                    <a:pt x="722" y="190"/>
                  </a:lnTo>
                  <a:lnTo>
                    <a:pt x="722" y="190"/>
                  </a:lnTo>
                  <a:lnTo>
                    <a:pt x="722" y="190"/>
                  </a:lnTo>
                  <a:lnTo>
                    <a:pt x="722" y="188"/>
                  </a:lnTo>
                  <a:lnTo>
                    <a:pt x="720" y="186"/>
                  </a:lnTo>
                  <a:lnTo>
                    <a:pt x="720" y="186"/>
                  </a:lnTo>
                  <a:lnTo>
                    <a:pt x="718" y="186"/>
                  </a:lnTo>
                  <a:lnTo>
                    <a:pt x="718" y="186"/>
                  </a:lnTo>
                  <a:lnTo>
                    <a:pt x="716" y="186"/>
                  </a:lnTo>
                  <a:lnTo>
                    <a:pt x="716" y="186"/>
                  </a:lnTo>
                  <a:lnTo>
                    <a:pt x="715" y="188"/>
                  </a:lnTo>
                  <a:lnTo>
                    <a:pt x="715" y="188"/>
                  </a:lnTo>
                  <a:lnTo>
                    <a:pt x="713" y="188"/>
                  </a:lnTo>
                  <a:lnTo>
                    <a:pt x="711" y="188"/>
                  </a:lnTo>
                  <a:lnTo>
                    <a:pt x="711" y="186"/>
                  </a:lnTo>
                  <a:lnTo>
                    <a:pt x="709" y="186"/>
                  </a:lnTo>
                  <a:lnTo>
                    <a:pt x="709" y="184"/>
                  </a:lnTo>
                  <a:lnTo>
                    <a:pt x="709" y="184"/>
                  </a:lnTo>
                  <a:lnTo>
                    <a:pt x="709" y="182"/>
                  </a:lnTo>
                  <a:lnTo>
                    <a:pt x="705" y="182"/>
                  </a:lnTo>
                  <a:lnTo>
                    <a:pt x="701" y="182"/>
                  </a:lnTo>
                  <a:lnTo>
                    <a:pt x="699" y="182"/>
                  </a:lnTo>
                  <a:lnTo>
                    <a:pt x="697" y="182"/>
                  </a:lnTo>
                  <a:lnTo>
                    <a:pt x="697" y="180"/>
                  </a:lnTo>
                  <a:lnTo>
                    <a:pt x="696" y="180"/>
                  </a:lnTo>
                  <a:lnTo>
                    <a:pt x="696" y="180"/>
                  </a:lnTo>
                  <a:lnTo>
                    <a:pt x="696" y="178"/>
                  </a:lnTo>
                  <a:lnTo>
                    <a:pt x="697" y="178"/>
                  </a:lnTo>
                  <a:lnTo>
                    <a:pt x="697" y="178"/>
                  </a:lnTo>
                  <a:lnTo>
                    <a:pt x="697" y="178"/>
                  </a:lnTo>
                  <a:lnTo>
                    <a:pt x="696" y="177"/>
                  </a:lnTo>
                  <a:lnTo>
                    <a:pt x="696" y="177"/>
                  </a:lnTo>
                  <a:lnTo>
                    <a:pt x="696" y="175"/>
                  </a:lnTo>
                  <a:lnTo>
                    <a:pt x="696" y="173"/>
                  </a:lnTo>
                  <a:lnTo>
                    <a:pt x="694" y="169"/>
                  </a:lnTo>
                  <a:lnTo>
                    <a:pt x="684" y="173"/>
                  </a:lnTo>
                  <a:lnTo>
                    <a:pt x="682" y="173"/>
                  </a:lnTo>
                  <a:lnTo>
                    <a:pt x="682" y="173"/>
                  </a:lnTo>
                  <a:lnTo>
                    <a:pt x="684" y="173"/>
                  </a:lnTo>
                  <a:lnTo>
                    <a:pt x="686" y="175"/>
                  </a:lnTo>
                  <a:lnTo>
                    <a:pt x="686" y="177"/>
                  </a:lnTo>
                  <a:lnTo>
                    <a:pt x="686" y="177"/>
                  </a:lnTo>
                  <a:lnTo>
                    <a:pt x="686" y="178"/>
                  </a:lnTo>
                  <a:lnTo>
                    <a:pt x="686" y="178"/>
                  </a:lnTo>
                  <a:lnTo>
                    <a:pt x="684" y="178"/>
                  </a:lnTo>
                  <a:lnTo>
                    <a:pt x="682" y="178"/>
                  </a:lnTo>
                  <a:lnTo>
                    <a:pt x="678" y="178"/>
                  </a:lnTo>
                  <a:lnTo>
                    <a:pt x="678" y="178"/>
                  </a:lnTo>
                  <a:lnTo>
                    <a:pt x="676" y="178"/>
                  </a:lnTo>
                  <a:lnTo>
                    <a:pt x="676" y="178"/>
                  </a:lnTo>
                  <a:lnTo>
                    <a:pt x="676" y="177"/>
                  </a:lnTo>
                  <a:lnTo>
                    <a:pt x="676" y="177"/>
                  </a:lnTo>
                  <a:lnTo>
                    <a:pt x="676" y="175"/>
                  </a:lnTo>
                  <a:lnTo>
                    <a:pt x="678" y="175"/>
                  </a:lnTo>
                  <a:lnTo>
                    <a:pt x="676" y="175"/>
                  </a:lnTo>
                  <a:lnTo>
                    <a:pt x="676" y="175"/>
                  </a:lnTo>
                  <a:lnTo>
                    <a:pt x="676" y="173"/>
                  </a:lnTo>
                  <a:lnTo>
                    <a:pt x="675" y="173"/>
                  </a:lnTo>
                  <a:lnTo>
                    <a:pt x="673" y="173"/>
                  </a:lnTo>
                  <a:lnTo>
                    <a:pt x="673" y="173"/>
                  </a:lnTo>
                  <a:lnTo>
                    <a:pt x="671" y="173"/>
                  </a:lnTo>
                  <a:lnTo>
                    <a:pt x="669" y="173"/>
                  </a:lnTo>
                  <a:lnTo>
                    <a:pt x="669" y="173"/>
                  </a:lnTo>
                  <a:lnTo>
                    <a:pt x="667" y="173"/>
                  </a:lnTo>
                  <a:lnTo>
                    <a:pt x="665" y="173"/>
                  </a:lnTo>
                  <a:lnTo>
                    <a:pt x="665" y="173"/>
                  </a:lnTo>
                  <a:lnTo>
                    <a:pt x="665" y="173"/>
                  </a:lnTo>
                  <a:lnTo>
                    <a:pt x="665" y="177"/>
                  </a:lnTo>
                  <a:lnTo>
                    <a:pt x="665" y="178"/>
                  </a:lnTo>
                  <a:lnTo>
                    <a:pt x="665" y="178"/>
                  </a:lnTo>
                  <a:lnTo>
                    <a:pt x="665" y="180"/>
                  </a:lnTo>
                  <a:lnTo>
                    <a:pt x="665" y="180"/>
                  </a:lnTo>
                  <a:lnTo>
                    <a:pt x="663" y="182"/>
                  </a:lnTo>
                  <a:lnTo>
                    <a:pt x="663" y="184"/>
                  </a:lnTo>
                  <a:lnTo>
                    <a:pt x="659" y="188"/>
                  </a:lnTo>
                  <a:lnTo>
                    <a:pt x="659" y="188"/>
                  </a:lnTo>
                  <a:lnTo>
                    <a:pt x="659" y="188"/>
                  </a:lnTo>
                  <a:lnTo>
                    <a:pt x="659" y="190"/>
                  </a:lnTo>
                  <a:lnTo>
                    <a:pt x="659" y="190"/>
                  </a:lnTo>
                  <a:lnTo>
                    <a:pt x="659" y="190"/>
                  </a:lnTo>
                  <a:lnTo>
                    <a:pt x="659" y="190"/>
                  </a:lnTo>
                  <a:lnTo>
                    <a:pt x="659" y="192"/>
                  </a:lnTo>
                  <a:lnTo>
                    <a:pt x="659" y="192"/>
                  </a:lnTo>
                  <a:lnTo>
                    <a:pt x="659" y="192"/>
                  </a:lnTo>
                  <a:lnTo>
                    <a:pt x="659" y="194"/>
                  </a:lnTo>
                  <a:lnTo>
                    <a:pt x="659" y="194"/>
                  </a:lnTo>
                  <a:lnTo>
                    <a:pt x="659" y="194"/>
                  </a:lnTo>
                  <a:lnTo>
                    <a:pt x="659" y="194"/>
                  </a:lnTo>
                  <a:lnTo>
                    <a:pt x="657" y="194"/>
                  </a:lnTo>
                  <a:lnTo>
                    <a:pt x="656" y="196"/>
                  </a:lnTo>
                  <a:lnTo>
                    <a:pt x="656" y="196"/>
                  </a:lnTo>
                  <a:lnTo>
                    <a:pt x="656" y="196"/>
                  </a:lnTo>
                  <a:lnTo>
                    <a:pt x="652" y="199"/>
                  </a:lnTo>
                  <a:lnTo>
                    <a:pt x="650" y="198"/>
                  </a:lnTo>
                  <a:lnTo>
                    <a:pt x="646" y="194"/>
                  </a:lnTo>
                  <a:lnTo>
                    <a:pt x="644" y="194"/>
                  </a:lnTo>
                  <a:lnTo>
                    <a:pt x="644" y="194"/>
                  </a:lnTo>
                  <a:lnTo>
                    <a:pt x="642" y="194"/>
                  </a:lnTo>
                  <a:lnTo>
                    <a:pt x="640" y="194"/>
                  </a:lnTo>
                  <a:lnTo>
                    <a:pt x="640" y="194"/>
                  </a:lnTo>
                  <a:lnTo>
                    <a:pt x="638" y="194"/>
                  </a:lnTo>
                  <a:lnTo>
                    <a:pt x="636" y="194"/>
                  </a:lnTo>
                  <a:lnTo>
                    <a:pt x="636" y="194"/>
                  </a:lnTo>
                  <a:lnTo>
                    <a:pt x="635" y="192"/>
                  </a:lnTo>
                  <a:lnTo>
                    <a:pt x="635" y="192"/>
                  </a:lnTo>
                  <a:lnTo>
                    <a:pt x="635" y="192"/>
                  </a:lnTo>
                  <a:lnTo>
                    <a:pt x="633" y="192"/>
                  </a:lnTo>
                  <a:lnTo>
                    <a:pt x="629" y="192"/>
                  </a:lnTo>
                  <a:lnTo>
                    <a:pt x="627" y="192"/>
                  </a:lnTo>
                  <a:lnTo>
                    <a:pt x="625" y="194"/>
                  </a:lnTo>
                  <a:lnTo>
                    <a:pt x="623" y="192"/>
                  </a:lnTo>
                  <a:lnTo>
                    <a:pt x="621" y="192"/>
                  </a:lnTo>
                  <a:lnTo>
                    <a:pt x="621" y="192"/>
                  </a:lnTo>
                  <a:lnTo>
                    <a:pt x="621" y="190"/>
                  </a:lnTo>
                  <a:lnTo>
                    <a:pt x="621" y="190"/>
                  </a:lnTo>
                  <a:lnTo>
                    <a:pt x="621" y="190"/>
                  </a:lnTo>
                  <a:lnTo>
                    <a:pt x="623" y="188"/>
                  </a:lnTo>
                  <a:lnTo>
                    <a:pt x="623" y="188"/>
                  </a:lnTo>
                  <a:lnTo>
                    <a:pt x="623" y="188"/>
                  </a:lnTo>
                  <a:lnTo>
                    <a:pt x="623" y="186"/>
                  </a:lnTo>
                  <a:lnTo>
                    <a:pt x="623" y="186"/>
                  </a:lnTo>
                  <a:lnTo>
                    <a:pt x="623" y="184"/>
                  </a:lnTo>
                  <a:lnTo>
                    <a:pt x="625" y="184"/>
                  </a:lnTo>
                  <a:lnTo>
                    <a:pt x="625" y="184"/>
                  </a:lnTo>
                  <a:lnTo>
                    <a:pt x="625" y="182"/>
                  </a:lnTo>
                  <a:lnTo>
                    <a:pt x="625" y="182"/>
                  </a:lnTo>
                  <a:lnTo>
                    <a:pt x="627" y="180"/>
                  </a:lnTo>
                  <a:lnTo>
                    <a:pt x="627" y="180"/>
                  </a:lnTo>
                  <a:lnTo>
                    <a:pt x="627" y="178"/>
                  </a:lnTo>
                  <a:lnTo>
                    <a:pt x="627" y="177"/>
                  </a:lnTo>
                  <a:lnTo>
                    <a:pt x="631" y="171"/>
                  </a:lnTo>
                  <a:lnTo>
                    <a:pt x="631" y="169"/>
                  </a:lnTo>
                  <a:lnTo>
                    <a:pt x="631" y="169"/>
                  </a:lnTo>
                  <a:lnTo>
                    <a:pt x="629" y="167"/>
                  </a:lnTo>
                  <a:lnTo>
                    <a:pt x="629" y="167"/>
                  </a:lnTo>
                  <a:lnTo>
                    <a:pt x="629" y="167"/>
                  </a:lnTo>
                  <a:lnTo>
                    <a:pt x="627" y="167"/>
                  </a:lnTo>
                  <a:lnTo>
                    <a:pt x="627" y="167"/>
                  </a:lnTo>
                  <a:lnTo>
                    <a:pt x="625" y="167"/>
                  </a:lnTo>
                  <a:lnTo>
                    <a:pt x="625" y="169"/>
                  </a:lnTo>
                  <a:lnTo>
                    <a:pt x="625" y="169"/>
                  </a:lnTo>
                  <a:lnTo>
                    <a:pt x="625" y="169"/>
                  </a:lnTo>
                  <a:lnTo>
                    <a:pt x="625" y="169"/>
                  </a:lnTo>
                  <a:lnTo>
                    <a:pt x="625" y="169"/>
                  </a:lnTo>
                  <a:lnTo>
                    <a:pt x="623" y="173"/>
                  </a:lnTo>
                  <a:lnTo>
                    <a:pt x="623" y="173"/>
                  </a:lnTo>
                  <a:lnTo>
                    <a:pt x="623" y="173"/>
                  </a:lnTo>
                  <a:lnTo>
                    <a:pt x="621" y="173"/>
                  </a:lnTo>
                  <a:lnTo>
                    <a:pt x="621" y="173"/>
                  </a:lnTo>
                  <a:lnTo>
                    <a:pt x="614" y="175"/>
                  </a:lnTo>
                  <a:lnTo>
                    <a:pt x="614" y="175"/>
                  </a:lnTo>
                  <a:lnTo>
                    <a:pt x="614" y="175"/>
                  </a:lnTo>
                  <a:lnTo>
                    <a:pt x="612" y="175"/>
                  </a:lnTo>
                  <a:lnTo>
                    <a:pt x="612" y="175"/>
                  </a:lnTo>
                  <a:lnTo>
                    <a:pt x="612" y="175"/>
                  </a:lnTo>
                  <a:lnTo>
                    <a:pt x="614" y="175"/>
                  </a:lnTo>
                  <a:lnTo>
                    <a:pt x="617" y="178"/>
                  </a:lnTo>
                  <a:lnTo>
                    <a:pt x="617" y="178"/>
                  </a:lnTo>
                  <a:lnTo>
                    <a:pt x="617" y="180"/>
                  </a:lnTo>
                  <a:lnTo>
                    <a:pt x="617" y="180"/>
                  </a:lnTo>
                  <a:lnTo>
                    <a:pt x="617" y="180"/>
                  </a:lnTo>
                  <a:lnTo>
                    <a:pt x="615" y="182"/>
                  </a:lnTo>
                  <a:lnTo>
                    <a:pt x="614" y="182"/>
                  </a:lnTo>
                  <a:lnTo>
                    <a:pt x="614" y="182"/>
                  </a:lnTo>
                  <a:lnTo>
                    <a:pt x="612" y="182"/>
                  </a:lnTo>
                  <a:lnTo>
                    <a:pt x="610" y="182"/>
                  </a:lnTo>
                  <a:lnTo>
                    <a:pt x="610" y="182"/>
                  </a:lnTo>
                  <a:lnTo>
                    <a:pt x="610" y="182"/>
                  </a:lnTo>
                  <a:lnTo>
                    <a:pt x="606" y="178"/>
                  </a:lnTo>
                  <a:lnTo>
                    <a:pt x="606" y="178"/>
                  </a:lnTo>
                  <a:lnTo>
                    <a:pt x="606" y="177"/>
                  </a:lnTo>
                  <a:lnTo>
                    <a:pt x="604" y="175"/>
                  </a:lnTo>
                  <a:lnTo>
                    <a:pt x="604" y="175"/>
                  </a:lnTo>
                  <a:lnTo>
                    <a:pt x="604" y="175"/>
                  </a:lnTo>
                  <a:lnTo>
                    <a:pt x="602" y="175"/>
                  </a:lnTo>
                  <a:lnTo>
                    <a:pt x="602" y="175"/>
                  </a:lnTo>
                  <a:lnTo>
                    <a:pt x="602" y="175"/>
                  </a:lnTo>
                  <a:lnTo>
                    <a:pt x="602" y="175"/>
                  </a:lnTo>
                  <a:lnTo>
                    <a:pt x="602" y="177"/>
                  </a:lnTo>
                  <a:lnTo>
                    <a:pt x="602" y="177"/>
                  </a:lnTo>
                  <a:lnTo>
                    <a:pt x="602" y="178"/>
                  </a:lnTo>
                  <a:lnTo>
                    <a:pt x="602" y="178"/>
                  </a:lnTo>
                  <a:lnTo>
                    <a:pt x="602" y="178"/>
                  </a:lnTo>
                  <a:lnTo>
                    <a:pt x="600" y="178"/>
                  </a:lnTo>
                  <a:lnTo>
                    <a:pt x="600" y="178"/>
                  </a:lnTo>
                  <a:lnTo>
                    <a:pt x="598" y="178"/>
                  </a:lnTo>
                  <a:lnTo>
                    <a:pt x="596" y="178"/>
                  </a:lnTo>
                  <a:lnTo>
                    <a:pt x="595" y="178"/>
                  </a:lnTo>
                  <a:lnTo>
                    <a:pt x="593" y="178"/>
                  </a:lnTo>
                  <a:lnTo>
                    <a:pt x="593" y="178"/>
                  </a:lnTo>
                  <a:lnTo>
                    <a:pt x="593" y="178"/>
                  </a:lnTo>
                  <a:lnTo>
                    <a:pt x="593" y="178"/>
                  </a:lnTo>
                  <a:lnTo>
                    <a:pt x="593" y="180"/>
                  </a:lnTo>
                  <a:lnTo>
                    <a:pt x="593" y="180"/>
                  </a:lnTo>
                  <a:lnTo>
                    <a:pt x="595" y="182"/>
                  </a:lnTo>
                  <a:lnTo>
                    <a:pt x="595" y="182"/>
                  </a:lnTo>
                  <a:lnTo>
                    <a:pt x="595" y="182"/>
                  </a:lnTo>
                  <a:lnTo>
                    <a:pt x="598" y="184"/>
                  </a:lnTo>
                  <a:lnTo>
                    <a:pt x="598" y="184"/>
                  </a:lnTo>
                  <a:lnTo>
                    <a:pt x="598" y="184"/>
                  </a:lnTo>
                  <a:lnTo>
                    <a:pt x="598" y="186"/>
                  </a:lnTo>
                  <a:lnTo>
                    <a:pt x="595" y="188"/>
                  </a:lnTo>
                  <a:lnTo>
                    <a:pt x="595" y="188"/>
                  </a:lnTo>
                  <a:lnTo>
                    <a:pt x="593" y="188"/>
                  </a:lnTo>
                  <a:lnTo>
                    <a:pt x="593" y="188"/>
                  </a:lnTo>
                  <a:lnTo>
                    <a:pt x="593" y="188"/>
                  </a:lnTo>
                  <a:lnTo>
                    <a:pt x="591" y="184"/>
                  </a:lnTo>
                  <a:lnTo>
                    <a:pt x="589" y="184"/>
                  </a:lnTo>
                  <a:lnTo>
                    <a:pt x="589" y="182"/>
                  </a:lnTo>
                  <a:lnTo>
                    <a:pt x="589" y="184"/>
                  </a:lnTo>
                  <a:lnTo>
                    <a:pt x="589" y="184"/>
                  </a:lnTo>
                  <a:lnTo>
                    <a:pt x="589" y="184"/>
                  </a:lnTo>
                  <a:lnTo>
                    <a:pt x="589" y="186"/>
                  </a:lnTo>
                  <a:lnTo>
                    <a:pt x="589" y="188"/>
                  </a:lnTo>
                  <a:lnTo>
                    <a:pt x="589" y="188"/>
                  </a:lnTo>
                  <a:lnTo>
                    <a:pt x="587" y="188"/>
                  </a:lnTo>
                  <a:lnTo>
                    <a:pt x="587" y="188"/>
                  </a:lnTo>
                  <a:lnTo>
                    <a:pt x="587" y="188"/>
                  </a:lnTo>
                  <a:lnTo>
                    <a:pt x="585" y="188"/>
                  </a:lnTo>
                  <a:lnTo>
                    <a:pt x="585" y="188"/>
                  </a:lnTo>
                  <a:lnTo>
                    <a:pt x="583" y="188"/>
                  </a:lnTo>
                  <a:lnTo>
                    <a:pt x="581" y="188"/>
                  </a:lnTo>
                  <a:lnTo>
                    <a:pt x="579" y="188"/>
                  </a:lnTo>
                  <a:lnTo>
                    <a:pt x="577" y="188"/>
                  </a:lnTo>
                  <a:lnTo>
                    <a:pt x="577" y="188"/>
                  </a:lnTo>
                  <a:lnTo>
                    <a:pt x="577" y="186"/>
                  </a:lnTo>
                  <a:lnTo>
                    <a:pt x="575" y="186"/>
                  </a:lnTo>
                  <a:lnTo>
                    <a:pt x="575" y="182"/>
                  </a:lnTo>
                  <a:lnTo>
                    <a:pt x="575" y="182"/>
                  </a:lnTo>
                  <a:lnTo>
                    <a:pt x="575" y="180"/>
                  </a:lnTo>
                  <a:lnTo>
                    <a:pt x="575" y="180"/>
                  </a:lnTo>
                  <a:lnTo>
                    <a:pt x="575" y="180"/>
                  </a:lnTo>
                  <a:lnTo>
                    <a:pt x="575" y="180"/>
                  </a:lnTo>
                  <a:lnTo>
                    <a:pt x="577" y="180"/>
                  </a:lnTo>
                  <a:lnTo>
                    <a:pt x="577" y="180"/>
                  </a:lnTo>
                  <a:lnTo>
                    <a:pt x="579" y="180"/>
                  </a:lnTo>
                  <a:lnTo>
                    <a:pt x="579" y="180"/>
                  </a:lnTo>
                  <a:lnTo>
                    <a:pt x="581" y="178"/>
                  </a:lnTo>
                  <a:lnTo>
                    <a:pt x="583" y="177"/>
                  </a:lnTo>
                  <a:lnTo>
                    <a:pt x="583" y="177"/>
                  </a:lnTo>
                  <a:lnTo>
                    <a:pt x="583" y="175"/>
                  </a:lnTo>
                  <a:lnTo>
                    <a:pt x="583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87" y="173"/>
                  </a:lnTo>
                  <a:lnTo>
                    <a:pt x="589" y="173"/>
                  </a:lnTo>
                  <a:lnTo>
                    <a:pt x="589" y="173"/>
                  </a:lnTo>
                  <a:lnTo>
                    <a:pt x="589" y="171"/>
                  </a:lnTo>
                  <a:lnTo>
                    <a:pt x="591" y="171"/>
                  </a:lnTo>
                  <a:lnTo>
                    <a:pt x="591" y="171"/>
                  </a:lnTo>
                  <a:lnTo>
                    <a:pt x="589" y="171"/>
                  </a:lnTo>
                  <a:lnTo>
                    <a:pt x="589" y="169"/>
                  </a:lnTo>
                  <a:lnTo>
                    <a:pt x="589" y="169"/>
                  </a:lnTo>
                  <a:lnTo>
                    <a:pt x="589" y="167"/>
                  </a:lnTo>
                  <a:lnTo>
                    <a:pt x="589" y="165"/>
                  </a:lnTo>
                  <a:lnTo>
                    <a:pt x="589" y="165"/>
                  </a:lnTo>
                  <a:lnTo>
                    <a:pt x="587" y="165"/>
                  </a:lnTo>
                  <a:lnTo>
                    <a:pt x="587" y="165"/>
                  </a:lnTo>
                  <a:lnTo>
                    <a:pt x="587" y="165"/>
                  </a:lnTo>
                  <a:lnTo>
                    <a:pt x="587" y="165"/>
                  </a:lnTo>
                  <a:lnTo>
                    <a:pt x="585" y="165"/>
                  </a:lnTo>
                  <a:lnTo>
                    <a:pt x="585" y="165"/>
                  </a:lnTo>
                  <a:lnTo>
                    <a:pt x="585" y="165"/>
                  </a:lnTo>
                  <a:lnTo>
                    <a:pt x="585" y="163"/>
                  </a:lnTo>
                  <a:lnTo>
                    <a:pt x="585" y="163"/>
                  </a:lnTo>
                  <a:lnTo>
                    <a:pt x="583" y="161"/>
                  </a:lnTo>
                  <a:lnTo>
                    <a:pt x="583" y="161"/>
                  </a:lnTo>
                  <a:lnTo>
                    <a:pt x="581" y="161"/>
                  </a:lnTo>
                  <a:lnTo>
                    <a:pt x="581" y="159"/>
                  </a:lnTo>
                  <a:lnTo>
                    <a:pt x="581" y="159"/>
                  </a:lnTo>
                  <a:lnTo>
                    <a:pt x="579" y="156"/>
                  </a:lnTo>
                  <a:lnTo>
                    <a:pt x="579" y="152"/>
                  </a:lnTo>
                  <a:lnTo>
                    <a:pt x="579" y="152"/>
                  </a:lnTo>
                  <a:lnTo>
                    <a:pt x="579" y="150"/>
                  </a:lnTo>
                  <a:lnTo>
                    <a:pt x="577" y="148"/>
                  </a:lnTo>
                  <a:lnTo>
                    <a:pt x="577" y="148"/>
                  </a:lnTo>
                  <a:lnTo>
                    <a:pt x="575" y="148"/>
                  </a:lnTo>
                  <a:lnTo>
                    <a:pt x="575" y="148"/>
                  </a:lnTo>
                  <a:lnTo>
                    <a:pt x="574" y="148"/>
                  </a:lnTo>
                  <a:lnTo>
                    <a:pt x="572" y="148"/>
                  </a:lnTo>
                  <a:lnTo>
                    <a:pt x="572" y="148"/>
                  </a:lnTo>
                  <a:lnTo>
                    <a:pt x="572" y="148"/>
                  </a:lnTo>
                  <a:lnTo>
                    <a:pt x="570" y="148"/>
                  </a:lnTo>
                  <a:lnTo>
                    <a:pt x="570" y="148"/>
                  </a:lnTo>
                  <a:lnTo>
                    <a:pt x="568" y="148"/>
                  </a:lnTo>
                  <a:lnTo>
                    <a:pt x="568" y="148"/>
                  </a:lnTo>
                  <a:lnTo>
                    <a:pt x="568" y="150"/>
                  </a:lnTo>
                  <a:lnTo>
                    <a:pt x="568" y="150"/>
                  </a:lnTo>
                  <a:lnTo>
                    <a:pt x="566" y="150"/>
                  </a:lnTo>
                  <a:lnTo>
                    <a:pt x="562" y="154"/>
                  </a:lnTo>
                  <a:lnTo>
                    <a:pt x="562" y="154"/>
                  </a:lnTo>
                  <a:lnTo>
                    <a:pt x="562" y="154"/>
                  </a:lnTo>
                  <a:lnTo>
                    <a:pt x="560" y="154"/>
                  </a:lnTo>
                  <a:lnTo>
                    <a:pt x="558" y="152"/>
                  </a:lnTo>
                  <a:lnTo>
                    <a:pt x="553" y="156"/>
                  </a:lnTo>
                  <a:lnTo>
                    <a:pt x="551" y="158"/>
                  </a:lnTo>
                  <a:lnTo>
                    <a:pt x="549" y="159"/>
                  </a:lnTo>
                  <a:lnTo>
                    <a:pt x="545" y="161"/>
                  </a:lnTo>
                  <a:lnTo>
                    <a:pt x="543" y="163"/>
                  </a:lnTo>
                  <a:lnTo>
                    <a:pt x="541" y="163"/>
                  </a:lnTo>
                  <a:lnTo>
                    <a:pt x="539" y="163"/>
                  </a:lnTo>
                  <a:lnTo>
                    <a:pt x="537" y="165"/>
                  </a:lnTo>
                  <a:lnTo>
                    <a:pt x="535" y="165"/>
                  </a:lnTo>
                  <a:lnTo>
                    <a:pt x="535" y="165"/>
                  </a:lnTo>
                  <a:lnTo>
                    <a:pt x="535" y="167"/>
                  </a:lnTo>
                  <a:lnTo>
                    <a:pt x="535" y="167"/>
                  </a:lnTo>
                  <a:lnTo>
                    <a:pt x="535" y="167"/>
                  </a:lnTo>
                  <a:lnTo>
                    <a:pt x="535" y="169"/>
                  </a:lnTo>
                  <a:lnTo>
                    <a:pt x="535" y="169"/>
                  </a:lnTo>
                  <a:lnTo>
                    <a:pt x="537" y="169"/>
                  </a:lnTo>
                  <a:lnTo>
                    <a:pt x="537" y="171"/>
                  </a:lnTo>
                  <a:lnTo>
                    <a:pt x="539" y="173"/>
                  </a:lnTo>
                  <a:lnTo>
                    <a:pt x="539" y="173"/>
                  </a:lnTo>
                  <a:lnTo>
                    <a:pt x="539" y="175"/>
                  </a:lnTo>
                  <a:lnTo>
                    <a:pt x="537" y="175"/>
                  </a:lnTo>
                  <a:lnTo>
                    <a:pt x="537" y="175"/>
                  </a:lnTo>
                  <a:lnTo>
                    <a:pt x="535" y="175"/>
                  </a:lnTo>
                  <a:lnTo>
                    <a:pt x="534" y="177"/>
                  </a:lnTo>
                  <a:lnTo>
                    <a:pt x="532" y="177"/>
                  </a:lnTo>
                  <a:lnTo>
                    <a:pt x="532" y="177"/>
                  </a:lnTo>
                  <a:lnTo>
                    <a:pt x="530" y="175"/>
                  </a:lnTo>
                  <a:lnTo>
                    <a:pt x="530" y="175"/>
                  </a:lnTo>
                  <a:lnTo>
                    <a:pt x="530" y="175"/>
                  </a:lnTo>
                  <a:lnTo>
                    <a:pt x="530" y="173"/>
                  </a:lnTo>
                  <a:lnTo>
                    <a:pt x="526" y="175"/>
                  </a:lnTo>
                  <a:lnTo>
                    <a:pt x="520" y="175"/>
                  </a:lnTo>
                  <a:lnTo>
                    <a:pt x="518" y="175"/>
                  </a:lnTo>
                  <a:lnTo>
                    <a:pt x="516" y="173"/>
                  </a:lnTo>
                  <a:lnTo>
                    <a:pt x="513" y="173"/>
                  </a:lnTo>
                  <a:lnTo>
                    <a:pt x="511" y="171"/>
                  </a:lnTo>
                  <a:lnTo>
                    <a:pt x="511" y="171"/>
                  </a:lnTo>
                  <a:lnTo>
                    <a:pt x="509" y="171"/>
                  </a:lnTo>
                  <a:lnTo>
                    <a:pt x="509" y="171"/>
                  </a:lnTo>
                  <a:lnTo>
                    <a:pt x="507" y="173"/>
                  </a:lnTo>
                  <a:lnTo>
                    <a:pt x="507" y="173"/>
                  </a:lnTo>
                  <a:lnTo>
                    <a:pt x="505" y="177"/>
                  </a:lnTo>
                  <a:lnTo>
                    <a:pt x="505" y="177"/>
                  </a:lnTo>
                  <a:lnTo>
                    <a:pt x="505" y="178"/>
                  </a:lnTo>
                  <a:lnTo>
                    <a:pt x="503" y="178"/>
                  </a:lnTo>
                  <a:lnTo>
                    <a:pt x="501" y="178"/>
                  </a:lnTo>
                  <a:lnTo>
                    <a:pt x="501" y="178"/>
                  </a:lnTo>
                  <a:lnTo>
                    <a:pt x="501" y="178"/>
                  </a:lnTo>
                  <a:lnTo>
                    <a:pt x="499" y="178"/>
                  </a:lnTo>
                  <a:lnTo>
                    <a:pt x="499" y="177"/>
                  </a:lnTo>
                  <a:lnTo>
                    <a:pt x="499" y="177"/>
                  </a:lnTo>
                  <a:lnTo>
                    <a:pt x="499" y="177"/>
                  </a:lnTo>
                  <a:lnTo>
                    <a:pt x="499" y="175"/>
                  </a:lnTo>
                  <a:lnTo>
                    <a:pt x="497" y="175"/>
                  </a:lnTo>
                  <a:lnTo>
                    <a:pt x="495" y="175"/>
                  </a:lnTo>
                  <a:lnTo>
                    <a:pt x="495" y="175"/>
                  </a:lnTo>
                  <a:lnTo>
                    <a:pt x="495" y="177"/>
                  </a:lnTo>
                  <a:lnTo>
                    <a:pt x="495" y="177"/>
                  </a:lnTo>
                  <a:lnTo>
                    <a:pt x="495" y="178"/>
                  </a:lnTo>
                  <a:lnTo>
                    <a:pt x="495" y="180"/>
                  </a:lnTo>
                  <a:lnTo>
                    <a:pt x="495" y="180"/>
                  </a:lnTo>
                  <a:lnTo>
                    <a:pt x="495" y="182"/>
                  </a:lnTo>
                  <a:lnTo>
                    <a:pt x="492" y="182"/>
                  </a:lnTo>
                  <a:lnTo>
                    <a:pt x="490" y="182"/>
                  </a:lnTo>
                  <a:lnTo>
                    <a:pt x="490" y="182"/>
                  </a:lnTo>
                  <a:lnTo>
                    <a:pt x="490" y="180"/>
                  </a:lnTo>
                  <a:lnTo>
                    <a:pt x="490" y="180"/>
                  </a:lnTo>
                  <a:lnTo>
                    <a:pt x="490" y="178"/>
                  </a:lnTo>
                  <a:lnTo>
                    <a:pt x="490" y="177"/>
                  </a:lnTo>
                  <a:lnTo>
                    <a:pt x="490" y="175"/>
                  </a:lnTo>
                  <a:lnTo>
                    <a:pt x="490" y="175"/>
                  </a:lnTo>
                  <a:lnTo>
                    <a:pt x="490" y="175"/>
                  </a:lnTo>
                  <a:lnTo>
                    <a:pt x="492" y="171"/>
                  </a:lnTo>
                  <a:lnTo>
                    <a:pt x="494" y="171"/>
                  </a:lnTo>
                  <a:lnTo>
                    <a:pt x="495" y="167"/>
                  </a:lnTo>
                  <a:lnTo>
                    <a:pt x="497" y="163"/>
                  </a:lnTo>
                  <a:lnTo>
                    <a:pt x="499" y="161"/>
                  </a:lnTo>
                  <a:lnTo>
                    <a:pt x="499" y="159"/>
                  </a:lnTo>
                  <a:lnTo>
                    <a:pt x="499" y="159"/>
                  </a:lnTo>
                  <a:lnTo>
                    <a:pt x="497" y="159"/>
                  </a:lnTo>
                  <a:lnTo>
                    <a:pt x="497" y="159"/>
                  </a:lnTo>
                  <a:lnTo>
                    <a:pt x="495" y="161"/>
                  </a:lnTo>
                  <a:lnTo>
                    <a:pt x="495" y="161"/>
                  </a:lnTo>
                  <a:lnTo>
                    <a:pt x="494" y="161"/>
                  </a:lnTo>
                  <a:lnTo>
                    <a:pt x="494" y="161"/>
                  </a:lnTo>
                  <a:lnTo>
                    <a:pt x="494" y="161"/>
                  </a:lnTo>
                  <a:lnTo>
                    <a:pt x="492" y="161"/>
                  </a:lnTo>
                  <a:lnTo>
                    <a:pt x="490" y="161"/>
                  </a:lnTo>
                  <a:lnTo>
                    <a:pt x="490" y="163"/>
                  </a:lnTo>
                  <a:lnTo>
                    <a:pt x="490" y="163"/>
                  </a:lnTo>
                  <a:lnTo>
                    <a:pt x="490" y="163"/>
                  </a:lnTo>
                  <a:lnTo>
                    <a:pt x="490" y="165"/>
                  </a:lnTo>
                  <a:lnTo>
                    <a:pt x="488" y="165"/>
                  </a:lnTo>
                  <a:lnTo>
                    <a:pt x="488" y="165"/>
                  </a:lnTo>
                  <a:lnTo>
                    <a:pt x="488" y="165"/>
                  </a:lnTo>
                  <a:lnTo>
                    <a:pt x="486" y="165"/>
                  </a:lnTo>
                  <a:lnTo>
                    <a:pt x="486" y="163"/>
                  </a:lnTo>
                  <a:lnTo>
                    <a:pt x="486" y="161"/>
                  </a:lnTo>
                  <a:lnTo>
                    <a:pt x="486" y="161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8" y="156"/>
                  </a:lnTo>
                  <a:lnTo>
                    <a:pt x="488" y="154"/>
                  </a:lnTo>
                  <a:lnTo>
                    <a:pt x="488" y="154"/>
                  </a:lnTo>
                  <a:lnTo>
                    <a:pt x="488" y="152"/>
                  </a:lnTo>
                  <a:lnTo>
                    <a:pt x="488" y="152"/>
                  </a:lnTo>
                  <a:lnTo>
                    <a:pt x="486" y="152"/>
                  </a:lnTo>
                  <a:lnTo>
                    <a:pt x="484" y="156"/>
                  </a:lnTo>
                  <a:lnTo>
                    <a:pt x="482" y="158"/>
                  </a:lnTo>
                  <a:lnTo>
                    <a:pt x="482" y="159"/>
                  </a:lnTo>
                  <a:lnTo>
                    <a:pt x="482" y="159"/>
                  </a:lnTo>
                  <a:lnTo>
                    <a:pt x="482" y="161"/>
                  </a:lnTo>
                  <a:lnTo>
                    <a:pt x="486" y="169"/>
                  </a:lnTo>
                  <a:lnTo>
                    <a:pt x="486" y="171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4" y="173"/>
                  </a:lnTo>
                  <a:lnTo>
                    <a:pt x="484" y="173"/>
                  </a:lnTo>
                  <a:lnTo>
                    <a:pt x="482" y="173"/>
                  </a:lnTo>
                  <a:lnTo>
                    <a:pt x="480" y="171"/>
                  </a:lnTo>
                  <a:lnTo>
                    <a:pt x="480" y="171"/>
                  </a:lnTo>
                  <a:lnTo>
                    <a:pt x="478" y="173"/>
                  </a:lnTo>
                  <a:lnTo>
                    <a:pt x="478" y="173"/>
                  </a:lnTo>
                  <a:lnTo>
                    <a:pt x="476" y="171"/>
                  </a:lnTo>
                  <a:lnTo>
                    <a:pt x="474" y="171"/>
                  </a:lnTo>
                  <a:lnTo>
                    <a:pt x="474" y="171"/>
                  </a:lnTo>
                  <a:lnTo>
                    <a:pt x="473" y="173"/>
                  </a:lnTo>
                  <a:lnTo>
                    <a:pt x="473" y="173"/>
                  </a:lnTo>
                  <a:lnTo>
                    <a:pt x="473" y="175"/>
                  </a:lnTo>
                  <a:lnTo>
                    <a:pt x="471" y="175"/>
                  </a:lnTo>
                  <a:lnTo>
                    <a:pt x="471" y="175"/>
                  </a:lnTo>
                  <a:lnTo>
                    <a:pt x="469" y="175"/>
                  </a:lnTo>
                  <a:lnTo>
                    <a:pt x="469" y="175"/>
                  </a:lnTo>
                  <a:lnTo>
                    <a:pt x="469" y="171"/>
                  </a:lnTo>
                  <a:lnTo>
                    <a:pt x="469" y="169"/>
                  </a:lnTo>
                  <a:lnTo>
                    <a:pt x="467" y="169"/>
                  </a:lnTo>
                  <a:lnTo>
                    <a:pt x="467" y="169"/>
                  </a:lnTo>
                  <a:lnTo>
                    <a:pt x="463" y="171"/>
                  </a:lnTo>
                  <a:lnTo>
                    <a:pt x="461" y="171"/>
                  </a:lnTo>
                  <a:lnTo>
                    <a:pt x="461" y="173"/>
                  </a:lnTo>
                  <a:lnTo>
                    <a:pt x="459" y="171"/>
                  </a:lnTo>
                  <a:lnTo>
                    <a:pt x="459" y="171"/>
                  </a:lnTo>
                  <a:lnTo>
                    <a:pt x="459" y="171"/>
                  </a:lnTo>
                  <a:lnTo>
                    <a:pt x="459" y="169"/>
                  </a:lnTo>
                  <a:lnTo>
                    <a:pt x="459" y="167"/>
                  </a:lnTo>
                  <a:lnTo>
                    <a:pt x="459" y="167"/>
                  </a:lnTo>
                  <a:lnTo>
                    <a:pt x="463" y="163"/>
                  </a:lnTo>
                  <a:lnTo>
                    <a:pt x="463" y="163"/>
                  </a:lnTo>
                  <a:lnTo>
                    <a:pt x="463" y="163"/>
                  </a:lnTo>
                  <a:lnTo>
                    <a:pt x="463" y="163"/>
                  </a:lnTo>
                  <a:lnTo>
                    <a:pt x="461" y="163"/>
                  </a:lnTo>
                  <a:lnTo>
                    <a:pt x="461" y="161"/>
                  </a:lnTo>
                  <a:lnTo>
                    <a:pt x="461" y="161"/>
                  </a:lnTo>
                  <a:lnTo>
                    <a:pt x="461" y="161"/>
                  </a:lnTo>
                  <a:lnTo>
                    <a:pt x="459" y="161"/>
                  </a:lnTo>
                  <a:lnTo>
                    <a:pt x="459" y="161"/>
                  </a:lnTo>
                  <a:lnTo>
                    <a:pt x="457" y="161"/>
                  </a:lnTo>
                  <a:lnTo>
                    <a:pt x="457" y="161"/>
                  </a:lnTo>
                  <a:lnTo>
                    <a:pt x="457" y="161"/>
                  </a:lnTo>
                  <a:lnTo>
                    <a:pt x="457" y="163"/>
                  </a:lnTo>
                  <a:lnTo>
                    <a:pt x="457" y="165"/>
                  </a:lnTo>
                  <a:lnTo>
                    <a:pt x="457" y="165"/>
                  </a:lnTo>
                  <a:lnTo>
                    <a:pt x="455" y="167"/>
                  </a:lnTo>
                  <a:lnTo>
                    <a:pt x="455" y="167"/>
                  </a:lnTo>
                  <a:lnTo>
                    <a:pt x="454" y="167"/>
                  </a:lnTo>
                  <a:lnTo>
                    <a:pt x="454" y="167"/>
                  </a:lnTo>
                  <a:lnTo>
                    <a:pt x="452" y="167"/>
                  </a:lnTo>
                  <a:lnTo>
                    <a:pt x="452" y="169"/>
                  </a:lnTo>
                  <a:lnTo>
                    <a:pt x="450" y="171"/>
                  </a:lnTo>
                  <a:lnTo>
                    <a:pt x="448" y="171"/>
                  </a:lnTo>
                  <a:lnTo>
                    <a:pt x="448" y="173"/>
                  </a:lnTo>
                  <a:lnTo>
                    <a:pt x="446" y="171"/>
                  </a:lnTo>
                  <a:lnTo>
                    <a:pt x="446" y="171"/>
                  </a:lnTo>
                  <a:lnTo>
                    <a:pt x="446" y="169"/>
                  </a:lnTo>
                  <a:lnTo>
                    <a:pt x="446" y="167"/>
                  </a:lnTo>
                  <a:lnTo>
                    <a:pt x="446" y="165"/>
                  </a:lnTo>
                  <a:lnTo>
                    <a:pt x="448" y="163"/>
                  </a:lnTo>
                  <a:lnTo>
                    <a:pt x="448" y="163"/>
                  </a:lnTo>
                  <a:lnTo>
                    <a:pt x="450" y="161"/>
                  </a:lnTo>
                  <a:lnTo>
                    <a:pt x="452" y="159"/>
                  </a:lnTo>
                  <a:lnTo>
                    <a:pt x="452" y="159"/>
                  </a:lnTo>
                  <a:lnTo>
                    <a:pt x="452" y="159"/>
                  </a:lnTo>
                  <a:lnTo>
                    <a:pt x="454" y="158"/>
                  </a:lnTo>
                  <a:lnTo>
                    <a:pt x="454" y="158"/>
                  </a:lnTo>
                  <a:lnTo>
                    <a:pt x="452" y="156"/>
                  </a:lnTo>
                  <a:lnTo>
                    <a:pt x="452" y="154"/>
                  </a:lnTo>
                  <a:lnTo>
                    <a:pt x="454" y="154"/>
                  </a:lnTo>
                  <a:lnTo>
                    <a:pt x="454" y="150"/>
                  </a:lnTo>
                  <a:lnTo>
                    <a:pt x="455" y="150"/>
                  </a:lnTo>
                  <a:lnTo>
                    <a:pt x="455" y="146"/>
                  </a:lnTo>
                  <a:lnTo>
                    <a:pt x="455" y="146"/>
                  </a:lnTo>
                  <a:lnTo>
                    <a:pt x="455" y="144"/>
                  </a:lnTo>
                  <a:lnTo>
                    <a:pt x="454" y="144"/>
                  </a:lnTo>
                  <a:lnTo>
                    <a:pt x="454" y="144"/>
                  </a:lnTo>
                  <a:lnTo>
                    <a:pt x="454" y="144"/>
                  </a:lnTo>
                  <a:lnTo>
                    <a:pt x="452" y="144"/>
                  </a:lnTo>
                  <a:lnTo>
                    <a:pt x="452" y="144"/>
                  </a:lnTo>
                  <a:lnTo>
                    <a:pt x="450" y="144"/>
                  </a:lnTo>
                  <a:lnTo>
                    <a:pt x="450" y="144"/>
                  </a:lnTo>
                  <a:lnTo>
                    <a:pt x="450" y="144"/>
                  </a:lnTo>
                  <a:lnTo>
                    <a:pt x="450" y="142"/>
                  </a:lnTo>
                  <a:lnTo>
                    <a:pt x="452" y="140"/>
                  </a:lnTo>
                  <a:lnTo>
                    <a:pt x="452" y="140"/>
                  </a:lnTo>
                  <a:lnTo>
                    <a:pt x="452" y="139"/>
                  </a:lnTo>
                  <a:lnTo>
                    <a:pt x="452" y="137"/>
                  </a:lnTo>
                  <a:lnTo>
                    <a:pt x="450" y="137"/>
                  </a:lnTo>
                  <a:lnTo>
                    <a:pt x="450" y="135"/>
                  </a:lnTo>
                  <a:lnTo>
                    <a:pt x="448" y="135"/>
                  </a:lnTo>
                  <a:lnTo>
                    <a:pt x="448" y="135"/>
                  </a:lnTo>
                  <a:lnTo>
                    <a:pt x="446" y="137"/>
                  </a:lnTo>
                  <a:lnTo>
                    <a:pt x="446" y="137"/>
                  </a:lnTo>
                  <a:lnTo>
                    <a:pt x="446" y="139"/>
                  </a:lnTo>
                  <a:lnTo>
                    <a:pt x="446" y="139"/>
                  </a:lnTo>
                  <a:lnTo>
                    <a:pt x="444" y="140"/>
                  </a:lnTo>
                  <a:lnTo>
                    <a:pt x="444" y="140"/>
                  </a:lnTo>
                  <a:lnTo>
                    <a:pt x="446" y="144"/>
                  </a:lnTo>
                  <a:lnTo>
                    <a:pt x="446" y="146"/>
                  </a:lnTo>
                  <a:lnTo>
                    <a:pt x="444" y="146"/>
                  </a:lnTo>
                  <a:lnTo>
                    <a:pt x="444" y="146"/>
                  </a:lnTo>
                  <a:lnTo>
                    <a:pt x="442" y="148"/>
                  </a:lnTo>
                  <a:lnTo>
                    <a:pt x="440" y="146"/>
                  </a:lnTo>
                  <a:lnTo>
                    <a:pt x="440" y="146"/>
                  </a:lnTo>
                  <a:lnTo>
                    <a:pt x="440" y="144"/>
                  </a:lnTo>
                  <a:lnTo>
                    <a:pt x="440" y="140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38" y="137"/>
                  </a:lnTo>
                  <a:lnTo>
                    <a:pt x="436" y="137"/>
                  </a:lnTo>
                  <a:lnTo>
                    <a:pt x="436" y="139"/>
                  </a:lnTo>
                  <a:lnTo>
                    <a:pt x="434" y="139"/>
                  </a:lnTo>
                  <a:lnTo>
                    <a:pt x="434" y="139"/>
                  </a:lnTo>
                  <a:lnTo>
                    <a:pt x="433" y="139"/>
                  </a:lnTo>
                  <a:lnTo>
                    <a:pt x="433" y="140"/>
                  </a:lnTo>
                  <a:lnTo>
                    <a:pt x="433" y="142"/>
                  </a:lnTo>
                  <a:lnTo>
                    <a:pt x="433" y="142"/>
                  </a:lnTo>
                  <a:lnTo>
                    <a:pt x="434" y="144"/>
                  </a:lnTo>
                  <a:lnTo>
                    <a:pt x="434" y="146"/>
                  </a:lnTo>
                  <a:lnTo>
                    <a:pt x="434" y="146"/>
                  </a:lnTo>
                  <a:lnTo>
                    <a:pt x="434" y="148"/>
                  </a:lnTo>
                  <a:lnTo>
                    <a:pt x="434" y="148"/>
                  </a:lnTo>
                  <a:lnTo>
                    <a:pt x="434" y="150"/>
                  </a:lnTo>
                  <a:lnTo>
                    <a:pt x="434" y="150"/>
                  </a:lnTo>
                  <a:lnTo>
                    <a:pt x="434" y="150"/>
                  </a:lnTo>
                  <a:lnTo>
                    <a:pt x="434" y="152"/>
                  </a:lnTo>
                  <a:lnTo>
                    <a:pt x="434" y="154"/>
                  </a:lnTo>
                  <a:lnTo>
                    <a:pt x="434" y="154"/>
                  </a:lnTo>
                  <a:lnTo>
                    <a:pt x="433" y="154"/>
                  </a:lnTo>
                  <a:lnTo>
                    <a:pt x="433" y="154"/>
                  </a:lnTo>
                  <a:lnTo>
                    <a:pt x="433" y="154"/>
                  </a:lnTo>
                  <a:lnTo>
                    <a:pt x="431" y="152"/>
                  </a:lnTo>
                  <a:lnTo>
                    <a:pt x="431" y="152"/>
                  </a:lnTo>
                  <a:lnTo>
                    <a:pt x="429" y="150"/>
                  </a:lnTo>
                  <a:lnTo>
                    <a:pt x="429" y="150"/>
                  </a:lnTo>
                  <a:lnTo>
                    <a:pt x="427" y="148"/>
                  </a:lnTo>
                  <a:lnTo>
                    <a:pt x="427" y="148"/>
                  </a:lnTo>
                  <a:lnTo>
                    <a:pt x="427" y="148"/>
                  </a:lnTo>
                  <a:lnTo>
                    <a:pt x="425" y="148"/>
                  </a:lnTo>
                  <a:lnTo>
                    <a:pt x="423" y="148"/>
                  </a:lnTo>
                  <a:lnTo>
                    <a:pt x="421" y="148"/>
                  </a:lnTo>
                  <a:lnTo>
                    <a:pt x="421" y="148"/>
                  </a:lnTo>
                  <a:lnTo>
                    <a:pt x="419" y="148"/>
                  </a:lnTo>
                  <a:lnTo>
                    <a:pt x="419" y="148"/>
                  </a:lnTo>
                  <a:lnTo>
                    <a:pt x="419" y="150"/>
                  </a:lnTo>
                  <a:lnTo>
                    <a:pt x="419" y="150"/>
                  </a:lnTo>
                  <a:lnTo>
                    <a:pt x="419" y="150"/>
                  </a:lnTo>
                  <a:lnTo>
                    <a:pt x="419" y="152"/>
                  </a:lnTo>
                  <a:lnTo>
                    <a:pt x="419" y="152"/>
                  </a:lnTo>
                  <a:lnTo>
                    <a:pt x="419" y="152"/>
                  </a:lnTo>
                  <a:lnTo>
                    <a:pt x="417" y="154"/>
                  </a:lnTo>
                  <a:lnTo>
                    <a:pt x="417" y="154"/>
                  </a:lnTo>
                  <a:lnTo>
                    <a:pt x="415" y="158"/>
                  </a:lnTo>
                  <a:lnTo>
                    <a:pt x="413" y="159"/>
                  </a:lnTo>
                  <a:lnTo>
                    <a:pt x="413" y="159"/>
                  </a:lnTo>
                  <a:lnTo>
                    <a:pt x="413" y="161"/>
                  </a:lnTo>
                  <a:lnTo>
                    <a:pt x="413" y="161"/>
                  </a:lnTo>
                  <a:lnTo>
                    <a:pt x="413" y="163"/>
                  </a:lnTo>
                  <a:lnTo>
                    <a:pt x="413" y="163"/>
                  </a:lnTo>
                  <a:lnTo>
                    <a:pt x="415" y="163"/>
                  </a:lnTo>
                  <a:lnTo>
                    <a:pt x="417" y="165"/>
                  </a:lnTo>
                  <a:lnTo>
                    <a:pt x="417" y="167"/>
                  </a:lnTo>
                  <a:lnTo>
                    <a:pt x="419" y="169"/>
                  </a:lnTo>
                  <a:lnTo>
                    <a:pt x="423" y="177"/>
                  </a:lnTo>
                  <a:lnTo>
                    <a:pt x="423" y="178"/>
                  </a:lnTo>
                  <a:lnTo>
                    <a:pt x="423" y="182"/>
                  </a:lnTo>
                  <a:lnTo>
                    <a:pt x="425" y="194"/>
                  </a:lnTo>
                  <a:lnTo>
                    <a:pt x="427" y="196"/>
                  </a:lnTo>
                  <a:lnTo>
                    <a:pt x="427" y="198"/>
                  </a:lnTo>
                  <a:lnTo>
                    <a:pt x="431" y="201"/>
                  </a:lnTo>
                  <a:lnTo>
                    <a:pt x="433" y="203"/>
                  </a:lnTo>
                  <a:lnTo>
                    <a:pt x="433" y="205"/>
                  </a:lnTo>
                  <a:lnTo>
                    <a:pt x="434" y="207"/>
                  </a:lnTo>
                  <a:lnTo>
                    <a:pt x="434" y="209"/>
                  </a:lnTo>
                  <a:lnTo>
                    <a:pt x="434" y="213"/>
                  </a:lnTo>
                  <a:lnTo>
                    <a:pt x="434" y="217"/>
                  </a:lnTo>
                  <a:lnTo>
                    <a:pt x="434" y="218"/>
                  </a:lnTo>
                  <a:lnTo>
                    <a:pt x="434" y="218"/>
                  </a:lnTo>
                  <a:lnTo>
                    <a:pt x="434" y="218"/>
                  </a:lnTo>
                  <a:lnTo>
                    <a:pt x="433" y="220"/>
                  </a:lnTo>
                  <a:lnTo>
                    <a:pt x="433" y="222"/>
                  </a:lnTo>
                  <a:lnTo>
                    <a:pt x="433" y="224"/>
                  </a:lnTo>
                  <a:lnTo>
                    <a:pt x="433" y="224"/>
                  </a:lnTo>
                  <a:lnTo>
                    <a:pt x="433" y="226"/>
                  </a:lnTo>
                  <a:lnTo>
                    <a:pt x="434" y="226"/>
                  </a:lnTo>
                  <a:lnTo>
                    <a:pt x="434" y="228"/>
                  </a:lnTo>
                  <a:lnTo>
                    <a:pt x="436" y="228"/>
                  </a:lnTo>
                  <a:lnTo>
                    <a:pt x="436" y="226"/>
                  </a:lnTo>
                  <a:lnTo>
                    <a:pt x="440" y="226"/>
                  </a:lnTo>
                  <a:lnTo>
                    <a:pt x="442" y="226"/>
                  </a:lnTo>
                  <a:lnTo>
                    <a:pt x="442" y="226"/>
                  </a:lnTo>
                  <a:lnTo>
                    <a:pt x="444" y="226"/>
                  </a:lnTo>
                  <a:lnTo>
                    <a:pt x="446" y="226"/>
                  </a:lnTo>
                  <a:lnTo>
                    <a:pt x="446" y="228"/>
                  </a:lnTo>
                  <a:lnTo>
                    <a:pt x="448" y="230"/>
                  </a:lnTo>
                  <a:lnTo>
                    <a:pt x="448" y="230"/>
                  </a:lnTo>
                  <a:lnTo>
                    <a:pt x="448" y="232"/>
                  </a:lnTo>
                  <a:lnTo>
                    <a:pt x="448" y="234"/>
                  </a:lnTo>
                  <a:lnTo>
                    <a:pt x="450" y="236"/>
                  </a:lnTo>
                  <a:lnTo>
                    <a:pt x="452" y="237"/>
                  </a:lnTo>
                  <a:lnTo>
                    <a:pt x="452" y="237"/>
                  </a:lnTo>
                  <a:lnTo>
                    <a:pt x="450" y="239"/>
                  </a:lnTo>
                  <a:lnTo>
                    <a:pt x="450" y="239"/>
                  </a:lnTo>
                  <a:lnTo>
                    <a:pt x="450" y="241"/>
                  </a:lnTo>
                  <a:lnTo>
                    <a:pt x="450" y="241"/>
                  </a:lnTo>
                  <a:lnTo>
                    <a:pt x="450" y="241"/>
                  </a:lnTo>
                  <a:lnTo>
                    <a:pt x="452" y="241"/>
                  </a:lnTo>
                  <a:lnTo>
                    <a:pt x="452" y="241"/>
                  </a:lnTo>
                  <a:lnTo>
                    <a:pt x="452" y="243"/>
                  </a:lnTo>
                  <a:lnTo>
                    <a:pt x="454" y="243"/>
                  </a:lnTo>
                  <a:lnTo>
                    <a:pt x="455" y="243"/>
                  </a:lnTo>
                  <a:lnTo>
                    <a:pt x="457" y="243"/>
                  </a:lnTo>
                  <a:lnTo>
                    <a:pt x="457" y="247"/>
                  </a:lnTo>
                  <a:lnTo>
                    <a:pt x="455" y="249"/>
                  </a:lnTo>
                  <a:lnTo>
                    <a:pt x="455" y="251"/>
                  </a:lnTo>
                  <a:lnTo>
                    <a:pt x="454" y="251"/>
                  </a:lnTo>
                  <a:lnTo>
                    <a:pt x="454" y="253"/>
                  </a:lnTo>
                  <a:lnTo>
                    <a:pt x="454" y="253"/>
                  </a:lnTo>
                  <a:lnTo>
                    <a:pt x="450" y="256"/>
                  </a:lnTo>
                  <a:lnTo>
                    <a:pt x="448" y="258"/>
                  </a:lnTo>
                  <a:lnTo>
                    <a:pt x="448" y="260"/>
                  </a:lnTo>
                  <a:lnTo>
                    <a:pt x="446" y="264"/>
                  </a:lnTo>
                  <a:lnTo>
                    <a:pt x="444" y="266"/>
                  </a:lnTo>
                  <a:lnTo>
                    <a:pt x="442" y="268"/>
                  </a:lnTo>
                  <a:lnTo>
                    <a:pt x="440" y="268"/>
                  </a:lnTo>
                  <a:lnTo>
                    <a:pt x="440" y="270"/>
                  </a:lnTo>
                  <a:lnTo>
                    <a:pt x="438" y="268"/>
                  </a:lnTo>
                  <a:lnTo>
                    <a:pt x="436" y="268"/>
                  </a:lnTo>
                  <a:lnTo>
                    <a:pt x="436" y="266"/>
                  </a:lnTo>
                  <a:lnTo>
                    <a:pt x="436" y="264"/>
                  </a:lnTo>
                  <a:lnTo>
                    <a:pt x="436" y="264"/>
                  </a:lnTo>
                  <a:lnTo>
                    <a:pt x="436" y="262"/>
                  </a:lnTo>
                  <a:lnTo>
                    <a:pt x="434" y="262"/>
                  </a:lnTo>
                  <a:lnTo>
                    <a:pt x="434" y="262"/>
                  </a:lnTo>
                  <a:lnTo>
                    <a:pt x="433" y="262"/>
                  </a:lnTo>
                  <a:lnTo>
                    <a:pt x="431" y="262"/>
                  </a:lnTo>
                  <a:lnTo>
                    <a:pt x="429" y="262"/>
                  </a:lnTo>
                  <a:lnTo>
                    <a:pt x="427" y="260"/>
                  </a:lnTo>
                  <a:lnTo>
                    <a:pt x="425" y="260"/>
                  </a:lnTo>
                  <a:lnTo>
                    <a:pt x="423" y="256"/>
                  </a:lnTo>
                  <a:lnTo>
                    <a:pt x="421" y="256"/>
                  </a:lnTo>
                  <a:lnTo>
                    <a:pt x="415" y="251"/>
                  </a:lnTo>
                  <a:lnTo>
                    <a:pt x="413" y="251"/>
                  </a:lnTo>
                  <a:lnTo>
                    <a:pt x="412" y="249"/>
                  </a:lnTo>
                  <a:lnTo>
                    <a:pt x="410" y="249"/>
                  </a:lnTo>
                  <a:lnTo>
                    <a:pt x="410" y="249"/>
                  </a:lnTo>
                  <a:lnTo>
                    <a:pt x="410" y="251"/>
                  </a:lnTo>
                  <a:lnTo>
                    <a:pt x="408" y="251"/>
                  </a:lnTo>
                  <a:lnTo>
                    <a:pt x="408" y="253"/>
                  </a:lnTo>
                  <a:lnTo>
                    <a:pt x="408" y="253"/>
                  </a:lnTo>
                  <a:lnTo>
                    <a:pt x="408" y="255"/>
                  </a:lnTo>
                  <a:lnTo>
                    <a:pt x="408" y="255"/>
                  </a:lnTo>
                  <a:lnTo>
                    <a:pt x="408" y="256"/>
                  </a:lnTo>
                  <a:lnTo>
                    <a:pt x="408" y="256"/>
                  </a:lnTo>
                  <a:lnTo>
                    <a:pt x="406" y="258"/>
                  </a:lnTo>
                  <a:lnTo>
                    <a:pt x="406" y="258"/>
                  </a:lnTo>
                  <a:lnTo>
                    <a:pt x="404" y="260"/>
                  </a:lnTo>
                  <a:lnTo>
                    <a:pt x="402" y="260"/>
                  </a:lnTo>
                  <a:lnTo>
                    <a:pt x="400" y="260"/>
                  </a:lnTo>
                  <a:lnTo>
                    <a:pt x="398" y="260"/>
                  </a:lnTo>
                  <a:lnTo>
                    <a:pt x="398" y="258"/>
                  </a:lnTo>
                  <a:lnTo>
                    <a:pt x="396" y="258"/>
                  </a:lnTo>
                  <a:lnTo>
                    <a:pt x="396" y="256"/>
                  </a:lnTo>
                  <a:lnTo>
                    <a:pt x="396" y="255"/>
                  </a:lnTo>
                  <a:lnTo>
                    <a:pt x="396" y="255"/>
                  </a:lnTo>
                  <a:lnTo>
                    <a:pt x="398" y="251"/>
                  </a:lnTo>
                  <a:lnTo>
                    <a:pt x="398" y="251"/>
                  </a:lnTo>
                  <a:lnTo>
                    <a:pt x="398" y="249"/>
                  </a:lnTo>
                  <a:lnTo>
                    <a:pt x="398" y="249"/>
                  </a:lnTo>
                  <a:lnTo>
                    <a:pt x="396" y="249"/>
                  </a:lnTo>
                  <a:lnTo>
                    <a:pt x="394" y="247"/>
                  </a:lnTo>
                  <a:lnTo>
                    <a:pt x="393" y="247"/>
                  </a:lnTo>
                  <a:lnTo>
                    <a:pt x="393" y="245"/>
                  </a:lnTo>
                  <a:lnTo>
                    <a:pt x="391" y="243"/>
                  </a:lnTo>
                  <a:lnTo>
                    <a:pt x="391" y="243"/>
                  </a:lnTo>
                  <a:lnTo>
                    <a:pt x="391" y="243"/>
                  </a:lnTo>
                  <a:lnTo>
                    <a:pt x="389" y="241"/>
                  </a:lnTo>
                  <a:lnTo>
                    <a:pt x="389" y="241"/>
                  </a:lnTo>
                  <a:lnTo>
                    <a:pt x="389" y="241"/>
                  </a:lnTo>
                  <a:lnTo>
                    <a:pt x="387" y="239"/>
                  </a:lnTo>
                  <a:lnTo>
                    <a:pt x="387" y="239"/>
                  </a:lnTo>
                  <a:lnTo>
                    <a:pt x="387" y="237"/>
                  </a:lnTo>
                  <a:lnTo>
                    <a:pt x="389" y="234"/>
                  </a:lnTo>
                  <a:lnTo>
                    <a:pt x="391" y="232"/>
                  </a:lnTo>
                  <a:lnTo>
                    <a:pt x="391" y="230"/>
                  </a:lnTo>
                  <a:lnTo>
                    <a:pt x="391" y="228"/>
                  </a:lnTo>
                  <a:lnTo>
                    <a:pt x="391" y="228"/>
                  </a:lnTo>
                  <a:lnTo>
                    <a:pt x="391" y="226"/>
                  </a:lnTo>
                  <a:lnTo>
                    <a:pt x="391" y="226"/>
                  </a:lnTo>
                  <a:lnTo>
                    <a:pt x="391" y="224"/>
                  </a:lnTo>
                  <a:lnTo>
                    <a:pt x="391" y="224"/>
                  </a:lnTo>
                  <a:lnTo>
                    <a:pt x="391" y="220"/>
                  </a:lnTo>
                  <a:lnTo>
                    <a:pt x="389" y="218"/>
                  </a:lnTo>
                  <a:lnTo>
                    <a:pt x="389" y="218"/>
                  </a:lnTo>
                  <a:lnTo>
                    <a:pt x="387" y="217"/>
                  </a:lnTo>
                  <a:lnTo>
                    <a:pt x="387" y="215"/>
                  </a:lnTo>
                  <a:lnTo>
                    <a:pt x="387" y="213"/>
                  </a:lnTo>
                  <a:lnTo>
                    <a:pt x="387" y="211"/>
                  </a:lnTo>
                  <a:lnTo>
                    <a:pt x="385" y="205"/>
                  </a:lnTo>
                  <a:lnTo>
                    <a:pt x="385" y="205"/>
                  </a:lnTo>
                  <a:lnTo>
                    <a:pt x="383" y="205"/>
                  </a:lnTo>
                  <a:lnTo>
                    <a:pt x="383" y="205"/>
                  </a:lnTo>
                  <a:lnTo>
                    <a:pt x="381" y="203"/>
                  </a:lnTo>
                  <a:lnTo>
                    <a:pt x="381" y="201"/>
                  </a:lnTo>
                  <a:lnTo>
                    <a:pt x="383" y="201"/>
                  </a:lnTo>
                  <a:lnTo>
                    <a:pt x="387" y="198"/>
                  </a:lnTo>
                  <a:lnTo>
                    <a:pt x="391" y="196"/>
                  </a:lnTo>
                  <a:lnTo>
                    <a:pt x="394" y="192"/>
                  </a:lnTo>
                  <a:lnTo>
                    <a:pt x="396" y="190"/>
                  </a:lnTo>
                  <a:lnTo>
                    <a:pt x="396" y="188"/>
                  </a:lnTo>
                  <a:lnTo>
                    <a:pt x="398" y="184"/>
                  </a:lnTo>
                  <a:lnTo>
                    <a:pt x="396" y="182"/>
                  </a:lnTo>
                  <a:lnTo>
                    <a:pt x="396" y="180"/>
                  </a:lnTo>
                  <a:lnTo>
                    <a:pt x="396" y="180"/>
                  </a:lnTo>
                  <a:lnTo>
                    <a:pt x="398" y="178"/>
                  </a:lnTo>
                  <a:lnTo>
                    <a:pt x="398" y="177"/>
                  </a:lnTo>
                  <a:lnTo>
                    <a:pt x="398" y="175"/>
                  </a:lnTo>
                  <a:lnTo>
                    <a:pt x="400" y="173"/>
                  </a:lnTo>
                  <a:lnTo>
                    <a:pt x="400" y="171"/>
                  </a:lnTo>
                  <a:lnTo>
                    <a:pt x="400" y="169"/>
                  </a:lnTo>
                  <a:lnTo>
                    <a:pt x="400" y="169"/>
                  </a:lnTo>
                  <a:lnTo>
                    <a:pt x="398" y="167"/>
                  </a:lnTo>
                  <a:lnTo>
                    <a:pt x="394" y="156"/>
                  </a:lnTo>
                  <a:lnTo>
                    <a:pt x="393" y="154"/>
                  </a:lnTo>
                  <a:lnTo>
                    <a:pt x="391" y="154"/>
                  </a:lnTo>
                  <a:lnTo>
                    <a:pt x="391" y="152"/>
                  </a:lnTo>
                  <a:lnTo>
                    <a:pt x="389" y="150"/>
                  </a:lnTo>
                  <a:lnTo>
                    <a:pt x="389" y="150"/>
                  </a:lnTo>
                  <a:lnTo>
                    <a:pt x="391" y="148"/>
                  </a:lnTo>
                  <a:lnTo>
                    <a:pt x="391" y="148"/>
                  </a:lnTo>
                  <a:lnTo>
                    <a:pt x="396" y="142"/>
                  </a:lnTo>
                  <a:lnTo>
                    <a:pt x="398" y="140"/>
                  </a:lnTo>
                  <a:lnTo>
                    <a:pt x="398" y="135"/>
                  </a:lnTo>
                  <a:lnTo>
                    <a:pt x="400" y="133"/>
                  </a:lnTo>
                  <a:lnTo>
                    <a:pt x="408" y="131"/>
                  </a:lnTo>
                  <a:lnTo>
                    <a:pt x="412" y="131"/>
                  </a:lnTo>
                  <a:lnTo>
                    <a:pt x="412" y="131"/>
                  </a:lnTo>
                  <a:lnTo>
                    <a:pt x="415" y="131"/>
                  </a:lnTo>
                  <a:lnTo>
                    <a:pt x="417" y="131"/>
                  </a:lnTo>
                  <a:lnTo>
                    <a:pt x="417" y="131"/>
                  </a:lnTo>
                  <a:lnTo>
                    <a:pt x="419" y="131"/>
                  </a:lnTo>
                  <a:lnTo>
                    <a:pt x="419" y="129"/>
                  </a:lnTo>
                  <a:lnTo>
                    <a:pt x="423" y="127"/>
                  </a:lnTo>
                  <a:lnTo>
                    <a:pt x="433" y="125"/>
                  </a:lnTo>
                  <a:lnTo>
                    <a:pt x="434" y="123"/>
                  </a:lnTo>
                  <a:lnTo>
                    <a:pt x="436" y="123"/>
                  </a:lnTo>
                  <a:lnTo>
                    <a:pt x="436" y="123"/>
                  </a:lnTo>
                  <a:lnTo>
                    <a:pt x="436" y="123"/>
                  </a:lnTo>
                  <a:lnTo>
                    <a:pt x="436" y="121"/>
                  </a:lnTo>
                  <a:lnTo>
                    <a:pt x="436" y="121"/>
                  </a:lnTo>
                  <a:lnTo>
                    <a:pt x="436" y="120"/>
                  </a:lnTo>
                  <a:lnTo>
                    <a:pt x="434" y="118"/>
                  </a:lnTo>
                  <a:lnTo>
                    <a:pt x="434" y="116"/>
                  </a:lnTo>
                  <a:lnTo>
                    <a:pt x="433" y="116"/>
                  </a:lnTo>
                  <a:lnTo>
                    <a:pt x="433" y="114"/>
                  </a:lnTo>
                  <a:lnTo>
                    <a:pt x="433" y="114"/>
                  </a:lnTo>
                  <a:lnTo>
                    <a:pt x="434" y="112"/>
                  </a:lnTo>
                  <a:lnTo>
                    <a:pt x="434" y="110"/>
                  </a:lnTo>
                  <a:lnTo>
                    <a:pt x="434" y="108"/>
                  </a:lnTo>
                  <a:lnTo>
                    <a:pt x="434" y="108"/>
                  </a:lnTo>
                  <a:lnTo>
                    <a:pt x="436" y="106"/>
                  </a:lnTo>
                  <a:lnTo>
                    <a:pt x="438" y="106"/>
                  </a:lnTo>
                  <a:lnTo>
                    <a:pt x="438" y="106"/>
                  </a:lnTo>
                  <a:lnTo>
                    <a:pt x="440" y="104"/>
                  </a:lnTo>
                  <a:lnTo>
                    <a:pt x="442" y="101"/>
                  </a:lnTo>
                  <a:lnTo>
                    <a:pt x="444" y="97"/>
                  </a:lnTo>
                  <a:lnTo>
                    <a:pt x="448" y="93"/>
                  </a:lnTo>
                  <a:lnTo>
                    <a:pt x="448" y="91"/>
                  </a:lnTo>
                  <a:lnTo>
                    <a:pt x="448" y="89"/>
                  </a:lnTo>
                  <a:lnTo>
                    <a:pt x="448" y="87"/>
                  </a:lnTo>
                  <a:lnTo>
                    <a:pt x="450" y="83"/>
                  </a:lnTo>
                  <a:lnTo>
                    <a:pt x="454" y="78"/>
                  </a:lnTo>
                  <a:lnTo>
                    <a:pt x="454" y="78"/>
                  </a:lnTo>
                  <a:lnTo>
                    <a:pt x="454" y="76"/>
                  </a:lnTo>
                  <a:lnTo>
                    <a:pt x="454" y="76"/>
                  </a:lnTo>
                  <a:lnTo>
                    <a:pt x="452" y="74"/>
                  </a:lnTo>
                  <a:lnTo>
                    <a:pt x="452" y="74"/>
                  </a:lnTo>
                  <a:lnTo>
                    <a:pt x="452" y="72"/>
                  </a:lnTo>
                  <a:lnTo>
                    <a:pt x="452" y="70"/>
                  </a:lnTo>
                  <a:lnTo>
                    <a:pt x="452" y="70"/>
                  </a:lnTo>
                  <a:lnTo>
                    <a:pt x="452" y="70"/>
                  </a:lnTo>
                  <a:lnTo>
                    <a:pt x="454" y="68"/>
                  </a:lnTo>
                  <a:lnTo>
                    <a:pt x="454" y="68"/>
                  </a:lnTo>
                  <a:lnTo>
                    <a:pt x="455" y="68"/>
                  </a:lnTo>
                  <a:lnTo>
                    <a:pt x="454" y="66"/>
                  </a:lnTo>
                  <a:lnTo>
                    <a:pt x="454" y="64"/>
                  </a:lnTo>
                  <a:lnTo>
                    <a:pt x="454" y="64"/>
                  </a:lnTo>
                  <a:lnTo>
                    <a:pt x="454" y="62"/>
                  </a:lnTo>
                  <a:lnTo>
                    <a:pt x="454" y="61"/>
                  </a:lnTo>
                  <a:lnTo>
                    <a:pt x="454" y="61"/>
                  </a:lnTo>
                  <a:lnTo>
                    <a:pt x="454" y="59"/>
                  </a:lnTo>
                  <a:lnTo>
                    <a:pt x="455" y="59"/>
                  </a:lnTo>
                  <a:lnTo>
                    <a:pt x="455" y="59"/>
                  </a:lnTo>
                  <a:lnTo>
                    <a:pt x="457" y="59"/>
                  </a:lnTo>
                  <a:lnTo>
                    <a:pt x="459" y="59"/>
                  </a:lnTo>
                  <a:lnTo>
                    <a:pt x="461" y="57"/>
                  </a:lnTo>
                  <a:lnTo>
                    <a:pt x="461" y="57"/>
                  </a:lnTo>
                  <a:lnTo>
                    <a:pt x="461" y="55"/>
                  </a:lnTo>
                  <a:lnTo>
                    <a:pt x="463" y="53"/>
                  </a:lnTo>
                  <a:lnTo>
                    <a:pt x="465" y="51"/>
                  </a:lnTo>
                  <a:lnTo>
                    <a:pt x="465" y="51"/>
                  </a:lnTo>
                  <a:lnTo>
                    <a:pt x="463" y="51"/>
                  </a:lnTo>
                  <a:lnTo>
                    <a:pt x="463" y="51"/>
                  </a:lnTo>
                  <a:lnTo>
                    <a:pt x="463" y="49"/>
                  </a:lnTo>
                  <a:lnTo>
                    <a:pt x="463" y="49"/>
                  </a:lnTo>
                  <a:lnTo>
                    <a:pt x="463" y="45"/>
                  </a:lnTo>
                  <a:lnTo>
                    <a:pt x="463" y="42"/>
                  </a:lnTo>
                  <a:lnTo>
                    <a:pt x="463" y="40"/>
                  </a:lnTo>
                  <a:lnTo>
                    <a:pt x="461" y="36"/>
                  </a:lnTo>
                  <a:lnTo>
                    <a:pt x="455" y="28"/>
                  </a:lnTo>
                  <a:lnTo>
                    <a:pt x="455" y="26"/>
                  </a:lnTo>
                  <a:lnTo>
                    <a:pt x="454" y="23"/>
                  </a:lnTo>
                  <a:lnTo>
                    <a:pt x="454" y="19"/>
                  </a:lnTo>
                  <a:lnTo>
                    <a:pt x="454" y="19"/>
                  </a:lnTo>
                  <a:lnTo>
                    <a:pt x="454" y="19"/>
                  </a:lnTo>
                  <a:lnTo>
                    <a:pt x="454" y="17"/>
                  </a:lnTo>
                  <a:lnTo>
                    <a:pt x="454" y="17"/>
                  </a:lnTo>
                  <a:lnTo>
                    <a:pt x="452" y="15"/>
                  </a:lnTo>
                  <a:lnTo>
                    <a:pt x="452" y="15"/>
                  </a:lnTo>
                  <a:lnTo>
                    <a:pt x="450" y="15"/>
                  </a:lnTo>
                  <a:lnTo>
                    <a:pt x="446" y="15"/>
                  </a:lnTo>
                  <a:lnTo>
                    <a:pt x="446" y="15"/>
                  </a:lnTo>
                  <a:lnTo>
                    <a:pt x="444" y="15"/>
                  </a:lnTo>
                  <a:lnTo>
                    <a:pt x="442" y="11"/>
                  </a:lnTo>
                  <a:lnTo>
                    <a:pt x="440" y="9"/>
                  </a:lnTo>
                  <a:lnTo>
                    <a:pt x="438" y="9"/>
                  </a:lnTo>
                  <a:lnTo>
                    <a:pt x="438" y="9"/>
                  </a:lnTo>
                  <a:lnTo>
                    <a:pt x="436" y="9"/>
                  </a:lnTo>
                  <a:lnTo>
                    <a:pt x="436" y="7"/>
                  </a:lnTo>
                  <a:lnTo>
                    <a:pt x="436" y="7"/>
                  </a:lnTo>
                  <a:lnTo>
                    <a:pt x="434" y="5"/>
                  </a:lnTo>
                  <a:lnTo>
                    <a:pt x="434" y="7"/>
                  </a:lnTo>
                  <a:lnTo>
                    <a:pt x="433" y="7"/>
                  </a:lnTo>
                  <a:lnTo>
                    <a:pt x="433" y="5"/>
                  </a:lnTo>
                  <a:lnTo>
                    <a:pt x="431" y="5"/>
                  </a:lnTo>
                  <a:lnTo>
                    <a:pt x="427" y="7"/>
                  </a:lnTo>
                  <a:lnTo>
                    <a:pt x="425" y="7"/>
                  </a:lnTo>
                  <a:lnTo>
                    <a:pt x="423" y="7"/>
                  </a:lnTo>
                  <a:lnTo>
                    <a:pt x="423" y="7"/>
                  </a:lnTo>
                  <a:lnTo>
                    <a:pt x="423" y="7"/>
                  </a:lnTo>
                  <a:lnTo>
                    <a:pt x="421" y="9"/>
                  </a:lnTo>
                  <a:lnTo>
                    <a:pt x="421" y="9"/>
                  </a:lnTo>
                  <a:lnTo>
                    <a:pt x="419" y="9"/>
                  </a:lnTo>
                  <a:lnTo>
                    <a:pt x="417" y="9"/>
                  </a:lnTo>
                  <a:lnTo>
                    <a:pt x="413" y="7"/>
                  </a:lnTo>
                  <a:lnTo>
                    <a:pt x="412" y="7"/>
                  </a:lnTo>
                  <a:lnTo>
                    <a:pt x="410" y="5"/>
                  </a:lnTo>
                  <a:lnTo>
                    <a:pt x="408" y="5"/>
                  </a:lnTo>
                  <a:lnTo>
                    <a:pt x="406" y="4"/>
                  </a:lnTo>
                  <a:lnTo>
                    <a:pt x="406" y="4"/>
                  </a:lnTo>
                  <a:lnTo>
                    <a:pt x="406" y="4"/>
                  </a:lnTo>
                  <a:lnTo>
                    <a:pt x="404" y="4"/>
                  </a:lnTo>
                  <a:lnTo>
                    <a:pt x="402" y="4"/>
                  </a:lnTo>
                  <a:lnTo>
                    <a:pt x="402" y="2"/>
                  </a:lnTo>
                  <a:lnTo>
                    <a:pt x="400" y="0"/>
                  </a:lnTo>
                  <a:lnTo>
                    <a:pt x="398" y="0"/>
                  </a:lnTo>
                  <a:lnTo>
                    <a:pt x="396" y="0"/>
                  </a:lnTo>
                  <a:lnTo>
                    <a:pt x="393" y="0"/>
                  </a:lnTo>
                  <a:lnTo>
                    <a:pt x="393" y="0"/>
                  </a:lnTo>
                  <a:lnTo>
                    <a:pt x="391" y="0"/>
                  </a:lnTo>
                  <a:lnTo>
                    <a:pt x="391" y="4"/>
                  </a:lnTo>
                  <a:lnTo>
                    <a:pt x="391" y="4"/>
                  </a:lnTo>
                  <a:lnTo>
                    <a:pt x="389" y="4"/>
                  </a:lnTo>
                  <a:lnTo>
                    <a:pt x="387" y="4"/>
                  </a:lnTo>
                  <a:lnTo>
                    <a:pt x="385" y="4"/>
                  </a:lnTo>
                  <a:lnTo>
                    <a:pt x="383" y="4"/>
                  </a:lnTo>
                  <a:lnTo>
                    <a:pt x="381" y="4"/>
                  </a:lnTo>
                  <a:lnTo>
                    <a:pt x="381" y="5"/>
                  </a:lnTo>
                  <a:lnTo>
                    <a:pt x="381" y="7"/>
                  </a:lnTo>
                  <a:lnTo>
                    <a:pt x="377" y="5"/>
                  </a:lnTo>
                  <a:lnTo>
                    <a:pt x="375" y="5"/>
                  </a:lnTo>
                  <a:lnTo>
                    <a:pt x="375" y="7"/>
                  </a:lnTo>
                  <a:lnTo>
                    <a:pt x="375" y="9"/>
                  </a:lnTo>
                  <a:lnTo>
                    <a:pt x="375" y="9"/>
                  </a:lnTo>
                  <a:lnTo>
                    <a:pt x="375" y="11"/>
                  </a:lnTo>
                  <a:lnTo>
                    <a:pt x="375" y="11"/>
                  </a:lnTo>
                  <a:lnTo>
                    <a:pt x="375" y="13"/>
                  </a:lnTo>
                  <a:lnTo>
                    <a:pt x="373" y="13"/>
                  </a:lnTo>
                  <a:lnTo>
                    <a:pt x="373" y="15"/>
                  </a:lnTo>
                  <a:lnTo>
                    <a:pt x="373" y="17"/>
                  </a:lnTo>
                  <a:lnTo>
                    <a:pt x="373" y="17"/>
                  </a:lnTo>
                  <a:lnTo>
                    <a:pt x="372" y="17"/>
                  </a:lnTo>
                  <a:lnTo>
                    <a:pt x="372" y="17"/>
                  </a:lnTo>
                  <a:lnTo>
                    <a:pt x="370" y="17"/>
                  </a:lnTo>
                  <a:lnTo>
                    <a:pt x="370" y="17"/>
                  </a:lnTo>
                  <a:lnTo>
                    <a:pt x="368" y="17"/>
                  </a:lnTo>
                  <a:lnTo>
                    <a:pt x="368" y="17"/>
                  </a:lnTo>
                  <a:lnTo>
                    <a:pt x="366" y="17"/>
                  </a:lnTo>
                  <a:lnTo>
                    <a:pt x="364" y="17"/>
                  </a:lnTo>
                  <a:lnTo>
                    <a:pt x="362" y="19"/>
                  </a:lnTo>
                  <a:lnTo>
                    <a:pt x="360" y="19"/>
                  </a:lnTo>
                  <a:lnTo>
                    <a:pt x="358" y="19"/>
                  </a:lnTo>
                  <a:lnTo>
                    <a:pt x="356" y="19"/>
                  </a:lnTo>
                  <a:lnTo>
                    <a:pt x="356" y="21"/>
                  </a:lnTo>
                  <a:lnTo>
                    <a:pt x="356" y="21"/>
                  </a:lnTo>
                  <a:lnTo>
                    <a:pt x="356" y="23"/>
                  </a:lnTo>
                  <a:lnTo>
                    <a:pt x="354" y="23"/>
                  </a:lnTo>
                  <a:lnTo>
                    <a:pt x="354" y="24"/>
                  </a:lnTo>
                  <a:lnTo>
                    <a:pt x="349" y="24"/>
                  </a:lnTo>
                  <a:lnTo>
                    <a:pt x="351" y="28"/>
                  </a:lnTo>
                  <a:lnTo>
                    <a:pt x="349" y="30"/>
                  </a:lnTo>
                  <a:lnTo>
                    <a:pt x="345" y="32"/>
                  </a:lnTo>
                  <a:lnTo>
                    <a:pt x="343" y="32"/>
                  </a:lnTo>
                  <a:lnTo>
                    <a:pt x="341" y="34"/>
                  </a:lnTo>
                  <a:lnTo>
                    <a:pt x="339" y="36"/>
                  </a:lnTo>
                  <a:lnTo>
                    <a:pt x="339" y="36"/>
                  </a:lnTo>
                  <a:lnTo>
                    <a:pt x="337" y="36"/>
                  </a:lnTo>
                  <a:lnTo>
                    <a:pt x="333" y="38"/>
                  </a:lnTo>
                  <a:lnTo>
                    <a:pt x="332" y="38"/>
                  </a:lnTo>
                  <a:lnTo>
                    <a:pt x="332" y="38"/>
                  </a:lnTo>
                  <a:lnTo>
                    <a:pt x="326" y="42"/>
                  </a:lnTo>
                  <a:lnTo>
                    <a:pt x="322" y="43"/>
                  </a:lnTo>
                  <a:lnTo>
                    <a:pt x="322" y="45"/>
                  </a:lnTo>
                  <a:lnTo>
                    <a:pt x="320" y="45"/>
                  </a:lnTo>
                  <a:lnTo>
                    <a:pt x="316" y="45"/>
                  </a:lnTo>
                  <a:lnTo>
                    <a:pt x="314" y="45"/>
                  </a:lnTo>
                  <a:lnTo>
                    <a:pt x="314" y="47"/>
                  </a:lnTo>
                  <a:lnTo>
                    <a:pt x="314" y="47"/>
                  </a:lnTo>
                  <a:lnTo>
                    <a:pt x="314" y="49"/>
                  </a:lnTo>
                  <a:lnTo>
                    <a:pt x="313" y="49"/>
                  </a:lnTo>
                  <a:lnTo>
                    <a:pt x="311" y="49"/>
                  </a:lnTo>
                  <a:lnTo>
                    <a:pt x="311" y="49"/>
                  </a:lnTo>
                  <a:lnTo>
                    <a:pt x="309" y="51"/>
                  </a:lnTo>
                  <a:lnTo>
                    <a:pt x="307" y="49"/>
                  </a:lnTo>
                  <a:lnTo>
                    <a:pt x="305" y="51"/>
                  </a:lnTo>
                  <a:lnTo>
                    <a:pt x="303" y="51"/>
                  </a:lnTo>
                  <a:lnTo>
                    <a:pt x="303" y="53"/>
                  </a:lnTo>
                  <a:lnTo>
                    <a:pt x="301" y="55"/>
                  </a:lnTo>
                  <a:lnTo>
                    <a:pt x="301" y="57"/>
                  </a:lnTo>
                  <a:lnTo>
                    <a:pt x="301" y="57"/>
                  </a:lnTo>
                  <a:lnTo>
                    <a:pt x="299" y="57"/>
                  </a:lnTo>
                  <a:lnTo>
                    <a:pt x="299" y="59"/>
                  </a:lnTo>
                  <a:lnTo>
                    <a:pt x="297" y="59"/>
                  </a:lnTo>
                  <a:lnTo>
                    <a:pt x="295" y="61"/>
                  </a:lnTo>
                  <a:lnTo>
                    <a:pt x="293" y="62"/>
                  </a:lnTo>
                  <a:lnTo>
                    <a:pt x="290" y="62"/>
                  </a:lnTo>
                  <a:lnTo>
                    <a:pt x="288" y="62"/>
                  </a:lnTo>
                  <a:lnTo>
                    <a:pt x="286" y="62"/>
                  </a:lnTo>
                  <a:lnTo>
                    <a:pt x="284" y="64"/>
                  </a:lnTo>
                  <a:lnTo>
                    <a:pt x="282" y="66"/>
                  </a:lnTo>
                  <a:lnTo>
                    <a:pt x="282" y="66"/>
                  </a:lnTo>
                  <a:lnTo>
                    <a:pt x="282" y="68"/>
                  </a:lnTo>
                  <a:lnTo>
                    <a:pt x="282" y="68"/>
                  </a:lnTo>
                  <a:lnTo>
                    <a:pt x="280" y="68"/>
                  </a:lnTo>
                  <a:lnTo>
                    <a:pt x="280" y="68"/>
                  </a:lnTo>
                  <a:lnTo>
                    <a:pt x="278" y="68"/>
                  </a:lnTo>
                  <a:lnTo>
                    <a:pt x="276" y="70"/>
                  </a:lnTo>
                  <a:lnTo>
                    <a:pt x="274" y="70"/>
                  </a:lnTo>
                  <a:lnTo>
                    <a:pt x="274" y="72"/>
                  </a:lnTo>
                  <a:lnTo>
                    <a:pt x="274" y="72"/>
                  </a:lnTo>
                  <a:lnTo>
                    <a:pt x="272" y="74"/>
                  </a:lnTo>
                  <a:lnTo>
                    <a:pt x="271" y="74"/>
                  </a:lnTo>
                  <a:lnTo>
                    <a:pt x="271" y="76"/>
                  </a:lnTo>
                  <a:lnTo>
                    <a:pt x="269" y="76"/>
                  </a:lnTo>
                  <a:lnTo>
                    <a:pt x="269" y="78"/>
                  </a:lnTo>
                  <a:lnTo>
                    <a:pt x="265" y="78"/>
                  </a:lnTo>
                  <a:lnTo>
                    <a:pt x="265" y="78"/>
                  </a:lnTo>
                  <a:lnTo>
                    <a:pt x="265" y="80"/>
                  </a:lnTo>
                  <a:lnTo>
                    <a:pt x="265" y="80"/>
                  </a:lnTo>
                  <a:lnTo>
                    <a:pt x="263" y="81"/>
                  </a:lnTo>
                  <a:lnTo>
                    <a:pt x="263" y="81"/>
                  </a:lnTo>
                  <a:lnTo>
                    <a:pt x="257" y="85"/>
                  </a:lnTo>
                  <a:lnTo>
                    <a:pt x="255" y="87"/>
                  </a:lnTo>
                  <a:lnTo>
                    <a:pt x="255" y="87"/>
                  </a:lnTo>
                  <a:lnTo>
                    <a:pt x="255" y="89"/>
                  </a:lnTo>
                  <a:lnTo>
                    <a:pt x="255" y="91"/>
                  </a:lnTo>
                  <a:lnTo>
                    <a:pt x="255" y="91"/>
                  </a:lnTo>
                  <a:lnTo>
                    <a:pt x="253" y="91"/>
                  </a:lnTo>
                  <a:lnTo>
                    <a:pt x="253" y="91"/>
                  </a:lnTo>
                  <a:lnTo>
                    <a:pt x="253" y="93"/>
                  </a:lnTo>
                  <a:lnTo>
                    <a:pt x="252" y="93"/>
                  </a:lnTo>
                  <a:lnTo>
                    <a:pt x="250" y="95"/>
                  </a:lnTo>
                  <a:lnTo>
                    <a:pt x="250" y="97"/>
                  </a:lnTo>
                  <a:lnTo>
                    <a:pt x="248" y="97"/>
                  </a:lnTo>
                  <a:lnTo>
                    <a:pt x="246" y="97"/>
                  </a:lnTo>
                  <a:lnTo>
                    <a:pt x="242" y="95"/>
                  </a:lnTo>
                  <a:lnTo>
                    <a:pt x="240" y="95"/>
                  </a:lnTo>
                  <a:lnTo>
                    <a:pt x="240" y="97"/>
                  </a:lnTo>
                  <a:lnTo>
                    <a:pt x="240" y="99"/>
                  </a:lnTo>
                  <a:lnTo>
                    <a:pt x="238" y="99"/>
                  </a:lnTo>
                  <a:lnTo>
                    <a:pt x="238" y="101"/>
                  </a:lnTo>
                  <a:lnTo>
                    <a:pt x="236" y="101"/>
                  </a:lnTo>
                  <a:lnTo>
                    <a:pt x="236" y="101"/>
                  </a:lnTo>
                  <a:lnTo>
                    <a:pt x="232" y="102"/>
                  </a:lnTo>
                  <a:lnTo>
                    <a:pt x="232" y="102"/>
                  </a:lnTo>
                  <a:lnTo>
                    <a:pt x="232" y="102"/>
                  </a:lnTo>
                  <a:lnTo>
                    <a:pt x="231" y="106"/>
                  </a:lnTo>
                  <a:lnTo>
                    <a:pt x="229" y="108"/>
                  </a:lnTo>
                  <a:lnTo>
                    <a:pt x="229" y="110"/>
                  </a:lnTo>
                  <a:lnTo>
                    <a:pt x="229" y="112"/>
                  </a:lnTo>
                  <a:lnTo>
                    <a:pt x="229" y="114"/>
                  </a:lnTo>
                  <a:lnTo>
                    <a:pt x="229" y="114"/>
                  </a:lnTo>
                  <a:lnTo>
                    <a:pt x="227" y="114"/>
                  </a:lnTo>
                  <a:lnTo>
                    <a:pt x="227" y="116"/>
                  </a:lnTo>
                  <a:lnTo>
                    <a:pt x="225" y="116"/>
                  </a:lnTo>
                  <a:lnTo>
                    <a:pt x="227" y="118"/>
                  </a:lnTo>
                  <a:lnTo>
                    <a:pt x="227" y="118"/>
                  </a:lnTo>
                  <a:lnTo>
                    <a:pt x="227" y="120"/>
                  </a:lnTo>
                  <a:lnTo>
                    <a:pt x="231" y="133"/>
                  </a:lnTo>
                  <a:lnTo>
                    <a:pt x="232" y="139"/>
                  </a:lnTo>
                  <a:lnTo>
                    <a:pt x="232" y="142"/>
                  </a:lnTo>
                  <a:lnTo>
                    <a:pt x="232" y="142"/>
                  </a:lnTo>
                  <a:lnTo>
                    <a:pt x="232" y="144"/>
                  </a:lnTo>
                  <a:lnTo>
                    <a:pt x="234" y="144"/>
                  </a:lnTo>
                  <a:lnTo>
                    <a:pt x="234" y="144"/>
                  </a:lnTo>
                  <a:lnTo>
                    <a:pt x="236" y="144"/>
                  </a:lnTo>
                  <a:lnTo>
                    <a:pt x="236" y="144"/>
                  </a:lnTo>
                  <a:lnTo>
                    <a:pt x="238" y="146"/>
                  </a:lnTo>
                  <a:lnTo>
                    <a:pt x="240" y="150"/>
                  </a:lnTo>
                  <a:lnTo>
                    <a:pt x="240" y="150"/>
                  </a:lnTo>
                  <a:lnTo>
                    <a:pt x="242" y="152"/>
                  </a:lnTo>
                  <a:lnTo>
                    <a:pt x="242" y="152"/>
                  </a:lnTo>
                  <a:lnTo>
                    <a:pt x="244" y="152"/>
                  </a:lnTo>
                  <a:lnTo>
                    <a:pt x="246" y="152"/>
                  </a:lnTo>
                  <a:lnTo>
                    <a:pt x="246" y="152"/>
                  </a:lnTo>
                  <a:lnTo>
                    <a:pt x="248" y="152"/>
                  </a:lnTo>
                  <a:lnTo>
                    <a:pt x="252" y="156"/>
                  </a:lnTo>
                  <a:lnTo>
                    <a:pt x="252" y="156"/>
                  </a:lnTo>
                  <a:lnTo>
                    <a:pt x="253" y="156"/>
                  </a:lnTo>
                  <a:lnTo>
                    <a:pt x="253" y="156"/>
                  </a:lnTo>
                  <a:lnTo>
                    <a:pt x="257" y="156"/>
                  </a:lnTo>
                  <a:lnTo>
                    <a:pt x="257" y="154"/>
                  </a:lnTo>
                  <a:lnTo>
                    <a:pt x="257" y="154"/>
                  </a:lnTo>
                  <a:lnTo>
                    <a:pt x="261" y="156"/>
                  </a:lnTo>
                  <a:lnTo>
                    <a:pt x="263" y="156"/>
                  </a:lnTo>
                  <a:lnTo>
                    <a:pt x="267" y="158"/>
                  </a:lnTo>
                  <a:lnTo>
                    <a:pt x="267" y="158"/>
                  </a:lnTo>
                  <a:lnTo>
                    <a:pt x="267" y="158"/>
                  </a:lnTo>
                  <a:lnTo>
                    <a:pt x="269" y="158"/>
                  </a:lnTo>
                  <a:lnTo>
                    <a:pt x="274" y="158"/>
                  </a:lnTo>
                  <a:lnTo>
                    <a:pt x="276" y="156"/>
                  </a:lnTo>
                  <a:lnTo>
                    <a:pt x="280" y="154"/>
                  </a:lnTo>
                  <a:lnTo>
                    <a:pt x="282" y="154"/>
                  </a:lnTo>
                  <a:lnTo>
                    <a:pt x="282" y="154"/>
                  </a:lnTo>
                  <a:lnTo>
                    <a:pt x="284" y="154"/>
                  </a:lnTo>
                  <a:lnTo>
                    <a:pt x="286" y="154"/>
                  </a:lnTo>
                  <a:lnTo>
                    <a:pt x="288" y="156"/>
                  </a:lnTo>
                  <a:lnTo>
                    <a:pt x="290" y="156"/>
                  </a:lnTo>
                  <a:lnTo>
                    <a:pt x="290" y="156"/>
                  </a:lnTo>
                  <a:lnTo>
                    <a:pt x="292" y="154"/>
                  </a:lnTo>
                  <a:lnTo>
                    <a:pt x="292" y="154"/>
                  </a:lnTo>
                  <a:lnTo>
                    <a:pt x="293" y="152"/>
                  </a:lnTo>
                  <a:lnTo>
                    <a:pt x="293" y="152"/>
                  </a:lnTo>
                  <a:lnTo>
                    <a:pt x="295" y="148"/>
                  </a:lnTo>
                  <a:lnTo>
                    <a:pt x="295" y="148"/>
                  </a:lnTo>
                  <a:lnTo>
                    <a:pt x="295" y="146"/>
                  </a:lnTo>
                  <a:lnTo>
                    <a:pt x="297" y="146"/>
                  </a:lnTo>
                  <a:lnTo>
                    <a:pt x="299" y="144"/>
                  </a:lnTo>
                  <a:lnTo>
                    <a:pt x="301" y="144"/>
                  </a:lnTo>
                  <a:lnTo>
                    <a:pt x="303" y="144"/>
                  </a:lnTo>
                  <a:lnTo>
                    <a:pt x="305" y="144"/>
                  </a:lnTo>
                  <a:lnTo>
                    <a:pt x="305" y="144"/>
                  </a:lnTo>
                  <a:lnTo>
                    <a:pt x="305" y="144"/>
                  </a:lnTo>
                  <a:lnTo>
                    <a:pt x="307" y="146"/>
                  </a:lnTo>
                  <a:lnTo>
                    <a:pt x="307" y="146"/>
                  </a:lnTo>
                  <a:lnTo>
                    <a:pt x="307" y="146"/>
                  </a:lnTo>
                  <a:lnTo>
                    <a:pt x="307" y="148"/>
                  </a:lnTo>
                  <a:lnTo>
                    <a:pt x="307" y="148"/>
                  </a:lnTo>
                  <a:lnTo>
                    <a:pt x="307" y="148"/>
                  </a:lnTo>
                  <a:lnTo>
                    <a:pt x="307" y="150"/>
                  </a:lnTo>
                  <a:lnTo>
                    <a:pt x="307" y="150"/>
                  </a:lnTo>
                  <a:lnTo>
                    <a:pt x="305" y="152"/>
                  </a:lnTo>
                  <a:lnTo>
                    <a:pt x="305" y="152"/>
                  </a:lnTo>
                  <a:lnTo>
                    <a:pt x="305" y="154"/>
                  </a:lnTo>
                  <a:lnTo>
                    <a:pt x="307" y="154"/>
                  </a:lnTo>
                  <a:lnTo>
                    <a:pt x="307" y="156"/>
                  </a:lnTo>
                  <a:lnTo>
                    <a:pt x="307" y="156"/>
                  </a:lnTo>
                  <a:lnTo>
                    <a:pt x="307" y="158"/>
                  </a:lnTo>
                  <a:lnTo>
                    <a:pt x="307" y="158"/>
                  </a:lnTo>
                  <a:lnTo>
                    <a:pt x="307" y="159"/>
                  </a:lnTo>
                  <a:lnTo>
                    <a:pt x="307" y="159"/>
                  </a:lnTo>
                  <a:lnTo>
                    <a:pt x="307" y="159"/>
                  </a:lnTo>
                  <a:lnTo>
                    <a:pt x="307" y="161"/>
                  </a:lnTo>
                  <a:lnTo>
                    <a:pt x="307" y="161"/>
                  </a:lnTo>
                  <a:lnTo>
                    <a:pt x="307" y="163"/>
                  </a:lnTo>
                  <a:lnTo>
                    <a:pt x="309" y="163"/>
                  </a:lnTo>
                  <a:lnTo>
                    <a:pt x="311" y="167"/>
                  </a:lnTo>
                  <a:lnTo>
                    <a:pt x="311" y="167"/>
                  </a:lnTo>
                  <a:lnTo>
                    <a:pt x="311" y="169"/>
                  </a:lnTo>
                  <a:lnTo>
                    <a:pt x="311" y="169"/>
                  </a:lnTo>
                  <a:lnTo>
                    <a:pt x="311" y="169"/>
                  </a:lnTo>
                  <a:lnTo>
                    <a:pt x="311" y="171"/>
                  </a:lnTo>
                  <a:lnTo>
                    <a:pt x="309" y="171"/>
                  </a:lnTo>
                  <a:lnTo>
                    <a:pt x="311" y="173"/>
                  </a:lnTo>
                  <a:lnTo>
                    <a:pt x="311" y="175"/>
                  </a:lnTo>
                  <a:lnTo>
                    <a:pt x="309" y="175"/>
                  </a:lnTo>
                  <a:lnTo>
                    <a:pt x="309" y="175"/>
                  </a:lnTo>
                  <a:lnTo>
                    <a:pt x="307" y="177"/>
                  </a:lnTo>
                  <a:lnTo>
                    <a:pt x="307" y="177"/>
                  </a:lnTo>
                  <a:lnTo>
                    <a:pt x="307" y="177"/>
                  </a:lnTo>
                  <a:lnTo>
                    <a:pt x="307" y="177"/>
                  </a:lnTo>
                  <a:lnTo>
                    <a:pt x="305" y="178"/>
                  </a:lnTo>
                  <a:lnTo>
                    <a:pt x="305" y="178"/>
                  </a:lnTo>
                  <a:lnTo>
                    <a:pt x="303" y="178"/>
                  </a:lnTo>
                  <a:lnTo>
                    <a:pt x="301" y="178"/>
                  </a:lnTo>
                  <a:lnTo>
                    <a:pt x="299" y="177"/>
                  </a:lnTo>
                  <a:lnTo>
                    <a:pt x="299" y="177"/>
                  </a:lnTo>
                  <a:lnTo>
                    <a:pt x="297" y="177"/>
                  </a:lnTo>
                  <a:lnTo>
                    <a:pt x="295" y="177"/>
                  </a:lnTo>
                  <a:lnTo>
                    <a:pt x="293" y="177"/>
                  </a:lnTo>
                  <a:lnTo>
                    <a:pt x="292" y="177"/>
                  </a:lnTo>
                  <a:lnTo>
                    <a:pt x="292" y="177"/>
                  </a:lnTo>
                  <a:lnTo>
                    <a:pt x="282" y="180"/>
                  </a:lnTo>
                  <a:lnTo>
                    <a:pt x="278" y="180"/>
                  </a:lnTo>
                  <a:lnTo>
                    <a:pt x="276" y="180"/>
                  </a:lnTo>
                  <a:lnTo>
                    <a:pt x="274" y="180"/>
                  </a:lnTo>
                  <a:lnTo>
                    <a:pt x="274" y="180"/>
                  </a:lnTo>
                  <a:lnTo>
                    <a:pt x="267" y="184"/>
                  </a:lnTo>
                  <a:lnTo>
                    <a:pt x="263" y="184"/>
                  </a:lnTo>
                  <a:lnTo>
                    <a:pt x="261" y="186"/>
                  </a:lnTo>
                  <a:lnTo>
                    <a:pt x="261" y="186"/>
                  </a:lnTo>
                  <a:lnTo>
                    <a:pt x="261" y="188"/>
                  </a:lnTo>
                  <a:lnTo>
                    <a:pt x="259" y="188"/>
                  </a:lnTo>
                  <a:lnTo>
                    <a:pt x="259" y="190"/>
                  </a:lnTo>
                  <a:lnTo>
                    <a:pt x="259" y="190"/>
                  </a:lnTo>
                  <a:lnTo>
                    <a:pt x="259" y="190"/>
                  </a:lnTo>
                  <a:lnTo>
                    <a:pt x="259" y="190"/>
                  </a:lnTo>
                  <a:lnTo>
                    <a:pt x="261" y="194"/>
                  </a:lnTo>
                  <a:lnTo>
                    <a:pt x="263" y="196"/>
                  </a:lnTo>
                  <a:lnTo>
                    <a:pt x="263" y="198"/>
                  </a:lnTo>
                  <a:lnTo>
                    <a:pt x="263" y="199"/>
                  </a:lnTo>
                  <a:lnTo>
                    <a:pt x="263" y="201"/>
                  </a:lnTo>
                  <a:lnTo>
                    <a:pt x="263" y="201"/>
                  </a:lnTo>
                  <a:lnTo>
                    <a:pt x="261" y="203"/>
                  </a:lnTo>
                  <a:lnTo>
                    <a:pt x="261" y="203"/>
                  </a:lnTo>
                  <a:lnTo>
                    <a:pt x="259" y="203"/>
                  </a:lnTo>
                  <a:lnTo>
                    <a:pt x="257" y="203"/>
                  </a:lnTo>
                  <a:lnTo>
                    <a:pt x="255" y="205"/>
                  </a:lnTo>
                  <a:lnTo>
                    <a:pt x="255" y="205"/>
                  </a:lnTo>
                  <a:lnTo>
                    <a:pt x="255" y="205"/>
                  </a:lnTo>
                  <a:lnTo>
                    <a:pt x="253" y="205"/>
                  </a:lnTo>
                  <a:lnTo>
                    <a:pt x="253" y="207"/>
                  </a:lnTo>
                  <a:lnTo>
                    <a:pt x="253" y="207"/>
                  </a:lnTo>
                  <a:lnTo>
                    <a:pt x="255" y="209"/>
                  </a:lnTo>
                  <a:lnTo>
                    <a:pt x="259" y="215"/>
                  </a:lnTo>
                  <a:lnTo>
                    <a:pt x="263" y="217"/>
                  </a:lnTo>
                  <a:lnTo>
                    <a:pt x="267" y="217"/>
                  </a:lnTo>
                  <a:lnTo>
                    <a:pt x="267" y="217"/>
                  </a:lnTo>
                  <a:lnTo>
                    <a:pt x="269" y="217"/>
                  </a:lnTo>
                  <a:lnTo>
                    <a:pt x="269" y="217"/>
                  </a:lnTo>
                  <a:lnTo>
                    <a:pt x="271" y="217"/>
                  </a:lnTo>
                  <a:lnTo>
                    <a:pt x="271" y="217"/>
                  </a:lnTo>
                  <a:lnTo>
                    <a:pt x="274" y="220"/>
                  </a:lnTo>
                  <a:lnTo>
                    <a:pt x="276" y="222"/>
                  </a:lnTo>
                  <a:lnTo>
                    <a:pt x="278" y="222"/>
                  </a:lnTo>
                  <a:lnTo>
                    <a:pt x="278" y="226"/>
                  </a:lnTo>
                  <a:lnTo>
                    <a:pt x="280" y="230"/>
                  </a:lnTo>
                  <a:lnTo>
                    <a:pt x="280" y="232"/>
                  </a:lnTo>
                  <a:lnTo>
                    <a:pt x="280" y="234"/>
                  </a:lnTo>
                  <a:lnTo>
                    <a:pt x="278" y="236"/>
                  </a:lnTo>
                  <a:lnTo>
                    <a:pt x="278" y="236"/>
                  </a:lnTo>
                  <a:lnTo>
                    <a:pt x="276" y="236"/>
                  </a:lnTo>
                  <a:lnTo>
                    <a:pt x="269" y="241"/>
                  </a:lnTo>
                  <a:lnTo>
                    <a:pt x="269" y="241"/>
                  </a:lnTo>
                  <a:lnTo>
                    <a:pt x="267" y="241"/>
                  </a:lnTo>
                  <a:lnTo>
                    <a:pt x="265" y="241"/>
                  </a:lnTo>
                  <a:lnTo>
                    <a:pt x="265" y="241"/>
                  </a:lnTo>
                  <a:lnTo>
                    <a:pt x="265" y="241"/>
                  </a:lnTo>
                  <a:lnTo>
                    <a:pt x="265" y="241"/>
                  </a:lnTo>
                  <a:lnTo>
                    <a:pt x="265" y="239"/>
                  </a:lnTo>
                  <a:lnTo>
                    <a:pt x="265" y="237"/>
                  </a:lnTo>
                  <a:lnTo>
                    <a:pt x="265" y="237"/>
                  </a:lnTo>
                  <a:lnTo>
                    <a:pt x="265" y="237"/>
                  </a:lnTo>
                  <a:lnTo>
                    <a:pt x="263" y="236"/>
                  </a:lnTo>
                  <a:lnTo>
                    <a:pt x="263" y="236"/>
                  </a:lnTo>
                  <a:lnTo>
                    <a:pt x="263" y="234"/>
                  </a:lnTo>
                  <a:lnTo>
                    <a:pt x="263" y="234"/>
                  </a:lnTo>
                  <a:lnTo>
                    <a:pt x="261" y="234"/>
                  </a:lnTo>
                  <a:lnTo>
                    <a:pt x="261" y="234"/>
                  </a:lnTo>
                  <a:lnTo>
                    <a:pt x="259" y="234"/>
                  </a:lnTo>
                  <a:lnTo>
                    <a:pt x="259" y="234"/>
                  </a:lnTo>
                  <a:lnTo>
                    <a:pt x="259" y="234"/>
                  </a:lnTo>
                  <a:lnTo>
                    <a:pt x="257" y="232"/>
                  </a:lnTo>
                  <a:lnTo>
                    <a:pt x="257" y="232"/>
                  </a:lnTo>
                  <a:lnTo>
                    <a:pt x="257" y="234"/>
                  </a:lnTo>
                  <a:lnTo>
                    <a:pt x="255" y="234"/>
                  </a:lnTo>
                  <a:lnTo>
                    <a:pt x="255" y="236"/>
                  </a:lnTo>
                  <a:lnTo>
                    <a:pt x="257" y="237"/>
                  </a:lnTo>
                  <a:lnTo>
                    <a:pt x="257" y="239"/>
                  </a:lnTo>
                  <a:lnTo>
                    <a:pt x="257" y="239"/>
                  </a:lnTo>
                  <a:lnTo>
                    <a:pt x="257" y="239"/>
                  </a:lnTo>
                  <a:lnTo>
                    <a:pt x="255" y="243"/>
                  </a:lnTo>
                  <a:lnTo>
                    <a:pt x="255" y="243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7"/>
                  </a:lnTo>
                  <a:lnTo>
                    <a:pt x="257" y="255"/>
                  </a:lnTo>
                  <a:lnTo>
                    <a:pt x="257" y="256"/>
                  </a:lnTo>
                  <a:lnTo>
                    <a:pt x="259" y="258"/>
                  </a:lnTo>
                  <a:lnTo>
                    <a:pt x="263" y="264"/>
                  </a:lnTo>
                  <a:lnTo>
                    <a:pt x="263" y="266"/>
                  </a:lnTo>
                  <a:lnTo>
                    <a:pt x="265" y="268"/>
                  </a:lnTo>
                  <a:lnTo>
                    <a:pt x="263" y="268"/>
                  </a:lnTo>
                  <a:lnTo>
                    <a:pt x="263" y="270"/>
                  </a:lnTo>
                  <a:lnTo>
                    <a:pt x="263" y="270"/>
                  </a:lnTo>
                  <a:lnTo>
                    <a:pt x="263" y="272"/>
                  </a:lnTo>
                  <a:lnTo>
                    <a:pt x="261" y="272"/>
                  </a:lnTo>
                  <a:lnTo>
                    <a:pt x="261" y="274"/>
                  </a:lnTo>
                  <a:lnTo>
                    <a:pt x="261" y="274"/>
                  </a:lnTo>
                  <a:lnTo>
                    <a:pt x="259" y="274"/>
                  </a:lnTo>
                  <a:lnTo>
                    <a:pt x="257" y="274"/>
                  </a:lnTo>
                  <a:lnTo>
                    <a:pt x="257" y="274"/>
                  </a:lnTo>
                  <a:lnTo>
                    <a:pt x="257" y="274"/>
                  </a:lnTo>
                  <a:lnTo>
                    <a:pt x="255" y="275"/>
                  </a:lnTo>
                  <a:lnTo>
                    <a:pt x="252" y="275"/>
                  </a:lnTo>
                  <a:lnTo>
                    <a:pt x="250" y="274"/>
                  </a:lnTo>
                  <a:lnTo>
                    <a:pt x="248" y="272"/>
                  </a:lnTo>
                  <a:lnTo>
                    <a:pt x="244" y="268"/>
                  </a:lnTo>
                  <a:lnTo>
                    <a:pt x="242" y="268"/>
                  </a:lnTo>
                  <a:lnTo>
                    <a:pt x="242" y="266"/>
                  </a:lnTo>
                  <a:lnTo>
                    <a:pt x="242" y="266"/>
                  </a:lnTo>
                  <a:lnTo>
                    <a:pt x="242" y="264"/>
                  </a:lnTo>
                  <a:lnTo>
                    <a:pt x="244" y="264"/>
                  </a:lnTo>
                  <a:lnTo>
                    <a:pt x="244" y="262"/>
                  </a:lnTo>
                  <a:lnTo>
                    <a:pt x="244" y="260"/>
                  </a:lnTo>
                  <a:lnTo>
                    <a:pt x="244" y="260"/>
                  </a:lnTo>
                  <a:lnTo>
                    <a:pt x="242" y="260"/>
                  </a:lnTo>
                  <a:lnTo>
                    <a:pt x="242" y="260"/>
                  </a:lnTo>
                  <a:lnTo>
                    <a:pt x="238" y="260"/>
                  </a:lnTo>
                  <a:lnTo>
                    <a:pt x="236" y="262"/>
                  </a:lnTo>
                  <a:lnTo>
                    <a:pt x="234" y="262"/>
                  </a:lnTo>
                  <a:lnTo>
                    <a:pt x="234" y="264"/>
                  </a:lnTo>
                  <a:lnTo>
                    <a:pt x="234" y="264"/>
                  </a:lnTo>
                  <a:lnTo>
                    <a:pt x="232" y="268"/>
                  </a:lnTo>
                  <a:lnTo>
                    <a:pt x="232" y="268"/>
                  </a:lnTo>
                  <a:lnTo>
                    <a:pt x="232" y="270"/>
                  </a:lnTo>
                  <a:lnTo>
                    <a:pt x="231" y="270"/>
                  </a:lnTo>
                  <a:lnTo>
                    <a:pt x="229" y="270"/>
                  </a:lnTo>
                  <a:lnTo>
                    <a:pt x="229" y="270"/>
                  </a:lnTo>
                  <a:lnTo>
                    <a:pt x="227" y="270"/>
                  </a:lnTo>
                  <a:lnTo>
                    <a:pt x="227" y="268"/>
                  </a:lnTo>
                  <a:lnTo>
                    <a:pt x="227" y="266"/>
                  </a:lnTo>
                  <a:lnTo>
                    <a:pt x="225" y="266"/>
                  </a:lnTo>
                  <a:lnTo>
                    <a:pt x="225" y="264"/>
                  </a:lnTo>
                  <a:lnTo>
                    <a:pt x="223" y="264"/>
                  </a:lnTo>
                  <a:lnTo>
                    <a:pt x="219" y="264"/>
                  </a:lnTo>
                  <a:lnTo>
                    <a:pt x="217" y="264"/>
                  </a:lnTo>
                  <a:lnTo>
                    <a:pt x="215" y="264"/>
                  </a:lnTo>
                  <a:lnTo>
                    <a:pt x="210" y="262"/>
                  </a:lnTo>
                  <a:lnTo>
                    <a:pt x="208" y="262"/>
                  </a:lnTo>
                  <a:lnTo>
                    <a:pt x="206" y="262"/>
                  </a:lnTo>
                  <a:lnTo>
                    <a:pt x="202" y="262"/>
                  </a:lnTo>
                  <a:lnTo>
                    <a:pt x="202" y="262"/>
                  </a:lnTo>
                  <a:lnTo>
                    <a:pt x="200" y="262"/>
                  </a:lnTo>
                  <a:lnTo>
                    <a:pt x="200" y="260"/>
                  </a:lnTo>
                  <a:lnTo>
                    <a:pt x="198" y="260"/>
                  </a:lnTo>
                  <a:lnTo>
                    <a:pt x="198" y="258"/>
                  </a:lnTo>
                  <a:lnTo>
                    <a:pt x="198" y="258"/>
                  </a:lnTo>
                  <a:lnTo>
                    <a:pt x="200" y="256"/>
                  </a:lnTo>
                  <a:lnTo>
                    <a:pt x="200" y="256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196" y="256"/>
                  </a:lnTo>
                  <a:lnTo>
                    <a:pt x="194" y="256"/>
                  </a:lnTo>
                  <a:lnTo>
                    <a:pt x="194" y="258"/>
                  </a:lnTo>
                  <a:lnTo>
                    <a:pt x="192" y="258"/>
                  </a:lnTo>
                  <a:lnTo>
                    <a:pt x="192" y="260"/>
                  </a:lnTo>
                  <a:lnTo>
                    <a:pt x="192" y="262"/>
                  </a:lnTo>
                  <a:lnTo>
                    <a:pt x="192" y="264"/>
                  </a:lnTo>
                  <a:lnTo>
                    <a:pt x="192" y="266"/>
                  </a:lnTo>
                  <a:lnTo>
                    <a:pt x="192" y="268"/>
                  </a:lnTo>
                  <a:lnTo>
                    <a:pt x="192" y="272"/>
                  </a:lnTo>
                  <a:lnTo>
                    <a:pt x="192" y="272"/>
                  </a:lnTo>
                  <a:lnTo>
                    <a:pt x="192" y="275"/>
                  </a:lnTo>
                  <a:lnTo>
                    <a:pt x="192" y="275"/>
                  </a:lnTo>
                  <a:lnTo>
                    <a:pt x="192" y="277"/>
                  </a:lnTo>
                  <a:lnTo>
                    <a:pt x="189" y="281"/>
                  </a:lnTo>
                  <a:lnTo>
                    <a:pt x="181" y="285"/>
                  </a:lnTo>
                  <a:lnTo>
                    <a:pt x="181" y="287"/>
                  </a:lnTo>
                  <a:lnTo>
                    <a:pt x="179" y="289"/>
                  </a:lnTo>
                  <a:lnTo>
                    <a:pt x="181" y="289"/>
                  </a:lnTo>
                  <a:lnTo>
                    <a:pt x="181" y="291"/>
                  </a:lnTo>
                  <a:lnTo>
                    <a:pt x="181" y="291"/>
                  </a:lnTo>
                  <a:lnTo>
                    <a:pt x="181" y="291"/>
                  </a:lnTo>
                  <a:lnTo>
                    <a:pt x="181" y="291"/>
                  </a:lnTo>
                  <a:lnTo>
                    <a:pt x="181" y="293"/>
                  </a:lnTo>
                  <a:lnTo>
                    <a:pt x="181" y="293"/>
                  </a:lnTo>
                  <a:lnTo>
                    <a:pt x="181" y="295"/>
                  </a:lnTo>
                  <a:lnTo>
                    <a:pt x="179" y="295"/>
                  </a:lnTo>
                  <a:lnTo>
                    <a:pt x="171" y="298"/>
                  </a:lnTo>
                  <a:lnTo>
                    <a:pt x="168" y="300"/>
                  </a:lnTo>
                  <a:lnTo>
                    <a:pt x="164" y="302"/>
                  </a:lnTo>
                  <a:lnTo>
                    <a:pt x="162" y="302"/>
                  </a:lnTo>
                  <a:lnTo>
                    <a:pt x="160" y="302"/>
                  </a:lnTo>
                  <a:lnTo>
                    <a:pt x="160" y="302"/>
                  </a:lnTo>
                  <a:lnTo>
                    <a:pt x="160" y="300"/>
                  </a:lnTo>
                  <a:lnTo>
                    <a:pt x="158" y="300"/>
                  </a:lnTo>
                  <a:lnTo>
                    <a:pt x="158" y="300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6" y="304"/>
                  </a:lnTo>
                  <a:lnTo>
                    <a:pt x="156" y="304"/>
                  </a:lnTo>
                  <a:lnTo>
                    <a:pt x="156" y="306"/>
                  </a:lnTo>
                  <a:lnTo>
                    <a:pt x="154" y="308"/>
                  </a:lnTo>
                  <a:lnTo>
                    <a:pt x="154" y="310"/>
                  </a:lnTo>
                  <a:lnTo>
                    <a:pt x="154" y="310"/>
                  </a:lnTo>
                  <a:lnTo>
                    <a:pt x="154" y="312"/>
                  </a:lnTo>
                  <a:lnTo>
                    <a:pt x="154" y="312"/>
                  </a:lnTo>
                  <a:lnTo>
                    <a:pt x="152" y="312"/>
                  </a:lnTo>
                  <a:lnTo>
                    <a:pt x="152" y="312"/>
                  </a:lnTo>
                  <a:lnTo>
                    <a:pt x="151" y="310"/>
                  </a:lnTo>
                  <a:lnTo>
                    <a:pt x="149" y="310"/>
                  </a:lnTo>
                  <a:lnTo>
                    <a:pt x="149" y="310"/>
                  </a:lnTo>
                  <a:lnTo>
                    <a:pt x="145" y="310"/>
                  </a:lnTo>
                  <a:lnTo>
                    <a:pt x="143" y="308"/>
                  </a:lnTo>
                  <a:lnTo>
                    <a:pt x="143" y="306"/>
                  </a:lnTo>
                  <a:lnTo>
                    <a:pt x="143" y="304"/>
                  </a:lnTo>
                  <a:lnTo>
                    <a:pt x="143" y="304"/>
                  </a:lnTo>
                  <a:lnTo>
                    <a:pt x="137" y="300"/>
                  </a:lnTo>
                  <a:lnTo>
                    <a:pt x="135" y="300"/>
                  </a:lnTo>
                  <a:lnTo>
                    <a:pt x="135" y="298"/>
                  </a:lnTo>
                  <a:lnTo>
                    <a:pt x="135" y="296"/>
                  </a:lnTo>
                  <a:lnTo>
                    <a:pt x="133" y="293"/>
                  </a:lnTo>
                  <a:lnTo>
                    <a:pt x="133" y="293"/>
                  </a:lnTo>
                  <a:lnTo>
                    <a:pt x="135" y="289"/>
                  </a:lnTo>
                  <a:lnTo>
                    <a:pt x="137" y="287"/>
                  </a:lnTo>
                  <a:lnTo>
                    <a:pt x="137" y="287"/>
                  </a:lnTo>
                  <a:lnTo>
                    <a:pt x="137" y="287"/>
                  </a:lnTo>
                  <a:lnTo>
                    <a:pt x="139" y="287"/>
                  </a:lnTo>
                  <a:lnTo>
                    <a:pt x="139" y="287"/>
                  </a:lnTo>
                  <a:lnTo>
                    <a:pt x="141" y="289"/>
                  </a:lnTo>
                  <a:lnTo>
                    <a:pt x="143" y="289"/>
                  </a:lnTo>
                  <a:lnTo>
                    <a:pt x="143" y="289"/>
                  </a:lnTo>
                  <a:lnTo>
                    <a:pt x="145" y="291"/>
                  </a:lnTo>
                  <a:lnTo>
                    <a:pt x="145" y="291"/>
                  </a:lnTo>
                  <a:lnTo>
                    <a:pt x="147" y="291"/>
                  </a:lnTo>
                  <a:lnTo>
                    <a:pt x="149" y="291"/>
                  </a:lnTo>
                  <a:lnTo>
                    <a:pt x="149" y="291"/>
                  </a:lnTo>
                  <a:lnTo>
                    <a:pt x="151" y="289"/>
                  </a:lnTo>
                  <a:lnTo>
                    <a:pt x="152" y="289"/>
                  </a:lnTo>
                  <a:lnTo>
                    <a:pt x="152" y="289"/>
                  </a:lnTo>
                  <a:lnTo>
                    <a:pt x="154" y="291"/>
                  </a:lnTo>
                  <a:lnTo>
                    <a:pt x="156" y="291"/>
                  </a:lnTo>
                  <a:lnTo>
                    <a:pt x="156" y="291"/>
                  </a:lnTo>
                  <a:lnTo>
                    <a:pt x="156" y="291"/>
                  </a:lnTo>
                  <a:lnTo>
                    <a:pt x="158" y="291"/>
                  </a:lnTo>
                  <a:lnTo>
                    <a:pt x="158" y="289"/>
                  </a:lnTo>
                  <a:lnTo>
                    <a:pt x="158" y="287"/>
                  </a:lnTo>
                  <a:lnTo>
                    <a:pt x="160" y="285"/>
                  </a:lnTo>
                  <a:lnTo>
                    <a:pt x="162" y="283"/>
                  </a:lnTo>
                  <a:lnTo>
                    <a:pt x="164" y="281"/>
                  </a:lnTo>
                  <a:lnTo>
                    <a:pt x="164" y="279"/>
                  </a:lnTo>
                  <a:lnTo>
                    <a:pt x="164" y="279"/>
                  </a:lnTo>
                  <a:lnTo>
                    <a:pt x="160" y="277"/>
                  </a:lnTo>
                  <a:lnTo>
                    <a:pt x="158" y="275"/>
                  </a:lnTo>
                  <a:lnTo>
                    <a:pt x="158" y="274"/>
                  </a:lnTo>
                  <a:lnTo>
                    <a:pt x="158" y="272"/>
                  </a:lnTo>
                  <a:lnTo>
                    <a:pt x="160" y="270"/>
                  </a:lnTo>
                  <a:lnTo>
                    <a:pt x="162" y="266"/>
                  </a:lnTo>
                  <a:lnTo>
                    <a:pt x="164" y="264"/>
                  </a:lnTo>
                  <a:lnTo>
                    <a:pt x="164" y="262"/>
                  </a:lnTo>
                  <a:lnTo>
                    <a:pt x="164" y="260"/>
                  </a:lnTo>
                  <a:lnTo>
                    <a:pt x="162" y="258"/>
                  </a:lnTo>
                  <a:lnTo>
                    <a:pt x="162" y="258"/>
                  </a:lnTo>
                  <a:lnTo>
                    <a:pt x="162" y="258"/>
                  </a:lnTo>
                  <a:lnTo>
                    <a:pt x="160" y="258"/>
                  </a:lnTo>
                  <a:lnTo>
                    <a:pt x="160" y="256"/>
                  </a:lnTo>
                  <a:lnTo>
                    <a:pt x="158" y="256"/>
                  </a:lnTo>
                  <a:lnTo>
                    <a:pt x="158" y="255"/>
                  </a:lnTo>
                  <a:lnTo>
                    <a:pt x="158" y="251"/>
                  </a:lnTo>
                  <a:lnTo>
                    <a:pt x="158" y="249"/>
                  </a:lnTo>
                  <a:lnTo>
                    <a:pt x="156" y="249"/>
                  </a:lnTo>
                  <a:lnTo>
                    <a:pt x="156" y="247"/>
                  </a:lnTo>
                  <a:lnTo>
                    <a:pt x="158" y="243"/>
                  </a:lnTo>
                  <a:lnTo>
                    <a:pt x="158" y="241"/>
                  </a:lnTo>
                  <a:lnTo>
                    <a:pt x="160" y="241"/>
                  </a:lnTo>
                  <a:lnTo>
                    <a:pt x="160" y="241"/>
                  </a:lnTo>
                  <a:lnTo>
                    <a:pt x="162" y="241"/>
                  </a:lnTo>
                  <a:lnTo>
                    <a:pt x="166" y="243"/>
                  </a:lnTo>
                  <a:lnTo>
                    <a:pt x="166" y="243"/>
                  </a:lnTo>
                  <a:lnTo>
                    <a:pt x="168" y="243"/>
                  </a:lnTo>
                  <a:lnTo>
                    <a:pt x="170" y="243"/>
                  </a:lnTo>
                  <a:lnTo>
                    <a:pt x="170" y="241"/>
                  </a:lnTo>
                  <a:lnTo>
                    <a:pt x="170" y="241"/>
                  </a:lnTo>
                  <a:lnTo>
                    <a:pt x="170" y="239"/>
                  </a:lnTo>
                  <a:lnTo>
                    <a:pt x="170" y="239"/>
                  </a:lnTo>
                  <a:lnTo>
                    <a:pt x="170" y="230"/>
                  </a:lnTo>
                  <a:lnTo>
                    <a:pt x="168" y="226"/>
                  </a:lnTo>
                  <a:lnTo>
                    <a:pt x="166" y="224"/>
                  </a:lnTo>
                  <a:lnTo>
                    <a:pt x="164" y="224"/>
                  </a:lnTo>
                  <a:lnTo>
                    <a:pt x="164" y="222"/>
                  </a:lnTo>
                  <a:lnTo>
                    <a:pt x="164" y="222"/>
                  </a:lnTo>
                  <a:lnTo>
                    <a:pt x="164" y="220"/>
                  </a:lnTo>
                  <a:lnTo>
                    <a:pt x="164" y="218"/>
                  </a:lnTo>
                  <a:lnTo>
                    <a:pt x="162" y="215"/>
                  </a:lnTo>
                  <a:lnTo>
                    <a:pt x="160" y="213"/>
                  </a:lnTo>
                  <a:lnTo>
                    <a:pt x="160" y="213"/>
                  </a:lnTo>
                  <a:lnTo>
                    <a:pt x="158" y="213"/>
                  </a:lnTo>
                  <a:lnTo>
                    <a:pt x="156" y="213"/>
                  </a:lnTo>
                  <a:lnTo>
                    <a:pt x="156" y="213"/>
                  </a:lnTo>
                  <a:lnTo>
                    <a:pt x="149" y="217"/>
                  </a:lnTo>
                  <a:lnTo>
                    <a:pt x="145" y="217"/>
                  </a:lnTo>
                  <a:lnTo>
                    <a:pt x="139" y="217"/>
                  </a:lnTo>
                  <a:lnTo>
                    <a:pt x="131" y="220"/>
                  </a:lnTo>
                  <a:lnTo>
                    <a:pt x="128" y="220"/>
                  </a:lnTo>
                  <a:lnTo>
                    <a:pt x="126" y="220"/>
                  </a:lnTo>
                  <a:lnTo>
                    <a:pt x="120" y="218"/>
                  </a:lnTo>
                  <a:lnTo>
                    <a:pt x="118" y="218"/>
                  </a:lnTo>
                  <a:lnTo>
                    <a:pt x="114" y="218"/>
                  </a:lnTo>
                  <a:lnTo>
                    <a:pt x="112" y="218"/>
                  </a:lnTo>
                  <a:lnTo>
                    <a:pt x="111" y="218"/>
                  </a:lnTo>
                  <a:lnTo>
                    <a:pt x="109" y="218"/>
                  </a:lnTo>
                  <a:lnTo>
                    <a:pt x="107" y="217"/>
                  </a:lnTo>
                  <a:lnTo>
                    <a:pt x="107" y="217"/>
                  </a:lnTo>
                  <a:lnTo>
                    <a:pt x="105" y="215"/>
                  </a:lnTo>
                  <a:lnTo>
                    <a:pt x="105" y="215"/>
                  </a:lnTo>
                  <a:lnTo>
                    <a:pt x="105" y="213"/>
                  </a:lnTo>
                  <a:lnTo>
                    <a:pt x="107" y="211"/>
                  </a:lnTo>
                  <a:lnTo>
                    <a:pt x="109" y="209"/>
                  </a:lnTo>
                  <a:lnTo>
                    <a:pt x="109" y="209"/>
                  </a:lnTo>
                  <a:lnTo>
                    <a:pt x="109" y="207"/>
                  </a:lnTo>
                  <a:lnTo>
                    <a:pt x="109" y="207"/>
                  </a:lnTo>
                  <a:lnTo>
                    <a:pt x="109" y="205"/>
                  </a:lnTo>
                  <a:lnTo>
                    <a:pt x="107" y="203"/>
                  </a:lnTo>
                  <a:lnTo>
                    <a:pt x="107" y="201"/>
                  </a:lnTo>
                  <a:lnTo>
                    <a:pt x="107" y="201"/>
                  </a:lnTo>
                  <a:lnTo>
                    <a:pt x="107" y="201"/>
                  </a:lnTo>
                  <a:lnTo>
                    <a:pt x="107" y="199"/>
                  </a:lnTo>
                  <a:lnTo>
                    <a:pt x="109" y="201"/>
                  </a:lnTo>
                  <a:lnTo>
                    <a:pt x="109" y="201"/>
                  </a:lnTo>
                  <a:lnTo>
                    <a:pt x="111" y="203"/>
                  </a:lnTo>
                  <a:lnTo>
                    <a:pt x="112" y="205"/>
                  </a:lnTo>
                  <a:lnTo>
                    <a:pt x="114" y="205"/>
                  </a:lnTo>
                  <a:lnTo>
                    <a:pt x="114" y="205"/>
                  </a:lnTo>
                  <a:lnTo>
                    <a:pt x="116" y="205"/>
                  </a:lnTo>
                  <a:lnTo>
                    <a:pt x="118" y="205"/>
                  </a:lnTo>
                  <a:lnTo>
                    <a:pt x="120" y="205"/>
                  </a:lnTo>
                  <a:lnTo>
                    <a:pt x="122" y="205"/>
                  </a:lnTo>
                  <a:lnTo>
                    <a:pt x="124" y="205"/>
                  </a:lnTo>
                  <a:lnTo>
                    <a:pt x="124" y="203"/>
                  </a:lnTo>
                  <a:lnTo>
                    <a:pt x="126" y="203"/>
                  </a:lnTo>
                  <a:lnTo>
                    <a:pt x="126" y="201"/>
                  </a:lnTo>
                  <a:lnTo>
                    <a:pt x="126" y="201"/>
                  </a:lnTo>
                  <a:lnTo>
                    <a:pt x="128" y="199"/>
                  </a:lnTo>
                  <a:lnTo>
                    <a:pt x="126" y="199"/>
                  </a:lnTo>
                  <a:lnTo>
                    <a:pt x="126" y="199"/>
                  </a:lnTo>
                  <a:lnTo>
                    <a:pt x="126" y="199"/>
                  </a:lnTo>
                  <a:lnTo>
                    <a:pt x="122" y="201"/>
                  </a:lnTo>
                  <a:lnTo>
                    <a:pt x="118" y="201"/>
                  </a:lnTo>
                  <a:lnTo>
                    <a:pt x="116" y="201"/>
                  </a:lnTo>
                  <a:lnTo>
                    <a:pt x="114" y="201"/>
                  </a:lnTo>
                  <a:lnTo>
                    <a:pt x="112" y="199"/>
                  </a:lnTo>
                  <a:lnTo>
                    <a:pt x="112" y="199"/>
                  </a:lnTo>
                  <a:lnTo>
                    <a:pt x="112" y="198"/>
                  </a:lnTo>
                  <a:lnTo>
                    <a:pt x="112" y="198"/>
                  </a:lnTo>
                  <a:lnTo>
                    <a:pt x="112" y="196"/>
                  </a:lnTo>
                  <a:lnTo>
                    <a:pt x="112" y="196"/>
                  </a:lnTo>
                  <a:lnTo>
                    <a:pt x="112" y="196"/>
                  </a:lnTo>
                  <a:lnTo>
                    <a:pt x="114" y="196"/>
                  </a:lnTo>
                  <a:lnTo>
                    <a:pt x="116" y="198"/>
                  </a:lnTo>
                  <a:lnTo>
                    <a:pt x="116" y="198"/>
                  </a:lnTo>
                  <a:lnTo>
                    <a:pt x="118" y="198"/>
                  </a:lnTo>
                  <a:lnTo>
                    <a:pt x="118" y="198"/>
                  </a:lnTo>
                  <a:lnTo>
                    <a:pt x="118" y="196"/>
                  </a:lnTo>
                  <a:lnTo>
                    <a:pt x="118" y="196"/>
                  </a:lnTo>
                  <a:lnTo>
                    <a:pt x="118" y="194"/>
                  </a:lnTo>
                  <a:lnTo>
                    <a:pt x="116" y="192"/>
                  </a:lnTo>
                  <a:lnTo>
                    <a:pt x="116" y="192"/>
                  </a:lnTo>
                  <a:lnTo>
                    <a:pt x="116" y="192"/>
                  </a:lnTo>
                  <a:lnTo>
                    <a:pt x="116" y="190"/>
                  </a:lnTo>
                  <a:lnTo>
                    <a:pt x="118" y="186"/>
                  </a:lnTo>
                  <a:lnTo>
                    <a:pt x="118" y="186"/>
                  </a:lnTo>
                  <a:lnTo>
                    <a:pt x="120" y="184"/>
                  </a:lnTo>
                  <a:lnTo>
                    <a:pt x="120" y="184"/>
                  </a:lnTo>
                  <a:lnTo>
                    <a:pt x="118" y="184"/>
                  </a:lnTo>
                  <a:lnTo>
                    <a:pt x="118" y="184"/>
                  </a:lnTo>
                  <a:lnTo>
                    <a:pt x="118" y="184"/>
                  </a:lnTo>
                  <a:lnTo>
                    <a:pt x="114" y="184"/>
                  </a:lnTo>
                  <a:lnTo>
                    <a:pt x="111" y="186"/>
                  </a:lnTo>
                  <a:lnTo>
                    <a:pt x="109" y="186"/>
                  </a:lnTo>
                  <a:lnTo>
                    <a:pt x="103" y="184"/>
                  </a:lnTo>
                  <a:lnTo>
                    <a:pt x="103" y="186"/>
                  </a:lnTo>
                  <a:lnTo>
                    <a:pt x="101" y="186"/>
                  </a:lnTo>
                  <a:lnTo>
                    <a:pt x="101" y="186"/>
                  </a:lnTo>
                  <a:lnTo>
                    <a:pt x="101" y="186"/>
                  </a:lnTo>
                  <a:lnTo>
                    <a:pt x="101" y="188"/>
                  </a:lnTo>
                  <a:lnTo>
                    <a:pt x="101" y="188"/>
                  </a:lnTo>
                  <a:lnTo>
                    <a:pt x="101" y="188"/>
                  </a:lnTo>
                  <a:lnTo>
                    <a:pt x="99" y="190"/>
                  </a:lnTo>
                  <a:lnTo>
                    <a:pt x="99" y="190"/>
                  </a:lnTo>
                  <a:lnTo>
                    <a:pt x="99" y="192"/>
                  </a:lnTo>
                  <a:lnTo>
                    <a:pt x="97" y="192"/>
                  </a:lnTo>
                  <a:lnTo>
                    <a:pt x="97" y="192"/>
                  </a:lnTo>
                  <a:lnTo>
                    <a:pt x="99" y="196"/>
                  </a:lnTo>
                  <a:lnTo>
                    <a:pt x="99" y="198"/>
                  </a:lnTo>
                  <a:lnTo>
                    <a:pt x="99" y="199"/>
                  </a:lnTo>
                  <a:lnTo>
                    <a:pt x="97" y="199"/>
                  </a:lnTo>
                  <a:lnTo>
                    <a:pt x="97" y="201"/>
                  </a:lnTo>
                  <a:lnTo>
                    <a:pt x="97" y="201"/>
                  </a:lnTo>
                  <a:lnTo>
                    <a:pt x="97" y="201"/>
                  </a:lnTo>
                  <a:lnTo>
                    <a:pt x="95" y="201"/>
                  </a:lnTo>
                  <a:lnTo>
                    <a:pt x="93" y="199"/>
                  </a:lnTo>
                  <a:lnTo>
                    <a:pt x="93" y="199"/>
                  </a:lnTo>
                  <a:lnTo>
                    <a:pt x="93" y="199"/>
                  </a:lnTo>
                  <a:lnTo>
                    <a:pt x="91" y="203"/>
                  </a:lnTo>
                  <a:lnTo>
                    <a:pt x="90" y="203"/>
                  </a:lnTo>
                  <a:lnTo>
                    <a:pt x="90" y="203"/>
                  </a:lnTo>
                  <a:lnTo>
                    <a:pt x="88" y="203"/>
                  </a:lnTo>
                  <a:lnTo>
                    <a:pt x="86" y="203"/>
                  </a:lnTo>
                  <a:lnTo>
                    <a:pt x="86" y="203"/>
                  </a:lnTo>
                  <a:lnTo>
                    <a:pt x="82" y="201"/>
                  </a:lnTo>
                  <a:lnTo>
                    <a:pt x="82" y="201"/>
                  </a:lnTo>
                  <a:lnTo>
                    <a:pt x="80" y="201"/>
                  </a:lnTo>
                  <a:lnTo>
                    <a:pt x="80" y="199"/>
                  </a:lnTo>
                  <a:lnTo>
                    <a:pt x="80" y="199"/>
                  </a:lnTo>
                  <a:lnTo>
                    <a:pt x="78" y="198"/>
                  </a:lnTo>
                  <a:lnTo>
                    <a:pt x="76" y="198"/>
                  </a:lnTo>
                  <a:lnTo>
                    <a:pt x="74" y="196"/>
                  </a:lnTo>
                  <a:lnTo>
                    <a:pt x="72" y="196"/>
                  </a:lnTo>
                  <a:lnTo>
                    <a:pt x="72" y="198"/>
                  </a:lnTo>
                  <a:lnTo>
                    <a:pt x="72" y="198"/>
                  </a:lnTo>
                  <a:lnTo>
                    <a:pt x="74" y="203"/>
                  </a:lnTo>
                  <a:lnTo>
                    <a:pt x="74" y="203"/>
                  </a:lnTo>
                  <a:lnTo>
                    <a:pt x="74" y="205"/>
                  </a:lnTo>
                  <a:lnTo>
                    <a:pt x="74" y="207"/>
                  </a:lnTo>
                  <a:lnTo>
                    <a:pt x="74" y="209"/>
                  </a:lnTo>
                  <a:lnTo>
                    <a:pt x="74" y="211"/>
                  </a:lnTo>
                  <a:lnTo>
                    <a:pt x="74" y="211"/>
                  </a:lnTo>
                  <a:lnTo>
                    <a:pt x="76" y="211"/>
                  </a:lnTo>
                  <a:lnTo>
                    <a:pt x="78" y="211"/>
                  </a:lnTo>
                  <a:lnTo>
                    <a:pt x="80" y="211"/>
                  </a:lnTo>
                  <a:lnTo>
                    <a:pt x="82" y="211"/>
                  </a:lnTo>
                  <a:lnTo>
                    <a:pt x="82" y="211"/>
                  </a:lnTo>
                  <a:lnTo>
                    <a:pt x="84" y="211"/>
                  </a:lnTo>
                  <a:lnTo>
                    <a:pt x="84" y="211"/>
                  </a:lnTo>
                  <a:lnTo>
                    <a:pt x="86" y="211"/>
                  </a:lnTo>
                  <a:lnTo>
                    <a:pt x="86" y="211"/>
                  </a:lnTo>
                  <a:lnTo>
                    <a:pt x="88" y="211"/>
                  </a:lnTo>
                  <a:lnTo>
                    <a:pt x="88" y="213"/>
                  </a:lnTo>
                  <a:lnTo>
                    <a:pt x="88" y="213"/>
                  </a:lnTo>
                  <a:lnTo>
                    <a:pt x="86" y="215"/>
                  </a:lnTo>
                  <a:lnTo>
                    <a:pt x="86" y="217"/>
                  </a:lnTo>
                  <a:lnTo>
                    <a:pt x="86" y="218"/>
                  </a:lnTo>
                  <a:lnTo>
                    <a:pt x="86" y="218"/>
                  </a:lnTo>
                  <a:lnTo>
                    <a:pt x="86" y="220"/>
                  </a:lnTo>
                  <a:lnTo>
                    <a:pt x="86" y="222"/>
                  </a:lnTo>
                  <a:lnTo>
                    <a:pt x="84" y="222"/>
                  </a:lnTo>
                  <a:lnTo>
                    <a:pt x="84" y="224"/>
                  </a:lnTo>
                  <a:lnTo>
                    <a:pt x="82" y="224"/>
                  </a:lnTo>
                  <a:lnTo>
                    <a:pt x="78" y="224"/>
                  </a:lnTo>
                  <a:lnTo>
                    <a:pt x="78" y="224"/>
                  </a:lnTo>
                  <a:lnTo>
                    <a:pt x="76" y="222"/>
                  </a:lnTo>
                  <a:lnTo>
                    <a:pt x="76" y="222"/>
                  </a:lnTo>
                  <a:lnTo>
                    <a:pt x="74" y="220"/>
                  </a:lnTo>
                  <a:lnTo>
                    <a:pt x="74" y="218"/>
                  </a:lnTo>
                  <a:lnTo>
                    <a:pt x="72" y="218"/>
                  </a:lnTo>
                  <a:lnTo>
                    <a:pt x="72" y="217"/>
                  </a:lnTo>
                  <a:lnTo>
                    <a:pt x="70" y="217"/>
                  </a:lnTo>
                  <a:lnTo>
                    <a:pt x="70" y="215"/>
                  </a:lnTo>
                  <a:lnTo>
                    <a:pt x="70" y="213"/>
                  </a:lnTo>
                  <a:lnTo>
                    <a:pt x="70" y="213"/>
                  </a:lnTo>
                  <a:lnTo>
                    <a:pt x="69" y="213"/>
                  </a:lnTo>
                  <a:lnTo>
                    <a:pt x="69" y="213"/>
                  </a:lnTo>
                  <a:lnTo>
                    <a:pt x="69" y="213"/>
                  </a:lnTo>
                  <a:lnTo>
                    <a:pt x="69" y="217"/>
                  </a:lnTo>
                  <a:lnTo>
                    <a:pt x="69" y="220"/>
                  </a:lnTo>
                  <a:lnTo>
                    <a:pt x="69" y="220"/>
                  </a:lnTo>
                  <a:lnTo>
                    <a:pt x="69" y="222"/>
                  </a:lnTo>
                  <a:lnTo>
                    <a:pt x="69" y="224"/>
                  </a:lnTo>
                  <a:lnTo>
                    <a:pt x="67" y="232"/>
                  </a:lnTo>
                  <a:lnTo>
                    <a:pt x="63" y="236"/>
                  </a:lnTo>
                  <a:lnTo>
                    <a:pt x="63" y="237"/>
                  </a:lnTo>
                  <a:lnTo>
                    <a:pt x="63" y="237"/>
                  </a:lnTo>
                  <a:lnTo>
                    <a:pt x="63" y="239"/>
                  </a:lnTo>
                  <a:lnTo>
                    <a:pt x="63" y="239"/>
                  </a:lnTo>
                  <a:lnTo>
                    <a:pt x="63" y="241"/>
                  </a:lnTo>
                  <a:lnTo>
                    <a:pt x="72" y="243"/>
                  </a:lnTo>
                  <a:lnTo>
                    <a:pt x="74" y="243"/>
                  </a:lnTo>
                  <a:lnTo>
                    <a:pt x="74" y="245"/>
                  </a:lnTo>
                  <a:lnTo>
                    <a:pt x="74" y="247"/>
                  </a:lnTo>
                  <a:lnTo>
                    <a:pt x="74" y="249"/>
                  </a:lnTo>
                  <a:lnTo>
                    <a:pt x="72" y="251"/>
                  </a:lnTo>
                  <a:lnTo>
                    <a:pt x="69" y="255"/>
                  </a:lnTo>
                  <a:lnTo>
                    <a:pt x="67" y="256"/>
                  </a:lnTo>
                  <a:lnTo>
                    <a:pt x="67" y="256"/>
                  </a:lnTo>
                  <a:lnTo>
                    <a:pt x="67" y="258"/>
                  </a:lnTo>
                  <a:lnTo>
                    <a:pt x="67" y="260"/>
                  </a:lnTo>
                  <a:lnTo>
                    <a:pt x="67" y="262"/>
                  </a:lnTo>
                  <a:lnTo>
                    <a:pt x="65" y="262"/>
                  </a:lnTo>
                  <a:lnTo>
                    <a:pt x="65" y="264"/>
                  </a:lnTo>
                  <a:lnTo>
                    <a:pt x="65" y="264"/>
                  </a:lnTo>
                  <a:lnTo>
                    <a:pt x="67" y="264"/>
                  </a:lnTo>
                  <a:lnTo>
                    <a:pt x="67" y="264"/>
                  </a:lnTo>
                  <a:lnTo>
                    <a:pt x="70" y="264"/>
                  </a:lnTo>
                  <a:lnTo>
                    <a:pt x="72" y="264"/>
                  </a:lnTo>
                  <a:lnTo>
                    <a:pt x="74" y="266"/>
                  </a:lnTo>
                  <a:lnTo>
                    <a:pt x="76" y="266"/>
                  </a:lnTo>
                  <a:lnTo>
                    <a:pt x="78" y="268"/>
                  </a:lnTo>
                  <a:lnTo>
                    <a:pt x="78" y="268"/>
                  </a:lnTo>
                  <a:lnTo>
                    <a:pt x="78" y="270"/>
                  </a:lnTo>
                  <a:lnTo>
                    <a:pt x="78" y="275"/>
                  </a:lnTo>
                  <a:lnTo>
                    <a:pt x="80" y="277"/>
                  </a:lnTo>
                  <a:lnTo>
                    <a:pt x="80" y="279"/>
                  </a:lnTo>
                  <a:lnTo>
                    <a:pt x="80" y="281"/>
                  </a:lnTo>
                  <a:lnTo>
                    <a:pt x="82" y="281"/>
                  </a:lnTo>
                  <a:lnTo>
                    <a:pt x="82" y="283"/>
                  </a:lnTo>
                  <a:lnTo>
                    <a:pt x="84" y="285"/>
                  </a:lnTo>
                  <a:lnTo>
                    <a:pt x="86" y="285"/>
                  </a:lnTo>
                  <a:lnTo>
                    <a:pt x="86" y="287"/>
                  </a:lnTo>
                  <a:lnTo>
                    <a:pt x="86" y="287"/>
                  </a:lnTo>
                  <a:lnTo>
                    <a:pt x="86" y="289"/>
                  </a:lnTo>
                  <a:lnTo>
                    <a:pt x="86" y="289"/>
                  </a:lnTo>
                  <a:lnTo>
                    <a:pt x="84" y="291"/>
                  </a:lnTo>
                  <a:lnTo>
                    <a:pt x="80" y="302"/>
                  </a:lnTo>
                  <a:lnTo>
                    <a:pt x="80" y="306"/>
                  </a:lnTo>
                  <a:lnTo>
                    <a:pt x="80" y="308"/>
                  </a:lnTo>
                  <a:lnTo>
                    <a:pt x="80" y="310"/>
                  </a:lnTo>
                  <a:lnTo>
                    <a:pt x="80" y="312"/>
                  </a:lnTo>
                  <a:lnTo>
                    <a:pt x="82" y="314"/>
                  </a:lnTo>
                  <a:lnTo>
                    <a:pt x="84" y="315"/>
                  </a:lnTo>
                  <a:lnTo>
                    <a:pt x="84" y="319"/>
                  </a:lnTo>
                  <a:lnTo>
                    <a:pt x="84" y="321"/>
                  </a:lnTo>
                  <a:lnTo>
                    <a:pt x="84" y="323"/>
                  </a:lnTo>
                  <a:lnTo>
                    <a:pt x="84" y="325"/>
                  </a:lnTo>
                  <a:lnTo>
                    <a:pt x="82" y="327"/>
                  </a:lnTo>
                  <a:lnTo>
                    <a:pt x="82" y="327"/>
                  </a:lnTo>
                  <a:lnTo>
                    <a:pt x="80" y="329"/>
                  </a:lnTo>
                  <a:lnTo>
                    <a:pt x="80" y="329"/>
                  </a:lnTo>
                  <a:lnTo>
                    <a:pt x="80" y="331"/>
                  </a:lnTo>
                  <a:lnTo>
                    <a:pt x="78" y="334"/>
                  </a:lnTo>
                  <a:lnTo>
                    <a:pt x="78" y="336"/>
                  </a:lnTo>
                  <a:lnTo>
                    <a:pt x="76" y="338"/>
                  </a:lnTo>
                  <a:lnTo>
                    <a:pt x="76" y="338"/>
                  </a:lnTo>
                  <a:lnTo>
                    <a:pt x="72" y="342"/>
                  </a:lnTo>
                  <a:lnTo>
                    <a:pt x="72" y="342"/>
                  </a:lnTo>
                  <a:lnTo>
                    <a:pt x="70" y="342"/>
                  </a:lnTo>
                  <a:lnTo>
                    <a:pt x="69" y="342"/>
                  </a:lnTo>
                  <a:lnTo>
                    <a:pt x="63" y="346"/>
                  </a:lnTo>
                  <a:lnTo>
                    <a:pt x="61" y="346"/>
                  </a:lnTo>
                  <a:lnTo>
                    <a:pt x="57" y="348"/>
                  </a:lnTo>
                  <a:lnTo>
                    <a:pt x="55" y="350"/>
                  </a:lnTo>
                  <a:lnTo>
                    <a:pt x="50" y="355"/>
                  </a:lnTo>
                  <a:lnTo>
                    <a:pt x="48" y="355"/>
                  </a:lnTo>
                  <a:lnTo>
                    <a:pt x="46" y="363"/>
                  </a:lnTo>
                  <a:lnTo>
                    <a:pt x="46" y="363"/>
                  </a:lnTo>
                  <a:lnTo>
                    <a:pt x="46" y="365"/>
                  </a:lnTo>
                  <a:lnTo>
                    <a:pt x="46" y="365"/>
                  </a:lnTo>
                  <a:lnTo>
                    <a:pt x="46" y="367"/>
                  </a:lnTo>
                  <a:lnTo>
                    <a:pt x="48" y="367"/>
                  </a:lnTo>
                  <a:lnTo>
                    <a:pt x="48" y="367"/>
                  </a:lnTo>
                  <a:lnTo>
                    <a:pt x="51" y="367"/>
                  </a:lnTo>
                  <a:lnTo>
                    <a:pt x="53" y="369"/>
                  </a:lnTo>
                  <a:lnTo>
                    <a:pt x="55" y="369"/>
                  </a:lnTo>
                  <a:lnTo>
                    <a:pt x="57" y="369"/>
                  </a:lnTo>
                  <a:lnTo>
                    <a:pt x="57" y="369"/>
                  </a:lnTo>
                  <a:lnTo>
                    <a:pt x="59" y="369"/>
                  </a:lnTo>
                  <a:lnTo>
                    <a:pt x="59" y="371"/>
                  </a:lnTo>
                  <a:lnTo>
                    <a:pt x="61" y="371"/>
                  </a:lnTo>
                  <a:lnTo>
                    <a:pt x="61" y="372"/>
                  </a:lnTo>
                  <a:lnTo>
                    <a:pt x="63" y="372"/>
                  </a:lnTo>
                  <a:lnTo>
                    <a:pt x="63" y="374"/>
                  </a:lnTo>
                  <a:lnTo>
                    <a:pt x="63" y="374"/>
                  </a:lnTo>
                  <a:lnTo>
                    <a:pt x="59" y="376"/>
                  </a:lnTo>
                  <a:lnTo>
                    <a:pt x="53" y="380"/>
                  </a:lnTo>
                  <a:lnTo>
                    <a:pt x="48" y="382"/>
                  </a:lnTo>
                  <a:lnTo>
                    <a:pt x="40" y="386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36" y="384"/>
                  </a:lnTo>
                  <a:lnTo>
                    <a:pt x="34" y="384"/>
                  </a:lnTo>
                  <a:lnTo>
                    <a:pt x="32" y="384"/>
                  </a:lnTo>
                  <a:lnTo>
                    <a:pt x="32" y="384"/>
                  </a:lnTo>
                  <a:lnTo>
                    <a:pt x="30" y="386"/>
                  </a:lnTo>
                  <a:lnTo>
                    <a:pt x="30" y="386"/>
                  </a:lnTo>
                  <a:lnTo>
                    <a:pt x="29" y="386"/>
                  </a:lnTo>
                  <a:lnTo>
                    <a:pt x="27" y="388"/>
                  </a:lnTo>
                  <a:lnTo>
                    <a:pt x="29" y="393"/>
                  </a:lnTo>
                  <a:lnTo>
                    <a:pt x="30" y="401"/>
                  </a:lnTo>
                  <a:lnTo>
                    <a:pt x="30" y="403"/>
                  </a:lnTo>
                  <a:lnTo>
                    <a:pt x="30" y="405"/>
                  </a:lnTo>
                  <a:lnTo>
                    <a:pt x="30" y="405"/>
                  </a:lnTo>
                  <a:lnTo>
                    <a:pt x="32" y="405"/>
                  </a:lnTo>
                  <a:lnTo>
                    <a:pt x="32" y="405"/>
                  </a:lnTo>
                  <a:lnTo>
                    <a:pt x="32" y="403"/>
                  </a:lnTo>
                  <a:lnTo>
                    <a:pt x="34" y="403"/>
                  </a:lnTo>
                  <a:lnTo>
                    <a:pt x="34" y="403"/>
                  </a:lnTo>
                  <a:lnTo>
                    <a:pt x="36" y="405"/>
                  </a:lnTo>
                  <a:lnTo>
                    <a:pt x="38" y="407"/>
                  </a:lnTo>
                  <a:lnTo>
                    <a:pt x="40" y="409"/>
                  </a:lnTo>
                  <a:lnTo>
                    <a:pt x="40" y="411"/>
                  </a:lnTo>
                  <a:lnTo>
                    <a:pt x="32" y="426"/>
                  </a:lnTo>
                  <a:lnTo>
                    <a:pt x="30" y="428"/>
                  </a:lnTo>
                  <a:lnTo>
                    <a:pt x="30" y="428"/>
                  </a:lnTo>
                  <a:lnTo>
                    <a:pt x="29" y="430"/>
                  </a:lnTo>
                  <a:lnTo>
                    <a:pt x="29" y="430"/>
                  </a:lnTo>
                  <a:lnTo>
                    <a:pt x="27" y="430"/>
                  </a:lnTo>
                  <a:lnTo>
                    <a:pt x="27" y="430"/>
                  </a:lnTo>
                  <a:lnTo>
                    <a:pt x="25" y="430"/>
                  </a:lnTo>
                  <a:lnTo>
                    <a:pt x="23" y="430"/>
                  </a:lnTo>
                  <a:lnTo>
                    <a:pt x="23" y="430"/>
                  </a:lnTo>
                  <a:lnTo>
                    <a:pt x="15" y="435"/>
                  </a:lnTo>
                  <a:lnTo>
                    <a:pt x="11" y="439"/>
                  </a:lnTo>
                  <a:lnTo>
                    <a:pt x="11" y="441"/>
                  </a:lnTo>
                  <a:lnTo>
                    <a:pt x="10" y="441"/>
                  </a:lnTo>
                  <a:lnTo>
                    <a:pt x="10" y="441"/>
                  </a:lnTo>
                  <a:lnTo>
                    <a:pt x="8" y="441"/>
                  </a:lnTo>
                  <a:lnTo>
                    <a:pt x="2" y="439"/>
                  </a:lnTo>
                  <a:lnTo>
                    <a:pt x="2" y="439"/>
                  </a:lnTo>
                  <a:lnTo>
                    <a:pt x="2" y="439"/>
                  </a:lnTo>
                  <a:lnTo>
                    <a:pt x="0" y="439"/>
                  </a:lnTo>
                  <a:lnTo>
                    <a:pt x="0" y="441"/>
                  </a:lnTo>
                  <a:lnTo>
                    <a:pt x="0" y="443"/>
                  </a:lnTo>
                  <a:lnTo>
                    <a:pt x="0" y="443"/>
                  </a:lnTo>
                  <a:lnTo>
                    <a:pt x="0" y="445"/>
                  </a:lnTo>
                  <a:lnTo>
                    <a:pt x="4" y="449"/>
                  </a:lnTo>
                  <a:lnTo>
                    <a:pt x="6" y="450"/>
                  </a:lnTo>
                  <a:lnTo>
                    <a:pt x="8" y="450"/>
                  </a:lnTo>
                  <a:lnTo>
                    <a:pt x="8" y="450"/>
                  </a:lnTo>
                  <a:lnTo>
                    <a:pt x="11" y="450"/>
                  </a:lnTo>
                  <a:lnTo>
                    <a:pt x="15" y="450"/>
                  </a:lnTo>
                  <a:lnTo>
                    <a:pt x="17" y="450"/>
                  </a:lnTo>
                  <a:lnTo>
                    <a:pt x="19" y="450"/>
                  </a:lnTo>
                  <a:lnTo>
                    <a:pt x="19" y="452"/>
                  </a:lnTo>
                  <a:lnTo>
                    <a:pt x="19" y="452"/>
                  </a:lnTo>
                  <a:lnTo>
                    <a:pt x="19" y="454"/>
                  </a:lnTo>
                  <a:lnTo>
                    <a:pt x="19" y="454"/>
                  </a:lnTo>
                  <a:lnTo>
                    <a:pt x="19" y="456"/>
                  </a:lnTo>
                  <a:lnTo>
                    <a:pt x="17" y="456"/>
                  </a:lnTo>
                  <a:lnTo>
                    <a:pt x="17" y="458"/>
                  </a:lnTo>
                  <a:lnTo>
                    <a:pt x="15" y="458"/>
                  </a:lnTo>
                  <a:lnTo>
                    <a:pt x="13" y="458"/>
                  </a:lnTo>
                  <a:lnTo>
                    <a:pt x="11" y="460"/>
                  </a:lnTo>
                  <a:lnTo>
                    <a:pt x="10" y="460"/>
                  </a:lnTo>
                  <a:lnTo>
                    <a:pt x="10" y="458"/>
                  </a:lnTo>
                  <a:lnTo>
                    <a:pt x="8" y="458"/>
                  </a:lnTo>
                  <a:lnTo>
                    <a:pt x="8" y="458"/>
                  </a:lnTo>
                  <a:lnTo>
                    <a:pt x="6" y="456"/>
                  </a:lnTo>
                  <a:lnTo>
                    <a:pt x="6" y="456"/>
                  </a:lnTo>
                  <a:lnTo>
                    <a:pt x="4" y="456"/>
                  </a:lnTo>
                  <a:lnTo>
                    <a:pt x="4" y="456"/>
                  </a:lnTo>
                  <a:lnTo>
                    <a:pt x="4" y="456"/>
                  </a:lnTo>
                  <a:lnTo>
                    <a:pt x="4" y="458"/>
                  </a:lnTo>
                  <a:lnTo>
                    <a:pt x="2" y="460"/>
                  </a:lnTo>
                  <a:lnTo>
                    <a:pt x="2" y="462"/>
                  </a:lnTo>
                  <a:lnTo>
                    <a:pt x="2" y="464"/>
                  </a:lnTo>
                  <a:lnTo>
                    <a:pt x="2" y="466"/>
                  </a:lnTo>
                  <a:lnTo>
                    <a:pt x="4" y="468"/>
                  </a:lnTo>
                  <a:lnTo>
                    <a:pt x="2" y="469"/>
                  </a:lnTo>
                  <a:lnTo>
                    <a:pt x="4" y="471"/>
                  </a:lnTo>
                  <a:lnTo>
                    <a:pt x="4" y="471"/>
                  </a:lnTo>
                  <a:lnTo>
                    <a:pt x="6" y="473"/>
                  </a:lnTo>
                  <a:lnTo>
                    <a:pt x="6" y="473"/>
                  </a:lnTo>
                  <a:lnTo>
                    <a:pt x="8" y="475"/>
                  </a:lnTo>
                  <a:lnTo>
                    <a:pt x="8" y="477"/>
                  </a:lnTo>
                  <a:lnTo>
                    <a:pt x="8" y="479"/>
                  </a:lnTo>
                  <a:lnTo>
                    <a:pt x="8" y="481"/>
                  </a:lnTo>
                  <a:lnTo>
                    <a:pt x="8" y="481"/>
                  </a:lnTo>
                  <a:lnTo>
                    <a:pt x="10" y="483"/>
                  </a:lnTo>
                  <a:lnTo>
                    <a:pt x="10" y="485"/>
                  </a:lnTo>
                  <a:lnTo>
                    <a:pt x="10" y="485"/>
                  </a:lnTo>
                  <a:lnTo>
                    <a:pt x="10" y="488"/>
                  </a:lnTo>
                  <a:lnTo>
                    <a:pt x="10" y="496"/>
                  </a:lnTo>
                  <a:lnTo>
                    <a:pt x="11" y="496"/>
                  </a:lnTo>
                  <a:lnTo>
                    <a:pt x="13" y="498"/>
                  </a:lnTo>
                  <a:lnTo>
                    <a:pt x="15" y="498"/>
                  </a:lnTo>
                  <a:lnTo>
                    <a:pt x="17" y="498"/>
                  </a:lnTo>
                  <a:lnTo>
                    <a:pt x="19" y="498"/>
                  </a:lnTo>
                  <a:lnTo>
                    <a:pt x="21" y="498"/>
                  </a:lnTo>
                  <a:lnTo>
                    <a:pt x="23" y="496"/>
                  </a:lnTo>
                  <a:lnTo>
                    <a:pt x="23" y="496"/>
                  </a:lnTo>
                  <a:lnTo>
                    <a:pt x="23" y="496"/>
                  </a:lnTo>
                  <a:lnTo>
                    <a:pt x="23" y="494"/>
                  </a:lnTo>
                  <a:lnTo>
                    <a:pt x="23" y="494"/>
                  </a:lnTo>
                  <a:lnTo>
                    <a:pt x="25" y="494"/>
                  </a:lnTo>
                  <a:lnTo>
                    <a:pt x="25" y="494"/>
                  </a:lnTo>
                  <a:lnTo>
                    <a:pt x="27" y="494"/>
                  </a:lnTo>
                  <a:lnTo>
                    <a:pt x="29" y="492"/>
                  </a:lnTo>
                  <a:lnTo>
                    <a:pt x="29" y="492"/>
                  </a:lnTo>
                  <a:lnTo>
                    <a:pt x="32" y="488"/>
                  </a:lnTo>
                  <a:lnTo>
                    <a:pt x="34" y="488"/>
                  </a:lnTo>
                  <a:lnTo>
                    <a:pt x="36" y="490"/>
                  </a:lnTo>
                  <a:lnTo>
                    <a:pt x="42" y="496"/>
                  </a:lnTo>
                  <a:lnTo>
                    <a:pt x="42" y="500"/>
                  </a:lnTo>
                  <a:lnTo>
                    <a:pt x="42" y="500"/>
                  </a:lnTo>
                  <a:lnTo>
                    <a:pt x="42" y="509"/>
                  </a:lnTo>
                  <a:lnTo>
                    <a:pt x="42" y="511"/>
                  </a:lnTo>
                  <a:lnTo>
                    <a:pt x="42" y="511"/>
                  </a:lnTo>
                  <a:lnTo>
                    <a:pt x="44" y="513"/>
                  </a:lnTo>
                  <a:lnTo>
                    <a:pt x="44" y="515"/>
                  </a:lnTo>
                  <a:lnTo>
                    <a:pt x="44" y="517"/>
                  </a:lnTo>
                  <a:lnTo>
                    <a:pt x="44" y="519"/>
                  </a:lnTo>
                  <a:lnTo>
                    <a:pt x="46" y="519"/>
                  </a:lnTo>
                  <a:lnTo>
                    <a:pt x="46" y="521"/>
                  </a:lnTo>
                  <a:lnTo>
                    <a:pt x="48" y="521"/>
                  </a:lnTo>
                  <a:lnTo>
                    <a:pt x="51" y="525"/>
                  </a:lnTo>
                  <a:lnTo>
                    <a:pt x="53" y="525"/>
                  </a:lnTo>
                  <a:lnTo>
                    <a:pt x="57" y="527"/>
                  </a:lnTo>
                  <a:lnTo>
                    <a:pt x="59" y="527"/>
                  </a:lnTo>
                  <a:lnTo>
                    <a:pt x="59" y="528"/>
                  </a:lnTo>
                  <a:lnTo>
                    <a:pt x="61" y="528"/>
                  </a:lnTo>
                  <a:lnTo>
                    <a:pt x="63" y="530"/>
                  </a:lnTo>
                  <a:lnTo>
                    <a:pt x="65" y="530"/>
                  </a:lnTo>
                  <a:lnTo>
                    <a:pt x="67" y="530"/>
                  </a:lnTo>
                  <a:lnTo>
                    <a:pt x="76" y="528"/>
                  </a:lnTo>
                  <a:lnTo>
                    <a:pt x="76" y="528"/>
                  </a:lnTo>
                  <a:lnTo>
                    <a:pt x="80" y="530"/>
                  </a:lnTo>
                  <a:lnTo>
                    <a:pt x="80" y="530"/>
                  </a:lnTo>
                  <a:lnTo>
                    <a:pt x="82" y="530"/>
                  </a:lnTo>
                  <a:lnTo>
                    <a:pt x="82" y="532"/>
                  </a:lnTo>
                  <a:lnTo>
                    <a:pt x="84" y="532"/>
                  </a:lnTo>
                  <a:lnTo>
                    <a:pt x="86" y="532"/>
                  </a:lnTo>
                  <a:lnTo>
                    <a:pt x="90" y="534"/>
                  </a:lnTo>
                  <a:lnTo>
                    <a:pt x="90" y="534"/>
                  </a:lnTo>
                  <a:lnTo>
                    <a:pt x="93" y="534"/>
                  </a:lnTo>
                  <a:lnTo>
                    <a:pt x="93" y="536"/>
                  </a:lnTo>
                  <a:lnTo>
                    <a:pt x="95" y="538"/>
                  </a:lnTo>
                  <a:lnTo>
                    <a:pt x="99" y="542"/>
                  </a:lnTo>
                  <a:lnTo>
                    <a:pt x="99" y="546"/>
                  </a:lnTo>
                  <a:lnTo>
                    <a:pt x="101" y="546"/>
                  </a:lnTo>
                  <a:lnTo>
                    <a:pt x="101" y="547"/>
                  </a:lnTo>
                  <a:lnTo>
                    <a:pt x="103" y="547"/>
                  </a:lnTo>
                  <a:lnTo>
                    <a:pt x="103" y="547"/>
                  </a:lnTo>
                  <a:lnTo>
                    <a:pt x="109" y="551"/>
                  </a:lnTo>
                  <a:lnTo>
                    <a:pt x="118" y="553"/>
                  </a:lnTo>
                  <a:lnTo>
                    <a:pt x="122" y="551"/>
                  </a:lnTo>
                  <a:lnTo>
                    <a:pt x="122" y="553"/>
                  </a:lnTo>
                  <a:lnTo>
                    <a:pt x="124" y="553"/>
                  </a:lnTo>
                  <a:lnTo>
                    <a:pt x="124" y="553"/>
                  </a:lnTo>
                  <a:lnTo>
                    <a:pt x="133" y="553"/>
                  </a:lnTo>
                  <a:lnTo>
                    <a:pt x="137" y="553"/>
                  </a:lnTo>
                  <a:lnTo>
                    <a:pt x="139" y="553"/>
                  </a:lnTo>
                  <a:lnTo>
                    <a:pt x="141" y="553"/>
                  </a:lnTo>
                  <a:lnTo>
                    <a:pt x="145" y="553"/>
                  </a:lnTo>
                  <a:lnTo>
                    <a:pt x="145" y="551"/>
                  </a:lnTo>
                  <a:lnTo>
                    <a:pt x="147" y="551"/>
                  </a:lnTo>
                  <a:lnTo>
                    <a:pt x="151" y="553"/>
                  </a:lnTo>
                  <a:lnTo>
                    <a:pt x="154" y="553"/>
                  </a:lnTo>
                  <a:lnTo>
                    <a:pt x="164" y="553"/>
                  </a:lnTo>
                  <a:lnTo>
                    <a:pt x="170" y="551"/>
                  </a:lnTo>
                  <a:lnTo>
                    <a:pt x="173" y="551"/>
                  </a:lnTo>
                  <a:lnTo>
                    <a:pt x="175" y="551"/>
                  </a:lnTo>
                  <a:lnTo>
                    <a:pt x="177" y="551"/>
                  </a:lnTo>
                  <a:lnTo>
                    <a:pt x="181" y="553"/>
                  </a:lnTo>
                  <a:lnTo>
                    <a:pt x="185" y="553"/>
                  </a:lnTo>
                  <a:lnTo>
                    <a:pt x="187" y="553"/>
                  </a:lnTo>
                  <a:lnTo>
                    <a:pt x="187" y="553"/>
                  </a:lnTo>
                  <a:lnTo>
                    <a:pt x="189" y="553"/>
                  </a:lnTo>
                  <a:lnTo>
                    <a:pt x="189" y="553"/>
                  </a:lnTo>
                  <a:lnTo>
                    <a:pt x="191" y="555"/>
                  </a:lnTo>
                  <a:lnTo>
                    <a:pt x="192" y="557"/>
                  </a:lnTo>
                  <a:lnTo>
                    <a:pt x="194" y="563"/>
                  </a:lnTo>
                  <a:lnTo>
                    <a:pt x="194" y="566"/>
                  </a:lnTo>
                  <a:lnTo>
                    <a:pt x="194" y="570"/>
                  </a:lnTo>
                  <a:lnTo>
                    <a:pt x="194" y="572"/>
                  </a:lnTo>
                  <a:lnTo>
                    <a:pt x="194" y="572"/>
                  </a:lnTo>
                  <a:lnTo>
                    <a:pt x="192" y="572"/>
                  </a:lnTo>
                  <a:lnTo>
                    <a:pt x="192" y="572"/>
                  </a:lnTo>
                  <a:lnTo>
                    <a:pt x="192" y="572"/>
                  </a:lnTo>
                  <a:lnTo>
                    <a:pt x="191" y="574"/>
                  </a:lnTo>
                  <a:lnTo>
                    <a:pt x="191" y="574"/>
                  </a:lnTo>
                  <a:lnTo>
                    <a:pt x="191" y="574"/>
                  </a:lnTo>
                  <a:lnTo>
                    <a:pt x="191" y="574"/>
                  </a:lnTo>
                  <a:lnTo>
                    <a:pt x="191" y="574"/>
                  </a:lnTo>
                  <a:lnTo>
                    <a:pt x="192" y="574"/>
                  </a:lnTo>
                  <a:lnTo>
                    <a:pt x="194" y="580"/>
                  </a:lnTo>
                  <a:lnTo>
                    <a:pt x="196" y="582"/>
                  </a:lnTo>
                  <a:lnTo>
                    <a:pt x="198" y="582"/>
                  </a:lnTo>
                  <a:lnTo>
                    <a:pt x="208" y="584"/>
                  </a:lnTo>
                  <a:lnTo>
                    <a:pt x="212" y="582"/>
                  </a:lnTo>
                  <a:lnTo>
                    <a:pt x="217" y="582"/>
                  </a:lnTo>
                  <a:lnTo>
                    <a:pt x="219" y="580"/>
                  </a:lnTo>
                  <a:lnTo>
                    <a:pt x="221" y="580"/>
                  </a:lnTo>
                  <a:lnTo>
                    <a:pt x="223" y="578"/>
                  </a:lnTo>
                  <a:lnTo>
                    <a:pt x="225" y="576"/>
                  </a:lnTo>
                  <a:lnTo>
                    <a:pt x="227" y="574"/>
                  </a:lnTo>
                  <a:lnTo>
                    <a:pt x="227" y="572"/>
                  </a:lnTo>
                  <a:lnTo>
                    <a:pt x="231" y="570"/>
                  </a:lnTo>
                  <a:lnTo>
                    <a:pt x="232" y="570"/>
                  </a:lnTo>
                  <a:lnTo>
                    <a:pt x="238" y="570"/>
                  </a:lnTo>
                  <a:lnTo>
                    <a:pt x="240" y="570"/>
                  </a:lnTo>
                  <a:lnTo>
                    <a:pt x="240" y="568"/>
                  </a:lnTo>
                  <a:lnTo>
                    <a:pt x="242" y="566"/>
                  </a:lnTo>
                  <a:lnTo>
                    <a:pt x="242" y="565"/>
                  </a:lnTo>
                  <a:lnTo>
                    <a:pt x="242" y="561"/>
                  </a:lnTo>
                  <a:lnTo>
                    <a:pt x="240" y="559"/>
                  </a:lnTo>
                  <a:lnTo>
                    <a:pt x="240" y="557"/>
                  </a:lnTo>
                  <a:lnTo>
                    <a:pt x="240" y="557"/>
                  </a:lnTo>
                  <a:lnTo>
                    <a:pt x="240" y="555"/>
                  </a:lnTo>
                  <a:lnTo>
                    <a:pt x="242" y="555"/>
                  </a:lnTo>
                  <a:lnTo>
                    <a:pt x="244" y="553"/>
                  </a:lnTo>
                  <a:lnTo>
                    <a:pt x="248" y="551"/>
                  </a:lnTo>
                  <a:lnTo>
                    <a:pt x="248" y="549"/>
                  </a:lnTo>
                  <a:lnTo>
                    <a:pt x="250" y="549"/>
                  </a:lnTo>
                  <a:lnTo>
                    <a:pt x="252" y="546"/>
                  </a:lnTo>
                  <a:lnTo>
                    <a:pt x="252" y="544"/>
                  </a:lnTo>
                  <a:lnTo>
                    <a:pt x="253" y="544"/>
                  </a:lnTo>
                  <a:lnTo>
                    <a:pt x="253" y="542"/>
                  </a:lnTo>
                  <a:lnTo>
                    <a:pt x="253" y="542"/>
                  </a:lnTo>
                  <a:lnTo>
                    <a:pt x="253" y="542"/>
                  </a:lnTo>
                  <a:lnTo>
                    <a:pt x="253" y="540"/>
                  </a:lnTo>
                  <a:lnTo>
                    <a:pt x="253" y="540"/>
                  </a:lnTo>
                  <a:lnTo>
                    <a:pt x="253" y="540"/>
                  </a:lnTo>
                  <a:lnTo>
                    <a:pt x="253" y="538"/>
                  </a:lnTo>
                  <a:lnTo>
                    <a:pt x="253" y="538"/>
                  </a:lnTo>
                  <a:lnTo>
                    <a:pt x="255" y="536"/>
                  </a:lnTo>
                  <a:lnTo>
                    <a:pt x="255" y="532"/>
                  </a:lnTo>
                  <a:lnTo>
                    <a:pt x="257" y="530"/>
                  </a:lnTo>
                  <a:lnTo>
                    <a:pt x="259" y="530"/>
                  </a:lnTo>
                  <a:lnTo>
                    <a:pt x="265" y="530"/>
                  </a:lnTo>
                  <a:lnTo>
                    <a:pt x="267" y="528"/>
                  </a:lnTo>
                  <a:lnTo>
                    <a:pt x="276" y="521"/>
                  </a:lnTo>
                  <a:lnTo>
                    <a:pt x="280" y="519"/>
                  </a:lnTo>
                  <a:lnTo>
                    <a:pt x="284" y="519"/>
                  </a:lnTo>
                  <a:lnTo>
                    <a:pt x="290" y="519"/>
                  </a:lnTo>
                  <a:lnTo>
                    <a:pt x="290" y="519"/>
                  </a:lnTo>
                  <a:lnTo>
                    <a:pt x="292" y="519"/>
                  </a:lnTo>
                  <a:lnTo>
                    <a:pt x="292" y="519"/>
                  </a:lnTo>
                  <a:lnTo>
                    <a:pt x="292" y="519"/>
                  </a:lnTo>
                  <a:lnTo>
                    <a:pt x="292" y="521"/>
                  </a:lnTo>
                  <a:lnTo>
                    <a:pt x="293" y="521"/>
                  </a:lnTo>
                  <a:lnTo>
                    <a:pt x="293" y="521"/>
                  </a:lnTo>
                  <a:lnTo>
                    <a:pt x="293" y="521"/>
                  </a:lnTo>
                  <a:lnTo>
                    <a:pt x="295" y="521"/>
                  </a:lnTo>
                  <a:lnTo>
                    <a:pt x="295" y="521"/>
                  </a:lnTo>
                  <a:lnTo>
                    <a:pt x="295" y="519"/>
                  </a:lnTo>
                  <a:lnTo>
                    <a:pt x="297" y="517"/>
                  </a:lnTo>
                  <a:lnTo>
                    <a:pt x="297" y="517"/>
                  </a:lnTo>
                  <a:lnTo>
                    <a:pt x="301" y="517"/>
                  </a:lnTo>
                  <a:lnTo>
                    <a:pt x="301" y="517"/>
                  </a:lnTo>
                  <a:lnTo>
                    <a:pt x="303" y="515"/>
                  </a:lnTo>
                  <a:lnTo>
                    <a:pt x="303" y="513"/>
                  </a:lnTo>
                  <a:lnTo>
                    <a:pt x="305" y="513"/>
                  </a:lnTo>
                  <a:lnTo>
                    <a:pt x="316" y="513"/>
                  </a:lnTo>
                  <a:lnTo>
                    <a:pt x="318" y="515"/>
                  </a:lnTo>
                  <a:lnTo>
                    <a:pt x="318" y="515"/>
                  </a:lnTo>
                  <a:lnTo>
                    <a:pt x="320" y="515"/>
                  </a:lnTo>
                  <a:lnTo>
                    <a:pt x="320" y="517"/>
                  </a:lnTo>
                  <a:lnTo>
                    <a:pt x="320" y="517"/>
                  </a:lnTo>
                  <a:lnTo>
                    <a:pt x="320" y="517"/>
                  </a:lnTo>
                  <a:lnTo>
                    <a:pt x="320" y="517"/>
                  </a:lnTo>
                  <a:lnTo>
                    <a:pt x="320" y="517"/>
                  </a:lnTo>
                  <a:lnTo>
                    <a:pt x="322" y="519"/>
                  </a:lnTo>
                  <a:lnTo>
                    <a:pt x="324" y="519"/>
                  </a:lnTo>
                  <a:lnTo>
                    <a:pt x="324" y="521"/>
                  </a:lnTo>
                  <a:lnTo>
                    <a:pt x="324" y="521"/>
                  </a:lnTo>
                  <a:lnTo>
                    <a:pt x="326" y="528"/>
                  </a:lnTo>
                  <a:lnTo>
                    <a:pt x="326" y="530"/>
                  </a:lnTo>
                  <a:lnTo>
                    <a:pt x="326" y="530"/>
                  </a:lnTo>
                  <a:lnTo>
                    <a:pt x="326" y="532"/>
                  </a:lnTo>
                  <a:lnTo>
                    <a:pt x="326" y="534"/>
                  </a:lnTo>
                  <a:lnTo>
                    <a:pt x="328" y="534"/>
                  </a:lnTo>
                  <a:lnTo>
                    <a:pt x="328" y="536"/>
                  </a:lnTo>
                  <a:lnTo>
                    <a:pt x="328" y="536"/>
                  </a:lnTo>
                  <a:lnTo>
                    <a:pt x="326" y="536"/>
                  </a:lnTo>
                  <a:lnTo>
                    <a:pt x="326" y="536"/>
                  </a:lnTo>
                  <a:lnTo>
                    <a:pt x="316" y="536"/>
                  </a:lnTo>
                  <a:lnTo>
                    <a:pt x="314" y="536"/>
                  </a:lnTo>
                  <a:lnTo>
                    <a:pt x="314" y="536"/>
                  </a:lnTo>
                  <a:lnTo>
                    <a:pt x="314" y="538"/>
                  </a:lnTo>
                  <a:lnTo>
                    <a:pt x="314" y="538"/>
                  </a:lnTo>
                  <a:lnTo>
                    <a:pt x="314" y="540"/>
                  </a:lnTo>
                  <a:lnTo>
                    <a:pt x="314" y="540"/>
                  </a:lnTo>
                  <a:lnTo>
                    <a:pt x="314" y="542"/>
                  </a:lnTo>
                  <a:lnTo>
                    <a:pt x="316" y="544"/>
                  </a:lnTo>
                  <a:lnTo>
                    <a:pt x="318" y="547"/>
                  </a:lnTo>
                  <a:lnTo>
                    <a:pt x="318" y="549"/>
                  </a:lnTo>
                  <a:lnTo>
                    <a:pt x="318" y="551"/>
                  </a:lnTo>
                  <a:lnTo>
                    <a:pt x="318" y="551"/>
                  </a:lnTo>
                  <a:lnTo>
                    <a:pt x="320" y="551"/>
                  </a:lnTo>
                  <a:lnTo>
                    <a:pt x="320" y="551"/>
                  </a:lnTo>
                  <a:lnTo>
                    <a:pt x="320" y="549"/>
                  </a:lnTo>
                  <a:lnTo>
                    <a:pt x="322" y="549"/>
                  </a:lnTo>
                  <a:lnTo>
                    <a:pt x="322" y="549"/>
                  </a:lnTo>
                  <a:lnTo>
                    <a:pt x="322" y="549"/>
                  </a:lnTo>
                  <a:lnTo>
                    <a:pt x="324" y="549"/>
                  </a:lnTo>
                  <a:lnTo>
                    <a:pt x="324" y="549"/>
                  </a:lnTo>
                  <a:lnTo>
                    <a:pt x="326" y="551"/>
                  </a:lnTo>
                  <a:lnTo>
                    <a:pt x="326" y="551"/>
                  </a:lnTo>
                  <a:lnTo>
                    <a:pt x="326" y="551"/>
                  </a:lnTo>
                  <a:lnTo>
                    <a:pt x="328" y="551"/>
                  </a:lnTo>
                  <a:lnTo>
                    <a:pt x="328" y="551"/>
                  </a:lnTo>
                  <a:lnTo>
                    <a:pt x="330" y="551"/>
                  </a:lnTo>
                  <a:lnTo>
                    <a:pt x="332" y="551"/>
                  </a:lnTo>
                  <a:lnTo>
                    <a:pt x="332" y="551"/>
                  </a:lnTo>
                  <a:lnTo>
                    <a:pt x="333" y="551"/>
                  </a:lnTo>
                  <a:lnTo>
                    <a:pt x="333" y="551"/>
                  </a:lnTo>
                  <a:lnTo>
                    <a:pt x="335" y="551"/>
                  </a:lnTo>
                  <a:lnTo>
                    <a:pt x="337" y="551"/>
                  </a:lnTo>
                  <a:lnTo>
                    <a:pt x="337" y="551"/>
                  </a:lnTo>
                  <a:lnTo>
                    <a:pt x="337" y="553"/>
                  </a:lnTo>
                  <a:lnTo>
                    <a:pt x="339" y="553"/>
                  </a:lnTo>
                  <a:lnTo>
                    <a:pt x="339" y="553"/>
                  </a:lnTo>
                  <a:lnTo>
                    <a:pt x="343" y="551"/>
                  </a:lnTo>
                  <a:lnTo>
                    <a:pt x="345" y="549"/>
                  </a:lnTo>
                  <a:lnTo>
                    <a:pt x="347" y="547"/>
                  </a:lnTo>
                  <a:lnTo>
                    <a:pt x="347" y="547"/>
                  </a:lnTo>
                  <a:lnTo>
                    <a:pt x="349" y="547"/>
                  </a:lnTo>
                  <a:lnTo>
                    <a:pt x="353" y="549"/>
                  </a:lnTo>
                  <a:lnTo>
                    <a:pt x="354" y="551"/>
                  </a:lnTo>
                  <a:lnTo>
                    <a:pt x="356" y="551"/>
                  </a:lnTo>
                  <a:lnTo>
                    <a:pt x="358" y="551"/>
                  </a:lnTo>
                  <a:lnTo>
                    <a:pt x="370" y="547"/>
                  </a:lnTo>
                  <a:lnTo>
                    <a:pt x="373" y="544"/>
                  </a:lnTo>
                  <a:lnTo>
                    <a:pt x="377" y="542"/>
                  </a:lnTo>
                  <a:lnTo>
                    <a:pt x="379" y="542"/>
                  </a:lnTo>
                  <a:lnTo>
                    <a:pt x="381" y="538"/>
                  </a:lnTo>
                  <a:lnTo>
                    <a:pt x="383" y="536"/>
                  </a:lnTo>
                  <a:lnTo>
                    <a:pt x="385" y="536"/>
                  </a:lnTo>
                  <a:lnTo>
                    <a:pt x="385" y="534"/>
                  </a:lnTo>
                  <a:lnTo>
                    <a:pt x="391" y="534"/>
                  </a:lnTo>
                  <a:lnTo>
                    <a:pt x="394" y="532"/>
                  </a:lnTo>
                  <a:lnTo>
                    <a:pt x="396" y="528"/>
                  </a:lnTo>
                  <a:lnTo>
                    <a:pt x="398" y="528"/>
                  </a:lnTo>
                  <a:lnTo>
                    <a:pt x="398" y="528"/>
                  </a:lnTo>
                  <a:lnTo>
                    <a:pt x="400" y="528"/>
                  </a:lnTo>
                  <a:lnTo>
                    <a:pt x="400" y="528"/>
                  </a:lnTo>
                  <a:lnTo>
                    <a:pt x="402" y="528"/>
                  </a:lnTo>
                  <a:lnTo>
                    <a:pt x="402" y="528"/>
                  </a:lnTo>
                  <a:lnTo>
                    <a:pt x="404" y="528"/>
                  </a:lnTo>
                  <a:lnTo>
                    <a:pt x="404" y="530"/>
                  </a:lnTo>
                  <a:lnTo>
                    <a:pt x="404" y="532"/>
                  </a:lnTo>
                  <a:lnTo>
                    <a:pt x="406" y="534"/>
                  </a:lnTo>
                  <a:lnTo>
                    <a:pt x="406" y="536"/>
                  </a:lnTo>
                  <a:lnTo>
                    <a:pt x="406" y="538"/>
                  </a:lnTo>
                  <a:lnTo>
                    <a:pt x="406" y="540"/>
                  </a:lnTo>
                  <a:lnTo>
                    <a:pt x="406" y="540"/>
                  </a:lnTo>
                  <a:lnTo>
                    <a:pt x="406" y="540"/>
                  </a:lnTo>
                  <a:lnTo>
                    <a:pt x="406" y="540"/>
                  </a:lnTo>
                  <a:lnTo>
                    <a:pt x="406" y="540"/>
                  </a:lnTo>
                  <a:lnTo>
                    <a:pt x="406" y="540"/>
                  </a:lnTo>
                  <a:lnTo>
                    <a:pt x="408" y="540"/>
                  </a:lnTo>
                  <a:lnTo>
                    <a:pt x="408" y="540"/>
                  </a:lnTo>
                  <a:lnTo>
                    <a:pt x="410" y="540"/>
                  </a:lnTo>
                  <a:lnTo>
                    <a:pt x="410" y="538"/>
                  </a:lnTo>
                  <a:lnTo>
                    <a:pt x="412" y="538"/>
                  </a:lnTo>
                  <a:lnTo>
                    <a:pt x="412" y="538"/>
                  </a:lnTo>
                  <a:lnTo>
                    <a:pt x="413" y="538"/>
                  </a:lnTo>
                  <a:lnTo>
                    <a:pt x="415" y="538"/>
                  </a:lnTo>
                  <a:lnTo>
                    <a:pt x="415" y="540"/>
                  </a:lnTo>
                  <a:lnTo>
                    <a:pt x="417" y="540"/>
                  </a:lnTo>
                  <a:lnTo>
                    <a:pt x="417" y="542"/>
                  </a:lnTo>
                  <a:lnTo>
                    <a:pt x="425" y="544"/>
                  </a:lnTo>
                  <a:lnTo>
                    <a:pt x="431" y="544"/>
                  </a:lnTo>
                  <a:lnTo>
                    <a:pt x="433" y="544"/>
                  </a:lnTo>
                  <a:lnTo>
                    <a:pt x="434" y="542"/>
                  </a:lnTo>
                  <a:lnTo>
                    <a:pt x="440" y="542"/>
                  </a:lnTo>
                  <a:lnTo>
                    <a:pt x="444" y="540"/>
                  </a:lnTo>
                  <a:lnTo>
                    <a:pt x="446" y="540"/>
                  </a:lnTo>
                  <a:lnTo>
                    <a:pt x="450" y="540"/>
                  </a:lnTo>
                  <a:lnTo>
                    <a:pt x="452" y="540"/>
                  </a:lnTo>
                  <a:lnTo>
                    <a:pt x="452" y="538"/>
                  </a:lnTo>
                  <a:lnTo>
                    <a:pt x="452" y="538"/>
                  </a:lnTo>
                  <a:lnTo>
                    <a:pt x="452" y="536"/>
                  </a:lnTo>
                  <a:lnTo>
                    <a:pt x="452" y="536"/>
                  </a:lnTo>
                  <a:lnTo>
                    <a:pt x="452" y="534"/>
                  </a:lnTo>
                  <a:lnTo>
                    <a:pt x="452" y="534"/>
                  </a:lnTo>
                  <a:lnTo>
                    <a:pt x="452" y="532"/>
                  </a:lnTo>
                  <a:lnTo>
                    <a:pt x="454" y="532"/>
                  </a:lnTo>
                  <a:lnTo>
                    <a:pt x="457" y="530"/>
                  </a:lnTo>
                  <a:lnTo>
                    <a:pt x="467" y="530"/>
                  </a:lnTo>
                  <a:lnTo>
                    <a:pt x="469" y="528"/>
                  </a:lnTo>
                  <a:lnTo>
                    <a:pt x="474" y="527"/>
                  </a:lnTo>
                  <a:lnTo>
                    <a:pt x="476" y="527"/>
                  </a:lnTo>
                  <a:lnTo>
                    <a:pt x="478" y="525"/>
                  </a:lnTo>
                  <a:lnTo>
                    <a:pt x="480" y="525"/>
                  </a:lnTo>
                  <a:lnTo>
                    <a:pt x="480" y="523"/>
                  </a:lnTo>
                  <a:lnTo>
                    <a:pt x="480" y="521"/>
                  </a:lnTo>
                  <a:lnTo>
                    <a:pt x="480" y="521"/>
                  </a:lnTo>
                  <a:lnTo>
                    <a:pt x="480" y="521"/>
                  </a:lnTo>
                  <a:lnTo>
                    <a:pt x="480" y="519"/>
                  </a:lnTo>
                  <a:lnTo>
                    <a:pt x="482" y="519"/>
                  </a:lnTo>
                  <a:lnTo>
                    <a:pt x="486" y="521"/>
                  </a:lnTo>
                  <a:lnTo>
                    <a:pt x="488" y="521"/>
                  </a:lnTo>
                  <a:lnTo>
                    <a:pt x="490" y="523"/>
                  </a:lnTo>
                  <a:lnTo>
                    <a:pt x="494" y="521"/>
                  </a:lnTo>
                  <a:lnTo>
                    <a:pt x="494" y="523"/>
                  </a:lnTo>
                  <a:lnTo>
                    <a:pt x="495" y="523"/>
                  </a:lnTo>
                  <a:lnTo>
                    <a:pt x="497" y="523"/>
                  </a:lnTo>
                  <a:lnTo>
                    <a:pt x="497" y="523"/>
                  </a:lnTo>
                  <a:lnTo>
                    <a:pt x="501" y="523"/>
                  </a:lnTo>
                  <a:lnTo>
                    <a:pt x="503" y="525"/>
                  </a:lnTo>
                  <a:lnTo>
                    <a:pt x="505" y="527"/>
                  </a:lnTo>
                  <a:lnTo>
                    <a:pt x="507" y="528"/>
                  </a:lnTo>
                  <a:lnTo>
                    <a:pt x="509" y="530"/>
                  </a:lnTo>
                  <a:lnTo>
                    <a:pt x="509" y="532"/>
                  </a:lnTo>
                  <a:lnTo>
                    <a:pt x="509" y="532"/>
                  </a:lnTo>
                  <a:lnTo>
                    <a:pt x="509" y="532"/>
                  </a:lnTo>
                  <a:lnTo>
                    <a:pt x="509" y="534"/>
                  </a:lnTo>
                  <a:lnTo>
                    <a:pt x="509" y="536"/>
                  </a:lnTo>
                  <a:lnTo>
                    <a:pt x="511" y="536"/>
                  </a:lnTo>
                  <a:lnTo>
                    <a:pt x="511" y="536"/>
                  </a:lnTo>
                  <a:lnTo>
                    <a:pt x="513" y="536"/>
                  </a:lnTo>
                  <a:lnTo>
                    <a:pt x="514" y="536"/>
                  </a:lnTo>
                  <a:lnTo>
                    <a:pt x="514" y="536"/>
                  </a:lnTo>
                  <a:lnTo>
                    <a:pt x="516" y="534"/>
                  </a:lnTo>
                  <a:lnTo>
                    <a:pt x="518" y="532"/>
                  </a:lnTo>
                  <a:lnTo>
                    <a:pt x="520" y="532"/>
                  </a:lnTo>
                  <a:lnTo>
                    <a:pt x="520" y="532"/>
                  </a:lnTo>
                  <a:lnTo>
                    <a:pt x="524" y="532"/>
                  </a:lnTo>
                  <a:lnTo>
                    <a:pt x="528" y="532"/>
                  </a:lnTo>
                  <a:lnTo>
                    <a:pt x="530" y="532"/>
                  </a:lnTo>
                  <a:lnTo>
                    <a:pt x="532" y="532"/>
                  </a:lnTo>
                  <a:lnTo>
                    <a:pt x="534" y="532"/>
                  </a:lnTo>
                  <a:lnTo>
                    <a:pt x="534" y="534"/>
                  </a:lnTo>
                  <a:lnTo>
                    <a:pt x="535" y="534"/>
                  </a:lnTo>
                  <a:lnTo>
                    <a:pt x="535" y="536"/>
                  </a:lnTo>
                  <a:lnTo>
                    <a:pt x="535" y="538"/>
                  </a:lnTo>
                  <a:lnTo>
                    <a:pt x="537" y="538"/>
                  </a:lnTo>
                  <a:lnTo>
                    <a:pt x="537" y="538"/>
                  </a:lnTo>
                  <a:lnTo>
                    <a:pt x="539" y="538"/>
                  </a:lnTo>
                  <a:lnTo>
                    <a:pt x="541" y="538"/>
                  </a:lnTo>
                  <a:lnTo>
                    <a:pt x="543" y="536"/>
                  </a:lnTo>
                  <a:lnTo>
                    <a:pt x="543" y="536"/>
                  </a:lnTo>
                  <a:lnTo>
                    <a:pt x="545" y="536"/>
                  </a:lnTo>
                  <a:lnTo>
                    <a:pt x="545" y="536"/>
                  </a:lnTo>
                  <a:lnTo>
                    <a:pt x="547" y="534"/>
                  </a:lnTo>
                  <a:lnTo>
                    <a:pt x="549" y="534"/>
                  </a:lnTo>
                  <a:lnTo>
                    <a:pt x="549" y="534"/>
                  </a:lnTo>
                  <a:lnTo>
                    <a:pt x="549" y="536"/>
                  </a:lnTo>
                  <a:lnTo>
                    <a:pt x="549" y="536"/>
                  </a:lnTo>
                  <a:lnTo>
                    <a:pt x="549" y="536"/>
                  </a:lnTo>
                  <a:lnTo>
                    <a:pt x="551" y="536"/>
                  </a:lnTo>
                  <a:lnTo>
                    <a:pt x="551" y="536"/>
                  </a:lnTo>
                  <a:lnTo>
                    <a:pt x="558" y="534"/>
                  </a:lnTo>
                  <a:lnTo>
                    <a:pt x="558" y="532"/>
                  </a:lnTo>
                  <a:lnTo>
                    <a:pt x="560" y="530"/>
                  </a:lnTo>
                  <a:lnTo>
                    <a:pt x="566" y="528"/>
                  </a:lnTo>
                  <a:lnTo>
                    <a:pt x="568" y="528"/>
                  </a:lnTo>
                  <a:lnTo>
                    <a:pt x="568" y="528"/>
                  </a:lnTo>
                  <a:lnTo>
                    <a:pt x="568" y="527"/>
                  </a:lnTo>
                  <a:lnTo>
                    <a:pt x="570" y="528"/>
                  </a:lnTo>
                  <a:lnTo>
                    <a:pt x="574" y="530"/>
                  </a:lnTo>
                  <a:lnTo>
                    <a:pt x="575" y="532"/>
                  </a:lnTo>
                  <a:lnTo>
                    <a:pt x="579" y="532"/>
                  </a:lnTo>
                  <a:lnTo>
                    <a:pt x="579" y="534"/>
                  </a:lnTo>
                  <a:lnTo>
                    <a:pt x="581" y="534"/>
                  </a:lnTo>
                  <a:lnTo>
                    <a:pt x="581" y="534"/>
                  </a:lnTo>
                  <a:lnTo>
                    <a:pt x="581" y="536"/>
                  </a:lnTo>
                  <a:lnTo>
                    <a:pt x="581" y="536"/>
                  </a:lnTo>
                  <a:lnTo>
                    <a:pt x="581" y="538"/>
                  </a:lnTo>
                  <a:lnTo>
                    <a:pt x="587" y="542"/>
                  </a:lnTo>
                  <a:lnTo>
                    <a:pt x="589" y="542"/>
                  </a:lnTo>
                  <a:lnTo>
                    <a:pt x="589" y="544"/>
                  </a:lnTo>
                  <a:lnTo>
                    <a:pt x="589" y="546"/>
                  </a:lnTo>
                  <a:lnTo>
                    <a:pt x="589" y="546"/>
                  </a:lnTo>
                  <a:lnTo>
                    <a:pt x="589" y="547"/>
                  </a:lnTo>
                  <a:lnTo>
                    <a:pt x="589" y="547"/>
                  </a:lnTo>
                  <a:lnTo>
                    <a:pt x="589" y="547"/>
                  </a:lnTo>
                  <a:lnTo>
                    <a:pt x="587" y="549"/>
                  </a:lnTo>
                  <a:lnTo>
                    <a:pt x="587" y="549"/>
                  </a:lnTo>
                  <a:lnTo>
                    <a:pt x="587" y="551"/>
                  </a:lnTo>
                  <a:lnTo>
                    <a:pt x="589" y="551"/>
                  </a:lnTo>
                  <a:lnTo>
                    <a:pt x="589" y="551"/>
                  </a:lnTo>
                  <a:lnTo>
                    <a:pt x="589" y="551"/>
                  </a:lnTo>
                  <a:lnTo>
                    <a:pt x="591" y="551"/>
                  </a:lnTo>
                  <a:lnTo>
                    <a:pt x="593" y="551"/>
                  </a:lnTo>
                  <a:lnTo>
                    <a:pt x="595" y="549"/>
                  </a:lnTo>
                  <a:lnTo>
                    <a:pt x="595" y="549"/>
                  </a:lnTo>
                  <a:lnTo>
                    <a:pt x="596" y="551"/>
                  </a:lnTo>
                  <a:lnTo>
                    <a:pt x="596" y="551"/>
                  </a:lnTo>
                  <a:lnTo>
                    <a:pt x="608" y="557"/>
                  </a:lnTo>
                  <a:lnTo>
                    <a:pt x="608" y="557"/>
                  </a:lnTo>
                  <a:lnTo>
                    <a:pt x="610" y="557"/>
                  </a:lnTo>
                  <a:lnTo>
                    <a:pt x="610" y="557"/>
                  </a:lnTo>
                  <a:lnTo>
                    <a:pt x="610" y="557"/>
                  </a:lnTo>
                  <a:lnTo>
                    <a:pt x="612" y="555"/>
                  </a:lnTo>
                  <a:lnTo>
                    <a:pt x="614" y="555"/>
                  </a:lnTo>
                  <a:lnTo>
                    <a:pt x="615" y="551"/>
                  </a:lnTo>
                  <a:lnTo>
                    <a:pt x="615" y="547"/>
                  </a:lnTo>
                  <a:lnTo>
                    <a:pt x="617" y="544"/>
                  </a:lnTo>
                  <a:lnTo>
                    <a:pt x="617" y="542"/>
                  </a:lnTo>
                  <a:lnTo>
                    <a:pt x="617" y="532"/>
                  </a:lnTo>
                  <a:lnTo>
                    <a:pt x="617" y="530"/>
                  </a:lnTo>
                  <a:lnTo>
                    <a:pt x="617" y="528"/>
                  </a:lnTo>
                  <a:lnTo>
                    <a:pt x="617" y="519"/>
                  </a:lnTo>
                  <a:lnTo>
                    <a:pt x="619" y="517"/>
                  </a:lnTo>
                  <a:lnTo>
                    <a:pt x="621" y="515"/>
                  </a:lnTo>
                  <a:lnTo>
                    <a:pt x="623" y="515"/>
                  </a:lnTo>
                  <a:lnTo>
                    <a:pt x="625" y="513"/>
                  </a:lnTo>
                  <a:lnTo>
                    <a:pt x="627" y="511"/>
                  </a:lnTo>
                  <a:lnTo>
                    <a:pt x="629" y="506"/>
                  </a:lnTo>
                  <a:lnTo>
                    <a:pt x="627" y="500"/>
                  </a:lnTo>
                  <a:lnTo>
                    <a:pt x="629" y="496"/>
                  </a:lnTo>
                  <a:lnTo>
                    <a:pt x="629" y="494"/>
                  </a:lnTo>
                  <a:lnTo>
                    <a:pt x="633" y="485"/>
                  </a:lnTo>
                  <a:lnTo>
                    <a:pt x="635" y="483"/>
                  </a:lnTo>
                  <a:lnTo>
                    <a:pt x="636" y="481"/>
                  </a:lnTo>
                  <a:lnTo>
                    <a:pt x="636" y="481"/>
                  </a:lnTo>
                  <a:lnTo>
                    <a:pt x="638" y="483"/>
                  </a:lnTo>
                  <a:lnTo>
                    <a:pt x="640" y="487"/>
                  </a:lnTo>
                  <a:lnTo>
                    <a:pt x="642" y="487"/>
                  </a:lnTo>
                  <a:lnTo>
                    <a:pt x="642" y="487"/>
                  </a:lnTo>
                  <a:lnTo>
                    <a:pt x="644" y="485"/>
                  </a:lnTo>
                  <a:lnTo>
                    <a:pt x="644" y="483"/>
                  </a:lnTo>
                  <a:lnTo>
                    <a:pt x="642" y="483"/>
                  </a:lnTo>
                  <a:lnTo>
                    <a:pt x="642" y="481"/>
                  </a:lnTo>
                  <a:lnTo>
                    <a:pt x="642" y="479"/>
                  </a:lnTo>
                  <a:lnTo>
                    <a:pt x="642" y="479"/>
                  </a:lnTo>
                  <a:lnTo>
                    <a:pt x="644" y="479"/>
                  </a:lnTo>
                  <a:lnTo>
                    <a:pt x="644" y="479"/>
                  </a:lnTo>
                  <a:lnTo>
                    <a:pt x="646" y="477"/>
                  </a:lnTo>
                  <a:lnTo>
                    <a:pt x="646" y="471"/>
                  </a:lnTo>
                  <a:lnTo>
                    <a:pt x="646" y="469"/>
                  </a:lnTo>
                  <a:lnTo>
                    <a:pt x="648" y="469"/>
                  </a:lnTo>
                  <a:lnTo>
                    <a:pt x="648" y="468"/>
                  </a:lnTo>
                  <a:lnTo>
                    <a:pt x="652" y="466"/>
                  </a:lnTo>
                  <a:lnTo>
                    <a:pt x="654" y="462"/>
                  </a:lnTo>
                  <a:lnTo>
                    <a:pt x="654" y="460"/>
                  </a:lnTo>
                  <a:lnTo>
                    <a:pt x="656" y="458"/>
                  </a:lnTo>
                  <a:lnTo>
                    <a:pt x="654" y="454"/>
                  </a:lnTo>
                  <a:lnTo>
                    <a:pt x="654" y="450"/>
                  </a:lnTo>
                  <a:lnTo>
                    <a:pt x="656" y="449"/>
                  </a:lnTo>
                  <a:lnTo>
                    <a:pt x="659" y="445"/>
                  </a:lnTo>
                  <a:lnTo>
                    <a:pt x="659" y="443"/>
                  </a:lnTo>
                  <a:lnTo>
                    <a:pt x="661" y="443"/>
                  </a:lnTo>
                  <a:lnTo>
                    <a:pt x="661" y="443"/>
                  </a:lnTo>
                  <a:lnTo>
                    <a:pt x="661" y="445"/>
                  </a:lnTo>
                  <a:lnTo>
                    <a:pt x="663" y="447"/>
                  </a:lnTo>
                  <a:lnTo>
                    <a:pt x="663" y="447"/>
                  </a:lnTo>
                  <a:lnTo>
                    <a:pt x="665" y="447"/>
                  </a:lnTo>
                  <a:lnTo>
                    <a:pt x="667" y="447"/>
                  </a:lnTo>
                  <a:lnTo>
                    <a:pt x="669" y="445"/>
                  </a:lnTo>
                  <a:lnTo>
                    <a:pt x="671" y="445"/>
                  </a:lnTo>
                  <a:lnTo>
                    <a:pt x="673" y="443"/>
                  </a:lnTo>
                  <a:lnTo>
                    <a:pt x="675" y="441"/>
                  </a:lnTo>
                  <a:lnTo>
                    <a:pt x="676" y="441"/>
                  </a:lnTo>
                  <a:lnTo>
                    <a:pt x="678" y="443"/>
                  </a:lnTo>
                  <a:lnTo>
                    <a:pt x="678" y="443"/>
                  </a:lnTo>
                  <a:lnTo>
                    <a:pt x="680" y="447"/>
                  </a:lnTo>
                  <a:lnTo>
                    <a:pt x="682" y="447"/>
                  </a:lnTo>
                  <a:lnTo>
                    <a:pt x="682" y="447"/>
                  </a:lnTo>
                  <a:lnTo>
                    <a:pt x="684" y="447"/>
                  </a:lnTo>
                  <a:lnTo>
                    <a:pt x="686" y="445"/>
                  </a:lnTo>
                  <a:lnTo>
                    <a:pt x="688" y="445"/>
                  </a:lnTo>
                  <a:lnTo>
                    <a:pt x="688" y="443"/>
                  </a:lnTo>
                  <a:lnTo>
                    <a:pt x="690" y="441"/>
                  </a:lnTo>
                  <a:lnTo>
                    <a:pt x="694" y="439"/>
                  </a:lnTo>
                  <a:lnTo>
                    <a:pt x="696" y="439"/>
                  </a:lnTo>
                  <a:lnTo>
                    <a:pt x="697" y="439"/>
                  </a:lnTo>
                  <a:lnTo>
                    <a:pt x="699" y="437"/>
                  </a:lnTo>
                  <a:lnTo>
                    <a:pt x="701" y="437"/>
                  </a:lnTo>
                  <a:lnTo>
                    <a:pt x="703" y="437"/>
                  </a:lnTo>
                  <a:lnTo>
                    <a:pt x="703" y="435"/>
                  </a:lnTo>
                  <a:lnTo>
                    <a:pt x="703" y="433"/>
                  </a:lnTo>
                  <a:lnTo>
                    <a:pt x="703" y="431"/>
                  </a:lnTo>
                  <a:lnTo>
                    <a:pt x="705" y="430"/>
                  </a:lnTo>
                  <a:lnTo>
                    <a:pt x="711" y="426"/>
                  </a:lnTo>
                  <a:lnTo>
                    <a:pt x="713" y="426"/>
                  </a:lnTo>
                  <a:lnTo>
                    <a:pt x="715" y="426"/>
                  </a:lnTo>
                  <a:lnTo>
                    <a:pt x="715" y="424"/>
                  </a:lnTo>
                  <a:lnTo>
                    <a:pt x="713" y="422"/>
                  </a:lnTo>
                  <a:lnTo>
                    <a:pt x="713" y="420"/>
                  </a:lnTo>
                  <a:lnTo>
                    <a:pt x="715" y="418"/>
                  </a:lnTo>
                  <a:lnTo>
                    <a:pt x="716" y="416"/>
                  </a:lnTo>
                  <a:lnTo>
                    <a:pt x="715" y="412"/>
                  </a:lnTo>
                  <a:lnTo>
                    <a:pt x="715" y="411"/>
                  </a:lnTo>
                  <a:lnTo>
                    <a:pt x="715" y="409"/>
                  </a:lnTo>
                  <a:lnTo>
                    <a:pt x="716" y="407"/>
                  </a:lnTo>
                  <a:lnTo>
                    <a:pt x="718" y="405"/>
                  </a:lnTo>
                  <a:lnTo>
                    <a:pt x="722" y="405"/>
                  </a:lnTo>
                  <a:lnTo>
                    <a:pt x="722" y="403"/>
                  </a:lnTo>
                  <a:lnTo>
                    <a:pt x="726" y="401"/>
                  </a:lnTo>
                  <a:lnTo>
                    <a:pt x="730" y="397"/>
                  </a:lnTo>
                  <a:lnTo>
                    <a:pt x="730" y="395"/>
                  </a:lnTo>
                  <a:lnTo>
                    <a:pt x="730" y="391"/>
                  </a:lnTo>
                  <a:lnTo>
                    <a:pt x="730" y="390"/>
                  </a:lnTo>
                  <a:lnTo>
                    <a:pt x="730" y="388"/>
                  </a:lnTo>
                  <a:lnTo>
                    <a:pt x="732" y="386"/>
                  </a:lnTo>
                  <a:lnTo>
                    <a:pt x="737" y="384"/>
                  </a:lnTo>
                  <a:lnTo>
                    <a:pt x="741" y="382"/>
                  </a:lnTo>
                  <a:lnTo>
                    <a:pt x="743" y="380"/>
                  </a:lnTo>
                  <a:lnTo>
                    <a:pt x="745" y="382"/>
                  </a:lnTo>
                  <a:lnTo>
                    <a:pt x="747" y="382"/>
                  </a:lnTo>
                  <a:lnTo>
                    <a:pt x="749" y="380"/>
                  </a:lnTo>
                  <a:lnTo>
                    <a:pt x="751" y="376"/>
                  </a:lnTo>
                  <a:lnTo>
                    <a:pt x="751" y="374"/>
                  </a:lnTo>
                  <a:lnTo>
                    <a:pt x="751" y="371"/>
                  </a:lnTo>
                  <a:lnTo>
                    <a:pt x="753" y="363"/>
                  </a:lnTo>
                  <a:lnTo>
                    <a:pt x="753" y="361"/>
                  </a:lnTo>
                  <a:lnTo>
                    <a:pt x="751" y="359"/>
                  </a:lnTo>
                  <a:lnTo>
                    <a:pt x="749" y="355"/>
                  </a:lnTo>
                  <a:lnTo>
                    <a:pt x="747" y="355"/>
                  </a:lnTo>
                  <a:lnTo>
                    <a:pt x="745" y="353"/>
                  </a:lnTo>
                  <a:lnTo>
                    <a:pt x="745" y="353"/>
                  </a:lnTo>
                  <a:lnTo>
                    <a:pt x="739" y="355"/>
                  </a:lnTo>
                  <a:lnTo>
                    <a:pt x="739" y="355"/>
                  </a:lnTo>
                  <a:lnTo>
                    <a:pt x="737" y="353"/>
                  </a:lnTo>
                  <a:lnTo>
                    <a:pt x="737" y="352"/>
                  </a:lnTo>
                  <a:lnTo>
                    <a:pt x="737" y="352"/>
                  </a:lnTo>
                  <a:lnTo>
                    <a:pt x="736" y="352"/>
                  </a:lnTo>
                  <a:lnTo>
                    <a:pt x="736" y="352"/>
                  </a:lnTo>
                  <a:lnTo>
                    <a:pt x="734" y="350"/>
                  </a:lnTo>
                  <a:lnTo>
                    <a:pt x="732" y="344"/>
                  </a:lnTo>
                  <a:lnTo>
                    <a:pt x="728" y="342"/>
                  </a:lnTo>
                  <a:lnTo>
                    <a:pt x="726" y="340"/>
                  </a:lnTo>
                  <a:lnTo>
                    <a:pt x="722" y="340"/>
                  </a:lnTo>
                  <a:lnTo>
                    <a:pt x="716" y="338"/>
                  </a:lnTo>
                  <a:lnTo>
                    <a:pt x="715" y="338"/>
                  </a:lnTo>
                  <a:lnTo>
                    <a:pt x="713" y="336"/>
                  </a:lnTo>
                  <a:lnTo>
                    <a:pt x="713" y="336"/>
                  </a:lnTo>
                  <a:lnTo>
                    <a:pt x="711" y="338"/>
                  </a:lnTo>
                  <a:lnTo>
                    <a:pt x="709" y="340"/>
                  </a:lnTo>
                  <a:lnTo>
                    <a:pt x="707" y="340"/>
                  </a:lnTo>
                  <a:lnTo>
                    <a:pt x="703" y="342"/>
                  </a:lnTo>
                  <a:lnTo>
                    <a:pt x="703" y="344"/>
                  </a:lnTo>
                  <a:lnTo>
                    <a:pt x="701" y="342"/>
                  </a:lnTo>
                  <a:lnTo>
                    <a:pt x="701" y="342"/>
                  </a:lnTo>
                  <a:lnTo>
                    <a:pt x="699" y="340"/>
                  </a:lnTo>
                  <a:lnTo>
                    <a:pt x="699" y="338"/>
                  </a:lnTo>
                  <a:lnTo>
                    <a:pt x="697" y="336"/>
                  </a:lnTo>
                  <a:lnTo>
                    <a:pt x="697" y="334"/>
                  </a:lnTo>
                  <a:lnTo>
                    <a:pt x="697" y="334"/>
                  </a:lnTo>
                  <a:lnTo>
                    <a:pt x="699" y="334"/>
                  </a:lnTo>
                  <a:lnTo>
                    <a:pt x="699" y="333"/>
                  </a:lnTo>
                  <a:lnTo>
                    <a:pt x="699" y="333"/>
                  </a:lnTo>
                  <a:lnTo>
                    <a:pt x="701" y="329"/>
                  </a:lnTo>
                  <a:lnTo>
                    <a:pt x="701" y="327"/>
                  </a:lnTo>
                  <a:lnTo>
                    <a:pt x="703" y="327"/>
                  </a:lnTo>
                  <a:lnTo>
                    <a:pt x="703" y="327"/>
                  </a:lnTo>
                  <a:lnTo>
                    <a:pt x="705" y="325"/>
                  </a:lnTo>
                  <a:lnTo>
                    <a:pt x="705" y="323"/>
                  </a:lnTo>
                  <a:lnTo>
                    <a:pt x="707" y="323"/>
                  </a:lnTo>
                  <a:lnTo>
                    <a:pt x="707" y="321"/>
                  </a:lnTo>
                  <a:lnTo>
                    <a:pt x="707" y="319"/>
                  </a:lnTo>
                  <a:lnTo>
                    <a:pt x="705" y="315"/>
                  </a:lnTo>
                  <a:lnTo>
                    <a:pt x="703" y="310"/>
                  </a:lnTo>
                  <a:lnTo>
                    <a:pt x="701" y="308"/>
                  </a:lnTo>
                  <a:lnTo>
                    <a:pt x="701" y="308"/>
                  </a:lnTo>
                  <a:lnTo>
                    <a:pt x="701" y="306"/>
                  </a:lnTo>
                  <a:lnTo>
                    <a:pt x="701" y="306"/>
                  </a:lnTo>
                  <a:lnTo>
                    <a:pt x="701" y="304"/>
                  </a:lnTo>
                  <a:lnTo>
                    <a:pt x="703" y="302"/>
                  </a:lnTo>
                  <a:lnTo>
                    <a:pt x="707" y="302"/>
                  </a:lnTo>
                  <a:lnTo>
                    <a:pt x="709" y="304"/>
                  </a:lnTo>
                  <a:lnTo>
                    <a:pt x="713" y="308"/>
                  </a:lnTo>
                  <a:lnTo>
                    <a:pt x="715" y="312"/>
                  </a:lnTo>
                  <a:lnTo>
                    <a:pt x="718" y="312"/>
                  </a:lnTo>
                  <a:lnTo>
                    <a:pt x="720" y="312"/>
                  </a:lnTo>
                  <a:lnTo>
                    <a:pt x="722" y="310"/>
                  </a:lnTo>
                  <a:lnTo>
                    <a:pt x="728" y="308"/>
                  </a:lnTo>
                  <a:lnTo>
                    <a:pt x="730" y="308"/>
                  </a:lnTo>
                  <a:lnTo>
                    <a:pt x="736" y="308"/>
                  </a:lnTo>
                  <a:lnTo>
                    <a:pt x="737" y="308"/>
                  </a:lnTo>
                  <a:lnTo>
                    <a:pt x="743" y="312"/>
                  </a:lnTo>
                  <a:lnTo>
                    <a:pt x="745" y="312"/>
                  </a:lnTo>
                  <a:lnTo>
                    <a:pt x="755" y="312"/>
                  </a:lnTo>
                  <a:lnTo>
                    <a:pt x="758" y="312"/>
                  </a:lnTo>
                  <a:lnTo>
                    <a:pt x="760" y="312"/>
                  </a:lnTo>
                  <a:lnTo>
                    <a:pt x="774" y="314"/>
                  </a:lnTo>
                  <a:lnTo>
                    <a:pt x="781" y="314"/>
                  </a:lnTo>
                  <a:lnTo>
                    <a:pt x="785" y="314"/>
                  </a:lnTo>
                  <a:lnTo>
                    <a:pt x="785" y="314"/>
                  </a:lnTo>
                  <a:lnTo>
                    <a:pt x="787" y="312"/>
                  </a:lnTo>
                  <a:lnTo>
                    <a:pt x="787" y="310"/>
                  </a:lnTo>
                  <a:lnTo>
                    <a:pt x="793" y="310"/>
                  </a:lnTo>
                  <a:lnTo>
                    <a:pt x="795" y="308"/>
                  </a:lnTo>
                  <a:lnTo>
                    <a:pt x="797" y="306"/>
                  </a:lnTo>
                  <a:lnTo>
                    <a:pt x="797" y="306"/>
                  </a:lnTo>
                  <a:lnTo>
                    <a:pt x="797" y="304"/>
                  </a:lnTo>
                  <a:lnTo>
                    <a:pt x="797" y="302"/>
                  </a:lnTo>
                  <a:lnTo>
                    <a:pt x="797" y="302"/>
                  </a:lnTo>
                  <a:lnTo>
                    <a:pt x="798" y="300"/>
                  </a:lnTo>
                  <a:lnTo>
                    <a:pt x="802" y="300"/>
                  </a:lnTo>
                  <a:lnTo>
                    <a:pt x="804" y="300"/>
                  </a:lnTo>
                  <a:lnTo>
                    <a:pt x="806" y="298"/>
                  </a:lnTo>
                  <a:lnTo>
                    <a:pt x="808" y="296"/>
                  </a:lnTo>
                  <a:lnTo>
                    <a:pt x="808" y="296"/>
                  </a:lnTo>
                  <a:lnTo>
                    <a:pt x="808" y="295"/>
                  </a:lnTo>
                  <a:lnTo>
                    <a:pt x="808" y="293"/>
                  </a:lnTo>
                  <a:lnTo>
                    <a:pt x="808" y="293"/>
                  </a:lnTo>
                  <a:lnTo>
                    <a:pt x="810" y="291"/>
                  </a:lnTo>
                  <a:lnTo>
                    <a:pt x="806" y="287"/>
                  </a:lnTo>
                  <a:lnTo>
                    <a:pt x="804" y="285"/>
                  </a:lnTo>
                  <a:lnTo>
                    <a:pt x="804" y="285"/>
                  </a:lnTo>
                  <a:lnTo>
                    <a:pt x="804" y="285"/>
                  </a:lnTo>
                  <a:lnTo>
                    <a:pt x="802" y="283"/>
                  </a:lnTo>
                  <a:lnTo>
                    <a:pt x="804" y="283"/>
                  </a:lnTo>
                  <a:lnTo>
                    <a:pt x="804" y="281"/>
                  </a:lnTo>
                  <a:lnTo>
                    <a:pt x="804" y="279"/>
                  </a:lnTo>
                  <a:lnTo>
                    <a:pt x="804" y="279"/>
                  </a:lnTo>
                  <a:lnTo>
                    <a:pt x="802" y="279"/>
                  </a:lnTo>
                  <a:lnTo>
                    <a:pt x="802" y="277"/>
                  </a:lnTo>
                  <a:lnTo>
                    <a:pt x="800" y="277"/>
                  </a:lnTo>
                  <a:lnTo>
                    <a:pt x="798" y="275"/>
                  </a:lnTo>
                  <a:lnTo>
                    <a:pt x="798" y="274"/>
                  </a:lnTo>
                  <a:lnTo>
                    <a:pt x="798" y="274"/>
                  </a:lnTo>
                  <a:lnTo>
                    <a:pt x="798" y="272"/>
                  </a:lnTo>
                  <a:lnTo>
                    <a:pt x="798" y="272"/>
                  </a:lnTo>
                  <a:lnTo>
                    <a:pt x="798" y="272"/>
                  </a:lnTo>
                  <a:lnTo>
                    <a:pt x="800" y="272"/>
                  </a:lnTo>
                  <a:lnTo>
                    <a:pt x="802" y="270"/>
                  </a:lnTo>
                  <a:lnTo>
                    <a:pt x="802" y="270"/>
                  </a:lnTo>
                  <a:lnTo>
                    <a:pt x="804" y="262"/>
                  </a:lnTo>
                  <a:lnTo>
                    <a:pt x="806" y="260"/>
                  </a:lnTo>
                  <a:lnTo>
                    <a:pt x="806" y="258"/>
                  </a:lnTo>
                  <a:lnTo>
                    <a:pt x="806" y="258"/>
                  </a:lnTo>
                  <a:lnTo>
                    <a:pt x="806" y="253"/>
                  </a:lnTo>
                  <a:lnTo>
                    <a:pt x="806" y="251"/>
                  </a:lnTo>
                  <a:lnTo>
                    <a:pt x="806" y="249"/>
                  </a:lnTo>
                  <a:lnTo>
                    <a:pt x="804" y="249"/>
                  </a:lnTo>
                  <a:lnTo>
                    <a:pt x="804" y="249"/>
                  </a:lnTo>
                  <a:lnTo>
                    <a:pt x="802" y="247"/>
                  </a:lnTo>
                  <a:lnTo>
                    <a:pt x="802" y="247"/>
                  </a:lnTo>
                  <a:lnTo>
                    <a:pt x="804" y="241"/>
                  </a:lnTo>
                  <a:lnTo>
                    <a:pt x="804" y="239"/>
                  </a:lnTo>
                  <a:lnTo>
                    <a:pt x="804" y="237"/>
                  </a:lnTo>
                  <a:lnTo>
                    <a:pt x="804" y="236"/>
                  </a:lnTo>
                  <a:lnTo>
                    <a:pt x="804" y="236"/>
                  </a:lnTo>
                  <a:lnTo>
                    <a:pt x="804" y="234"/>
                  </a:lnTo>
                  <a:lnTo>
                    <a:pt x="804" y="234"/>
                  </a:lnTo>
                  <a:lnTo>
                    <a:pt x="804" y="234"/>
                  </a:lnTo>
                  <a:lnTo>
                    <a:pt x="806" y="234"/>
                  </a:lnTo>
                  <a:lnTo>
                    <a:pt x="808" y="234"/>
                  </a:lnTo>
                  <a:lnTo>
                    <a:pt x="810" y="234"/>
                  </a:lnTo>
                  <a:lnTo>
                    <a:pt x="810" y="234"/>
                  </a:lnTo>
                  <a:lnTo>
                    <a:pt x="812" y="232"/>
                  </a:lnTo>
                  <a:lnTo>
                    <a:pt x="812" y="232"/>
                  </a:lnTo>
                  <a:lnTo>
                    <a:pt x="810" y="23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37" name="Freeform 40">
              <a:extLst>
                <a:ext uri="{FF2B5EF4-FFF2-40B4-BE49-F238E27FC236}">
                  <a16:creationId xmlns:a16="http://schemas.microsoft.com/office/drawing/2014/main" id="{CB1335E2-BADF-43A4-1B73-730C33183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4300" y="2366963"/>
              <a:ext cx="73025" cy="74613"/>
            </a:xfrm>
            <a:custGeom>
              <a:avLst/>
              <a:gdLst>
                <a:gd name="T0" fmla="*/ 46 w 46"/>
                <a:gd name="T1" fmla="*/ 24 h 47"/>
                <a:gd name="T2" fmla="*/ 44 w 46"/>
                <a:gd name="T3" fmla="*/ 21 h 47"/>
                <a:gd name="T4" fmla="*/ 44 w 46"/>
                <a:gd name="T5" fmla="*/ 17 h 47"/>
                <a:gd name="T6" fmla="*/ 36 w 46"/>
                <a:gd name="T7" fmla="*/ 9 h 47"/>
                <a:gd name="T8" fmla="*/ 34 w 46"/>
                <a:gd name="T9" fmla="*/ 5 h 47"/>
                <a:gd name="T10" fmla="*/ 33 w 46"/>
                <a:gd name="T11" fmla="*/ 0 h 47"/>
                <a:gd name="T12" fmla="*/ 29 w 46"/>
                <a:gd name="T13" fmla="*/ 2 h 47"/>
                <a:gd name="T14" fmla="*/ 27 w 46"/>
                <a:gd name="T15" fmla="*/ 0 h 47"/>
                <a:gd name="T16" fmla="*/ 21 w 46"/>
                <a:gd name="T17" fmla="*/ 0 h 47"/>
                <a:gd name="T18" fmla="*/ 19 w 46"/>
                <a:gd name="T19" fmla="*/ 2 h 47"/>
                <a:gd name="T20" fmla="*/ 15 w 46"/>
                <a:gd name="T21" fmla="*/ 2 h 47"/>
                <a:gd name="T22" fmla="*/ 12 w 46"/>
                <a:gd name="T23" fmla="*/ 3 h 47"/>
                <a:gd name="T24" fmla="*/ 10 w 46"/>
                <a:gd name="T25" fmla="*/ 7 h 47"/>
                <a:gd name="T26" fmla="*/ 10 w 46"/>
                <a:gd name="T27" fmla="*/ 9 h 47"/>
                <a:gd name="T28" fmla="*/ 10 w 46"/>
                <a:gd name="T29" fmla="*/ 15 h 47"/>
                <a:gd name="T30" fmla="*/ 10 w 46"/>
                <a:gd name="T31" fmla="*/ 17 h 47"/>
                <a:gd name="T32" fmla="*/ 10 w 46"/>
                <a:gd name="T33" fmla="*/ 21 h 47"/>
                <a:gd name="T34" fmla="*/ 8 w 46"/>
                <a:gd name="T35" fmla="*/ 22 h 47"/>
                <a:gd name="T36" fmla="*/ 6 w 46"/>
                <a:gd name="T37" fmla="*/ 24 h 47"/>
                <a:gd name="T38" fmla="*/ 4 w 46"/>
                <a:gd name="T39" fmla="*/ 26 h 47"/>
                <a:gd name="T40" fmla="*/ 2 w 46"/>
                <a:gd name="T41" fmla="*/ 26 h 47"/>
                <a:gd name="T42" fmla="*/ 0 w 46"/>
                <a:gd name="T43" fmla="*/ 30 h 47"/>
                <a:gd name="T44" fmla="*/ 0 w 46"/>
                <a:gd name="T45" fmla="*/ 32 h 47"/>
                <a:gd name="T46" fmla="*/ 2 w 46"/>
                <a:gd name="T47" fmla="*/ 34 h 47"/>
                <a:gd name="T48" fmla="*/ 2 w 46"/>
                <a:gd name="T49" fmla="*/ 36 h 47"/>
                <a:gd name="T50" fmla="*/ 2 w 46"/>
                <a:gd name="T51" fmla="*/ 36 h 47"/>
                <a:gd name="T52" fmla="*/ 6 w 46"/>
                <a:gd name="T53" fmla="*/ 36 h 47"/>
                <a:gd name="T54" fmla="*/ 13 w 46"/>
                <a:gd name="T55" fmla="*/ 36 h 47"/>
                <a:gd name="T56" fmla="*/ 13 w 46"/>
                <a:gd name="T57" fmla="*/ 34 h 47"/>
                <a:gd name="T58" fmla="*/ 15 w 46"/>
                <a:gd name="T59" fmla="*/ 34 h 47"/>
                <a:gd name="T60" fmla="*/ 21 w 46"/>
                <a:gd name="T61" fmla="*/ 36 h 47"/>
                <a:gd name="T62" fmla="*/ 23 w 46"/>
                <a:gd name="T63" fmla="*/ 38 h 47"/>
                <a:gd name="T64" fmla="*/ 23 w 46"/>
                <a:gd name="T65" fmla="*/ 41 h 47"/>
                <a:gd name="T66" fmla="*/ 25 w 46"/>
                <a:gd name="T67" fmla="*/ 43 h 47"/>
                <a:gd name="T68" fmla="*/ 29 w 46"/>
                <a:gd name="T69" fmla="*/ 45 h 47"/>
                <a:gd name="T70" fmla="*/ 36 w 46"/>
                <a:gd name="T71" fmla="*/ 45 h 47"/>
                <a:gd name="T72" fmla="*/ 36 w 46"/>
                <a:gd name="T73" fmla="*/ 45 h 47"/>
                <a:gd name="T74" fmla="*/ 36 w 46"/>
                <a:gd name="T75" fmla="*/ 43 h 47"/>
                <a:gd name="T76" fmla="*/ 36 w 46"/>
                <a:gd name="T77" fmla="*/ 43 h 47"/>
                <a:gd name="T78" fmla="*/ 36 w 46"/>
                <a:gd name="T79" fmla="*/ 41 h 47"/>
                <a:gd name="T80" fmla="*/ 38 w 46"/>
                <a:gd name="T81" fmla="*/ 40 h 47"/>
                <a:gd name="T82" fmla="*/ 46 w 46"/>
                <a:gd name="T83" fmla="*/ 38 h 47"/>
                <a:gd name="T84" fmla="*/ 42 w 46"/>
                <a:gd name="T85" fmla="*/ 32 h 47"/>
                <a:gd name="T86" fmla="*/ 44 w 46"/>
                <a:gd name="T87" fmla="*/ 30 h 47"/>
                <a:gd name="T88" fmla="*/ 46 w 46"/>
                <a:gd name="T89" fmla="*/ 28 h 47"/>
                <a:gd name="T90" fmla="*/ 46 w 46"/>
                <a:gd name="T91" fmla="*/ 26 h 47"/>
                <a:gd name="T92" fmla="*/ 46 w 46"/>
                <a:gd name="T93" fmla="*/ 2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6" h="47">
                  <a:moveTo>
                    <a:pt x="46" y="26"/>
                  </a:moveTo>
                  <a:lnTo>
                    <a:pt x="46" y="24"/>
                  </a:lnTo>
                  <a:lnTo>
                    <a:pt x="44" y="21"/>
                  </a:lnTo>
                  <a:lnTo>
                    <a:pt x="44" y="21"/>
                  </a:lnTo>
                  <a:lnTo>
                    <a:pt x="44" y="19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36" y="9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7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5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9"/>
                  </a:lnTo>
                  <a:lnTo>
                    <a:pt x="10" y="15"/>
                  </a:lnTo>
                  <a:lnTo>
                    <a:pt x="10" y="15"/>
                  </a:lnTo>
                  <a:lnTo>
                    <a:pt x="10" y="17"/>
                  </a:lnTo>
                  <a:lnTo>
                    <a:pt x="10" y="17"/>
                  </a:lnTo>
                  <a:lnTo>
                    <a:pt x="10" y="19"/>
                  </a:lnTo>
                  <a:lnTo>
                    <a:pt x="10" y="21"/>
                  </a:lnTo>
                  <a:lnTo>
                    <a:pt x="8" y="21"/>
                  </a:lnTo>
                  <a:lnTo>
                    <a:pt x="8" y="22"/>
                  </a:lnTo>
                  <a:lnTo>
                    <a:pt x="8" y="24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4" y="38"/>
                  </a:lnTo>
                  <a:lnTo>
                    <a:pt x="6" y="36"/>
                  </a:lnTo>
                  <a:lnTo>
                    <a:pt x="12" y="36"/>
                  </a:lnTo>
                  <a:lnTo>
                    <a:pt x="13" y="36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4"/>
                  </a:lnTo>
                  <a:lnTo>
                    <a:pt x="15" y="34"/>
                  </a:lnTo>
                  <a:lnTo>
                    <a:pt x="15" y="34"/>
                  </a:lnTo>
                  <a:lnTo>
                    <a:pt x="21" y="36"/>
                  </a:lnTo>
                  <a:lnTo>
                    <a:pt x="21" y="38"/>
                  </a:lnTo>
                  <a:lnTo>
                    <a:pt x="23" y="38"/>
                  </a:lnTo>
                  <a:lnTo>
                    <a:pt x="23" y="40"/>
                  </a:lnTo>
                  <a:lnTo>
                    <a:pt x="23" y="41"/>
                  </a:lnTo>
                  <a:lnTo>
                    <a:pt x="25" y="41"/>
                  </a:lnTo>
                  <a:lnTo>
                    <a:pt x="25" y="43"/>
                  </a:lnTo>
                  <a:lnTo>
                    <a:pt x="27" y="43"/>
                  </a:lnTo>
                  <a:lnTo>
                    <a:pt x="29" y="45"/>
                  </a:lnTo>
                  <a:lnTo>
                    <a:pt x="33" y="47"/>
                  </a:lnTo>
                  <a:lnTo>
                    <a:pt x="36" y="45"/>
                  </a:lnTo>
                  <a:lnTo>
                    <a:pt x="36" y="45"/>
                  </a:lnTo>
                  <a:lnTo>
                    <a:pt x="36" y="45"/>
                  </a:lnTo>
                  <a:lnTo>
                    <a:pt x="36" y="45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36" y="41"/>
                  </a:lnTo>
                  <a:lnTo>
                    <a:pt x="36" y="41"/>
                  </a:lnTo>
                  <a:lnTo>
                    <a:pt x="36" y="40"/>
                  </a:lnTo>
                  <a:lnTo>
                    <a:pt x="38" y="40"/>
                  </a:lnTo>
                  <a:lnTo>
                    <a:pt x="40" y="38"/>
                  </a:lnTo>
                  <a:lnTo>
                    <a:pt x="46" y="38"/>
                  </a:lnTo>
                  <a:lnTo>
                    <a:pt x="42" y="32"/>
                  </a:lnTo>
                  <a:lnTo>
                    <a:pt x="42" y="32"/>
                  </a:lnTo>
                  <a:lnTo>
                    <a:pt x="42" y="30"/>
                  </a:lnTo>
                  <a:lnTo>
                    <a:pt x="44" y="30"/>
                  </a:lnTo>
                  <a:lnTo>
                    <a:pt x="44" y="30"/>
                  </a:lnTo>
                  <a:lnTo>
                    <a:pt x="46" y="28"/>
                  </a:lnTo>
                  <a:lnTo>
                    <a:pt x="46" y="28"/>
                  </a:lnTo>
                  <a:lnTo>
                    <a:pt x="46" y="26"/>
                  </a:lnTo>
                  <a:lnTo>
                    <a:pt x="46" y="26"/>
                  </a:lnTo>
                  <a:lnTo>
                    <a:pt x="46" y="26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38" name="Freeform 41">
              <a:extLst>
                <a:ext uri="{FF2B5EF4-FFF2-40B4-BE49-F238E27FC236}">
                  <a16:creationId xmlns:a16="http://schemas.microsoft.com/office/drawing/2014/main" id="{753A2DC9-449B-6A70-B8CD-BB723461B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4300" y="2366963"/>
              <a:ext cx="73025" cy="74613"/>
            </a:xfrm>
            <a:custGeom>
              <a:avLst/>
              <a:gdLst>
                <a:gd name="T0" fmla="*/ 46 w 46"/>
                <a:gd name="T1" fmla="*/ 24 h 47"/>
                <a:gd name="T2" fmla="*/ 44 w 46"/>
                <a:gd name="T3" fmla="*/ 21 h 47"/>
                <a:gd name="T4" fmla="*/ 44 w 46"/>
                <a:gd name="T5" fmla="*/ 17 h 47"/>
                <a:gd name="T6" fmla="*/ 36 w 46"/>
                <a:gd name="T7" fmla="*/ 9 h 47"/>
                <a:gd name="T8" fmla="*/ 34 w 46"/>
                <a:gd name="T9" fmla="*/ 5 h 47"/>
                <a:gd name="T10" fmla="*/ 33 w 46"/>
                <a:gd name="T11" fmla="*/ 0 h 47"/>
                <a:gd name="T12" fmla="*/ 29 w 46"/>
                <a:gd name="T13" fmla="*/ 2 h 47"/>
                <a:gd name="T14" fmla="*/ 27 w 46"/>
                <a:gd name="T15" fmla="*/ 0 h 47"/>
                <a:gd name="T16" fmla="*/ 21 w 46"/>
                <a:gd name="T17" fmla="*/ 0 h 47"/>
                <a:gd name="T18" fmla="*/ 19 w 46"/>
                <a:gd name="T19" fmla="*/ 2 h 47"/>
                <a:gd name="T20" fmla="*/ 15 w 46"/>
                <a:gd name="T21" fmla="*/ 2 h 47"/>
                <a:gd name="T22" fmla="*/ 12 w 46"/>
                <a:gd name="T23" fmla="*/ 3 h 47"/>
                <a:gd name="T24" fmla="*/ 10 w 46"/>
                <a:gd name="T25" fmla="*/ 7 h 47"/>
                <a:gd name="T26" fmla="*/ 10 w 46"/>
                <a:gd name="T27" fmla="*/ 9 h 47"/>
                <a:gd name="T28" fmla="*/ 10 w 46"/>
                <a:gd name="T29" fmla="*/ 15 h 47"/>
                <a:gd name="T30" fmla="*/ 10 w 46"/>
                <a:gd name="T31" fmla="*/ 17 h 47"/>
                <a:gd name="T32" fmla="*/ 10 w 46"/>
                <a:gd name="T33" fmla="*/ 21 h 47"/>
                <a:gd name="T34" fmla="*/ 8 w 46"/>
                <a:gd name="T35" fmla="*/ 22 h 47"/>
                <a:gd name="T36" fmla="*/ 6 w 46"/>
                <a:gd name="T37" fmla="*/ 24 h 47"/>
                <a:gd name="T38" fmla="*/ 4 w 46"/>
                <a:gd name="T39" fmla="*/ 26 h 47"/>
                <a:gd name="T40" fmla="*/ 2 w 46"/>
                <a:gd name="T41" fmla="*/ 26 h 47"/>
                <a:gd name="T42" fmla="*/ 0 w 46"/>
                <a:gd name="T43" fmla="*/ 30 h 47"/>
                <a:gd name="T44" fmla="*/ 0 w 46"/>
                <a:gd name="T45" fmla="*/ 32 h 47"/>
                <a:gd name="T46" fmla="*/ 2 w 46"/>
                <a:gd name="T47" fmla="*/ 34 h 47"/>
                <a:gd name="T48" fmla="*/ 2 w 46"/>
                <a:gd name="T49" fmla="*/ 36 h 47"/>
                <a:gd name="T50" fmla="*/ 2 w 46"/>
                <a:gd name="T51" fmla="*/ 36 h 47"/>
                <a:gd name="T52" fmla="*/ 6 w 46"/>
                <a:gd name="T53" fmla="*/ 36 h 47"/>
                <a:gd name="T54" fmla="*/ 13 w 46"/>
                <a:gd name="T55" fmla="*/ 36 h 47"/>
                <a:gd name="T56" fmla="*/ 13 w 46"/>
                <a:gd name="T57" fmla="*/ 34 h 47"/>
                <a:gd name="T58" fmla="*/ 15 w 46"/>
                <a:gd name="T59" fmla="*/ 34 h 47"/>
                <a:gd name="T60" fmla="*/ 21 w 46"/>
                <a:gd name="T61" fmla="*/ 36 h 47"/>
                <a:gd name="T62" fmla="*/ 23 w 46"/>
                <a:gd name="T63" fmla="*/ 38 h 47"/>
                <a:gd name="T64" fmla="*/ 23 w 46"/>
                <a:gd name="T65" fmla="*/ 41 h 47"/>
                <a:gd name="T66" fmla="*/ 25 w 46"/>
                <a:gd name="T67" fmla="*/ 43 h 47"/>
                <a:gd name="T68" fmla="*/ 29 w 46"/>
                <a:gd name="T69" fmla="*/ 45 h 47"/>
                <a:gd name="T70" fmla="*/ 36 w 46"/>
                <a:gd name="T71" fmla="*/ 45 h 47"/>
                <a:gd name="T72" fmla="*/ 36 w 46"/>
                <a:gd name="T73" fmla="*/ 45 h 47"/>
                <a:gd name="T74" fmla="*/ 36 w 46"/>
                <a:gd name="T75" fmla="*/ 43 h 47"/>
                <a:gd name="T76" fmla="*/ 36 w 46"/>
                <a:gd name="T77" fmla="*/ 43 h 47"/>
                <a:gd name="T78" fmla="*/ 36 w 46"/>
                <a:gd name="T79" fmla="*/ 41 h 47"/>
                <a:gd name="T80" fmla="*/ 38 w 46"/>
                <a:gd name="T81" fmla="*/ 40 h 47"/>
                <a:gd name="T82" fmla="*/ 46 w 46"/>
                <a:gd name="T83" fmla="*/ 38 h 47"/>
                <a:gd name="T84" fmla="*/ 42 w 46"/>
                <a:gd name="T85" fmla="*/ 32 h 47"/>
                <a:gd name="T86" fmla="*/ 44 w 46"/>
                <a:gd name="T87" fmla="*/ 30 h 47"/>
                <a:gd name="T88" fmla="*/ 46 w 46"/>
                <a:gd name="T89" fmla="*/ 28 h 47"/>
                <a:gd name="T90" fmla="*/ 46 w 46"/>
                <a:gd name="T91" fmla="*/ 26 h 47"/>
                <a:gd name="T92" fmla="*/ 46 w 46"/>
                <a:gd name="T93" fmla="*/ 2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6" h="47">
                  <a:moveTo>
                    <a:pt x="46" y="26"/>
                  </a:moveTo>
                  <a:lnTo>
                    <a:pt x="46" y="24"/>
                  </a:lnTo>
                  <a:lnTo>
                    <a:pt x="44" y="21"/>
                  </a:lnTo>
                  <a:lnTo>
                    <a:pt x="44" y="21"/>
                  </a:lnTo>
                  <a:lnTo>
                    <a:pt x="44" y="19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36" y="9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7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5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9"/>
                  </a:lnTo>
                  <a:lnTo>
                    <a:pt x="10" y="15"/>
                  </a:lnTo>
                  <a:lnTo>
                    <a:pt x="10" y="15"/>
                  </a:lnTo>
                  <a:lnTo>
                    <a:pt x="10" y="17"/>
                  </a:lnTo>
                  <a:lnTo>
                    <a:pt x="10" y="17"/>
                  </a:lnTo>
                  <a:lnTo>
                    <a:pt x="10" y="19"/>
                  </a:lnTo>
                  <a:lnTo>
                    <a:pt x="10" y="21"/>
                  </a:lnTo>
                  <a:lnTo>
                    <a:pt x="8" y="21"/>
                  </a:lnTo>
                  <a:lnTo>
                    <a:pt x="8" y="22"/>
                  </a:lnTo>
                  <a:lnTo>
                    <a:pt x="8" y="24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4" y="38"/>
                  </a:lnTo>
                  <a:lnTo>
                    <a:pt x="6" y="36"/>
                  </a:lnTo>
                  <a:lnTo>
                    <a:pt x="12" y="36"/>
                  </a:lnTo>
                  <a:lnTo>
                    <a:pt x="13" y="36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4"/>
                  </a:lnTo>
                  <a:lnTo>
                    <a:pt x="15" y="34"/>
                  </a:lnTo>
                  <a:lnTo>
                    <a:pt x="15" y="34"/>
                  </a:lnTo>
                  <a:lnTo>
                    <a:pt x="21" y="36"/>
                  </a:lnTo>
                  <a:lnTo>
                    <a:pt x="21" y="38"/>
                  </a:lnTo>
                  <a:lnTo>
                    <a:pt x="23" y="38"/>
                  </a:lnTo>
                  <a:lnTo>
                    <a:pt x="23" y="40"/>
                  </a:lnTo>
                  <a:lnTo>
                    <a:pt x="23" y="41"/>
                  </a:lnTo>
                  <a:lnTo>
                    <a:pt x="25" y="41"/>
                  </a:lnTo>
                  <a:lnTo>
                    <a:pt x="25" y="43"/>
                  </a:lnTo>
                  <a:lnTo>
                    <a:pt x="27" y="43"/>
                  </a:lnTo>
                  <a:lnTo>
                    <a:pt x="29" y="45"/>
                  </a:lnTo>
                  <a:lnTo>
                    <a:pt x="33" y="47"/>
                  </a:lnTo>
                  <a:lnTo>
                    <a:pt x="36" y="45"/>
                  </a:lnTo>
                  <a:lnTo>
                    <a:pt x="36" y="45"/>
                  </a:lnTo>
                  <a:lnTo>
                    <a:pt x="36" y="45"/>
                  </a:lnTo>
                  <a:lnTo>
                    <a:pt x="36" y="45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36" y="41"/>
                  </a:lnTo>
                  <a:lnTo>
                    <a:pt x="36" y="41"/>
                  </a:lnTo>
                  <a:lnTo>
                    <a:pt x="36" y="40"/>
                  </a:lnTo>
                  <a:lnTo>
                    <a:pt x="38" y="40"/>
                  </a:lnTo>
                  <a:lnTo>
                    <a:pt x="40" y="38"/>
                  </a:lnTo>
                  <a:lnTo>
                    <a:pt x="46" y="38"/>
                  </a:lnTo>
                  <a:lnTo>
                    <a:pt x="42" y="32"/>
                  </a:lnTo>
                  <a:lnTo>
                    <a:pt x="42" y="32"/>
                  </a:lnTo>
                  <a:lnTo>
                    <a:pt x="42" y="30"/>
                  </a:lnTo>
                  <a:lnTo>
                    <a:pt x="44" y="30"/>
                  </a:lnTo>
                  <a:lnTo>
                    <a:pt x="44" y="30"/>
                  </a:lnTo>
                  <a:lnTo>
                    <a:pt x="46" y="28"/>
                  </a:lnTo>
                  <a:lnTo>
                    <a:pt x="46" y="28"/>
                  </a:lnTo>
                  <a:lnTo>
                    <a:pt x="46" y="26"/>
                  </a:lnTo>
                  <a:lnTo>
                    <a:pt x="46" y="26"/>
                  </a:lnTo>
                  <a:lnTo>
                    <a:pt x="46" y="2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39" name="Freeform 42">
              <a:extLst>
                <a:ext uri="{FF2B5EF4-FFF2-40B4-BE49-F238E27FC236}">
                  <a16:creationId xmlns:a16="http://schemas.microsoft.com/office/drawing/2014/main" id="{CBB47F12-D77E-BFA8-65A4-1D60AB8FA0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0088" y="5059363"/>
              <a:ext cx="222250" cy="509588"/>
            </a:xfrm>
            <a:custGeom>
              <a:avLst/>
              <a:gdLst>
                <a:gd name="T0" fmla="*/ 84 w 140"/>
                <a:gd name="T1" fmla="*/ 316 h 321"/>
                <a:gd name="T2" fmla="*/ 82 w 140"/>
                <a:gd name="T3" fmla="*/ 318 h 321"/>
                <a:gd name="T4" fmla="*/ 81 w 140"/>
                <a:gd name="T5" fmla="*/ 320 h 321"/>
                <a:gd name="T6" fmla="*/ 79 w 140"/>
                <a:gd name="T7" fmla="*/ 321 h 321"/>
                <a:gd name="T8" fmla="*/ 79 w 140"/>
                <a:gd name="T9" fmla="*/ 320 h 321"/>
                <a:gd name="T10" fmla="*/ 79 w 140"/>
                <a:gd name="T11" fmla="*/ 321 h 321"/>
                <a:gd name="T12" fmla="*/ 81 w 140"/>
                <a:gd name="T13" fmla="*/ 321 h 321"/>
                <a:gd name="T14" fmla="*/ 82 w 140"/>
                <a:gd name="T15" fmla="*/ 320 h 321"/>
                <a:gd name="T16" fmla="*/ 84 w 140"/>
                <a:gd name="T17" fmla="*/ 316 h 321"/>
                <a:gd name="T18" fmla="*/ 84 w 140"/>
                <a:gd name="T19" fmla="*/ 316 h 321"/>
                <a:gd name="T20" fmla="*/ 136 w 140"/>
                <a:gd name="T21" fmla="*/ 150 h 321"/>
                <a:gd name="T22" fmla="*/ 136 w 140"/>
                <a:gd name="T23" fmla="*/ 152 h 321"/>
                <a:gd name="T24" fmla="*/ 136 w 140"/>
                <a:gd name="T25" fmla="*/ 154 h 321"/>
                <a:gd name="T26" fmla="*/ 136 w 140"/>
                <a:gd name="T27" fmla="*/ 152 h 321"/>
                <a:gd name="T28" fmla="*/ 136 w 140"/>
                <a:gd name="T29" fmla="*/ 150 h 321"/>
                <a:gd name="T30" fmla="*/ 136 w 140"/>
                <a:gd name="T31" fmla="*/ 150 h 321"/>
                <a:gd name="T32" fmla="*/ 138 w 140"/>
                <a:gd name="T33" fmla="*/ 145 h 321"/>
                <a:gd name="T34" fmla="*/ 138 w 140"/>
                <a:gd name="T35" fmla="*/ 147 h 321"/>
                <a:gd name="T36" fmla="*/ 138 w 140"/>
                <a:gd name="T37" fmla="*/ 145 h 321"/>
                <a:gd name="T38" fmla="*/ 138 w 140"/>
                <a:gd name="T39" fmla="*/ 145 h 321"/>
                <a:gd name="T40" fmla="*/ 138 w 140"/>
                <a:gd name="T41" fmla="*/ 145 h 321"/>
                <a:gd name="T42" fmla="*/ 42 w 140"/>
                <a:gd name="T43" fmla="*/ 107 h 321"/>
                <a:gd name="T44" fmla="*/ 42 w 140"/>
                <a:gd name="T45" fmla="*/ 107 h 321"/>
                <a:gd name="T46" fmla="*/ 42 w 140"/>
                <a:gd name="T47" fmla="*/ 107 h 321"/>
                <a:gd name="T48" fmla="*/ 44 w 140"/>
                <a:gd name="T49" fmla="*/ 107 h 321"/>
                <a:gd name="T50" fmla="*/ 44 w 140"/>
                <a:gd name="T51" fmla="*/ 105 h 321"/>
                <a:gd name="T52" fmla="*/ 44 w 140"/>
                <a:gd name="T53" fmla="*/ 105 h 321"/>
                <a:gd name="T54" fmla="*/ 35 w 140"/>
                <a:gd name="T55" fmla="*/ 86 h 321"/>
                <a:gd name="T56" fmla="*/ 35 w 140"/>
                <a:gd name="T57" fmla="*/ 86 h 321"/>
                <a:gd name="T58" fmla="*/ 35 w 140"/>
                <a:gd name="T59" fmla="*/ 86 h 321"/>
                <a:gd name="T60" fmla="*/ 35 w 140"/>
                <a:gd name="T61" fmla="*/ 86 h 321"/>
                <a:gd name="T62" fmla="*/ 138 w 140"/>
                <a:gd name="T63" fmla="*/ 82 h 321"/>
                <a:gd name="T64" fmla="*/ 138 w 140"/>
                <a:gd name="T65" fmla="*/ 82 h 321"/>
                <a:gd name="T66" fmla="*/ 140 w 140"/>
                <a:gd name="T67" fmla="*/ 82 h 321"/>
                <a:gd name="T68" fmla="*/ 140 w 140"/>
                <a:gd name="T69" fmla="*/ 82 h 321"/>
                <a:gd name="T70" fmla="*/ 0 w 140"/>
                <a:gd name="T71" fmla="*/ 78 h 321"/>
                <a:gd name="T72" fmla="*/ 0 w 140"/>
                <a:gd name="T73" fmla="*/ 82 h 321"/>
                <a:gd name="T74" fmla="*/ 2 w 140"/>
                <a:gd name="T75" fmla="*/ 80 h 321"/>
                <a:gd name="T76" fmla="*/ 2 w 140"/>
                <a:gd name="T77" fmla="*/ 76 h 321"/>
                <a:gd name="T78" fmla="*/ 2 w 140"/>
                <a:gd name="T79" fmla="*/ 78 h 321"/>
                <a:gd name="T80" fmla="*/ 52 w 140"/>
                <a:gd name="T81" fmla="*/ 55 h 321"/>
                <a:gd name="T82" fmla="*/ 54 w 140"/>
                <a:gd name="T83" fmla="*/ 55 h 321"/>
                <a:gd name="T84" fmla="*/ 54 w 140"/>
                <a:gd name="T85" fmla="*/ 55 h 321"/>
                <a:gd name="T86" fmla="*/ 54 w 140"/>
                <a:gd name="T87" fmla="*/ 53 h 321"/>
                <a:gd name="T88" fmla="*/ 56 w 140"/>
                <a:gd name="T89" fmla="*/ 44 h 321"/>
                <a:gd name="T90" fmla="*/ 56 w 140"/>
                <a:gd name="T91" fmla="*/ 46 h 321"/>
                <a:gd name="T92" fmla="*/ 56 w 140"/>
                <a:gd name="T93" fmla="*/ 48 h 321"/>
                <a:gd name="T94" fmla="*/ 58 w 140"/>
                <a:gd name="T95" fmla="*/ 46 h 321"/>
                <a:gd name="T96" fmla="*/ 58 w 140"/>
                <a:gd name="T97" fmla="*/ 42 h 321"/>
                <a:gd name="T98" fmla="*/ 58 w 140"/>
                <a:gd name="T99" fmla="*/ 42 h 321"/>
                <a:gd name="T100" fmla="*/ 58 w 140"/>
                <a:gd name="T101" fmla="*/ 40 h 321"/>
                <a:gd name="T102" fmla="*/ 56 w 140"/>
                <a:gd name="T103" fmla="*/ 44 h 321"/>
                <a:gd name="T104" fmla="*/ 77 w 140"/>
                <a:gd name="T105" fmla="*/ 19 h 321"/>
                <a:gd name="T106" fmla="*/ 77 w 140"/>
                <a:gd name="T107" fmla="*/ 19 h 321"/>
                <a:gd name="T108" fmla="*/ 79 w 140"/>
                <a:gd name="T109" fmla="*/ 17 h 321"/>
                <a:gd name="T110" fmla="*/ 77 w 140"/>
                <a:gd name="T111" fmla="*/ 19 h 321"/>
                <a:gd name="T112" fmla="*/ 48 w 140"/>
                <a:gd name="T113" fmla="*/ 0 h 321"/>
                <a:gd name="T114" fmla="*/ 50 w 140"/>
                <a:gd name="T115" fmla="*/ 0 h 321"/>
                <a:gd name="T116" fmla="*/ 50 w 140"/>
                <a:gd name="T117" fmla="*/ 0 h 321"/>
                <a:gd name="T118" fmla="*/ 50 w 140"/>
                <a:gd name="T119" fmla="*/ 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40" h="321">
                  <a:moveTo>
                    <a:pt x="84" y="316"/>
                  </a:moveTo>
                  <a:lnTo>
                    <a:pt x="84" y="316"/>
                  </a:lnTo>
                  <a:lnTo>
                    <a:pt x="84" y="316"/>
                  </a:lnTo>
                  <a:lnTo>
                    <a:pt x="82" y="318"/>
                  </a:lnTo>
                  <a:lnTo>
                    <a:pt x="82" y="320"/>
                  </a:lnTo>
                  <a:lnTo>
                    <a:pt x="81" y="320"/>
                  </a:lnTo>
                  <a:lnTo>
                    <a:pt x="79" y="321"/>
                  </a:lnTo>
                  <a:lnTo>
                    <a:pt x="79" y="321"/>
                  </a:lnTo>
                  <a:lnTo>
                    <a:pt x="79" y="320"/>
                  </a:lnTo>
                  <a:lnTo>
                    <a:pt x="79" y="320"/>
                  </a:lnTo>
                  <a:lnTo>
                    <a:pt x="79" y="320"/>
                  </a:lnTo>
                  <a:lnTo>
                    <a:pt x="79" y="321"/>
                  </a:lnTo>
                  <a:lnTo>
                    <a:pt x="81" y="321"/>
                  </a:lnTo>
                  <a:lnTo>
                    <a:pt x="81" y="321"/>
                  </a:lnTo>
                  <a:lnTo>
                    <a:pt x="82" y="321"/>
                  </a:lnTo>
                  <a:lnTo>
                    <a:pt x="82" y="320"/>
                  </a:lnTo>
                  <a:lnTo>
                    <a:pt x="84" y="316"/>
                  </a:lnTo>
                  <a:lnTo>
                    <a:pt x="84" y="316"/>
                  </a:lnTo>
                  <a:lnTo>
                    <a:pt x="84" y="316"/>
                  </a:lnTo>
                  <a:lnTo>
                    <a:pt x="84" y="316"/>
                  </a:lnTo>
                  <a:close/>
                  <a:moveTo>
                    <a:pt x="136" y="150"/>
                  </a:moveTo>
                  <a:lnTo>
                    <a:pt x="136" y="150"/>
                  </a:lnTo>
                  <a:lnTo>
                    <a:pt x="136" y="150"/>
                  </a:lnTo>
                  <a:lnTo>
                    <a:pt x="136" y="152"/>
                  </a:lnTo>
                  <a:lnTo>
                    <a:pt x="136" y="152"/>
                  </a:lnTo>
                  <a:lnTo>
                    <a:pt x="136" y="154"/>
                  </a:lnTo>
                  <a:lnTo>
                    <a:pt x="136" y="152"/>
                  </a:lnTo>
                  <a:lnTo>
                    <a:pt x="136" y="152"/>
                  </a:lnTo>
                  <a:lnTo>
                    <a:pt x="136" y="152"/>
                  </a:lnTo>
                  <a:lnTo>
                    <a:pt x="136" y="150"/>
                  </a:lnTo>
                  <a:lnTo>
                    <a:pt x="136" y="150"/>
                  </a:lnTo>
                  <a:lnTo>
                    <a:pt x="136" y="150"/>
                  </a:lnTo>
                  <a:close/>
                  <a:moveTo>
                    <a:pt x="138" y="145"/>
                  </a:moveTo>
                  <a:lnTo>
                    <a:pt x="138" y="145"/>
                  </a:lnTo>
                  <a:lnTo>
                    <a:pt x="138" y="147"/>
                  </a:lnTo>
                  <a:lnTo>
                    <a:pt x="138" y="147"/>
                  </a:lnTo>
                  <a:lnTo>
                    <a:pt x="138" y="147"/>
                  </a:lnTo>
                  <a:lnTo>
                    <a:pt x="138" y="145"/>
                  </a:lnTo>
                  <a:lnTo>
                    <a:pt x="138" y="145"/>
                  </a:lnTo>
                  <a:lnTo>
                    <a:pt x="138" y="145"/>
                  </a:lnTo>
                  <a:lnTo>
                    <a:pt x="138" y="145"/>
                  </a:lnTo>
                  <a:lnTo>
                    <a:pt x="138" y="145"/>
                  </a:lnTo>
                  <a:close/>
                  <a:moveTo>
                    <a:pt x="44" y="105"/>
                  </a:move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4" y="105"/>
                  </a:lnTo>
                  <a:lnTo>
                    <a:pt x="44" y="105"/>
                  </a:lnTo>
                  <a:lnTo>
                    <a:pt x="44" y="105"/>
                  </a:lnTo>
                  <a:lnTo>
                    <a:pt x="44" y="105"/>
                  </a:lnTo>
                  <a:lnTo>
                    <a:pt x="44" y="105"/>
                  </a:lnTo>
                  <a:close/>
                  <a:moveTo>
                    <a:pt x="35" y="86"/>
                  </a:moveTo>
                  <a:lnTo>
                    <a:pt x="35" y="86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6"/>
                  </a:lnTo>
                  <a:close/>
                  <a:moveTo>
                    <a:pt x="140" y="82"/>
                  </a:moveTo>
                  <a:lnTo>
                    <a:pt x="138" y="82"/>
                  </a:lnTo>
                  <a:lnTo>
                    <a:pt x="138" y="82"/>
                  </a:lnTo>
                  <a:lnTo>
                    <a:pt x="138" y="82"/>
                  </a:lnTo>
                  <a:lnTo>
                    <a:pt x="140" y="82"/>
                  </a:lnTo>
                  <a:lnTo>
                    <a:pt x="140" y="82"/>
                  </a:lnTo>
                  <a:lnTo>
                    <a:pt x="140" y="82"/>
                  </a:lnTo>
                  <a:lnTo>
                    <a:pt x="140" y="82"/>
                  </a:lnTo>
                  <a:close/>
                  <a:moveTo>
                    <a:pt x="2" y="78"/>
                  </a:move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0" y="84"/>
                  </a:lnTo>
                  <a:lnTo>
                    <a:pt x="2" y="80"/>
                  </a:lnTo>
                  <a:lnTo>
                    <a:pt x="2" y="78"/>
                  </a:lnTo>
                  <a:lnTo>
                    <a:pt x="2" y="76"/>
                  </a:lnTo>
                  <a:lnTo>
                    <a:pt x="2" y="76"/>
                  </a:lnTo>
                  <a:lnTo>
                    <a:pt x="2" y="78"/>
                  </a:lnTo>
                  <a:close/>
                  <a:moveTo>
                    <a:pt x="52" y="53"/>
                  </a:moveTo>
                  <a:lnTo>
                    <a:pt x="52" y="55"/>
                  </a:lnTo>
                  <a:lnTo>
                    <a:pt x="52" y="55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4" y="53"/>
                  </a:lnTo>
                  <a:lnTo>
                    <a:pt x="54" y="53"/>
                  </a:lnTo>
                  <a:lnTo>
                    <a:pt x="52" y="53"/>
                  </a:lnTo>
                  <a:close/>
                  <a:moveTo>
                    <a:pt x="56" y="44"/>
                  </a:moveTo>
                  <a:lnTo>
                    <a:pt x="56" y="46"/>
                  </a:lnTo>
                  <a:lnTo>
                    <a:pt x="56" y="46"/>
                  </a:lnTo>
                  <a:lnTo>
                    <a:pt x="56" y="46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58" y="46"/>
                  </a:lnTo>
                  <a:lnTo>
                    <a:pt x="58" y="44"/>
                  </a:lnTo>
                  <a:lnTo>
                    <a:pt x="58" y="42"/>
                  </a:lnTo>
                  <a:lnTo>
                    <a:pt x="58" y="42"/>
                  </a:lnTo>
                  <a:lnTo>
                    <a:pt x="58" y="42"/>
                  </a:lnTo>
                  <a:lnTo>
                    <a:pt x="58" y="42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6" y="44"/>
                  </a:lnTo>
                  <a:close/>
                  <a:moveTo>
                    <a:pt x="77" y="19"/>
                  </a:moveTo>
                  <a:lnTo>
                    <a:pt x="77" y="19"/>
                  </a:lnTo>
                  <a:lnTo>
                    <a:pt x="77" y="21"/>
                  </a:lnTo>
                  <a:lnTo>
                    <a:pt x="77" y="19"/>
                  </a:lnTo>
                  <a:lnTo>
                    <a:pt x="77" y="19"/>
                  </a:lnTo>
                  <a:lnTo>
                    <a:pt x="79" y="17"/>
                  </a:lnTo>
                  <a:lnTo>
                    <a:pt x="77" y="17"/>
                  </a:lnTo>
                  <a:lnTo>
                    <a:pt x="77" y="19"/>
                  </a:lnTo>
                  <a:close/>
                  <a:moveTo>
                    <a:pt x="50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40" name="Freeform 43">
              <a:extLst>
                <a:ext uri="{FF2B5EF4-FFF2-40B4-BE49-F238E27FC236}">
                  <a16:creationId xmlns:a16="http://schemas.microsoft.com/office/drawing/2014/main" id="{02D3FEB1-8CC0-5043-CBCF-7958D285F7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0088" y="5059363"/>
              <a:ext cx="222250" cy="509588"/>
            </a:xfrm>
            <a:custGeom>
              <a:avLst/>
              <a:gdLst>
                <a:gd name="T0" fmla="*/ 84 w 140"/>
                <a:gd name="T1" fmla="*/ 316 h 321"/>
                <a:gd name="T2" fmla="*/ 82 w 140"/>
                <a:gd name="T3" fmla="*/ 318 h 321"/>
                <a:gd name="T4" fmla="*/ 81 w 140"/>
                <a:gd name="T5" fmla="*/ 320 h 321"/>
                <a:gd name="T6" fmla="*/ 79 w 140"/>
                <a:gd name="T7" fmla="*/ 321 h 321"/>
                <a:gd name="T8" fmla="*/ 79 w 140"/>
                <a:gd name="T9" fmla="*/ 320 h 321"/>
                <a:gd name="T10" fmla="*/ 79 w 140"/>
                <a:gd name="T11" fmla="*/ 321 h 321"/>
                <a:gd name="T12" fmla="*/ 81 w 140"/>
                <a:gd name="T13" fmla="*/ 321 h 321"/>
                <a:gd name="T14" fmla="*/ 82 w 140"/>
                <a:gd name="T15" fmla="*/ 320 h 321"/>
                <a:gd name="T16" fmla="*/ 84 w 140"/>
                <a:gd name="T17" fmla="*/ 316 h 321"/>
                <a:gd name="T18" fmla="*/ 84 w 140"/>
                <a:gd name="T19" fmla="*/ 316 h 321"/>
                <a:gd name="T20" fmla="*/ 136 w 140"/>
                <a:gd name="T21" fmla="*/ 150 h 321"/>
                <a:gd name="T22" fmla="*/ 136 w 140"/>
                <a:gd name="T23" fmla="*/ 152 h 321"/>
                <a:gd name="T24" fmla="*/ 136 w 140"/>
                <a:gd name="T25" fmla="*/ 154 h 321"/>
                <a:gd name="T26" fmla="*/ 136 w 140"/>
                <a:gd name="T27" fmla="*/ 152 h 321"/>
                <a:gd name="T28" fmla="*/ 136 w 140"/>
                <a:gd name="T29" fmla="*/ 150 h 321"/>
                <a:gd name="T30" fmla="*/ 136 w 140"/>
                <a:gd name="T31" fmla="*/ 150 h 321"/>
                <a:gd name="T32" fmla="*/ 138 w 140"/>
                <a:gd name="T33" fmla="*/ 145 h 321"/>
                <a:gd name="T34" fmla="*/ 138 w 140"/>
                <a:gd name="T35" fmla="*/ 147 h 321"/>
                <a:gd name="T36" fmla="*/ 138 w 140"/>
                <a:gd name="T37" fmla="*/ 145 h 321"/>
                <a:gd name="T38" fmla="*/ 138 w 140"/>
                <a:gd name="T39" fmla="*/ 145 h 321"/>
                <a:gd name="T40" fmla="*/ 138 w 140"/>
                <a:gd name="T41" fmla="*/ 145 h 321"/>
                <a:gd name="T42" fmla="*/ 42 w 140"/>
                <a:gd name="T43" fmla="*/ 107 h 321"/>
                <a:gd name="T44" fmla="*/ 42 w 140"/>
                <a:gd name="T45" fmla="*/ 107 h 321"/>
                <a:gd name="T46" fmla="*/ 42 w 140"/>
                <a:gd name="T47" fmla="*/ 107 h 321"/>
                <a:gd name="T48" fmla="*/ 44 w 140"/>
                <a:gd name="T49" fmla="*/ 107 h 321"/>
                <a:gd name="T50" fmla="*/ 44 w 140"/>
                <a:gd name="T51" fmla="*/ 105 h 321"/>
                <a:gd name="T52" fmla="*/ 44 w 140"/>
                <a:gd name="T53" fmla="*/ 105 h 321"/>
                <a:gd name="T54" fmla="*/ 35 w 140"/>
                <a:gd name="T55" fmla="*/ 86 h 321"/>
                <a:gd name="T56" fmla="*/ 35 w 140"/>
                <a:gd name="T57" fmla="*/ 86 h 321"/>
                <a:gd name="T58" fmla="*/ 35 w 140"/>
                <a:gd name="T59" fmla="*/ 86 h 321"/>
                <a:gd name="T60" fmla="*/ 35 w 140"/>
                <a:gd name="T61" fmla="*/ 86 h 321"/>
                <a:gd name="T62" fmla="*/ 138 w 140"/>
                <a:gd name="T63" fmla="*/ 82 h 321"/>
                <a:gd name="T64" fmla="*/ 138 w 140"/>
                <a:gd name="T65" fmla="*/ 82 h 321"/>
                <a:gd name="T66" fmla="*/ 140 w 140"/>
                <a:gd name="T67" fmla="*/ 82 h 321"/>
                <a:gd name="T68" fmla="*/ 140 w 140"/>
                <a:gd name="T69" fmla="*/ 82 h 321"/>
                <a:gd name="T70" fmla="*/ 0 w 140"/>
                <a:gd name="T71" fmla="*/ 78 h 321"/>
                <a:gd name="T72" fmla="*/ 0 w 140"/>
                <a:gd name="T73" fmla="*/ 82 h 321"/>
                <a:gd name="T74" fmla="*/ 2 w 140"/>
                <a:gd name="T75" fmla="*/ 80 h 321"/>
                <a:gd name="T76" fmla="*/ 2 w 140"/>
                <a:gd name="T77" fmla="*/ 76 h 321"/>
                <a:gd name="T78" fmla="*/ 2 w 140"/>
                <a:gd name="T79" fmla="*/ 78 h 321"/>
                <a:gd name="T80" fmla="*/ 52 w 140"/>
                <a:gd name="T81" fmla="*/ 55 h 321"/>
                <a:gd name="T82" fmla="*/ 54 w 140"/>
                <a:gd name="T83" fmla="*/ 55 h 321"/>
                <a:gd name="T84" fmla="*/ 54 w 140"/>
                <a:gd name="T85" fmla="*/ 55 h 321"/>
                <a:gd name="T86" fmla="*/ 54 w 140"/>
                <a:gd name="T87" fmla="*/ 53 h 321"/>
                <a:gd name="T88" fmla="*/ 56 w 140"/>
                <a:gd name="T89" fmla="*/ 44 h 321"/>
                <a:gd name="T90" fmla="*/ 56 w 140"/>
                <a:gd name="T91" fmla="*/ 46 h 321"/>
                <a:gd name="T92" fmla="*/ 56 w 140"/>
                <a:gd name="T93" fmla="*/ 48 h 321"/>
                <a:gd name="T94" fmla="*/ 58 w 140"/>
                <a:gd name="T95" fmla="*/ 46 h 321"/>
                <a:gd name="T96" fmla="*/ 58 w 140"/>
                <a:gd name="T97" fmla="*/ 42 h 321"/>
                <a:gd name="T98" fmla="*/ 58 w 140"/>
                <a:gd name="T99" fmla="*/ 42 h 321"/>
                <a:gd name="T100" fmla="*/ 58 w 140"/>
                <a:gd name="T101" fmla="*/ 40 h 321"/>
                <a:gd name="T102" fmla="*/ 56 w 140"/>
                <a:gd name="T103" fmla="*/ 44 h 321"/>
                <a:gd name="T104" fmla="*/ 77 w 140"/>
                <a:gd name="T105" fmla="*/ 19 h 321"/>
                <a:gd name="T106" fmla="*/ 77 w 140"/>
                <a:gd name="T107" fmla="*/ 19 h 321"/>
                <a:gd name="T108" fmla="*/ 79 w 140"/>
                <a:gd name="T109" fmla="*/ 17 h 321"/>
                <a:gd name="T110" fmla="*/ 77 w 140"/>
                <a:gd name="T111" fmla="*/ 19 h 321"/>
                <a:gd name="T112" fmla="*/ 48 w 140"/>
                <a:gd name="T113" fmla="*/ 0 h 321"/>
                <a:gd name="T114" fmla="*/ 50 w 140"/>
                <a:gd name="T115" fmla="*/ 0 h 321"/>
                <a:gd name="T116" fmla="*/ 50 w 140"/>
                <a:gd name="T117" fmla="*/ 0 h 321"/>
                <a:gd name="T118" fmla="*/ 50 w 140"/>
                <a:gd name="T119" fmla="*/ 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40" h="321">
                  <a:moveTo>
                    <a:pt x="84" y="316"/>
                  </a:moveTo>
                  <a:lnTo>
                    <a:pt x="84" y="316"/>
                  </a:lnTo>
                  <a:lnTo>
                    <a:pt x="84" y="316"/>
                  </a:lnTo>
                  <a:lnTo>
                    <a:pt x="82" y="318"/>
                  </a:lnTo>
                  <a:lnTo>
                    <a:pt x="82" y="320"/>
                  </a:lnTo>
                  <a:lnTo>
                    <a:pt x="81" y="320"/>
                  </a:lnTo>
                  <a:lnTo>
                    <a:pt x="79" y="321"/>
                  </a:lnTo>
                  <a:lnTo>
                    <a:pt x="79" y="321"/>
                  </a:lnTo>
                  <a:lnTo>
                    <a:pt x="79" y="320"/>
                  </a:lnTo>
                  <a:lnTo>
                    <a:pt x="79" y="320"/>
                  </a:lnTo>
                  <a:lnTo>
                    <a:pt x="79" y="320"/>
                  </a:lnTo>
                  <a:lnTo>
                    <a:pt x="79" y="321"/>
                  </a:lnTo>
                  <a:lnTo>
                    <a:pt x="81" y="321"/>
                  </a:lnTo>
                  <a:lnTo>
                    <a:pt x="81" y="321"/>
                  </a:lnTo>
                  <a:lnTo>
                    <a:pt x="82" y="321"/>
                  </a:lnTo>
                  <a:lnTo>
                    <a:pt x="82" y="320"/>
                  </a:lnTo>
                  <a:lnTo>
                    <a:pt x="84" y="316"/>
                  </a:lnTo>
                  <a:lnTo>
                    <a:pt x="84" y="316"/>
                  </a:lnTo>
                  <a:lnTo>
                    <a:pt x="84" y="316"/>
                  </a:lnTo>
                  <a:lnTo>
                    <a:pt x="84" y="316"/>
                  </a:lnTo>
                  <a:close/>
                  <a:moveTo>
                    <a:pt x="136" y="150"/>
                  </a:moveTo>
                  <a:lnTo>
                    <a:pt x="136" y="150"/>
                  </a:lnTo>
                  <a:lnTo>
                    <a:pt x="136" y="150"/>
                  </a:lnTo>
                  <a:lnTo>
                    <a:pt x="136" y="152"/>
                  </a:lnTo>
                  <a:lnTo>
                    <a:pt x="136" y="152"/>
                  </a:lnTo>
                  <a:lnTo>
                    <a:pt x="136" y="154"/>
                  </a:lnTo>
                  <a:lnTo>
                    <a:pt x="136" y="152"/>
                  </a:lnTo>
                  <a:lnTo>
                    <a:pt x="136" y="152"/>
                  </a:lnTo>
                  <a:lnTo>
                    <a:pt x="136" y="152"/>
                  </a:lnTo>
                  <a:lnTo>
                    <a:pt x="136" y="150"/>
                  </a:lnTo>
                  <a:lnTo>
                    <a:pt x="136" y="150"/>
                  </a:lnTo>
                  <a:lnTo>
                    <a:pt x="136" y="150"/>
                  </a:lnTo>
                  <a:close/>
                  <a:moveTo>
                    <a:pt x="138" y="145"/>
                  </a:moveTo>
                  <a:lnTo>
                    <a:pt x="138" y="145"/>
                  </a:lnTo>
                  <a:lnTo>
                    <a:pt x="138" y="147"/>
                  </a:lnTo>
                  <a:lnTo>
                    <a:pt x="138" y="147"/>
                  </a:lnTo>
                  <a:lnTo>
                    <a:pt x="138" y="147"/>
                  </a:lnTo>
                  <a:lnTo>
                    <a:pt x="138" y="145"/>
                  </a:lnTo>
                  <a:lnTo>
                    <a:pt x="138" y="145"/>
                  </a:lnTo>
                  <a:lnTo>
                    <a:pt x="138" y="145"/>
                  </a:lnTo>
                  <a:lnTo>
                    <a:pt x="138" y="145"/>
                  </a:lnTo>
                  <a:lnTo>
                    <a:pt x="138" y="145"/>
                  </a:lnTo>
                  <a:close/>
                  <a:moveTo>
                    <a:pt x="44" y="105"/>
                  </a:move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4" y="105"/>
                  </a:lnTo>
                  <a:lnTo>
                    <a:pt x="44" y="105"/>
                  </a:lnTo>
                  <a:lnTo>
                    <a:pt x="44" y="105"/>
                  </a:lnTo>
                  <a:lnTo>
                    <a:pt x="44" y="105"/>
                  </a:lnTo>
                  <a:lnTo>
                    <a:pt x="44" y="105"/>
                  </a:lnTo>
                  <a:close/>
                  <a:moveTo>
                    <a:pt x="35" y="86"/>
                  </a:moveTo>
                  <a:lnTo>
                    <a:pt x="35" y="86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6"/>
                  </a:lnTo>
                  <a:close/>
                  <a:moveTo>
                    <a:pt x="140" y="82"/>
                  </a:moveTo>
                  <a:lnTo>
                    <a:pt x="138" y="82"/>
                  </a:lnTo>
                  <a:lnTo>
                    <a:pt x="138" y="82"/>
                  </a:lnTo>
                  <a:lnTo>
                    <a:pt x="138" y="82"/>
                  </a:lnTo>
                  <a:lnTo>
                    <a:pt x="140" y="82"/>
                  </a:lnTo>
                  <a:lnTo>
                    <a:pt x="140" y="82"/>
                  </a:lnTo>
                  <a:lnTo>
                    <a:pt x="140" y="82"/>
                  </a:lnTo>
                  <a:lnTo>
                    <a:pt x="140" y="82"/>
                  </a:lnTo>
                  <a:close/>
                  <a:moveTo>
                    <a:pt x="2" y="78"/>
                  </a:move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0" y="84"/>
                  </a:lnTo>
                  <a:lnTo>
                    <a:pt x="2" y="80"/>
                  </a:lnTo>
                  <a:lnTo>
                    <a:pt x="2" y="78"/>
                  </a:lnTo>
                  <a:lnTo>
                    <a:pt x="2" y="76"/>
                  </a:lnTo>
                  <a:lnTo>
                    <a:pt x="2" y="76"/>
                  </a:lnTo>
                  <a:lnTo>
                    <a:pt x="2" y="78"/>
                  </a:lnTo>
                  <a:close/>
                  <a:moveTo>
                    <a:pt x="52" y="53"/>
                  </a:moveTo>
                  <a:lnTo>
                    <a:pt x="52" y="55"/>
                  </a:lnTo>
                  <a:lnTo>
                    <a:pt x="52" y="55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4" y="53"/>
                  </a:lnTo>
                  <a:lnTo>
                    <a:pt x="54" y="53"/>
                  </a:lnTo>
                  <a:lnTo>
                    <a:pt x="52" y="53"/>
                  </a:lnTo>
                  <a:close/>
                  <a:moveTo>
                    <a:pt x="56" y="44"/>
                  </a:moveTo>
                  <a:lnTo>
                    <a:pt x="56" y="46"/>
                  </a:lnTo>
                  <a:lnTo>
                    <a:pt x="56" y="46"/>
                  </a:lnTo>
                  <a:lnTo>
                    <a:pt x="56" y="46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58" y="46"/>
                  </a:lnTo>
                  <a:lnTo>
                    <a:pt x="58" y="44"/>
                  </a:lnTo>
                  <a:lnTo>
                    <a:pt x="58" y="42"/>
                  </a:lnTo>
                  <a:lnTo>
                    <a:pt x="58" y="42"/>
                  </a:lnTo>
                  <a:lnTo>
                    <a:pt x="58" y="42"/>
                  </a:lnTo>
                  <a:lnTo>
                    <a:pt x="58" y="42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6" y="44"/>
                  </a:lnTo>
                  <a:close/>
                  <a:moveTo>
                    <a:pt x="77" y="19"/>
                  </a:moveTo>
                  <a:lnTo>
                    <a:pt x="77" y="19"/>
                  </a:lnTo>
                  <a:lnTo>
                    <a:pt x="77" y="21"/>
                  </a:lnTo>
                  <a:lnTo>
                    <a:pt x="77" y="19"/>
                  </a:lnTo>
                  <a:lnTo>
                    <a:pt x="77" y="19"/>
                  </a:lnTo>
                  <a:lnTo>
                    <a:pt x="79" y="17"/>
                  </a:lnTo>
                  <a:lnTo>
                    <a:pt x="77" y="17"/>
                  </a:lnTo>
                  <a:lnTo>
                    <a:pt x="77" y="19"/>
                  </a:lnTo>
                  <a:close/>
                  <a:moveTo>
                    <a:pt x="50" y="0"/>
                  </a:moveTo>
                  <a:lnTo>
                    <a:pt x="48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41" name="Freeform 44">
              <a:extLst>
                <a:ext uri="{FF2B5EF4-FFF2-40B4-BE49-F238E27FC236}">
                  <a16:creationId xmlns:a16="http://schemas.microsoft.com/office/drawing/2014/main" id="{824AB1CE-3096-ECF9-3668-CBFAE33BF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3788" y="4895850"/>
              <a:ext cx="373063" cy="671513"/>
            </a:xfrm>
            <a:custGeom>
              <a:avLst/>
              <a:gdLst>
                <a:gd name="T0" fmla="*/ 219 w 235"/>
                <a:gd name="T1" fmla="*/ 303 h 423"/>
                <a:gd name="T2" fmla="*/ 219 w 235"/>
                <a:gd name="T3" fmla="*/ 282 h 423"/>
                <a:gd name="T4" fmla="*/ 223 w 235"/>
                <a:gd name="T5" fmla="*/ 246 h 423"/>
                <a:gd name="T6" fmla="*/ 216 w 235"/>
                <a:gd name="T7" fmla="*/ 229 h 423"/>
                <a:gd name="T8" fmla="*/ 191 w 235"/>
                <a:gd name="T9" fmla="*/ 240 h 423"/>
                <a:gd name="T10" fmla="*/ 181 w 235"/>
                <a:gd name="T11" fmla="*/ 223 h 423"/>
                <a:gd name="T12" fmla="*/ 185 w 235"/>
                <a:gd name="T13" fmla="*/ 200 h 423"/>
                <a:gd name="T14" fmla="*/ 185 w 235"/>
                <a:gd name="T15" fmla="*/ 185 h 423"/>
                <a:gd name="T16" fmla="*/ 168 w 235"/>
                <a:gd name="T17" fmla="*/ 170 h 423"/>
                <a:gd name="T18" fmla="*/ 176 w 235"/>
                <a:gd name="T19" fmla="*/ 164 h 423"/>
                <a:gd name="T20" fmla="*/ 170 w 235"/>
                <a:gd name="T21" fmla="*/ 151 h 423"/>
                <a:gd name="T22" fmla="*/ 155 w 235"/>
                <a:gd name="T23" fmla="*/ 149 h 423"/>
                <a:gd name="T24" fmla="*/ 155 w 235"/>
                <a:gd name="T25" fmla="*/ 139 h 423"/>
                <a:gd name="T26" fmla="*/ 128 w 235"/>
                <a:gd name="T27" fmla="*/ 122 h 423"/>
                <a:gd name="T28" fmla="*/ 128 w 235"/>
                <a:gd name="T29" fmla="*/ 113 h 423"/>
                <a:gd name="T30" fmla="*/ 143 w 235"/>
                <a:gd name="T31" fmla="*/ 107 h 423"/>
                <a:gd name="T32" fmla="*/ 139 w 235"/>
                <a:gd name="T33" fmla="*/ 97 h 423"/>
                <a:gd name="T34" fmla="*/ 128 w 235"/>
                <a:gd name="T35" fmla="*/ 92 h 423"/>
                <a:gd name="T36" fmla="*/ 116 w 235"/>
                <a:gd name="T37" fmla="*/ 88 h 423"/>
                <a:gd name="T38" fmla="*/ 103 w 235"/>
                <a:gd name="T39" fmla="*/ 80 h 423"/>
                <a:gd name="T40" fmla="*/ 84 w 235"/>
                <a:gd name="T41" fmla="*/ 67 h 423"/>
                <a:gd name="T42" fmla="*/ 73 w 235"/>
                <a:gd name="T43" fmla="*/ 65 h 423"/>
                <a:gd name="T44" fmla="*/ 52 w 235"/>
                <a:gd name="T45" fmla="*/ 46 h 423"/>
                <a:gd name="T46" fmla="*/ 44 w 235"/>
                <a:gd name="T47" fmla="*/ 36 h 423"/>
                <a:gd name="T48" fmla="*/ 46 w 235"/>
                <a:gd name="T49" fmla="*/ 29 h 423"/>
                <a:gd name="T50" fmla="*/ 38 w 235"/>
                <a:gd name="T51" fmla="*/ 25 h 423"/>
                <a:gd name="T52" fmla="*/ 31 w 235"/>
                <a:gd name="T53" fmla="*/ 17 h 423"/>
                <a:gd name="T54" fmla="*/ 23 w 235"/>
                <a:gd name="T55" fmla="*/ 12 h 423"/>
                <a:gd name="T56" fmla="*/ 15 w 235"/>
                <a:gd name="T57" fmla="*/ 10 h 423"/>
                <a:gd name="T58" fmla="*/ 10 w 235"/>
                <a:gd name="T59" fmla="*/ 6 h 423"/>
                <a:gd name="T60" fmla="*/ 0 w 235"/>
                <a:gd name="T61" fmla="*/ 2 h 423"/>
                <a:gd name="T62" fmla="*/ 21 w 235"/>
                <a:gd name="T63" fmla="*/ 46 h 423"/>
                <a:gd name="T64" fmla="*/ 31 w 235"/>
                <a:gd name="T65" fmla="*/ 71 h 423"/>
                <a:gd name="T66" fmla="*/ 40 w 235"/>
                <a:gd name="T67" fmla="*/ 63 h 423"/>
                <a:gd name="T68" fmla="*/ 46 w 235"/>
                <a:gd name="T69" fmla="*/ 65 h 423"/>
                <a:gd name="T70" fmla="*/ 38 w 235"/>
                <a:gd name="T71" fmla="*/ 75 h 423"/>
                <a:gd name="T72" fmla="*/ 50 w 235"/>
                <a:gd name="T73" fmla="*/ 82 h 423"/>
                <a:gd name="T74" fmla="*/ 69 w 235"/>
                <a:gd name="T75" fmla="*/ 118 h 423"/>
                <a:gd name="T76" fmla="*/ 82 w 235"/>
                <a:gd name="T77" fmla="*/ 135 h 423"/>
                <a:gd name="T78" fmla="*/ 97 w 235"/>
                <a:gd name="T79" fmla="*/ 189 h 423"/>
                <a:gd name="T80" fmla="*/ 113 w 235"/>
                <a:gd name="T81" fmla="*/ 221 h 423"/>
                <a:gd name="T82" fmla="*/ 126 w 235"/>
                <a:gd name="T83" fmla="*/ 238 h 423"/>
                <a:gd name="T84" fmla="*/ 122 w 235"/>
                <a:gd name="T85" fmla="*/ 250 h 423"/>
                <a:gd name="T86" fmla="*/ 126 w 235"/>
                <a:gd name="T87" fmla="*/ 251 h 423"/>
                <a:gd name="T88" fmla="*/ 141 w 235"/>
                <a:gd name="T89" fmla="*/ 274 h 423"/>
                <a:gd name="T90" fmla="*/ 143 w 235"/>
                <a:gd name="T91" fmla="*/ 289 h 423"/>
                <a:gd name="T92" fmla="*/ 149 w 235"/>
                <a:gd name="T93" fmla="*/ 308 h 423"/>
                <a:gd name="T94" fmla="*/ 139 w 235"/>
                <a:gd name="T95" fmla="*/ 284 h 423"/>
                <a:gd name="T96" fmla="*/ 137 w 235"/>
                <a:gd name="T97" fmla="*/ 289 h 423"/>
                <a:gd name="T98" fmla="*/ 132 w 235"/>
                <a:gd name="T99" fmla="*/ 274 h 423"/>
                <a:gd name="T100" fmla="*/ 128 w 235"/>
                <a:gd name="T101" fmla="*/ 272 h 423"/>
                <a:gd name="T102" fmla="*/ 147 w 235"/>
                <a:gd name="T103" fmla="*/ 335 h 423"/>
                <a:gd name="T104" fmla="*/ 149 w 235"/>
                <a:gd name="T105" fmla="*/ 345 h 423"/>
                <a:gd name="T106" fmla="*/ 156 w 235"/>
                <a:gd name="T107" fmla="*/ 358 h 423"/>
                <a:gd name="T108" fmla="*/ 168 w 235"/>
                <a:gd name="T109" fmla="*/ 354 h 423"/>
                <a:gd name="T110" fmla="*/ 158 w 235"/>
                <a:gd name="T111" fmla="*/ 362 h 423"/>
                <a:gd name="T112" fmla="*/ 166 w 235"/>
                <a:gd name="T113" fmla="*/ 373 h 423"/>
                <a:gd name="T114" fmla="*/ 212 w 235"/>
                <a:gd name="T115" fmla="*/ 421 h 423"/>
                <a:gd name="T116" fmla="*/ 217 w 235"/>
                <a:gd name="T117" fmla="*/ 409 h 423"/>
                <a:gd name="T118" fmla="*/ 223 w 235"/>
                <a:gd name="T119" fmla="*/ 402 h 423"/>
                <a:gd name="T120" fmla="*/ 214 w 235"/>
                <a:gd name="T121" fmla="*/ 385 h 423"/>
                <a:gd name="T122" fmla="*/ 216 w 235"/>
                <a:gd name="T123" fmla="*/ 362 h 423"/>
                <a:gd name="T124" fmla="*/ 235 w 235"/>
                <a:gd name="T125" fmla="*/ 31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5" h="423">
                  <a:moveTo>
                    <a:pt x="235" y="308"/>
                  </a:moveTo>
                  <a:lnTo>
                    <a:pt x="233" y="305"/>
                  </a:lnTo>
                  <a:lnTo>
                    <a:pt x="231" y="305"/>
                  </a:lnTo>
                  <a:lnTo>
                    <a:pt x="231" y="303"/>
                  </a:lnTo>
                  <a:lnTo>
                    <a:pt x="231" y="301"/>
                  </a:lnTo>
                  <a:lnTo>
                    <a:pt x="229" y="301"/>
                  </a:lnTo>
                  <a:lnTo>
                    <a:pt x="229" y="301"/>
                  </a:lnTo>
                  <a:lnTo>
                    <a:pt x="227" y="301"/>
                  </a:lnTo>
                  <a:lnTo>
                    <a:pt x="227" y="301"/>
                  </a:lnTo>
                  <a:lnTo>
                    <a:pt x="221" y="303"/>
                  </a:lnTo>
                  <a:lnTo>
                    <a:pt x="221" y="303"/>
                  </a:lnTo>
                  <a:lnTo>
                    <a:pt x="221" y="303"/>
                  </a:lnTo>
                  <a:lnTo>
                    <a:pt x="219" y="303"/>
                  </a:lnTo>
                  <a:lnTo>
                    <a:pt x="219" y="303"/>
                  </a:lnTo>
                  <a:lnTo>
                    <a:pt x="219" y="301"/>
                  </a:lnTo>
                  <a:lnTo>
                    <a:pt x="217" y="301"/>
                  </a:lnTo>
                  <a:lnTo>
                    <a:pt x="217" y="301"/>
                  </a:lnTo>
                  <a:lnTo>
                    <a:pt x="217" y="301"/>
                  </a:lnTo>
                  <a:lnTo>
                    <a:pt x="216" y="301"/>
                  </a:lnTo>
                  <a:lnTo>
                    <a:pt x="216" y="301"/>
                  </a:lnTo>
                  <a:lnTo>
                    <a:pt x="216" y="301"/>
                  </a:lnTo>
                  <a:lnTo>
                    <a:pt x="216" y="299"/>
                  </a:lnTo>
                  <a:lnTo>
                    <a:pt x="216" y="299"/>
                  </a:lnTo>
                  <a:lnTo>
                    <a:pt x="216" y="299"/>
                  </a:lnTo>
                  <a:lnTo>
                    <a:pt x="219" y="284"/>
                  </a:lnTo>
                  <a:lnTo>
                    <a:pt x="219" y="282"/>
                  </a:lnTo>
                  <a:lnTo>
                    <a:pt x="219" y="280"/>
                  </a:lnTo>
                  <a:lnTo>
                    <a:pt x="219" y="278"/>
                  </a:lnTo>
                  <a:lnTo>
                    <a:pt x="219" y="274"/>
                  </a:lnTo>
                  <a:lnTo>
                    <a:pt x="219" y="274"/>
                  </a:lnTo>
                  <a:lnTo>
                    <a:pt x="219" y="272"/>
                  </a:lnTo>
                  <a:lnTo>
                    <a:pt x="221" y="269"/>
                  </a:lnTo>
                  <a:lnTo>
                    <a:pt x="221" y="267"/>
                  </a:lnTo>
                  <a:lnTo>
                    <a:pt x="221" y="265"/>
                  </a:lnTo>
                  <a:lnTo>
                    <a:pt x="219" y="259"/>
                  </a:lnTo>
                  <a:lnTo>
                    <a:pt x="219" y="257"/>
                  </a:lnTo>
                  <a:lnTo>
                    <a:pt x="219" y="255"/>
                  </a:lnTo>
                  <a:lnTo>
                    <a:pt x="219" y="255"/>
                  </a:lnTo>
                  <a:lnTo>
                    <a:pt x="223" y="246"/>
                  </a:lnTo>
                  <a:lnTo>
                    <a:pt x="223" y="244"/>
                  </a:lnTo>
                  <a:lnTo>
                    <a:pt x="223" y="242"/>
                  </a:lnTo>
                  <a:lnTo>
                    <a:pt x="223" y="242"/>
                  </a:lnTo>
                  <a:lnTo>
                    <a:pt x="223" y="242"/>
                  </a:lnTo>
                  <a:lnTo>
                    <a:pt x="221" y="242"/>
                  </a:lnTo>
                  <a:lnTo>
                    <a:pt x="221" y="240"/>
                  </a:lnTo>
                  <a:lnTo>
                    <a:pt x="221" y="238"/>
                  </a:lnTo>
                  <a:lnTo>
                    <a:pt x="221" y="236"/>
                  </a:lnTo>
                  <a:lnTo>
                    <a:pt x="219" y="234"/>
                  </a:lnTo>
                  <a:lnTo>
                    <a:pt x="219" y="234"/>
                  </a:lnTo>
                  <a:lnTo>
                    <a:pt x="217" y="230"/>
                  </a:lnTo>
                  <a:lnTo>
                    <a:pt x="217" y="230"/>
                  </a:lnTo>
                  <a:lnTo>
                    <a:pt x="216" y="229"/>
                  </a:lnTo>
                  <a:lnTo>
                    <a:pt x="214" y="230"/>
                  </a:lnTo>
                  <a:lnTo>
                    <a:pt x="210" y="230"/>
                  </a:lnTo>
                  <a:lnTo>
                    <a:pt x="206" y="232"/>
                  </a:lnTo>
                  <a:lnTo>
                    <a:pt x="204" y="234"/>
                  </a:lnTo>
                  <a:lnTo>
                    <a:pt x="204" y="234"/>
                  </a:lnTo>
                  <a:lnTo>
                    <a:pt x="200" y="238"/>
                  </a:lnTo>
                  <a:lnTo>
                    <a:pt x="196" y="240"/>
                  </a:lnTo>
                  <a:lnTo>
                    <a:pt x="195" y="240"/>
                  </a:lnTo>
                  <a:lnTo>
                    <a:pt x="195" y="240"/>
                  </a:lnTo>
                  <a:lnTo>
                    <a:pt x="193" y="240"/>
                  </a:lnTo>
                  <a:lnTo>
                    <a:pt x="193" y="240"/>
                  </a:lnTo>
                  <a:lnTo>
                    <a:pt x="191" y="240"/>
                  </a:lnTo>
                  <a:lnTo>
                    <a:pt x="191" y="240"/>
                  </a:lnTo>
                  <a:lnTo>
                    <a:pt x="191" y="238"/>
                  </a:lnTo>
                  <a:lnTo>
                    <a:pt x="189" y="236"/>
                  </a:lnTo>
                  <a:lnTo>
                    <a:pt x="187" y="236"/>
                  </a:lnTo>
                  <a:lnTo>
                    <a:pt x="185" y="234"/>
                  </a:lnTo>
                  <a:lnTo>
                    <a:pt x="183" y="234"/>
                  </a:lnTo>
                  <a:lnTo>
                    <a:pt x="183" y="232"/>
                  </a:lnTo>
                  <a:lnTo>
                    <a:pt x="183" y="232"/>
                  </a:lnTo>
                  <a:lnTo>
                    <a:pt x="183" y="230"/>
                  </a:lnTo>
                  <a:lnTo>
                    <a:pt x="183" y="229"/>
                  </a:lnTo>
                  <a:lnTo>
                    <a:pt x="183" y="227"/>
                  </a:lnTo>
                  <a:lnTo>
                    <a:pt x="183" y="227"/>
                  </a:lnTo>
                  <a:lnTo>
                    <a:pt x="181" y="225"/>
                  </a:lnTo>
                  <a:lnTo>
                    <a:pt x="181" y="223"/>
                  </a:lnTo>
                  <a:lnTo>
                    <a:pt x="181" y="223"/>
                  </a:lnTo>
                  <a:lnTo>
                    <a:pt x="179" y="221"/>
                  </a:lnTo>
                  <a:lnTo>
                    <a:pt x="181" y="217"/>
                  </a:lnTo>
                  <a:lnTo>
                    <a:pt x="181" y="215"/>
                  </a:lnTo>
                  <a:lnTo>
                    <a:pt x="181" y="215"/>
                  </a:lnTo>
                  <a:lnTo>
                    <a:pt x="181" y="215"/>
                  </a:lnTo>
                  <a:lnTo>
                    <a:pt x="181" y="210"/>
                  </a:lnTo>
                  <a:lnTo>
                    <a:pt x="181" y="202"/>
                  </a:lnTo>
                  <a:lnTo>
                    <a:pt x="181" y="202"/>
                  </a:lnTo>
                  <a:lnTo>
                    <a:pt x="181" y="200"/>
                  </a:lnTo>
                  <a:lnTo>
                    <a:pt x="183" y="200"/>
                  </a:lnTo>
                  <a:lnTo>
                    <a:pt x="185" y="200"/>
                  </a:lnTo>
                  <a:lnTo>
                    <a:pt x="185" y="200"/>
                  </a:lnTo>
                  <a:lnTo>
                    <a:pt x="187" y="198"/>
                  </a:lnTo>
                  <a:lnTo>
                    <a:pt x="187" y="196"/>
                  </a:lnTo>
                  <a:lnTo>
                    <a:pt x="187" y="194"/>
                  </a:lnTo>
                  <a:lnTo>
                    <a:pt x="187" y="192"/>
                  </a:lnTo>
                  <a:lnTo>
                    <a:pt x="187" y="191"/>
                  </a:lnTo>
                  <a:lnTo>
                    <a:pt x="187" y="191"/>
                  </a:lnTo>
                  <a:lnTo>
                    <a:pt x="187" y="189"/>
                  </a:lnTo>
                  <a:lnTo>
                    <a:pt x="187" y="187"/>
                  </a:lnTo>
                  <a:lnTo>
                    <a:pt x="187" y="187"/>
                  </a:lnTo>
                  <a:lnTo>
                    <a:pt x="187" y="187"/>
                  </a:lnTo>
                  <a:lnTo>
                    <a:pt x="185" y="187"/>
                  </a:lnTo>
                  <a:lnTo>
                    <a:pt x="185" y="187"/>
                  </a:lnTo>
                  <a:lnTo>
                    <a:pt x="185" y="185"/>
                  </a:lnTo>
                  <a:lnTo>
                    <a:pt x="183" y="185"/>
                  </a:lnTo>
                  <a:lnTo>
                    <a:pt x="183" y="183"/>
                  </a:lnTo>
                  <a:lnTo>
                    <a:pt x="183" y="183"/>
                  </a:lnTo>
                  <a:lnTo>
                    <a:pt x="183" y="181"/>
                  </a:lnTo>
                  <a:lnTo>
                    <a:pt x="181" y="181"/>
                  </a:lnTo>
                  <a:lnTo>
                    <a:pt x="181" y="179"/>
                  </a:lnTo>
                  <a:lnTo>
                    <a:pt x="177" y="177"/>
                  </a:lnTo>
                  <a:lnTo>
                    <a:pt x="172" y="175"/>
                  </a:lnTo>
                  <a:lnTo>
                    <a:pt x="170" y="175"/>
                  </a:lnTo>
                  <a:lnTo>
                    <a:pt x="170" y="173"/>
                  </a:lnTo>
                  <a:lnTo>
                    <a:pt x="168" y="172"/>
                  </a:lnTo>
                  <a:lnTo>
                    <a:pt x="168" y="170"/>
                  </a:lnTo>
                  <a:lnTo>
                    <a:pt x="168" y="170"/>
                  </a:lnTo>
                  <a:lnTo>
                    <a:pt x="168" y="168"/>
                  </a:lnTo>
                  <a:lnTo>
                    <a:pt x="168" y="166"/>
                  </a:lnTo>
                  <a:lnTo>
                    <a:pt x="168" y="166"/>
                  </a:lnTo>
                  <a:lnTo>
                    <a:pt x="170" y="166"/>
                  </a:lnTo>
                  <a:lnTo>
                    <a:pt x="170" y="164"/>
                  </a:lnTo>
                  <a:lnTo>
                    <a:pt x="170" y="164"/>
                  </a:lnTo>
                  <a:lnTo>
                    <a:pt x="172" y="164"/>
                  </a:lnTo>
                  <a:lnTo>
                    <a:pt x="172" y="164"/>
                  </a:lnTo>
                  <a:lnTo>
                    <a:pt x="174" y="166"/>
                  </a:lnTo>
                  <a:lnTo>
                    <a:pt x="174" y="166"/>
                  </a:lnTo>
                  <a:lnTo>
                    <a:pt x="176" y="166"/>
                  </a:lnTo>
                  <a:lnTo>
                    <a:pt x="176" y="164"/>
                  </a:lnTo>
                  <a:lnTo>
                    <a:pt x="176" y="164"/>
                  </a:lnTo>
                  <a:lnTo>
                    <a:pt x="176" y="164"/>
                  </a:lnTo>
                  <a:lnTo>
                    <a:pt x="176" y="162"/>
                  </a:lnTo>
                  <a:lnTo>
                    <a:pt x="176" y="162"/>
                  </a:lnTo>
                  <a:lnTo>
                    <a:pt x="174" y="162"/>
                  </a:lnTo>
                  <a:lnTo>
                    <a:pt x="174" y="160"/>
                  </a:lnTo>
                  <a:lnTo>
                    <a:pt x="172" y="156"/>
                  </a:lnTo>
                  <a:lnTo>
                    <a:pt x="172" y="154"/>
                  </a:lnTo>
                  <a:lnTo>
                    <a:pt x="172" y="154"/>
                  </a:lnTo>
                  <a:lnTo>
                    <a:pt x="170" y="154"/>
                  </a:lnTo>
                  <a:lnTo>
                    <a:pt x="170" y="153"/>
                  </a:lnTo>
                  <a:lnTo>
                    <a:pt x="170" y="153"/>
                  </a:lnTo>
                  <a:lnTo>
                    <a:pt x="170" y="151"/>
                  </a:lnTo>
                  <a:lnTo>
                    <a:pt x="170" y="151"/>
                  </a:lnTo>
                  <a:lnTo>
                    <a:pt x="170" y="149"/>
                  </a:lnTo>
                  <a:lnTo>
                    <a:pt x="170" y="149"/>
                  </a:lnTo>
                  <a:lnTo>
                    <a:pt x="170" y="147"/>
                  </a:lnTo>
                  <a:lnTo>
                    <a:pt x="170" y="145"/>
                  </a:lnTo>
                  <a:lnTo>
                    <a:pt x="170" y="145"/>
                  </a:lnTo>
                  <a:lnTo>
                    <a:pt x="170" y="147"/>
                  </a:lnTo>
                  <a:lnTo>
                    <a:pt x="166" y="149"/>
                  </a:lnTo>
                  <a:lnTo>
                    <a:pt x="166" y="149"/>
                  </a:lnTo>
                  <a:lnTo>
                    <a:pt x="164" y="149"/>
                  </a:lnTo>
                  <a:lnTo>
                    <a:pt x="158" y="149"/>
                  </a:lnTo>
                  <a:lnTo>
                    <a:pt x="156" y="149"/>
                  </a:lnTo>
                  <a:lnTo>
                    <a:pt x="155" y="149"/>
                  </a:lnTo>
                  <a:lnTo>
                    <a:pt x="155" y="149"/>
                  </a:lnTo>
                  <a:lnTo>
                    <a:pt x="153" y="149"/>
                  </a:lnTo>
                  <a:lnTo>
                    <a:pt x="153" y="149"/>
                  </a:lnTo>
                  <a:lnTo>
                    <a:pt x="151" y="149"/>
                  </a:lnTo>
                  <a:lnTo>
                    <a:pt x="151" y="149"/>
                  </a:lnTo>
                  <a:lnTo>
                    <a:pt x="149" y="149"/>
                  </a:lnTo>
                  <a:lnTo>
                    <a:pt x="147" y="149"/>
                  </a:lnTo>
                  <a:lnTo>
                    <a:pt x="147" y="149"/>
                  </a:lnTo>
                  <a:lnTo>
                    <a:pt x="147" y="149"/>
                  </a:lnTo>
                  <a:lnTo>
                    <a:pt x="147" y="147"/>
                  </a:lnTo>
                  <a:lnTo>
                    <a:pt x="147" y="147"/>
                  </a:lnTo>
                  <a:lnTo>
                    <a:pt x="149" y="143"/>
                  </a:lnTo>
                  <a:lnTo>
                    <a:pt x="149" y="143"/>
                  </a:lnTo>
                  <a:lnTo>
                    <a:pt x="155" y="139"/>
                  </a:lnTo>
                  <a:lnTo>
                    <a:pt x="156" y="137"/>
                  </a:lnTo>
                  <a:lnTo>
                    <a:pt x="153" y="135"/>
                  </a:lnTo>
                  <a:lnTo>
                    <a:pt x="151" y="132"/>
                  </a:lnTo>
                  <a:lnTo>
                    <a:pt x="151" y="132"/>
                  </a:lnTo>
                  <a:lnTo>
                    <a:pt x="149" y="132"/>
                  </a:lnTo>
                  <a:lnTo>
                    <a:pt x="149" y="130"/>
                  </a:lnTo>
                  <a:lnTo>
                    <a:pt x="147" y="130"/>
                  </a:lnTo>
                  <a:lnTo>
                    <a:pt x="147" y="130"/>
                  </a:lnTo>
                  <a:lnTo>
                    <a:pt x="145" y="128"/>
                  </a:lnTo>
                  <a:lnTo>
                    <a:pt x="143" y="128"/>
                  </a:lnTo>
                  <a:lnTo>
                    <a:pt x="134" y="124"/>
                  </a:lnTo>
                  <a:lnTo>
                    <a:pt x="130" y="124"/>
                  </a:lnTo>
                  <a:lnTo>
                    <a:pt x="128" y="122"/>
                  </a:lnTo>
                  <a:lnTo>
                    <a:pt x="128" y="122"/>
                  </a:lnTo>
                  <a:lnTo>
                    <a:pt x="128" y="122"/>
                  </a:lnTo>
                  <a:lnTo>
                    <a:pt x="128" y="120"/>
                  </a:lnTo>
                  <a:lnTo>
                    <a:pt x="128" y="120"/>
                  </a:lnTo>
                  <a:lnTo>
                    <a:pt x="128" y="120"/>
                  </a:lnTo>
                  <a:lnTo>
                    <a:pt x="128" y="120"/>
                  </a:lnTo>
                  <a:lnTo>
                    <a:pt x="128" y="118"/>
                  </a:lnTo>
                  <a:lnTo>
                    <a:pt x="126" y="118"/>
                  </a:lnTo>
                  <a:lnTo>
                    <a:pt x="126" y="118"/>
                  </a:lnTo>
                  <a:lnTo>
                    <a:pt x="128" y="116"/>
                  </a:lnTo>
                  <a:lnTo>
                    <a:pt x="128" y="116"/>
                  </a:lnTo>
                  <a:lnTo>
                    <a:pt x="128" y="114"/>
                  </a:lnTo>
                  <a:lnTo>
                    <a:pt x="128" y="113"/>
                  </a:lnTo>
                  <a:lnTo>
                    <a:pt x="128" y="113"/>
                  </a:lnTo>
                  <a:lnTo>
                    <a:pt x="128" y="111"/>
                  </a:lnTo>
                  <a:lnTo>
                    <a:pt x="130" y="113"/>
                  </a:lnTo>
                  <a:lnTo>
                    <a:pt x="132" y="113"/>
                  </a:lnTo>
                  <a:lnTo>
                    <a:pt x="134" y="113"/>
                  </a:lnTo>
                  <a:lnTo>
                    <a:pt x="136" y="113"/>
                  </a:lnTo>
                  <a:lnTo>
                    <a:pt x="137" y="113"/>
                  </a:lnTo>
                  <a:lnTo>
                    <a:pt x="137" y="113"/>
                  </a:lnTo>
                  <a:lnTo>
                    <a:pt x="139" y="111"/>
                  </a:lnTo>
                  <a:lnTo>
                    <a:pt x="139" y="109"/>
                  </a:lnTo>
                  <a:lnTo>
                    <a:pt x="139" y="109"/>
                  </a:lnTo>
                  <a:lnTo>
                    <a:pt x="141" y="109"/>
                  </a:lnTo>
                  <a:lnTo>
                    <a:pt x="143" y="107"/>
                  </a:lnTo>
                  <a:lnTo>
                    <a:pt x="143" y="107"/>
                  </a:lnTo>
                  <a:lnTo>
                    <a:pt x="143" y="107"/>
                  </a:lnTo>
                  <a:lnTo>
                    <a:pt x="145" y="107"/>
                  </a:lnTo>
                  <a:lnTo>
                    <a:pt x="145" y="107"/>
                  </a:lnTo>
                  <a:lnTo>
                    <a:pt x="145" y="107"/>
                  </a:lnTo>
                  <a:lnTo>
                    <a:pt x="143" y="105"/>
                  </a:lnTo>
                  <a:lnTo>
                    <a:pt x="143" y="103"/>
                  </a:lnTo>
                  <a:lnTo>
                    <a:pt x="143" y="101"/>
                  </a:lnTo>
                  <a:lnTo>
                    <a:pt x="141" y="99"/>
                  </a:lnTo>
                  <a:lnTo>
                    <a:pt x="141" y="99"/>
                  </a:lnTo>
                  <a:lnTo>
                    <a:pt x="141" y="97"/>
                  </a:lnTo>
                  <a:lnTo>
                    <a:pt x="141" y="97"/>
                  </a:lnTo>
                  <a:lnTo>
                    <a:pt x="139" y="97"/>
                  </a:lnTo>
                  <a:lnTo>
                    <a:pt x="139" y="97"/>
                  </a:lnTo>
                  <a:lnTo>
                    <a:pt x="137" y="97"/>
                  </a:lnTo>
                  <a:lnTo>
                    <a:pt x="137" y="99"/>
                  </a:lnTo>
                  <a:lnTo>
                    <a:pt x="137" y="97"/>
                  </a:lnTo>
                  <a:lnTo>
                    <a:pt x="136" y="97"/>
                  </a:lnTo>
                  <a:lnTo>
                    <a:pt x="134" y="97"/>
                  </a:lnTo>
                  <a:lnTo>
                    <a:pt x="134" y="97"/>
                  </a:lnTo>
                  <a:lnTo>
                    <a:pt x="132" y="95"/>
                  </a:lnTo>
                  <a:lnTo>
                    <a:pt x="130" y="94"/>
                  </a:lnTo>
                  <a:lnTo>
                    <a:pt x="130" y="92"/>
                  </a:lnTo>
                  <a:lnTo>
                    <a:pt x="128" y="92"/>
                  </a:lnTo>
                  <a:lnTo>
                    <a:pt x="128" y="92"/>
                  </a:lnTo>
                  <a:lnTo>
                    <a:pt x="128" y="92"/>
                  </a:lnTo>
                  <a:lnTo>
                    <a:pt x="126" y="92"/>
                  </a:lnTo>
                  <a:lnTo>
                    <a:pt x="126" y="92"/>
                  </a:lnTo>
                  <a:lnTo>
                    <a:pt x="126" y="92"/>
                  </a:lnTo>
                  <a:lnTo>
                    <a:pt x="124" y="92"/>
                  </a:lnTo>
                  <a:lnTo>
                    <a:pt x="124" y="92"/>
                  </a:lnTo>
                  <a:lnTo>
                    <a:pt x="124" y="90"/>
                  </a:lnTo>
                  <a:lnTo>
                    <a:pt x="122" y="88"/>
                  </a:lnTo>
                  <a:lnTo>
                    <a:pt x="122" y="88"/>
                  </a:lnTo>
                  <a:lnTo>
                    <a:pt x="120" y="88"/>
                  </a:lnTo>
                  <a:lnTo>
                    <a:pt x="120" y="86"/>
                  </a:lnTo>
                  <a:lnTo>
                    <a:pt x="118" y="86"/>
                  </a:lnTo>
                  <a:lnTo>
                    <a:pt x="118" y="86"/>
                  </a:lnTo>
                  <a:lnTo>
                    <a:pt x="116" y="88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5" y="88"/>
                  </a:lnTo>
                  <a:lnTo>
                    <a:pt x="113" y="86"/>
                  </a:lnTo>
                  <a:lnTo>
                    <a:pt x="113" y="86"/>
                  </a:lnTo>
                  <a:lnTo>
                    <a:pt x="113" y="84"/>
                  </a:lnTo>
                  <a:lnTo>
                    <a:pt x="113" y="80"/>
                  </a:lnTo>
                  <a:lnTo>
                    <a:pt x="113" y="78"/>
                  </a:lnTo>
                  <a:lnTo>
                    <a:pt x="113" y="78"/>
                  </a:lnTo>
                  <a:lnTo>
                    <a:pt x="113" y="78"/>
                  </a:lnTo>
                  <a:lnTo>
                    <a:pt x="111" y="78"/>
                  </a:lnTo>
                  <a:lnTo>
                    <a:pt x="107" y="78"/>
                  </a:lnTo>
                  <a:lnTo>
                    <a:pt x="103" y="80"/>
                  </a:lnTo>
                  <a:lnTo>
                    <a:pt x="101" y="80"/>
                  </a:lnTo>
                  <a:lnTo>
                    <a:pt x="97" y="80"/>
                  </a:lnTo>
                  <a:lnTo>
                    <a:pt x="95" y="80"/>
                  </a:lnTo>
                  <a:lnTo>
                    <a:pt x="94" y="78"/>
                  </a:lnTo>
                  <a:lnTo>
                    <a:pt x="92" y="78"/>
                  </a:lnTo>
                  <a:lnTo>
                    <a:pt x="90" y="78"/>
                  </a:lnTo>
                  <a:lnTo>
                    <a:pt x="88" y="76"/>
                  </a:lnTo>
                  <a:lnTo>
                    <a:pt x="86" y="76"/>
                  </a:lnTo>
                  <a:lnTo>
                    <a:pt x="86" y="75"/>
                  </a:lnTo>
                  <a:lnTo>
                    <a:pt x="84" y="73"/>
                  </a:lnTo>
                  <a:lnTo>
                    <a:pt x="84" y="71"/>
                  </a:lnTo>
                  <a:lnTo>
                    <a:pt x="84" y="69"/>
                  </a:lnTo>
                  <a:lnTo>
                    <a:pt x="84" y="67"/>
                  </a:lnTo>
                  <a:lnTo>
                    <a:pt x="82" y="67"/>
                  </a:lnTo>
                  <a:lnTo>
                    <a:pt x="82" y="67"/>
                  </a:lnTo>
                  <a:lnTo>
                    <a:pt x="82" y="67"/>
                  </a:lnTo>
                  <a:lnTo>
                    <a:pt x="80" y="67"/>
                  </a:lnTo>
                  <a:lnTo>
                    <a:pt x="80" y="67"/>
                  </a:lnTo>
                  <a:lnTo>
                    <a:pt x="80" y="67"/>
                  </a:lnTo>
                  <a:lnTo>
                    <a:pt x="78" y="67"/>
                  </a:lnTo>
                  <a:lnTo>
                    <a:pt x="78" y="67"/>
                  </a:lnTo>
                  <a:lnTo>
                    <a:pt x="76" y="67"/>
                  </a:lnTo>
                  <a:lnTo>
                    <a:pt x="75" y="65"/>
                  </a:lnTo>
                  <a:lnTo>
                    <a:pt x="75" y="65"/>
                  </a:lnTo>
                  <a:lnTo>
                    <a:pt x="75" y="65"/>
                  </a:lnTo>
                  <a:lnTo>
                    <a:pt x="73" y="65"/>
                  </a:lnTo>
                  <a:lnTo>
                    <a:pt x="73" y="65"/>
                  </a:lnTo>
                  <a:lnTo>
                    <a:pt x="71" y="65"/>
                  </a:lnTo>
                  <a:lnTo>
                    <a:pt x="71" y="63"/>
                  </a:lnTo>
                  <a:lnTo>
                    <a:pt x="71" y="63"/>
                  </a:lnTo>
                  <a:lnTo>
                    <a:pt x="71" y="61"/>
                  </a:lnTo>
                  <a:lnTo>
                    <a:pt x="69" y="61"/>
                  </a:lnTo>
                  <a:lnTo>
                    <a:pt x="69" y="61"/>
                  </a:lnTo>
                  <a:lnTo>
                    <a:pt x="67" y="59"/>
                  </a:lnTo>
                  <a:lnTo>
                    <a:pt x="65" y="59"/>
                  </a:lnTo>
                  <a:lnTo>
                    <a:pt x="63" y="57"/>
                  </a:lnTo>
                  <a:lnTo>
                    <a:pt x="54" y="48"/>
                  </a:lnTo>
                  <a:lnTo>
                    <a:pt x="52" y="46"/>
                  </a:lnTo>
                  <a:lnTo>
                    <a:pt x="52" y="46"/>
                  </a:lnTo>
                  <a:lnTo>
                    <a:pt x="52" y="46"/>
                  </a:lnTo>
                  <a:lnTo>
                    <a:pt x="50" y="46"/>
                  </a:lnTo>
                  <a:lnTo>
                    <a:pt x="50" y="46"/>
                  </a:lnTo>
                  <a:lnTo>
                    <a:pt x="50" y="46"/>
                  </a:lnTo>
                  <a:lnTo>
                    <a:pt x="50" y="46"/>
                  </a:lnTo>
                  <a:lnTo>
                    <a:pt x="50" y="46"/>
                  </a:lnTo>
                  <a:lnTo>
                    <a:pt x="48" y="44"/>
                  </a:lnTo>
                  <a:lnTo>
                    <a:pt x="48" y="42"/>
                  </a:lnTo>
                  <a:lnTo>
                    <a:pt x="48" y="40"/>
                  </a:lnTo>
                  <a:lnTo>
                    <a:pt x="46" y="38"/>
                  </a:lnTo>
                  <a:lnTo>
                    <a:pt x="46" y="36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4" y="33"/>
                  </a:lnTo>
                  <a:lnTo>
                    <a:pt x="46" y="33"/>
                  </a:lnTo>
                  <a:lnTo>
                    <a:pt x="46" y="31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29"/>
                  </a:lnTo>
                  <a:lnTo>
                    <a:pt x="48" y="29"/>
                  </a:lnTo>
                  <a:lnTo>
                    <a:pt x="46" y="29"/>
                  </a:lnTo>
                  <a:lnTo>
                    <a:pt x="46" y="29"/>
                  </a:lnTo>
                  <a:lnTo>
                    <a:pt x="46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38" y="27"/>
                  </a:lnTo>
                  <a:lnTo>
                    <a:pt x="38" y="27"/>
                  </a:lnTo>
                  <a:lnTo>
                    <a:pt x="38" y="25"/>
                  </a:lnTo>
                  <a:lnTo>
                    <a:pt x="38" y="25"/>
                  </a:lnTo>
                  <a:lnTo>
                    <a:pt x="36" y="23"/>
                  </a:lnTo>
                  <a:lnTo>
                    <a:pt x="36" y="23"/>
                  </a:lnTo>
                  <a:lnTo>
                    <a:pt x="36" y="21"/>
                  </a:lnTo>
                  <a:lnTo>
                    <a:pt x="36" y="21"/>
                  </a:lnTo>
                  <a:lnTo>
                    <a:pt x="38" y="19"/>
                  </a:lnTo>
                  <a:lnTo>
                    <a:pt x="38" y="17"/>
                  </a:lnTo>
                  <a:lnTo>
                    <a:pt x="35" y="16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3" y="17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7" y="16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5" y="16"/>
                  </a:lnTo>
                  <a:lnTo>
                    <a:pt x="25" y="16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2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10"/>
                  </a:lnTo>
                  <a:lnTo>
                    <a:pt x="23" y="10"/>
                  </a:lnTo>
                  <a:lnTo>
                    <a:pt x="21" y="10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4" y="10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10" y="23"/>
                  </a:lnTo>
                  <a:lnTo>
                    <a:pt x="12" y="27"/>
                  </a:lnTo>
                  <a:lnTo>
                    <a:pt x="12" y="27"/>
                  </a:lnTo>
                  <a:lnTo>
                    <a:pt x="12" y="29"/>
                  </a:lnTo>
                  <a:lnTo>
                    <a:pt x="12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5" y="35"/>
                  </a:lnTo>
                  <a:lnTo>
                    <a:pt x="21" y="46"/>
                  </a:lnTo>
                  <a:lnTo>
                    <a:pt x="23" y="48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23" y="54"/>
                  </a:lnTo>
                  <a:lnTo>
                    <a:pt x="23" y="52"/>
                  </a:lnTo>
                  <a:lnTo>
                    <a:pt x="25" y="52"/>
                  </a:lnTo>
                  <a:lnTo>
                    <a:pt x="25" y="52"/>
                  </a:lnTo>
                  <a:lnTo>
                    <a:pt x="27" y="50"/>
                  </a:lnTo>
                  <a:lnTo>
                    <a:pt x="27" y="52"/>
                  </a:lnTo>
                  <a:lnTo>
                    <a:pt x="25" y="54"/>
                  </a:lnTo>
                  <a:lnTo>
                    <a:pt x="27" y="59"/>
                  </a:lnTo>
                  <a:lnTo>
                    <a:pt x="31" y="67"/>
                  </a:lnTo>
                  <a:lnTo>
                    <a:pt x="31" y="71"/>
                  </a:lnTo>
                  <a:lnTo>
                    <a:pt x="31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5" y="73"/>
                  </a:lnTo>
                  <a:lnTo>
                    <a:pt x="35" y="71"/>
                  </a:lnTo>
                  <a:lnTo>
                    <a:pt x="35" y="65"/>
                  </a:lnTo>
                  <a:lnTo>
                    <a:pt x="35" y="63"/>
                  </a:lnTo>
                  <a:lnTo>
                    <a:pt x="36" y="65"/>
                  </a:lnTo>
                  <a:lnTo>
                    <a:pt x="38" y="65"/>
                  </a:lnTo>
                  <a:lnTo>
                    <a:pt x="38" y="63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44" y="61"/>
                  </a:lnTo>
                  <a:lnTo>
                    <a:pt x="46" y="61"/>
                  </a:lnTo>
                  <a:lnTo>
                    <a:pt x="48" y="61"/>
                  </a:lnTo>
                  <a:lnTo>
                    <a:pt x="48" y="59"/>
                  </a:lnTo>
                  <a:lnTo>
                    <a:pt x="50" y="61"/>
                  </a:lnTo>
                  <a:lnTo>
                    <a:pt x="50" y="61"/>
                  </a:lnTo>
                  <a:lnTo>
                    <a:pt x="48" y="61"/>
                  </a:lnTo>
                  <a:lnTo>
                    <a:pt x="48" y="63"/>
                  </a:lnTo>
                  <a:lnTo>
                    <a:pt x="46" y="63"/>
                  </a:lnTo>
                  <a:lnTo>
                    <a:pt x="46" y="65"/>
                  </a:lnTo>
                  <a:lnTo>
                    <a:pt x="44" y="65"/>
                  </a:lnTo>
                  <a:lnTo>
                    <a:pt x="44" y="65"/>
                  </a:lnTo>
                  <a:lnTo>
                    <a:pt x="44" y="63"/>
                  </a:lnTo>
                  <a:lnTo>
                    <a:pt x="42" y="65"/>
                  </a:lnTo>
                  <a:lnTo>
                    <a:pt x="40" y="67"/>
                  </a:lnTo>
                  <a:lnTo>
                    <a:pt x="42" y="69"/>
                  </a:lnTo>
                  <a:lnTo>
                    <a:pt x="42" y="71"/>
                  </a:lnTo>
                  <a:lnTo>
                    <a:pt x="42" y="71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42" y="73"/>
                  </a:lnTo>
                  <a:lnTo>
                    <a:pt x="38" y="73"/>
                  </a:lnTo>
                  <a:lnTo>
                    <a:pt x="38" y="75"/>
                  </a:lnTo>
                  <a:lnTo>
                    <a:pt x="40" y="76"/>
                  </a:lnTo>
                  <a:lnTo>
                    <a:pt x="40" y="76"/>
                  </a:lnTo>
                  <a:lnTo>
                    <a:pt x="42" y="78"/>
                  </a:lnTo>
                  <a:lnTo>
                    <a:pt x="44" y="78"/>
                  </a:lnTo>
                  <a:lnTo>
                    <a:pt x="46" y="78"/>
                  </a:lnTo>
                  <a:lnTo>
                    <a:pt x="46" y="78"/>
                  </a:lnTo>
                  <a:lnTo>
                    <a:pt x="48" y="76"/>
                  </a:lnTo>
                  <a:lnTo>
                    <a:pt x="50" y="76"/>
                  </a:lnTo>
                  <a:lnTo>
                    <a:pt x="50" y="78"/>
                  </a:lnTo>
                  <a:lnTo>
                    <a:pt x="48" y="78"/>
                  </a:lnTo>
                  <a:lnTo>
                    <a:pt x="50" y="80"/>
                  </a:lnTo>
                  <a:lnTo>
                    <a:pt x="50" y="80"/>
                  </a:lnTo>
                  <a:lnTo>
                    <a:pt x="50" y="82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44" y="84"/>
                  </a:lnTo>
                  <a:lnTo>
                    <a:pt x="46" y="86"/>
                  </a:lnTo>
                  <a:lnTo>
                    <a:pt x="46" y="88"/>
                  </a:lnTo>
                  <a:lnTo>
                    <a:pt x="46" y="88"/>
                  </a:lnTo>
                  <a:lnTo>
                    <a:pt x="48" y="86"/>
                  </a:lnTo>
                  <a:lnTo>
                    <a:pt x="48" y="86"/>
                  </a:lnTo>
                  <a:lnTo>
                    <a:pt x="59" y="99"/>
                  </a:lnTo>
                  <a:lnTo>
                    <a:pt x="63" y="103"/>
                  </a:lnTo>
                  <a:lnTo>
                    <a:pt x="67" y="114"/>
                  </a:lnTo>
                  <a:lnTo>
                    <a:pt x="67" y="116"/>
                  </a:lnTo>
                  <a:lnTo>
                    <a:pt x="69" y="118"/>
                  </a:lnTo>
                  <a:lnTo>
                    <a:pt x="69" y="120"/>
                  </a:lnTo>
                  <a:lnTo>
                    <a:pt x="69" y="122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3" y="124"/>
                  </a:lnTo>
                  <a:lnTo>
                    <a:pt x="75" y="124"/>
                  </a:lnTo>
                  <a:lnTo>
                    <a:pt x="76" y="126"/>
                  </a:lnTo>
                  <a:lnTo>
                    <a:pt x="78" y="128"/>
                  </a:lnTo>
                  <a:lnTo>
                    <a:pt x="78" y="132"/>
                  </a:lnTo>
                  <a:lnTo>
                    <a:pt x="80" y="133"/>
                  </a:lnTo>
                  <a:lnTo>
                    <a:pt x="80" y="133"/>
                  </a:lnTo>
                  <a:lnTo>
                    <a:pt x="82" y="133"/>
                  </a:lnTo>
                  <a:lnTo>
                    <a:pt x="82" y="135"/>
                  </a:lnTo>
                  <a:lnTo>
                    <a:pt x="80" y="135"/>
                  </a:lnTo>
                  <a:lnTo>
                    <a:pt x="80" y="137"/>
                  </a:lnTo>
                  <a:lnTo>
                    <a:pt x="80" y="137"/>
                  </a:lnTo>
                  <a:lnTo>
                    <a:pt x="82" y="137"/>
                  </a:lnTo>
                  <a:lnTo>
                    <a:pt x="82" y="139"/>
                  </a:lnTo>
                  <a:lnTo>
                    <a:pt x="90" y="158"/>
                  </a:lnTo>
                  <a:lnTo>
                    <a:pt x="94" y="175"/>
                  </a:lnTo>
                  <a:lnTo>
                    <a:pt x="95" y="183"/>
                  </a:lnTo>
                  <a:lnTo>
                    <a:pt x="97" y="187"/>
                  </a:lnTo>
                  <a:lnTo>
                    <a:pt x="99" y="187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9"/>
                  </a:lnTo>
                  <a:lnTo>
                    <a:pt x="99" y="191"/>
                  </a:lnTo>
                  <a:lnTo>
                    <a:pt x="99" y="191"/>
                  </a:lnTo>
                  <a:lnTo>
                    <a:pt x="99" y="191"/>
                  </a:lnTo>
                  <a:lnTo>
                    <a:pt x="99" y="192"/>
                  </a:lnTo>
                  <a:lnTo>
                    <a:pt x="99" y="194"/>
                  </a:lnTo>
                  <a:lnTo>
                    <a:pt x="105" y="206"/>
                  </a:lnTo>
                  <a:lnTo>
                    <a:pt x="107" y="210"/>
                  </a:lnTo>
                  <a:lnTo>
                    <a:pt x="107" y="210"/>
                  </a:lnTo>
                  <a:lnTo>
                    <a:pt x="109" y="211"/>
                  </a:lnTo>
                  <a:lnTo>
                    <a:pt x="111" y="213"/>
                  </a:lnTo>
                  <a:lnTo>
                    <a:pt x="111" y="217"/>
                  </a:lnTo>
                  <a:lnTo>
                    <a:pt x="111" y="219"/>
                  </a:lnTo>
                  <a:lnTo>
                    <a:pt x="113" y="221"/>
                  </a:lnTo>
                  <a:lnTo>
                    <a:pt x="115" y="227"/>
                  </a:lnTo>
                  <a:lnTo>
                    <a:pt x="116" y="230"/>
                  </a:lnTo>
                  <a:lnTo>
                    <a:pt x="118" y="238"/>
                  </a:lnTo>
                  <a:lnTo>
                    <a:pt x="120" y="242"/>
                  </a:lnTo>
                  <a:lnTo>
                    <a:pt x="120" y="242"/>
                  </a:lnTo>
                  <a:lnTo>
                    <a:pt x="122" y="244"/>
                  </a:lnTo>
                  <a:lnTo>
                    <a:pt x="122" y="244"/>
                  </a:lnTo>
                  <a:lnTo>
                    <a:pt x="124" y="244"/>
                  </a:lnTo>
                  <a:lnTo>
                    <a:pt x="124" y="242"/>
                  </a:lnTo>
                  <a:lnTo>
                    <a:pt x="124" y="240"/>
                  </a:lnTo>
                  <a:lnTo>
                    <a:pt x="124" y="236"/>
                  </a:lnTo>
                  <a:lnTo>
                    <a:pt x="124" y="238"/>
                  </a:lnTo>
                  <a:lnTo>
                    <a:pt x="126" y="238"/>
                  </a:lnTo>
                  <a:lnTo>
                    <a:pt x="126" y="240"/>
                  </a:lnTo>
                  <a:lnTo>
                    <a:pt x="126" y="240"/>
                  </a:lnTo>
                  <a:lnTo>
                    <a:pt x="128" y="240"/>
                  </a:lnTo>
                  <a:lnTo>
                    <a:pt x="128" y="240"/>
                  </a:lnTo>
                  <a:lnTo>
                    <a:pt x="128" y="240"/>
                  </a:lnTo>
                  <a:lnTo>
                    <a:pt x="128" y="240"/>
                  </a:lnTo>
                  <a:lnTo>
                    <a:pt x="128" y="242"/>
                  </a:lnTo>
                  <a:lnTo>
                    <a:pt x="128" y="242"/>
                  </a:lnTo>
                  <a:lnTo>
                    <a:pt x="126" y="244"/>
                  </a:lnTo>
                  <a:lnTo>
                    <a:pt x="122" y="246"/>
                  </a:lnTo>
                  <a:lnTo>
                    <a:pt x="122" y="248"/>
                  </a:lnTo>
                  <a:lnTo>
                    <a:pt x="122" y="248"/>
                  </a:lnTo>
                  <a:lnTo>
                    <a:pt x="122" y="250"/>
                  </a:lnTo>
                  <a:lnTo>
                    <a:pt x="122" y="251"/>
                  </a:lnTo>
                  <a:lnTo>
                    <a:pt x="122" y="251"/>
                  </a:lnTo>
                  <a:lnTo>
                    <a:pt x="126" y="259"/>
                  </a:lnTo>
                  <a:lnTo>
                    <a:pt x="126" y="261"/>
                  </a:lnTo>
                  <a:lnTo>
                    <a:pt x="128" y="263"/>
                  </a:lnTo>
                  <a:lnTo>
                    <a:pt x="128" y="261"/>
                  </a:lnTo>
                  <a:lnTo>
                    <a:pt x="126" y="259"/>
                  </a:lnTo>
                  <a:lnTo>
                    <a:pt x="126" y="255"/>
                  </a:lnTo>
                  <a:lnTo>
                    <a:pt x="126" y="253"/>
                  </a:lnTo>
                  <a:lnTo>
                    <a:pt x="126" y="253"/>
                  </a:lnTo>
                  <a:lnTo>
                    <a:pt x="124" y="251"/>
                  </a:lnTo>
                  <a:lnTo>
                    <a:pt x="126" y="250"/>
                  </a:lnTo>
                  <a:lnTo>
                    <a:pt x="126" y="251"/>
                  </a:lnTo>
                  <a:lnTo>
                    <a:pt x="126" y="251"/>
                  </a:lnTo>
                  <a:lnTo>
                    <a:pt x="128" y="251"/>
                  </a:lnTo>
                  <a:lnTo>
                    <a:pt x="128" y="251"/>
                  </a:lnTo>
                  <a:lnTo>
                    <a:pt x="130" y="257"/>
                  </a:lnTo>
                  <a:lnTo>
                    <a:pt x="132" y="259"/>
                  </a:lnTo>
                  <a:lnTo>
                    <a:pt x="130" y="261"/>
                  </a:lnTo>
                  <a:lnTo>
                    <a:pt x="132" y="265"/>
                  </a:lnTo>
                  <a:lnTo>
                    <a:pt x="134" y="267"/>
                  </a:lnTo>
                  <a:lnTo>
                    <a:pt x="134" y="265"/>
                  </a:lnTo>
                  <a:lnTo>
                    <a:pt x="136" y="267"/>
                  </a:lnTo>
                  <a:lnTo>
                    <a:pt x="139" y="270"/>
                  </a:lnTo>
                  <a:lnTo>
                    <a:pt x="139" y="270"/>
                  </a:lnTo>
                  <a:lnTo>
                    <a:pt x="141" y="274"/>
                  </a:lnTo>
                  <a:lnTo>
                    <a:pt x="141" y="276"/>
                  </a:lnTo>
                  <a:lnTo>
                    <a:pt x="141" y="278"/>
                  </a:lnTo>
                  <a:lnTo>
                    <a:pt x="141" y="280"/>
                  </a:lnTo>
                  <a:lnTo>
                    <a:pt x="141" y="280"/>
                  </a:lnTo>
                  <a:lnTo>
                    <a:pt x="141" y="282"/>
                  </a:lnTo>
                  <a:lnTo>
                    <a:pt x="141" y="284"/>
                  </a:lnTo>
                  <a:lnTo>
                    <a:pt x="141" y="284"/>
                  </a:lnTo>
                  <a:lnTo>
                    <a:pt x="141" y="286"/>
                  </a:lnTo>
                  <a:lnTo>
                    <a:pt x="141" y="288"/>
                  </a:lnTo>
                  <a:lnTo>
                    <a:pt x="141" y="288"/>
                  </a:lnTo>
                  <a:lnTo>
                    <a:pt x="141" y="289"/>
                  </a:lnTo>
                  <a:lnTo>
                    <a:pt x="143" y="289"/>
                  </a:lnTo>
                  <a:lnTo>
                    <a:pt x="143" y="289"/>
                  </a:lnTo>
                  <a:lnTo>
                    <a:pt x="143" y="291"/>
                  </a:lnTo>
                  <a:lnTo>
                    <a:pt x="143" y="295"/>
                  </a:lnTo>
                  <a:lnTo>
                    <a:pt x="145" y="297"/>
                  </a:lnTo>
                  <a:lnTo>
                    <a:pt x="145" y="299"/>
                  </a:lnTo>
                  <a:lnTo>
                    <a:pt x="143" y="303"/>
                  </a:lnTo>
                  <a:lnTo>
                    <a:pt x="143" y="303"/>
                  </a:lnTo>
                  <a:lnTo>
                    <a:pt x="145" y="303"/>
                  </a:lnTo>
                  <a:lnTo>
                    <a:pt x="147" y="303"/>
                  </a:lnTo>
                  <a:lnTo>
                    <a:pt x="149" y="303"/>
                  </a:lnTo>
                  <a:lnTo>
                    <a:pt x="151" y="305"/>
                  </a:lnTo>
                  <a:lnTo>
                    <a:pt x="153" y="305"/>
                  </a:lnTo>
                  <a:lnTo>
                    <a:pt x="149" y="308"/>
                  </a:lnTo>
                  <a:lnTo>
                    <a:pt x="149" y="308"/>
                  </a:lnTo>
                  <a:lnTo>
                    <a:pt x="145" y="308"/>
                  </a:lnTo>
                  <a:lnTo>
                    <a:pt x="145" y="308"/>
                  </a:lnTo>
                  <a:lnTo>
                    <a:pt x="141" y="307"/>
                  </a:lnTo>
                  <a:lnTo>
                    <a:pt x="139" y="307"/>
                  </a:lnTo>
                  <a:lnTo>
                    <a:pt x="137" y="305"/>
                  </a:lnTo>
                  <a:lnTo>
                    <a:pt x="139" y="297"/>
                  </a:lnTo>
                  <a:lnTo>
                    <a:pt x="141" y="295"/>
                  </a:lnTo>
                  <a:lnTo>
                    <a:pt x="141" y="295"/>
                  </a:lnTo>
                  <a:lnTo>
                    <a:pt x="141" y="293"/>
                  </a:lnTo>
                  <a:lnTo>
                    <a:pt x="141" y="291"/>
                  </a:lnTo>
                  <a:lnTo>
                    <a:pt x="141" y="289"/>
                  </a:lnTo>
                  <a:lnTo>
                    <a:pt x="139" y="288"/>
                  </a:lnTo>
                  <a:lnTo>
                    <a:pt x="139" y="284"/>
                  </a:lnTo>
                  <a:lnTo>
                    <a:pt x="139" y="282"/>
                  </a:lnTo>
                  <a:lnTo>
                    <a:pt x="139" y="280"/>
                  </a:lnTo>
                  <a:lnTo>
                    <a:pt x="139" y="280"/>
                  </a:lnTo>
                  <a:lnTo>
                    <a:pt x="137" y="278"/>
                  </a:lnTo>
                  <a:lnTo>
                    <a:pt x="137" y="276"/>
                  </a:lnTo>
                  <a:lnTo>
                    <a:pt x="136" y="274"/>
                  </a:lnTo>
                  <a:lnTo>
                    <a:pt x="136" y="274"/>
                  </a:lnTo>
                  <a:lnTo>
                    <a:pt x="136" y="276"/>
                  </a:lnTo>
                  <a:lnTo>
                    <a:pt x="137" y="280"/>
                  </a:lnTo>
                  <a:lnTo>
                    <a:pt x="137" y="282"/>
                  </a:lnTo>
                  <a:lnTo>
                    <a:pt x="137" y="288"/>
                  </a:lnTo>
                  <a:lnTo>
                    <a:pt x="137" y="289"/>
                  </a:lnTo>
                  <a:lnTo>
                    <a:pt x="137" y="289"/>
                  </a:lnTo>
                  <a:lnTo>
                    <a:pt x="134" y="274"/>
                  </a:lnTo>
                  <a:lnTo>
                    <a:pt x="134" y="272"/>
                  </a:lnTo>
                  <a:lnTo>
                    <a:pt x="134" y="274"/>
                  </a:lnTo>
                  <a:lnTo>
                    <a:pt x="134" y="276"/>
                  </a:lnTo>
                  <a:lnTo>
                    <a:pt x="134" y="276"/>
                  </a:lnTo>
                  <a:lnTo>
                    <a:pt x="132" y="276"/>
                  </a:lnTo>
                  <a:lnTo>
                    <a:pt x="132" y="276"/>
                  </a:lnTo>
                  <a:lnTo>
                    <a:pt x="132" y="276"/>
                  </a:lnTo>
                  <a:lnTo>
                    <a:pt x="132" y="274"/>
                  </a:lnTo>
                  <a:lnTo>
                    <a:pt x="132" y="274"/>
                  </a:lnTo>
                  <a:lnTo>
                    <a:pt x="132" y="272"/>
                  </a:lnTo>
                  <a:lnTo>
                    <a:pt x="132" y="274"/>
                  </a:lnTo>
                  <a:lnTo>
                    <a:pt x="132" y="274"/>
                  </a:lnTo>
                  <a:lnTo>
                    <a:pt x="130" y="274"/>
                  </a:lnTo>
                  <a:lnTo>
                    <a:pt x="130" y="272"/>
                  </a:lnTo>
                  <a:lnTo>
                    <a:pt x="130" y="272"/>
                  </a:lnTo>
                  <a:lnTo>
                    <a:pt x="130" y="270"/>
                  </a:lnTo>
                  <a:lnTo>
                    <a:pt x="130" y="270"/>
                  </a:lnTo>
                  <a:lnTo>
                    <a:pt x="132" y="270"/>
                  </a:lnTo>
                  <a:lnTo>
                    <a:pt x="132" y="270"/>
                  </a:lnTo>
                  <a:lnTo>
                    <a:pt x="132" y="269"/>
                  </a:lnTo>
                  <a:lnTo>
                    <a:pt x="130" y="267"/>
                  </a:lnTo>
                  <a:lnTo>
                    <a:pt x="128" y="265"/>
                  </a:lnTo>
                  <a:lnTo>
                    <a:pt x="128" y="267"/>
                  </a:lnTo>
                  <a:lnTo>
                    <a:pt x="128" y="267"/>
                  </a:lnTo>
                  <a:lnTo>
                    <a:pt x="128" y="272"/>
                  </a:lnTo>
                  <a:lnTo>
                    <a:pt x="130" y="272"/>
                  </a:lnTo>
                  <a:lnTo>
                    <a:pt x="132" y="280"/>
                  </a:lnTo>
                  <a:lnTo>
                    <a:pt x="134" y="293"/>
                  </a:lnTo>
                  <a:lnTo>
                    <a:pt x="132" y="297"/>
                  </a:lnTo>
                  <a:lnTo>
                    <a:pt x="134" y="308"/>
                  </a:lnTo>
                  <a:lnTo>
                    <a:pt x="139" y="326"/>
                  </a:lnTo>
                  <a:lnTo>
                    <a:pt x="147" y="341"/>
                  </a:lnTo>
                  <a:lnTo>
                    <a:pt x="147" y="341"/>
                  </a:lnTo>
                  <a:lnTo>
                    <a:pt x="147" y="341"/>
                  </a:lnTo>
                  <a:lnTo>
                    <a:pt x="143" y="333"/>
                  </a:lnTo>
                  <a:lnTo>
                    <a:pt x="143" y="331"/>
                  </a:lnTo>
                  <a:lnTo>
                    <a:pt x="145" y="333"/>
                  </a:lnTo>
                  <a:lnTo>
                    <a:pt x="147" y="335"/>
                  </a:lnTo>
                  <a:lnTo>
                    <a:pt x="149" y="341"/>
                  </a:lnTo>
                  <a:lnTo>
                    <a:pt x="149" y="341"/>
                  </a:lnTo>
                  <a:lnTo>
                    <a:pt x="149" y="341"/>
                  </a:lnTo>
                  <a:lnTo>
                    <a:pt x="149" y="341"/>
                  </a:lnTo>
                  <a:lnTo>
                    <a:pt x="151" y="339"/>
                  </a:lnTo>
                  <a:lnTo>
                    <a:pt x="149" y="343"/>
                  </a:lnTo>
                  <a:lnTo>
                    <a:pt x="149" y="345"/>
                  </a:lnTo>
                  <a:lnTo>
                    <a:pt x="149" y="345"/>
                  </a:lnTo>
                  <a:lnTo>
                    <a:pt x="149" y="343"/>
                  </a:lnTo>
                  <a:lnTo>
                    <a:pt x="149" y="343"/>
                  </a:lnTo>
                  <a:lnTo>
                    <a:pt x="149" y="343"/>
                  </a:lnTo>
                  <a:lnTo>
                    <a:pt x="149" y="343"/>
                  </a:lnTo>
                  <a:lnTo>
                    <a:pt x="149" y="345"/>
                  </a:lnTo>
                  <a:lnTo>
                    <a:pt x="151" y="350"/>
                  </a:lnTo>
                  <a:lnTo>
                    <a:pt x="153" y="354"/>
                  </a:lnTo>
                  <a:lnTo>
                    <a:pt x="153" y="356"/>
                  </a:lnTo>
                  <a:lnTo>
                    <a:pt x="153" y="356"/>
                  </a:lnTo>
                  <a:lnTo>
                    <a:pt x="153" y="358"/>
                  </a:lnTo>
                  <a:lnTo>
                    <a:pt x="155" y="360"/>
                  </a:lnTo>
                  <a:lnTo>
                    <a:pt x="155" y="360"/>
                  </a:lnTo>
                  <a:lnTo>
                    <a:pt x="155" y="362"/>
                  </a:lnTo>
                  <a:lnTo>
                    <a:pt x="155" y="360"/>
                  </a:lnTo>
                  <a:lnTo>
                    <a:pt x="155" y="358"/>
                  </a:lnTo>
                  <a:lnTo>
                    <a:pt x="156" y="356"/>
                  </a:lnTo>
                  <a:lnTo>
                    <a:pt x="158" y="356"/>
                  </a:lnTo>
                  <a:lnTo>
                    <a:pt x="156" y="358"/>
                  </a:lnTo>
                  <a:lnTo>
                    <a:pt x="156" y="358"/>
                  </a:lnTo>
                  <a:lnTo>
                    <a:pt x="156" y="358"/>
                  </a:lnTo>
                  <a:lnTo>
                    <a:pt x="156" y="360"/>
                  </a:lnTo>
                  <a:lnTo>
                    <a:pt x="158" y="358"/>
                  </a:lnTo>
                  <a:lnTo>
                    <a:pt x="158" y="356"/>
                  </a:lnTo>
                  <a:lnTo>
                    <a:pt x="160" y="356"/>
                  </a:lnTo>
                  <a:lnTo>
                    <a:pt x="162" y="356"/>
                  </a:lnTo>
                  <a:lnTo>
                    <a:pt x="162" y="356"/>
                  </a:lnTo>
                  <a:lnTo>
                    <a:pt x="164" y="356"/>
                  </a:lnTo>
                  <a:lnTo>
                    <a:pt x="164" y="354"/>
                  </a:lnTo>
                  <a:lnTo>
                    <a:pt x="164" y="354"/>
                  </a:lnTo>
                  <a:lnTo>
                    <a:pt x="166" y="354"/>
                  </a:lnTo>
                  <a:lnTo>
                    <a:pt x="168" y="354"/>
                  </a:lnTo>
                  <a:lnTo>
                    <a:pt x="168" y="356"/>
                  </a:lnTo>
                  <a:lnTo>
                    <a:pt x="166" y="356"/>
                  </a:lnTo>
                  <a:lnTo>
                    <a:pt x="164" y="356"/>
                  </a:lnTo>
                  <a:lnTo>
                    <a:pt x="164" y="356"/>
                  </a:lnTo>
                  <a:lnTo>
                    <a:pt x="164" y="356"/>
                  </a:lnTo>
                  <a:lnTo>
                    <a:pt x="166" y="358"/>
                  </a:lnTo>
                  <a:lnTo>
                    <a:pt x="166" y="358"/>
                  </a:lnTo>
                  <a:lnTo>
                    <a:pt x="166" y="358"/>
                  </a:lnTo>
                  <a:lnTo>
                    <a:pt x="162" y="358"/>
                  </a:lnTo>
                  <a:lnTo>
                    <a:pt x="160" y="358"/>
                  </a:lnTo>
                  <a:lnTo>
                    <a:pt x="158" y="360"/>
                  </a:lnTo>
                  <a:lnTo>
                    <a:pt x="158" y="360"/>
                  </a:lnTo>
                  <a:lnTo>
                    <a:pt x="158" y="362"/>
                  </a:lnTo>
                  <a:lnTo>
                    <a:pt x="158" y="364"/>
                  </a:lnTo>
                  <a:lnTo>
                    <a:pt x="160" y="362"/>
                  </a:lnTo>
                  <a:lnTo>
                    <a:pt x="162" y="362"/>
                  </a:lnTo>
                  <a:lnTo>
                    <a:pt x="162" y="362"/>
                  </a:lnTo>
                  <a:lnTo>
                    <a:pt x="162" y="364"/>
                  </a:lnTo>
                  <a:lnTo>
                    <a:pt x="160" y="364"/>
                  </a:lnTo>
                  <a:lnTo>
                    <a:pt x="158" y="364"/>
                  </a:lnTo>
                  <a:lnTo>
                    <a:pt x="156" y="362"/>
                  </a:lnTo>
                  <a:lnTo>
                    <a:pt x="156" y="362"/>
                  </a:lnTo>
                  <a:lnTo>
                    <a:pt x="156" y="364"/>
                  </a:lnTo>
                  <a:lnTo>
                    <a:pt x="156" y="366"/>
                  </a:lnTo>
                  <a:lnTo>
                    <a:pt x="166" y="371"/>
                  </a:lnTo>
                  <a:lnTo>
                    <a:pt x="166" y="373"/>
                  </a:lnTo>
                  <a:lnTo>
                    <a:pt x="170" y="379"/>
                  </a:lnTo>
                  <a:lnTo>
                    <a:pt x="174" y="383"/>
                  </a:lnTo>
                  <a:lnTo>
                    <a:pt x="174" y="385"/>
                  </a:lnTo>
                  <a:lnTo>
                    <a:pt x="181" y="392"/>
                  </a:lnTo>
                  <a:lnTo>
                    <a:pt x="181" y="396"/>
                  </a:lnTo>
                  <a:lnTo>
                    <a:pt x="187" y="400"/>
                  </a:lnTo>
                  <a:lnTo>
                    <a:pt x="195" y="411"/>
                  </a:lnTo>
                  <a:lnTo>
                    <a:pt x="198" y="415"/>
                  </a:lnTo>
                  <a:lnTo>
                    <a:pt x="208" y="423"/>
                  </a:lnTo>
                  <a:lnTo>
                    <a:pt x="208" y="421"/>
                  </a:lnTo>
                  <a:lnTo>
                    <a:pt x="210" y="421"/>
                  </a:lnTo>
                  <a:lnTo>
                    <a:pt x="210" y="421"/>
                  </a:lnTo>
                  <a:lnTo>
                    <a:pt x="212" y="421"/>
                  </a:lnTo>
                  <a:lnTo>
                    <a:pt x="212" y="421"/>
                  </a:lnTo>
                  <a:lnTo>
                    <a:pt x="214" y="421"/>
                  </a:lnTo>
                  <a:lnTo>
                    <a:pt x="214" y="421"/>
                  </a:lnTo>
                  <a:lnTo>
                    <a:pt x="214" y="419"/>
                  </a:lnTo>
                  <a:lnTo>
                    <a:pt x="214" y="419"/>
                  </a:lnTo>
                  <a:lnTo>
                    <a:pt x="214" y="417"/>
                  </a:lnTo>
                  <a:lnTo>
                    <a:pt x="214" y="417"/>
                  </a:lnTo>
                  <a:lnTo>
                    <a:pt x="214" y="417"/>
                  </a:lnTo>
                  <a:lnTo>
                    <a:pt x="216" y="415"/>
                  </a:lnTo>
                  <a:lnTo>
                    <a:pt x="217" y="411"/>
                  </a:lnTo>
                  <a:lnTo>
                    <a:pt x="217" y="411"/>
                  </a:lnTo>
                  <a:lnTo>
                    <a:pt x="217" y="409"/>
                  </a:lnTo>
                  <a:lnTo>
                    <a:pt x="217" y="409"/>
                  </a:lnTo>
                  <a:lnTo>
                    <a:pt x="217" y="405"/>
                  </a:lnTo>
                  <a:lnTo>
                    <a:pt x="217" y="405"/>
                  </a:lnTo>
                  <a:lnTo>
                    <a:pt x="217" y="404"/>
                  </a:lnTo>
                  <a:lnTo>
                    <a:pt x="217" y="404"/>
                  </a:lnTo>
                  <a:lnTo>
                    <a:pt x="217" y="404"/>
                  </a:lnTo>
                  <a:lnTo>
                    <a:pt x="217" y="404"/>
                  </a:lnTo>
                  <a:lnTo>
                    <a:pt x="217" y="404"/>
                  </a:lnTo>
                  <a:lnTo>
                    <a:pt x="217" y="405"/>
                  </a:lnTo>
                  <a:lnTo>
                    <a:pt x="219" y="405"/>
                  </a:lnTo>
                  <a:lnTo>
                    <a:pt x="219" y="405"/>
                  </a:lnTo>
                  <a:lnTo>
                    <a:pt x="221" y="404"/>
                  </a:lnTo>
                  <a:lnTo>
                    <a:pt x="221" y="402"/>
                  </a:lnTo>
                  <a:lnTo>
                    <a:pt x="223" y="402"/>
                  </a:lnTo>
                  <a:lnTo>
                    <a:pt x="223" y="400"/>
                  </a:lnTo>
                  <a:lnTo>
                    <a:pt x="223" y="398"/>
                  </a:lnTo>
                  <a:lnTo>
                    <a:pt x="223" y="398"/>
                  </a:lnTo>
                  <a:lnTo>
                    <a:pt x="223" y="396"/>
                  </a:lnTo>
                  <a:lnTo>
                    <a:pt x="221" y="394"/>
                  </a:lnTo>
                  <a:lnTo>
                    <a:pt x="217" y="392"/>
                  </a:lnTo>
                  <a:lnTo>
                    <a:pt x="216" y="390"/>
                  </a:lnTo>
                  <a:lnTo>
                    <a:pt x="216" y="390"/>
                  </a:lnTo>
                  <a:lnTo>
                    <a:pt x="216" y="388"/>
                  </a:lnTo>
                  <a:lnTo>
                    <a:pt x="216" y="388"/>
                  </a:lnTo>
                  <a:lnTo>
                    <a:pt x="216" y="386"/>
                  </a:lnTo>
                  <a:lnTo>
                    <a:pt x="216" y="386"/>
                  </a:lnTo>
                  <a:lnTo>
                    <a:pt x="214" y="385"/>
                  </a:lnTo>
                  <a:lnTo>
                    <a:pt x="214" y="385"/>
                  </a:lnTo>
                  <a:lnTo>
                    <a:pt x="214" y="383"/>
                  </a:lnTo>
                  <a:lnTo>
                    <a:pt x="216" y="381"/>
                  </a:lnTo>
                  <a:lnTo>
                    <a:pt x="219" y="375"/>
                  </a:lnTo>
                  <a:lnTo>
                    <a:pt x="221" y="369"/>
                  </a:lnTo>
                  <a:lnTo>
                    <a:pt x="221" y="369"/>
                  </a:lnTo>
                  <a:lnTo>
                    <a:pt x="221" y="369"/>
                  </a:lnTo>
                  <a:lnTo>
                    <a:pt x="221" y="369"/>
                  </a:lnTo>
                  <a:lnTo>
                    <a:pt x="221" y="367"/>
                  </a:lnTo>
                  <a:lnTo>
                    <a:pt x="219" y="367"/>
                  </a:lnTo>
                  <a:lnTo>
                    <a:pt x="217" y="366"/>
                  </a:lnTo>
                  <a:lnTo>
                    <a:pt x="217" y="366"/>
                  </a:lnTo>
                  <a:lnTo>
                    <a:pt x="216" y="362"/>
                  </a:lnTo>
                  <a:lnTo>
                    <a:pt x="214" y="356"/>
                  </a:lnTo>
                  <a:lnTo>
                    <a:pt x="214" y="356"/>
                  </a:lnTo>
                  <a:lnTo>
                    <a:pt x="214" y="354"/>
                  </a:lnTo>
                  <a:lnTo>
                    <a:pt x="214" y="354"/>
                  </a:lnTo>
                  <a:lnTo>
                    <a:pt x="217" y="352"/>
                  </a:lnTo>
                  <a:lnTo>
                    <a:pt x="219" y="348"/>
                  </a:lnTo>
                  <a:lnTo>
                    <a:pt x="221" y="345"/>
                  </a:lnTo>
                  <a:lnTo>
                    <a:pt x="227" y="327"/>
                  </a:lnTo>
                  <a:lnTo>
                    <a:pt x="229" y="324"/>
                  </a:lnTo>
                  <a:lnTo>
                    <a:pt x="231" y="316"/>
                  </a:lnTo>
                  <a:lnTo>
                    <a:pt x="233" y="316"/>
                  </a:lnTo>
                  <a:lnTo>
                    <a:pt x="233" y="314"/>
                  </a:lnTo>
                  <a:lnTo>
                    <a:pt x="235" y="312"/>
                  </a:lnTo>
                  <a:lnTo>
                    <a:pt x="235" y="310"/>
                  </a:lnTo>
                  <a:lnTo>
                    <a:pt x="235" y="308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42" name="Freeform 45">
              <a:extLst>
                <a:ext uri="{FF2B5EF4-FFF2-40B4-BE49-F238E27FC236}">
                  <a16:creationId xmlns:a16="http://schemas.microsoft.com/office/drawing/2014/main" id="{6EF5906D-2879-DA43-44AE-343127A3F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3788" y="4895850"/>
              <a:ext cx="373063" cy="671513"/>
            </a:xfrm>
            <a:custGeom>
              <a:avLst/>
              <a:gdLst>
                <a:gd name="T0" fmla="*/ 219 w 235"/>
                <a:gd name="T1" fmla="*/ 303 h 423"/>
                <a:gd name="T2" fmla="*/ 219 w 235"/>
                <a:gd name="T3" fmla="*/ 282 h 423"/>
                <a:gd name="T4" fmla="*/ 223 w 235"/>
                <a:gd name="T5" fmla="*/ 246 h 423"/>
                <a:gd name="T6" fmla="*/ 216 w 235"/>
                <a:gd name="T7" fmla="*/ 229 h 423"/>
                <a:gd name="T8" fmla="*/ 191 w 235"/>
                <a:gd name="T9" fmla="*/ 240 h 423"/>
                <a:gd name="T10" fmla="*/ 181 w 235"/>
                <a:gd name="T11" fmla="*/ 223 h 423"/>
                <a:gd name="T12" fmla="*/ 185 w 235"/>
                <a:gd name="T13" fmla="*/ 200 h 423"/>
                <a:gd name="T14" fmla="*/ 185 w 235"/>
                <a:gd name="T15" fmla="*/ 185 h 423"/>
                <a:gd name="T16" fmla="*/ 168 w 235"/>
                <a:gd name="T17" fmla="*/ 170 h 423"/>
                <a:gd name="T18" fmla="*/ 176 w 235"/>
                <a:gd name="T19" fmla="*/ 164 h 423"/>
                <a:gd name="T20" fmla="*/ 170 w 235"/>
                <a:gd name="T21" fmla="*/ 151 h 423"/>
                <a:gd name="T22" fmla="*/ 155 w 235"/>
                <a:gd name="T23" fmla="*/ 149 h 423"/>
                <a:gd name="T24" fmla="*/ 155 w 235"/>
                <a:gd name="T25" fmla="*/ 139 h 423"/>
                <a:gd name="T26" fmla="*/ 128 w 235"/>
                <a:gd name="T27" fmla="*/ 122 h 423"/>
                <a:gd name="T28" fmla="*/ 128 w 235"/>
                <a:gd name="T29" fmla="*/ 113 h 423"/>
                <a:gd name="T30" fmla="*/ 143 w 235"/>
                <a:gd name="T31" fmla="*/ 107 h 423"/>
                <a:gd name="T32" fmla="*/ 139 w 235"/>
                <a:gd name="T33" fmla="*/ 97 h 423"/>
                <a:gd name="T34" fmla="*/ 128 w 235"/>
                <a:gd name="T35" fmla="*/ 92 h 423"/>
                <a:gd name="T36" fmla="*/ 116 w 235"/>
                <a:gd name="T37" fmla="*/ 88 h 423"/>
                <a:gd name="T38" fmla="*/ 103 w 235"/>
                <a:gd name="T39" fmla="*/ 80 h 423"/>
                <a:gd name="T40" fmla="*/ 84 w 235"/>
                <a:gd name="T41" fmla="*/ 67 h 423"/>
                <a:gd name="T42" fmla="*/ 73 w 235"/>
                <a:gd name="T43" fmla="*/ 65 h 423"/>
                <a:gd name="T44" fmla="*/ 52 w 235"/>
                <a:gd name="T45" fmla="*/ 46 h 423"/>
                <a:gd name="T46" fmla="*/ 44 w 235"/>
                <a:gd name="T47" fmla="*/ 36 h 423"/>
                <a:gd name="T48" fmla="*/ 46 w 235"/>
                <a:gd name="T49" fmla="*/ 29 h 423"/>
                <a:gd name="T50" fmla="*/ 38 w 235"/>
                <a:gd name="T51" fmla="*/ 25 h 423"/>
                <a:gd name="T52" fmla="*/ 31 w 235"/>
                <a:gd name="T53" fmla="*/ 17 h 423"/>
                <a:gd name="T54" fmla="*/ 23 w 235"/>
                <a:gd name="T55" fmla="*/ 12 h 423"/>
                <a:gd name="T56" fmla="*/ 15 w 235"/>
                <a:gd name="T57" fmla="*/ 10 h 423"/>
                <a:gd name="T58" fmla="*/ 10 w 235"/>
                <a:gd name="T59" fmla="*/ 6 h 423"/>
                <a:gd name="T60" fmla="*/ 0 w 235"/>
                <a:gd name="T61" fmla="*/ 2 h 423"/>
                <a:gd name="T62" fmla="*/ 21 w 235"/>
                <a:gd name="T63" fmla="*/ 46 h 423"/>
                <a:gd name="T64" fmla="*/ 31 w 235"/>
                <a:gd name="T65" fmla="*/ 71 h 423"/>
                <a:gd name="T66" fmla="*/ 40 w 235"/>
                <a:gd name="T67" fmla="*/ 63 h 423"/>
                <a:gd name="T68" fmla="*/ 46 w 235"/>
                <a:gd name="T69" fmla="*/ 65 h 423"/>
                <a:gd name="T70" fmla="*/ 38 w 235"/>
                <a:gd name="T71" fmla="*/ 75 h 423"/>
                <a:gd name="T72" fmla="*/ 50 w 235"/>
                <a:gd name="T73" fmla="*/ 82 h 423"/>
                <a:gd name="T74" fmla="*/ 69 w 235"/>
                <a:gd name="T75" fmla="*/ 118 h 423"/>
                <a:gd name="T76" fmla="*/ 82 w 235"/>
                <a:gd name="T77" fmla="*/ 135 h 423"/>
                <a:gd name="T78" fmla="*/ 97 w 235"/>
                <a:gd name="T79" fmla="*/ 189 h 423"/>
                <a:gd name="T80" fmla="*/ 113 w 235"/>
                <a:gd name="T81" fmla="*/ 221 h 423"/>
                <a:gd name="T82" fmla="*/ 126 w 235"/>
                <a:gd name="T83" fmla="*/ 238 h 423"/>
                <a:gd name="T84" fmla="*/ 122 w 235"/>
                <a:gd name="T85" fmla="*/ 250 h 423"/>
                <a:gd name="T86" fmla="*/ 126 w 235"/>
                <a:gd name="T87" fmla="*/ 251 h 423"/>
                <a:gd name="T88" fmla="*/ 141 w 235"/>
                <a:gd name="T89" fmla="*/ 274 h 423"/>
                <a:gd name="T90" fmla="*/ 143 w 235"/>
                <a:gd name="T91" fmla="*/ 289 h 423"/>
                <a:gd name="T92" fmla="*/ 149 w 235"/>
                <a:gd name="T93" fmla="*/ 308 h 423"/>
                <a:gd name="T94" fmla="*/ 139 w 235"/>
                <a:gd name="T95" fmla="*/ 284 h 423"/>
                <a:gd name="T96" fmla="*/ 137 w 235"/>
                <a:gd name="T97" fmla="*/ 289 h 423"/>
                <a:gd name="T98" fmla="*/ 132 w 235"/>
                <a:gd name="T99" fmla="*/ 274 h 423"/>
                <a:gd name="T100" fmla="*/ 128 w 235"/>
                <a:gd name="T101" fmla="*/ 272 h 423"/>
                <a:gd name="T102" fmla="*/ 147 w 235"/>
                <a:gd name="T103" fmla="*/ 335 h 423"/>
                <a:gd name="T104" fmla="*/ 149 w 235"/>
                <a:gd name="T105" fmla="*/ 345 h 423"/>
                <a:gd name="T106" fmla="*/ 156 w 235"/>
                <a:gd name="T107" fmla="*/ 358 h 423"/>
                <a:gd name="T108" fmla="*/ 168 w 235"/>
                <a:gd name="T109" fmla="*/ 354 h 423"/>
                <a:gd name="T110" fmla="*/ 158 w 235"/>
                <a:gd name="T111" fmla="*/ 362 h 423"/>
                <a:gd name="T112" fmla="*/ 166 w 235"/>
                <a:gd name="T113" fmla="*/ 373 h 423"/>
                <a:gd name="T114" fmla="*/ 212 w 235"/>
                <a:gd name="T115" fmla="*/ 421 h 423"/>
                <a:gd name="T116" fmla="*/ 217 w 235"/>
                <a:gd name="T117" fmla="*/ 409 h 423"/>
                <a:gd name="T118" fmla="*/ 223 w 235"/>
                <a:gd name="T119" fmla="*/ 402 h 423"/>
                <a:gd name="T120" fmla="*/ 214 w 235"/>
                <a:gd name="T121" fmla="*/ 385 h 423"/>
                <a:gd name="T122" fmla="*/ 216 w 235"/>
                <a:gd name="T123" fmla="*/ 362 h 423"/>
                <a:gd name="T124" fmla="*/ 235 w 235"/>
                <a:gd name="T125" fmla="*/ 31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5" h="423">
                  <a:moveTo>
                    <a:pt x="235" y="308"/>
                  </a:moveTo>
                  <a:lnTo>
                    <a:pt x="233" y="305"/>
                  </a:lnTo>
                  <a:lnTo>
                    <a:pt x="231" y="305"/>
                  </a:lnTo>
                  <a:lnTo>
                    <a:pt x="231" y="303"/>
                  </a:lnTo>
                  <a:lnTo>
                    <a:pt x="231" y="301"/>
                  </a:lnTo>
                  <a:lnTo>
                    <a:pt x="229" y="301"/>
                  </a:lnTo>
                  <a:lnTo>
                    <a:pt x="229" y="301"/>
                  </a:lnTo>
                  <a:lnTo>
                    <a:pt x="227" y="301"/>
                  </a:lnTo>
                  <a:lnTo>
                    <a:pt x="227" y="301"/>
                  </a:lnTo>
                  <a:lnTo>
                    <a:pt x="221" y="303"/>
                  </a:lnTo>
                  <a:lnTo>
                    <a:pt x="221" y="303"/>
                  </a:lnTo>
                  <a:lnTo>
                    <a:pt x="221" y="303"/>
                  </a:lnTo>
                  <a:lnTo>
                    <a:pt x="219" y="303"/>
                  </a:lnTo>
                  <a:lnTo>
                    <a:pt x="219" y="303"/>
                  </a:lnTo>
                  <a:lnTo>
                    <a:pt x="219" y="301"/>
                  </a:lnTo>
                  <a:lnTo>
                    <a:pt x="217" y="301"/>
                  </a:lnTo>
                  <a:lnTo>
                    <a:pt x="217" y="301"/>
                  </a:lnTo>
                  <a:lnTo>
                    <a:pt x="217" y="301"/>
                  </a:lnTo>
                  <a:lnTo>
                    <a:pt x="216" y="301"/>
                  </a:lnTo>
                  <a:lnTo>
                    <a:pt x="216" y="301"/>
                  </a:lnTo>
                  <a:lnTo>
                    <a:pt x="216" y="301"/>
                  </a:lnTo>
                  <a:lnTo>
                    <a:pt x="216" y="299"/>
                  </a:lnTo>
                  <a:lnTo>
                    <a:pt x="216" y="299"/>
                  </a:lnTo>
                  <a:lnTo>
                    <a:pt x="216" y="299"/>
                  </a:lnTo>
                  <a:lnTo>
                    <a:pt x="219" y="284"/>
                  </a:lnTo>
                  <a:lnTo>
                    <a:pt x="219" y="282"/>
                  </a:lnTo>
                  <a:lnTo>
                    <a:pt x="219" y="280"/>
                  </a:lnTo>
                  <a:lnTo>
                    <a:pt x="219" y="278"/>
                  </a:lnTo>
                  <a:lnTo>
                    <a:pt x="219" y="274"/>
                  </a:lnTo>
                  <a:lnTo>
                    <a:pt x="219" y="274"/>
                  </a:lnTo>
                  <a:lnTo>
                    <a:pt x="219" y="272"/>
                  </a:lnTo>
                  <a:lnTo>
                    <a:pt x="221" y="269"/>
                  </a:lnTo>
                  <a:lnTo>
                    <a:pt x="221" y="267"/>
                  </a:lnTo>
                  <a:lnTo>
                    <a:pt x="221" y="265"/>
                  </a:lnTo>
                  <a:lnTo>
                    <a:pt x="219" y="259"/>
                  </a:lnTo>
                  <a:lnTo>
                    <a:pt x="219" y="257"/>
                  </a:lnTo>
                  <a:lnTo>
                    <a:pt x="219" y="255"/>
                  </a:lnTo>
                  <a:lnTo>
                    <a:pt x="219" y="255"/>
                  </a:lnTo>
                  <a:lnTo>
                    <a:pt x="223" y="246"/>
                  </a:lnTo>
                  <a:lnTo>
                    <a:pt x="223" y="244"/>
                  </a:lnTo>
                  <a:lnTo>
                    <a:pt x="223" y="242"/>
                  </a:lnTo>
                  <a:lnTo>
                    <a:pt x="223" y="242"/>
                  </a:lnTo>
                  <a:lnTo>
                    <a:pt x="223" y="242"/>
                  </a:lnTo>
                  <a:lnTo>
                    <a:pt x="221" y="242"/>
                  </a:lnTo>
                  <a:lnTo>
                    <a:pt x="221" y="240"/>
                  </a:lnTo>
                  <a:lnTo>
                    <a:pt x="221" y="238"/>
                  </a:lnTo>
                  <a:lnTo>
                    <a:pt x="221" y="236"/>
                  </a:lnTo>
                  <a:lnTo>
                    <a:pt x="219" y="234"/>
                  </a:lnTo>
                  <a:lnTo>
                    <a:pt x="219" y="234"/>
                  </a:lnTo>
                  <a:lnTo>
                    <a:pt x="217" y="230"/>
                  </a:lnTo>
                  <a:lnTo>
                    <a:pt x="217" y="230"/>
                  </a:lnTo>
                  <a:lnTo>
                    <a:pt x="216" y="229"/>
                  </a:lnTo>
                  <a:lnTo>
                    <a:pt x="214" y="230"/>
                  </a:lnTo>
                  <a:lnTo>
                    <a:pt x="210" y="230"/>
                  </a:lnTo>
                  <a:lnTo>
                    <a:pt x="206" y="232"/>
                  </a:lnTo>
                  <a:lnTo>
                    <a:pt x="204" y="234"/>
                  </a:lnTo>
                  <a:lnTo>
                    <a:pt x="204" y="234"/>
                  </a:lnTo>
                  <a:lnTo>
                    <a:pt x="200" y="238"/>
                  </a:lnTo>
                  <a:lnTo>
                    <a:pt x="196" y="240"/>
                  </a:lnTo>
                  <a:lnTo>
                    <a:pt x="195" y="240"/>
                  </a:lnTo>
                  <a:lnTo>
                    <a:pt x="195" y="240"/>
                  </a:lnTo>
                  <a:lnTo>
                    <a:pt x="193" y="240"/>
                  </a:lnTo>
                  <a:lnTo>
                    <a:pt x="193" y="240"/>
                  </a:lnTo>
                  <a:lnTo>
                    <a:pt x="191" y="240"/>
                  </a:lnTo>
                  <a:lnTo>
                    <a:pt x="191" y="240"/>
                  </a:lnTo>
                  <a:lnTo>
                    <a:pt x="191" y="238"/>
                  </a:lnTo>
                  <a:lnTo>
                    <a:pt x="189" y="236"/>
                  </a:lnTo>
                  <a:lnTo>
                    <a:pt x="187" y="236"/>
                  </a:lnTo>
                  <a:lnTo>
                    <a:pt x="185" y="234"/>
                  </a:lnTo>
                  <a:lnTo>
                    <a:pt x="183" y="234"/>
                  </a:lnTo>
                  <a:lnTo>
                    <a:pt x="183" y="232"/>
                  </a:lnTo>
                  <a:lnTo>
                    <a:pt x="183" y="232"/>
                  </a:lnTo>
                  <a:lnTo>
                    <a:pt x="183" y="230"/>
                  </a:lnTo>
                  <a:lnTo>
                    <a:pt x="183" y="229"/>
                  </a:lnTo>
                  <a:lnTo>
                    <a:pt x="183" y="227"/>
                  </a:lnTo>
                  <a:lnTo>
                    <a:pt x="183" y="227"/>
                  </a:lnTo>
                  <a:lnTo>
                    <a:pt x="181" y="225"/>
                  </a:lnTo>
                  <a:lnTo>
                    <a:pt x="181" y="223"/>
                  </a:lnTo>
                  <a:lnTo>
                    <a:pt x="181" y="223"/>
                  </a:lnTo>
                  <a:lnTo>
                    <a:pt x="179" y="221"/>
                  </a:lnTo>
                  <a:lnTo>
                    <a:pt x="181" y="217"/>
                  </a:lnTo>
                  <a:lnTo>
                    <a:pt x="181" y="215"/>
                  </a:lnTo>
                  <a:lnTo>
                    <a:pt x="181" y="215"/>
                  </a:lnTo>
                  <a:lnTo>
                    <a:pt x="181" y="215"/>
                  </a:lnTo>
                  <a:lnTo>
                    <a:pt x="181" y="210"/>
                  </a:lnTo>
                  <a:lnTo>
                    <a:pt x="181" y="202"/>
                  </a:lnTo>
                  <a:lnTo>
                    <a:pt x="181" y="202"/>
                  </a:lnTo>
                  <a:lnTo>
                    <a:pt x="181" y="200"/>
                  </a:lnTo>
                  <a:lnTo>
                    <a:pt x="183" y="200"/>
                  </a:lnTo>
                  <a:lnTo>
                    <a:pt x="185" y="200"/>
                  </a:lnTo>
                  <a:lnTo>
                    <a:pt x="185" y="200"/>
                  </a:lnTo>
                  <a:lnTo>
                    <a:pt x="187" y="198"/>
                  </a:lnTo>
                  <a:lnTo>
                    <a:pt x="187" y="196"/>
                  </a:lnTo>
                  <a:lnTo>
                    <a:pt x="187" y="194"/>
                  </a:lnTo>
                  <a:lnTo>
                    <a:pt x="187" y="192"/>
                  </a:lnTo>
                  <a:lnTo>
                    <a:pt x="187" y="191"/>
                  </a:lnTo>
                  <a:lnTo>
                    <a:pt x="187" y="191"/>
                  </a:lnTo>
                  <a:lnTo>
                    <a:pt x="187" y="189"/>
                  </a:lnTo>
                  <a:lnTo>
                    <a:pt x="187" y="187"/>
                  </a:lnTo>
                  <a:lnTo>
                    <a:pt x="187" y="187"/>
                  </a:lnTo>
                  <a:lnTo>
                    <a:pt x="187" y="187"/>
                  </a:lnTo>
                  <a:lnTo>
                    <a:pt x="185" y="187"/>
                  </a:lnTo>
                  <a:lnTo>
                    <a:pt x="185" y="187"/>
                  </a:lnTo>
                  <a:lnTo>
                    <a:pt x="185" y="185"/>
                  </a:lnTo>
                  <a:lnTo>
                    <a:pt x="183" y="185"/>
                  </a:lnTo>
                  <a:lnTo>
                    <a:pt x="183" y="183"/>
                  </a:lnTo>
                  <a:lnTo>
                    <a:pt x="183" y="183"/>
                  </a:lnTo>
                  <a:lnTo>
                    <a:pt x="183" y="181"/>
                  </a:lnTo>
                  <a:lnTo>
                    <a:pt x="181" y="181"/>
                  </a:lnTo>
                  <a:lnTo>
                    <a:pt x="181" y="179"/>
                  </a:lnTo>
                  <a:lnTo>
                    <a:pt x="177" y="177"/>
                  </a:lnTo>
                  <a:lnTo>
                    <a:pt x="172" y="175"/>
                  </a:lnTo>
                  <a:lnTo>
                    <a:pt x="170" y="175"/>
                  </a:lnTo>
                  <a:lnTo>
                    <a:pt x="170" y="173"/>
                  </a:lnTo>
                  <a:lnTo>
                    <a:pt x="168" y="172"/>
                  </a:lnTo>
                  <a:lnTo>
                    <a:pt x="168" y="170"/>
                  </a:lnTo>
                  <a:lnTo>
                    <a:pt x="168" y="170"/>
                  </a:lnTo>
                  <a:lnTo>
                    <a:pt x="168" y="168"/>
                  </a:lnTo>
                  <a:lnTo>
                    <a:pt x="168" y="166"/>
                  </a:lnTo>
                  <a:lnTo>
                    <a:pt x="168" y="166"/>
                  </a:lnTo>
                  <a:lnTo>
                    <a:pt x="170" y="166"/>
                  </a:lnTo>
                  <a:lnTo>
                    <a:pt x="170" y="164"/>
                  </a:lnTo>
                  <a:lnTo>
                    <a:pt x="170" y="164"/>
                  </a:lnTo>
                  <a:lnTo>
                    <a:pt x="172" y="164"/>
                  </a:lnTo>
                  <a:lnTo>
                    <a:pt x="172" y="164"/>
                  </a:lnTo>
                  <a:lnTo>
                    <a:pt x="174" y="166"/>
                  </a:lnTo>
                  <a:lnTo>
                    <a:pt x="174" y="166"/>
                  </a:lnTo>
                  <a:lnTo>
                    <a:pt x="176" y="166"/>
                  </a:lnTo>
                  <a:lnTo>
                    <a:pt x="176" y="164"/>
                  </a:lnTo>
                  <a:lnTo>
                    <a:pt x="176" y="164"/>
                  </a:lnTo>
                  <a:lnTo>
                    <a:pt x="176" y="164"/>
                  </a:lnTo>
                  <a:lnTo>
                    <a:pt x="176" y="162"/>
                  </a:lnTo>
                  <a:lnTo>
                    <a:pt x="176" y="162"/>
                  </a:lnTo>
                  <a:lnTo>
                    <a:pt x="174" y="162"/>
                  </a:lnTo>
                  <a:lnTo>
                    <a:pt x="174" y="160"/>
                  </a:lnTo>
                  <a:lnTo>
                    <a:pt x="172" y="156"/>
                  </a:lnTo>
                  <a:lnTo>
                    <a:pt x="172" y="154"/>
                  </a:lnTo>
                  <a:lnTo>
                    <a:pt x="172" y="154"/>
                  </a:lnTo>
                  <a:lnTo>
                    <a:pt x="170" y="154"/>
                  </a:lnTo>
                  <a:lnTo>
                    <a:pt x="170" y="153"/>
                  </a:lnTo>
                  <a:lnTo>
                    <a:pt x="170" y="153"/>
                  </a:lnTo>
                  <a:lnTo>
                    <a:pt x="170" y="151"/>
                  </a:lnTo>
                  <a:lnTo>
                    <a:pt x="170" y="151"/>
                  </a:lnTo>
                  <a:lnTo>
                    <a:pt x="170" y="149"/>
                  </a:lnTo>
                  <a:lnTo>
                    <a:pt x="170" y="149"/>
                  </a:lnTo>
                  <a:lnTo>
                    <a:pt x="170" y="147"/>
                  </a:lnTo>
                  <a:lnTo>
                    <a:pt x="170" y="145"/>
                  </a:lnTo>
                  <a:lnTo>
                    <a:pt x="170" y="145"/>
                  </a:lnTo>
                  <a:lnTo>
                    <a:pt x="170" y="147"/>
                  </a:lnTo>
                  <a:lnTo>
                    <a:pt x="166" y="149"/>
                  </a:lnTo>
                  <a:lnTo>
                    <a:pt x="166" y="149"/>
                  </a:lnTo>
                  <a:lnTo>
                    <a:pt x="164" y="149"/>
                  </a:lnTo>
                  <a:lnTo>
                    <a:pt x="158" y="149"/>
                  </a:lnTo>
                  <a:lnTo>
                    <a:pt x="156" y="149"/>
                  </a:lnTo>
                  <a:lnTo>
                    <a:pt x="155" y="149"/>
                  </a:lnTo>
                  <a:lnTo>
                    <a:pt x="155" y="149"/>
                  </a:lnTo>
                  <a:lnTo>
                    <a:pt x="153" y="149"/>
                  </a:lnTo>
                  <a:lnTo>
                    <a:pt x="153" y="149"/>
                  </a:lnTo>
                  <a:lnTo>
                    <a:pt x="151" y="149"/>
                  </a:lnTo>
                  <a:lnTo>
                    <a:pt x="151" y="149"/>
                  </a:lnTo>
                  <a:lnTo>
                    <a:pt x="149" y="149"/>
                  </a:lnTo>
                  <a:lnTo>
                    <a:pt x="147" y="149"/>
                  </a:lnTo>
                  <a:lnTo>
                    <a:pt x="147" y="149"/>
                  </a:lnTo>
                  <a:lnTo>
                    <a:pt x="147" y="149"/>
                  </a:lnTo>
                  <a:lnTo>
                    <a:pt x="147" y="147"/>
                  </a:lnTo>
                  <a:lnTo>
                    <a:pt x="147" y="147"/>
                  </a:lnTo>
                  <a:lnTo>
                    <a:pt x="149" y="143"/>
                  </a:lnTo>
                  <a:lnTo>
                    <a:pt x="149" y="143"/>
                  </a:lnTo>
                  <a:lnTo>
                    <a:pt x="155" y="139"/>
                  </a:lnTo>
                  <a:lnTo>
                    <a:pt x="156" y="137"/>
                  </a:lnTo>
                  <a:lnTo>
                    <a:pt x="153" y="135"/>
                  </a:lnTo>
                  <a:lnTo>
                    <a:pt x="151" y="132"/>
                  </a:lnTo>
                  <a:lnTo>
                    <a:pt x="151" y="132"/>
                  </a:lnTo>
                  <a:lnTo>
                    <a:pt x="149" y="132"/>
                  </a:lnTo>
                  <a:lnTo>
                    <a:pt x="149" y="130"/>
                  </a:lnTo>
                  <a:lnTo>
                    <a:pt x="147" y="130"/>
                  </a:lnTo>
                  <a:lnTo>
                    <a:pt x="147" y="130"/>
                  </a:lnTo>
                  <a:lnTo>
                    <a:pt x="145" y="128"/>
                  </a:lnTo>
                  <a:lnTo>
                    <a:pt x="143" y="128"/>
                  </a:lnTo>
                  <a:lnTo>
                    <a:pt x="134" y="124"/>
                  </a:lnTo>
                  <a:lnTo>
                    <a:pt x="130" y="124"/>
                  </a:lnTo>
                  <a:lnTo>
                    <a:pt x="128" y="122"/>
                  </a:lnTo>
                  <a:lnTo>
                    <a:pt x="128" y="122"/>
                  </a:lnTo>
                  <a:lnTo>
                    <a:pt x="128" y="122"/>
                  </a:lnTo>
                  <a:lnTo>
                    <a:pt x="128" y="120"/>
                  </a:lnTo>
                  <a:lnTo>
                    <a:pt x="128" y="120"/>
                  </a:lnTo>
                  <a:lnTo>
                    <a:pt x="128" y="120"/>
                  </a:lnTo>
                  <a:lnTo>
                    <a:pt x="128" y="120"/>
                  </a:lnTo>
                  <a:lnTo>
                    <a:pt x="128" y="118"/>
                  </a:lnTo>
                  <a:lnTo>
                    <a:pt x="126" y="118"/>
                  </a:lnTo>
                  <a:lnTo>
                    <a:pt x="126" y="118"/>
                  </a:lnTo>
                  <a:lnTo>
                    <a:pt x="128" y="116"/>
                  </a:lnTo>
                  <a:lnTo>
                    <a:pt x="128" y="116"/>
                  </a:lnTo>
                  <a:lnTo>
                    <a:pt x="128" y="114"/>
                  </a:lnTo>
                  <a:lnTo>
                    <a:pt x="128" y="113"/>
                  </a:lnTo>
                  <a:lnTo>
                    <a:pt x="128" y="113"/>
                  </a:lnTo>
                  <a:lnTo>
                    <a:pt x="128" y="111"/>
                  </a:lnTo>
                  <a:lnTo>
                    <a:pt x="130" y="113"/>
                  </a:lnTo>
                  <a:lnTo>
                    <a:pt x="132" y="113"/>
                  </a:lnTo>
                  <a:lnTo>
                    <a:pt x="134" y="113"/>
                  </a:lnTo>
                  <a:lnTo>
                    <a:pt x="136" y="113"/>
                  </a:lnTo>
                  <a:lnTo>
                    <a:pt x="137" y="113"/>
                  </a:lnTo>
                  <a:lnTo>
                    <a:pt x="137" y="113"/>
                  </a:lnTo>
                  <a:lnTo>
                    <a:pt x="139" y="111"/>
                  </a:lnTo>
                  <a:lnTo>
                    <a:pt x="139" y="109"/>
                  </a:lnTo>
                  <a:lnTo>
                    <a:pt x="139" y="109"/>
                  </a:lnTo>
                  <a:lnTo>
                    <a:pt x="141" y="109"/>
                  </a:lnTo>
                  <a:lnTo>
                    <a:pt x="143" y="107"/>
                  </a:lnTo>
                  <a:lnTo>
                    <a:pt x="143" y="107"/>
                  </a:lnTo>
                  <a:lnTo>
                    <a:pt x="143" y="107"/>
                  </a:lnTo>
                  <a:lnTo>
                    <a:pt x="145" y="107"/>
                  </a:lnTo>
                  <a:lnTo>
                    <a:pt x="145" y="107"/>
                  </a:lnTo>
                  <a:lnTo>
                    <a:pt x="145" y="107"/>
                  </a:lnTo>
                  <a:lnTo>
                    <a:pt x="143" y="105"/>
                  </a:lnTo>
                  <a:lnTo>
                    <a:pt x="143" y="103"/>
                  </a:lnTo>
                  <a:lnTo>
                    <a:pt x="143" y="101"/>
                  </a:lnTo>
                  <a:lnTo>
                    <a:pt x="141" y="99"/>
                  </a:lnTo>
                  <a:lnTo>
                    <a:pt x="141" y="99"/>
                  </a:lnTo>
                  <a:lnTo>
                    <a:pt x="141" y="97"/>
                  </a:lnTo>
                  <a:lnTo>
                    <a:pt x="141" y="97"/>
                  </a:lnTo>
                  <a:lnTo>
                    <a:pt x="139" y="97"/>
                  </a:lnTo>
                  <a:lnTo>
                    <a:pt x="139" y="97"/>
                  </a:lnTo>
                  <a:lnTo>
                    <a:pt x="137" y="97"/>
                  </a:lnTo>
                  <a:lnTo>
                    <a:pt x="137" y="99"/>
                  </a:lnTo>
                  <a:lnTo>
                    <a:pt x="137" y="97"/>
                  </a:lnTo>
                  <a:lnTo>
                    <a:pt x="136" y="97"/>
                  </a:lnTo>
                  <a:lnTo>
                    <a:pt x="134" y="97"/>
                  </a:lnTo>
                  <a:lnTo>
                    <a:pt x="134" y="97"/>
                  </a:lnTo>
                  <a:lnTo>
                    <a:pt x="132" y="95"/>
                  </a:lnTo>
                  <a:lnTo>
                    <a:pt x="130" y="94"/>
                  </a:lnTo>
                  <a:lnTo>
                    <a:pt x="130" y="92"/>
                  </a:lnTo>
                  <a:lnTo>
                    <a:pt x="128" y="92"/>
                  </a:lnTo>
                  <a:lnTo>
                    <a:pt x="128" y="92"/>
                  </a:lnTo>
                  <a:lnTo>
                    <a:pt x="128" y="92"/>
                  </a:lnTo>
                  <a:lnTo>
                    <a:pt x="126" y="92"/>
                  </a:lnTo>
                  <a:lnTo>
                    <a:pt x="126" y="92"/>
                  </a:lnTo>
                  <a:lnTo>
                    <a:pt x="126" y="92"/>
                  </a:lnTo>
                  <a:lnTo>
                    <a:pt x="124" y="92"/>
                  </a:lnTo>
                  <a:lnTo>
                    <a:pt x="124" y="92"/>
                  </a:lnTo>
                  <a:lnTo>
                    <a:pt x="124" y="90"/>
                  </a:lnTo>
                  <a:lnTo>
                    <a:pt x="122" y="88"/>
                  </a:lnTo>
                  <a:lnTo>
                    <a:pt x="122" y="88"/>
                  </a:lnTo>
                  <a:lnTo>
                    <a:pt x="120" y="88"/>
                  </a:lnTo>
                  <a:lnTo>
                    <a:pt x="120" y="86"/>
                  </a:lnTo>
                  <a:lnTo>
                    <a:pt x="118" y="86"/>
                  </a:lnTo>
                  <a:lnTo>
                    <a:pt x="118" y="86"/>
                  </a:lnTo>
                  <a:lnTo>
                    <a:pt x="116" y="88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5" y="88"/>
                  </a:lnTo>
                  <a:lnTo>
                    <a:pt x="113" y="86"/>
                  </a:lnTo>
                  <a:lnTo>
                    <a:pt x="113" y="86"/>
                  </a:lnTo>
                  <a:lnTo>
                    <a:pt x="113" y="84"/>
                  </a:lnTo>
                  <a:lnTo>
                    <a:pt x="113" y="80"/>
                  </a:lnTo>
                  <a:lnTo>
                    <a:pt x="113" y="78"/>
                  </a:lnTo>
                  <a:lnTo>
                    <a:pt x="113" y="78"/>
                  </a:lnTo>
                  <a:lnTo>
                    <a:pt x="113" y="78"/>
                  </a:lnTo>
                  <a:lnTo>
                    <a:pt x="111" y="78"/>
                  </a:lnTo>
                  <a:lnTo>
                    <a:pt x="107" y="78"/>
                  </a:lnTo>
                  <a:lnTo>
                    <a:pt x="103" y="80"/>
                  </a:lnTo>
                  <a:lnTo>
                    <a:pt x="101" y="80"/>
                  </a:lnTo>
                  <a:lnTo>
                    <a:pt x="97" y="80"/>
                  </a:lnTo>
                  <a:lnTo>
                    <a:pt x="95" y="80"/>
                  </a:lnTo>
                  <a:lnTo>
                    <a:pt x="94" y="78"/>
                  </a:lnTo>
                  <a:lnTo>
                    <a:pt x="92" y="78"/>
                  </a:lnTo>
                  <a:lnTo>
                    <a:pt x="90" y="78"/>
                  </a:lnTo>
                  <a:lnTo>
                    <a:pt x="88" y="76"/>
                  </a:lnTo>
                  <a:lnTo>
                    <a:pt x="86" y="76"/>
                  </a:lnTo>
                  <a:lnTo>
                    <a:pt x="86" y="75"/>
                  </a:lnTo>
                  <a:lnTo>
                    <a:pt x="84" y="73"/>
                  </a:lnTo>
                  <a:lnTo>
                    <a:pt x="84" y="71"/>
                  </a:lnTo>
                  <a:lnTo>
                    <a:pt x="84" y="69"/>
                  </a:lnTo>
                  <a:lnTo>
                    <a:pt x="84" y="67"/>
                  </a:lnTo>
                  <a:lnTo>
                    <a:pt x="82" y="67"/>
                  </a:lnTo>
                  <a:lnTo>
                    <a:pt x="82" y="67"/>
                  </a:lnTo>
                  <a:lnTo>
                    <a:pt x="82" y="67"/>
                  </a:lnTo>
                  <a:lnTo>
                    <a:pt x="80" y="67"/>
                  </a:lnTo>
                  <a:lnTo>
                    <a:pt x="80" y="67"/>
                  </a:lnTo>
                  <a:lnTo>
                    <a:pt x="80" y="67"/>
                  </a:lnTo>
                  <a:lnTo>
                    <a:pt x="78" y="67"/>
                  </a:lnTo>
                  <a:lnTo>
                    <a:pt x="78" y="67"/>
                  </a:lnTo>
                  <a:lnTo>
                    <a:pt x="76" y="67"/>
                  </a:lnTo>
                  <a:lnTo>
                    <a:pt x="75" y="65"/>
                  </a:lnTo>
                  <a:lnTo>
                    <a:pt x="75" y="65"/>
                  </a:lnTo>
                  <a:lnTo>
                    <a:pt x="75" y="65"/>
                  </a:lnTo>
                  <a:lnTo>
                    <a:pt x="73" y="65"/>
                  </a:lnTo>
                  <a:lnTo>
                    <a:pt x="73" y="65"/>
                  </a:lnTo>
                  <a:lnTo>
                    <a:pt x="71" y="65"/>
                  </a:lnTo>
                  <a:lnTo>
                    <a:pt x="71" y="63"/>
                  </a:lnTo>
                  <a:lnTo>
                    <a:pt x="71" y="63"/>
                  </a:lnTo>
                  <a:lnTo>
                    <a:pt x="71" y="61"/>
                  </a:lnTo>
                  <a:lnTo>
                    <a:pt x="69" y="61"/>
                  </a:lnTo>
                  <a:lnTo>
                    <a:pt x="69" y="61"/>
                  </a:lnTo>
                  <a:lnTo>
                    <a:pt x="67" y="59"/>
                  </a:lnTo>
                  <a:lnTo>
                    <a:pt x="65" y="59"/>
                  </a:lnTo>
                  <a:lnTo>
                    <a:pt x="63" y="57"/>
                  </a:lnTo>
                  <a:lnTo>
                    <a:pt x="54" y="48"/>
                  </a:lnTo>
                  <a:lnTo>
                    <a:pt x="52" y="46"/>
                  </a:lnTo>
                  <a:lnTo>
                    <a:pt x="52" y="46"/>
                  </a:lnTo>
                  <a:lnTo>
                    <a:pt x="52" y="46"/>
                  </a:lnTo>
                  <a:lnTo>
                    <a:pt x="50" y="46"/>
                  </a:lnTo>
                  <a:lnTo>
                    <a:pt x="50" y="46"/>
                  </a:lnTo>
                  <a:lnTo>
                    <a:pt x="50" y="46"/>
                  </a:lnTo>
                  <a:lnTo>
                    <a:pt x="50" y="46"/>
                  </a:lnTo>
                  <a:lnTo>
                    <a:pt x="50" y="46"/>
                  </a:lnTo>
                  <a:lnTo>
                    <a:pt x="48" y="44"/>
                  </a:lnTo>
                  <a:lnTo>
                    <a:pt x="48" y="42"/>
                  </a:lnTo>
                  <a:lnTo>
                    <a:pt x="48" y="40"/>
                  </a:lnTo>
                  <a:lnTo>
                    <a:pt x="46" y="38"/>
                  </a:lnTo>
                  <a:lnTo>
                    <a:pt x="46" y="36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4" y="33"/>
                  </a:lnTo>
                  <a:lnTo>
                    <a:pt x="46" y="33"/>
                  </a:lnTo>
                  <a:lnTo>
                    <a:pt x="46" y="31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29"/>
                  </a:lnTo>
                  <a:lnTo>
                    <a:pt x="48" y="29"/>
                  </a:lnTo>
                  <a:lnTo>
                    <a:pt x="46" y="29"/>
                  </a:lnTo>
                  <a:lnTo>
                    <a:pt x="46" y="29"/>
                  </a:lnTo>
                  <a:lnTo>
                    <a:pt x="46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38" y="27"/>
                  </a:lnTo>
                  <a:lnTo>
                    <a:pt x="38" y="27"/>
                  </a:lnTo>
                  <a:lnTo>
                    <a:pt x="38" y="25"/>
                  </a:lnTo>
                  <a:lnTo>
                    <a:pt x="38" y="25"/>
                  </a:lnTo>
                  <a:lnTo>
                    <a:pt x="36" y="23"/>
                  </a:lnTo>
                  <a:lnTo>
                    <a:pt x="36" y="23"/>
                  </a:lnTo>
                  <a:lnTo>
                    <a:pt x="36" y="21"/>
                  </a:lnTo>
                  <a:lnTo>
                    <a:pt x="36" y="21"/>
                  </a:lnTo>
                  <a:lnTo>
                    <a:pt x="38" y="19"/>
                  </a:lnTo>
                  <a:lnTo>
                    <a:pt x="38" y="17"/>
                  </a:lnTo>
                  <a:lnTo>
                    <a:pt x="35" y="16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3" y="17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7" y="16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5" y="16"/>
                  </a:lnTo>
                  <a:lnTo>
                    <a:pt x="25" y="16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2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10"/>
                  </a:lnTo>
                  <a:lnTo>
                    <a:pt x="23" y="10"/>
                  </a:lnTo>
                  <a:lnTo>
                    <a:pt x="21" y="10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4" y="10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10" y="23"/>
                  </a:lnTo>
                  <a:lnTo>
                    <a:pt x="12" y="27"/>
                  </a:lnTo>
                  <a:lnTo>
                    <a:pt x="12" y="27"/>
                  </a:lnTo>
                  <a:lnTo>
                    <a:pt x="12" y="29"/>
                  </a:lnTo>
                  <a:lnTo>
                    <a:pt x="12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5" y="35"/>
                  </a:lnTo>
                  <a:lnTo>
                    <a:pt x="21" y="46"/>
                  </a:lnTo>
                  <a:lnTo>
                    <a:pt x="23" y="48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23" y="54"/>
                  </a:lnTo>
                  <a:lnTo>
                    <a:pt x="23" y="52"/>
                  </a:lnTo>
                  <a:lnTo>
                    <a:pt x="25" y="52"/>
                  </a:lnTo>
                  <a:lnTo>
                    <a:pt x="25" y="52"/>
                  </a:lnTo>
                  <a:lnTo>
                    <a:pt x="27" y="50"/>
                  </a:lnTo>
                  <a:lnTo>
                    <a:pt x="27" y="52"/>
                  </a:lnTo>
                  <a:lnTo>
                    <a:pt x="25" y="54"/>
                  </a:lnTo>
                  <a:lnTo>
                    <a:pt x="27" y="59"/>
                  </a:lnTo>
                  <a:lnTo>
                    <a:pt x="31" y="67"/>
                  </a:lnTo>
                  <a:lnTo>
                    <a:pt x="31" y="71"/>
                  </a:lnTo>
                  <a:lnTo>
                    <a:pt x="31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5" y="73"/>
                  </a:lnTo>
                  <a:lnTo>
                    <a:pt x="35" y="71"/>
                  </a:lnTo>
                  <a:lnTo>
                    <a:pt x="35" y="65"/>
                  </a:lnTo>
                  <a:lnTo>
                    <a:pt x="35" y="63"/>
                  </a:lnTo>
                  <a:lnTo>
                    <a:pt x="36" y="65"/>
                  </a:lnTo>
                  <a:lnTo>
                    <a:pt x="38" y="65"/>
                  </a:lnTo>
                  <a:lnTo>
                    <a:pt x="38" y="63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44" y="61"/>
                  </a:lnTo>
                  <a:lnTo>
                    <a:pt x="46" y="61"/>
                  </a:lnTo>
                  <a:lnTo>
                    <a:pt x="48" y="61"/>
                  </a:lnTo>
                  <a:lnTo>
                    <a:pt x="48" y="59"/>
                  </a:lnTo>
                  <a:lnTo>
                    <a:pt x="50" y="61"/>
                  </a:lnTo>
                  <a:lnTo>
                    <a:pt x="50" y="61"/>
                  </a:lnTo>
                  <a:lnTo>
                    <a:pt x="48" y="61"/>
                  </a:lnTo>
                  <a:lnTo>
                    <a:pt x="48" y="63"/>
                  </a:lnTo>
                  <a:lnTo>
                    <a:pt x="46" y="63"/>
                  </a:lnTo>
                  <a:lnTo>
                    <a:pt x="46" y="65"/>
                  </a:lnTo>
                  <a:lnTo>
                    <a:pt x="44" y="65"/>
                  </a:lnTo>
                  <a:lnTo>
                    <a:pt x="44" y="65"/>
                  </a:lnTo>
                  <a:lnTo>
                    <a:pt x="44" y="63"/>
                  </a:lnTo>
                  <a:lnTo>
                    <a:pt x="42" y="65"/>
                  </a:lnTo>
                  <a:lnTo>
                    <a:pt x="40" y="67"/>
                  </a:lnTo>
                  <a:lnTo>
                    <a:pt x="42" y="69"/>
                  </a:lnTo>
                  <a:lnTo>
                    <a:pt x="42" y="71"/>
                  </a:lnTo>
                  <a:lnTo>
                    <a:pt x="42" y="71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42" y="73"/>
                  </a:lnTo>
                  <a:lnTo>
                    <a:pt x="38" y="73"/>
                  </a:lnTo>
                  <a:lnTo>
                    <a:pt x="38" y="75"/>
                  </a:lnTo>
                  <a:lnTo>
                    <a:pt x="40" y="76"/>
                  </a:lnTo>
                  <a:lnTo>
                    <a:pt x="40" y="76"/>
                  </a:lnTo>
                  <a:lnTo>
                    <a:pt x="42" y="78"/>
                  </a:lnTo>
                  <a:lnTo>
                    <a:pt x="44" y="78"/>
                  </a:lnTo>
                  <a:lnTo>
                    <a:pt x="46" y="78"/>
                  </a:lnTo>
                  <a:lnTo>
                    <a:pt x="46" y="78"/>
                  </a:lnTo>
                  <a:lnTo>
                    <a:pt x="48" y="76"/>
                  </a:lnTo>
                  <a:lnTo>
                    <a:pt x="50" y="76"/>
                  </a:lnTo>
                  <a:lnTo>
                    <a:pt x="50" y="78"/>
                  </a:lnTo>
                  <a:lnTo>
                    <a:pt x="48" y="78"/>
                  </a:lnTo>
                  <a:lnTo>
                    <a:pt x="50" y="80"/>
                  </a:lnTo>
                  <a:lnTo>
                    <a:pt x="50" y="80"/>
                  </a:lnTo>
                  <a:lnTo>
                    <a:pt x="50" y="82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44" y="84"/>
                  </a:lnTo>
                  <a:lnTo>
                    <a:pt x="46" y="86"/>
                  </a:lnTo>
                  <a:lnTo>
                    <a:pt x="46" y="88"/>
                  </a:lnTo>
                  <a:lnTo>
                    <a:pt x="46" y="88"/>
                  </a:lnTo>
                  <a:lnTo>
                    <a:pt x="48" y="86"/>
                  </a:lnTo>
                  <a:lnTo>
                    <a:pt x="48" y="86"/>
                  </a:lnTo>
                  <a:lnTo>
                    <a:pt x="59" y="99"/>
                  </a:lnTo>
                  <a:lnTo>
                    <a:pt x="63" y="103"/>
                  </a:lnTo>
                  <a:lnTo>
                    <a:pt x="67" y="114"/>
                  </a:lnTo>
                  <a:lnTo>
                    <a:pt x="67" y="116"/>
                  </a:lnTo>
                  <a:lnTo>
                    <a:pt x="69" y="118"/>
                  </a:lnTo>
                  <a:lnTo>
                    <a:pt x="69" y="120"/>
                  </a:lnTo>
                  <a:lnTo>
                    <a:pt x="69" y="122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3" y="124"/>
                  </a:lnTo>
                  <a:lnTo>
                    <a:pt x="75" y="124"/>
                  </a:lnTo>
                  <a:lnTo>
                    <a:pt x="76" y="126"/>
                  </a:lnTo>
                  <a:lnTo>
                    <a:pt x="78" y="128"/>
                  </a:lnTo>
                  <a:lnTo>
                    <a:pt x="78" y="132"/>
                  </a:lnTo>
                  <a:lnTo>
                    <a:pt x="80" y="133"/>
                  </a:lnTo>
                  <a:lnTo>
                    <a:pt x="80" y="133"/>
                  </a:lnTo>
                  <a:lnTo>
                    <a:pt x="82" y="133"/>
                  </a:lnTo>
                  <a:lnTo>
                    <a:pt x="82" y="135"/>
                  </a:lnTo>
                  <a:lnTo>
                    <a:pt x="80" y="135"/>
                  </a:lnTo>
                  <a:lnTo>
                    <a:pt x="80" y="137"/>
                  </a:lnTo>
                  <a:lnTo>
                    <a:pt x="80" y="137"/>
                  </a:lnTo>
                  <a:lnTo>
                    <a:pt x="82" y="137"/>
                  </a:lnTo>
                  <a:lnTo>
                    <a:pt x="82" y="139"/>
                  </a:lnTo>
                  <a:lnTo>
                    <a:pt x="90" y="158"/>
                  </a:lnTo>
                  <a:lnTo>
                    <a:pt x="94" y="175"/>
                  </a:lnTo>
                  <a:lnTo>
                    <a:pt x="95" y="183"/>
                  </a:lnTo>
                  <a:lnTo>
                    <a:pt x="97" y="187"/>
                  </a:lnTo>
                  <a:lnTo>
                    <a:pt x="99" y="187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9"/>
                  </a:lnTo>
                  <a:lnTo>
                    <a:pt x="99" y="191"/>
                  </a:lnTo>
                  <a:lnTo>
                    <a:pt x="99" y="191"/>
                  </a:lnTo>
                  <a:lnTo>
                    <a:pt x="99" y="191"/>
                  </a:lnTo>
                  <a:lnTo>
                    <a:pt x="99" y="192"/>
                  </a:lnTo>
                  <a:lnTo>
                    <a:pt x="99" y="194"/>
                  </a:lnTo>
                  <a:lnTo>
                    <a:pt x="105" y="206"/>
                  </a:lnTo>
                  <a:lnTo>
                    <a:pt x="107" y="210"/>
                  </a:lnTo>
                  <a:lnTo>
                    <a:pt x="107" y="210"/>
                  </a:lnTo>
                  <a:lnTo>
                    <a:pt x="109" y="211"/>
                  </a:lnTo>
                  <a:lnTo>
                    <a:pt x="111" y="213"/>
                  </a:lnTo>
                  <a:lnTo>
                    <a:pt x="111" y="217"/>
                  </a:lnTo>
                  <a:lnTo>
                    <a:pt x="111" y="219"/>
                  </a:lnTo>
                  <a:lnTo>
                    <a:pt x="113" y="221"/>
                  </a:lnTo>
                  <a:lnTo>
                    <a:pt x="115" y="227"/>
                  </a:lnTo>
                  <a:lnTo>
                    <a:pt x="116" y="230"/>
                  </a:lnTo>
                  <a:lnTo>
                    <a:pt x="118" y="238"/>
                  </a:lnTo>
                  <a:lnTo>
                    <a:pt x="120" y="242"/>
                  </a:lnTo>
                  <a:lnTo>
                    <a:pt x="120" y="242"/>
                  </a:lnTo>
                  <a:lnTo>
                    <a:pt x="122" y="244"/>
                  </a:lnTo>
                  <a:lnTo>
                    <a:pt x="122" y="244"/>
                  </a:lnTo>
                  <a:lnTo>
                    <a:pt x="124" y="244"/>
                  </a:lnTo>
                  <a:lnTo>
                    <a:pt x="124" y="242"/>
                  </a:lnTo>
                  <a:lnTo>
                    <a:pt x="124" y="240"/>
                  </a:lnTo>
                  <a:lnTo>
                    <a:pt x="124" y="236"/>
                  </a:lnTo>
                  <a:lnTo>
                    <a:pt x="124" y="238"/>
                  </a:lnTo>
                  <a:lnTo>
                    <a:pt x="126" y="238"/>
                  </a:lnTo>
                  <a:lnTo>
                    <a:pt x="126" y="240"/>
                  </a:lnTo>
                  <a:lnTo>
                    <a:pt x="126" y="240"/>
                  </a:lnTo>
                  <a:lnTo>
                    <a:pt x="128" y="240"/>
                  </a:lnTo>
                  <a:lnTo>
                    <a:pt x="128" y="240"/>
                  </a:lnTo>
                  <a:lnTo>
                    <a:pt x="128" y="240"/>
                  </a:lnTo>
                  <a:lnTo>
                    <a:pt x="128" y="240"/>
                  </a:lnTo>
                  <a:lnTo>
                    <a:pt x="128" y="242"/>
                  </a:lnTo>
                  <a:lnTo>
                    <a:pt x="128" y="242"/>
                  </a:lnTo>
                  <a:lnTo>
                    <a:pt x="126" y="244"/>
                  </a:lnTo>
                  <a:lnTo>
                    <a:pt x="122" y="246"/>
                  </a:lnTo>
                  <a:lnTo>
                    <a:pt x="122" y="248"/>
                  </a:lnTo>
                  <a:lnTo>
                    <a:pt x="122" y="248"/>
                  </a:lnTo>
                  <a:lnTo>
                    <a:pt x="122" y="250"/>
                  </a:lnTo>
                  <a:lnTo>
                    <a:pt x="122" y="251"/>
                  </a:lnTo>
                  <a:lnTo>
                    <a:pt x="122" y="251"/>
                  </a:lnTo>
                  <a:lnTo>
                    <a:pt x="126" y="259"/>
                  </a:lnTo>
                  <a:lnTo>
                    <a:pt x="126" y="261"/>
                  </a:lnTo>
                  <a:lnTo>
                    <a:pt x="128" y="263"/>
                  </a:lnTo>
                  <a:lnTo>
                    <a:pt x="128" y="261"/>
                  </a:lnTo>
                  <a:lnTo>
                    <a:pt x="126" y="259"/>
                  </a:lnTo>
                  <a:lnTo>
                    <a:pt x="126" y="255"/>
                  </a:lnTo>
                  <a:lnTo>
                    <a:pt x="126" y="253"/>
                  </a:lnTo>
                  <a:lnTo>
                    <a:pt x="126" y="253"/>
                  </a:lnTo>
                  <a:lnTo>
                    <a:pt x="124" y="251"/>
                  </a:lnTo>
                  <a:lnTo>
                    <a:pt x="126" y="250"/>
                  </a:lnTo>
                  <a:lnTo>
                    <a:pt x="126" y="251"/>
                  </a:lnTo>
                  <a:lnTo>
                    <a:pt x="126" y="251"/>
                  </a:lnTo>
                  <a:lnTo>
                    <a:pt x="128" y="251"/>
                  </a:lnTo>
                  <a:lnTo>
                    <a:pt x="128" y="251"/>
                  </a:lnTo>
                  <a:lnTo>
                    <a:pt x="130" y="257"/>
                  </a:lnTo>
                  <a:lnTo>
                    <a:pt x="132" y="259"/>
                  </a:lnTo>
                  <a:lnTo>
                    <a:pt x="130" y="261"/>
                  </a:lnTo>
                  <a:lnTo>
                    <a:pt x="132" y="265"/>
                  </a:lnTo>
                  <a:lnTo>
                    <a:pt x="134" y="267"/>
                  </a:lnTo>
                  <a:lnTo>
                    <a:pt x="134" y="265"/>
                  </a:lnTo>
                  <a:lnTo>
                    <a:pt x="136" y="267"/>
                  </a:lnTo>
                  <a:lnTo>
                    <a:pt x="139" y="270"/>
                  </a:lnTo>
                  <a:lnTo>
                    <a:pt x="139" y="270"/>
                  </a:lnTo>
                  <a:lnTo>
                    <a:pt x="141" y="274"/>
                  </a:lnTo>
                  <a:lnTo>
                    <a:pt x="141" y="276"/>
                  </a:lnTo>
                  <a:lnTo>
                    <a:pt x="141" y="278"/>
                  </a:lnTo>
                  <a:lnTo>
                    <a:pt x="141" y="280"/>
                  </a:lnTo>
                  <a:lnTo>
                    <a:pt x="141" y="280"/>
                  </a:lnTo>
                  <a:lnTo>
                    <a:pt x="141" y="282"/>
                  </a:lnTo>
                  <a:lnTo>
                    <a:pt x="141" y="284"/>
                  </a:lnTo>
                  <a:lnTo>
                    <a:pt x="141" y="284"/>
                  </a:lnTo>
                  <a:lnTo>
                    <a:pt x="141" y="286"/>
                  </a:lnTo>
                  <a:lnTo>
                    <a:pt x="141" y="288"/>
                  </a:lnTo>
                  <a:lnTo>
                    <a:pt x="141" y="288"/>
                  </a:lnTo>
                  <a:lnTo>
                    <a:pt x="141" y="289"/>
                  </a:lnTo>
                  <a:lnTo>
                    <a:pt x="143" y="289"/>
                  </a:lnTo>
                  <a:lnTo>
                    <a:pt x="143" y="289"/>
                  </a:lnTo>
                  <a:lnTo>
                    <a:pt x="143" y="291"/>
                  </a:lnTo>
                  <a:lnTo>
                    <a:pt x="143" y="295"/>
                  </a:lnTo>
                  <a:lnTo>
                    <a:pt x="145" y="297"/>
                  </a:lnTo>
                  <a:lnTo>
                    <a:pt x="145" y="299"/>
                  </a:lnTo>
                  <a:lnTo>
                    <a:pt x="143" y="303"/>
                  </a:lnTo>
                  <a:lnTo>
                    <a:pt x="143" y="303"/>
                  </a:lnTo>
                  <a:lnTo>
                    <a:pt x="145" y="303"/>
                  </a:lnTo>
                  <a:lnTo>
                    <a:pt x="147" y="303"/>
                  </a:lnTo>
                  <a:lnTo>
                    <a:pt x="149" y="303"/>
                  </a:lnTo>
                  <a:lnTo>
                    <a:pt x="151" y="305"/>
                  </a:lnTo>
                  <a:lnTo>
                    <a:pt x="153" y="305"/>
                  </a:lnTo>
                  <a:lnTo>
                    <a:pt x="149" y="308"/>
                  </a:lnTo>
                  <a:lnTo>
                    <a:pt x="149" y="308"/>
                  </a:lnTo>
                  <a:lnTo>
                    <a:pt x="145" y="308"/>
                  </a:lnTo>
                  <a:lnTo>
                    <a:pt x="145" y="308"/>
                  </a:lnTo>
                  <a:lnTo>
                    <a:pt x="141" y="307"/>
                  </a:lnTo>
                  <a:lnTo>
                    <a:pt x="139" y="307"/>
                  </a:lnTo>
                  <a:lnTo>
                    <a:pt x="137" y="305"/>
                  </a:lnTo>
                  <a:lnTo>
                    <a:pt x="139" y="297"/>
                  </a:lnTo>
                  <a:lnTo>
                    <a:pt x="141" y="295"/>
                  </a:lnTo>
                  <a:lnTo>
                    <a:pt x="141" y="295"/>
                  </a:lnTo>
                  <a:lnTo>
                    <a:pt x="141" y="293"/>
                  </a:lnTo>
                  <a:lnTo>
                    <a:pt x="141" y="291"/>
                  </a:lnTo>
                  <a:lnTo>
                    <a:pt x="141" y="289"/>
                  </a:lnTo>
                  <a:lnTo>
                    <a:pt x="139" y="288"/>
                  </a:lnTo>
                  <a:lnTo>
                    <a:pt x="139" y="284"/>
                  </a:lnTo>
                  <a:lnTo>
                    <a:pt x="139" y="282"/>
                  </a:lnTo>
                  <a:lnTo>
                    <a:pt x="139" y="280"/>
                  </a:lnTo>
                  <a:lnTo>
                    <a:pt x="139" y="280"/>
                  </a:lnTo>
                  <a:lnTo>
                    <a:pt x="137" y="278"/>
                  </a:lnTo>
                  <a:lnTo>
                    <a:pt x="137" y="276"/>
                  </a:lnTo>
                  <a:lnTo>
                    <a:pt x="136" y="274"/>
                  </a:lnTo>
                  <a:lnTo>
                    <a:pt x="136" y="274"/>
                  </a:lnTo>
                  <a:lnTo>
                    <a:pt x="136" y="276"/>
                  </a:lnTo>
                  <a:lnTo>
                    <a:pt x="137" y="280"/>
                  </a:lnTo>
                  <a:lnTo>
                    <a:pt x="137" y="282"/>
                  </a:lnTo>
                  <a:lnTo>
                    <a:pt x="137" y="288"/>
                  </a:lnTo>
                  <a:lnTo>
                    <a:pt x="137" y="289"/>
                  </a:lnTo>
                  <a:lnTo>
                    <a:pt x="137" y="289"/>
                  </a:lnTo>
                  <a:lnTo>
                    <a:pt x="134" y="274"/>
                  </a:lnTo>
                  <a:lnTo>
                    <a:pt x="134" y="272"/>
                  </a:lnTo>
                  <a:lnTo>
                    <a:pt x="134" y="274"/>
                  </a:lnTo>
                  <a:lnTo>
                    <a:pt x="134" y="276"/>
                  </a:lnTo>
                  <a:lnTo>
                    <a:pt x="134" y="276"/>
                  </a:lnTo>
                  <a:lnTo>
                    <a:pt x="132" y="276"/>
                  </a:lnTo>
                  <a:lnTo>
                    <a:pt x="132" y="276"/>
                  </a:lnTo>
                  <a:lnTo>
                    <a:pt x="132" y="276"/>
                  </a:lnTo>
                  <a:lnTo>
                    <a:pt x="132" y="274"/>
                  </a:lnTo>
                  <a:lnTo>
                    <a:pt x="132" y="274"/>
                  </a:lnTo>
                  <a:lnTo>
                    <a:pt x="132" y="272"/>
                  </a:lnTo>
                  <a:lnTo>
                    <a:pt x="132" y="274"/>
                  </a:lnTo>
                  <a:lnTo>
                    <a:pt x="132" y="274"/>
                  </a:lnTo>
                  <a:lnTo>
                    <a:pt x="130" y="274"/>
                  </a:lnTo>
                  <a:lnTo>
                    <a:pt x="130" y="272"/>
                  </a:lnTo>
                  <a:lnTo>
                    <a:pt x="130" y="272"/>
                  </a:lnTo>
                  <a:lnTo>
                    <a:pt x="130" y="270"/>
                  </a:lnTo>
                  <a:lnTo>
                    <a:pt x="130" y="270"/>
                  </a:lnTo>
                  <a:lnTo>
                    <a:pt x="132" y="270"/>
                  </a:lnTo>
                  <a:lnTo>
                    <a:pt x="132" y="270"/>
                  </a:lnTo>
                  <a:lnTo>
                    <a:pt x="132" y="269"/>
                  </a:lnTo>
                  <a:lnTo>
                    <a:pt x="130" y="267"/>
                  </a:lnTo>
                  <a:lnTo>
                    <a:pt x="128" y="265"/>
                  </a:lnTo>
                  <a:lnTo>
                    <a:pt x="128" y="267"/>
                  </a:lnTo>
                  <a:lnTo>
                    <a:pt x="128" y="267"/>
                  </a:lnTo>
                  <a:lnTo>
                    <a:pt x="128" y="272"/>
                  </a:lnTo>
                  <a:lnTo>
                    <a:pt x="130" y="272"/>
                  </a:lnTo>
                  <a:lnTo>
                    <a:pt x="132" y="280"/>
                  </a:lnTo>
                  <a:lnTo>
                    <a:pt x="134" y="293"/>
                  </a:lnTo>
                  <a:lnTo>
                    <a:pt x="132" y="297"/>
                  </a:lnTo>
                  <a:lnTo>
                    <a:pt x="134" y="308"/>
                  </a:lnTo>
                  <a:lnTo>
                    <a:pt x="139" y="326"/>
                  </a:lnTo>
                  <a:lnTo>
                    <a:pt x="147" y="341"/>
                  </a:lnTo>
                  <a:lnTo>
                    <a:pt x="147" y="341"/>
                  </a:lnTo>
                  <a:lnTo>
                    <a:pt x="147" y="341"/>
                  </a:lnTo>
                  <a:lnTo>
                    <a:pt x="143" y="333"/>
                  </a:lnTo>
                  <a:lnTo>
                    <a:pt x="143" y="331"/>
                  </a:lnTo>
                  <a:lnTo>
                    <a:pt x="145" y="333"/>
                  </a:lnTo>
                  <a:lnTo>
                    <a:pt x="147" y="335"/>
                  </a:lnTo>
                  <a:lnTo>
                    <a:pt x="149" y="341"/>
                  </a:lnTo>
                  <a:lnTo>
                    <a:pt x="149" y="341"/>
                  </a:lnTo>
                  <a:lnTo>
                    <a:pt x="149" y="341"/>
                  </a:lnTo>
                  <a:lnTo>
                    <a:pt x="149" y="341"/>
                  </a:lnTo>
                  <a:lnTo>
                    <a:pt x="151" y="339"/>
                  </a:lnTo>
                  <a:lnTo>
                    <a:pt x="149" y="343"/>
                  </a:lnTo>
                  <a:lnTo>
                    <a:pt x="149" y="345"/>
                  </a:lnTo>
                  <a:lnTo>
                    <a:pt x="149" y="345"/>
                  </a:lnTo>
                  <a:lnTo>
                    <a:pt x="149" y="343"/>
                  </a:lnTo>
                  <a:lnTo>
                    <a:pt x="149" y="343"/>
                  </a:lnTo>
                  <a:lnTo>
                    <a:pt x="149" y="343"/>
                  </a:lnTo>
                  <a:lnTo>
                    <a:pt x="149" y="343"/>
                  </a:lnTo>
                  <a:lnTo>
                    <a:pt x="149" y="345"/>
                  </a:lnTo>
                  <a:lnTo>
                    <a:pt x="151" y="350"/>
                  </a:lnTo>
                  <a:lnTo>
                    <a:pt x="153" y="354"/>
                  </a:lnTo>
                  <a:lnTo>
                    <a:pt x="153" y="356"/>
                  </a:lnTo>
                  <a:lnTo>
                    <a:pt x="153" y="356"/>
                  </a:lnTo>
                  <a:lnTo>
                    <a:pt x="153" y="358"/>
                  </a:lnTo>
                  <a:lnTo>
                    <a:pt x="155" y="360"/>
                  </a:lnTo>
                  <a:lnTo>
                    <a:pt x="155" y="360"/>
                  </a:lnTo>
                  <a:lnTo>
                    <a:pt x="155" y="362"/>
                  </a:lnTo>
                  <a:lnTo>
                    <a:pt x="155" y="360"/>
                  </a:lnTo>
                  <a:lnTo>
                    <a:pt x="155" y="358"/>
                  </a:lnTo>
                  <a:lnTo>
                    <a:pt x="156" y="356"/>
                  </a:lnTo>
                  <a:lnTo>
                    <a:pt x="158" y="356"/>
                  </a:lnTo>
                  <a:lnTo>
                    <a:pt x="156" y="358"/>
                  </a:lnTo>
                  <a:lnTo>
                    <a:pt x="156" y="358"/>
                  </a:lnTo>
                  <a:lnTo>
                    <a:pt x="156" y="358"/>
                  </a:lnTo>
                  <a:lnTo>
                    <a:pt x="156" y="360"/>
                  </a:lnTo>
                  <a:lnTo>
                    <a:pt x="158" y="358"/>
                  </a:lnTo>
                  <a:lnTo>
                    <a:pt x="158" y="356"/>
                  </a:lnTo>
                  <a:lnTo>
                    <a:pt x="160" y="356"/>
                  </a:lnTo>
                  <a:lnTo>
                    <a:pt x="162" y="356"/>
                  </a:lnTo>
                  <a:lnTo>
                    <a:pt x="162" y="356"/>
                  </a:lnTo>
                  <a:lnTo>
                    <a:pt x="164" y="356"/>
                  </a:lnTo>
                  <a:lnTo>
                    <a:pt x="164" y="354"/>
                  </a:lnTo>
                  <a:lnTo>
                    <a:pt x="164" y="354"/>
                  </a:lnTo>
                  <a:lnTo>
                    <a:pt x="166" y="354"/>
                  </a:lnTo>
                  <a:lnTo>
                    <a:pt x="168" y="354"/>
                  </a:lnTo>
                  <a:lnTo>
                    <a:pt x="168" y="356"/>
                  </a:lnTo>
                  <a:lnTo>
                    <a:pt x="166" y="356"/>
                  </a:lnTo>
                  <a:lnTo>
                    <a:pt x="164" y="356"/>
                  </a:lnTo>
                  <a:lnTo>
                    <a:pt x="164" y="356"/>
                  </a:lnTo>
                  <a:lnTo>
                    <a:pt x="164" y="356"/>
                  </a:lnTo>
                  <a:lnTo>
                    <a:pt x="166" y="358"/>
                  </a:lnTo>
                  <a:lnTo>
                    <a:pt x="166" y="358"/>
                  </a:lnTo>
                  <a:lnTo>
                    <a:pt x="166" y="358"/>
                  </a:lnTo>
                  <a:lnTo>
                    <a:pt x="162" y="358"/>
                  </a:lnTo>
                  <a:lnTo>
                    <a:pt x="160" y="358"/>
                  </a:lnTo>
                  <a:lnTo>
                    <a:pt x="158" y="360"/>
                  </a:lnTo>
                  <a:lnTo>
                    <a:pt x="158" y="360"/>
                  </a:lnTo>
                  <a:lnTo>
                    <a:pt x="158" y="362"/>
                  </a:lnTo>
                  <a:lnTo>
                    <a:pt x="158" y="364"/>
                  </a:lnTo>
                  <a:lnTo>
                    <a:pt x="160" y="362"/>
                  </a:lnTo>
                  <a:lnTo>
                    <a:pt x="162" y="362"/>
                  </a:lnTo>
                  <a:lnTo>
                    <a:pt x="162" y="362"/>
                  </a:lnTo>
                  <a:lnTo>
                    <a:pt x="162" y="364"/>
                  </a:lnTo>
                  <a:lnTo>
                    <a:pt x="160" y="364"/>
                  </a:lnTo>
                  <a:lnTo>
                    <a:pt x="158" y="364"/>
                  </a:lnTo>
                  <a:lnTo>
                    <a:pt x="156" y="362"/>
                  </a:lnTo>
                  <a:lnTo>
                    <a:pt x="156" y="362"/>
                  </a:lnTo>
                  <a:lnTo>
                    <a:pt x="156" y="364"/>
                  </a:lnTo>
                  <a:lnTo>
                    <a:pt x="156" y="366"/>
                  </a:lnTo>
                  <a:lnTo>
                    <a:pt x="166" y="371"/>
                  </a:lnTo>
                  <a:lnTo>
                    <a:pt x="166" y="373"/>
                  </a:lnTo>
                  <a:lnTo>
                    <a:pt x="170" y="379"/>
                  </a:lnTo>
                  <a:lnTo>
                    <a:pt x="174" y="383"/>
                  </a:lnTo>
                  <a:lnTo>
                    <a:pt x="174" y="385"/>
                  </a:lnTo>
                  <a:lnTo>
                    <a:pt x="181" y="392"/>
                  </a:lnTo>
                  <a:lnTo>
                    <a:pt x="181" y="396"/>
                  </a:lnTo>
                  <a:lnTo>
                    <a:pt x="187" y="400"/>
                  </a:lnTo>
                  <a:lnTo>
                    <a:pt x="195" y="411"/>
                  </a:lnTo>
                  <a:lnTo>
                    <a:pt x="198" y="415"/>
                  </a:lnTo>
                  <a:lnTo>
                    <a:pt x="208" y="423"/>
                  </a:lnTo>
                  <a:lnTo>
                    <a:pt x="208" y="421"/>
                  </a:lnTo>
                  <a:lnTo>
                    <a:pt x="210" y="421"/>
                  </a:lnTo>
                  <a:lnTo>
                    <a:pt x="210" y="421"/>
                  </a:lnTo>
                  <a:lnTo>
                    <a:pt x="212" y="421"/>
                  </a:lnTo>
                  <a:lnTo>
                    <a:pt x="212" y="421"/>
                  </a:lnTo>
                  <a:lnTo>
                    <a:pt x="214" y="421"/>
                  </a:lnTo>
                  <a:lnTo>
                    <a:pt x="214" y="421"/>
                  </a:lnTo>
                  <a:lnTo>
                    <a:pt x="214" y="419"/>
                  </a:lnTo>
                  <a:lnTo>
                    <a:pt x="214" y="419"/>
                  </a:lnTo>
                  <a:lnTo>
                    <a:pt x="214" y="417"/>
                  </a:lnTo>
                  <a:lnTo>
                    <a:pt x="214" y="417"/>
                  </a:lnTo>
                  <a:lnTo>
                    <a:pt x="214" y="417"/>
                  </a:lnTo>
                  <a:lnTo>
                    <a:pt x="216" y="415"/>
                  </a:lnTo>
                  <a:lnTo>
                    <a:pt x="217" y="411"/>
                  </a:lnTo>
                  <a:lnTo>
                    <a:pt x="217" y="411"/>
                  </a:lnTo>
                  <a:lnTo>
                    <a:pt x="217" y="409"/>
                  </a:lnTo>
                  <a:lnTo>
                    <a:pt x="217" y="409"/>
                  </a:lnTo>
                  <a:lnTo>
                    <a:pt x="217" y="405"/>
                  </a:lnTo>
                  <a:lnTo>
                    <a:pt x="217" y="405"/>
                  </a:lnTo>
                  <a:lnTo>
                    <a:pt x="217" y="404"/>
                  </a:lnTo>
                  <a:lnTo>
                    <a:pt x="217" y="404"/>
                  </a:lnTo>
                  <a:lnTo>
                    <a:pt x="217" y="404"/>
                  </a:lnTo>
                  <a:lnTo>
                    <a:pt x="217" y="404"/>
                  </a:lnTo>
                  <a:lnTo>
                    <a:pt x="217" y="404"/>
                  </a:lnTo>
                  <a:lnTo>
                    <a:pt x="217" y="405"/>
                  </a:lnTo>
                  <a:lnTo>
                    <a:pt x="219" y="405"/>
                  </a:lnTo>
                  <a:lnTo>
                    <a:pt x="219" y="405"/>
                  </a:lnTo>
                  <a:lnTo>
                    <a:pt x="221" y="404"/>
                  </a:lnTo>
                  <a:lnTo>
                    <a:pt x="221" y="402"/>
                  </a:lnTo>
                  <a:lnTo>
                    <a:pt x="223" y="402"/>
                  </a:lnTo>
                  <a:lnTo>
                    <a:pt x="223" y="400"/>
                  </a:lnTo>
                  <a:lnTo>
                    <a:pt x="223" y="398"/>
                  </a:lnTo>
                  <a:lnTo>
                    <a:pt x="223" y="398"/>
                  </a:lnTo>
                  <a:lnTo>
                    <a:pt x="223" y="396"/>
                  </a:lnTo>
                  <a:lnTo>
                    <a:pt x="221" y="394"/>
                  </a:lnTo>
                  <a:lnTo>
                    <a:pt x="217" y="392"/>
                  </a:lnTo>
                  <a:lnTo>
                    <a:pt x="216" y="390"/>
                  </a:lnTo>
                  <a:lnTo>
                    <a:pt x="216" y="390"/>
                  </a:lnTo>
                  <a:lnTo>
                    <a:pt x="216" y="388"/>
                  </a:lnTo>
                  <a:lnTo>
                    <a:pt x="216" y="388"/>
                  </a:lnTo>
                  <a:lnTo>
                    <a:pt x="216" y="386"/>
                  </a:lnTo>
                  <a:lnTo>
                    <a:pt x="216" y="386"/>
                  </a:lnTo>
                  <a:lnTo>
                    <a:pt x="214" y="385"/>
                  </a:lnTo>
                  <a:lnTo>
                    <a:pt x="214" y="385"/>
                  </a:lnTo>
                  <a:lnTo>
                    <a:pt x="214" y="383"/>
                  </a:lnTo>
                  <a:lnTo>
                    <a:pt x="216" y="381"/>
                  </a:lnTo>
                  <a:lnTo>
                    <a:pt x="219" y="375"/>
                  </a:lnTo>
                  <a:lnTo>
                    <a:pt x="221" y="369"/>
                  </a:lnTo>
                  <a:lnTo>
                    <a:pt x="221" y="369"/>
                  </a:lnTo>
                  <a:lnTo>
                    <a:pt x="221" y="369"/>
                  </a:lnTo>
                  <a:lnTo>
                    <a:pt x="221" y="369"/>
                  </a:lnTo>
                  <a:lnTo>
                    <a:pt x="221" y="367"/>
                  </a:lnTo>
                  <a:lnTo>
                    <a:pt x="219" y="367"/>
                  </a:lnTo>
                  <a:lnTo>
                    <a:pt x="217" y="366"/>
                  </a:lnTo>
                  <a:lnTo>
                    <a:pt x="217" y="366"/>
                  </a:lnTo>
                  <a:lnTo>
                    <a:pt x="216" y="362"/>
                  </a:lnTo>
                  <a:lnTo>
                    <a:pt x="214" y="356"/>
                  </a:lnTo>
                  <a:lnTo>
                    <a:pt x="214" y="356"/>
                  </a:lnTo>
                  <a:lnTo>
                    <a:pt x="214" y="354"/>
                  </a:lnTo>
                  <a:lnTo>
                    <a:pt x="214" y="354"/>
                  </a:lnTo>
                  <a:lnTo>
                    <a:pt x="217" y="352"/>
                  </a:lnTo>
                  <a:lnTo>
                    <a:pt x="219" y="348"/>
                  </a:lnTo>
                  <a:lnTo>
                    <a:pt x="221" y="345"/>
                  </a:lnTo>
                  <a:lnTo>
                    <a:pt x="227" y="327"/>
                  </a:lnTo>
                  <a:lnTo>
                    <a:pt x="229" y="324"/>
                  </a:lnTo>
                  <a:lnTo>
                    <a:pt x="231" y="316"/>
                  </a:lnTo>
                  <a:lnTo>
                    <a:pt x="233" y="316"/>
                  </a:lnTo>
                  <a:lnTo>
                    <a:pt x="233" y="314"/>
                  </a:lnTo>
                  <a:lnTo>
                    <a:pt x="235" y="312"/>
                  </a:lnTo>
                  <a:lnTo>
                    <a:pt x="235" y="310"/>
                  </a:lnTo>
                  <a:lnTo>
                    <a:pt x="235" y="30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43" name="Freeform 46">
              <a:extLst>
                <a:ext uri="{FF2B5EF4-FFF2-40B4-BE49-F238E27FC236}">
                  <a16:creationId xmlns:a16="http://schemas.microsoft.com/office/drawing/2014/main" id="{4F8BFD6D-0246-BD11-A714-500893377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663" y="4032250"/>
              <a:ext cx="655638" cy="1036638"/>
            </a:xfrm>
            <a:custGeom>
              <a:avLst/>
              <a:gdLst>
                <a:gd name="T0" fmla="*/ 392 w 413"/>
                <a:gd name="T1" fmla="*/ 487 h 653"/>
                <a:gd name="T2" fmla="*/ 379 w 413"/>
                <a:gd name="T3" fmla="*/ 466 h 653"/>
                <a:gd name="T4" fmla="*/ 367 w 413"/>
                <a:gd name="T5" fmla="*/ 442 h 653"/>
                <a:gd name="T6" fmla="*/ 350 w 413"/>
                <a:gd name="T7" fmla="*/ 436 h 653"/>
                <a:gd name="T8" fmla="*/ 331 w 413"/>
                <a:gd name="T9" fmla="*/ 449 h 653"/>
                <a:gd name="T10" fmla="*/ 307 w 413"/>
                <a:gd name="T11" fmla="*/ 449 h 653"/>
                <a:gd name="T12" fmla="*/ 280 w 413"/>
                <a:gd name="T13" fmla="*/ 438 h 653"/>
                <a:gd name="T14" fmla="*/ 272 w 413"/>
                <a:gd name="T15" fmla="*/ 453 h 653"/>
                <a:gd name="T16" fmla="*/ 268 w 413"/>
                <a:gd name="T17" fmla="*/ 438 h 653"/>
                <a:gd name="T18" fmla="*/ 265 w 413"/>
                <a:gd name="T19" fmla="*/ 413 h 653"/>
                <a:gd name="T20" fmla="*/ 297 w 413"/>
                <a:gd name="T21" fmla="*/ 432 h 653"/>
                <a:gd name="T22" fmla="*/ 301 w 413"/>
                <a:gd name="T23" fmla="*/ 421 h 653"/>
                <a:gd name="T24" fmla="*/ 307 w 413"/>
                <a:gd name="T25" fmla="*/ 400 h 653"/>
                <a:gd name="T26" fmla="*/ 287 w 413"/>
                <a:gd name="T27" fmla="*/ 398 h 653"/>
                <a:gd name="T28" fmla="*/ 255 w 413"/>
                <a:gd name="T29" fmla="*/ 394 h 653"/>
                <a:gd name="T30" fmla="*/ 249 w 413"/>
                <a:gd name="T31" fmla="*/ 379 h 653"/>
                <a:gd name="T32" fmla="*/ 247 w 413"/>
                <a:gd name="T33" fmla="*/ 337 h 653"/>
                <a:gd name="T34" fmla="*/ 272 w 413"/>
                <a:gd name="T35" fmla="*/ 333 h 653"/>
                <a:gd name="T36" fmla="*/ 265 w 413"/>
                <a:gd name="T37" fmla="*/ 286 h 653"/>
                <a:gd name="T38" fmla="*/ 270 w 413"/>
                <a:gd name="T39" fmla="*/ 259 h 653"/>
                <a:gd name="T40" fmla="*/ 316 w 413"/>
                <a:gd name="T41" fmla="*/ 210 h 653"/>
                <a:gd name="T42" fmla="*/ 308 w 413"/>
                <a:gd name="T43" fmla="*/ 175 h 653"/>
                <a:gd name="T44" fmla="*/ 305 w 413"/>
                <a:gd name="T45" fmla="*/ 128 h 653"/>
                <a:gd name="T46" fmla="*/ 322 w 413"/>
                <a:gd name="T47" fmla="*/ 86 h 653"/>
                <a:gd name="T48" fmla="*/ 318 w 413"/>
                <a:gd name="T49" fmla="*/ 59 h 653"/>
                <a:gd name="T50" fmla="*/ 312 w 413"/>
                <a:gd name="T51" fmla="*/ 18 h 653"/>
                <a:gd name="T52" fmla="*/ 278 w 413"/>
                <a:gd name="T53" fmla="*/ 21 h 653"/>
                <a:gd name="T54" fmla="*/ 246 w 413"/>
                <a:gd name="T55" fmla="*/ 56 h 653"/>
                <a:gd name="T56" fmla="*/ 219 w 413"/>
                <a:gd name="T57" fmla="*/ 73 h 653"/>
                <a:gd name="T58" fmla="*/ 209 w 413"/>
                <a:gd name="T59" fmla="*/ 103 h 653"/>
                <a:gd name="T60" fmla="*/ 167 w 413"/>
                <a:gd name="T61" fmla="*/ 109 h 653"/>
                <a:gd name="T62" fmla="*/ 135 w 413"/>
                <a:gd name="T63" fmla="*/ 105 h 653"/>
                <a:gd name="T64" fmla="*/ 143 w 413"/>
                <a:gd name="T65" fmla="*/ 143 h 653"/>
                <a:gd name="T66" fmla="*/ 101 w 413"/>
                <a:gd name="T67" fmla="*/ 154 h 653"/>
                <a:gd name="T68" fmla="*/ 70 w 413"/>
                <a:gd name="T69" fmla="*/ 158 h 653"/>
                <a:gd name="T70" fmla="*/ 53 w 413"/>
                <a:gd name="T71" fmla="*/ 179 h 653"/>
                <a:gd name="T72" fmla="*/ 30 w 413"/>
                <a:gd name="T73" fmla="*/ 181 h 653"/>
                <a:gd name="T74" fmla="*/ 13 w 413"/>
                <a:gd name="T75" fmla="*/ 193 h 653"/>
                <a:gd name="T76" fmla="*/ 23 w 413"/>
                <a:gd name="T77" fmla="*/ 200 h 653"/>
                <a:gd name="T78" fmla="*/ 34 w 413"/>
                <a:gd name="T79" fmla="*/ 227 h 653"/>
                <a:gd name="T80" fmla="*/ 19 w 413"/>
                <a:gd name="T81" fmla="*/ 263 h 653"/>
                <a:gd name="T82" fmla="*/ 7 w 413"/>
                <a:gd name="T83" fmla="*/ 272 h 653"/>
                <a:gd name="T84" fmla="*/ 13 w 413"/>
                <a:gd name="T85" fmla="*/ 310 h 653"/>
                <a:gd name="T86" fmla="*/ 2 w 413"/>
                <a:gd name="T87" fmla="*/ 343 h 653"/>
                <a:gd name="T88" fmla="*/ 4 w 413"/>
                <a:gd name="T89" fmla="*/ 356 h 653"/>
                <a:gd name="T90" fmla="*/ 23 w 413"/>
                <a:gd name="T91" fmla="*/ 377 h 653"/>
                <a:gd name="T92" fmla="*/ 32 w 413"/>
                <a:gd name="T93" fmla="*/ 402 h 653"/>
                <a:gd name="T94" fmla="*/ 57 w 413"/>
                <a:gd name="T95" fmla="*/ 461 h 653"/>
                <a:gd name="T96" fmla="*/ 59 w 413"/>
                <a:gd name="T97" fmla="*/ 499 h 653"/>
                <a:gd name="T98" fmla="*/ 78 w 413"/>
                <a:gd name="T99" fmla="*/ 544 h 653"/>
                <a:gd name="T100" fmla="*/ 93 w 413"/>
                <a:gd name="T101" fmla="*/ 556 h 653"/>
                <a:gd name="T102" fmla="*/ 110 w 413"/>
                <a:gd name="T103" fmla="*/ 571 h 653"/>
                <a:gd name="T104" fmla="*/ 122 w 413"/>
                <a:gd name="T105" fmla="*/ 590 h 653"/>
                <a:gd name="T106" fmla="*/ 160 w 413"/>
                <a:gd name="T107" fmla="*/ 622 h 653"/>
                <a:gd name="T108" fmla="*/ 198 w 413"/>
                <a:gd name="T109" fmla="*/ 636 h 653"/>
                <a:gd name="T110" fmla="*/ 226 w 413"/>
                <a:gd name="T111" fmla="*/ 651 h 653"/>
                <a:gd name="T112" fmla="*/ 291 w 413"/>
                <a:gd name="T113" fmla="*/ 636 h 653"/>
                <a:gd name="T114" fmla="*/ 339 w 413"/>
                <a:gd name="T115" fmla="*/ 609 h 653"/>
                <a:gd name="T116" fmla="*/ 322 w 413"/>
                <a:gd name="T117" fmla="*/ 571 h 653"/>
                <a:gd name="T118" fmla="*/ 343 w 413"/>
                <a:gd name="T119" fmla="*/ 537 h 653"/>
                <a:gd name="T120" fmla="*/ 383 w 413"/>
                <a:gd name="T121" fmla="*/ 537 h 653"/>
                <a:gd name="T122" fmla="*/ 398 w 413"/>
                <a:gd name="T123" fmla="*/ 53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3" h="653">
                  <a:moveTo>
                    <a:pt x="413" y="497"/>
                  </a:moveTo>
                  <a:lnTo>
                    <a:pt x="413" y="497"/>
                  </a:lnTo>
                  <a:lnTo>
                    <a:pt x="411" y="497"/>
                  </a:lnTo>
                  <a:lnTo>
                    <a:pt x="411" y="495"/>
                  </a:lnTo>
                  <a:lnTo>
                    <a:pt x="411" y="495"/>
                  </a:lnTo>
                  <a:lnTo>
                    <a:pt x="409" y="497"/>
                  </a:lnTo>
                  <a:lnTo>
                    <a:pt x="409" y="497"/>
                  </a:lnTo>
                  <a:lnTo>
                    <a:pt x="409" y="497"/>
                  </a:lnTo>
                  <a:lnTo>
                    <a:pt x="409" y="497"/>
                  </a:lnTo>
                  <a:lnTo>
                    <a:pt x="407" y="497"/>
                  </a:lnTo>
                  <a:lnTo>
                    <a:pt x="407" y="497"/>
                  </a:lnTo>
                  <a:lnTo>
                    <a:pt x="407" y="497"/>
                  </a:lnTo>
                  <a:lnTo>
                    <a:pt x="404" y="495"/>
                  </a:lnTo>
                  <a:lnTo>
                    <a:pt x="402" y="493"/>
                  </a:lnTo>
                  <a:lnTo>
                    <a:pt x="402" y="493"/>
                  </a:lnTo>
                  <a:lnTo>
                    <a:pt x="402" y="493"/>
                  </a:lnTo>
                  <a:lnTo>
                    <a:pt x="402" y="493"/>
                  </a:lnTo>
                  <a:lnTo>
                    <a:pt x="400" y="493"/>
                  </a:lnTo>
                  <a:lnTo>
                    <a:pt x="400" y="493"/>
                  </a:lnTo>
                  <a:lnTo>
                    <a:pt x="400" y="493"/>
                  </a:lnTo>
                  <a:lnTo>
                    <a:pt x="398" y="493"/>
                  </a:lnTo>
                  <a:lnTo>
                    <a:pt x="398" y="493"/>
                  </a:lnTo>
                  <a:lnTo>
                    <a:pt x="396" y="493"/>
                  </a:lnTo>
                  <a:lnTo>
                    <a:pt x="396" y="493"/>
                  </a:lnTo>
                  <a:lnTo>
                    <a:pt x="396" y="493"/>
                  </a:lnTo>
                  <a:lnTo>
                    <a:pt x="394" y="491"/>
                  </a:lnTo>
                  <a:lnTo>
                    <a:pt x="394" y="491"/>
                  </a:lnTo>
                  <a:lnTo>
                    <a:pt x="394" y="489"/>
                  </a:lnTo>
                  <a:lnTo>
                    <a:pt x="394" y="489"/>
                  </a:lnTo>
                  <a:lnTo>
                    <a:pt x="392" y="489"/>
                  </a:lnTo>
                  <a:lnTo>
                    <a:pt x="392" y="487"/>
                  </a:lnTo>
                  <a:lnTo>
                    <a:pt x="392" y="487"/>
                  </a:lnTo>
                  <a:lnTo>
                    <a:pt x="392" y="487"/>
                  </a:lnTo>
                  <a:lnTo>
                    <a:pt x="392" y="485"/>
                  </a:lnTo>
                  <a:lnTo>
                    <a:pt x="394" y="485"/>
                  </a:lnTo>
                  <a:lnTo>
                    <a:pt x="394" y="485"/>
                  </a:lnTo>
                  <a:lnTo>
                    <a:pt x="394" y="485"/>
                  </a:lnTo>
                  <a:lnTo>
                    <a:pt x="394" y="480"/>
                  </a:lnTo>
                  <a:lnTo>
                    <a:pt x="394" y="480"/>
                  </a:lnTo>
                  <a:lnTo>
                    <a:pt x="394" y="478"/>
                  </a:lnTo>
                  <a:lnTo>
                    <a:pt x="394" y="478"/>
                  </a:lnTo>
                  <a:lnTo>
                    <a:pt x="394" y="476"/>
                  </a:lnTo>
                  <a:lnTo>
                    <a:pt x="394" y="476"/>
                  </a:lnTo>
                  <a:lnTo>
                    <a:pt x="394" y="474"/>
                  </a:lnTo>
                  <a:lnTo>
                    <a:pt x="394" y="472"/>
                  </a:lnTo>
                  <a:lnTo>
                    <a:pt x="394" y="472"/>
                  </a:lnTo>
                  <a:lnTo>
                    <a:pt x="394" y="470"/>
                  </a:lnTo>
                  <a:lnTo>
                    <a:pt x="394" y="468"/>
                  </a:lnTo>
                  <a:lnTo>
                    <a:pt x="394" y="468"/>
                  </a:lnTo>
                  <a:lnTo>
                    <a:pt x="394" y="468"/>
                  </a:lnTo>
                  <a:lnTo>
                    <a:pt x="394" y="468"/>
                  </a:lnTo>
                  <a:lnTo>
                    <a:pt x="392" y="468"/>
                  </a:lnTo>
                  <a:lnTo>
                    <a:pt x="392" y="468"/>
                  </a:lnTo>
                  <a:lnTo>
                    <a:pt x="390" y="468"/>
                  </a:lnTo>
                  <a:lnTo>
                    <a:pt x="390" y="468"/>
                  </a:lnTo>
                  <a:lnTo>
                    <a:pt x="390" y="468"/>
                  </a:lnTo>
                  <a:lnTo>
                    <a:pt x="388" y="466"/>
                  </a:lnTo>
                  <a:lnTo>
                    <a:pt x="388" y="466"/>
                  </a:lnTo>
                  <a:lnTo>
                    <a:pt x="388" y="466"/>
                  </a:lnTo>
                  <a:lnTo>
                    <a:pt x="387" y="466"/>
                  </a:lnTo>
                  <a:lnTo>
                    <a:pt x="387" y="468"/>
                  </a:lnTo>
                  <a:lnTo>
                    <a:pt x="385" y="468"/>
                  </a:lnTo>
                  <a:lnTo>
                    <a:pt x="385" y="468"/>
                  </a:lnTo>
                  <a:lnTo>
                    <a:pt x="383" y="468"/>
                  </a:lnTo>
                  <a:lnTo>
                    <a:pt x="381" y="468"/>
                  </a:lnTo>
                  <a:lnTo>
                    <a:pt x="379" y="466"/>
                  </a:lnTo>
                  <a:lnTo>
                    <a:pt x="379" y="466"/>
                  </a:lnTo>
                  <a:lnTo>
                    <a:pt x="377" y="466"/>
                  </a:lnTo>
                  <a:lnTo>
                    <a:pt x="377" y="466"/>
                  </a:lnTo>
                  <a:lnTo>
                    <a:pt x="377" y="466"/>
                  </a:lnTo>
                  <a:lnTo>
                    <a:pt x="375" y="466"/>
                  </a:lnTo>
                  <a:lnTo>
                    <a:pt x="373" y="463"/>
                  </a:lnTo>
                  <a:lnTo>
                    <a:pt x="371" y="461"/>
                  </a:lnTo>
                  <a:lnTo>
                    <a:pt x="371" y="461"/>
                  </a:lnTo>
                  <a:lnTo>
                    <a:pt x="369" y="461"/>
                  </a:lnTo>
                  <a:lnTo>
                    <a:pt x="369" y="461"/>
                  </a:lnTo>
                  <a:lnTo>
                    <a:pt x="367" y="463"/>
                  </a:lnTo>
                  <a:lnTo>
                    <a:pt x="367" y="463"/>
                  </a:lnTo>
                  <a:lnTo>
                    <a:pt x="366" y="461"/>
                  </a:lnTo>
                  <a:lnTo>
                    <a:pt x="366" y="461"/>
                  </a:lnTo>
                  <a:lnTo>
                    <a:pt x="366" y="459"/>
                  </a:lnTo>
                  <a:lnTo>
                    <a:pt x="366" y="459"/>
                  </a:lnTo>
                  <a:lnTo>
                    <a:pt x="366" y="457"/>
                  </a:lnTo>
                  <a:lnTo>
                    <a:pt x="366" y="457"/>
                  </a:lnTo>
                  <a:lnTo>
                    <a:pt x="367" y="459"/>
                  </a:lnTo>
                  <a:lnTo>
                    <a:pt x="369" y="459"/>
                  </a:lnTo>
                  <a:lnTo>
                    <a:pt x="369" y="457"/>
                  </a:lnTo>
                  <a:lnTo>
                    <a:pt x="369" y="457"/>
                  </a:lnTo>
                  <a:lnTo>
                    <a:pt x="369" y="457"/>
                  </a:lnTo>
                  <a:lnTo>
                    <a:pt x="369" y="455"/>
                  </a:lnTo>
                  <a:lnTo>
                    <a:pt x="369" y="455"/>
                  </a:lnTo>
                  <a:lnTo>
                    <a:pt x="367" y="453"/>
                  </a:lnTo>
                  <a:lnTo>
                    <a:pt x="367" y="453"/>
                  </a:lnTo>
                  <a:lnTo>
                    <a:pt x="367" y="451"/>
                  </a:lnTo>
                  <a:lnTo>
                    <a:pt x="369" y="449"/>
                  </a:lnTo>
                  <a:lnTo>
                    <a:pt x="369" y="447"/>
                  </a:lnTo>
                  <a:lnTo>
                    <a:pt x="369" y="447"/>
                  </a:lnTo>
                  <a:lnTo>
                    <a:pt x="369" y="445"/>
                  </a:lnTo>
                  <a:lnTo>
                    <a:pt x="367" y="442"/>
                  </a:lnTo>
                  <a:lnTo>
                    <a:pt x="364" y="440"/>
                  </a:lnTo>
                  <a:lnTo>
                    <a:pt x="360" y="442"/>
                  </a:lnTo>
                  <a:lnTo>
                    <a:pt x="360" y="442"/>
                  </a:lnTo>
                  <a:lnTo>
                    <a:pt x="360" y="442"/>
                  </a:lnTo>
                  <a:lnTo>
                    <a:pt x="358" y="442"/>
                  </a:lnTo>
                  <a:lnTo>
                    <a:pt x="358" y="442"/>
                  </a:lnTo>
                  <a:lnTo>
                    <a:pt x="356" y="442"/>
                  </a:lnTo>
                  <a:lnTo>
                    <a:pt x="356" y="442"/>
                  </a:lnTo>
                  <a:lnTo>
                    <a:pt x="354" y="444"/>
                  </a:lnTo>
                  <a:lnTo>
                    <a:pt x="354" y="445"/>
                  </a:lnTo>
                  <a:lnTo>
                    <a:pt x="352" y="445"/>
                  </a:lnTo>
                  <a:lnTo>
                    <a:pt x="352" y="445"/>
                  </a:lnTo>
                  <a:lnTo>
                    <a:pt x="352" y="444"/>
                  </a:lnTo>
                  <a:lnTo>
                    <a:pt x="352" y="444"/>
                  </a:lnTo>
                  <a:lnTo>
                    <a:pt x="352" y="442"/>
                  </a:lnTo>
                  <a:lnTo>
                    <a:pt x="352" y="440"/>
                  </a:lnTo>
                  <a:lnTo>
                    <a:pt x="352" y="440"/>
                  </a:lnTo>
                  <a:lnTo>
                    <a:pt x="352" y="440"/>
                  </a:lnTo>
                  <a:lnTo>
                    <a:pt x="354" y="438"/>
                  </a:lnTo>
                  <a:lnTo>
                    <a:pt x="354" y="438"/>
                  </a:lnTo>
                  <a:lnTo>
                    <a:pt x="354" y="436"/>
                  </a:lnTo>
                  <a:lnTo>
                    <a:pt x="354" y="436"/>
                  </a:lnTo>
                  <a:lnTo>
                    <a:pt x="354" y="434"/>
                  </a:lnTo>
                  <a:lnTo>
                    <a:pt x="354" y="434"/>
                  </a:lnTo>
                  <a:lnTo>
                    <a:pt x="354" y="432"/>
                  </a:lnTo>
                  <a:lnTo>
                    <a:pt x="354" y="432"/>
                  </a:lnTo>
                  <a:lnTo>
                    <a:pt x="354" y="432"/>
                  </a:lnTo>
                  <a:lnTo>
                    <a:pt x="354" y="432"/>
                  </a:lnTo>
                  <a:lnTo>
                    <a:pt x="352" y="434"/>
                  </a:lnTo>
                  <a:lnTo>
                    <a:pt x="352" y="434"/>
                  </a:lnTo>
                  <a:lnTo>
                    <a:pt x="352" y="434"/>
                  </a:lnTo>
                  <a:lnTo>
                    <a:pt x="350" y="436"/>
                  </a:lnTo>
                  <a:lnTo>
                    <a:pt x="350" y="436"/>
                  </a:lnTo>
                  <a:lnTo>
                    <a:pt x="350" y="436"/>
                  </a:lnTo>
                  <a:lnTo>
                    <a:pt x="348" y="436"/>
                  </a:lnTo>
                  <a:lnTo>
                    <a:pt x="348" y="436"/>
                  </a:lnTo>
                  <a:lnTo>
                    <a:pt x="347" y="436"/>
                  </a:lnTo>
                  <a:lnTo>
                    <a:pt x="347" y="436"/>
                  </a:lnTo>
                  <a:lnTo>
                    <a:pt x="347" y="436"/>
                  </a:lnTo>
                  <a:lnTo>
                    <a:pt x="345" y="436"/>
                  </a:lnTo>
                  <a:lnTo>
                    <a:pt x="343" y="436"/>
                  </a:lnTo>
                  <a:lnTo>
                    <a:pt x="341" y="434"/>
                  </a:lnTo>
                  <a:lnTo>
                    <a:pt x="341" y="434"/>
                  </a:lnTo>
                  <a:lnTo>
                    <a:pt x="341" y="434"/>
                  </a:lnTo>
                  <a:lnTo>
                    <a:pt x="339" y="436"/>
                  </a:lnTo>
                  <a:lnTo>
                    <a:pt x="339" y="436"/>
                  </a:lnTo>
                  <a:lnTo>
                    <a:pt x="339" y="436"/>
                  </a:lnTo>
                  <a:lnTo>
                    <a:pt x="339" y="438"/>
                  </a:lnTo>
                  <a:lnTo>
                    <a:pt x="339" y="438"/>
                  </a:lnTo>
                  <a:lnTo>
                    <a:pt x="341" y="438"/>
                  </a:lnTo>
                  <a:lnTo>
                    <a:pt x="341" y="440"/>
                  </a:lnTo>
                  <a:lnTo>
                    <a:pt x="341" y="440"/>
                  </a:lnTo>
                  <a:lnTo>
                    <a:pt x="341" y="440"/>
                  </a:lnTo>
                  <a:lnTo>
                    <a:pt x="341" y="442"/>
                  </a:lnTo>
                  <a:lnTo>
                    <a:pt x="341" y="442"/>
                  </a:lnTo>
                  <a:lnTo>
                    <a:pt x="339" y="442"/>
                  </a:lnTo>
                  <a:lnTo>
                    <a:pt x="337" y="444"/>
                  </a:lnTo>
                  <a:lnTo>
                    <a:pt x="337" y="444"/>
                  </a:lnTo>
                  <a:lnTo>
                    <a:pt x="335" y="445"/>
                  </a:lnTo>
                  <a:lnTo>
                    <a:pt x="335" y="445"/>
                  </a:lnTo>
                  <a:lnTo>
                    <a:pt x="335" y="445"/>
                  </a:lnTo>
                  <a:lnTo>
                    <a:pt x="333" y="447"/>
                  </a:lnTo>
                  <a:lnTo>
                    <a:pt x="331" y="447"/>
                  </a:lnTo>
                  <a:lnTo>
                    <a:pt x="331" y="447"/>
                  </a:lnTo>
                  <a:lnTo>
                    <a:pt x="331" y="449"/>
                  </a:lnTo>
                  <a:lnTo>
                    <a:pt x="331" y="449"/>
                  </a:lnTo>
                  <a:lnTo>
                    <a:pt x="329" y="451"/>
                  </a:lnTo>
                  <a:lnTo>
                    <a:pt x="329" y="451"/>
                  </a:lnTo>
                  <a:lnTo>
                    <a:pt x="329" y="451"/>
                  </a:lnTo>
                  <a:lnTo>
                    <a:pt x="329" y="451"/>
                  </a:lnTo>
                  <a:lnTo>
                    <a:pt x="327" y="451"/>
                  </a:lnTo>
                  <a:lnTo>
                    <a:pt x="327" y="449"/>
                  </a:lnTo>
                  <a:lnTo>
                    <a:pt x="327" y="449"/>
                  </a:lnTo>
                  <a:lnTo>
                    <a:pt x="326" y="449"/>
                  </a:lnTo>
                  <a:lnTo>
                    <a:pt x="324" y="449"/>
                  </a:lnTo>
                  <a:lnTo>
                    <a:pt x="324" y="449"/>
                  </a:lnTo>
                  <a:lnTo>
                    <a:pt x="324" y="451"/>
                  </a:lnTo>
                  <a:lnTo>
                    <a:pt x="322" y="451"/>
                  </a:lnTo>
                  <a:lnTo>
                    <a:pt x="322" y="451"/>
                  </a:lnTo>
                  <a:lnTo>
                    <a:pt x="322" y="453"/>
                  </a:lnTo>
                  <a:lnTo>
                    <a:pt x="324" y="453"/>
                  </a:lnTo>
                  <a:lnTo>
                    <a:pt x="322" y="453"/>
                  </a:lnTo>
                  <a:lnTo>
                    <a:pt x="322" y="453"/>
                  </a:lnTo>
                  <a:lnTo>
                    <a:pt x="320" y="453"/>
                  </a:lnTo>
                  <a:lnTo>
                    <a:pt x="318" y="453"/>
                  </a:lnTo>
                  <a:lnTo>
                    <a:pt x="316" y="455"/>
                  </a:lnTo>
                  <a:lnTo>
                    <a:pt x="314" y="457"/>
                  </a:lnTo>
                  <a:lnTo>
                    <a:pt x="314" y="457"/>
                  </a:lnTo>
                  <a:lnTo>
                    <a:pt x="312" y="457"/>
                  </a:lnTo>
                  <a:lnTo>
                    <a:pt x="310" y="457"/>
                  </a:lnTo>
                  <a:lnTo>
                    <a:pt x="310" y="457"/>
                  </a:lnTo>
                  <a:lnTo>
                    <a:pt x="310" y="457"/>
                  </a:lnTo>
                  <a:lnTo>
                    <a:pt x="308" y="457"/>
                  </a:lnTo>
                  <a:lnTo>
                    <a:pt x="308" y="457"/>
                  </a:lnTo>
                  <a:lnTo>
                    <a:pt x="308" y="455"/>
                  </a:lnTo>
                  <a:lnTo>
                    <a:pt x="308" y="453"/>
                  </a:lnTo>
                  <a:lnTo>
                    <a:pt x="308" y="453"/>
                  </a:lnTo>
                  <a:lnTo>
                    <a:pt x="308" y="449"/>
                  </a:lnTo>
                  <a:lnTo>
                    <a:pt x="307" y="449"/>
                  </a:lnTo>
                  <a:lnTo>
                    <a:pt x="307" y="447"/>
                  </a:lnTo>
                  <a:lnTo>
                    <a:pt x="307" y="447"/>
                  </a:lnTo>
                  <a:lnTo>
                    <a:pt x="305" y="447"/>
                  </a:lnTo>
                  <a:lnTo>
                    <a:pt x="305" y="445"/>
                  </a:lnTo>
                  <a:lnTo>
                    <a:pt x="305" y="445"/>
                  </a:lnTo>
                  <a:lnTo>
                    <a:pt x="305" y="444"/>
                  </a:lnTo>
                  <a:lnTo>
                    <a:pt x="305" y="444"/>
                  </a:lnTo>
                  <a:lnTo>
                    <a:pt x="303" y="444"/>
                  </a:lnTo>
                  <a:lnTo>
                    <a:pt x="301" y="444"/>
                  </a:lnTo>
                  <a:lnTo>
                    <a:pt x="299" y="444"/>
                  </a:lnTo>
                  <a:lnTo>
                    <a:pt x="297" y="444"/>
                  </a:lnTo>
                  <a:lnTo>
                    <a:pt x="297" y="444"/>
                  </a:lnTo>
                  <a:lnTo>
                    <a:pt x="295" y="444"/>
                  </a:lnTo>
                  <a:lnTo>
                    <a:pt x="295" y="444"/>
                  </a:lnTo>
                  <a:lnTo>
                    <a:pt x="293" y="444"/>
                  </a:lnTo>
                  <a:lnTo>
                    <a:pt x="293" y="442"/>
                  </a:lnTo>
                  <a:lnTo>
                    <a:pt x="291" y="442"/>
                  </a:lnTo>
                  <a:lnTo>
                    <a:pt x="291" y="442"/>
                  </a:lnTo>
                  <a:lnTo>
                    <a:pt x="289" y="442"/>
                  </a:lnTo>
                  <a:lnTo>
                    <a:pt x="287" y="442"/>
                  </a:lnTo>
                  <a:lnTo>
                    <a:pt x="287" y="440"/>
                  </a:lnTo>
                  <a:lnTo>
                    <a:pt x="286" y="440"/>
                  </a:lnTo>
                  <a:lnTo>
                    <a:pt x="286" y="440"/>
                  </a:lnTo>
                  <a:lnTo>
                    <a:pt x="286" y="440"/>
                  </a:lnTo>
                  <a:lnTo>
                    <a:pt x="284" y="442"/>
                  </a:lnTo>
                  <a:lnTo>
                    <a:pt x="282" y="442"/>
                  </a:lnTo>
                  <a:lnTo>
                    <a:pt x="282" y="440"/>
                  </a:lnTo>
                  <a:lnTo>
                    <a:pt x="282" y="440"/>
                  </a:lnTo>
                  <a:lnTo>
                    <a:pt x="282" y="438"/>
                  </a:lnTo>
                  <a:lnTo>
                    <a:pt x="282" y="438"/>
                  </a:lnTo>
                  <a:lnTo>
                    <a:pt x="282" y="438"/>
                  </a:lnTo>
                  <a:lnTo>
                    <a:pt x="282" y="438"/>
                  </a:lnTo>
                  <a:lnTo>
                    <a:pt x="280" y="438"/>
                  </a:lnTo>
                  <a:lnTo>
                    <a:pt x="280" y="438"/>
                  </a:lnTo>
                  <a:lnTo>
                    <a:pt x="280" y="438"/>
                  </a:lnTo>
                  <a:lnTo>
                    <a:pt x="280" y="440"/>
                  </a:lnTo>
                  <a:lnTo>
                    <a:pt x="280" y="440"/>
                  </a:lnTo>
                  <a:lnTo>
                    <a:pt x="280" y="440"/>
                  </a:lnTo>
                  <a:lnTo>
                    <a:pt x="280" y="440"/>
                  </a:lnTo>
                  <a:lnTo>
                    <a:pt x="280" y="440"/>
                  </a:lnTo>
                  <a:lnTo>
                    <a:pt x="280" y="442"/>
                  </a:lnTo>
                  <a:lnTo>
                    <a:pt x="280" y="442"/>
                  </a:lnTo>
                  <a:lnTo>
                    <a:pt x="280" y="442"/>
                  </a:lnTo>
                  <a:lnTo>
                    <a:pt x="278" y="442"/>
                  </a:lnTo>
                  <a:lnTo>
                    <a:pt x="278" y="442"/>
                  </a:lnTo>
                  <a:lnTo>
                    <a:pt x="278" y="444"/>
                  </a:lnTo>
                  <a:lnTo>
                    <a:pt x="278" y="444"/>
                  </a:lnTo>
                  <a:lnTo>
                    <a:pt x="278" y="444"/>
                  </a:lnTo>
                  <a:lnTo>
                    <a:pt x="278" y="444"/>
                  </a:lnTo>
                  <a:lnTo>
                    <a:pt x="280" y="444"/>
                  </a:lnTo>
                  <a:lnTo>
                    <a:pt x="280" y="445"/>
                  </a:lnTo>
                  <a:lnTo>
                    <a:pt x="280" y="445"/>
                  </a:lnTo>
                  <a:lnTo>
                    <a:pt x="280" y="447"/>
                  </a:lnTo>
                  <a:lnTo>
                    <a:pt x="280" y="447"/>
                  </a:lnTo>
                  <a:lnTo>
                    <a:pt x="280" y="449"/>
                  </a:lnTo>
                  <a:lnTo>
                    <a:pt x="280" y="449"/>
                  </a:lnTo>
                  <a:lnTo>
                    <a:pt x="280" y="451"/>
                  </a:lnTo>
                  <a:lnTo>
                    <a:pt x="280" y="451"/>
                  </a:lnTo>
                  <a:lnTo>
                    <a:pt x="278" y="451"/>
                  </a:lnTo>
                  <a:lnTo>
                    <a:pt x="278" y="451"/>
                  </a:lnTo>
                  <a:lnTo>
                    <a:pt x="276" y="451"/>
                  </a:lnTo>
                  <a:lnTo>
                    <a:pt x="274" y="451"/>
                  </a:lnTo>
                  <a:lnTo>
                    <a:pt x="274" y="451"/>
                  </a:lnTo>
                  <a:lnTo>
                    <a:pt x="274" y="451"/>
                  </a:lnTo>
                  <a:lnTo>
                    <a:pt x="272" y="451"/>
                  </a:lnTo>
                  <a:lnTo>
                    <a:pt x="272" y="453"/>
                  </a:lnTo>
                  <a:lnTo>
                    <a:pt x="272" y="453"/>
                  </a:lnTo>
                  <a:lnTo>
                    <a:pt x="272" y="453"/>
                  </a:lnTo>
                  <a:lnTo>
                    <a:pt x="270" y="453"/>
                  </a:lnTo>
                  <a:lnTo>
                    <a:pt x="270" y="453"/>
                  </a:lnTo>
                  <a:lnTo>
                    <a:pt x="268" y="451"/>
                  </a:lnTo>
                  <a:lnTo>
                    <a:pt x="268" y="451"/>
                  </a:lnTo>
                  <a:lnTo>
                    <a:pt x="268" y="449"/>
                  </a:lnTo>
                  <a:lnTo>
                    <a:pt x="268" y="449"/>
                  </a:lnTo>
                  <a:lnTo>
                    <a:pt x="266" y="449"/>
                  </a:lnTo>
                  <a:lnTo>
                    <a:pt x="266" y="449"/>
                  </a:lnTo>
                  <a:lnTo>
                    <a:pt x="266" y="449"/>
                  </a:lnTo>
                  <a:lnTo>
                    <a:pt x="266" y="451"/>
                  </a:lnTo>
                  <a:lnTo>
                    <a:pt x="266" y="451"/>
                  </a:lnTo>
                  <a:lnTo>
                    <a:pt x="266" y="453"/>
                  </a:lnTo>
                  <a:lnTo>
                    <a:pt x="265" y="453"/>
                  </a:lnTo>
                  <a:lnTo>
                    <a:pt x="265" y="453"/>
                  </a:lnTo>
                  <a:lnTo>
                    <a:pt x="265" y="451"/>
                  </a:lnTo>
                  <a:lnTo>
                    <a:pt x="265" y="449"/>
                  </a:lnTo>
                  <a:lnTo>
                    <a:pt x="265" y="447"/>
                  </a:lnTo>
                  <a:lnTo>
                    <a:pt x="265" y="445"/>
                  </a:lnTo>
                  <a:lnTo>
                    <a:pt x="265" y="445"/>
                  </a:lnTo>
                  <a:lnTo>
                    <a:pt x="265" y="444"/>
                  </a:lnTo>
                  <a:lnTo>
                    <a:pt x="266" y="444"/>
                  </a:lnTo>
                  <a:lnTo>
                    <a:pt x="266" y="442"/>
                  </a:lnTo>
                  <a:lnTo>
                    <a:pt x="266" y="442"/>
                  </a:lnTo>
                  <a:lnTo>
                    <a:pt x="266" y="442"/>
                  </a:lnTo>
                  <a:lnTo>
                    <a:pt x="266" y="440"/>
                  </a:lnTo>
                  <a:lnTo>
                    <a:pt x="268" y="440"/>
                  </a:lnTo>
                  <a:lnTo>
                    <a:pt x="268" y="440"/>
                  </a:lnTo>
                  <a:lnTo>
                    <a:pt x="268" y="440"/>
                  </a:lnTo>
                  <a:lnTo>
                    <a:pt x="268" y="438"/>
                  </a:lnTo>
                  <a:lnTo>
                    <a:pt x="268" y="438"/>
                  </a:lnTo>
                  <a:lnTo>
                    <a:pt x="268" y="438"/>
                  </a:lnTo>
                  <a:lnTo>
                    <a:pt x="268" y="436"/>
                  </a:lnTo>
                  <a:lnTo>
                    <a:pt x="268" y="436"/>
                  </a:lnTo>
                  <a:lnTo>
                    <a:pt x="266" y="434"/>
                  </a:lnTo>
                  <a:lnTo>
                    <a:pt x="266" y="432"/>
                  </a:lnTo>
                  <a:lnTo>
                    <a:pt x="265" y="430"/>
                  </a:lnTo>
                  <a:lnTo>
                    <a:pt x="263" y="430"/>
                  </a:lnTo>
                  <a:lnTo>
                    <a:pt x="263" y="428"/>
                  </a:lnTo>
                  <a:lnTo>
                    <a:pt x="263" y="428"/>
                  </a:lnTo>
                  <a:lnTo>
                    <a:pt x="263" y="428"/>
                  </a:lnTo>
                  <a:lnTo>
                    <a:pt x="261" y="426"/>
                  </a:lnTo>
                  <a:lnTo>
                    <a:pt x="263" y="425"/>
                  </a:lnTo>
                  <a:lnTo>
                    <a:pt x="263" y="425"/>
                  </a:lnTo>
                  <a:lnTo>
                    <a:pt x="263" y="423"/>
                  </a:lnTo>
                  <a:lnTo>
                    <a:pt x="263" y="423"/>
                  </a:lnTo>
                  <a:lnTo>
                    <a:pt x="263" y="423"/>
                  </a:lnTo>
                  <a:lnTo>
                    <a:pt x="261" y="421"/>
                  </a:lnTo>
                  <a:lnTo>
                    <a:pt x="257" y="415"/>
                  </a:lnTo>
                  <a:lnTo>
                    <a:pt x="255" y="415"/>
                  </a:lnTo>
                  <a:lnTo>
                    <a:pt x="255" y="415"/>
                  </a:lnTo>
                  <a:lnTo>
                    <a:pt x="257" y="413"/>
                  </a:lnTo>
                  <a:lnTo>
                    <a:pt x="257" y="413"/>
                  </a:lnTo>
                  <a:lnTo>
                    <a:pt x="259" y="413"/>
                  </a:lnTo>
                  <a:lnTo>
                    <a:pt x="259" y="413"/>
                  </a:lnTo>
                  <a:lnTo>
                    <a:pt x="259" y="411"/>
                  </a:lnTo>
                  <a:lnTo>
                    <a:pt x="259" y="411"/>
                  </a:lnTo>
                  <a:lnTo>
                    <a:pt x="261" y="411"/>
                  </a:lnTo>
                  <a:lnTo>
                    <a:pt x="261" y="411"/>
                  </a:lnTo>
                  <a:lnTo>
                    <a:pt x="261" y="411"/>
                  </a:lnTo>
                  <a:lnTo>
                    <a:pt x="261" y="411"/>
                  </a:lnTo>
                  <a:lnTo>
                    <a:pt x="263" y="413"/>
                  </a:lnTo>
                  <a:lnTo>
                    <a:pt x="263" y="413"/>
                  </a:lnTo>
                  <a:lnTo>
                    <a:pt x="265" y="413"/>
                  </a:lnTo>
                  <a:lnTo>
                    <a:pt x="265" y="413"/>
                  </a:lnTo>
                  <a:lnTo>
                    <a:pt x="265" y="413"/>
                  </a:lnTo>
                  <a:lnTo>
                    <a:pt x="265" y="413"/>
                  </a:lnTo>
                  <a:lnTo>
                    <a:pt x="265" y="413"/>
                  </a:lnTo>
                  <a:lnTo>
                    <a:pt x="265" y="415"/>
                  </a:lnTo>
                  <a:lnTo>
                    <a:pt x="266" y="419"/>
                  </a:lnTo>
                  <a:lnTo>
                    <a:pt x="266" y="421"/>
                  </a:lnTo>
                  <a:lnTo>
                    <a:pt x="266" y="423"/>
                  </a:lnTo>
                  <a:lnTo>
                    <a:pt x="268" y="423"/>
                  </a:lnTo>
                  <a:lnTo>
                    <a:pt x="268" y="423"/>
                  </a:lnTo>
                  <a:lnTo>
                    <a:pt x="268" y="423"/>
                  </a:lnTo>
                  <a:lnTo>
                    <a:pt x="270" y="425"/>
                  </a:lnTo>
                  <a:lnTo>
                    <a:pt x="270" y="425"/>
                  </a:lnTo>
                  <a:lnTo>
                    <a:pt x="274" y="425"/>
                  </a:lnTo>
                  <a:lnTo>
                    <a:pt x="274" y="425"/>
                  </a:lnTo>
                  <a:lnTo>
                    <a:pt x="276" y="426"/>
                  </a:lnTo>
                  <a:lnTo>
                    <a:pt x="276" y="426"/>
                  </a:lnTo>
                  <a:lnTo>
                    <a:pt x="276" y="428"/>
                  </a:lnTo>
                  <a:lnTo>
                    <a:pt x="278" y="428"/>
                  </a:lnTo>
                  <a:lnTo>
                    <a:pt x="278" y="428"/>
                  </a:lnTo>
                  <a:lnTo>
                    <a:pt x="280" y="428"/>
                  </a:lnTo>
                  <a:lnTo>
                    <a:pt x="282" y="428"/>
                  </a:lnTo>
                  <a:lnTo>
                    <a:pt x="284" y="428"/>
                  </a:lnTo>
                  <a:lnTo>
                    <a:pt x="284" y="428"/>
                  </a:lnTo>
                  <a:lnTo>
                    <a:pt x="291" y="426"/>
                  </a:lnTo>
                  <a:lnTo>
                    <a:pt x="291" y="426"/>
                  </a:lnTo>
                  <a:lnTo>
                    <a:pt x="291" y="426"/>
                  </a:lnTo>
                  <a:lnTo>
                    <a:pt x="293" y="426"/>
                  </a:lnTo>
                  <a:lnTo>
                    <a:pt x="293" y="428"/>
                  </a:lnTo>
                  <a:lnTo>
                    <a:pt x="295" y="428"/>
                  </a:lnTo>
                  <a:lnTo>
                    <a:pt x="295" y="428"/>
                  </a:lnTo>
                  <a:lnTo>
                    <a:pt x="295" y="428"/>
                  </a:lnTo>
                  <a:lnTo>
                    <a:pt x="295" y="428"/>
                  </a:lnTo>
                  <a:lnTo>
                    <a:pt x="297" y="432"/>
                  </a:lnTo>
                  <a:lnTo>
                    <a:pt x="299" y="434"/>
                  </a:lnTo>
                  <a:lnTo>
                    <a:pt x="299" y="434"/>
                  </a:lnTo>
                  <a:lnTo>
                    <a:pt x="299" y="436"/>
                  </a:lnTo>
                  <a:lnTo>
                    <a:pt x="299" y="436"/>
                  </a:lnTo>
                  <a:lnTo>
                    <a:pt x="299" y="438"/>
                  </a:lnTo>
                  <a:lnTo>
                    <a:pt x="299" y="438"/>
                  </a:lnTo>
                  <a:lnTo>
                    <a:pt x="299" y="438"/>
                  </a:lnTo>
                  <a:lnTo>
                    <a:pt x="301" y="438"/>
                  </a:lnTo>
                  <a:lnTo>
                    <a:pt x="303" y="440"/>
                  </a:lnTo>
                  <a:lnTo>
                    <a:pt x="303" y="440"/>
                  </a:lnTo>
                  <a:lnTo>
                    <a:pt x="305" y="440"/>
                  </a:lnTo>
                  <a:lnTo>
                    <a:pt x="305" y="438"/>
                  </a:lnTo>
                  <a:lnTo>
                    <a:pt x="305" y="438"/>
                  </a:lnTo>
                  <a:lnTo>
                    <a:pt x="305" y="438"/>
                  </a:lnTo>
                  <a:lnTo>
                    <a:pt x="303" y="436"/>
                  </a:lnTo>
                  <a:lnTo>
                    <a:pt x="303" y="434"/>
                  </a:lnTo>
                  <a:lnTo>
                    <a:pt x="303" y="434"/>
                  </a:lnTo>
                  <a:lnTo>
                    <a:pt x="305" y="432"/>
                  </a:lnTo>
                  <a:lnTo>
                    <a:pt x="303" y="432"/>
                  </a:lnTo>
                  <a:lnTo>
                    <a:pt x="303" y="432"/>
                  </a:lnTo>
                  <a:lnTo>
                    <a:pt x="303" y="430"/>
                  </a:lnTo>
                  <a:lnTo>
                    <a:pt x="301" y="430"/>
                  </a:lnTo>
                  <a:lnTo>
                    <a:pt x="301" y="430"/>
                  </a:lnTo>
                  <a:lnTo>
                    <a:pt x="301" y="428"/>
                  </a:lnTo>
                  <a:lnTo>
                    <a:pt x="301" y="428"/>
                  </a:lnTo>
                  <a:lnTo>
                    <a:pt x="301" y="426"/>
                  </a:lnTo>
                  <a:lnTo>
                    <a:pt x="301" y="426"/>
                  </a:lnTo>
                  <a:lnTo>
                    <a:pt x="299" y="425"/>
                  </a:lnTo>
                  <a:lnTo>
                    <a:pt x="299" y="425"/>
                  </a:lnTo>
                  <a:lnTo>
                    <a:pt x="299" y="425"/>
                  </a:lnTo>
                  <a:lnTo>
                    <a:pt x="299" y="423"/>
                  </a:lnTo>
                  <a:lnTo>
                    <a:pt x="299" y="423"/>
                  </a:lnTo>
                  <a:lnTo>
                    <a:pt x="301" y="421"/>
                  </a:lnTo>
                  <a:lnTo>
                    <a:pt x="301" y="419"/>
                  </a:lnTo>
                  <a:lnTo>
                    <a:pt x="301" y="419"/>
                  </a:lnTo>
                  <a:lnTo>
                    <a:pt x="301" y="419"/>
                  </a:lnTo>
                  <a:lnTo>
                    <a:pt x="301" y="419"/>
                  </a:lnTo>
                  <a:lnTo>
                    <a:pt x="299" y="417"/>
                  </a:lnTo>
                  <a:lnTo>
                    <a:pt x="299" y="417"/>
                  </a:lnTo>
                  <a:lnTo>
                    <a:pt x="299" y="417"/>
                  </a:lnTo>
                  <a:lnTo>
                    <a:pt x="299" y="417"/>
                  </a:lnTo>
                  <a:lnTo>
                    <a:pt x="299" y="417"/>
                  </a:lnTo>
                  <a:lnTo>
                    <a:pt x="301" y="415"/>
                  </a:lnTo>
                  <a:lnTo>
                    <a:pt x="303" y="413"/>
                  </a:lnTo>
                  <a:lnTo>
                    <a:pt x="303" y="413"/>
                  </a:lnTo>
                  <a:lnTo>
                    <a:pt x="303" y="413"/>
                  </a:lnTo>
                  <a:lnTo>
                    <a:pt x="305" y="413"/>
                  </a:lnTo>
                  <a:lnTo>
                    <a:pt x="308" y="413"/>
                  </a:lnTo>
                  <a:lnTo>
                    <a:pt x="310" y="411"/>
                  </a:lnTo>
                  <a:lnTo>
                    <a:pt x="310" y="411"/>
                  </a:lnTo>
                  <a:lnTo>
                    <a:pt x="310" y="411"/>
                  </a:lnTo>
                  <a:lnTo>
                    <a:pt x="310" y="411"/>
                  </a:lnTo>
                  <a:lnTo>
                    <a:pt x="310" y="409"/>
                  </a:lnTo>
                  <a:lnTo>
                    <a:pt x="310" y="409"/>
                  </a:lnTo>
                  <a:lnTo>
                    <a:pt x="310" y="407"/>
                  </a:lnTo>
                  <a:lnTo>
                    <a:pt x="310" y="406"/>
                  </a:lnTo>
                  <a:lnTo>
                    <a:pt x="310" y="406"/>
                  </a:lnTo>
                  <a:lnTo>
                    <a:pt x="310" y="404"/>
                  </a:lnTo>
                  <a:lnTo>
                    <a:pt x="310" y="402"/>
                  </a:lnTo>
                  <a:lnTo>
                    <a:pt x="310" y="402"/>
                  </a:lnTo>
                  <a:lnTo>
                    <a:pt x="310" y="402"/>
                  </a:lnTo>
                  <a:lnTo>
                    <a:pt x="310" y="402"/>
                  </a:lnTo>
                  <a:lnTo>
                    <a:pt x="307" y="400"/>
                  </a:lnTo>
                  <a:lnTo>
                    <a:pt x="307" y="400"/>
                  </a:lnTo>
                  <a:lnTo>
                    <a:pt x="307" y="400"/>
                  </a:lnTo>
                  <a:lnTo>
                    <a:pt x="307" y="400"/>
                  </a:lnTo>
                  <a:lnTo>
                    <a:pt x="307" y="400"/>
                  </a:lnTo>
                  <a:lnTo>
                    <a:pt x="307" y="398"/>
                  </a:lnTo>
                  <a:lnTo>
                    <a:pt x="305" y="398"/>
                  </a:lnTo>
                  <a:lnTo>
                    <a:pt x="305" y="398"/>
                  </a:lnTo>
                  <a:lnTo>
                    <a:pt x="305" y="398"/>
                  </a:lnTo>
                  <a:lnTo>
                    <a:pt x="303" y="398"/>
                  </a:lnTo>
                  <a:lnTo>
                    <a:pt x="303" y="398"/>
                  </a:lnTo>
                  <a:lnTo>
                    <a:pt x="301" y="398"/>
                  </a:lnTo>
                  <a:lnTo>
                    <a:pt x="301" y="398"/>
                  </a:lnTo>
                  <a:lnTo>
                    <a:pt x="301" y="400"/>
                  </a:lnTo>
                  <a:lnTo>
                    <a:pt x="301" y="400"/>
                  </a:lnTo>
                  <a:lnTo>
                    <a:pt x="301" y="402"/>
                  </a:lnTo>
                  <a:lnTo>
                    <a:pt x="301" y="402"/>
                  </a:lnTo>
                  <a:lnTo>
                    <a:pt x="303" y="404"/>
                  </a:lnTo>
                  <a:lnTo>
                    <a:pt x="305" y="406"/>
                  </a:lnTo>
                  <a:lnTo>
                    <a:pt x="303" y="406"/>
                  </a:lnTo>
                  <a:lnTo>
                    <a:pt x="303" y="406"/>
                  </a:lnTo>
                  <a:lnTo>
                    <a:pt x="303" y="406"/>
                  </a:lnTo>
                  <a:lnTo>
                    <a:pt x="301" y="406"/>
                  </a:lnTo>
                  <a:lnTo>
                    <a:pt x="299" y="404"/>
                  </a:lnTo>
                  <a:lnTo>
                    <a:pt x="299" y="402"/>
                  </a:lnTo>
                  <a:lnTo>
                    <a:pt x="297" y="402"/>
                  </a:lnTo>
                  <a:lnTo>
                    <a:pt x="297" y="402"/>
                  </a:lnTo>
                  <a:lnTo>
                    <a:pt x="293" y="402"/>
                  </a:lnTo>
                  <a:lnTo>
                    <a:pt x="293" y="400"/>
                  </a:lnTo>
                  <a:lnTo>
                    <a:pt x="291" y="400"/>
                  </a:lnTo>
                  <a:lnTo>
                    <a:pt x="291" y="398"/>
                  </a:lnTo>
                  <a:lnTo>
                    <a:pt x="291" y="398"/>
                  </a:lnTo>
                  <a:lnTo>
                    <a:pt x="291" y="398"/>
                  </a:lnTo>
                  <a:lnTo>
                    <a:pt x="291" y="398"/>
                  </a:lnTo>
                  <a:lnTo>
                    <a:pt x="291" y="398"/>
                  </a:lnTo>
                  <a:lnTo>
                    <a:pt x="289" y="398"/>
                  </a:lnTo>
                  <a:lnTo>
                    <a:pt x="287" y="398"/>
                  </a:lnTo>
                  <a:lnTo>
                    <a:pt x="286" y="398"/>
                  </a:lnTo>
                  <a:lnTo>
                    <a:pt x="284" y="398"/>
                  </a:lnTo>
                  <a:lnTo>
                    <a:pt x="282" y="398"/>
                  </a:lnTo>
                  <a:lnTo>
                    <a:pt x="282" y="396"/>
                  </a:lnTo>
                  <a:lnTo>
                    <a:pt x="280" y="396"/>
                  </a:lnTo>
                  <a:lnTo>
                    <a:pt x="280" y="396"/>
                  </a:lnTo>
                  <a:lnTo>
                    <a:pt x="278" y="398"/>
                  </a:lnTo>
                  <a:lnTo>
                    <a:pt x="278" y="400"/>
                  </a:lnTo>
                  <a:lnTo>
                    <a:pt x="276" y="402"/>
                  </a:lnTo>
                  <a:lnTo>
                    <a:pt x="276" y="402"/>
                  </a:lnTo>
                  <a:lnTo>
                    <a:pt x="276" y="402"/>
                  </a:lnTo>
                  <a:lnTo>
                    <a:pt x="276" y="406"/>
                  </a:lnTo>
                  <a:lnTo>
                    <a:pt x="276" y="406"/>
                  </a:lnTo>
                  <a:lnTo>
                    <a:pt x="276" y="406"/>
                  </a:lnTo>
                  <a:lnTo>
                    <a:pt x="274" y="407"/>
                  </a:lnTo>
                  <a:lnTo>
                    <a:pt x="274" y="407"/>
                  </a:lnTo>
                  <a:lnTo>
                    <a:pt x="272" y="407"/>
                  </a:lnTo>
                  <a:lnTo>
                    <a:pt x="270" y="406"/>
                  </a:lnTo>
                  <a:lnTo>
                    <a:pt x="268" y="406"/>
                  </a:lnTo>
                  <a:lnTo>
                    <a:pt x="265" y="406"/>
                  </a:lnTo>
                  <a:lnTo>
                    <a:pt x="259" y="404"/>
                  </a:lnTo>
                  <a:lnTo>
                    <a:pt x="259" y="404"/>
                  </a:lnTo>
                  <a:lnTo>
                    <a:pt x="259" y="402"/>
                  </a:lnTo>
                  <a:lnTo>
                    <a:pt x="261" y="402"/>
                  </a:lnTo>
                  <a:lnTo>
                    <a:pt x="261" y="402"/>
                  </a:lnTo>
                  <a:lnTo>
                    <a:pt x="261" y="400"/>
                  </a:lnTo>
                  <a:lnTo>
                    <a:pt x="261" y="400"/>
                  </a:lnTo>
                  <a:lnTo>
                    <a:pt x="261" y="400"/>
                  </a:lnTo>
                  <a:lnTo>
                    <a:pt x="257" y="398"/>
                  </a:lnTo>
                  <a:lnTo>
                    <a:pt x="257" y="398"/>
                  </a:lnTo>
                  <a:lnTo>
                    <a:pt x="255" y="396"/>
                  </a:lnTo>
                  <a:lnTo>
                    <a:pt x="255" y="396"/>
                  </a:lnTo>
                  <a:lnTo>
                    <a:pt x="255" y="394"/>
                  </a:lnTo>
                  <a:lnTo>
                    <a:pt x="255" y="394"/>
                  </a:lnTo>
                  <a:lnTo>
                    <a:pt x="255" y="392"/>
                  </a:lnTo>
                  <a:lnTo>
                    <a:pt x="255" y="392"/>
                  </a:lnTo>
                  <a:lnTo>
                    <a:pt x="255" y="390"/>
                  </a:lnTo>
                  <a:lnTo>
                    <a:pt x="255" y="390"/>
                  </a:lnTo>
                  <a:lnTo>
                    <a:pt x="257" y="390"/>
                  </a:lnTo>
                  <a:lnTo>
                    <a:pt x="257" y="390"/>
                  </a:lnTo>
                  <a:lnTo>
                    <a:pt x="257" y="390"/>
                  </a:lnTo>
                  <a:lnTo>
                    <a:pt x="257" y="390"/>
                  </a:lnTo>
                  <a:lnTo>
                    <a:pt x="259" y="390"/>
                  </a:lnTo>
                  <a:lnTo>
                    <a:pt x="259" y="390"/>
                  </a:lnTo>
                  <a:lnTo>
                    <a:pt x="259" y="390"/>
                  </a:lnTo>
                  <a:lnTo>
                    <a:pt x="259" y="390"/>
                  </a:lnTo>
                  <a:lnTo>
                    <a:pt x="261" y="388"/>
                  </a:lnTo>
                  <a:lnTo>
                    <a:pt x="261" y="388"/>
                  </a:lnTo>
                  <a:lnTo>
                    <a:pt x="261" y="387"/>
                  </a:lnTo>
                  <a:lnTo>
                    <a:pt x="261" y="387"/>
                  </a:lnTo>
                  <a:lnTo>
                    <a:pt x="261" y="385"/>
                  </a:lnTo>
                  <a:lnTo>
                    <a:pt x="261" y="385"/>
                  </a:lnTo>
                  <a:lnTo>
                    <a:pt x="261" y="383"/>
                  </a:lnTo>
                  <a:lnTo>
                    <a:pt x="261" y="383"/>
                  </a:lnTo>
                  <a:lnTo>
                    <a:pt x="259" y="383"/>
                  </a:lnTo>
                  <a:lnTo>
                    <a:pt x="257" y="383"/>
                  </a:lnTo>
                  <a:lnTo>
                    <a:pt x="255" y="383"/>
                  </a:lnTo>
                  <a:lnTo>
                    <a:pt x="255" y="383"/>
                  </a:lnTo>
                  <a:lnTo>
                    <a:pt x="255" y="383"/>
                  </a:lnTo>
                  <a:lnTo>
                    <a:pt x="253" y="383"/>
                  </a:lnTo>
                  <a:lnTo>
                    <a:pt x="253" y="383"/>
                  </a:lnTo>
                  <a:lnTo>
                    <a:pt x="251" y="383"/>
                  </a:lnTo>
                  <a:lnTo>
                    <a:pt x="251" y="383"/>
                  </a:lnTo>
                  <a:lnTo>
                    <a:pt x="251" y="383"/>
                  </a:lnTo>
                  <a:lnTo>
                    <a:pt x="251" y="381"/>
                  </a:lnTo>
                  <a:lnTo>
                    <a:pt x="249" y="379"/>
                  </a:lnTo>
                  <a:lnTo>
                    <a:pt x="249" y="379"/>
                  </a:lnTo>
                  <a:lnTo>
                    <a:pt x="249" y="377"/>
                  </a:lnTo>
                  <a:lnTo>
                    <a:pt x="247" y="377"/>
                  </a:lnTo>
                  <a:lnTo>
                    <a:pt x="247" y="377"/>
                  </a:lnTo>
                  <a:lnTo>
                    <a:pt x="246" y="377"/>
                  </a:lnTo>
                  <a:lnTo>
                    <a:pt x="246" y="375"/>
                  </a:lnTo>
                  <a:lnTo>
                    <a:pt x="246" y="375"/>
                  </a:lnTo>
                  <a:lnTo>
                    <a:pt x="244" y="371"/>
                  </a:lnTo>
                  <a:lnTo>
                    <a:pt x="244" y="369"/>
                  </a:lnTo>
                  <a:lnTo>
                    <a:pt x="244" y="367"/>
                  </a:lnTo>
                  <a:lnTo>
                    <a:pt x="244" y="366"/>
                  </a:lnTo>
                  <a:lnTo>
                    <a:pt x="246" y="364"/>
                  </a:lnTo>
                  <a:lnTo>
                    <a:pt x="246" y="362"/>
                  </a:lnTo>
                  <a:lnTo>
                    <a:pt x="246" y="360"/>
                  </a:lnTo>
                  <a:lnTo>
                    <a:pt x="246" y="360"/>
                  </a:lnTo>
                  <a:lnTo>
                    <a:pt x="246" y="356"/>
                  </a:lnTo>
                  <a:lnTo>
                    <a:pt x="246" y="356"/>
                  </a:lnTo>
                  <a:lnTo>
                    <a:pt x="247" y="356"/>
                  </a:lnTo>
                  <a:lnTo>
                    <a:pt x="249" y="354"/>
                  </a:lnTo>
                  <a:lnTo>
                    <a:pt x="249" y="354"/>
                  </a:lnTo>
                  <a:lnTo>
                    <a:pt x="249" y="354"/>
                  </a:lnTo>
                  <a:lnTo>
                    <a:pt x="249" y="354"/>
                  </a:lnTo>
                  <a:lnTo>
                    <a:pt x="251" y="347"/>
                  </a:lnTo>
                  <a:lnTo>
                    <a:pt x="251" y="345"/>
                  </a:lnTo>
                  <a:lnTo>
                    <a:pt x="251" y="343"/>
                  </a:lnTo>
                  <a:lnTo>
                    <a:pt x="251" y="341"/>
                  </a:lnTo>
                  <a:lnTo>
                    <a:pt x="251" y="341"/>
                  </a:lnTo>
                  <a:lnTo>
                    <a:pt x="251" y="339"/>
                  </a:lnTo>
                  <a:lnTo>
                    <a:pt x="251" y="339"/>
                  </a:lnTo>
                  <a:lnTo>
                    <a:pt x="249" y="339"/>
                  </a:lnTo>
                  <a:lnTo>
                    <a:pt x="249" y="339"/>
                  </a:lnTo>
                  <a:lnTo>
                    <a:pt x="249" y="337"/>
                  </a:lnTo>
                  <a:lnTo>
                    <a:pt x="247" y="337"/>
                  </a:lnTo>
                  <a:lnTo>
                    <a:pt x="246" y="337"/>
                  </a:lnTo>
                  <a:lnTo>
                    <a:pt x="246" y="337"/>
                  </a:lnTo>
                  <a:lnTo>
                    <a:pt x="244" y="335"/>
                  </a:lnTo>
                  <a:lnTo>
                    <a:pt x="242" y="335"/>
                  </a:lnTo>
                  <a:lnTo>
                    <a:pt x="242" y="335"/>
                  </a:lnTo>
                  <a:lnTo>
                    <a:pt x="242" y="335"/>
                  </a:lnTo>
                  <a:lnTo>
                    <a:pt x="242" y="333"/>
                  </a:lnTo>
                  <a:lnTo>
                    <a:pt x="244" y="333"/>
                  </a:lnTo>
                  <a:lnTo>
                    <a:pt x="244" y="333"/>
                  </a:lnTo>
                  <a:lnTo>
                    <a:pt x="244" y="331"/>
                  </a:lnTo>
                  <a:lnTo>
                    <a:pt x="244" y="331"/>
                  </a:lnTo>
                  <a:lnTo>
                    <a:pt x="244" y="329"/>
                  </a:lnTo>
                  <a:lnTo>
                    <a:pt x="244" y="328"/>
                  </a:lnTo>
                  <a:lnTo>
                    <a:pt x="246" y="326"/>
                  </a:lnTo>
                  <a:lnTo>
                    <a:pt x="247" y="326"/>
                  </a:lnTo>
                  <a:lnTo>
                    <a:pt x="255" y="329"/>
                  </a:lnTo>
                  <a:lnTo>
                    <a:pt x="257" y="329"/>
                  </a:lnTo>
                  <a:lnTo>
                    <a:pt x="259" y="329"/>
                  </a:lnTo>
                  <a:lnTo>
                    <a:pt x="261" y="331"/>
                  </a:lnTo>
                  <a:lnTo>
                    <a:pt x="263" y="331"/>
                  </a:lnTo>
                  <a:lnTo>
                    <a:pt x="263" y="331"/>
                  </a:lnTo>
                  <a:lnTo>
                    <a:pt x="265" y="331"/>
                  </a:lnTo>
                  <a:lnTo>
                    <a:pt x="265" y="331"/>
                  </a:lnTo>
                  <a:lnTo>
                    <a:pt x="266" y="331"/>
                  </a:lnTo>
                  <a:lnTo>
                    <a:pt x="266" y="331"/>
                  </a:lnTo>
                  <a:lnTo>
                    <a:pt x="268" y="331"/>
                  </a:lnTo>
                  <a:lnTo>
                    <a:pt x="268" y="331"/>
                  </a:lnTo>
                  <a:lnTo>
                    <a:pt x="268" y="331"/>
                  </a:lnTo>
                  <a:lnTo>
                    <a:pt x="270" y="331"/>
                  </a:lnTo>
                  <a:lnTo>
                    <a:pt x="270" y="333"/>
                  </a:lnTo>
                  <a:lnTo>
                    <a:pt x="270" y="333"/>
                  </a:lnTo>
                  <a:lnTo>
                    <a:pt x="270" y="333"/>
                  </a:lnTo>
                  <a:lnTo>
                    <a:pt x="272" y="333"/>
                  </a:lnTo>
                  <a:lnTo>
                    <a:pt x="272" y="333"/>
                  </a:lnTo>
                  <a:lnTo>
                    <a:pt x="272" y="333"/>
                  </a:lnTo>
                  <a:lnTo>
                    <a:pt x="276" y="329"/>
                  </a:lnTo>
                  <a:lnTo>
                    <a:pt x="276" y="329"/>
                  </a:lnTo>
                  <a:lnTo>
                    <a:pt x="276" y="328"/>
                  </a:lnTo>
                  <a:lnTo>
                    <a:pt x="278" y="326"/>
                  </a:lnTo>
                  <a:lnTo>
                    <a:pt x="278" y="324"/>
                  </a:lnTo>
                  <a:lnTo>
                    <a:pt x="278" y="324"/>
                  </a:lnTo>
                  <a:lnTo>
                    <a:pt x="280" y="324"/>
                  </a:lnTo>
                  <a:lnTo>
                    <a:pt x="280" y="322"/>
                  </a:lnTo>
                  <a:lnTo>
                    <a:pt x="280" y="322"/>
                  </a:lnTo>
                  <a:lnTo>
                    <a:pt x="280" y="320"/>
                  </a:lnTo>
                  <a:lnTo>
                    <a:pt x="280" y="320"/>
                  </a:lnTo>
                  <a:lnTo>
                    <a:pt x="280" y="316"/>
                  </a:lnTo>
                  <a:lnTo>
                    <a:pt x="280" y="316"/>
                  </a:lnTo>
                  <a:lnTo>
                    <a:pt x="278" y="310"/>
                  </a:lnTo>
                  <a:lnTo>
                    <a:pt x="278" y="305"/>
                  </a:lnTo>
                  <a:lnTo>
                    <a:pt x="276" y="303"/>
                  </a:lnTo>
                  <a:lnTo>
                    <a:pt x="276" y="303"/>
                  </a:lnTo>
                  <a:lnTo>
                    <a:pt x="274" y="303"/>
                  </a:lnTo>
                  <a:lnTo>
                    <a:pt x="272" y="301"/>
                  </a:lnTo>
                  <a:lnTo>
                    <a:pt x="270" y="301"/>
                  </a:lnTo>
                  <a:lnTo>
                    <a:pt x="270" y="301"/>
                  </a:lnTo>
                  <a:lnTo>
                    <a:pt x="270" y="299"/>
                  </a:lnTo>
                  <a:lnTo>
                    <a:pt x="268" y="293"/>
                  </a:lnTo>
                  <a:lnTo>
                    <a:pt x="268" y="293"/>
                  </a:lnTo>
                  <a:lnTo>
                    <a:pt x="268" y="291"/>
                  </a:lnTo>
                  <a:lnTo>
                    <a:pt x="268" y="291"/>
                  </a:lnTo>
                  <a:lnTo>
                    <a:pt x="266" y="291"/>
                  </a:lnTo>
                  <a:lnTo>
                    <a:pt x="266" y="290"/>
                  </a:lnTo>
                  <a:lnTo>
                    <a:pt x="266" y="288"/>
                  </a:lnTo>
                  <a:lnTo>
                    <a:pt x="265" y="286"/>
                  </a:lnTo>
                  <a:lnTo>
                    <a:pt x="265" y="286"/>
                  </a:lnTo>
                  <a:lnTo>
                    <a:pt x="265" y="286"/>
                  </a:lnTo>
                  <a:lnTo>
                    <a:pt x="265" y="284"/>
                  </a:lnTo>
                  <a:lnTo>
                    <a:pt x="265" y="284"/>
                  </a:lnTo>
                  <a:lnTo>
                    <a:pt x="266" y="284"/>
                  </a:lnTo>
                  <a:lnTo>
                    <a:pt x="268" y="286"/>
                  </a:lnTo>
                  <a:lnTo>
                    <a:pt x="268" y="286"/>
                  </a:lnTo>
                  <a:lnTo>
                    <a:pt x="268" y="286"/>
                  </a:lnTo>
                  <a:lnTo>
                    <a:pt x="268" y="286"/>
                  </a:lnTo>
                  <a:lnTo>
                    <a:pt x="268" y="284"/>
                  </a:lnTo>
                  <a:lnTo>
                    <a:pt x="268" y="280"/>
                  </a:lnTo>
                  <a:lnTo>
                    <a:pt x="268" y="274"/>
                  </a:lnTo>
                  <a:lnTo>
                    <a:pt x="268" y="274"/>
                  </a:lnTo>
                  <a:lnTo>
                    <a:pt x="268" y="274"/>
                  </a:lnTo>
                  <a:lnTo>
                    <a:pt x="268" y="274"/>
                  </a:lnTo>
                  <a:lnTo>
                    <a:pt x="268" y="272"/>
                  </a:lnTo>
                  <a:lnTo>
                    <a:pt x="270" y="270"/>
                  </a:lnTo>
                  <a:lnTo>
                    <a:pt x="270" y="270"/>
                  </a:lnTo>
                  <a:lnTo>
                    <a:pt x="272" y="270"/>
                  </a:lnTo>
                  <a:lnTo>
                    <a:pt x="272" y="270"/>
                  </a:lnTo>
                  <a:lnTo>
                    <a:pt x="272" y="270"/>
                  </a:lnTo>
                  <a:lnTo>
                    <a:pt x="274" y="270"/>
                  </a:lnTo>
                  <a:lnTo>
                    <a:pt x="274" y="270"/>
                  </a:lnTo>
                  <a:lnTo>
                    <a:pt x="276" y="270"/>
                  </a:lnTo>
                  <a:lnTo>
                    <a:pt x="276" y="270"/>
                  </a:lnTo>
                  <a:lnTo>
                    <a:pt x="274" y="269"/>
                  </a:lnTo>
                  <a:lnTo>
                    <a:pt x="274" y="265"/>
                  </a:lnTo>
                  <a:lnTo>
                    <a:pt x="272" y="263"/>
                  </a:lnTo>
                  <a:lnTo>
                    <a:pt x="272" y="263"/>
                  </a:lnTo>
                  <a:lnTo>
                    <a:pt x="272" y="263"/>
                  </a:lnTo>
                  <a:lnTo>
                    <a:pt x="272" y="263"/>
                  </a:lnTo>
                  <a:lnTo>
                    <a:pt x="270" y="263"/>
                  </a:lnTo>
                  <a:lnTo>
                    <a:pt x="270" y="261"/>
                  </a:lnTo>
                  <a:lnTo>
                    <a:pt x="270" y="259"/>
                  </a:lnTo>
                  <a:lnTo>
                    <a:pt x="270" y="255"/>
                  </a:lnTo>
                  <a:lnTo>
                    <a:pt x="270" y="253"/>
                  </a:lnTo>
                  <a:lnTo>
                    <a:pt x="270" y="251"/>
                  </a:lnTo>
                  <a:lnTo>
                    <a:pt x="270" y="250"/>
                  </a:lnTo>
                  <a:lnTo>
                    <a:pt x="274" y="246"/>
                  </a:lnTo>
                  <a:lnTo>
                    <a:pt x="282" y="242"/>
                  </a:lnTo>
                  <a:lnTo>
                    <a:pt x="284" y="242"/>
                  </a:lnTo>
                  <a:lnTo>
                    <a:pt x="289" y="240"/>
                  </a:lnTo>
                  <a:lnTo>
                    <a:pt x="289" y="240"/>
                  </a:lnTo>
                  <a:lnTo>
                    <a:pt x="291" y="242"/>
                  </a:lnTo>
                  <a:lnTo>
                    <a:pt x="293" y="242"/>
                  </a:lnTo>
                  <a:lnTo>
                    <a:pt x="297" y="242"/>
                  </a:lnTo>
                  <a:lnTo>
                    <a:pt x="308" y="242"/>
                  </a:lnTo>
                  <a:lnTo>
                    <a:pt x="308" y="242"/>
                  </a:lnTo>
                  <a:lnTo>
                    <a:pt x="308" y="242"/>
                  </a:lnTo>
                  <a:lnTo>
                    <a:pt x="310" y="242"/>
                  </a:lnTo>
                  <a:lnTo>
                    <a:pt x="312" y="240"/>
                  </a:lnTo>
                  <a:lnTo>
                    <a:pt x="312" y="238"/>
                  </a:lnTo>
                  <a:lnTo>
                    <a:pt x="312" y="238"/>
                  </a:lnTo>
                  <a:lnTo>
                    <a:pt x="312" y="234"/>
                  </a:lnTo>
                  <a:lnTo>
                    <a:pt x="312" y="232"/>
                  </a:lnTo>
                  <a:lnTo>
                    <a:pt x="312" y="229"/>
                  </a:lnTo>
                  <a:lnTo>
                    <a:pt x="312" y="227"/>
                  </a:lnTo>
                  <a:lnTo>
                    <a:pt x="312" y="223"/>
                  </a:lnTo>
                  <a:lnTo>
                    <a:pt x="312" y="221"/>
                  </a:lnTo>
                  <a:lnTo>
                    <a:pt x="312" y="219"/>
                  </a:lnTo>
                  <a:lnTo>
                    <a:pt x="312" y="217"/>
                  </a:lnTo>
                  <a:lnTo>
                    <a:pt x="312" y="217"/>
                  </a:lnTo>
                  <a:lnTo>
                    <a:pt x="312" y="213"/>
                  </a:lnTo>
                  <a:lnTo>
                    <a:pt x="314" y="213"/>
                  </a:lnTo>
                  <a:lnTo>
                    <a:pt x="314" y="212"/>
                  </a:lnTo>
                  <a:lnTo>
                    <a:pt x="314" y="212"/>
                  </a:lnTo>
                  <a:lnTo>
                    <a:pt x="316" y="210"/>
                  </a:lnTo>
                  <a:lnTo>
                    <a:pt x="318" y="210"/>
                  </a:lnTo>
                  <a:lnTo>
                    <a:pt x="318" y="208"/>
                  </a:lnTo>
                  <a:lnTo>
                    <a:pt x="318" y="208"/>
                  </a:lnTo>
                  <a:lnTo>
                    <a:pt x="320" y="206"/>
                  </a:lnTo>
                  <a:lnTo>
                    <a:pt x="318" y="206"/>
                  </a:lnTo>
                  <a:lnTo>
                    <a:pt x="318" y="204"/>
                  </a:lnTo>
                  <a:lnTo>
                    <a:pt x="318" y="204"/>
                  </a:lnTo>
                  <a:lnTo>
                    <a:pt x="314" y="202"/>
                  </a:lnTo>
                  <a:lnTo>
                    <a:pt x="312" y="202"/>
                  </a:lnTo>
                  <a:lnTo>
                    <a:pt x="307" y="202"/>
                  </a:lnTo>
                  <a:lnTo>
                    <a:pt x="305" y="202"/>
                  </a:lnTo>
                  <a:lnTo>
                    <a:pt x="295" y="198"/>
                  </a:lnTo>
                  <a:lnTo>
                    <a:pt x="295" y="198"/>
                  </a:lnTo>
                  <a:lnTo>
                    <a:pt x="291" y="194"/>
                  </a:lnTo>
                  <a:lnTo>
                    <a:pt x="291" y="194"/>
                  </a:lnTo>
                  <a:lnTo>
                    <a:pt x="293" y="194"/>
                  </a:lnTo>
                  <a:lnTo>
                    <a:pt x="297" y="191"/>
                  </a:lnTo>
                  <a:lnTo>
                    <a:pt x="299" y="189"/>
                  </a:lnTo>
                  <a:lnTo>
                    <a:pt x="303" y="189"/>
                  </a:lnTo>
                  <a:lnTo>
                    <a:pt x="303" y="187"/>
                  </a:lnTo>
                  <a:lnTo>
                    <a:pt x="303" y="187"/>
                  </a:lnTo>
                  <a:lnTo>
                    <a:pt x="303" y="185"/>
                  </a:lnTo>
                  <a:lnTo>
                    <a:pt x="305" y="183"/>
                  </a:lnTo>
                  <a:lnTo>
                    <a:pt x="305" y="183"/>
                  </a:lnTo>
                  <a:lnTo>
                    <a:pt x="307" y="183"/>
                  </a:lnTo>
                  <a:lnTo>
                    <a:pt x="307" y="181"/>
                  </a:lnTo>
                  <a:lnTo>
                    <a:pt x="308" y="181"/>
                  </a:lnTo>
                  <a:lnTo>
                    <a:pt x="308" y="179"/>
                  </a:lnTo>
                  <a:lnTo>
                    <a:pt x="308" y="179"/>
                  </a:lnTo>
                  <a:lnTo>
                    <a:pt x="308" y="177"/>
                  </a:lnTo>
                  <a:lnTo>
                    <a:pt x="308" y="177"/>
                  </a:lnTo>
                  <a:lnTo>
                    <a:pt x="308" y="175"/>
                  </a:lnTo>
                  <a:lnTo>
                    <a:pt x="308" y="175"/>
                  </a:lnTo>
                  <a:lnTo>
                    <a:pt x="308" y="175"/>
                  </a:lnTo>
                  <a:lnTo>
                    <a:pt x="307" y="175"/>
                  </a:lnTo>
                  <a:lnTo>
                    <a:pt x="307" y="175"/>
                  </a:lnTo>
                  <a:lnTo>
                    <a:pt x="307" y="175"/>
                  </a:lnTo>
                  <a:lnTo>
                    <a:pt x="307" y="175"/>
                  </a:lnTo>
                  <a:lnTo>
                    <a:pt x="307" y="174"/>
                  </a:lnTo>
                  <a:lnTo>
                    <a:pt x="307" y="174"/>
                  </a:lnTo>
                  <a:lnTo>
                    <a:pt x="308" y="172"/>
                  </a:lnTo>
                  <a:lnTo>
                    <a:pt x="308" y="172"/>
                  </a:lnTo>
                  <a:lnTo>
                    <a:pt x="308" y="172"/>
                  </a:lnTo>
                  <a:lnTo>
                    <a:pt x="308" y="170"/>
                  </a:lnTo>
                  <a:lnTo>
                    <a:pt x="307" y="170"/>
                  </a:lnTo>
                  <a:lnTo>
                    <a:pt x="307" y="170"/>
                  </a:lnTo>
                  <a:lnTo>
                    <a:pt x="307" y="168"/>
                  </a:lnTo>
                  <a:lnTo>
                    <a:pt x="307" y="168"/>
                  </a:lnTo>
                  <a:lnTo>
                    <a:pt x="307" y="164"/>
                  </a:lnTo>
                  <a:lnTo>
                    <a:pt x="307" y="162"/>
                  </a:lnTo>
                  <a:lnTo>
                    <a:pt x="307" y="162"/>
                  </a:lnTo>
                  <a:lnTo>
                    <a:pt x="308" y="162"/>
                  </a:lnTo>
                  <a:lnTo>
                    <a:pt x="308" y="160"/>
                  </a:lnTo>
                  <a:lnTo>
                    <a:pt x="308" y="149"/>
                  </a:lnTo>
                  <a:lnTo>
                    <a:pt x="308" y="147"/>
                  </a:lnTo>
                  <a:lnTo>
                    <a:pt x="308" y="145"/>
                  </a:lnTo>
                  <a:lnTo>
                    <a:pt x="310" y="143"/>
                  </a:lnTo>
                  <a:lnTo>
                    <a:pt x="310" y="141"/>
                  </a:lnTo>
                  <a:lnTo>
                    <a:pt x="310" y="139"/>
                  </a:lnTo>
                  <a:lnTo>
                    <a:pt x="310" y="137"/>
                  </a:lnTo>
                  <a:lnTo>
                    <a:pt x="308" y="134"/>
                  </a:lnTo>
                  <a:lnTo>
                    <a:pt x="308" y="134"/>
                  </a:lnTo>
                  <a:lnTo>
                    <a:pt x="307" y="130"/>
                  </a:lnTo>
                  <a:lnTo>
                    <a:pt x="307" y="128"/>
                  </a:lnTo>
                  <a:lnTo>
                    <a:pt x="307" y="128"/>
                  </a:lnTo>
                  <a:lnTo>
                    <a:pt x="305" y="128"/>
                  </a:lnTo>
                  <a:lnTo>
                    <a:pt x="303" y="126"/>
                  </a:lnTo>
                  <a:lnTo>
                    <a:pt x="303" y="126"/>
                  </a:lnTo>
                  <a:lnTo>
                    <a:pt x="303" y="126"/>
                  </a:lnTo>
                  <a:lnTo>
                    <a:pt x="301" y="124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14" y="105"/>
                  </a:lnTo>
                  <a:lnTo>
                    <a:pt x="314" y="103"/>
                  </a:lnTo>
                  <a:lnTo>
                    <a:pt x="316" y="101"/>
                  </a:lnTo>
                  <a:lnTo>
                    <a:pt x="316" y="101"/>
                  </a:lnTo>
                  <a:lnTo>
                    <a:pt x="318" y="99"/>
                  </a:lnTo>
                  <a:lnTo>
                    <a:pt x="318" y="99"/>
                  </a:lnTo>
                  <a:lnTo>
                    <a:pt x="320" y="99"/>
                  </a:lnTo>
                  <a:lnTo>
                    <a:pt x="320" y="99"/>
                  </a:lnTo>
                  <a:lnTo>
                    <a:pt x="322" y="97"/>
                  </a:lnTo>
                  <a:lnTo>
                    <a:pt x="322" y="97"/>
                  </a:lnTo>
                  <a:lnTo>
                    <a:pt x="322" y="96"/>
                  </a:lnTo>
                  <a:lnTo>
                    <a:pt x="324" y="96"/>
                  </a:lnTo>
                  <a:lnTo>
                    <a:pt x="327" y="94"/>
                  </a:lnTo>
                  <a:lnTo>
                    <a:pt x="327" y="94"/>
                  </a:lnTo>
                  <a:lnTo>
                    <a:pt x="327" y="94"/>
                  </a:lnTo>
                  <a:lnTo>
                    <a:pt x="331" y="88"/>
                  </a:lnTo>
                  <a:lnTo>
                    <a:pt x="331" y="88"/>
                  </a:lnTo>
                  <a:lnTo>
                    <a:pt x="331" y="86"/>
                  </a:lnTo>
                  <a:lnTo>
                    <a:pt x="329" y="86"/>
                  </a:lnTo>
                  <a:lnTo>
                    <a:pt x="327" y="86"/>
                  </a:lnTo>
                  <a:lnTo>
                    <a:pt x="327" y="88"/>
                  </a:lnTo>
                  <a:lnTo>
                    <a:pt x="326" y="88"/>
                  </a:lnTo>
                  <a:lnTo>
                    <a:pt x="324" y="90"/>
                  </a:lnTo>
                  <a:lnTo>
                    <a:pt x="324" y="90"/>
                  </a:lnTo>
                  <a:lnTo>
                    <a:pt x="322" y="90"/>
                  </a:lnTo>
                  <a:lnTo>
                    <a:pt x="322" y="88"/>
                  </a:lnTo>
                  <a:lnTo>
                    <a:pt x="322" y="86"/>
                  </a:lnTo>
                  <a:lnTo>
                    <a:pt x="318" y="86"/>
                  </a:lnTo>
                  <a:lnTo>
                    <a:pt x="318" y="86"/>
                  </a:lnTo>
                  <a:lnTo>
                    <a:pt x="316" y="86"/>
                  </a:lnTo>
                  <a:lnTo>
                    <a:pt x="314" y="86"/>
                  </a:lnTo>
                  <a:lnTo>
                    <a:pt x="314" y="86"/>
                  </a:lnTo>
                  <a:lnTo>
                    <a:pt x="312" y="86"/>
                  </a:lnTo>
                  <a:lnTo>
                    <a:pt x="310" y="84"/>
                  </a:lnTo>
                  <a:lnTo>
                    <a:pt x="310" y="84"/>
                  </a:lnTo>
                  <a:lnTo>
                    <a:pt x="307" y="82"/>
                  </a:lnTo>
                  <a:lnTo>
                    <a:pt x="307" y="80"/>
                  </a:lnTo>
                  <a:lnTo>
                    <a:pt x="307" y="78"/>
                  </a:lnTo>
                  <a:lnTo>
                    <a:pt x="310" y="75"/>
                  </a:lnTo>
                  <a:lnTo>
                    <a:pt x="310" y="73"/>
                  </a:lnTo>
                  <a:lnTo>
                    <a:pt x="312" y="73"/>
                  </a:lnTo>
                  <a:lnTo>
                    <a:pt x="312" y="73"/>
                  </a:lnTo>
                  <a:lnTo>
                    <a:pt x="316" y="71"/>
                  </a:lnTo>
                  <a:lnTo>
                    <a:pt x="316" y="71"/>
                  </a:lnTo>
                  <a:lnTo>
                    <a:pt x="316" y="69"/>
                  </a:lnTo>
                  <a:lnTo>
                    <a:pt x="318" y="69"/>
                  </a:lnTo>
                  <a:lnTo>
                    <a:pt x="316" y="67"/>
                  </a:lnTo>
                  <a:lnTo>
                    <a:pt x="316" y="67"/>
                  </a:lnTo>
                  <a:lnTo>
                    <a:pt x="316" y="65"/>
                  </a:lnTo>
                  <a:lnTo>
                    <a:pt x="314" y="65"/>
                  </a:lnTo>
                  <a:lnTo>
                    <a:pt x="314" y="63"/>
                  </a:lnTo>
                  <a:lnTo>
                    <a:pt x="314" y="63"/>
                  </a:lnTo>
                  <a:lnTo>
                    <a:pt x="314" y="63"/>
                  </a:lnTo>
                  <a:lnTo>
                    <a:pt x="314" y="63"/>
                  </a:lnTo>
                  <a:lnTo>
                    <a:pt x="314" y="61"/>
                  </a:lnTo>
                  <a:lnTo>
                    <a:pt x="316" y="61"/>
                  </a:lnTo>
                  <a:lnTo>
                    <a:pt x="316" y="59"/>
                  </a:lnTo>
                  <a:lnTo>
                    <a:pt x="316" y="59"/>
                  </a:lnTo>
                  <a:lnTo>
                    <a:pt x="318" y="59"/>
                  </a:lnTo>
                  <a:lnTo>
                    <a:pt x="318" y="59"/>
                  </a:lnTo>
                  <a:lnTo>
                    <a:pt x="320" y="57"/>
                  </a:lnTo>
                  <a:lnTo>
                    <a:pt x="326" y="52"/>
                  </a:lnTo>
                  <a:lnTo>
                    <a:pt x="326" y="52"/>
                  </a:lnTo>
                  <a:lnTo>
                    <a:pt x="326" y="52"/>
                  </a:lnTo>
                  <a:lnTo>
                    <a:pt x="326" y="50"/>
                  </a:lnTo>
                  <a:lnTo>
                    <a:pt x="326" y="46"/>
                  </a:lnTo>
                  <a:lnTo>
                    <a:pt x="324" y="44"/>
                  </a:lnTo>
                  <a:lnTo>
                    <a:pt x="324" y="42"/>
                  </a:lnTo>
                  <a:lnTo>
                    <a:pt x="324" y="40"/>
                  </a:lnTo>
                  <a:lnTo>
                    <a:pt x="320" y="38"/>
                  </a:lnTo>
                  <a:lnTo>
                    <a:pt x="320" y="38"/>
                  </a:lnTo>
                  <a:lnTo>
                    <a:pt x="320" y="37"/>
                  </a:lnTo>
                  <a:lnTo>
                    <a:pt x="320" y="37"/>
                  </a:lnTo>
                  <a:lnTo>
                    <a:pt x="320" y="37"/>
                  </a:lnTo>
                  <a:lnTo>
                    <a:pt x="320" y="35"/>
                  </a:lnTo>
                  <a:lnTo>
                    <a:pt x="322" y="35"/>
                  </a:lnTo>
                  <a:lnTo>
                    <a:pt x="322" y="35"/>
                  </a:lnTo>
                  <a:lnTo>
                    <a:pt x="324" y="35"/>
                  </a:lnTo>
                  <a:lnTo>
                    <a:pt x="324" y="35"/>
                  </a:lnTo>
                  <a:lnTo>
                    <a:pt x="324" y="33"/>
                  </a:lnTo>
                  <a:lnTo>
                    <a:pt x="322" y="29"/>
                  </a:lnTo>
                  <a:lnTo>
                    <a:pt x="320" y="23"/>
                  </a:lnTo>
                  <a:lnTo>
                    <a:pt x="320" y="23"/>
                  </a:lnTo>
                  <a:lnTo>
                    <a:pt x="320" y="21"/>
                  </a:lnTo>
                  <a:lnTo>
                    <a:pt x="322" y="19"/>
                  </a:lnTo>
                  <a:lnTo>
                    <a:pt x="322" y="19"/>
                  </a:lnTo>
                  <a:lnTo>
                    <a:pt x="322" y="18"/>
                  </a:lnTo>
                  <a:lnTo>
                    <a:pt x="322" y="18"/>
                  </a:lnTo>
                  <a:lnTo>
                    <a:pt x="318" y="16"/>
                  </a:lnTo>
                  <a:lnTo>
                    <a:pt x="314" y="16"/>
                  </a:lnTo>
                  <a:lnTo>
                    <a:pt x="314" y="16"/>
                  </a:lnTo>
                  <a:lnTo>
                    <a:pt x="314" y="16"/>
                  </a:lnTo>
                  <a:lnTo>
                    <a:pt x="312" y="18"/>
                  </a:lnTo>
                  <a:lnTo>
                    <a:pt x="310" y="18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7" y="16"/>
                  </a:lnTo>
                  <a:lnTo>
                    <a:pt x="307" y="14"/>
                  </a:lnTo>
                  <a:lnTo>
                    <a:pt x="305" y="14"/>
                  </a:lnTo>
                  <a:lnTo>
                    <a:pt x="303" y="12"/>
                  </a:lnTo>
                  <a:lnTo>
                    <a:pt x="301" y="12"/>
                  </a:lnTo>
                  <a:lnTo>
                    <a:pt x="301" y="12"/>
                  </a:lnTo>
                  <a:lnTo>
                    <a:pt x="299" y="10"/>
                  </a:lnTo>
                  <a:lnTo>
                    <a:pt x="299" y="10"/>
                  </a:lnTo>
                  <a:lnTo>
                    <a:pt x="299" y="4"/>
                  </a:lnTo>
                  <a:lnTo>
                    <a:pt x="299" y="4"/>
                  </a:lnTo>
                  <a:lnTo>
                    <a:pt x="299" y="2"/>
                  </a:lnTo>
                  <a:lnTo>
                    <a:pt x="297" y="2"/>
                  </a:lnTo>
                  <a:lnTo>
                    <a:pt x="297" y="0"/>
                  </a:lnTo>
                  <a:lnTo>
                    <a:pt x="295" y="0"/>
                  </a:lnTo>
                  <a:lnTo>
                    <a:pt x="295" y="0"/>
                  </a:lnTo>
                  <a:lnTo>
                    <a:pt x="293" y="0"/>
                  </a:lnTo>
                  <a:lnTo>
                    <a:pt x="293" y="2"/>
                  </a:lnTo>
                  <a:lnTo>
                    <a:pt x="289" y="6"/>
                  </a:lnTo>
                  <a:lnTo>
                    <a:pt x="289" y="6"/>
                  </a:lnTo>
                  <a:lnTo>
                    <a:pt x="289" y="8"/>
                  </a:lnTo>
                  <a:lnTo>
                    <a:pt x="289" y="12"/>
                  </a:lnTo>
                  <a:lnTo>
                    <a:pt x="289" y="14"/>
                  </a:lnTo>
                  <a:lnTo>
                    <a:pt x="289" y="14"/>
                  </a:lnTo>
                  <a:lnTo>
                    <a:pt x="287" y="16"/>
                  </a:lnTo>
                  <a:lnTo>
                    <a:pt x="287" y="16"/>
                  </a:lnTo>
                  <a:lnTo>
                    <a:pt x="287" y="16"/>
                  </a:lnTo>
                  <a:lnTo>
                    <a:pt x="284" y="18"/>
                  </a:lnTo>
                  <a:lnTo>
                    <a:pt x="278" y="21"/>
                  </a:lnTo>
                  <a:lnTo>
                    <a:pt x="278" y="21"/>
                  </a:lnTo>
                  <a:lnTo>
                    <a:pt x="276" y="23"/>
                  </a:lnTo>
                  <a:lnTo>
                    <a:pt x="276" y="23"/>
                  </a:lnTo>
                  <a:lnTo>
                    <a:pt x="276" y="25"/>
                  </a:lnTo>
                  <a:lnTo>
                    <a:pt x="276" y="27"/>
                  </a:lnTo>
                  <a:lnTo>
                    <a:pt x="276" y="27"/>
                  </a:lnTo>
                  <a:lnTo>
                    <a:pt x="274" y="27"/>
                  </a:lnTo>
                  <a:lnTo>
                    <a:pt x="272" y="27"/>
                  </a:lnTo>
                  <a:lnTo>
                    <a:pt x="272" y="27"/>
                  </a:lnTo>
                  <a:lnTo>
                    <a:pt x="270" y="27"/>
                  </a:lnTo>
                  <a:lnTo>
                    <a:pt x="268" y="27"/>
                  </a:lnTo>
                  <a:lnTo>
                    <a:pt x="268" y="29"/>
                  </a:lnTo>
                  <a:lnTo>
                    <a:pt x="268" y="29"/>
                  </a:lnTo>
                  <a:lnTo>
                    <a:pt x="265" y="27"/>
                  </a:lnTo>
                  <a:lnTo>
                    <a:pt x="263" y="27"/>
                  </a:lnTo>
                  <a:lnTo>
                    <a:pt x="261" y="29"/>
                  </a:lnTo>
                  <a:lnTo>
                    <a:pt x="259" y="31"/>
                  </a:lnTo>
                  <a:lnTo>
                    <a:pt x="259" y="31"/>
                  </a:lnTo>
                  <a:lnTo>
                    <a:pt x="259" y="35"/>
                  </a:lnTo>
                  <a:lnTo>
                    <a:pt x="259" y="37"/>
                  </a:lnTo>
                  <a:lnTo>
                    <a:pt x="259" y="38"/>
                  </a:lnTo>
                  <a:lnTo>
                    <a:pt x="257" y="42"/>
                  </a:lnTo>
                  <a:lnTo>
                    <a:pt x="257" y="44"/>
                  </a:lnTo>
                  <a:lnTo>
                    <a:pt x="257" y="46"/>
                  </a:lnTo>
                  <a:lnTo>
                    <a:pt x="257" y="48"/>
                  </a:lnTo>
                  <a:lnTo>
                    <a:pt x="257" y="50"/>
                  </a:lnTo>
                  <a:lnTo>
                    <a:pt x="257" y="52"/>
                  </a:lnTo>
                  <a:lnTo>
                    <a:pt x="255" y="56"/>
                  </a:lnTo>
                  <a:lnTo>
                    <a:pt x="255" y="56"/>
                  </a:lnTo>
                  <a:lnTo>
                    <a:pt x="253" y="57"/>
                  </a:lnTo>
                  <a:lnTo>
                    <a:pt x="251" y="57"/>
                  </a:lnTo>
                  <a:lnTo>
                    <a:pt x="247" y="56"/>
                  </a:lnTo>
                  <a:lnTo>
                    <a:pt x="246" y="56"/>
                  </a:lnTo>
                  <a:lnTo>
                    <a:pt x="246" y="56"/>
                  </a:lnTo>
                  <a:lnTo>
                    <a:pt x="244" y="56"/>
                  </a:lnTo>
                  <a:lnTo>
                    <a:pt x="244" y="57"/>
                  </a:lnTo>
                  <a:lnTo>
                    <a:pt x="246" y="59"/>
                  </a:lnTo>
                  <a:lnTo>
                    <a:pt x="246" y="61"/>
                  </a:lnTo>
                  <a:lnTo>
                    <a:pt x="246" y="63"/>
                  </a:lnTo>
                  <a:lnTo>
                    <a:pt x="246" y="63"/>
                  </a:lnTo>
                  <a:lnTo>
                    <a:pt x="244" y="63"/>
                  </a:lnTo>
                  <a:lnTo>
                    <a:pt x="244" y="63"/>
                  </a:lnTo>
                  <a:lnTo>
                    <a:pt x="242" y="65"/>
                  </a:lnTo>
                  <a:lnTo>
                    <a:pt x="240" y="65"/>
                  </a:lnTo>
                  <a:lnTo>
                    <a:pt x="240" y="67"/>
                  </a:lnTo>
                  <a:lnTo>
                    <a:pt x="240" y="69"/>
                  </a:lnTo>
                  <a:lnTo>
                    <a:pt x="238" y="75"/>
                  </a:lnTo>
                  <a:lnTo>
                    <a:pt x="236" y="73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32" y="71"/>
                  </a:lnTo>
                  <a:lnTo>
                    <a:pt x="230" y="69"/>
                  </a:lnTo>
                  <a:lnTo>
                    <a:pt x="230" y="67"/>
                  </a:lnTo>
                  <a:lnTo>
                    <a:pt x="230" y="67"/>
                  </a:lnTo>
                  <a:lnTo>
                    <a:pt x="228" y="69"/>
                  </a:lnTo>
                  <a:lnTo>
                    <a:pt x="226" y="69"/>
                  </a:lnTo>
                  <a:lnTo>
                    <a:pt x="225" y="67"/>
                  </a:lnTo>
                  <a:lnTo>
                    <a:pt x="225" y="67"/>
                  </a:lnTo>
                  <a:lnTo>
                    <a:pt x="223" y="67"/>
                  </a:lnTo>
                  <a:lnTo>
                    <a:pt x="223" y="69"/>
                  </a:lnTo>
                  <a:lnTo>
                    <a:pt x="223" y="69"/>
                  </a:lnTo>
                  <a:lnTo>
                    <a:pt x="221" y="71"/>
                  </a:lnTo>
                  <a:lnTo>
                    <a:pt x="221" y="71"/>
                  </a:lnTo>
                  <a:lnTo>
                    <a:pt x="219" y="71"/>
                  </a:lnTo>
                  <a:lnTo>
                    <a:pt x="219" y="71"/>
                  </a:lnTo>
                  <a:lnTo>
                    <a:pt x="219" y="73"/>
                  </a:lnTo>
                  <a:lnTo>
                    <a:pt x="219" y="73"/>
                  </a:lnTo>
                  <a:lnTo>
                    <a:pt x="219" y="73"/>
                  </a:lnTo>
                  <a:lnTo>
                    <a:pt x="219" y="75"/>
                  </a:lnTo>
                  <a:lnTo>
                    <a:pt x="219" y="75"/>
                  </a:lnTo>
                  <a:lnTo>
                    <a:pt x="217" y="75"/>
                  </a:lnTo>
                  <a:lnTo>
                    <a:pt x="215" y="77"/>
                  </a:lnTo>
                  <a:lnTo>
                    <a:pt x="215" y="77"/>
                  </a:lnTo>
                  <a:lnTo>
                    <a:pt x="213" y="77"/>
                  </a:lnTo>
                  <a:lnTo>
                    <a:pt x="213" y="78"/>
                  </a:lnTo>
                  <a:lnTo>
                    <a:pt x="213" y="78"/>
                  </a:lnTo>
                  <a:lnTo>
                    <a:pt x="211" y="80"/>
                  </a:lnTo>
                  <a:lnTo>
                    <a:pt x="206" y="82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06" y="84"/>
                  </a:lnTo>
                  <a:lnTo>
                    <a:pt x="206" y="86"/>
                  </a:lnTo>
                  <a:lnTo>
                    <a:pt x="207" y="88"/>
                  </a:lnTo>
                  <a:lnTo>
                    <a:pt x="207" y="88"/>
                  </a:lnTo>
                  <a:lnTo>
                    <a:pt x="207" y="88"/>
                  </a:lnTo>
                  <a:lnTo>
                    <a:pt x="206" y="90"/>
                  </a:lnTo>
                  <a:lnTo>
                    <a:pt x="206" y="90"/>
                  </a:lnTo>
                  <a:lnTo>
                    <a:pt x="207" y="92"/>
                  </a:lnTo>
                  <a:lnTo>
                    <a:pt x="207" y="92"/>
                  </a:lnTo>
                  <a:lnTo>
                    <a:pt x="207" y="94"/>
                  </a:lnTo>
                  <a:lnTo>
                    <a:pt x="206" y="94"/>
                  </a:lnTo>
                  <a:lnTo>
                    <a:pt x="206" y="96"/>
                  </a:lnTo>
                  <a:lnTo>
                    <a:pt x="206" y="96"/>
                  </a:lnTo>
                  <a:lnTo>
                    <a:pt x="206" y="97"/>
                  </a:lnTo>
                  <a:lnTo>
                    <a:pt x="206" y="97"/>
                  </a:lnTo>
                  <a:lnTo>
                    <a:pt x="207" y="99"/>
                  </a:lnTo>
                  <a:lnTo>
                    <a:pt x="207" y="101"/>
                  </a:lnTo>
                  <a:lnTo>
                    <a:pt x="207" y="101"/>
                  </a:lnTo>
                  <a:lnTo>
                    <a:pt x="209" y="103"/>
                  </a:lnTo>
                  <a:lnTo>
                    <a:pt x="211" y="105"/>
                  </a:lnTo>
                  <a:lnTo>
                    <a:pt x="211" y="105"/>
                  </a:lnTo>
                  <a:lnTo>
                    <a:pt x="209" y="107"/>
                  </a:lnTo>
                  <a:lnTo>
                    <a:pt x="207" y="107"/>
                  </a:lnTo>
                  <a:lnTo>
                    <a:pt x="207" y="109"/>
                  </a:lnTo>
                  <a:lnTo>
                    <a:pt x="206" y="109"/>
                  </a:lnTo>
                  <a:lnTo>
                    <a:pt x="204" y="107"/>
                  </a:lnTo>
                  <a:lnTo>
                    <a:pt x="202" y="107"/>
                  </a:lnTo>
                  <a:lnTo>
                    <a:pt x="200" y="107"/>
                  </a:lnTo>
                  <a:lnTo>
                    <a:pt x="200" y="107"/>
                  </a:lnTo>
                  <a:lnTo>
                    <a:pt x="198" y="107"/>
                  </a:lnTo>
                  <a:lnTo>
                    <a:pt x="196" y="105"/>
                  </a:lnTo>
                  <a:lnTo>
                    <a:pt x="196" y="105"/>
                  </a:lnTo>
                  <a:lnTo>
                    <a:pt x="194" y="105"/>
                  </a:lnTo>
                  <a:lnTo>
                    <a:pt x="194" y="105"/>
                  </a:lnTo>
                  <a:lnTo>
                    <a:pt x="192" y="105"/>
                  </a:lnTo>
                  <a:lnTo>
                    <a:pt x="190" y="105"/>
                  </a:lnTo>
                  <a:lnTo>
                    <a:pt x="190" y="107"/>
                  </a:lnTo>
                  <a:lnTo>
                    <a:pt x="188" y="107"/>
                  </a:lnTo>
                  <a:lnTo>
                    <a:pt x="186" y="105"/>
                  </a:lnTo>
                  <a:lnTo>
                    <a:pt x="186" y="105"/>
                  </a:lnTo>
                  <a:lnTo>
                    <a:pt x="185" y="105"/>
                  </a:lnTo>
                  <a:lnTo>
                    <a:pt x="181" y="107"/>
                  </a:lnTo>
                  <a:lnTo>
                    <a:pt x="179" y="109"/>
                  </a:lnTo>
                  <a:lnTo>
                    <a:pt x="179" y="109"/>
                  </a:lnTo>
                  <a:lnTo>
                    <a:pt x="177" y="109"/>
                  </a:lnTo>
                  <a:lnTo>
                    <a:pt x="177" y="109"/>
                  </a:lnTo>
                  <a:lnTo>
                    <a:pt x="175" y="109"/>
                  </a:lnTo>
                  <a:lnTo>
                    <a:pt x="171" y="109"/>
                  </a:lnTo>
                  <a:lnTo>
                    <a:pt x="171" y="109"/>
                  </a:lnTo>
                  <a:lnTo>
                    <a:pt x="169" y="111"/>
                  </a:lnTo>
                  <a:lnTo>
                    <a:pt x="169" y="111"/>
                  </a:lnTo>
                  <a:lnTo>
                    <a:pt x="167" y="109"/>
                  </a:lnTo>
                  <a:lnTo>
                    <a:pt x="167" y="109"/>
                  </a:lnTo>
                  <a:lnTo>
                    <a:pt x="165" y="109"/>
                  </a:lnTo>
                  <a:lnTo>
                    <a:pt x="165" y="107"/>
                  </a:lnTo>
                  <a:lnTo>
                    <a:pt x="165" y="105"/>
                  </a:lnTo>
                  <a:lnTo>
                    <a:pt x="165" y="103"/>
                  </a:lnTo>
                  <a:lnTo>
                    <a:pt x="164" y="103"/>
                  </a:lnTo>
                  <a:lnTo>
                    <a:pt x="164" y="101"/>
                  </a:lnTo>
                  <a:lnTo>
                    <a:pt x="162" y="103"/>
                  </a:lnTo>
                  <a:lnTo>
                    <a:pt x="160" y="101"/>
                  </a:lnTo>
                  <a:lnTo>
                    <a:pt x="158" y="103"/>
                  </a:lnTo>
                  <a:lnTo>
                    <a:pt x="158" y="105"/>
                  </a:lnTo>
                  <a:lnTo>
                    <a:pt x="156" y="105"/>
                  </a:lnTo>
                  <a:lnTo>
                    <a:pt x="154" y="105"/>
                  </a:lnTo>
                  <a:lnTo>
                    <a:pt x="154" y="105"/>
                  </a:lnTo>
                  <a:lnTo>
                    <a:pt x="154" y="103"/>
                  </a:lnTo>
                  <a:lnTo>
                    <a:pt x="152" y="103"/>
                  </a:lnTo>
                  <a:lnTo>
                    <a:pt x="152" y="101"/>
                  </a:lnTo>
                  <a:lnTo>
                    <a:pt x="150" y="101"/>
                  </a:lnTo>
                  <a:lnTo>
                    <a:pt x="148" y="101"/>
                  </a:lnTo>
                  <a:lnTo>
                    <a:pt x="146" y="101"/>
                  </a:lnTo>
                  <a:lnTo>
                    <a:pt x="145" y="99"/>
                  </a:lnTo>
                  <a:lnTo>
                    <a:pt x="145" y="97"/>
                  </a:lnTo>
                  <a:lnTo>
                    <a:pt x="143" y="96"/>
                  </a:lnTo>
                  <a:lnTo>
                    <a:pt x="143" y="96"/>
                  </a:lnTo>
                  <a:lnTo>
                    <a:pt x="141" y="96"/>
                  </a:lnTo>
                  <a:lnTo>
                    <a:pt x="141" y="97"/>
                  </a:lnTo>
                  <a:lnTo>
                    <a:pt x="139" y="97"/>
                  </a:lnTo>
                  <a:lnTo>
                    <a:pt x="139" y="97"/>
                  </a:lnTo>
                  <a:lnTo>
                    <a:pt x="137" y="101"/>
                  </a:lnTo>
                  <a:lnTo>
                    <a:pt x="137" y="101"/>
                  </a:lnTo>
                  <a:lnTo>
                    <a:pt x="137" y="103"/>
                  </a:lnTo>
                  <a:lnTo>
                    <a:pt x="135" y="103"/>
                  </a:lnTo>
                  <a:lnTo>
                    <a:pt x="135" y="105"/>
                  </a:lnTo>
                  <a:lnTo>
                    <a:pt x="135" y="107"/>
                  </a:lnTo>
                  <a:lnTo>
                    <a:pt x="135" y="111"/>
                  </a:lnTo>
                  <a:lnTo>
                    <a:pt x="137" y="111"/>
                  </a:lnTo>
                  <a:lnTo>
                    <a:pt x="137" y="113"/>
                  </a:lnTo>
                  <a:lnTo>
                    <a:pt x="137" y="115"/>
                  </a:lnTo>
                  <a:lnTo>
                    <a:pt x="137" y="115"/>
                  </a:lnTo>
                  <a:lnTo>
                    <a:pt x="139" y="115"/>
                  </a:lnTo>
                  <a:lnTo>
                    <a:pt x="139" y="116"/>
                  </a:lnTo>
                  <a:lnTo>
                    <a:pt x="141" y="116"/>
                  </a:lnTo>
                  <a:lnTo>
                    <a:pt x="141" y="118"/>
                  </a:lnTo>
                  <a:lnTo>
                    <a:pt x="141" y="120"/>
                  </a:lnTo>
                  <a:lnTo>
                    <a:pt x="141" y="120"/>
                  </a:lnTo>
                  <a:lnTo>
                    <a:pt x="141" y="122"/>
                  </a:lnTo>
                  <a:lnTo>
                    <a:pt x="141" y="122"/>
                  </a:lnTo>
                  <a:lnTo>
                    <a:pt x="139" y="124"/>
                  </a:lnTo>
                  <a:lnTo>
                    <a:pt x="139" y="124"/>
                  </a:lnTo>
                  <a:lnTo>
                    <a:pt x="139" y="126"/>
                  </a:lnTo>
                  <a:lnTo>
                    <a:pt x="139" y="128"/>
                  </a:lnTo>
                  <a:lnTo>
                    <a:pt x="141" y="128"/>
                  </a:lnTo>
                  <a:lnTo>
                    <a:pt x="141" y="130"/>
                  </a:lnTo>
                  <a:lnTo>
                    <a:pt x="143" y="130"/>
                  </a:lnTo>
                  <a:lnTo>
                    <a:pt x="143" y="132"/>
                  </a:lnTo>
                  <a:lnTo>
                    <a:pt x="143" y="134"/>
                  </a:lnTo>
                  <a:lnTo>
                    <a:pt x="143" y="134"/>
                  </a:lnTo>
                  <a:lnTo>
                    <a:pt x="143" y="135"/>
                  </a:lnTo>
                  <a:lnTo>
                    <a:pt x="141" y="135"/>
                  </a:lnTo>
                  <a:lnTo>
                    <a:pt x="141" y="135"/>
                  </a:lnTo>
                  <a:lnTo>
                    <a:pt x="141" y="137"/>
                  </a:lnTo>
                  <a:lnTo>
                    <a:pt x="141" y="137"/>
                  </a:lnTo>
                  <a:lnTo>
                    <a:pt x="143" y="139"/>
                  </a:lnTo>
                  <a:lnTo>
                    <a:pt x="143" y="141"/>
                  </a:lnTo>
                  <a:lnTo>
                    <a:pt x="143" y="141"/>
                  </a:lnTo>
                  <a:lnTo>
                    <a:pt x="143" y="143"/>
                  </a:lnTo>
                  <a:lnTo>
                    <a:pt x="143" y="143"/>
                  </a:lnTo>
                  <a:lnTo>
                    <a:pt x="143" y="143"/>
                  </a:lnTo>
                  <a:lnTo>
                    <a:pt x="141" y="145"/>
                  </a:lnTo>
                  <a:lnTo>
                    <a:pt x="141" y="145"/>
                  </a:lnTo>
                  <a:lnTo>
                    <a:pt x="139" y="145"/>
                  </a:lnTo>
                  <a:lnTo>
                    <a:pt x="137" y="143"/>
                  </a:lnTo>
                  <a:lnTo>
                    <a:pt x="135" y="141"/>
                  </a:lnTo>
                  <a:lnTo>
                    <a:pt x="135" y="141"/>
                  </a:lnTo>
                  <a:lnTo>
                    <a:pt x="133" y="141"/>
                  </a:lnTo>
                  <a:lnTo>
                    <a:pt x="133" y="141"/>
                  </a:lnTo>
                  <a:lnTo>
                    <a:pt x="133" y="143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29" y="145"/>
                  </a:lnTo>
                  <a:lnTo>
                    <a:pt x="127" y="145"/>
                  </a:lnTo>
                  <a:lnTo>
                    <a:pt x="125" y="145"/>
                  </a:lnTo>
                  <a:lnTo>
                    <a:pt x="125" y="145"/>
                  </a:lnTo>
                  <a:lnTo>
                    <a:pt x="124" y="145"/>
                  </a:lnTo>
                  <a:lnTo>
                    <a:pt x="124" y="145"/>
                  </a:lnTo>
                  <a:lnTo>
                    <a:pt x="124" y="143"/>
                  </a:lnTo>
                  <a:lnTo>
                    <a:pt x="122" y="143"/>
                  </a:lnTo>
                  <a:lnTo>
                    <a:pt x="118" y="143"/>
                  </a:lnTo>
                  <a:lnTo>
                    <a:pt x="116" y="143"/>
                  </a:lnTo>
                  <a:lnTo>
                    <a:pt x="114" y="145"/>
                  </a:lnTo>
                  <a:lnTo>
                    <a:pt x="114" y="145"/>
                  </a:lnTo>
                  <a:lnTo>
                    <a:pt x="112" y="145"/>
                  </a:lnTo>
                  <a:lnTo>
                    <a:pt x="106" y="147"/>
                  </a:lnTo>
                  <a:lnTo>
                    <a:pt x="106" y="147"/>
                  </a:lnTo>
                  <a:lnTo>
                    <a:pt x="106" y="147"/>
                  </a:lnTo>
                  <a:lnTo>
                    <a:pt x="106" y="149"/>
                  </a:lnTo>
                  <a:lnTo>
                    <a:pt x="106" y="151"/>
                  </a:lnTo>
                  <a:lnTo>
                    <a:pt x="106" y="151"/>
                  </a:lnTo>
                  <a:lnTo>
                    <a:pt x="101" y="154"/>
                  </a:lnTo>
                  <a:lnTo>
                    <a:pt x="99" y="154"/>
                  </a:lnTo>
                  <a:lnTo>
                    <a:pt x="97" y="154"/>
                  </a:lnTo>
                  <a:lnTo>
                    <a:pt x="97" y="154"/>
                  </a:lnTo>
                  <a:lnTo>
                    <a:pt x="95" y="154"/>
                  </a:lnTo>
                  <a:lnTo>
                    <a:pt x="95" y="153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93" y="151"/>
                  </a:lnTo>
                  <a:lnTo>
                    <a:pt x="91" y="151"/>
                  </a:lnTo>
                  <a:lnTo>
                    <a:pt x="89" y="151"/>
                  </a:lnTo>
                  <a:lnTo>
                    <a:pt x="89" y="149"/>
                  </a:lnTo>
                  <a:lnTo>
                    <a:pt x="89" y="149"/>
                  </a:lnTo>
                  <a:lnTo>
                    <a:pt x="89" y="147"/>
                  </a:lnTo>
                  <a:lnTo>
                    <a:pt x="87" y="147"/>
                  </a:lnTo>
                  <a:lnTo>
                    <a:pt x="87" y="147"/>
                  </a:lnTo>
                  <a:lnTo>
                    <a:pt x="87" y="147"/>
                  </a:lnTo>
                  <a:lnTo>
                    <a:pt x="84" y="147"/>
                  </a:lnTo>
                  <a:lnTo>
                    <a:pt x="80" y="147"/>
                  </a:lnTo>
                  <a:lnTo>
                    <a:pt x="80" y="147"/>
                  </a:lnTo>
                  <a:lnTo>
                    <a:pt x="80" y="147"/>
                  </a:lnTo>
                  <a:lnTo>
                    <a:pt x="78" y="149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76" y="153"/>
                  </a:lnTo>
                  <a:lnTo>
                    <a:pt x="76" y="153"/>
                  </a:lnTo>
                  <a:lnTo>
                    <a:pt x="76" y="153"/>
                  </a:lnTo>
                  <a:lnTo>
                    <a:pt x="74" y="154"/>
                  </a:lnTo>
                  <a:lnTo>
                    <a:pt x="70" y="154"/>
                  </a:lnTo>
                  <a:lnTo>
                    <a:pt x="68" y="154"/>
                  </a:lnTo>
                  <a:lnTo>
                    <a:pt x="68" y="156"/>
                  </a:lnTo>
                  <a:lnTo>
                    <a:pt x="68" y="156"/>
                  </a:lnTo>
                  <a:lnTo>
                    <a:pt x="68" y="156"/>
                  </a:lnTo>
                  <a:lnTo>
                    <a:pt x="70" y="158"/>
                  </a:lnTo>
                  <a:lnTo>
                    <a:pt x="70" y="158"/>
                  </a:lnTo>
                  <a:lnTo>
                    <a:pt x="70" y="160"/>
                  </a:lnTo>
                  <a:lnTo>
                    <a:pt x="70" y="164"/>
                  </a:lnTo>
                  <a:lnTo>
                    <a:pt x="70" y="164"/>
                  </a:lnTo>
                  <a:lnTo>
                    <a:pt x="70" y="164"/>
                  </a:lnTo>
                  <a:lnTo>
                    <a:pt x="70" y="164"/>
                  </a:lnTo>
                  <a:lnTo>
                    <a:pt x="70" y="166"/>
                  </a:lnTo>
                  <a:lnTo>
                    <a:pt x="70" y="166"/>
                  </a:lnTo>
                  <a:lnTo>
                    <a:pt x="68" y="166"/>
                  </a:lnTo>
                  <a:lnTo>
                    <a:pt x="66" y="164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3" y="166"/>
                  </a:lnTo>
                  <a:lnTo>
                    <a:pt x="61" y="166"/>
                  </a:lnTo>
                  <a:lnTo>
                    <a:pt x="59" y="166"/>
                  </a:lnTo>
                  <a:lnTo>
                    <a:pt x="59" y="168"/>
                  </a:lnTo>
                  <a:lnTo>
                    <a:pt x="59" y="168"/>
                  </a:lnTo>
                  <a:lnTo>
                    <a:pt x="59" y="168"/>
                  </a:lnTo>
                  <a:lnTo>
                    <a:pt x="57" y="170"/>
                  </a:lnTo>
                  <a:lnTo>
                    <a:pt x="57" y="170"/>
                  </a:lnTo>
                  <a:lnTo>
                    <a:pt x="57" y="170"/>
                  </a:lnTo>
                  <a:lnTo>
                    <a:pt x="55" y="170"/>
                  </a:lnTo>
                  <a:lnTo>
                    <a:pt x="55" y="170"/>
                  </a:lnTo>
                  <a:lnTo>
                    <a:pt x="55" y="170"/>
                  </a:lnTo>
                  <a:lnTo>
                    <a:pt x="53" y="174"/>
                  </a:lnTo>
                  <a:lnTo>
                    <a:pt x="53" y="174"/>
                  </a:lnTo>
                  <a:lnTo>
                    <a:pt x="53" y="174"/>
                  </a:lnTo>
                  <a:lnTo>
                    <a:pt x="51" y="174"/>
                  </a:lnTo>
                  <a:lnTo>
                    <a:pt x="51" y="175"/>
                  </a:lnTo>
                  <a:lnTo>
                    <a:pt x="53" y="177"/>
                  </a:lnTo>
                  <a:lnTo>
                    <a:pt x="53" y="179"/>
                  </a:lnTo>
                  <a:lnTo>
                    <a:pt x="53" y="179"/>
                  </a:lnTo>
                  <a:lnTo>
                    <a:pt x="51" y="181"/>
                  </a:lnTo>
                  <a:lnTo>
                    <a:pt x="49" y="181"/>
                  </a:lnTo>
                  <a:lnTo>
                    <a:pt x="49" y="181"/>
                  </a:lnTo>
                  <a:lnTo>
                    <a:pt x="49" y="181"/>
                  </a:lnTo>
                  <a:lnTo>
                    <a:pt x="47" y="181"/>
                  </a:lnTo>
                  <a:lnTo>
                    <a:pt x="45" y="185"/>
                  </a:lnTo>
                  <a:lnTo>
                    <a:pt x="44" y="185"/>
                  </a:lnTo>
                  <a:lnTo>
                    <a:pt x="44" y="185"/>
                  </a:lnTo>
                  <a:lnTo>
                    <a:pt x="42" y="185"/>
                  </a:lnTo>
                  <a:lnTo>
                    <a:pt x="42" y="185"/>
                  </a:lnTo>
                  <a:lnTo>
                    <a:pt x="42" y="185"/>
                  </a:lnTo>
                  <a:lnTo>
                    <a:pt x="42" y="185"/>
                  </a:lnTo>
                  <a:lnTo>
                    <a:pt x="42" y="185"/>
                  </a:lnTo>
                  <a:lnTo>
                    <a:pt x="42" y="185"/>
                  </a:lnTo>
                  <a:lnTo>
                    <a:pt x="42" y="183"/>
                  </a:lnTo>
                  <a:lnTo>
                    <a:pt x="42" y="183"/>
                  </a:lnTo>
                  <a:lnTo>
                    <a:pt x="42" y="183"/>
                  </a:lnTo>
                  <a:lnTo>
                    <a:pt x="42" y="183"/>
                  </a:lnTo>
                  <a:lnTo>
                    <a:pt x="40" y="181"/>
                  </a:lnTo>
                  <a:lnTo>
                    <a:pt x="40" y="181"/>
                  </a:lnTo>
                  <a:lnTo>
                    <a:pt x="40" y="179"/>
                  </a:lnTo>
                  <a:lnTo>
                    <a:pt x="40" y="177"/>
                  </a:lnTo>
                  <a:lnTo>
                    <a:pt x="40" y="177"/>
                  </a:lnTo>
                  <a:lnTo>
                    <a:pt x="38" y="177"/>
                  </a:lnTo>
                  <a:lnTo>
                    <a:pt x="36" y="177"/>
                  </a:lnTo>
                  <a:lnTo>
                    <a:pt x="34" y="177"/>
                  </a:lnTo>
                  <a:lnTo>
                    <a:pt x="32" y="177"/>
                  </a:lnTo>
                  <a:lnTo>
                    <a:pt x="32" y="175"/>
                  </a:lnTo>
                  <a:lnTo>
                    <a:pt x="30" y="175"/>
                  </a:lnTo>
                  <a:lnTo>
                    <a:pt x="30" y="175"/>
                  </a:lnTo>
                  <a:lnTo>
                    <a:pt x="30" y="177"/>
                  </a:lnTo>
                  <a:lnTo>
                    <a:pt x="30" y="179"/>
                  </a:lnTo>
                  <a:lnTo>
                    <a:pt x="30" y="181"/>
                  </a:lnTo>
                  <a:lnTo>
                    <a:pt x="28" y="181"/>
                  </a:lnTo>
                  <a:lnTo>
                    <a:pt x="28" y="181"/>
                  </a:lnTo>
                  <a:lnTo>
                    <a:pt x="28" y="183"/>
                  </a:lnTo>
                  <a:lnTo>
                    <a:pt x="26" y="183"/>
                  </a:lnTo>
                  <a:lnTo>
                    <a:pt x="26" y="183"/>
                  </a:lnTo>
                  <a:lnTo>
                    <a:pt x="26" y="183"/>
                  </a:lnTo>
                  <a:lnTo>
                    <a:pt x="24" y="185"/>
                  </a:lnTo>
                  <a:lnTo>
                    <a:pt x="23" y="187"/>
                  </a:lnTo>
                  <a:lnTo>
                    <a:pt x="23" y="187"/>
                  </a:lnTo>
                  <a:lnTo>
                    <a:pt x="23" y="187"/>
                  </a:lnTo>
                  <a:lnTo>
                    <a:pt x="23" y="185"/>
                  </a:lnTo>
                  <a:lnTo>
                    <a:pt x="21" y="185"/>
                  </a:lnTo>
                  <a:lnTo>
                    <a:pt x="21" y="185"/>
                  </a:lnTo>
                  <a:lnTo>
                    <a:pt x="21" y="185"/>
                  </a:lnTo>
                  <a:lnTo>
                    <a:pt x="21" y="183"/>
                  </a:lnTo>
                  <a:lnTo>
                    <a:pt x="19" y="185"/>
                  </a:lnTo>
                  <a:lnTo>
                    <a:pt x="19" y="185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7" y="187"/>
                  </a:lnTo>
                  <a:lnTo>
                    <a:pt x="17" y="187"/>
                  </a:lnTo>
                  <a:lnTo>
                    <a:pt x="17" y="187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3" y="185"/>
                  </a:lnTo>
                  <a:lnTo>
                    <a:pt x="13" y="187"/>
                  </a:lnTo>
                  <a:lnTo>
                    <a:pt x="13" y="189"/>
                  </a:lnTo>
                  <a:lnTo>
                    <a:pt x="11" y="191"/>
                  </a:lnTo>
                  <a:lnTo>
                    <a:pt x="11" y="191"/>
                  </a:lnTo>
                  <a:lnTo>
                    <a:pt x="11" y="191"/>
                  </a:lnTo>
                  <a:lnTo>
                    <a:pt x="11" y="193"/>
                  </a:lnTo>
                  <a:lnTo>
                    <a:pt x="13" y="193"/>
                  </a:lnTo>
                  <a:lnTo>
                    <a:pt x="13" y="193"/>
                  </a:lnTo>
                  <a:lnTo>
                    <a:pt x="13" y="193"/>
                  </a:lnTo>
                  <a:lnTo>
                    <a:pt x="13" y="193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7" y="191"/>
                  </a:lnTo>
                  <a:lnTo>
                    <a:pt x="17" y="193"/>
                  </a:lnTo>
                  <a:lnTo>
                    <a:pt x="17" y="193"/>
                  </a:lnTo>
                  <a:lnTo>
                    <a:pt x="17" y="193"/>
                  </a:lnTo>
                  <a:lnTo>
                    <a:pt x="17" y="193"/>
                  </a:lnTo>
                  <a:lnTo>
                    <a:pt x="17" y="194"/>
                  </a:lnTo>
                  <a:lnTo>
                    <a:pt x="17" y="194"/>
                  </a:lnTo>
                  <a:lnTo>
                    <a:pt x="17" y="194"/>
                  </a:lnTo>
                  <a:lnTo>
                    <a:pt x="19" y="194"/>
                  </a:lnTo>
                  <a:lnTo>
                    <a:pt x="19" y="194"/>
                  </a:lnTo>
                  <a:lnTo>
                    <a:pt x="19" y="194"/>
                  </a:lnTo>
                  <a:lnTo>
                    <a:pt x="21" y="194"/>
                  </a:lnTo>
                  <a:lnTo>
                    <a:pt x="21" y="194"/>
                  </a:lnTo>
                  <a:lnTo>
                    <a:pt x="21" y="196"/>
                  </a:lnTo>
                  <a:lnTo>
                    <a:pt x="21" y="196"/>
                  </a:lnTo>
                  <a:lnTo>
                    <a:pt x="21" y="196"/>
                  </a:lnTo>
                  <a:lnTo>
                    <a:pt x="21" y="198"/>
                  </a:lnTo>
                  <a:lnTo>
                    <a:pt x="21" y="198"/>
                  </a:lnTo>
                  <a:lnTo>
                    <a:pt x="21" y="198"/>
                  </a:lnTo>
                  <a:lnTo>
                    <a:pt x="23" y="198"/>
                  </a:lnTo>
                  <a:lnTo>
                    <a:pt x="23" y="198"/>
                  </a:lnTo>
                  <a:lnTo>
                    <a:pt x="24" y="200"/>
                  </a:lnTo>
                  <a:lnTo>
                    <a:pt x="24" y="200"/>
                  </a:lnTo>
                  <a:lnTo>
                    <a:pt x="24" y="200"/>
                  </a:lnTo>
                  <a:lnTo>
                    <a:pt x="23" y="200"/>
                  </a:lnTo>
                  <a:lnTo>
                    <a:pt x="23" y="200"/>
                  </a:lnTo>
                  <a:lnTo>
                    <a:pt x="23" y="200"/>
                  </a:lnTo>
                  <a:lnTo>
                    <a:pt x="21" y="202"/>
                  </a:lnTo>
                  <a:lnTo>
                    <a:pt x="19" y="202"/>
                  </a:lnTo>
                  <a:lnTo>
                    <a:pt x="19" y="202"/>
                  </a:lnTo>
                  <a:lnTo>
                    <a:pt x="19" y="202"/>
                  </a:lnTo>
                  <a:lnTo>
                    <a:pt x="19" y="204"/>
                  </a:lnTo>
                  <a:lnTo>
                    <a:pt x="19" y="206"/>
                  </a:lnTo>
                  <a:lnTo>
                    <a:pt x="21" y="206"/>
                  </a:lnTo>
                  <a:lnTo>
                    <a:pt x="21" y="208"/>
                  </a:lnTo>
                  <a:lnTo>
                    <a:pt x="21" y="208"/>
                  </a:lnTo>
                  <a:lnTo>
                    <a:pt x="21" y="208"/>
                  </a:lnTo>
                  <a:lnTo>
                    <a:pt x="21" y="210"/>
                  </a:lnTo>
                  <a:lnTo>
                    <a:pt x="21" y="210"/>
                  </a:lnTo>
                  <a:lnTo>
                    <a:pt x="21" y="212"/>
                  </a:lnTo>
                  <a:lnTo>
                    <a:pt x="21" y="212"/>
                  </a:lnTo>
                  <a:lnTo>
                    <a:pt x="21" y="212"/>
                  </a:lnTo>
                  <a:lnTo>
                    <a:pt x="23" y="212"/>
                  </a:lnTo>
                  <a:lnTo>
                    <a:pt x="23" y="212"/>
                  </a:lnTo>
                  <a:lnTo>
                    <a:pt x="23" y="210"/>
                  </a:lnTo>
                  <a:lnTo>
                    <a:pt x="24" y="210"/>
                  </a:lnTo>
                  <a:lnTo>
                    <a:pt x="24" y="210"/>
                  </a:lnTo>
                  <a:lnTo>
                    <a:pt x="24" y="210"/>
                  </a:lnTo>
                  <a:lnTo>
                    <a:pt x="32" y="213"/>
                  </a:lnTo>
                  <a:lnTo>
                    <a:pt x="34" y="213"/>
                  </a:lnTo>
                  <a:lnTo>
                    <a:pt x="34" y="215"/>
                  </a:lnTo>
                  <a:lnTo>
                    <a:pt x="34" y="215"/>
                  </a:lnTo>
                  <a:lnTo>
                    <a:pt x="34" y="215"/>
                  </a:lnTo>
                  <a:lnTo>
                    <a:pt x="34" y="217"/>
                  </a:lnTo>
                  <a:lnTo>
                    <a:pt x="34" y="219"/>
                  </a:lnTo>
                  <a:lnTo>
                    <a:pt x="34" y="223"/>
                  </a:lnTo>
                  <a:lnTo>
                    <a:pt x="34" y="227"/>
                  </a:lnTo>
                  <a:lnTo>
                    <a:pt x="34" y="227"/>
                  </a:lnTo>
                  <a:lnTo>
                    <a:pt x="34" y="229"/>
                  </a:lnTo>
                  <a:lnTo>
                    <a:pt x="34" y="229"/>
                  </a:lnTo>
                  <a:lnTo>
                    <a:pt x="30" y="229"/>
                  </a:lnTo>
                  <a:lnTo>
                    <a:pt x="28" y="229"/>
                  </a:lnTo>
                  <a:lnTo>
                    <a:pt x="28" y="231"/>
                  </a:lnTo>
                  <a:lnTo>
                    <a:pt x="26" y="231"/>
                  </a:lnTo>
                  <a:lnTo>
                    <a:pt x="26" y="231"/>
                  </a:lnTo>
                  <a:lnTo>
                    <a:pt x="26" y="232"/>
                  </a:lnTo>
                  <a:lnTo>
                    <a:pt x="26" y="232"/>
                  </a:lnTo>
                  <a:lnTo>
                    <a:pt x="28" y="232"/>
                  </a:lnTo>
                  <a:lnTo>
                    <a:pt x="30" y="232"/>
                  </a:lnTo>
                  <a:lnTo>
                    <a:pt x="30" y="234"/>
                  </a:lnTo>
                  <a:lnTo>
                    <a:pt x="30" y="234"/>
                  </a:lnTo>
                  <a:lnTo>
                    <a:pt x="30" y="234"/>
                  </a:lnTo>
                  <a:lnTo>
                    <a:pt x="30" y="234"/>
                  </a:lnTo>
                  <a:lnTo>
                    <a:pt x="30" y="236"/>
                  </a:lnTo>
                  <a:lnTo>
                    <a:pt x="30" y="238"/>
                  </a:lnTo>
                  <a:lnTo>
                    <a:pt x="30" y="240"/>
                  </a:lnTo>
                  <a:lnTo>
                    <a:pt x="28" y="242"/>
                  </a:lnTo>
                  <a:lnTo>
                    <a:pt x="28" y="244"/>
                  </a:lnTo>
                  <a:lnTo>
                    <a:pt x="26" y="248"/>
                  </a:lnTo>
                  <a:lnTo>
                    <a:pt x="24" y="250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1"/>
                  </a:lnTo>
                  <a:lnTo>
                    <a:pt x="24" y="253"/>
                  </a:lnTo>
                  <a:lnTo>
                    <a:pt x="24" y="253"/>
                  </a:lnTo>
                  <a:lnTo>
                    <a:pt x="24" y="255"/>
                  </a:lnTo>
                  <a:lnTo>
                    <a:pt x="23" y="259"/>
                  </a:lnTo>
                  <a:lnTo>
                    <a:pt x="21" y="261"/>
                  </a:lnTo>
                  <a:lnTo>
                    <a:pt x="21" y="261"/>
                  </a:lnTo>
                  <a:lnTo>
                    <a:pt x="19" y="263"/>
                  </a:lnTo>
                  <a:lnTo>
                    <a:pt x="19" y="263"/>
                  </a:lnTo>
                  <a:lnTo>
                    <a:pt x="17" y="265"/>
                  </a:lnTo>
                  <a:lnTo>
                    <a:pt x="15" y="265"/>
                  </a:lnTo>
                  <a:lnTo>
                    <a:pt x="11" y="265"/>
                  </a:lnTo>
                  <a:lnTo>
                    <a:pt x="11" y="265"/>
                  </a:lnTo>
                  <a:lnTo>
                    <a:pt x="11" y="265"/>
                  </a:lnTo>
                  <a:lnTo>
                    <a:pt x="11" y="265"/>
                  </a:lnTo>
                  <a:lnTo>
                    <a:pt x="11" y="263"/>
                  </a:lnTo>
                  <a:lnTo>
                    <a:pt x="11" y="263"/>
                  </a:lnTo>
                  <a:lnTo>
                    <a:pt x="11" y="263"/>
                  </a:lnTo>
                  <a:lnTo>
                    <a:pt x="11" y="261"/>
                  </a:lnTo>
                  <a:lnTo>
                    <a:pt x="11" y="261"/>
                  </a:lnTo>
                  <a:lnTo>
                    <a:pt x="11" y="261"/>
                  </a:lnTo>
                  <a:lnTo>
                    <a:pt x="9" y="261"/>
                  </a:lnTo>
                  <a:lnTo>
                    <a:pt x="9" y="261"/>
                  </a:lnTo>
                  <a:lnTo>
                    <a:pt x="7" y="261"/>
                  </a:lnTo>
                  <a:lnTo>
                    <a:pt x="4" y="265"/>
                  </a:lnTo>
                  <a:lnTo>
                    <a:pt x="2" y="265"/>
                  </a:lnTo>
                  <a:lnTo>
                    <a:pt x="2" y="269"/>
                  </a:lnTo>
                  <a:lnTo>
                    <a:pt x="2" y="269"/>
                  </a:lnTo>
                  <a:lnTo>
                    <a:pt x="2" y="269"/>
                  </a:lnTo>
                  <a:lnTo>
                    <a:pt x="0" y="269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2" y="272"/>
                  </a:lnTo>
                  <a:lnTo>
                    <a:pt x="4" y="272"/>
                  </a:lnTo>
                  <a:lnTo>
                    <a:pt x="4" y="272"/>
                  </a:lnTo>
                  <a:lnTo>
                    <a:pt x="5" y="272"/>
                  </a:lnTo>
                  <a:lnTo>
                    <a:pt x="5" y="272"/>
                  </a:lnTo>
                  <a:lnTo>
                    <a:pt x="5" y="270"/>
                  </a:lnTo>
                  <a:lnTo>
                    <a:pt x="7" y="270"/>
                  </a:lnTo>
                  <a:lnTo>
                    <a:pt x="7" y="272"/>
                  </a:lnTo>
                  <a:lnTo>
                    <a:pt x="9" y="272"/>
                  </a:lnTo>
                  <a:lnTo>
                    <a:pt x="11" y="274"/>
                  </a:lnTo>
                  <a:lnTo>
                    <a:pt x="13" y="274"/>
                  </a:lnTo>
                  <a:lnTo>
                    <a:pt x="13" y="274"/>
                  </a:lnTo>
                  <a:lnTo>
                    <a:pt x="13" y="278"/>
                  </a:lnTo>
                  <a:lnTo>
                    <a:pt x="15" y="284"/>
                  </a:lnTo>
                  <a:lnTo>
                    <a:pt x="15" y="284"/>
                  </a:lnTo>
                  <a:lnTo>
                    <a:pt x="15" y="286"/>
                  </a:lnTo>
                  <a:lnTo>
                    <a:pt x="13" y="288"/>
                  </a:lnTo>
                  <a:lnTo>
                    <a:pt x="13" y="290"/>
                  </a:lnTo>
                  <a:lnTo>
                    <a:pt x="13" y="290"/>
                  </a:lnTo>
                  <a:lnTo>
                    <a:pt x="15" y="291"/>
                  </a:lnTo>
                  <a:lnTo>
                    <a:pt x="15" y="291"/>
                  </a:lnTo>
                  <a:lnTo>
                    <a:pt x="15" y="293"/>
                  </a:lnTo>
                  <a:lnTo>
                    <a:pt x="15" y="293"/>
                  </a:lnTo>
                  <a:lnTo>
                    <a:pt x="15" y="293"/>
                  </a:lnTo>
                  <a:lnTo>
                    <a:pt x="15" y="295"/>
                  </a:lnTo>
                  <a:lnTo>
                    <a:pt x="15" y="295"/>
                  </a:lnTo>
                  <a:lnTo>
                    <a:pt x="15" y="297"/>
                  </a:lnTo>
                  <a:lnTo>
                    <a:pt x="15" y="297"/>
                  </a:lnTo>
                  <a:lnTo>
                    <a:pt x="19" y="301"/>
                  </a:lnTo>
                  <a:lnTo>
                    <a:pt x="19" y="301"/>
                  </a:lnTo>
                  <a:lnTo>
                    <a:pt x="19" y="301"/>
                  </a:lnTo>
                  <a:lnTo>
                    <a:pt x="19" y="303"/>
                  </a:lnTo>
                  <a:lnTo>
                    <a:pt x="19" y="307"/>
                  </a:lnTo>
                  <a:lnTo>
                    <a:pt x="19" y="307"/>
                  </a:lnTo>
                  <a:lnTo>
                    <a:pt x="19" y="309"/>
                  </a:lnTo>
                  <a:lnTo>
                    <a:pt x="17" y="309"/>
                  </a:lnTo>
                  <a:lnTo>
                    <a:pt x="17" y="309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13" y="310"/>
                  </a:lnTo>
                  <a:lnTo>
                    <a:pt x="13" y="310"/>
                  </a:lnTo>
                  <a:lnTo>
                    <a:pt x="13" y="310"/>
                  </a:lnTo>
                  <a:lnTo>
                    <a:pt x="13" y="312"/>
                  </a:lnTo>
                  <a:lnTo>
                    <a:pt x="13" y="312"/>
                  </a:lnTo>
                  <a:lnTo>
                    <a:pt x="17" y="314"/>
                  </a:lnTo>
                  <a:lnTo>
                    <a:pt x="17" y="314"/>
                  </a:lnTo>
                  <a:lnTo>
                    <a:pt x="17" y="314"/>
                  </a:lnTo>
                  <a:lnTo>
                    <a:pt x="17" y="314"/>
                  </a:lnTo>
                  <a:lnTo>
                    <a:pt x="19" y="316"/>
                  </a:lnTo>
                  <a:lnTo>
                    <a:pt x="19" y="316"/>
                  </a:lnTo>
                  <a:lnTo>
                    <a:pt x="17" y="318"/>
                  </a:lnTo>
                  <a:lnTo>
                    <a:pt x="15" y="322"/>
                  </a:lnTo>
                  <a:lnTo>
                    <a:pt x="15" y="324"/>
                  </a:lnTo>
                  <a:lnTo>
                    <a:pt x="15" y="324"/>
                  </a:lnTo>
                  <a:lnTo>
                    <a:pt x="15" y="326"/>
                  </a:lnTo>
                  <a:lnTo>
                    <a:pt x="15" y="326"/>
                  </a:lnTo>
                  <a:lnTo>
                    <a:pt x="15" y="329"/>
                  </a:lnTo>
                  <a:lnTo>
                    <a:pt x="15" y="329"/>
                  </a:lnTo>
                  <a:lnTo>
                    <a:pt x="15" y="331"/>
                  </a:lnTo>
                  <a:lnTo>
                    <a:pt x="15" y="331"/>
                  </a:lnTo>
                  <a:lnTo>
                    <a:pt x="15" y="333"/>
                  </a:lnTo>
                  <a:lnTo>
                    <a:pt x="15" y="333"/>
                  </a:lnTo>
                  <a:lnTo>
                    <a:pt x="13" y="335"/>
                  </a:lnTo>
                  <a:lnTo>
                    <a:pt x="13" y="337"/>
                  </a:lnTo>
                  <a:lnTo>
                    <a:pt x="13" y="337"/>
                  </a:lnTo>
                  <a:lnTo>
                    <a:pt x="13" y="337"/>
                  </a:lnTo>
                  <a:lnTo>
                    <a:pt x="11" y="339"/>
                  </a:lnTo>
                  <a:lnTo>
                    <a:pt x="11" y="341"/>
                  </a:lnTo>
                  <a:lnTo>
                    <a:pt x="9" y="341"/>
                  </a:lnTo>
                  <a:lnTo>
                    <a:pt x="7" y="341"/>
                  </a:lnTo>
                  <a:lnTo>
                    <a:pt x="5" y="341"/>
                  </a:lnTo>
                  <a:lnTo>
                    <a:pt x="5" y="341"/>
                  </a:lnTo>
                  <a:lnTo>
                    <a:pt x="5" y="341"/>
                  </a:lnTo>
                  <a:lnTo>
                    <a:pt x="2" y="343"/>
                  </a:lnTo>
                  <a:lnTo>
                    <a:pt x="0" y="345"/>
                  </a:lnTo>
                  <a:lnTo>
                    <a:pt x="0" y="347"/>
                  </a:lnTo>
                  <a:lnTo>
                    <a:pt x="2" y="348"/>
                  </a:lnTo>
                  <a:lnTo>
                    <a:pt x="2" y="348"/>
                  </a:lnTo>
                  <a:lnTo>
                    <a:pt x="4" y="348"/>
                  </a:lnTo>
                  <a:lnTo>
                    <a:pt x="5" y="347"/>
                  </a:lnTo>
                  <a:lnTo>
                    <a:pt x="5" y="347"/>
                  </a:lnTo>
                  <a:lnTo>
                    <a:pt x="5" y="345"/>
                  </a:lnTo>
                  <a:lnTo>
                    <a:pt x="9" y="345"/>
                  </a:lnTo>
                  <a:lnTo>
                    <a:pt x="9" y="343"/>
                  </a:lnTo>
                  <a:lnTo>
                    <a:pt x="11" y="345"/>
                  </a:lnTo>
                  <a:lnTo>
                    <a:pt x="11" y="345"/>
                  </a:lnTo>
                  <a:lnTo>
                    <a:pt x="13" y="345"/>
                  </a:lnTo>
                  <a:lnTo>
                    <a:pt x="13" y="345"/>
                  </a:lnTo>
                  <a:lnTo>
                    <a:pt x="13" y="347"/>
                  </a:lnTo>
                  <a:lnTo>
                    <a:pt x="11" y="347"/>
                  </a:lnTo>
                  <a:lnTo>
                    <a:pt x="11" y="347"/>
                  </a:lnTo>
                  <a:lnTo>
                    <a:pt x="9" y="347"/>
                  </a:lnTo>
                  <a:lnTo>
                    <a:pt x="9" y="347"/>
                  </a:lnTo>
                  <a:lnTo>
                    <a:pt x="7" y="347"/>
                  </a:lnTo>
                  <a:lnTo>
                    <a:pt x="7" y="348"/>
                  </a:lnTo>
                  <a:lnTo>
                    <a:pt x="5" y="350"/>
                  </a:lnTo>
                  <a:lnTo>
                    <a:pt x="5" y="350"/>
                  </a:lnTo>
                  <a:lnTo>
                    <a:pt x="4" y="348"/>
                  </a:lnTo>
                  <a:lnTo>
                    <a:pt x="4" y="348"/>
                  </a:lnTo>
                  <a:lnTo>
                    <a:pt x="2" y="350"/>
                  </a:lnTo>
                  <a:lnTo>
                    <a:pt x="2" y="350"/>
                  </a:lnTo>
                  <a:lnTo>
                    <a:pt x="2" y="352"/>
                  </a:lnTo>
                  <a:lnTo>
                    <a:pt x="2" y="352"/>
                  </a:lnTo>
                  <a:lnTo>
                    <a:pt x="0" y="352"/>
                  </a:lnTo>
                  <a:lnTo>
                    <a:pt x="0" y="354"/>
                  </a:lnTo>
                  <a:lnTo>
                    <a:pt x="2" y="354"/>
                  </a:lnTo>
                  <a:lnTo>
                    <a:pt x="4" y="356"/>
                  </a:lnTo>
                  <a:lnTo>
                    <a:pt x="4" y="356"/>
                  </a:lnTo>
                  <a:lnTo>
                    <a:pt x="5" y="358"/>
                  </a:lnTo>
                  <a:lnTo>
                    <a:pt x="5" y="358"/>
                  </a:lnTo>
                  <a:lnTo>
                    <a:pt x="7" y="358"/>
                  </a:lnTo>
                  <a:lnTo>
                    <a:pt x="7" y="358"/>
                  </a:lnTo>
                  <a:lnTo>
                    <a:pt x="7" y="358"/>
                  </a:lnTo>
                  <a:lnTo>
                    <a:pt x="9" y="362"/>
                  </a:lnTo>
                  <a:lnTo>
                    <a:pt x="9" y="360"/>
                  </a:lnTo>
                  <a:lnTo>
                    <a:pt x="11" y="358"/>
                  </a:lnTo>
                  <a:lnTo>
                    <a:pt x="13" y="360"/>
                  </a:lnTo>
                  <a:lnTo>
                    <a:pt x="15" y="360"/>
                  </a:lnTo>
                  <a:lnTo>
                    <a:pt x="15" y="362"/>
                  </a:lnTo>
                  <a:lnTo>
                    <a:pt x="15" y="366"/>
                  </a:lnTo>
                  <a:lnTo>
                    <a:pt x="17" y="367"/>
                  </a:lnTo>
                  <a:lnTo>
                    <a:pt x="15" y="369"/>
                  </a:lnTo>
                  <a:lnTo>
                    <a:pt x="15" y="369"/>
                  </a:lnTo>
                  <a:lnTo>
                    <a:pt x="17" y="371"/>
                  </a:lnTo>
                  <a:lnTo>
                    <a:pt x="17" y="371"/>
                  </a:lnTo>
                  <a:lnTo>
                    <a:pt x="19" y="371"/>
                  </a:lnTo>
                  <a:lnTo>
                    <a:pt x="21" y="371"/>
                  </a:lnTo>
                  <a:lnTo>
                    <a:pt x="21" y="369"/>
                  </a:lnTo>
                  <a:lnTo>
                    <a:pt x="23" y="371"/>
                  </a:lnTo>
                  <a:lnTo>
                    <a:pt x="23" y="371"/>
                  </a:lnTo>
                  <a:lnTo>
                    <a:pt x="19" y="371"/>
                  </a:lnTo>
                  <a:lnTo>
                    <a:pt x="19" y="373"/>
                  </a:lnTo>
                  <a:lnTo>
                    <a:pt x="19" y="375"/>
                  </a:lnTo>
                  <a:lnTo>
                    <a:pt x="19" y="377"/>
                  </a:lnTo>
                  <a:lnTo>
                    <a:pt x="19" y="379"/>
                  </a:lnTo>
                  <a:lnTo>
                    <a:pt x="19" y="379"/>
                  </a:lnTo>
                  <a:lnTo>
                    <a:pt x="21" y="379"/>
                  </a:lnTo>
                  <a:lnTo>
                    <a:pt x="23" y="379"/>
                  </a:lnTo>
                  <a:lnTo>
                    <a:pt x="23" y="377"/>
                  </a:lnTo>
                  <a:lnTo>
                    <a:pt x="23" y="377"/>
                  </a:lnTo>
                  <a:lnTo>
                    <a:pt x="23" y="375"/>
                  </a:lnTo>
                  <a:lnTo>
                    <a:pt x="24" y="375"/>
                  </a:lnTo>
                  <a:lnTo>
                    <a:pt x="24" y="375"/>
                  </a:lnTo>
                  <a:lnTo>
                    <a:pt x="24" y="375"/>
                  </a:lnTo>
                  <a:lnTo>
                    <a:pt x="24" y="377"/>
                  </a:lnTo>
                  <a:lnTo>
                    <a:pt x="24" y="377"/>
                  </a:lnTo>
                  <a:lnTo>
                    <a:pt x="24" y="377"/>
                  </a:lnTo>
                  <a:lnTo>
                    <a:pt x="26" y="377"/>
                  </a:lnTo>
                  <a:lnTo>
                    <a:pt x="26" y="377"/>
                  </a:lnTo>
                  <a:lnTo>
                    <a:pt x="26" y="379"/>
                  </a:lnTo>
                  <a:lnTo>
                    <a:pt x="24" y="379"/>
                  </a:lnTo>
                  <a:lnTo>
                    <a:pt x="26" y="379"/>
                  </a:lnTo>
                  <a:lnTo>
                    <a:pt x="30" y="385"/>
                  </a:lnTo>
                  <a:lnTo>
                    <a:pt x="28" y="383"/>
                  </a:lnTo>
                  <a:lnTo>
                    <a:pt x="28" y="385"/>
                  </a:lnTo>
                  <a:lnTo>
                    <a:pt x="28" y="385"/>
                  </a:lnTo>
                  <a:lnTo>
                    <a:pt x="26" y="385"/>
                  </a:lnTo>
                  <a:lnTo>
                    <a:pt x="26" y="383"/>
                  </a:lnTo>
                  <a:lnTo>
                    <a:pt x="24" y="381"/>
                  </a:lnTo>
                  <a:lnTo>
                    <a:pt x="23" y="379"/>
                  </a:lnTo>
                  <a:lnTo>
                    <a:pt x="24" y="381"/>
                  </a:lnTo>
                  <a:lnTo>
                    <a:pt x="26" y="385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6" y="390"/>
                  </a:lnTo>
                  <a:lnTo>
                    <a:pt x="26" y="392"/>
                  </a:lnTo>
                  <a:lnTo>
                    <a:pt x="28" y="394"/>
                  </a:lnTo>
                  <a:lnTo>
                    <a:pt x="28" y="394"/>
                  </a:lnTo>
                  <a:lnTo>
                    <a:pt x="28" y="396"/>
                  </a:lnTo>
                  <a:lnTo>
                    <a:pt x="30" y="400"/>
                  </a:lnTo>
                  <a:lnTo>
                    <a:pt x="30" y="402"/>
                  </a:lnTo>
                  <a:lnTo>
                    <a:pt x="32" y="402"/>
                  </a:lnTo>
                  <a:lnTo>
                    <a:pt x="38" y="404"/>
                  </a:lnTo>
                  <a:lnTo>
                    <a:pt x="38" y="406"/>
                  </a:lnTo>
                  <a:lnTo>
                    <a:pt x="36" y="406"/>
                  </a:lnTo>
                  <a:lnTo>
                    <a:pt x="34" y="406"/>
                  </a:lnTo>
                  <a:lnTo>
                    <a:pt x="32" y="406"/>
                  </a:lnTo>
                  <a:lnTo>
                    <a:pt x="30" y="404"/>
                  </a:lnTo>
                  <a:lnTo>
                    <a:pt x="30" y="406"/>
                  </a:lnTo>
                  <a:lnTo>
                    <a:pt x="32" y="407"/>
                  </a:lnTo>
                  <a:lnTo>
                    <a:pt x="34" y="411"/>
                  </a:lnTo>
                  <a:lnTo>
                    <a:pt x="34" y="413"/>
                  </a:lnTo>
                  <a:lnTo>
                    <a:pt x="34" y="419"/>
                  </a:lnTo>
                  <a:lnTo>
                    <a:pt x="36" y="421"/>
                  </a:lnTo>
                  <a:lnTo>
                    <a:pt x="36" y="421"/>
                  </a:lnTo>
                  <a:lnTo>
                    <a:pt x="36" y="423"/>
                  </a:lnTo>
                  <a:lnTo>
                    <a:pt x="36" y="423"/>
                  </a:lnTo>
                  <a:lnTo>
                    <a:pt x="36" y="425"/>
                  </a:lnTo>
                  <a:lnTo>
                    <a:pt x="36" y="426"/>
                  </a:lnTo>
                  <a:lnTo>
                    <a:pt x="38" y="428"/>
                  </a:lnTo>
                  <a:lnTo>
                    <a:pt x="40" y="432"/>
                  </a:lnTo>
                  <a:lnTo>
                    <a:pt x="42" y="434"/>
                  </a:lnTo>
                  <a:lnTo>
                    <a:pt x="45" y="438"/>
                  </a:lnTo>
                  <a:lnTo>
                    <a:pt x="45" y="442"/>
                  </a:lnTo>
                  <a:lnTo>
                    <a:pt x="47" y="445"/>
                  </a:lnTo>
                  <a:lnTo>
                    <a:pt x="49" y="451"/>
                  </a:lnTo>
                  <a:lnTo>
                    <a:pt x="51" y="459"/>
                  </a:lnTo>
                  <a:lnTo>
                    <a:pt x="51" y="461"/>
                  </a:lnTo>
                  <a:lnTo>
                    <a:pt x="53" y="457"/>
                  </a:lnTo>
                  <a:lnTo>
                    <a:pt x="55" y="457"/>
                  </a:lnTo>
                  <a:lnTo>
                    <a:pt x="55" y="459"/>
                  </a:lnTo>
                  <a:lnTo>
                    <a:pt x="55" y="459"/>
                  </a:lnTo>
                  <a:lnTo>
                    <a:pt x="55" y="459"/>
                  </a:lnTo>
                  <a:lnTo>
                    <a:pt x="55" y="461"/>
                  </a:lnTo>
                  <a:lnTo>
                    <a:pt x="57" y="461"/>
                  </a:lnTo>
                  <a:lnTo>
                    <a:pt x="57" y="463"/>
                  </a:lnTo>
                  <a:lnTo>
                    <a:pt x="59" y="463"/>
                  </a:lnTo>
                  <a:lnTo>
                    <a:pt x="57" y="463"/>
                  </a:lnTo>
                  <a:lnTo>
                    <a:pt x="57" y="463"/>
                  </a:lnTo>
                  <a:lnTo>
                    <a:pt x="55" y="463"/>
                  </a:lnTo>
                  <a:lnTo>
                    <a:pt x="55" y="463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3" y="464"/>
                  </a:lnTo>
                  <a:lnTo>
                    <a:pt x="53" y="464"/>
                  </a:lnTo>
                  <a:lnTo>
                    <a:pt x="53" y="464"/>
                  </a:lnTo>
                  <a:lnTo>
                    <a:pt x="53" y="464"/>
                  </a:lnTo>
                  <a:lnTo>
                    <a:pt x="53" y="464"/>
                  </a:lnTo>
                  <a:lnTo>
                    <a:pt x="53" y="464"/>
                  </a:lnTo>
                  <a:lnTo>
                    <a:pt x="53" y="464"/>
                  </a:lnTo>
                  <a:lnTo>
                    <a:pt x="53" y="466"/>
                  </a:lnTo>
                  <a:lnTo>
                    <a:pt x="53" y="472"/>
                  </a:lnTo>
                  <a:lnTo>
                    <a:pt x="53" y="474"/>
                  </a:lnTo>
                  <a:lnTo>
                    <a:pt x="55" y="480"/>
                  </a:lnTo>
                  <a:lnTo>
                    <a:pt x="55" y="482"/>
                  </a:lnTo>
                  <a:lnTo>
                    <a:pt x="55" y="484"/>
                  </a:lnTo>
                  <a:lnTo>
                    <a:pt x="57" y="485"/>
                  </a:lnTo>
                  <a:lnTo>
                    <a:pt x="55" y="484"/>
                  </a:lnTo>
                  <a:lnTo>
                    <a:pt x="55" y="482"/>
                  </a:lnTo>
                  <a:lnTo>
                    <a:pt x="53" y="480"/>
                  </a:lnTo>
                  <a:lnTo>
                    <a:pt x="53" y="482"/>
                  </a:lnTo>
                  <a:lnTo>
                    <a:pt x="55" y="485"/>
                  </a:lnTo>
                  <a:lnTo>
                    <a:pt x="55" y="487"/>
                  </a:lnTo>
                  <a:lnTo>
                    <a:pt x="55" y="487"/>
                  </a:lnTo>
                  <a:lnTo>
                    <a:pt x="55" y="489"/>
                  </a:lnTo>
                  <a:lnTo>
                    <a:pt x="57" y="491"/>
                  </a:lnTo>
                  <a:lnTo>
                    <a:pt x="57" y="493"/>
                  </a:lnTo>
                  <a:lnTo>
                    <a:pt x="59" y="499"/>
                  </a:lnTo>
                  <a:lnTo>
                    <a:pt x="59" y="503"/>
                  </a:lnTo>
                  <a:lnTo>
                    <a:pt x="61" y="508"/>
                  </a:lnTo>
                  <a:lnTo>
                    <a:pt x="61" y="508"/>
                  </a:lnTo>
                  <a:lnTo>
                    <a:pt x="61" y="508"/>
                  </a:lnTo>
                  <a:lnTo>
                    <a:pt x="61" y="510"/>
                  </a:lnTo>
                  <a:lnTo>
                    <a:pt x="61" y="512"/>
                  </a:lnTo>
                  <a:lnTo>
                    <a:pt x="63" y="514"/>
                  </a:lnTo>
                  <a:lnTo>
                    <a:pt x="63" y="514"/>
                  </a:lnTo>
                  <a:lnTo>
                    <a:pt x="63" y="516"/>
                  </a:lnTo>
                  <a:lnTo>
                    <a:pt x="63" y="520"/>
                  </a:lnTo>
                  <a:lnTo>
                    <a:pt x="66" y="537"/>
                  </a:lnTo>
                  <a:lnTo>
                    <a:pt x="70" y="537"/>
                  </a:lnTo>
                  <a:lnTo>
                    <a:pt x="74" y="537"/>
                  </a:lnTo>
                  <a:lnTo>
                    <a:pt x="78" y="535"/>
                  </a:lnTo>
                  <a:lnTo>
                    <a:pt x="78" y="537"/>
                  </a:lnTo>
                  <a:lnTo>
                    <a:pt x="76" y="537"/>
                  </a:lnTo>
                  <a:lnTo>
                    <a:pt x="74" y="537"/>
                  </a:lnTo>
                  <a:lnTo>
                    <a:pt x="72" y="539"/>
                  </a:lnTo>
                  <a:lnTo>
                    <a:pt x="72" y="539"/>
                  </a:lnTo>
                  <a:lnTo>
                    <a:pt x="70" y="541"/>
                  </a:lnTo>
                  <a:lnTo>
                    <a:pt x="70" y="541"/>
                  </a:lnTo>
                  <a:lnTo>
                    <a:pt x="70" y="541"/>
                  </a:lnTo>
                  <a:lnTo>
                    <a:pt x="66" y="539"/>
                  </a:lnTo>
                  <a:lnTo>
                    <a:pt x="66" y="541"/>
                  </a:lnTo>
                  <a:lnTo>
                    <a:pt x="68" y="541"/>
                  </a:lnTo>
                  <a:lnTo>
                    <a:pt x="68" y="542"/>
                  </a:lnTo>
                  <a:lnTo>
                    <a:pt x="70" y="542"/>
                  </a:lnTo>
                  <a:lnTo>
                    <a:pt x="70" y="544"/>
                  </a:lnTo>
                  <a:lnTo>
                    <a:pt x="70" y="546"/>
                  </a:lnTo>
                  <a:lnTo>
                    <a:pt x="74" y="544"/>
                  </a:lnTo>
                  <a:lnTo>
                    <a:pt x="76" y="544"/>
                  </a:lnTo>
                  <a:lnTo>
                    <a:pt x="78" y="544"/>
                  </a:lnTo>
                  <a:lnTo>
                    <a:pt x="78" y="544"/>
                  </a:lnTo>
                  <a:lnTo>
                    <a:pt x="78" y="544"/>
                  </a:lnTo>
                  <a:lnTo>
                    <a:pt x="78" y="546"/>
                  </a:lnTo>
                  <a:lnTo>
                    <a:pt x="78" y="546"/>
                  </a:lnTo>
                  <a:lnTo>
                    <a:pt x="78" y="546"/>
                  </a:lnTo>
                  <a:lnTo>
                    <a:pt x="80" y="548"/>
                  </a:lnTo>
                  <a:lnTo>
                    <a:pt x="80" y="548"/>
                  </a:lnTo>
                  <a:lnTo>
                    <a:pt x="80" y="548"/>
                  </a:lnTo>
                  <a:lnTo>
                    <a:pt x="80" y="550"/>
                  </a:lnTo>
                  <a:lnTo>
                    <a:pt x="80" y="550"/>
                  </a:lnTo>
                  <a:lnTo>
                    <a:pt x="82" y="550"/>
                  </a:lnTo>
                  <a:lnTo>
                    <a:pt x="84" y="550"/>
                  </a:lnTo>
                  <a:lnTo>
                    <a:pt x="84" y="550"/>
                  </a:lnTo>
                  <a:lnTo>
                    <a:pt x="84" y="550"/>
                  </a:lnTo>
                  <a:lnTo>
                    <a:pt x="84" y="550"/>
                  </a:lnTo>
                  <a:lnTo>
                    <a:pt x="84" y="550"/>
                  </a:lnTo>
                  <a:lnTo>
                    <a:pt x="84" y="552"/>
                  </a:lnTo>
                  <a:lnTo>
                    <a:pt x="84" y="552"/>
                  </a:lnTo>
                  <a:lnTo>
                    <a:pt x="84" y="552"/>
                  </a:lnTo>
                  <a:lnTo>
                    <a:pt x="84" y="554"/>
                  </a:lnTo>
                  <a:lnTo>
                    <a:pt x="85" y="554"/>
                  </a:lnTo>
                  <a:lnTo>
                    <a:pt x="85" y="554"/>
                  </a:lnTo>
                  <a:lnTo>
                    <a:pt x="85" y="554"/>
                  </a:lnTo>
                  <a:lnTo>
                    <a:pt x="85" y="554"/>
                  </a:lnTo>
                  <a:lnTo>
                    <a:pt x="87" y="552"/>
                  </a:lnTo>
                  <a:lnTo>
                    <a:pt x="87" y="552"/>
                  </a:lnTo>
                  <a:lnTo>
                    <a:pt x="89" y="552"/>
                  </a:lnTo>
                  <a:lnTo>
                    <a:pt x="89" y="552"/>
                  </a:lnTo>
                  <a:lnTo>
                    <a:pt x="91" y="554"/>
                  </a:lnTo>
                  <a:lnTo>
                    <a:pt x="93" y="554"/>
                  </a:lnTo>
                  <a:lnTo>
                    <a:pt x="93" y="554"/>
                  </a:lnTo>
                  <a:lnTo>
                    <a:pt x="93" y="554"/>
                  </a:lnTo>
                  <a:lnTo>
                    <a:pt x="93" y="556"/>
                  </a:lnTo>
                  <a:lnTo>
                    <a:pt x="93" y="556"/>
                  </a:lnTo>
                  <a:lnTo>
                    <a:pt x="93" y="556"/>
                  </a:lnTo>
                  <a:lnTo>
                    <a:pt x="93" y="558"/>
                  </a:lnTo>
                  <a:lnTo>
                    <a:pt x="93" y="558"/>
                  </a:lnTo>
                  <a:lnTo>
                    <a:pt x="93" y="560"/>
                  </a:lnTo>
                  <a:lnTo>
                    <a:pt x="95" y="560"/>
                  </a:lnTo>
                  <a:lnTo>
                    <a:pt x="95" y="560"/>
                  </a:lnTo>
                  <a:lnTo>
                    <a:pt x="95" y="558"/>
                  </a:lnTo>
                  <a:lnTo>
                    <a:pt x="97" y="558"/>
                  </a:lnTo>
                  <a:lnTo>
                    <a:pt x="97" y="558"/>
                  </a:lnTo>
                  <a:lnTo>
                    <a:pt x="97" y="560"/>
                  </a:lnTo>
                  <a:lnTo>
                    <a:pt x="99" y="561"/>
                  </a:lnTo>
                  <a:lnTo>
                    <a:pt x="99" y="561"/>
                  </a:lnTo>
                  <a:lnTo>
                    <a:pt x="101" y="561"/>
                  </a:lnTo>
                  <a:lnTo>
                    <a:pt x="101" y="561"/>
                  </a:lnTo>
                  <a:lnTo>
                    <a:pt x="101" y="561"/>
                  </a:lnTo>
                  <a:lnTo>
                    <a:pt x="103" y="561"/>
                  </a:lnTo>
                  <a:lnTo>
                    <a:pt x="103" y="561"/>
                  </a:lnTo>
                  <a:lnTo>
                    <a:pt x="103" y="560"/>
                  </a:lnTo>
                  <a:lnTo>
                    <a:pt x="105" y="560"/>
                  </a:lnTo>
                  <a:lnTo>
                    <a:pt x="108" y="561"/>
                  </a:lnTo>
                  <a:lnTo>
                    <a:pt x="108" y="563"/>
                  </a:lnTo>
                  <a:lnTo>
                    <a:pt x="106" y="565"/>
                  </a:lnTo>
                  <a:lnTo>
                    <a:pt x="106" y="565"/>
                  </a:lnTo>
                  <a:lnTo>
                    <a:pt x="106" y="567"/>
                  </a:lnTo>
                  <a:lnTo>
                    <a:pt x="106" y="567"/>
                  </a:lnTo>
                  <a:lnTo>
                    <a:pt x="108" y="569"/>
                  </a:lnTo>
                  <a:lnTo>
                    <a:pt x="108" y="569"/>
                  </a:lnTo>
                  <a:lnTo>
                    <a:pt x="108" y="571"/>
                  </a:lnTo>
                  <a:lnTo>
                    <a:pt x="108" y="571"/>
                  </a:lnTo>
                  <a:lnTo>
                    <a:pt x="110" y="571"/>
                  </a:lnTo>
                  <a:lnTo>
                    <a:pt x="110" y="571"/>
                  </a:lnTo>
                  <a:lnTo>
                    <a:pt x="110" y="571"/>
                  </a:lnTo>
                  <a:lnTo>
                    <a:pt x="110" y="571"/>
                  </a:lnTo>
                  <a:lnTo>
                    <a:pt x="112" y="573"/>
                  </a:lnTo>
                  <a:lnTo>
                    <a:pt x="112" y="573"/>
                  </a:lnTo>
                  <a:lnTo>
                    <a:pt x="112" y="573"/>
                  </a:lnTo>
                  <a:lnTo>
                    <a:pt x="112" y="573"/>
                  </a:lnTo>
                  <a:lnTo>
                    <a:pt x="112" y="573"/>
                  </a:lnTo>
                  <a:lnTo>
                    <a:pt x="112" y="573"/>
                  </a:lnTo>
                  <a:lnTo>
                    <a:pt x="116" y="573"/>
                  </a:lnTo>
                  <a:lnTo>
                    <a:pt x="116" y="573"/>
                  </a:lnTo>
                  <a:lnTo>
                    <a:pt x="116" y="573"/>
                  </a:lnTo>
                  <a:lnTo>
                    <a:pt x="118" y="573"/>
                  </a:lnTo>
                  <a:lnTo>
                    <a:pt x="118" y="573"/>
                  </a:lnTo>
                  <a:lnTo>
                    <a:pt x="118" y="575"/>
                  </a:lnTo>
                  <a:lnTo>
                    <a:pt x="118" y="575"/>
                  </a:lnTo>
                  <a:lnTo>
                    <a:pt x="118" y="575"/>
                  </a:lnTo>
                  <a:lnTo>
                    <a:pt x="116" y="575"/>
                  </a:lnTo>
                  <a:lnTo>
                    <a:pt x="116" y="577"/>
                  </a:lnTo>
                  <a:lnTo>
                    <a:pt x="114" y="577"/>
                  </a:lnTo>
                  <a:lnTo>
                    <a:pt x="114" y="579"/>
                  </a:lnTo>
                  <a:lnTo>
                    <a:pt x="114" y="579"/>
                  </a:lnTo>
                  <a:lnTo>
                    <a:pt x="114" y="580"/>
                  </a:lnTo>
                  <a:lnTo>
                    <a:pt x="114" y="580"/>
                  </a:lnTo>
                  <a:lnTo>
                    <a:pt x="116" y="580"/>
                  </a:lnTo>
                  <a:lnTo>
                    <a:pt x="116" y="582"/>
                  </a:lnTo>
                  <a:lnTo>
                    <a:pt x="118" y="584"/>
                  </a:lnTo>
                  <a:lnTo>
                    <a:pt x="118" y="586"/>
                  </a:lnTo>
                  <a:lnTo>
                    <a:pt x="118" y="588"/>
                  </a:lnTo>
                  <a:lnTo>
                    <a:pt x="120" y="590"/>
                  </a:lnTo>
                  <a:lnTo>
                    <a:pt x="120" y="590"/>
                  </a:lnTo>
                  <a:lnTo>
                    <a:pt x="120" y="590"/>
                  </a:lnTo>
                  <a:lnTo>
                    <a:pt x="120" y="590"/>
                  </a:lnTo>
                  <a:lnTo>
                    <a:pt x="120" y="590"/>
                  </a:lnTo>
                  <a:lnTo>
                    <a:pt x="122" y="590"/>
                  </a:lnTo>
                  <a:lnTo>
                    <a:pt x="122" y="590"/>
                  </a:lnTo>
                  <a:lnTo>
                    <a:pt x="122" y="590"/>
                  </a:lnTo>
                  <a:lnTo>
                    <a:pt x="124" y="592"/>
                  </a:lnTo>
                  <a:lnTo>
                    <a:pt x="133" y="601"/>
                  </a:lnTo>
                  <a:lnTo>
                    <a:pt x="135" y="603"/>
                  </a:lnTo>
                  <a:lnTo>
                    <a:pt x="137" y="603"/>
                  </a:lnTo>
                  <a:lnTo>
                    <a:pt x="139" y="605"/>
                  </a:lnTo>
                  <a:lnTo>
                    <a:pt x="139" y="605"/>
                  </a:lnTo>
                  <a:lnTo>
                    <a:pt x="141" y="605"/>
                  </a:lnTo>
                  <a:lnTo>
                    <a:pt x="141" y="607"/>
                  </a:lnTo>
                  <a:lnTo>
                    <a:pt x="141" y="607"/>
                  </a:lnTo>
                  <a:lnTo>
                    <a:pt x="141" y="609"/>
                  </a:lnTo>
                  <a:lnTo>
                    <a:pt x="143" y="609"/>
                  </a:lnTo>
                  <a:lnTo>
                    <a:pt x="143" y="609"/>
                  </a:lnTo>
                  <a:lnTo>
                    <a:pt x="145" y="609"/>
                  </a:lnTo>
                  <a:lnTo>
                    <a:pt x="145" y="609"/>
                  </a:lnTo>
                  <a:lnTo>
                    <a:pt x="145" y="609"/>
                  </a:lnTo>
                  <a:lnTo>
                    <a:pt x="146" y="611"/>
                  </a:lnTo>
                  <a:lnTo>
                    <a:pt x="148" y="611"/>
                  </a:lnTo>
                  <a:lnTo>
                    <a:pt x="148" y="611"/>
                  </a:lnTo>
                  <a:lnTo>
                    <a:pt x="150" y="611"/>
                  </a:lnTo>
                  <a:lnTo>
                    <a:pt x="150" y="611"/>
                  </a:lnTo>
                  <a:lnTo>
                    <a:pt x="150" y="611"/>
                  </a:lnTo>
                  <a:lnTo>
                    <a:pt x="152" y="611"/>
                  </a:lnTo>
                  <a:lnTo>
                    <a:pt x="152" y="611"/>
                  </a:lnTo>
                  <a:lnTo>
                    <a:pt x="152" y="611"/>
                  </a:lnTo>
                  <a:lnTo>
                    <a:pt x="154" y="611"/>
                  </a:lnTo>
                  <a:lnTo>
                    <a:pt x="154" y="613"/>
                  </a:lnTo>
                  <a:lnTo>
                    <a:pt x="154" y="615"/>
                  </a:lnTo>
                  <a:lnTo>
                    <a:pt x="154" y="617"/>
                  </a:lnTo>
                  <a:lnTo>
                    <a:pt x="156" y="619"/>
                  </a:lnTo>
                  <a:lnTo>
                    <a:pt x="156" y="620"/>
                  </a:lnTo>
                  <a:lnTo>
                    <a:pt x="158" y="620"/>
                  </a:lnTo>
                  <a:lnTo>
                    <a:pt x="160" y="622"/>
                  </a:lnTo>
                  <a:lnTo>
                    <a:pt x="162" y="622"/>
                  </a:lnTo>
                  <a:lnTo>
                    <a:pt x="164" y="622"/>
                  </a:lnTo>
                  <a:lnTo>
                    <a:pt x="165" y="624"/>
                  </a:lnTo>
                  <a:lnTo>
                    <a:pt x="167" y="624"/>
                  </a:lnTo>
                  <a:lnTo>
                    <a:pt x="171" y="624"/>
                  </a:lnTo>
                  <a:lnTo>
                    <a:pt x="173" y="624"/>
                  </a:lnTo>
                  <a:lnTo>
                    <a:pt x="177" y="622"/>
                  </a:lnTo>
                  <a:lnTo>
                    <a:pt x="181" y="622"/>
                  </a:lnTo>
                  <a:lnTo>
                    <a:pt x="183" y="622"/>
                  </a:lnTo>
                  <a:lnTo>
                    <a:pt x="183" y="622"/>
                  </a:lnTo>
                  <a:lnTo>
                    <a:pt x="183" y="622"/>
                  </a:lnTo>
                  <a:lnTo>
                    <a:pt x="183" y="624"/>
                  </a:lnTo>
                  <a:lnTo>
                    <a:pt x="183" y="628"/>
                  </a:lnTo>
                  <a:lnTo>
                    <a:pt x="183" y="630"/>
                  </a:lnTo>
                  <a:lnTo>
                    <a:pt x="183" y="630"/>
                  </a:lnTo>
                  <a:lnTo>
                    <a:pt x="185" y="632"/>
                  </a:lnTo>
                  <a:lnTo>
                    <a:pt x="185" y="632"/>
                  </a:lnTo>
                  <a:lnTo>
                    <a:pt x="186" y="632"/>
                  </a:lnTo>
                  <a:lnTo>
                    <a:pt x="186" y="632"/>
                  </a:lnTo>
                  <a:lnTo>
                    <a:pt x="188" y="630"/>
                  </a:lnTo>
                  <a:lnTo>
                    <a:pt x="188" y="630"/>
                  </a:lnTo>
                  <a:lnTo>
                    <a:pt x="190" y="630"/>
                  </a:lnTo>
                  <a:lnTo>
                    <a:pt x="190" y="632"/>
                  </a:lnTo>
                  <a:lnTo>
                    <a:pt x="192" y="632"/>
                  </a:lnTo>
                  <a:lnTo>
                    <a:pt x="192" y="632"/>
                  </a:lnTo>
                  <a:lnTo>
                    <a:pt x="192" y="634"/>
                  </a:lnTo>
                  <a:lnTo>
                    <a:pt x="194" y="636"/>
                  </a:lnTo>
                  <a:lnTo>
                    <a:pt x="194" y="636"/>
                  </a:lnTo>
                  <a:lnTo>
                    <a:pt x="196" y="636"/>
                  </a:lnTo>
                  <a:lnTo>
                    <a:pt x="196" y="636"/>
                  </a:lnTo>
                  <a:lnTo>
                    <a:pt x="196" y="636"/>
                  </a:lnTo>
                  <a:lnTo>
                    <a:pt x="198" y="636"/>
                  </a:lnTo>
                  <a:lnTo>
                    <a:pt x="198" y="636"/>
                  </a:lnTo>
                  <a:lnTo>
                    <a:pt x="198" y="636"/>
                  </a:lnTo>
                  <a:lnTo>
                    <a:pt x="200" y="636"/>
                  </a:lnTo>
                  <a:lnTo>
                    <a:pt x="200" y="638"/>
                  </a:lnTo>
                  <a:lnTo>
                    <a:pt x="202" y="639"/>
                  </a:lnTo>
                  <a:lnTo>
                    <a:pt x="204" y="641"/>
                  </a:lnTo>
                  <a:lnTo>
                    <a:pt x="204" y="641"/>
                  </a:lnTo>
                  <a:lnTo>
                    <a:pt x="206" y="641"/>
                  </a:lnTo>
                  <a:lnTo>
                    <a:pt x="207" y="641"/>
                  </a:lnTo>
                  <a:lnTo>
                    <a:pt x="207" y="643"/>
                  </a:lnTo>
                  <a:lnTo>
                    <a:pt x="207" y="641"/>
                  </a:lnTo>
                  <a:lnTo>
                    <a:pt x="209" y="641"/>
                  </a:lnTo>
                  <a:lnTo>
                    <a:pt x="209" y="641"/>
                  </a:lnTo>
                  <a:lnTo>
                    <a:pt x="211" y="641"/>
                  </a:lnTo>
                  <a:lnTo>
                    <a:pt x="211" y="641"/>
                  </a:lnTo>
                  <a:lnTo>
                    <a:pt x="211" y="643"/>
                  </a:lnTo>
                  <a:lnTo>
                    <a:pt x="211" y="643"/>
                  </a:lnTo>
                  <a:lnTo>
                    <a:pt x="213" y="645"/>
                  </a:lnTo>
                  <a:lnTo>
                    <a:pt x="213" y="647"/>
                  </a:lnTo>
                  <a:lnTo>
                    <a:pt x="213" y="649"/>
                  </a:lnTo>
                  <a:lnTo>
                    <a:pt x="215" y="649"/>
                  </a:lnTo>
                  <a:lnTo>
                    <a:pt x="215" y="647"/>
                  </a:lnTo>
                  <a:lnTo>
                    <a:pt x="215" y="647"/>
                  </a:lnTo>
                  <a:lnTo>
                    <a:pt x="217" y="647"/>
                  </a:lnTo>
                  <a:lnTo>
                    <a:pt x="217" y="645"/>
                  </a:lnTo>
                  <a:lnTo>
                    <a:pt x="219" y="645"/>
                  </a:lnTo>
                  <a:lnTo>
                    <a:pt x="221" y="645"/>
                  </a:lnTo>
                  <a:lnTo>
                    <a:pt x="223" y="645"/>
                  </a:lnTo>
                  <a:lnTo>
                    <a:pt x="225" y="645"/>
                  </a:lnTo>
                  <a:lnTo>
                    <a:pt x="226" y="647"/>
                  </a:lnTo>
                  <a:lnTo>
                    <a:pt x="226" y="647"/>
                  </a:lnTo>
                  <a:lnTo>
                    <a:pt x="226" y="649"/>
                  </a:lnTo>
                  <a:lnTo>
                    <a:pt x="226" y="651"/>
                  </a:lnTo>
                  <a:lnTo>
                    <a:pt x="226" y="651"/>
                  </a:lnTo>
                  <a:lnTo>
                    <a:pt x="226" y="653"/>
                  </a:lnTo>
                  <a:lnTo>
                    <a:pt x="228" y="653"/>
                  </a:lnTo>
                  <a:lnTo>
                    <a:pt x="230" y="653"/>
                  </a:lnTo>
                  <a:lnTo>
                    <a:pt x="232" y="653"/>
                  </a:lnTo>
                  <a:lnTo>
                    <a:pt x="246" y="651"/>
                  </a:lnTo>
                  <a:lnTo>
                    <a:pt x="246" y="653"/>
                  </a:lnTo>
                  <a:lnTo>
                    <a:pt x="251" y="653"/>
                  </a:lnTo>
                  <a:lnTo>
                    <a:pt x="251" y="653"/>
                  </a:lnTo>
                  <a:lnTo>
                    <a:pt x="253" y="651"/>
                  </a:lnTo>
                  <a:lnTo>
                    <a:pt x="253" y="645"/>
                  </a:lnTo>
                  <a:lnTo>
                    <a:pt x="255" y="641"/>
                  </a:lnTo>
                  <a:lnTo>
                    <a:pt x="259" y="638"/>
                  </a:lnTo>
                  <a:lnTo>
                    <a:pt x="261" y="636"/>
                  </a:lnTo>
                  <a:lnTo>
                    <a:pt x="261" y="636"/>
                  </a:lnTo>
                  <a:lnTo>
                    <a:pt x="263" y="636"/>
                  </a:lnTo>
                  <a:lnTo>
                    <a:pt x="265" y="636"/>
                  </a:lnTo>
                  <a:lnTo>
                    <a:pt x="266" y="636"/>
                  </a:lnTo>
                  <a:lnTo>
                    <a:pt x="268" y="634"/>
                  </a:lnTo>
                  <a:lnTo>
                    <a:pt x="268" y="636"/>
                  </a:lnTo>
                  <a:lnTo>
                    <a:pt x="270" y="636"/>
                  </a:lnTo>
                  <a:lnTo>
                    <a:pt x="276" y="641"/>
                  </a:lnTo>
                  <a:lnTo>
                    <a:pt x="276" y="641"/>
                  </a:lnTo>
                  <a:lnTo>
                    <a:pt x="278" y="641"/>
                  </a:lnTo>
                  <a:lnTo>
                    <a:pt x="278" y="639"/>
                  </a:lnTo>
                  <a:lnTo>
                    <a:pt x="278" y="638"/>
                  </a:lnTo>
                  <a:lnTo>
                    <a:pt x="280" y="638"/>
                  </a:lnTo>
                  <a:lnTo>
                    <a:pt x="280" y="638"/>
                  </a:lnTo>
                  <a:lnTo>
                    <a:pt x="282" y="638"/>
                  </a:lnTo>
                  <a:lnTo>
                    <a:pt x="284" y="636"/>
                  </a:lnTo>
                  <a:lnTo>
                    <a:pt x="287" y="638"/>
                  </a:lnTo>
                  <a:lnTo>
                    <a:pt x="289" y="636"/>
                  </a:lnTo>
                  <a:lnTo>
                    <a:pt x="291" y="636"/>
                  </a:lnTo>
                  <a:lnTo>
                    <a:pt x="291" y="636"/>
                  </a:lnTo>
                  <a:lnTo>
                    <a:pt x="293" y="636"/>
                  </a:lnTo>
                  <a:lnTo>
                    <a:pt x="293" y="636"/>
                  </a:lnTo>
                  <a:lnTo>
                    <a:pt x="295" y="636"/>
                  </a:lnTo>
                  <a:lnTo>
                    <a:pt x="297" y="638"/>
                  </a:lnTo>
                  <a:lnTo>
                    <a:pt x="297" y="638"/>
                  </a:lnTo>
                  <a:lnTo>
                    <a:pt x="299" y="638"/>
                  </a:lnTo>
                  <a:lnTo>
                    <a:pt x="301" y="638"/>
                  </a:lnTo>
                  <a:lnTo>
                    <a:pt x="303" y="638"/>
                  </a:lnTo>
                  <a:lnTo>
                    <a:pt x="307" y="638"/>
                  </a:lnTo>
                  <a:lnTo>
                    <a:pt x="307" y="638"/>
                  </a:lnTo>
                  <a:lnTo>
                    <a:pt x="308" y="636"/>
                  </a:lnTo>
                  <a:lnTo>
                    <a:pt x="308" y="634"/>
                  </a:lnTo>
                  <a:lnTo>
                    <a:pt x="310" y="630"/>
                  </a:lnTo>
                  <a:lnTo>
                    <a:pt x="310" y="628"/>
                  </a:lnTo>
                  <a:lnTo>
                    <a:pt x="312" y="626"/>
                  </a:lnTo>
                  <a:lnTo>
                    <a:pt x="312" y="624"/>
                  </a:lnTo>
                  <a:lnTo>
                    <a:pt x="314" y="624"/>
                  </a:lnTo>
                  <a:lnTo>
                    <a:pt x="316" y="624"/>
                  </a:lnTo>
                  <a:lnTo>
                    <a:pt x="326" y="622"/>
                  </a:lnTo>
                  <a:lnTo>
                    <a:pt x="327" y="622"/>
                  </a:lnTo>
                  <a:lnTo>
                    <a:pt x="327" y="622"/>
                  </a:lnTo>
                  <a:lnTo>
                    <a:pt x="329" y="622"/>
                  </a:lnTo>
                  <a:lnTo>
                    <a:pt x="329" y="620"/>
                  </a:lnTo>
                  <a:lnTo>
                    <a:pt x="331" y="619"/>
                  </a:lnTo>
                  <a:lnTo>
                    <a:pt x="333" y="615"/>
                  </a:lnTo>
                  <a:lnTo>
                    <a:pt x="335" y="613"/>
                  </a:lnTo>
                  <a:lnTo>
                    <a:pt x="335" y="613"/>
                  </a:lnTo>
                  <a:lnTo>
                    <a:pt x="337" y="611"/>
                  </a:lnTo>
                  <a:lnTo>
                    <a:pt x="337" y="611"/>
                  </a:lnTo>
                  <a:lnTo>
                    <a:pt x="337" y="611"/>
                  </a:lnTo>
                  <a:lnTo>
                    <a:pt x="339" y="609"/>
                  </a:lnTo>
                  <a:lnTo>
                    <a:pt x="339" y="609"/>
                  </a:lnTo>
                  <a:lnTo>
                    <a:pt x="339" y="609"/>
                  </a:lnTo>
                  <a:lnTo>
                    <a:pt x="339" y="609"/>
                  </a:lnTo>
                  <a:lnTo>
                    <a:pt x="339" y="607"/>
                  </a:lnTo>
                  <a:lnTo>
                    <a:pt x="339" y="607"/>
                  </a:lnTo>
                  <a:lnTo>
                    <a:pt x="339" y="607"/>
                  </a:lnTo>
                  <a:lnTo>
                    <a:pt x="339" y="605"/>
                  </a:lnTo>
                  <a:lnTo>
                    <a:pt x="335" y="601"/>
                  </a:lnTo>
                  <a:lnTo>
                    <a:pt x="335" y="601"/>
                  </a:lnTo>
                  <a:lnTo>
                    <a:pt x="335" y="601"/>
                  </a:lnTo>
                  <a:lnTo>
                    <a:pt x="333" y="600"/>
                  </a:lnTo>
                  <a:lnTo>
                    <a:pt x="329" y="600"/>
                  </a:lnTo>
                  <a:lnTo>
                    <a:pt x="314" y="600"/>
                  </a:lnTo>
                  <a:lnTo>
                    <a:pt x="312" y="598"/>
                  </a:lnTo>
                  <a:lnTo>
                    <a:pt x="312" y="598"/>
                  </a:lnTo>
                  <a:lnTo>
                    <a:pt x="312" y="596"/>
                  </a:lnTo>
                  <a:lnTo>
                    <a:pt x="312" y="596"/>
                  </a:lnTo>
                  <a:lnTo>
                    <a:pt x="310" y="594"/>
                  </a:lnTo>
                  <a:lnTo>
                    <a:pt x="310" y="594"/>
                  </a:lnTo>
                  <a:lnTo>
                    <a:pt x="310" y="594"/>
                  </a:lnTo>
                  <a:lnTo>
                    <a:pt x="312" y="592"/>
                  </a:lnTo>
                  <a:lnTo>
                    <a:pt x="312" y="592"/>
                  </a:lnTo>
                  <a:lnTo>
                    <a:pt x="312" y="590"/>
                  </a:lnTo>
                  <a:lnTo>
                    <a:pt x="316" y="588"/>
                  </a:lnTo>
                  <a:lnTo>
                    <a:pt x="320" y="586"/>
                  </a:lnTo>
                  <a:lnTo>
                    <a:pt x="320" y="584"/>
                  </a:lnTo>
                  <a:lnTo>
                    <a:pt x="322" y="582"/>
                  </a:lnTo>
                  <a:lnTo>
                    <a:pt x="324" y="580"/>
                  </a:lnTo>
                  <a:lnTo>
                    <a:pt x="324" y="580"/>
                  </a:lnTo>
                  <a:lnTo>
                    <a:pt x="326" y="575"/>
                  </a:lnTo>
                  <a:lnTo>
                    <a:pt x="326" y="573"/>
                  </a:lnTo>
                  <a:lnTo>
                    <a:pt x="326" y="571"/>
                  </a:lnTo>
                  <a:lnTo>
                    <a:pt x="324" y="571"/>
                  </a:lnTo>
                  <a:lnTo>
                    <a:pt x="324" y="571"/>
                  </a:lnTo>
                  <a:lnTo>
                    <a:pt x="322" y="571"/>
                  </a:lnTo>
                  <a:lnTo>
                    <a:pt x="322" y="571"/>
                  </a:lnTo>
                  <a:lnTo>
                    <a:pt x="322" y="571"/>
                  </a:lnTo>
                  <a:lnTo>
                    <a:pt x="322" y="571"/>
                  </a:lnTo>
                  <a:lnTo>
                    <a:pt x="322" y="571"/>
                  </a:lnTo>
                  <a:lnTo>
                    <a:pt x="322" y="571"/>
                  </a:lnTo>
                  <a:lnTo>
                    <a:pt x="322" y="569"/>
                  </a:lnTo>
                  <a:lnTo>
                    <a:pt x="322" y="569"/>
                  </a:lnTo>
                  <a:lnTo>
                    <a:pt x="322" y="567"/>
                  </a:lnTo>
                  <a:lnTo>
                    <a:pt x="320" y="567"/>
                  </a:lnTo>
                  <a:lnTo>
                    <a:pt x="320" y="565"/>
                  </a:lnTo>
                  <a:lnTo>
                    <a:pt x="320" y="563"/>
                  </a:lnTo>
                  <a:lnTo>
                    <a:pt x="322" y="560"/>
                  </a:lnTo>
                  <a:lnTo>
                    <a:pt x="324" y="554"/>
                  </a:lnTo>
                  <a:lnTo>
                    <a:pt x="326" y="554"/>
                  </a:lnTo>
                  <a:lnTo>
                    <a:pt x="327" y="554"/>
                  </a:lnTo>
                  <a:lnTo>
                    <a:pt x="327" y="554"/>
                  </a:lnTo>
                  <a:lnTo>
                    <a:pt x="329" y="554"/>
                  </a:lnTo>
                  <a:lnTo>
                    <a:pt x="331" y="554"/>
                  </a:lnTo>
                  <a:lnTo>
                    <a:pt x="331" y="554"/>
                  </a:lnTo>
                  <a:lnTo>
                    <a:pt x="333" y="554"/>
                  </a:lnTo>
                  <a:lnTo>
                    <a:pt x="337" y="552"/>
                  </a:lnTo>
                  <a:lnTo>
                    <a:pt x="337" y="552"/>
                  </a:lnTo>
                  <a:lnTo>
                    <a:pt x="339" y="550"/>
                  </a:lnTo>
                  <a:lnTo>
                    <a:pt x="339" y="550"/>
                  </a:lnTo>
                  <a:lnTo>
                    <a:pt x="339" y="550"/>
                  </a:lnTo>
                  <a:lnTo>
                    <a:pt x="339" y="548"/>
                  </a:lnTo>
                  <a:lnTo>
                    <a:pt x="337" y="548"/>
                  </a:lnTo>
                  <a:lnTo>
                    <a:pt x="337" y="548"/>
                  </a:lnTo>
                  <a:lnTo>
                    <a:pt x="337" y="546"/>
                  </a:lnTo>
                  <a:lnTo>
                    <a:pt x="339" y="546"/>
                  </a:lnTo>
                  <a:lnTo>
                    <a:pt x="339" y="544"/>
                  </a:lnTo>
                  <a:lnTo>
                    <a:pt x="341" y="542"/>
                  </a:lnTo>
                  <a:lnTo>
                    <a:pt x="343" y="537"/>
                  </a:lnTo>
                  <a:lnTo>
                    <a:pt x="347" y="537"/>
                  </a:lnTo>
                  <a:lnTo>
                    <a:pt x="350" y="535"/>
                  </a:lnTo>
                  <a:lnTo>
                    <a:pt x="352" y="537"/>
                  </a:lnTo>
                  <a:lnTo>
                    <a:pt x="352" y="537"/>
                  </a:lnTo>
                  <a:lnTo>
                    <a:pt x="354" y="537"/>
                  </a:lnTo>
                  <a:lnTo>
                    <a:pt x="354" y="537"/>
                  </a:lnTo>
                  <a:lnTo>
                    <a:pt x="354" y="539"/>
                  </a:lnTo>
                  <a:lnTo>
                    <a:pt x="356" y="539"/>
                  </a:lnTo>
                  <a:lnTo>
                    <a:pt x="356" y="541"/>
                  </a:lnTo>
                  <a:lnTo>
                    <a:pt x="358" y="542"/>
                  </a:lnTo>
                  <a:lnTo>
                    <a:pt x="360" y="542"/>
                  </a:lnTo>
                  <a:lnTo>
                    <a:pt x="360" y="542"/>
                  </a:lnTo>
                  <a:lnTo>
                    <a:pt x="362" y="542"/>
                  </a:lnTo>
                  <a:lnTo>
                    <a:pt x="362" y="541"/>
                  </a:lnTo>
                  <a:lnTo>
                    <a:pt x="362" y="541"/>
                  </a:lnTo>
                  <a:lnTo>
                    <a:pt x="362" y="541"/>
                  </a:lnTo>
                  <a:lnTo>
                    <a:pt x="364" y="539"/>
                  </a:lnTo>
                  <a:lnTo>
                    <a:pt x="364" y="539"/>
                  </a:lnTo>
                  <a:lnTo>
                    <a:pt x="366" y="539"/>
                  </a:lnTo>
                  <a:lnTo>
                    <a:pt x="367" y="541"/>
                  </a:lnTo>
                  <a:lnTo>
                    <a:pt x="373" y="544"/>
                  </a:lnTo>
                  <a:lnTo>
                    <a:pt x="375" y="544"/>
                  </a:lnTo>
                  <a:lnTo>
                    <a:pt x="381" y="546"/>
                  </a:lnTo>
                  <a:lnTo>
                    <a:pt x="383" y="546"/>
                  </a:lnTo>
                  <a:lnTo>
                    <a:pt x="383" y="544"/>
                  </a:lnTo>
                  <a:lnTo>
                    <a:pt x="383" y="542"/>
                  </a:lnTo>
                  <a:lnTo>
                    <a:pt x="383" y="542"/>
                  </a:lnTo>
                  <a:lnTo>
                    <a:pt x="383" y="541"/>
                  </a:lnTo>
                  <a:lnTo>
                    <a:pt x="383" y="539"/>
                  </a:lnTo>
                  <a:lnTo>
                    <a:pt x="383" y="539"/>
                  </a:lnTo>
                  <a:lnTo>
                    <a:pt x="383" y="537"/>
                  </a:lnTo>
                  <a:lnTo>
                    <a:pt x="383" y="537"/>
                  </a:lnTo>
                  <a:lnTo>
                    <a:pt x="383" y="537"/>
                  </a:lnTo>
                  <a:lnTo>
                    <a:pt x="385" y="537"/>
                  </a:lnTo>
                  <a:lnTo>
                    <a:pt x="385" y="537"/>
                  </a:lnTo>
                  <a:lnTo>
                    <a:pt x="385" y="539"/>
                  </a:lnTo>
                  <a:lnTo>
                    <a:pt x="387" y="539"/>
                  </a:lnTo>
                  <a:lnTo>
                    <a:pt x="387" y="539"/>
                  </a:lnTo>
                  <a:lnTo>
                    <a:pt x="387" y="539"/>
                  </a:lnTo>
                  <a:lnTo>
                    <a:pt x="387" y="539"/>
                  </a:lnTo>
                  <a:lnTo>
                    <a:pt x="388" y="537"/>
                  </a:lnTo>
                  <a:lnTo>
                    <a:pt x="388" y="537"/>
                  </a:lnTo>
                  <a:lnTo>
                    <a:pt x="388" y="537"/>
                  </a:lnTo>
                  <a:lnTo>
                    <a:pt x="390" y="537"/>
                  </a:lnTo>
                  <a:lnTo>
                    <a:pt x="390" y="537"/>
                  </a:lnTo>
                  <a:lnTo>
                    <a:pt x="390" y="537"/>
                  </a:lnTo>
                  <a:lnTo>
                    <a:pt x="392" y="537"/>
                  </a:lnTo>
                  <a:lnTo>
                    <a:pt x="392" y="535"/>
                  </a:lnTo>
                  <a:lnTo>
                    <a:pt x="392" y="533"/>
                  </a:lnTo>
                  <a:lnTo>
                    <a:pt x="392" y="533"/>
                  </a:lnTo>
                  <a:lnTo>
                    <a:pt x="392" y="531"/>
                  </a:lnTo>
                  <a:lnTo>
                    <a:pt x="392" y="531"/>
                  </a:lnTo>
                  <a:lnTo>
                    <a:pt x="394" y="531"/>
                  </a:lnTo>
                  <a:lnTo>
                    <a:pt x="394" y="531"/>
                  </a:lnTo>
                  <a:lnTo>
                    <a:pt x="394" y="531"/>
                  </a:lnTo>
                  <a:lnTo>
                    <a:pt x="394" y="533"/>
                  </a:lnTo>
                  <a:lnTo>
                    <a:pt x="400" y="537"/>
                  </a:lnTo>
                  <a:lnTo>
                    <a:pt x="402" y="537"/>
                  </a:lnTo>
                  <a:lnTo>
                    <a:pt x="404" y="537"/>
                  </a:lnTo>
                  <a:lnTo>
                    <a:pt x="404" y="537"/>
                  </a:lnTo>
                  <a:lnTo>
                    <a:pt x="404" y="535"/>
                  </a:lnTo>
                  <a:lnTo>
                    <a:pt x="404" y="535"/>
                  </a:lnTo>
                  <a:lnTo>
                    <a:pt x="402" y="533"/>
                  </a:lnTo>
                  <a:lnTo>
                    <a:pt x="400" y="531"/>
                  </a:lnTo>
                  <a:lnTo>
                    <a:pt x="400" y="531"/>
                  </a:lnTo>
                  <a:lnTo>
                    <a:pt x="398" y="531"/>
                  </a:lnTo>
                  <a:lnTo>
                    <a:pt x="398" y="531"/>
                  </a:lnTo>
                  <a:lnTo>
                    <a:pt x="398" y="529"/>
                  </a:lnTo>
                  <a:lnTo>
                    <a:pt x="398" y="529"/>
                  </a:lnTo>
                  <a:lnTo>
                    <a:pt x="402" y="525"/>
                  </a:lnTo>
                  <a:lnTo>
                    <a:pt x="402" y="523"/>
                  </a:lnTo>
                  <a:lnTo>
                    <a:pt x="402" y="523"/>
                  </a:lnTo>
                  <a:lnTo>
                    <a:pt x="402" y="523"/>
                  </a:lnTo>
                  <a:lnTo>
                    <a:pt x="404" y="522"/>
                  </a:lnTo>
                  <a:lnTo>
                    <a:pt x="404" y="520"/>
                  </a:lnTo>
                  <a:lnTo>
                    <a:pt x="404" y="520"/>
                  </a:lnTo>
                  <a:lnTo>
                    <a:pt x="404" y="520"/>
                  </a:lnTo>
                  <a:lnTo>
                    <a:pt x="406" y="518"/>
                  </a:lnTo>
                  <a:lnTo>
                    <a:pt x="407" y="518"/>
                  </a:lnTo>
                  <a:lnTo>
                    <a:pt x="407" y="516"/>
                  </a:lnTo>
                  <a:lnTo>
                    <a:pt x="407" y="516"/>
                  </a:lnTo>
                  <a:lnTo>
                    <a:pt x="407" y="514"/>
                  </a:lnTo>
                  <a:lnTo>
                    <a:pt x="407" y="512"/>
                  </a:lnTo>
                  <a:lnTo>
                    <a:pt x="409" y="510"/>
                  </a:lnTo>
                  <a:lnTo>
                    <a:pt x="409" y="510"/>
                  </a:lnTo>
                  <a:lnTo>
                    <a:pt x="411" y="508"/>
                  </a:lnTo>
                  <a:lnTo>
                    <a:pt x="411" y="506"/>
                  </a:lnTo>
                  <a:lnTo>
                    <a:pt x="411" y="506"/>
                  </a:lnTo>
                  <a:lnTo>
                    <a:pt x="411" y="504"/>
                  </a:lnTo>
                  <a:lnTo>
                    <a:pt x="411" y="504"/>
                  </a:lnTo>
                  <a:lnTo>
                    <a:pt x="413" y="503"/>
                  </a:lnTo>
                  <a:lnTo>
                    <a:pt x="413" y="503"/>
                  </a:lnTo>
                  <a:lnTo>
                    <a:pt x="413" y="503"/>
                  </a:lnTo>
                  <a:lnTo>
                    <a:pt x="413" y="501"/>
                  </a:lnTo>
                  <a:lnTo>
                    <a:pt x="413" y="499"/>
                  </a:lnTo>
                  <a:lnTo>
                    <a:pt x="413" y="499"/>
                  </a:lnTo>
                  <a:lnTo>
                    <a:pt x="413" y="497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44" name="Freeform 47">
              <a:extLst>
                <a:ext uri="{FF2B5EF4-FFF2-40B4-BE49-F238E27FC236}">
                  <a16:creationId xmlns:a16="http://schemas.microsoft.com/office/drawing/2014/main" id="{08DEDAAF-5694-12CD-F92B-820A9923A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663" y="4032250"/>
              <a:ext cx="655638" cy="1036638"/>
            </a:xfrm>
            <a:custGeom>
              <a:avLst/>
              <a:gdLst>
                <a:gd name="T0" fmla="*/ 392 w 413"/>
                <a:gd name="T1" fmla="*/ 487 h 653"/>
                <a:gd name="T2" fmla="*/ 379 w 413"/>
                <a:gd name="T3" fmla="*/ 466 h 653"/>
                <a:gd name="T4" fmla="*/ 367 w 413"/>
                <a:gd name="T5" fmla="*/ 442 h 653"/>
                <a:gd name="T6" fmla="*/ 350 w 413"/>
                <a:gd name="T7" fmla="*/ 436 h 653"/>
                <a:gd name="T8" fmla="*/ 331 w 413"/>
                <a:gd name="T9" fmla="*/ 449 h 653"/>
                <a:gd name="T10" fmla="*/ 307 w 413"/>
                <a:gd name="T11" fmla="*/ 449 h 653"/>
                <a:gd name="T12" fmla="*/ 280 w 413"/>
                <a:gd name="T13" fmla="*/ 438 h 653"/>
                <a:gd name="T14" fmla="*/ 272 w 413"/>
                <a:gd name="T15" fmla="*/ 453 h 653"/>
                <a:gd name="T16" fmla="*/ 268 w 413"/>
                <a:gd name="T17" fmla="*/ 438 h 653"/>
                <a:gd name="T18" fmla="*/ 265 w 413"/>
                <a:gd name="T19" fmla="*/ 413 h 653"/>
                <a:gd name="T20" fmla="*/ 297 w 413"/>
                <a:gd name="T21" fmla="*/ 432 h 653"/>
                <a:gd name="T22" fmla="*/ 301 w 413"/>
                <a:gd name="T23" fmla="*/ 421 h 653"/>
                <a:gd name="T24" fmla="*/ 307 w 413"/>
                <a:gd name="T25" fmla="*/ 400 h 653"/>
                <a:gd name="T26" fmla="*/ 287 w 413"/>
                <a:gd name="T27" fmla="*/ 398 h 653"/>
                <a:gd name="T28" fmla="*/ 255 w 413"/>
                <a:gd name="T29" fmla="*/ 394 h 653"/>
                <a:gd name="T30" fmla="*/ 249 w 413"/>
                <a:gd name="T31" fmla="*/ 379 h 653"/>
                <a:gd name="T32" fmla="*/ 247 w 413"/>
                <a:gd name="T33" fmla="*/ 337 h 653"/>
                <a:gd name="T34" fmla="*/ 272 w 413"/>
                <a:gd name="T35" fmla="*/ 333 h 653"/>
                <a:gd name="T36" fmla="*/ 265 w 413"/>
                <a:gd name="T37" fmla="*/ 286 h 653"/>
                <a:gd name="T38" fmla="*/ 270 w 413"/>
                <a:gd name="T39" fmla="*/ 259 h 653"/>
                <a:gd name="T40" fmla="*/ 316 w 413"/>
                <a:gd name="T41" fmla="*/ 210 h 653"/>
                <a:gd name="T42" fmla="*/ 308 w 413"/>
                <a:gd name="T43" fmla="*/ 175 h 653"/>
                <a:gd name="T44" fmla="*/ 305 w 413"/>
                <a:gd name="T45" fmla="*/ 128 h 653"/>
                <a:gd name="T46" fmla="*/ 322 w 413"/>
                <a:gd name="T47" fmla="*/ 86 h 653"/>
                <a:gd name="T48" fmla="*/ 318 w 413"/>
                <a:gd name="T49" fmla="*/ 59 h 653"/>
                <a:gd name="T50" fmla="*/ 312 w 413"/>
                <a:gd name="T51" fmla="*/ 18 h 653"/>
                <a:gd name="T52" fmla="*/ 278 w 413"/>
                <a:gd name="T53" fmla="*/ 21 h 653"/>
                <a:gd name="T54" fmla="*/ 246 w 413"/>
                <a:gd name="T55" fmla="*/ 56 h 653"/>
                <a:gd name="T56" fmla="*/ 219 w 413"/>
                <a:gd name="T57" fmla="*/ 73 h 653"/>
                <a:gd name="T58" fmla="*/ 209 w 413"/>
                <a:gd name="T59" fmla="*/ 103 h 653"/>
                <a:gd name="T60" fmla="*/ 167 w 413"/>
                <a:gd name="T61" fmla="*/ 109 h 653"/>
                <a:gd name="T62" fmla="*/ 135 w 413"/>
                <a:gd name="T63" fmla="*/ 105 h 653"/>
                <a:gd name="T64" fmla="*/ 143 w 413"/>
                <a:gd name="T65" fmla="*/ 143 h 653"/>
                <a:gd name="T66" fmla="*/ 101 w 413"/>
                <a:gd name="T67" fmla="*/ 154 h 653"/>
                <a:gd name="T68" fmla="*/ 70 w 413"/>
                <a:gd name="T69" fmla="*/ 158 h 653"/>
                <a:gd name="T70" fmla="*/ 53 w 413"/>
                <a:gd name="T71" fmla="*/ 179 h 653"/>
                <a:gd name="T72" fmla="*/ 30 w 413"/>
                <a:gd name="T73" fmla="*/ 181 h 653"/>
                <a:gd name="T74" fmla="*/ 13 w 413"/>
                <a:gd name="T75" fmla="*/ 193 h 653"/>
                <a:gd name="T76" fmla="*/ 23 w 413"/>
                <a:gd name="T77" fmla="*/ 200 h 653"/>
                <a:gd name="T78" fmla="*/ 34 w 413"/>
                <a:gd name="T79" fmla="*/ 227 h 653"/>
                <a:gd name="T80" fmla="*/ 19 w 413"/>
                <a:gd name="T81" fmla="*/ 263 h 653"/>
                <a:gd name="T82" fmla="*/ 7 w 413"/>
                <a:gd name="T83" fmla="*/ 272 h 653"/>
                <a:gd name="T84" fmla="*/ 13 w 413"/>
                <a:gd name="T85" fmla="*/ 310 h 653"/>
                <a:gd name="T86" fmla="*/ 2 w 413"/>
                <a:gd name="T87" fmla="*/ 343 h 653"/>
                <a:gd name="T88" fmla="*/ 4 w 413"/>
                <a:gd name="T89" fmla="*/ 356 h 653"/>
                <a:gd name="T90" fmla="*/ 23 w 413"/>
                <a:gd name="T91" fmla="*/ 377 h 653"/>
                <a:gd name="T92" fmla="*/ 32 w 413"/>
                <a:gd name="T93" fmla="*/ 402 h 653"/>
                <a:gd name="T94" fmla="*/ 57 w 413"/>
                <a:gd name="T95" fmla="*/ 461 h 653"/>
                <a:gd name="T96" fmla="*/ 59 w 413"/>
                <a:gd name="T97" fmla="*/ 499 h 653"/>
                <a:gd name="T98" fmla="*/ 78 w 413"/>
                <a:gd name="T99" fmla="*/ 544 h 653"/>
                <a:gd name="T100" fmla="*/ 93 w 413"/>
                <a:gd name="T101" fmla="*/ 556 h 653"/>
                <a:gd name="T102" fmla="*/ 110 w 413"/>
                <a:gd name="T103" fmla="*/ 571 h 653"/>
                <a:gd name="T104" fmla="*/ 122 w 413"/>
                <a:gd name="T105" fmla="*/ 590 h 653"/>
                <a:gd name="T106" fmla="*/ 160 w 413"/>
                <a:gd name="T107" fmla="*/ 622 h 653"/>
                <a:gd name="T108" fmla="*/ 198 w 413"/>
                <a:gd name="T109" fmla="*/ 636 h 653"/>
                <a:gd name="T110" fmla="*/ 226 w 413"/>
                <a:gd name="T111" fmla="*/ 651 h 653"/>
                <a:gd name="T112" fmla="*/ 291 w 413"/>
                <a:gd name="T113" fmla="*/ 636 h 653"/>
                <a:gd name="T114" fmla="*/ 339 w 413"/>
                <a:gd name="T115" fmla="*/ 609 h 653"/>
                <a:gd name="T116" fmla="*/ 322 w 413"/>
                <a:gd name="T117" fmla="*/ 571 h 653"/>
                <a:gd name="T118" fmla="*/ 343 w 413"/>
                <a:gd name="T119" fmla="*/ 537 h 653"/>
                <a:gd name="T120" fmla="*/ 383 w 413"/>
                <a:gd name="T121" fmla="*/ 537 h 653"/>
                <a:gd name="T122" fmla="*/ 398 w 413"/>
                <a:gd name="T123" fmla="*/ 53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3" h="653">
                  <a:moveTo>
                    <a:pt x="413" y="497"/>
                  </a:moveTo>
                  <a:lnTo>
                    <a:pt x="413" y="497"/>
                  </a:lnTo>
                  <a:lnTo>
                    <a:pt x="411" y="497"/>
                  </a:lnTo>
                  <a:lnTo>
                    <a:pt x="411" y="495"/>
                  </a:lnTo>
                  <a:lnTo>
                    <a:pt x="411" y="495"/>
                  </a:lnTo>
                  <a:lnTo>
                    <a:pt x="409" y="497"/>
                  </a:lnTo>
                  <a:lnTo>
                    <a:pt x="409" y="497"/>
                  </a:lnTo>
                  <a:lnTo>
                    <a:pt x="409" y="497"/>
                  </a:lnTo>
                  <a:lnTo>
                    <a:pt x="409" y="497"/>
                  </a:lnTo>
                  <a:lnTo>
                    <a:pt x="407" y="497"/>
                  </a:lnTo>
                  <a:lnTo>
                    <a:pt x="407" y="497"/>
                  </a:lnTo>
                  <a:lnTo>
                    <a:pt x="407" y="497"/>
                  </a:lnTo>
                  <a:lnTo>
                    <a:pt x="404" y="495"/>
                  </a:lnTo>
                  <a:lnTo>
                    <a:pt x="402" y="493"/>
                  </a:lnTo>
                  <a:lnTo>
                    <a:pt x="402" y="493"/>
                  </a:lnTo>
                  <a:lnTo>
                    <a:pt x="402" y="493"/>
                  </a:lnTo>
                  <a:lnTo>
                    <a:pt x="402" y="493"/>
                  </a:lnTo>
                  <a:lnTo>
                    <a:pt x="400" y="493"/>
                  </a:lnTo>
                  <a:lnTo>
                    <a:pt x="400" y="493"/>
                  </a:lnTo>
                  <a:lnTo>
                    <a:pt x="400" y="493"/>
                  </a:lnTo>
                  <a:lnTo>
                    <a:pt x="398" y="493"/>
                  </a:lnTo>
                  <a:lnTo>
                    <a:pt x="398" y="493"/>
                  </a:lnTo>
                  <a:lnTo>
                    <a:pt x="396" y="493"/>
                  </a:lnTo>
                  <a:lnTo>
                    <a:pt x="396" y="493"/>
                  </a:lnTo>
                  <a:lnTo>
                    <a:pt x="396" y="493"/>
                  </a:lnTo>
                  <a:lnTo>
                    <a:pt x="394" y="491"/>
                  </a:lnTo>
                  <a:lnTo>
                    <a:pt x="394" y="491"/>
                  </a:lnTo>
                  <a:lnTo>
                    <a:pt x="394" y="489"/>
                  </a:lnTo>
                  <a:lnTo>
                    <a:pt x="394" y="489"/>
                  </a:lnTo>
                  <a:lnTo>
                    <a:pt x="392" y="489"/>
                  </a:lnTo>
                  <a:lnTo>
                    <a:pt x="392" y="487"/>
                  </a:lnTo>
                  <a:lnTo>
                    <a:pt x="392" y="487"/>
                  </a:lnTo>
                  <a:lnTo>
                    <a:pt x="392" y="487"/>
                  </a:lnTo>
                  <a:lnTo>
                    <a:pt x="392" y="485"/>
                  </a:lnTo>
                  <a:lnTo>
                    <a:pt x="394" y="485"/>
                  </a:lnTo>
                  <a:lnTo>
                    <a:pt x="394" y="485"/>
                  </a:lnTo>
                  <a:lnTo>
                    <a:pt x="394" y="485"/>
                  </a:lnTo>
                  <a:lnTo>
                    <a:pt x="394" y="480"/>
                  </a:lnTo>
                  <a:lnTo>
                    <a:pt x="394" y="480"/>
                  </a:lnTo>
                  <a:lnTo>
                    <a:pt x="394" y="478"/>
                  </a:lnTo>
                  <a:lnTo>
                    <a:pt x="394" y="478"/>
                  </a:lnTo>
                  <a:lnTo>
                    <a:pt x="394" y="476"/>
                  </a:lnTo>
                  <a:lnTo>
                    <a:pt x="394" y="476"/>
                  </a:lnTo>
                  <a:lnTo>
                    <a:pt x="394" y="474"/>
                  </a:lnTo>
                  <a:lnTo>
                    <a:pt x="394" y="472"/>
                  </a:lnTo>
                  <a:lnTo>
                    <a:pt x="394" y="472"/>
                  </a:lnTo>
                  <a:lnTo>
                    <a:pt x="394" y="470"/>
                  </a:lnTo>
                  <a:lnTo>
                    <a:pt x="394" y="468"/>
                  </a:lnTo>
                  <a:lnTo>
                    <a:pt x="394" y="468"/>
                  </a:lnTo>
                  <a:lnTo>
                    <a:pt x="394" y="468"/>
                  </a:lnTo>
                  <a:lnTo>
                    <a:pt x="394" y="468"/>
                  </a:lnTo>
                  <a:lnTo>
                    <a:pt x="392" y="468"/>
                  </a:lnTo>
                  <a:lnTo>
                    <a:pt x="392" y="468"/>
                  </a:lnTo>
                  <a:lnTo>
                    <a:pt x="390" y="468"/>
                  </a:lnTo>
                  <a:lnTo>
                    <a:pt x="390" y="468"/>
                  </a:lnTo>
                  <a:lnTo>
                    <a:pt x="390" y="468"/>
                  </a:lnTo>
                  <a:lnTo>
                    <a:pt x="388" y="466"/>
                  </a:lnTo>
                  <a:lnTo>
                    <a:pt x="388" y="466"/>
                  </a:lnTo>
                  <a:lnTo>
                    <a:pt x="388" y="466"/>
                  </a:lnTo>
                  <a:lnTo>
                    <a:pt x="387" y="466"/>
                  </a:lnTo>
                  <a:lnTo>
                    <a:pt x="387" y="468"/>
                  </a:lnTo>
                  <a:lnTo>
                    <a:pt x="385" y="468"/>
                  </a:lnTo>
                  <a:lnTo>
                    <a:pt x="385" y="468"/>
                  </a:lnTo>
                  <a:lnTo>
                    <a:pt x="383" y="468"/>
                  </a:lnTo>
                  <a:lnTo>
                    <a:pt x="381" y="468"/>
                  </a:lnTo>
                  <a:lnTo>
                    <a:pt x="379" y="466"/>
                  </a:lnTo>
                  <a:lnTo>
                    <a:pt x="379" y="466"/>
                  </a:lnTo>
                  <a:lnTo>
                    <a:pt x="377" y="466"/>
                  </a:lnTo>
                  <a:lnTo>
                    <a:pt x="377" y="466"/>
                  </a:lnTo>
                  <a:lnTo>
                    <a:pt x="377" y="466"/>
                  </a:lnTo>
                  <a:lnTo>
                    <a:pt x="375" y="466"/>
                  </a:lnTo>
                  <a:lnTo>
                    <a:pt x="373" y="463"/>
                  </a:lnTo>
                  <a:lnTo>
                    <a:pt x="371" y="461"/>
                  </a:lnTo>
                  <a:lnTo>
                    <a:pt x="371" y="461"/>
                  </a:lnTo>
                  <a:lnTo>
                    <a:pt x="369" y="461"/>
                  </a:lnTo>
                  <a:lnTo>
                    <a:pt x="369" y="461"/>
                  </a:lnTo>
                  <a:lnTo>
                    <a:pt x="367" y="463"/>
                  </a:lnTo>
                  <a:lnTo>
                    <a:pt x="367" y="463"/>
                  </a:lnTo>
                  <a:lnTo>
                    <a:pt x="366" y="461"/>
                  </a:lnTo>
                  <a:lnTo>
                    <a:pt x="366" y="461"/>
                  </a:lnTo>
                  <a:lnTo>
                    <a:pt x="366" y="459"/>
                  </a:lnTo>
                  <a:lnTo>
                    <a:pt x="366" y="459"/>
                  </a:lnTo>
                  <a:lnTo>
                    <a:pt x="366" y="457"/>
                  </a:lnTo>
                  <a:lnTo>
                    <a:pt x="366" y="457"/>
                  </a:lnTo>
                  <a:lnTo>
                    <a:pt x="367" y="459"/>
                  </a:lnTo>
                  <a:lnTo>
                    <a:pt x="369" y="459"/>
                  </a:lnTo>
                  <a:lnTo>
                    <a:pt x="369" y="457"/>
                  </a:lnTo>
                  <a:lnTo>
                    <a:pt x="369" y="457"/>
                  </a:lnTo>
                  <a:lnTo>
                    <a:pt x="369" y="457"/>
                  </a:lnTo>
                  <a:lnTo>
                    <a:pt x="369" y="455"/>
                  </a:lnTo>
                  <a:lnTo>
                    <a:pt x="369" y="455"/>
                  </a:lnTo>
                  <a:lnTo>
                    <a:pt x="367" y="453"/>
                  </a:lnTo>
                  <a:lnTo>
                    <a:pt x="367" y="453"/>
                  </a:lnTo>
                  <a:lnTo>
                    <a:pt x="367" y="451"/>
                  </a:lnTo>
                  <a:lnTo>
                    <a:pt x="369" y="449"/>
                  </a:lnTo>
                  <a:lnTo>
                    <a:pt x="369" y="447"/>
                  </a:lnTo>
                  <a:lnTo>
                    <a:pt x="369" y="447"/>
                  </a:lnTo>
                  <a:lnTo>
                    <a:pt x="369" y="445"/>
                  </a:lnTo>
                  <a:lnTo>
                    <a:pt x="367" y="442"/>
                  </a:lnTo>
                  <a:lnTo>
                    <a:pt x="364" y="440"/>
                  </a:lnTo>
                  <a:lnTo>
                    <a:pt x="360" y="442"/>
                  </a:lnTo>
                  <a:lnTo>
                    <a:pt x="360" y="442"/>
                  </a:lnTo>
                  <a:lnTo>
                    <a:pt x="360" y="442"/>
                  </a:lnTo>
                  <a:lnTo>
                    <a:pt x="358" y="442"/>
                  </a:lnTo>
                  <a:lnTo>
                    <a:pt x="358" y="442"/>
                  </a:lnTo>
                  <a:lnTo>
                    <a:pt x="356" y="442"/>
                  </a:lnTo>
                  <a:lnTo>
                    <a:pt x="356" y="442"/>
                  </a:lnTo>
                  <a:lnTo>
                    <a:pt x="354" y="444"/>
                  </a:lnTo>
                  <a:lnTo>
                    <a:pt x="354" y="445"/>
                  </a:lnTo>
                  <a:lnTo>
                    <a:pt x="352" y="445"/>
                  </a:lnTo>
                  <a:lnTo>
                    <a:pt x="352" y="445"/>
                  </a:lnTo>
                  <a:lnTo>
                    <a:pt x="352" y="444"/>
                  </a:lnTo>
                  <a:lnTo>
                    <a:pt x="352" y="444"/>
                  </a:lnTo>
                  <a:lnTo>
                    <a:pt x="352" y="442"/>
                  </a:lnTo>
                  <a:lnTo>
                    <a:pt x="352" y="440"/>
                  </a:lnTo>
                  <a:lnTo>
                    <a:pt x="352" y="440"/>
                  </a:lnTo>
                  <a:lnTo>
                    <a:pt x="352" y="440"/>
                  </a:lnTo>
                  <a:lnTo>
                    <a:pt x="354" y="438"/>
                  </a:lnTo>
                  <a:lnTo>
                    <a:pt x="354" y="438"/>
                  </a:lnTo>
                  <a:lnTo>
                    <a:pt x="354" y="436"/>
                  </a:lnTo>
                  <a:lnTo>
                    <a:pt x="354" y="436"/>
                  </a:lnTo>
                  <a:lnTo>
                    <a:pt x="354" y="434"/>
                  </a:lnTo>
                  <a:lnTo>
                    <a:pt x="354" y="434"/>
                  </a:lnTo>
                  <a:lnTo>
                    <a:pt x="354" y="432"/>
                  </a:lnTo>
                  <a:lnTo>
                    <a:pt x="354" y="432"/>
                  </a:lnTo>
                  <a:lnTo>
                    <a:pt x="354" y="432"/>
                  </a:lnTo>
                  <a:lnTo>
                    <a:pt x="354" y="432"/>
                  </a:lnTo>
                  <a:lnTo>
                    <a:pt x="352" y="434"/>
                  </a:lnTo>
                  <a:lnTo>
                    <a:pt x="352" y="434"/>
                  </a:lnTo>
                  <a:lnTo>
                    <a:pt x="352" y="434"/>
                  </a:lnTo>
                  <a:lnTo>
                    <a:pt x="350" y="436"/>
                  </a:lnTo>
                  <a:lnTo>
                    <a:pt x="350" y="436"/>
                  </a:lnTo>
                  <a:lnTo>
                    <a:pt x="350" y="436"/>
                  </a:lnTo>
                  <a:lnTo>
                    <a:pt x="348" y="436"/>
                  </a:lnTo>
                  <a:lnTo>
                    <a:pt x="348" y="436"/>
                  </a:lnTo>
                  <a:lnTo>
                    <a:pt x="347" y="436"/>
                  </a:lnTo>
                  <a:lnTo>
                    <a:pt x="347" y="436"/>
                  </a:lnTo>
                  <a:lnTo>
                    <a:pt x="347" y="436"/>
                  </a:lnTo>
                  <a:lnTo>
                    <a:pt x="345" y="436"/>
                  </a:lnTo>
                  <a:lnTo>
                    <a:pt x="343" y="436"/>
                  </a:lnTo>
                  <a:lnTo>
                    <a:pt x="341" y="434"/>
                  </a:lnTo>
                  <a:lnTo>
                    <a:pt x="341" y="434"/>
                  </a:lnTo>
                  <a:lnTo>
                    <a:pt x="341" y="434"/>
                  </a:lnTo>
                  <a:lnTo>
                    <a:pt x="339" y="436"/>
                  </a:lnTo>
                  <a:lnTo>
                    <a:pt x="339" y="436"/>
                  </a:lnTo>
                  <a:lnTo>
                    <a:pt x="339" y="436"/>
                  </a:lnTo>
                  <a:lnTo>
                    <a:pt x="339" y="438"/>
                  </a:lnTo>
                  <a:lnTo>
                    <a:pt x="339" y="438"/>
                  </a:lnTo>
                  <a:lnTo>
                    <a:pt x="341" y="438"/>
                  </a:lnTo>
                  <a:lnTo>
                    <a:pt x="341" y="440"/>
                  </a:lnTo>
                  <a:lnTo>
                    <a:pt x="341" y="440"/>
                  </a:lnTo>
                  <a:lnTo>
                    <a:pt x="341" y="440"/>
                  </a:lnTo>
                  <a:lnTo>
                    <a:pt x="341" y="442"/>
                  </a:lnTo>
                  <a:lnTo>
                    <a:pt x="341" y="442"/>
                  </a:lnTo>
                  <a:lnTo>
                    <a:pt x="339" y="442"/>
                  </a:lnTo>
                  <a:lnTo>
                    <a:pt x="337" y="444"/>
                  </a:lnTo>
                  <a:lnTo>
                    <a:pt x="337" y="444"/>
                  </a:lnTo>
                  <a:lnTo>
                    <a:pt x="335" y="445"/>
                  </a:lnTo>
                  <a:lnTo>
                    <a:pt x="335" y="445"/>
                  </a:lnTo>
                  <a:lnTo>
                    <a:pt x="335" y="445"/>
                  </a:lnTo>
                  <a:lnTo>
                    <a:pt x="333" y="447"/>
                  </a:lnTo>
                  <a:lnTo>
                    <a:pt x="331" y="447"/>
                  </a:lnTo>
                  <a:lnTo>
                    <a:pt x="331" y="447"/>
                  </a:lnTo>
                  <a:lnTo>
                    <a:pt x="331" y="449"/>
                  </a:lnTo>
                  <a:lnTo>
                    <a:pt x="331" y="449"/>
                  </a:lnTo>
                  <a:lnTo>
                    <a:pt x="329" y="451"/>
                  </a:lnTo>
                  <a:lnTo>
                    <a:pt x="329" y="451"/>
                  </a:lnTo>
                  <a:lnTo>
                    <a:pt x="329" y="451"/>
                  </a:lnTo>
                  <a:lnTo>
                    <a:pt x="329" y="451"/>
                  </a:lnTo>
                  <a:lnTo>
                    <a:pt x="327" y="451"/>
                  </a:lnTo>
                  <a:lnTo>
                    <a:pt x="327" y="449"/>
                  </a:lnTo>
                  <a:lnTo>
                    <a:pt x="327" y="449"/>
                  </a:lnTo>
                  <a:lnTo>
                    <a:pt x="326" y="449"/>
                  </a:lnTo>
                  <a:lnTo>
                    <a:pt x="324" y="449"/>
                  </a:lnTo>
                  <a:lnTo>
                    <a:pt x="324" y="449"/>
                  </a:lnTo>
                  <a:lnTo>
                    <a:pt x="324" y="451"/>
                  </a:lnTo>
                  <a:lnTo>
                    <a:pt x="322" y="451"/>
                  </a:lnTo>
                  <a:lnTo>
                    <a:pt x="322" y="451"/>
                  </a:lnTo>
                  <a:lnTo>
                    <a:pt x="322" y="453"/>
                  </a:lnTo>
                  <a:lnTo>
                    <a:pt x="324" y="453"/>
                  </a:lnTo>
                  <a:lnTo>
                    <a:pt x="322" y="453"/>
                  </a:lnTo>
                  <a:lnTo>
                    <a:pt x="322" y="453"/>
                  </a:lnTo>
                  <a:lnTo>
                    <a:pt x="320" y="453"/>
                  </a:lnTo>
                  <a:lnTo>
                    <a:pt x="318" y="453"/>
                  </a:lnTo>
                  <a:lnTo>
                    <a:pt x="316" y="455"/>
                  </a:lnTo>
                  <a:lnTo>
                    <a:pt x="314" y="457"/>
                  </a:lnTo>
                  <a:lnTo>
                    <a:pt x="314" y="457"/>
                  </a:lnTo>
                  <a:lnTo>
                    <a:pt x="312" y="457"/>
                  </a:lnTo>
                  <a:lnTo>
                    <a:pt x="310" y="457"/>
                  </a:lnTo>
                  <a:lnTo>
                    <a:pt x="310" y="457"/>
                  </a:lnTo>
                  <a:lnTo>
                    <a:pt x="310" y="457"/>
                  </a:lnTo>
                  <a:lnTo>
                    <a:pt x="308" y="457"/>
                  </a:lnTo>
                  <a:lnTo>
                    <a:pt x="308" y="457"/>
                  </a:lnTo>
                  <a:lnTo>
                    <a:pt x="308" y="455"/>
                  </a:lnTo>
                  <a:lnTo>
                    <a:pt x="308" y="453"/>
                  </a:lnTo>
                  <a:lnTo>
                    <a:pt x="308" y="453"/>
                  </a:lnTo>
                  <a:lnTo>
                    <a:pt x="308" y="449"/>
                  </a:lnTo>
                  <a:lnTo>
                    <a:pt x="307" y="449"/>
                  </a:lnTo>
                  <a:lnTo>
                    <a:pt x="307" y="447"/>
                  </a:lnTo>
                  <a:lnTo>
                    <a:pt x="307" y="447"/>
                  </a:lnTo>
                  <a:lnTo>
                    <a:pt x="305" y="447"/>
                  </a:lnTo>
                  <a:lnTo>
                    <a:pt x="305" y="445"/>
                  </a:lnTo>
                  <a:lnTo>
                    <a:pt x="305" y="445"/>
                  </a:lnTo>
                  <a:lnTo>
                    <a:pt x="305" y="444"/>
                  </a:lnTo>
                  <a:lnTo>
                    <a:pt x="305" y="444"/>
                  </a:lnTo>
                  <a:lnTo>
                    <a:pt x="303" y="444"/>
                  </a:lnTo>
                  <a:lnTo>
                    <a:pt x="301" y="444"/>
                  </a:lnTo>
                  <a:lnTo>
                    <a:pt x="299" y="444"/>
                  </a:lnTo>
                  <a:lnTo>
                    <a:pt x="297" y="444"/>
                  </a:lnTo>
                  <a:lnTo>
                    <a:pt x="297" y="444"/>
                  </a:lnTo>
                  <a:lnTo>
                    <a:pt x="295" y="444"/>
                  </a:lnTo>
                  <a:lnTo>
                    <a:pt x="295" y="444"/>
                  </a:lnTo>
                  <a:lnTo>
                    <a:pt x="293" y="444"/>
                  </a:lnTo>
                  <a:lnTo>
                    <a:pt x="293" y="442"/>
                  </a:lnTo>
                  <a:lnTo>
                    <a:pt x="291" y="442"/>
                  </a:lnTo>
                  <a:lnTo>
                    <a:pt x="291" y="442"/>
                  </a:lnTo>
                  <a:lnTo>
                    <a:pt x="289" y="442"/>
                  </a:lnTo>
                  <a:lnTo>
                    <a:pt x="287" y="442"/>
                  </a:lnTo>
                  <a:lnTo>
                    <a:pt x="287" y="440"/>
                  </a:lnTo>
                  <a:lnTo>
                    <a:pt x="286" y="440"/>
                  </a:lnTo>
                  <a:lnTo>
                    <a:pt x="286" y="440"/>
                  </a:lnTo>
                  <a:lnTo>
                    <a:pt x="286" y="440"/>
                  </a:lnTo>
                  <a:lnTo>
                    <a:pt x="284" y="442"/>
                  </a:lnTo>
                  <a:lnTo>
                    <a:pt x="282" y="442"/>
                  </a:lnTo>
                  <a:lnTo>
                    <a:pt x="282" y="440"/>
                  </a:lnTo>
                  <a:lnTo>
                    <a:pt x="282" y="440"/>
                  </a:lnTo>
                  <a:lnTo>
                    <a:pt x="282" y="438"/>
                  </a:lnTo>
                  <a:lnTo>
                    <a:pt x="282" y="438"/>
                  </a:lnTo>
                  <a:lnTo>
                    <a:pt x="282" y="438"/>
                  </a:lnTo>
                  <a:lnTo>
                    <a:pt x="282" y="438"/>
                  </a:lnTo>
                  <a:lnTo>
                    <a:pt x="280" y="438"/>
                  </a:lnTo>
                  <a:lnTo>
                    <a:pt x="280" y="438"/>
                  </a:lnTo>
                  <a:lnTo>
                    <a:pt x="280" y="438"/>
                  </a:lnTo>
                  <a:lnTo>
                    <a:pt x="280" y="440"/>
                  </a:lnTo>
                  <a:lnTo>
                    <a:pt x="280" y="440"/>
                  </a:lnTo>
                  <a:lnTo>
                    <a:pt x="280" y="440"/>
                  </a:lnTo>
                  <a:lnTo>
                    <a:pt x="280" y="440"/>
                  </a:lnTo>
                  <a:lnTo>
                    <a:pt x="280" y="440"/>
                  </a:lnTo>
                  <a:lnTo>
                    <a:pt x="280" y="442"/>
                  </a:lnTo>
                  <a:lnTo>
                    <a:pt x="280" y="442"/>
                  </a:lnTo>
                  <a:lnTo>
                    <a:pt x="280" y="442"/>
                  </a:lnTo>
                  <a:lnTo>
                    <a:pt x="278" y="442"/>
                  </a:lnTo>
                  <a:lnTo>
                    <a:pt x="278" y="442"/>
                  </a:lnTo>
                  <a:lnTo>
                    <a:pt x="278" y="444"/>
                  </a:lnTo>
                  <a:lnTo>
                    <a:pt x="278" y="444"/>
                  </a:lnTo>
                  <a:lnTo>
                    <a:pt x="278" y="444"/>
                  </a:lnTo>
                  <a:lnTo>
                    <a:pt x="278" y="444"/>
                  </a:lnTo>
                  <a:lnTo>
                    <a:pt x="280" y="444"/>
                  </a:lnTo>
                  <a:lnTo>
                    <a:pt x="280" y="445"/>
                  </a:lnTo>
                  <a:lnTo>
                    <a:pt x="280" y="445"/>
                  </a:lnTo>
                  <a:lnTo>
                    <a:pt x="280" y="447"/>
                  </a:lnTo>
                  <a:lnTo>
                    <a:pt x="280" y="447"/>
                  </a:lnTo>
                  <a:lnTo>
                    <a:pt x="280" y="449"/>
                  </a:lnTo>
                  <a:lnTo>
                    <a:pt x="280" y="449"/>
                  </a:lnTo>
                  <a:lnTo>
                    <a:pt x="280" y="451"/>
                  </a:lnTo>
                  <a:lnTo>
                    <a:pt x="280" y="451"/>
                  </a:lnTo>
                  <a:lnTo>
                    <a:pt x="278" y="451"/>
                  </a:lnTo>
                  <a:lnTo>
                    <a:pt x="278" y="451"/>
                  </a:lnTo>
                  <a:lnTo>
                    <a:pt x="276" y="451"/>
                  </a:lnTo>
                  <a:lnTo>
                    <a:pt x="274" y="451"/>
                  </a:lnTo>
                  <a:lnTo>
                    <a:pt x="274" y="451"/>
                  </a:lnTo>
                  <a:lnTo>
                    <a:pt x="274" y="451"/>
                  </a:lnTo>
                  <a:lnTo>
                    <a:pt x="272" y="451"/>
                  </a:lnTo>
                  <a:lnTo>
                    <a:pt x="272" y="453"/>
                  </a:lnTo>
                  <a:lnTo>
                    <a:pt x="272" y="453"/>
                  </a:lnTo>
                  <a:lnTo>
                    <a:pt x="272" y="453"/>
                  </a:lnTo>
                  <a:lnTo>
                    <a:pt x="270" y="453"/>
                  </a:lnTo>
                  <a:lnTo>
                    <a:pt x="270" y="453"/>
                  </a:lnTo>
                  <a:lnTo>
                    <a:pt x="268" y="451"/>
                  </a:lnTo>
                  <a:lnTo>
                    <a:pt x="268" y="451"/>
                  </a:lnTo>
                  <a:lnTo>
                    <a:pt x="268" y="449"/>
                  </a:lnTo>
                  <a:lnTo>
                    <a:pt x="268" y="449"/>
                  </a:lnTo>
                  <a:lnTo>
                    <a:pt x="266" y="449"/>
                  </a:lnTo>
                  <a:lnTo>
                    <a:pt x="266" y="449"/>
                  </a:lnTo>
                  <a:lnTo>
                    <a:pt x="266" y="449"/>
                  </a:lnTo>
                  <a:lnTo>
                    <a:pt x="266" y="451"/>
                  </a:lnTo>
                  <a:lnTo>
                    <a:pt x="266" y="451"/>
                  </a:lnTo>
                  <a:lnTo>
                    <a:pt x="266" y="453"/>
                  </a:lnTo>
                  <a:lnTo>
                    <a:pt x="265" y="453"/>
                  </a:lnTo>
                  <a:lnTo>
                    <a:pt x="265" y="453"/>
                  </a:lnTo>
                  <a:lnTo>
                    <a:pt x="265" y="451"/>
                  </a:lnTo>
                  <a:lnTo>
                    <a:pt x="265" y="449"/>
                  </a:lnTo>
                  <a:lnTo>
                    <a:pt x="265" y="447"/>
                  </a:lnTo>
                  <a:lnTo>
                    <a:pt x="265" y="445"/>
                  </a:lnTo>
                  <a:lnTo>
                    <a:pt x="265" y="445"/>
                  </a:lnTo>
                  <a:lnTo>
                    <a:pt x="265" y="444"/>
                  </a:lnTo>
                  <a:lnTo>
                    <a:pt x="266" y="444"/>
                  </a:lnTo>
                  <a:lnTo>
                    <a:pt x="266" y="442"/>
                  </a:lnTo>
                  <a:lnTo>
                    <a:pt x="266" y="442"/>
                  </a:lnTo>
                  <a:lnTo>
                    <a:pt x="266" y="442"/>
                  </a:lnTo>
                  <a:lnTo>
                    <a:pt x="266" y="440"/>
                  </a:lnTo>
                  <a:lnTo>
                    <a:pt x="268" y="440"/>
                  </a:lnTo>
                  <a:lnTo>
                    <a:pt x="268" y="440"/>
                  </a:lnTo>
                  <a:lnTo>
                    <a:pt x="268" y="440"/>
                  </a:lnTo>
                  <a:lnTo>
                    <a:pt x="268" y="438"/>
                  </a:lnTo>
                  <a:lnTo>
                    <a:pt x="268" y="438"/>
                  </a:lnTo>
                  <a:lnTo>
                    <a:pt x="268" y="438"/>
                  </a:lnTo>
                  <a:lnTo>
                    <a:pt x="268" y="436"/>
                  </a:lnTo>
                  <a:lnTo>
                    <a:pt x="268" y="436"/>
                  </a:lnTo>
                  <a:lnTo>
                    <a:pt x="266" y="434"/>
                  </a:lnTo>
                  <a:lnTo>
                    <a:pt x="266" y="432"/>
                  </a:lnTo>
                  <a:lnTo>
                    <a:pt x="265" y="430"/>
                  </a:lnTo>
                  <a:lnTo>
                    <a:pt x="263" y="430"/>
                  </a:lnTo>
                  <a:lnTo>
                    <a:pt x="263" y="428"/>
                  </a:lnTo>
                  <a:lnTo>
                    <a:pt x="263" y="428"/>
                  </a:lnTo>
                  <a:lnTo>
                    <a:pt x="263" y="428"/>
                  </a:lnTo>
                  <a:lnTo>
                    <a:pt x="261" y="426"/>
                  </a:lnTo>
                  <a:lnTo>
                    <a:pt x="263" y="425"/>
                  </a:lnTo>
                  <a:lnTo>
                    <a:pt x="263" y="425"/>
                  </a:lnTo>
                  <a:lnTo>
                    <a:pt x="263" y="423"/>
                  </a:lnTo>
                  <a:lnTo>
                    <a:pt x="263" y="423"/>
                  </a:lnTo>
                  <a:lnTo>
                    <a:pt x="263" y="423"/>
                  </a:lnTo>
                  <a:lnTo>
                    <a:pt x="261" y="421"/>
                  </a:lnTo>
                  <a:lnTo>
                    <a:pt x="257" y="415"/>
                  </a:lnTo>
                  <a:lnTo>
                    <a:pt x="255" y="415"/>
                  </a:lnTo>
                  <a:lnTo>
                    <a:pt x="255" y="415"/>
                  </a:lnTo>
                  <a:lnTo>
                    <a:pt x="257" y="413"/>
                  </a:lnTo>
                  <a:lnTo>
                    <a:pt x="257" y="413"/>
                  </a:lnTo>
                  <a:lnTo>
                    <a:pt x="259" y="413"/>
                  </a:lnTo>
                  <a:lnTo>
                    <a:pt x="259" y="413"/>
                  </a:lnTo>
                  <a:lnTo>
                    <a:pt x="259" y="411"/>
                  </a:lnTo>
                  <a:lnTo>
                    <a:pt x="259" y="411"/>
                  </a:lnTo>
                  <a:lnTo>
                    <a:pt x="261" y="411"/>
                  </a:lnTo>
                  <a:lnTo>
                    <a:pt x="261" y="411"/>
                  </a:lnTo>
                  <a:lnTo>
                    <a:pt x="261" y="411"/>
                  </a:lnTo>
                  <a:lnTo>
                    <a:pt x="261" y="411"/>
                  </a:lnTo>
                  <a:lnTo>
                    <a:pt x="263" y="413"/>
                  </a:lnTo>
                  <a:lnTo>
                    <a:pt x="263" y="413"/>
                  </a:lnTo>
                  <a:lnTo>
                    <a:pt x="265" y="413"/>
                  </a:lnTo>
                  <a:lnTo>
                    <a:pt x="265" y="413"/>
                  </a:lnTo>
                  <a:lnTo>
                    <a:pt x="265" y="413"/>
                  </a:lnTo>
                  <a:lnTo>
                    <a:pt x="265" y="413"/>
                  </a:lnTo>
                  <a:lnTo>
                    <a:pt x="265" y="413"/>
                  </a:lnTo>
                  <a:lnTo>
                    <a:pt x="265" y="415"/>
                  </a:lnTo>
                  <a:lnTo>
                    <a:pt x="266" y="419"/>
                  </a:lnTo>
                  <a:lnTo>
                    <a:pt x="266" y="421"/>
                  </a:lnTo>
                  <a:lnTo>
                    <a:pt x="266" y="423"/>
                  </a:lnTo>
                  <a:lnTo>
                    <a:pt x="268" y="423"/>
                  </a:lnTo>
                  <a:lnTo>
                    <a:pt x="268" y="423"/>
                  </a:lnTo>
                  <a:lnTo>
                    <a:pt x="268" y="423"/>
                  </a:lnTo>
                  <a:lnTo>
                    <a:pt x="270" y="425"/>
                  </a:lnTo>
                  <a:lnTo>
                    <a:pt x="270" y="425"/>
                  </a:lnTo>
                  <a:lnTo>
                    <a:pt x="274" y="425"/>
                  </a:lnTo>
                  <a:lnTo>
                    <a:pt x="274" y="425"/>
                  </a:lnTo>
                  <a:lnTo>
                    <a:pt x="276" y="426"/>
                  </a:lnTo>
                  <a:lnTo>
                    <a:pt x="276" y="426"/>
                  </a:lnTo>
                  <a:lnTo>
                    <a:pt x="276" y="428"/>
                  </a:lnTo>
                  <a:lnTo>
                    <a:pt x="278" y="428"/>
                  </a:lnTo>
                  <a:lnTo>
                    <a:pt x="278" y="428"/>
                  </a:lnTo>
                  <a:lnTo>
                    <a:pt x="280" y="428"/>
                  </a:lnTo>
                  <a:lnTo>
                    <a:pt x="282" y="428"/>
                  </a:lnTo>
                  <a:lnTo>
                    <a:pt x="284" y="428"/>
                  </a:lnTo>
                  <a:lnTo>
                    <a:pt x="284" y="428"/>
                  </a:lnTo>
                  <a:lnTo>
                    <a:pt x="291" y="426"/>
                  </a:lnTo>
                  <a:lnTo>
                    <a:pt x="291" y="426"/>
                  </a:lnTo>
                  <a:lnTo>
                    <a:pt x="291" y="426"/>
                  </a:lnTo>
                  <a:lnTo>
                    <a:pt x="293" y="426"/>
                  </a:lnTo>
                  <a:lnTo>
                    <a:pt x="293" y="428"/>
                  </a:lnTo>
                  <a:lnTo>
                    <a:pt x="295" y="428"/>
                  </a:lnTo>
                  <a:lnTo>
                    <a:pt x="295" y="428"/>
                  </a:lnTo>
                  <a:lnTo>
                    <a:pt x="295" y="428"/>
                  </a:lnTo>
                  <a:lnTo>
                    <a:pt x="295" y="428"/>
                  </a:lnTo>
                  <a:lnTo>
                    <a:pt x="297" y="432"/>
                  </a:lnTo>
                  <a:lnTo>
                    <a:pt x="299" y="434"/>
                  </a:lnTo>
                  <a:lnTo>
                    <a:pt x="299" y="434"/>
                  </a:lnTo>
                  <a:lnTo>
                    <a:pt x="299" y="436"/>
                  </a:lnTo>
                  <a:lnTo>
                    <a:pt x="299" y="436"/>
                  </a:lnTo>
                  <a:lnTo>
                    <a:pt x="299" y="438"/>
                  </a:lnTo>
                  <a:lnTo>
                    <a:pt x="299" y="438"/>
                  </a:lnTo>
                  <a:lnTo>
                    <a:pt x="299" y="438"/>
                  </a:lnTo>
                  <a:lnTo>
                    <a:pt x="301" y="438"/>
                  </a:lnTo>
                  <a:lnTo>
                    <a:pt x="303" y="440"/>
                  </a:lnTo>
                  <a:lnTo>
                    <a:pt x="303" y="440"/>
                  </a:lnTo>
                  <a:lnTo>
                    <a:pt x="305" y="440"/>
                  </a:lnTo>
                  <a:lnTo>
                    <a:pt x="305" y="438"/>
                  </a:lnTo>
                  <a:lnTo>
                    <a:pt x="305" y="438"/>
                  </a:lnTo>
                  <a:lnTo>
                    <a:pt x="305" y="438"/>
                  </a:lnTo>
                  <a:lnTo>
                    <a:pt x="303" y="436"/>
                  </a:lnTo>
                  <a:lnTo>
                    <a:pt x="303" y="434"/>
                  </a:lnTo>
                  <a:lnTo>
                    <a:pt x="303" y="434"/>
                  </a:lnTo>
                  <a:lnTo>
                    <a:pt x="305" y="432"/>
                  </a:lnTo>
                  <a:lnTo>
                    <a:pt x="303" y="432"/>
                  </a:lnTo>
                  <a:lnTo>
                    <a:pt x="303" y="432"/>
                  </a:lnTo>
                  <a:lnTo>
                    <a:pt x="303" y="430"/>
                  </a:lnTo>
                  <a:lnTo>
                    <a:pt x="301" y="430"/>
                  </a:lnTo>
                  <a:lnTo>
                    <a:pt x="301" y="430"/>
                  </a:lnTo>
                  <a:lnTo>
                    <a:pt x="301" y="428"/>
                  </a:lnTo>
                  <a:lnTo>
                    <a:pt x="301" y="428"/>
                  </a:lnTo>
                  <a:lnTo>
                    <a:pt x="301" y="426"/>
                  </a:lnTo>
                  <a:lnTo>
                    <a:pt x="301" y="426"/>
                  </a:lnTo>
                  <a:lnTo>
                    <a:pt x="299" y="425"/>
                  </a:lnTo>
                  <a:lnTo>
                    <a:pt x="299" y="425"/>
                  </a:lnTo>
                  <a:lnTo>
                    <a:pt x="299" y="425"/>
                  </a:lnTo>
                  <a:lnTo>
                    <a:pt x="299" y="423"/>
                  </a:lnTo>
                  <a:lnTo>
                    <a:pt x="299" y="423"/>
                  </a:lnTo>
                  <a:lnTo>
                    <a:pt x="301" y="421"/>
                  </a:lnTo>
                  <a:lnTo>
                    <a:pt x="301" y="419"/>
                  </a:lnTo>
                  <a:lnTo>
                    <a:pt x="301" y="419"/>
                  </a:lnTo>
                  <a:lnTo>
                    <a:pt x="301" y="419"/>
                  </a:lnTo>
                  <a:lnTo>
                    <a:pt x="301" y="419"/>
                  </a:lnTo>
                  <a:lnTo>
                    <a:pt x="299" y="417"/>
                  </a:lnTo>
                  <a:lnTo>
                    <a:pt x="299" y="417"/>
                  </a:lnTo>
                  <a:lnTo>
                    <a:pt x="299" y="417"/>
                  </a:lnTo>
                  <a:lnTo>
                    <a:pt x="299" y="417"/>
                  </a:lnTo>
                  <a:lnTo>
                    <a:pt x="299" y="417"/>
                  </a:lnTo>
                  <a:lnTo>
                    <a:pt x="301" y="415"/>
                  </a:lnTo>
                  <a:lnTo>
                    <a:pt x="303" y="413"/>
                  </a:lnTo>
                  <a:lnTo>
                    <a:pt x="303" y="413"/>
                  </a:lnTo>
                  <a:lnTo>
                    <a:pt x="303" y="413"/>
                  </a:lnTo>
                  <a:lnTo>
                    <a:pt x="305" y="413"/>
                  </a:lnTo>
                  <a:lnTo>
                    <a:pt x="308" y="413"/>
                  </a:lnTo>
                  <a:lnTo>
                    <a:pt x="310" y="411"/>
                  </a:lnTo>
                  <a:lnTo>
                    <a:pt x="310" y="411"/>
                  </a:lnTo>
                  <a:lnTo>
                    <a:pt x="310" y="411"/>
                  </a:lnTo>
                  <a:lnTo>
                    <a:pt x="310" y="411"/>
                  </a:lnTo>
                  <a:lnTo>
                    <a:pt x="310" y="409"/>
                  </a:lnTo>
                  <a:lnTo>
                    <a:pt x="310" y="409"/>
                  </a:lnTo>
                  <a:lnTo>
                    <a:pt x="310" y="407"/>
                  </a:lnTo>
                  <a:lnTo>
                    <a:pt x="310" y="406"/>
                  </a:lnTo>
                  <a:lnTo>
                    <a:pt x="310" y="406"/>
                  </a:lnTo>
                  <a:lnTo>
                    <a:pt x="310" y="404"/>
                  </a:lnTo>
                  <a:lnTo>
                    <a:pt x="310" y="402"/>
                  </a:lnTo>
                  <a:lnTo>
                    <a:pt x="310" y="402"/>
                  </a:lnTo>
                  <a:lnTo>
                    <a:pt x="310" y="402"/>
                  </a:lnTo>
                  <a:lnTo>
                    <a:pt x="310" y="402"/>
                  </a:lnTo>
                  <a:lnTo>
                    <a:pt x="307" y="400"/>
                  </a:lnTo>
                  <a:lnTo>
                    <a:pt x="307" y="400"/>
                  </a:lnTo>
                  <a:lnTo>
                    <a:pt x="307" y="400"/>
                  </a:lnTo>
                  <a:lnTo>
                    <a:pt x="307" y="400"/>
                  </a:lnTo>
                  <a:lnTo>
                    <a:pt x="307" y="400"/>
                  </a:lnTo>
                  <a:lnTo>
                    <a:pt x="307" y="398"/>
                  </a:lnTo>
                  <a:lnTo>
                    <a:pt x="305" y="398"/>
                  </a:lnTo>
                  <a:lnTo>
                    <a:pt x="305" y="398"/>
                  </a:lnTo>
                  <a:lnTo>
                    <a:pt x="305" y="398"/>
                  </a:lnTo>
                  <a:lnTo>
                    <a:pt x="303" y="398"/>
                  </a:lnTo>
                  <a:lnTo>
                    <a:pt x="303" y="398"/>
                  </a:lnTo>
                  <a:lnTo>
                    <a:pt x="301" y="398"/>
                  </a:lnTo>
                  <a:lnTo>
                    <a:pt x="301" y="398"/>
                  </a:lnTo>
                  <a:lnTo>
                    <a:pt x="301" y="400"/>
                  </a:lnTo>
                  <a:lnTo>
                    <a:pt x="301" y="400"/>
                  </a:lnTo>
                  <a:lnTo>
                    <a:pt x="301" y="402"/>
                  </a:lnTo>
                  <a:lnTo>
                    <a:pt x="301" y="402"/>
                  </a:lnTo>
                  <a:lnTo>
                    <a:pt x="303" y="404"/>
                  </a:lnTo>
                  <a:lnTo>
                    <a:pt x="305" y="406"/>
                  </a:lnTo>
                  <a:lnTo>
                    <a:pt x="303" y="406"/>
                  </a:lnTo>
                  <a:lnTo>
                    <a:pt x="303" y="406"/>
                  </a:lnTo>
                  <a:lnTo>
                    <a:pt x="303" y="406"/>
                  </a:lnTo>
                  <a:lnTo>
                    <a:pt x="301" y="406"/>
                  </a:lnTo>
                  <a:lnTo>
                    <a:pt x="299" y="404"/>
                  </a:lnTo>
                  <a:lnTo>
                    <a:pt x="299" y="402"/>
                  </a:lnTo>
                  <a:lnTo>
                    <a:pt x="297" y="402"/>
                  </a:lnTo>
                  <a:lnTo>
                    <a:pt x="297" y="402"/>
                  </a:lnTo>
                  <a:lnTo>
                    <a:pt x="293" y="402"/>
                  </a:lnTo>
                  <a:lnTo>
                    <a:pt x="293" y="400"/>
                  </a:lnTo>
                  <a:lnTo>
                    <a:pt x="291" y="400"/>
                  </a:lnTo>
                  <a:lnTo>
                    <a:pt x="291" y="398"/>
                  </a:lnTo>
                  <a:lnTo>
                    <a:pt x="291" y="398"/>
                  </a:lnTo>
                  <a:lnTo>
                    <a:pt x="291" y="398"/>
                  </a:lnTo>
                  <a:lnTo>
                    <a:pt x="291" y="398"/>
                  </a:lnTo>
                  <a:lnTo>
                    <a:pt x="291" y="398"/>
                  </a:lnTo>
                  <a:lnTo>
                    <a:pt x="289" y="398"/>
                  </a:lnTo>
                  <a:lnTo>
                    <a:pt x="287" y="398"/>
                  </a:lnTo>
                  <a:lnTo>
                    <a:pt x="286" y="398"/>
                  </a:lnTo>
                  <a:lnTo>
                    <a:pt x="284" y="398"/>
                  </a:lnTo>
                  <a:lnTo>
                    <a:pt x="282" y="398"/>
                  </a:lnTo>
                  <a:lnTo>
                    <a:pt x="282" y="396"/>
                  </a:lnTo>
                  <a:lnTo>
                    <a:pt x="280" y="396"/>
                  </a:lnTo>
                  <a:lnTo>
                    <a:pt x="280" y="396"/>
                  </a:lnTo>
                  <a:lnTo>
                    <a:pt x="278" y="398"/>
                  </a:lnTo>
                  <a:lnTo>
                    <a:pt x="278" y="400"/>
                  </a:lnTo>
                  <a:lnTo>
                    <a:pt x="276" y="402"/>
                  </a:lnTo>
                  <a:lnTo>
                    <a:pt x="276" y="402"/>
                  </a:lnTo>
                  <a:lnTo>
                    <a:pt x="276" y="402"/>
                  </a:lnTo>
                  <a:lnTo>
                    <a:pt x="276" y="406"/>
                  </a:lnTo>
                  <a:lnTo>
                    <a:pt x="276" y="406"/>
                  </a:lnTo>
                  <a:lnTo>
                    <a:pt x="276" y="406"/>
                  </a:lnTo>
                  <a:lnTo>
                    <a:pt x="274" y="407"/>
                  </a:lnTo>
                  <a:lnTo>
                    <a:pt x="274" y="407"/>
                  </a:lnTo>
                  <a:lnTo>
                    <a:pt x="272" y="407"/>
                  </a:lnTo>
                  <a:lnTo>
                    <a:pt x="270" y="406"/>
                  </a:lnTo>
                  <a:lnTo>
                    <a:pt x="268" y="406"/>
                  </a:lnTo>
                  <a:lnTo>
                    <a:pt x="265" y="406"/>
                  </a:lnTo>
                  <a:lnTo>
                    <a:pt x="259" y="404"/>
                  </a:lnTo>
                  <a:lnTo>
                    <a:pt x="259" y="404"/>
                  </a:lnTo>
                  <a:lnTo>
                    <a:pt x="259" y="402"/>
                  </a:lnTo>
                  <a:lnTo>
                    <a:pt x="261" y="402"/>
                  </a:lnTo>
                  <a:lnTo>
                    <a:pt x="261" y="402"/>
                  </a:lnTo>
                  <a:lnTo>
                    <a:pt x="261" y="400"/>
                  </a:lnTo>
                  <a:lnTo>
                    <a:pt x="261" y="400"/>
                  </a:lnTo>
                  <a:lnTo>
                    <a:pt x="261" y="400"/>
                  </a:lnTo>
                  <a:lnTo>
                    <a:pt x="257" y="398"/>
                  </a:lnTo>
                  <a:lnTo>
                    <a:pt x="257" y="398"/>
                  </a:lnTo>
                  <a:lnTo>
                    <a:pt x="255" y="396"/>
                  </a:lnTo>
                  <a:lnTo>
                    <a:pt x="255" y="396"/>
                  </a:lnTo>
                  <a:lnTo>
                    <a:pt x="255" y="394"/>
                  </a:lnTo>
                  <a:lnTo>
                    <a:pt x="255" y="394"/>
                  </a:lnTo>
                  <a:lnTo>
                    <a:pt x="255" y="392"/>
                  </a:lnTo>
                  <a:lnTo>
                    <a:pt x="255" y="392"/>
                  </a:lnTo>
                  <a:lnTo>
                    <a:pt x="255" y="390"/>
                  </a:lnTo>
                  <a:lnTo>
                    <a:pt x="255" y="390"/>
                  </a:lnTo>
                  <a:lnTo>
                    <a:pt x="257" y="390"/>
                  </a:lnTo>
                  <a:lnTo>
                    <a:pt x="257" y="390"/>
                  </a:lnTo>
                  <a:lnTo>
                    <a:pt x="257" y="390"/>
                  </a:lnTo>
                  <a:lnTo>
                    <a:pt x="257" y="390"/>
                  </a:lnTo>
                  <a:lnTo>
                    <a:pt x="259" y="390"/>
                  </a:lnTo>
                  <a:lnTo>
                    <a:pt x="259" y="390"/>
                  </a:lnTo>
                  <a:lnTo>
                    <a:pt x="259" y="390"/>
                  </a:lnTo>
                  <a:lnTo>
                    <a:pt x="259" y="390"/>
                  </a:lnTo>
                  <a:lnTo>
                    <a:pt x="261" y="388"/>
                  </a:lnTo>
                  <a:lnTo>
                    <a:pt x="261" y="388"/>
                  </a:lnTo>
                  <a:lnTo>
                    <a:pt x="261" y="387"/>
                  </a:lnTo>
                  <a:lnTo>
                    <a:pt x="261" y="387"/>
                  </a:lnTo>
                  <a:lnTo>
                    <a:pt x="261" y="385"/>
                  </a:lnTo>
                  <a:lnTo>
                    <a:pt x="261" y="385"/>
                  </a:lnTo>
                  <a:lnTo>
                    <a:pt x="261" y="383"/>
                  </a:lnTo>
                  <a:lnTo>
                    <a:pt x="261" y="383"/>
                  </a:lnTo>
                  <a:lnTo>
                    <a:pt x="259" y="383"/>
                  </a:lnTo>
                  <a:lnTo>
                    <a:pt x="257" y="383"/>
                  </a:lnTo>
                  <a:lnTo>
                    <a:pt x="255" y="383"/>
                  </a:lnTo>
                  <a:lnTo>
                    <a:pt x="255" y="383"/>
                  </a:lnTo>
                  <a:lnTo>
                    <a:pt x="255" y="383"/>
                  </a:lnTo>
                  <a:lnTo>
                    <a:pt x="253" y="383"/>
                  </a:lnTo>
                  <a:lnTo>
                    <a:pt x="253" y="383"/>
                  </a:lnTo>
                  <a:lnTo>
                    <a:pt x="251" y="383"/>
                  </a:lnTo>
                  <a:lnTo>
                    <a:pt x="251" y="383"/>
                  </a:lnTo>
                  <a:lnTo>
                    <a:pt x="251" y="383"/>
                  </a:lnTo>
                  <a:lnTo>
                    <a:pt x="251" y="381"/>
                  </a:lnTo>
                  <a:lnTo>
                    <a:pt x="249" y="379"/>
                  </a:lnTo>
                  <a:lnTo>
                    <a:pt x="249" y="379"/>
                  </a:lnTo>
                  <a:lnTo>
                    <a:pt x="249" y="377"/>
                  </a:lnTo>
                  <a:lnTo>
                    <a:pt x="247" y="377"/>
                  </a:lnTo>
                  <a:lnTo>
                    <a:pt x="247" y="377"/>
                  </a:lnTo>
                  <a:lnTo>
                    <a:pt x="246" y="377"/>
                  </a:lnTo>
                  <a:lnTo>
                    <a:pt x="246" y="375"/>
                  </a:lnTo>
                  <a:lnTo>
                    <a:pt x="246" y="375"/>
                  </a:lnTo>
                  <a:lnTo>
                    <a:pt x="244" y="371"/>
                  </a:lnTo>
                  <a:lnTo>
                    <a:pt x="244" y="369"/>
                  </a:lnTo>
                  <a:lnTo>
                    <a:pt x="244" y="367"/>
                  </a:lnTo>
                  <a:lnTo>
                    <a:pt x="244" y="366"/>
                  </a:lnTo>
                  <a:lnTo>
                    <a:pt x="246" y="364"/>
                  </a:lnTo>
                  <a:lnTo>
                    <a:pt x="246" y="362"/>
                  </a:lnTo>
                  <a:lnTo>
                    <a:pt x="246" y="360"/>
                  </a:lnTo>
                  <a:lnTo>
                    <a:pt x="246" y="360"/>
                  </a:lnTo>
                  <a:lnTo>
                    <a:pt x="246" y="356"/>
                  </a:lnTo>
                  <a:lnTo>
                    <a:pt x="246" y="356"/>
                  </a:lnTo>
                  <a:lnTo>
                    <a:pt x="247" y="356"/>
                  </a:lnTo>
                  <a:lnTo>
                    <a:pt x="249" y="354"/>
                  </a:lnTo>
                  <a:lnTo>
                    <a:pt x="249" y="354"/>
                  </a:lnTo>
                  <a:lnTo>
                    <a:pt x="249" y="354"/>
                  </a:lnTo>
                  <a:lnTo>
                    <a:pt x="249" y="354"/>
                  </a:lnTo>
                  <a:lnTo>
                    <a:pt x="251" y="347"/>
                  </a:lnTo>
                  <a:lnTo>
                    <a:pt x="251" y="345"/>
                  </a:lnTo>
                  <a:lnTo>
                    <a:pt x="251" y="343"/>
                  </a:lnTo>
                  <a:lnTo>
                    <a:pt x="251" y="341"/>
                  </a:lnTo>
                  <a:lnTo>
                    <a:pt x="251" y="341"/>
                  </a:lnTo>
                  <a:lnTo>
                    <a:pt x="251" y="339"/>
                  </a:lnTo>
                  <a:lnTo>
                    <a:pt x="251" y="339"/>
                  </a:lnTo>
                  <a:lnTo>
                    <a:pt x="249" y="339"/>
                  </a:lnTo>
                  <a:lnTo>
                    <a:pt x="249" y="339"/>
                  </a:lnTo>
                  <a:lnTo>
                    <a:pt x="249" y="337"/>
                  </a:lnTo>
                  <a:lnTo>
                    <a:pt x="247" y="337"/>
                  </a:lnTo>
                  <a:lnTo>
                    <a:pt x="246" y="337"/>
                  </a:lnTo>
                  <a:lnTo>
                    <a:pt x="246" y="337"/>
                  </a:lnTo>
                  <a:lnTo>
                    <a:pt x="244" y="335"/>
                  </a:lnTo>
                  <a:lnTo>
                    <a:pt x="242" y="335"/>
                  </a:lnTo>
                  <a:lnTo>
                    <a:pt x="242" y="335"/>
                  </a:lnTo>
                  <a:lnTo>
                    <a:pt x="242" y="335"/>
                  </a:lnTo>
                  <a:lnTo>
                    <a:pt x="242" y="333"/>
                  </a:lnTo>
                  <a:lnTo>
                    <a:pt x="244" y="333"/>
                  </a:lnTo>
                  <a:lnTo>
                    <a:pt x="244" y="333"/>
                  </a:lnTo>
                  <a:lnTo>
                    <a:pt x="244" y="331"/>
                  </a:lnTo>
                  <a:lnTo>
                    <a:pt x="244" y="331"/>
                  </a:lnTo>
                  <a:lnTo>
                    <a:pt x="244" y="329"/>
                  </a:lnTo>
                  <a:lnTo>
                    <a:pt x="244" y="328"/>
                  </a:lnTo>
                  <a:lnTo>
                    <a:pt x="246" y="326"/>
                  </a:lnTo>
                  <a:lnTo>
                    <a:pt x="247" y="326"/>
                  </a:lnTo>
                  <a:lnTo>
                    <a:pt x="255" y="329"/>
                  </a:lnTo>
                  <a:lnTo>
                    <a:pt x="257" y="329"/>
                  </a:lnTo>
                  <a:lnTo>
                    <a:pt x="259" y="329"/>
                  </a:lnTo>
                  <a:lnTo>
                    <a:pt x="261" y="331"/>
                  </a:lnTo>
                  <a:lnTo>
                    <a:pt x="263" y="331"/>
                  </a:lnTo>
                  <a:lnTo>
                    <a:pt x="263" y="331"/>
                  </a:lnTo>
                  <a:lnTo>
                    <a:pt x="265" y="331"/>
                  </a:lnTo>
                  <a:lnTo>
                    <a:pt x="265" y="331"/>
                  </a:lnTo>
                  <a:lnTo>
                    <a:pt x="266" y="331"/>
                  </a:lnTo>
                  <a:lnTo>
                    <a:pt x="266" y="331"/>
                  </a:lnTo>
                  <a:lnTo>
                    <a:pt x="268" y="331"/>
                  </a:lnTo>
                  <a:lnTo>
                    <a:pt x="268" y="331"/>
                  </a:lnTo>
                  <a:lnTo>
                    <a:pt x="268" y="331"/>
                  </a:lnTo>
                  <a:lnTo>
                    <a:pt x="270" y="331"/>
                  </a:lnTo>
                  <a:lnTo>
                    <a:pt x="270" y="333"/>
                  </a:lnTo>
                  <a:lnTo>
                    <a:pt x="270" y="333"/>
                  </a:lnTo>
                  <a:lnTo>
                    <a:pt x="270" y="333"/>
                  </a:lnTo>
                  <a:lnTo>
                    <a:pt x="272" y="333"/>
                  </a:lnTo>
                  <a:lnTo>
                    <a:pt x="272" y="333"/>
                  </a:lnTo>
                  <a:lnTo>
                    <a:pt x="272" y="333"/>
                  </a:lnTo>
                  <a:lnTo>
                    <a:pt x="276" y="329"/>
                  </a:lnTo>
                  <a:lnTo>
                    <a:pt x="276" y="329"/>
                  </a:lnTo>
                  <a:lnTo>
                    <a:pt x="276" y="328"/>
                  </a:lnTo>
                  <a:lnTo>
                    <a:pt x="278" y="326"/>
                  </a:lnTo>
                  <a:lnTo>
                    <a:pt x="278" y="324"/>
                  </a:lnTo>
                  <a:lnTo>
                    <a:pt x="278" y="324"/>
                  </a:lnTo>
                  <a:lnTo>
                    <a:pt x="280" y="324"/>
                  </a:lnTo>
                  <a:lnTo>
                    <a:pt x="280" y="322"/>
                  </a:lnTo>
                  <a:lnTo>
                    <a:pt x="280" y="322"/>
                  </a:lnTo>
                  <a:lnTo>
                    <a:pt x="280" y="320"/>
                  </a:lnTo>
                  <a:lnTo>
                    <a:pt x="280" y="320"/>
                  </a:lnTo>
                  <a:lnTo>
                    <a:pt x="280" y="316"/>
                  </a:lnTo>
                  <a:lnTo>
                    <a:pt x="280" y="316"/>
                  </a:lnTo>
                  <a:lnTo>
                    <a:pt x="278" y="310"/>
                  </a:lnTo>
                  <a:lnTo>
                    <a:pt x="278" y="305"/>
                  </a:lnTo>
                  <a:lnTo>
                    <a:pt x="276" y="303"/>
                  </a:lnTo>
                  <a:lnTo>
                    <a:pt x="276" y="303"/>
                  </a:lnTo>
                  <a:lnTo>
                    <a:pt x="274" y="303"/>
                  </a:lnTo>
                  <a:lnTo>
                    <a:pt x="272" y="301"/>
                  </a:lnTo>
                  <a:lnTo>
                    <a:pt x="270" y="301"/>
                  </a:lnTo>
                  <a:lnTo>
                    <a:pt x="270" y="301"/>
                  </a:lnTo>
                  <a:lnTo>
                    <a:pt x="270" y="299"/>
                  </a:lnTo>
                  <a:lnTo>
                    <a:pt x="268" y="293"/>
                  </a:lnTo>
                  <a:lnTo>
                    <a:pt x="268" y="293"/>
                  </a:lnTo>
                  <a:lnTo>
                    <a:pt x="268" y="291"/>
                  </a:lnTo>
                  <a:lnTo>
                    <a:pt x="268" y="291"/>
                  </a:lnTo>
                  <a:lnTo>
                    <a:pt x="266" y="291"/>
                  </a:lnTo>
                  <a:lnTo>
                    <a:pt x="266" y="290"/>
                  </a:lnTo>
                  <a:lnTo>
                    <a:pt x="266" y="288"/>
                  </a:lnTo>
                  <a:lnTo>
                    <a:pt x="265" y="286"/>
                  </a:lnTo>
                  <a:lnTo>
                    <a:pt x="265" y="286"/>
                  </a:lnTo>
                  <a:lnTo>
                    <a:pt x="265" y="286"/>
                  </a:lnTo>
                  <a:lnTo>
                    <a:pt x="265" y="284"/>
                  </a:lnTo>
                  <a:lnTo>
                    <a:pt x="265" y="284"/>
                  </a:lnTo>
                  <a:lnTo>
                    <a:pt x="266" y="284"/>
                  </a:lnTo>
                  <a:lnTo>
                    <a:pt x="268" y="286"/>
                  </a:lnTo>
                  <a:lnTo>
                    <a:pt x="268" y="286"/>
                  </a:lnTo>
                  <a:lnTo>
                    <a:pt x="268" y="286"/>
                  </a:lnTo>
                  <a:lnTo>
                    <a:pt x="268" y="286"/>
                  </a:lnTo>
                  <a:lnTo>
                    <a:pt x="268" y="284"/>
                  </a:lnTo>
                  <a:lnTo>
                    <a:pt x="268" y="280"/>
                  </a:lnTo>
                  <a:lnTo>
                    <a:pt x="268" y="274"/>
                  </a:lnTo>
                  <a:lnTo>
                    <a:pt x="268" y="274"/>
                  </a:lnTo>
                  <a:lnTo>
                    <a:pt x="268" y="274"/>
                  </a:lnTo>
                  <a:lnTo>
                    <a:pt x="268" y="274"/>
                  </a:lnTo>
                  <a:lnTo>
                    <a:pt x="268" y="272"/>
                  </a:lnTo>
                  <a:lnTo>
                    <a:pt x="270" y="270"/>
                  </a:lnTo>
                  <a:lnTo>
                    <a:pt x="270" y="270"/>
                  </a:lnTo>
                  <a:lnTo>
                    <a:pt x="272" y="270"/>
                  </a:lnTo>
                  <a:lnTo>
                    <a:pt x="272" y="270"/>
                  </a:lnTo>
                  <a:lnTo>
                    <a:pt x="272" y="270"/>
                  </a:lnTo>
                  <a:lnTo>
                    <a:pt x="274" y="270"/>
                  </a:lnTo>
                  <a:lnTo>
                    <a:pt x="274" y="270"/>
                  </a:lnTo>
                  <a:lnTo>
                    <a:pt x="276" y="270"/>
                  </a:lnTo>
                  <a:lnTo>
                    <a:pt x="276" y="270"/>
                  </a:lnTo>
                  <a:lnTo>
                    <a:pt x="274" y="269"/>
                  </a:lnTo>
                  <a:lnTo>
                    <a:pt x="274" y="265"/>
                  </a:lnTo>
                  <a:lnTo>
                    <a:pt x="272" y="263"/>
                  </a:lnTo>
                  <a:lnTo>
                    <a:pt x="272" y="263"/>
                  </a:lnTo>
                  <a:lnTo>
                    <a:pt x="272" y="263"/>
                  </a:lnTo>
                  <a:lnTo>
                    <a:pt x="272" y="263"/>
                  </a:lnTo>
                  <a:lnTo>
                    <a:pt x="270" y="263"/>
                  </a:lnTo>
                  <a:lnTo>
                    <a:pt x="270" y="261"/>
                  </a:lnTo>
                  <a:lnTo>
                    <a:pt x="270" y="259"/>
                  </a:lnTo>
                  <a:lnTo>
                    <a:pt x="270" y="255"/>
                  </a:lnTo>
                  <a:lnTo>
                    <a:pt x="270" y="253"/>
                  </a:lnTo>
                  <a:lnTo>
                    <a:pt x="270" y="251"/>
                  </a:lnTo>
                  <a:lnTo>
                    <a:pt x="270" y="250"/>
                  </a:lnTo>
                  <a:lnTo>
                    <a:pt x="274" y="246"/>
                  </a:lnTo>
                  <a:lnTo>
                    <a:pt x="282" y="242"/>
                  </a:lnTo>
                  <a:lnTo>
                    <a:pt x="284" y="242"/>
                  </a:lnTo>
                  <a:lnTo>
                    <a:pt x="289" y="240"/>
                  </a:lnTo>
                  <a:lnTo>
                    <a:pt x="289" y="240"/>
                  </a:lnTo>
                  <a:lnTo>
                    <a:pt x="291" y="242"/>
                  </a:lnTo>
                  <a:lnTo>
                    <a:pt x="293" y="242"/>
                  </a:lnTo>
                  <a:lnTo>
                    <a:pt x="297" y="242"/>
                  </a:lnTo>
                  <a:lnTo>
                    <a:pt x="308" y="242"/>
                  </a:lnTo>
                  <a:lnTo>
                    <a:pt x="308" y="242"/>
                  </a:lnTo>
                  <a:lnTo>
                    <a:pt x="308" y="242"/>
                  </a:lnTo>
                  <a:lnTo>
                    <a:pt x="310" y="242"/>
                  </a:lnTo>
                  <a:lnTo>
                    <a:pt x="312" y="240"/>
                  </a:lnTo>
                  <a:lnTo>
                    <a:pt x="312" y="238"/>
                  </a:lnTo>
                  <a:lnTo>
                    <a:pt x="312" y="238"/>
                  </a:lnTo>
                  <a:lnTo>
                    <a:pt x="312" y="234"/>
                  </a:lnTo>
                  <a:lnTo>
                    <a:pt x="312" y="232"/>
                  </a:lnTo>
                  <a:lnTo>
                    <a:pt x="312" y="229"/>
                  </a:lnTo>
                  <a:lnTo>
                    <a:pt x="312" y="227"/>
                  </a:lnTo>
                  <a:lnTo>
                    <a:pt x="312" y="223"/>
                  </a:lnTo>
                  <a:lnTo>
                    <a:pt x="312" y="221"/>
                  </a:lnTo>
                  <a:lnTo>
                    <a:pt x="312" y="219"/>
                  </a:lnTo>
                  <a:lnTo>
                    <a:pt x="312" y="217"/>
                  </a:lnTo>
                  <a:lnTo>
                    <a:pt x="312" y="217"/>
                  </a:lnTo>
                  <a:lnTo>
                    <a:pt x="312" y="213"/>
                  </a:lnTo>
                  <a:lnTo>
                    <a:pt x="314" y="213"/>
                  </a:lnTo>
                  <a:lnTo>
                    <a:pt x="314" y="212"/>
                  </a:lnTo>
                  <a:lnTo>
                    <a:pt x="314" y="212"/>
                  </a:lnTo>
                  <a:lnTo>
                    <a:pt x="316" y="210"/>
                  </a:lnTo>
                  <a:lnTo>
                    <a:pt x="318" y="210"/>
                  </a:lnTo>
                  <a:lnTo>
                    <a:pt x="318" y="208"/>
                  </a:lnTo>
                  <a:lnTo>
                    <a:pt x="318" y="208"/>
                  </a:lnTo>
                  <a:lnTo>
                    <a:pt x="320" y="206"/>
                  </a:lnTo>
                  <a:lnTo>
                    <a:pt x="318" y="206"/>
                  </a:lnTo>
                  <a:lnTo>
                    <a:pt x="318" y="204"/>
                  </a:lnTo>
                  <a:lnTo>
                    <a:pt x="318" y="204"/>
                  </a:lnTo>
                  <a:lnTo>
                    <a:pt x="314" y="202"/>
                  </a:lnTo>
                  <a:lnTo>
                    <a:pt x="312" y="202"/>
                  </a:lnTo>
                  <a:lnTo>
                    <a:pt x="307" y="202"/>
                  </a:lnTo>
                  <a:lnTo>
                    <a:pt x="305" y="202"/>
                  </a:lnTo>
                  <a:lnTo>
                    <a:pt x="295" y="198"/>
                  </a:lnTo>
                  <a:lnTo>
                    <a:pt x="295" y="198"/>
                  </a:lnTo>
                  <a:lnTo>
                    <a:pt x="291" y="194"/>
                  </a:lnTo>
                  <a:lnTo>
                    <a:pt x="291" y="194"/>
                  </a:lnTo>
                  <a:lnTo>
                    <a:pt x="293" y="194"/>
                  </a:lnTo>
                  <a:lnTo>
                    <a:pt x="297" y="191"/>
                  </a:lnTo>
                  <a:lnTo>
                    <a:pt x="299" y="189"/>
                  </a:lnTo>
                  <a:lnTo>
                    <a:pt x="303" y="189"/>
                  </a:lnTo>
                  <a:lnTo>
                    <a:pt x="303" y="187"/>
                  </a:lnTo>
                  <a:lnTo>
                    <a:pt x="303" y="187"/>
                  </a:lnTo>
                  <a:lnTo>
                    <a:pt x="303" y="185"/>
                  </a:lnTo>
                  <a:lnTo>
                    <a:pt x="305" y="183"/>
                  </a:lnTo>
                  <a:lnTo>
                    <a:pt x="305" y="183"/>
                  </a:lnTo>
                  <a:lnTo>
                    <a:pt x="307" y="183"/>
                  </a:lnTo>
                  <a:lnTo>
                    <a:pt x="307" y="181"/>
                  </a:lnTo>
                  <a:lnTo>
                    <a:pt x="308" y="181"/>
                  </a:lnTo>
                  <a:lnTo>
                    <a:pt x="308" y="179"/>
                  </a:lnTo>
                  <a:lnTo>
                    <a:pt x="308" y="179"/>
                  </a:lnTo>
                  <a:lnTo>
                    <a:pt x="308" y="177"/>
                  </a:lnTo>
                  <a:lnTo>
                    <a:pt x="308" y="177"/>
                  </a:lnTo>
                  <a:lnTo>
                    <a:pt x="308" y="175"/>
                  </a:lnTo>
                  <a:lnTo>
                    <a:pt x="308" y="175"/>
                  </a:lnTo>
                  <a:lnTo>
                    <a:pt x="308" y="175"/>
                  </a:lnTo>
                  <a:lnTo>
                    <a:pt x="307" y="175"/>
                  </a:lnTo>
                  <a:lnTo>
                    <a:pt x="307" y="175"/>
                  </a:lnTo>
                  <a:lnTo>
                    <a:pt x="307" y="175"/>
                  </a:lnTo>
                  <a:lnTo>
                    <a:pt x="307" y="175"/>
                  </a:lnTo>
                  <a:lnTo>
                    <a:pt x="307" y="174"/>
                  </a:lnTo>
                  <a:lnTo>
                    <a:pt x="307" y="174"/>
                  </a:lnTo>
                  <a:lnTo>
                    <a:pt x="308" y="172"/>
                  </a:lnTo>
                  <a:lnTo>
                    <a:pt x="308" y="172"/>
                  </a:lnTo>
                  <a:lnTo>
                    <a:pt x="308" y="172"/>
                  </a:lnTo>
                  <a:lnTo>
                    <a:pt x="308" y="170"/>
                  </a:lnTo>
                  <a:lnTo>
                    <a:pt x="307" y="170"/>
                  </a:lnTo>
                  <a:lnTo>
                    <a:pt x="307" y="170"/>
                  </a:lnTo>
                  <a:lnTo>
                    <a:pt x="307" y="168"/>
                  </a:lnTo>
                  <a:lnTo>
                    <a:pt x="307" y="168"/>
                  </a:lnTo>
                  <a:lnTo>
                    <a:pt x="307" y="164"/>
                  </a:lnTo>
                  <a:lnTo>
                    <a:pt x="307" y="162"/>
                  </a:lnTo>
                  <a:lnTo>
                    <a:pt x="307" y="162"/>
                  </a:lnTo>
                  <a:lnTo>
                    <a:pt x="308" y="162"/>
                  </a:lnTo>
                  <a:lnTo>
                    <a:pt x="308" y="160"/>
                  </a:lnTo>
                  <a:lnTo>
                    <a:pt x="308" y="149"/>
                  </a:lnTo>
                  <a:lnTo>
                    <a:pt x="308" y="147"/>
                  </a:lnTo>
                  <a:lnTo>
                    <a:pt x="308" y="145"/>
                  </a:lnTo>
                  <a:lnTo>
                    <a:pt x="310" y="143"/>
                  </a:lnTo>
                  <a:lnTo>
                    <a:pt x="310" y="141"/>
                  </a:lnTo>
                  <a:lnTo>
                    <a:pt x="310" y="139"/>
                  </a:lnTo>
                  <a:lnTo>
                    <a:pt x="310" y="137"/>
                  </a:lnTo>
                  <a:lnTo>
                    <a:pt x="308" y="134"/>
                  </a:lnTo>
                  <a:lnTo>
                    <a:pt x="308" y="134"/>
                  </a:lnTo>
                  <a:lnTo>
                    <a:pt x="307" y="130"/>
                  </a:lnTo>
                  <a:lnTo>
                    <a:pt x="307" y="128"/>
                  </a:lnTo>
                  <a:lnTo>
                    <a:pt x="307" y="128"/>
                  </a:lnTo>
                  <a:lnTo>
                    <a:pt x="305" y="128"/>
                  </a:lnTo>
                  <a:lnTo>
                    <a:pt x="303" y="126"/>
                  </a:lnTo>
                  <a:lnTo>
                    <a:pt x="303" y="126"/>
                  </a:lnTo>
                  <a:lnTo>
                    <a:pt x="303" y="126"/>
                  </a:lnTo>
                  <a:lnTo>
                    <a:pt x="301" y="124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14" y="105"/>
                  </a:lnTo>
                  <a:lnTo>
                    <a:pt x="314" y="103"/>
                  </a:lnTo>
                  <a:lnTo>
                    <a:pt x="316" y="101"/>
                  </a:lnTo>
                  <a:lnTo>
                    <a:pt x="316" y="101"/>
                  </a:lnTo>
                  <a:lnTo>
                    <a:pt x="318" y="99"/>
                  </a:lnTo>
                  <a:lnTo>
                    <a:pt x="318" y="99"/>
                  </a:lnTo>
                  <a:lnTo>
                    <a:pt x="320" y="99"/>
                  </a:lnTo>
                  <a:lnTo>
                    <a:pt x="320" y="99"/>
                  </a:lnTo>
                  <a:lnTo>
                    <a:pt x="322" y="97"/>
                  </a:lnTo>
                  <a:lnTo>
                    <a:pt x="322" y="97"/>
                  </a:lnTo>
                  <a:lnTo>
                    <a:pt x="322" y="96"/>
                  </a:lnTo>
                  <a:lnTo>
                    <a:pt x="324" y="96"/>
                  </a:lnTo>
                  <a:lnTo>
                    <a:pt x="327" y="94"/>
                  </a:lnTo>
                  <a:lnTo>
                    <a:pt x="327" y="94"/>
                  </a:lnTo>
                  <a:lnTo>
                    <a:pt x="327" y="94"/>
                  </a:lnTo>
                  <a:lnTo>
                    <a:pt x="331" y="88"/>
                  </a:lnTo>
                  <a:lnTo>
                    <a:pt x="331" y="88"/>
                  </a:lnTo>
                  <a:lnTo>
                    <a:pt x="331" y="86"/>
                  </a:lnTo>
                  <a:lnTo>
                    <a:pt x="329" y="86"/>
                  </a:lnTo>
                  <a:lnTo>
                    <a:pt x="327" y="86"/>
                  </a:lnTo>
                  <a:lnTo>
                    <a:pt x="327" y="88"/>
                  </a:lnTo>
                  <a:lnTo>
                    <a:pt x="326" y="88"/>
                  </a:lnTo>
                  <a:lnTo>
                    <a:pt x="324" y="90"/>
                  </a:lnTo>
                  <a:lnTo>
                    <a:pt x="324" y="90"/>
                  </a:lnTo>
                  <a:lnTo>
                    <a:pt x="322" y="90"/>
                  </a:lnTo>
                  <a:lnTo>
                    <a:pt x="322" y="88"/>
                  </a:lnTo>
                  <a:lnTo>
                    <a:pt x="322" y="86"/>
                  </a:lnTo>
                  <a:lnTo>
                    <a:pt x="318" y="86"/>
                  </a:lnTo>
                  <a:lnTo>
                    <a:pt x="318" y="86"/>
                  </a:lnTo>
                  <a:lnTo>
                    <a:pt x="316" y="86"/>
                  </a:lnTo>
                  <a:lnTo>
                    <a:pt x="314" y="86"/>
                  </a:lnTo>
                  <a:lnTo>
                    <a:pt x="314" y="86"/>
                  </a:lnTo>
                  <a:lnTo>
                    <a:pt x="312" y="86"/>
                  </a:lnTo>
                  <a:lnTo>
                    <a:pt x="310" y="84"/>
                  </a:lnTo>
                  <a:lnTo>
                    <a:pt x="310" y="84"/>
                  </a:lnTo>
                  <a:lnTo>
                    <a:pt x="307" y="82"/>
                  </a:lnTo>
                  <a:lnTo>
                    <a:pt x="307" y="80"/>
                  </a:lnTo>
                  <a:lnTo>
                    <a:pt x="307" y="78"/>
                  </a:lnTo>
                  <a:lnTo>
                    <a:pt x="310" y="75"/>
                  </a:lnTo>
                  <a:lnTo>
                    <a:pt x="310" y="73"/>
                  </a:lnTo>
                  <a:lnTo>
                    <a:pt x="312" y="73"/>
                  </a:lnTo>
                  <a:lnTo>
                    <a:pt x="312" y="73"/>
                  </a:lnTo>
                  <a:lnTo>
                    <a:pt x="316" y="71"/>
                  </a:lnTo>
                  <a:lnTo>
                    <a:pt x="316" y="71"/>
                  </a:lnTo>
                  <a:lnTo>
                    <a:pt x="316" y="69"/>
                  </a:lnTo>
                  <a:lnTo>
                    <a:pt x="318" y="69"/>
                  </a:lnTo>
                  <a:lnTo>
                    <a:pt x="316" y="67"/>
                  </a:lnTo>
                  <a:lnTo>
                    <a:pt x="316" y="67"/>
                  </a:lnTo>
                  <a:lnTo>
                    <a:pt x="316" y="65"/>
                  </a:lnTo>
                  <a:lnTo>
                    <a:pt x="314" y="65"/>
                  </a:lnTo>
                  <a:lnTo>
                    <a:pt x="314" y="63"/>
                  </a:lnTo>
                  <a:lnTo>
                    <a:pt x="314" y="63"/>
                  </a:lnTo>
                  <a:lnTo>
                    <a:pt x="314" y="63"/>
                  </a:lnTo>
                  <a:lnTo>
                    <a:pt x="314" y="63"/>
                  </a:lnTo>
                  <a:lnTo>
                    <a:pt x="314" y="61"/>
                  </a:lnTo>
                  <a:lnTo>
                    <a:pt x="316" y="61"/>
                  </a:lnTo>
                  <a:lnTo>
                    <a:pt x="316" y="59"/>
                  </a:lnTo>
                  <a:lnTo>
                    <a:pt x="316" y="59"/>
                  </a:lnTo>
                  <a:lnTo>
                    <a:pt x="318" y="59"/>
                  </a:lnTo>
                  <a:lnTo>
                    <a:pt x="318" y="59"/>
                  </a:lnTo>
                  <a:lnTo>
                    <a:pt x="320" y="57"/>
                  </a:lnTo>
                  <a:lnTo>
                    <a:pt x="326" y="52"/>
                  </a:lnTo>
                  <a:lnTo>
                    <a:pt x="326" y="52"/>
                  </a:lnTo>
                  <a:lnTo>
                    <a:pt x="326" y="52"/>
                  </a:lnTo>
                  <a:lnTo>
                    <a:pt x="326" y="50"/>
                  </a:lnTo>
                  <a:lnTo>
                    <a:pt x="326" y="46"/>
                  </a:lnTo>
                  <a:lnTo>
                    <a:pt x="324" y="44"/>
                  </a:lnTo>
                  <a:lnTo>
                    <a:pt x="324" y="42"/>
                  </a:lnTo>
                  <a:lnTo>
                    <a:pt x="324" y="40"/>
                  </a:lnTo>
                  <a:lnTo>
                    <a:pt x="320" y="38"/>
                  </a:lnTo>
                  <a:lnTo>
                    <a:pt x="320" y="38"/>
                  </a:lnTo>
                  <a:lnTo>
                    <a:pt x="320" y="37"/>
                  </a:lnTo>
                  <a:lnTo>
                    <a:pt x="320" y="37"/>
                  </a:lnTo>
                  <a:lnTo>
                    <a:pt x="320" y="37"/>
                  </a:lnTo>
                  <a:lnTo>
                    <a:pt x="320" y="35"/>
                  </a:lnTo>
                  <a:lnTo>
                    <a:pt x="322" y="35"/>
                  </a:lnTo>
                  <a:lnTo>
                    <a:pt x="322" y="35"/>
                  </a:lnTo>
                  <a:lnTo>
                    <a:pt x="324" y="35"/>
                  </a:lnTo>
                  <a:lnTo>
                    <a:pt x="324" y="35"/>
                  </a:lnTo>
                  <a:lnTo>
                    <a:pt x="324" y="33"/>
                  </a:lnTo>
                  <a:lnTo>
                    <a:pt x="322" y="29"/>
                  </a:lnTo>
                  <a:lnTo>
                    <a:pt x="320" y="23"/>
                  </a:lnTo>
                  <a:lnTo>
                    <a:pt x="320" y="23"/>
                  </a:lnTo>
                  <a:lnTo>
                    <a:pt x="320" y="21"/>
                  </a:lnTo>
                  <a:lnTo>
                    <a:pt x="322" y="19"/>
                  </a:lnTo>
                  <a:lnTo>
                    <a:pt x="322" y="19"/>
                  </a:lnTo>
                  <a:lnTo>
                    <a:pt x="322" y="18"/>
                  </a:lnTo>
                  <a:lnTo>
                    <a:pt x="322" y="18"/>
                  </a:lnTo>
                  <a:lnTo>
                    <a:pt x="318" y="16"/>
                  </a:lnTo>
                  <a:lnTo>
                    <a:pt x="314" y="16"/>
                  </a:lnTo>
                  <a:lnTo>
                    <a:pt x="314" y="16"/>
                  </a:lnTo>
                  <a:lnTo>
                    <a:pt x="314" y="16"/>
                  </a:lnTo>
                  <a:lnTo>
                    <a:pt x="312" y="18"/>
                  </a:lnTo>
                  <a:lnTo>
                    <a:pt x="310" y="18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7" y="16"/>
                  </a:lnTo>
                  <a:lnTo>
                    <a:pt x="307" y="14"/>
                  </a:lnTo>
                  <a:lnTo>
                    <a:pt x="305" y="14"/>
                  </a:lnTo>
                  <a:lnTo>
                    <a:pt x="303" y="12"/>
                  </a:lnTo>
                  <a:lnTo>
                    <a:pt x="301" y="12"/>
                  </a:lnTo>
                  <a:lnTo>
                    <a:pt x="301" y="12"/>
                  </a:lnTo>
                  <a:lnTo>
                    <a:pt x="299" y="10"/>
                  </a:lnTo>
                  <a:lnTo>
                    <a:pt x="299" y="10"/>
                  </a:lnTo>
                  <a:lnTo>
                    <a:pt x="299" y="4"/>
                  </a:lnTo>
                  <a:lnTo>
                    <a:pt x="299" y="4"/>
                  </a:lnTo>
                  <a:lnTo>
                    <a:pt x="299" y="2"/>
                  </a:lnTo>
                  <a:lnTo>
                    <a:pt x="297" y="2"/>
                  </a:lnTo>
                  <a:lnTo>
                    <a:pt x="297" y="0"/>
                  </a:lnTo>
                  <a:lnTo>
                    <a:pt x="295" y="0"/>
                  </a:lnTo>
                  <a:lnTo>
                    <a:pt x="295" y="0"/>
                  </a:lnTo>
                  <a:lnTo>
                    <a:pt x="293" y="0"/>
                  </a:lnTo>
                  <a:lnTo>
                    <a:pt x="293" y="2"/>
                  </a:lnTo>
                  <a:lnTo>
                    <a:pt x="289" y="6"/>
                  </a:lnTo>
                  <a:lnTo>
                    <a:pt x="289" y="6"/>
                  </a:lnTo>
                  <a:lnTo>
                    <a:pt x="289" y="8"/>
                  </a:lnTo>
                  <a:lnTo>
                    <a:pt x="289" y="12"/>
                  </a:lnTo>
                  <a:lnTo>
                    <a:pt x="289" y="14"/>
                  </a:lnTo>
                  <a:lnTo>
                    <a:pt x="289" y="14"/>
                  </a:lnTo>
                  <a:lnTo>
                    <a:pt x="287" y="16"/>
                  </a:lnTo>
                  <a:lnTo>
                    <a:pt x="287" y="16"/>
                  </a:lnTo>
                  <a:lnTo>
                    <a:pt x="287" y="16"/>
                  </a:lnTo>
                  <a:lnTo>
                    <a:pt x="284" y="18"/>
                  </a:lnTo>
                  <a:lnTo>
                    <a:pt x="278" y="21"/>
                  </a:lnTo>
                  <a:lnTo>
                    <a:pt x="278" y="21"/>
                  </a:lnTo>
                  <a:lnTo>
                    <a:pt x="276" y="23"/>
                  </a:lnTo>
                  <a:lnTo>
                    <a:pt x="276" y="23"/>
                  </a:lnTo>
                  <a:lnTo>
                    <a:pt x="276" y="25"/>
                  </a:lnTo>
                  <a:lnTo>
                    <a:pt x="276" y="27"/>
                  </a:lnTo>
                  <a:lnTo>
                    <a:pt x="276" y="27"/>
                  </a:lnTo>
                  <a:lnTo>
                    <a:pt x="274" y="27"/>
                  </a:lnTo>
                  <a:lnTo>
                    <a:pt x="272" y="27"/>
                  </a:lnTo>
                  <a:lnTo>
                    <a:pt x="272" y="27"/>
                  </a:lnTo>
                  <a:lnTo>
                    <a:pt x="270" y="27"/>
                  </a:lnTo>
                  <a:lnTo>
                    <a:pt x="268" y="27"/>
                  </a:lnTo>
                  <a:lnTo>
                    <a:pt x="268" y="29"/>
                  </a:lnTo>
                  <a:lnTo>
                    <a:pt x="268" y="29"/>
                  </a:lnTo>
                  <a:lnTo>
                    <a:pt x="265" y="27"/>
                  </a:lnTo>
                  <a:lnTo>
                    <a:pt x="263" y="27"/>
                  </a:lnTo>
                  <a:lnTo>
                    <a:pt x="261" y="29"/>
                  </a:lnTo>
                  <a:lnTo>
                    <a:pt x="259" y="31"/>
                  </a:lnTo>
                  <a:lnTo>
                    <a:pt x="259" y="31"/>
                  </a:lnTo>
                  <a:lnTo>
                    <a:pt x="259" y="35"/>
                  </a:lnTo>
                  <a:lnTo>
                    <a:pt x="259" y="37"/>
                  </a:lnTo>
                  <a:lnTo>
                    <a:pt x="259" y="38"/>
                  </a:lnTo>
                  <a:lnTo>
                    <a:pt x="257" y="42"/>
                  </a:lnTo>
                  <a:lnTo>
                    <a:pt x="257" y="44"/>
                  </a:lnTo>
                  <a:lnTo>
                    <a:pt x="257" y="46"/>
                  </a:lnTo>
                  <a:lnTo>
                    <a:pt x="257" y="48"/>
                  </a:lnTo>
                  <a:lnTo>
                    <a:pt x="257" y="50"/>
                  </a:lnTo>
                  <a:lnTo>
                    <a:pt x="257" y="52"/>
                  </a:lnTo>
                  <a:lnTo>
                    <a:pt x="255" y="56"/>
                  </a:lnTo>
                  <a:lnTo>
                    <a:pt x="255" y="56"/>
                  </a:lnTo>
                  <a:lnTo>
                    <a:pt x="253" y="57"/>
                  </a:lnTo>
                  <a:lnTo>
                    <a:pt x="251" y="57"/>
                  </a:lnTo>
                  <a:lnTo>
                    <a:pt x="247" y="56"/>
                  </a:lnTo>
                  <a:lnTo>
                    <a:pt x="246" y="56"/>
                  </a:lnTo>
                  <a:lnTo>
                    <a:pt x="246" y="56"/>
                  </a:lnTo>
                  <a:lnTo>
                    <a:pt x="244" y="56"/>
                  </a:lnTo>
                  <a:lnTo>
                    <a:pt x="244" y="57"/>
                  </a:lnTo>
                  <a:lnTo>
                    <a:pt x="246" y="59"/>
                  </a:lnTo>
                  <a:lnTo>
                    <a:pt x="246" y="61"/>
                  </a:lnTo>
                  <a:lnTo>
                    <a:pt x="246" y="63"/>
                  </a:lnTo>
                  <a:lnTo>
                    <a:pt x="246" y="63"/>
                  </a:lnTo>
                  <a:lnTo>
                    <a:pt x="244" y="63"/>
                  </a:lnTo>
                  <a:lnTo>
                    <a:pt x="244" y="63"/>
                  </a:lnTo>
                  <a:lnTo>
                    <a:pt x="242" y="65"/>
                  </a:lnTo>
                  <a:lnTo>
                    <a:pt x="240" y="65"/>
                  </a:lnTo>
                  <a:lnTo>
                    <a:pt x="240" y="67"/>
                  </a:lnTo>
                  <a:lnTo>
                    <a:pt x="240" y="69"/>
                  </a:lnTo>
                  <a:lnTo>
                    <a:pt x="238" y="75"/>
                  </a:lnTo>
                  <a:lnTo>
                    <a:pt x="236" y="73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32" y="71"/>
                  </a:lnTo>
                  <a:lnTo>
                    <a:pt x="230" y="69"/>
                  </a:lnTo>
                  <a:lnTo>
                    <a:pt x="230" y="67"/>
                  </a:lnTo>
                  <a:lnTo>
                    <a:pt x="230" y="67"/>
                  </a:lnTo>
                  <a:lnTo>
                    <a:pt x="228" y="69"/>
                  </a:lnTo>
                  <a:lnTo>
                    <a:pt x="226" y="69"/>
                  </a:lnTo>
                  <a:lnTo>
                    <a:pt x="225" y="67"/>
                  </a:lnTo>
                  <a:lnTo>
                    <a:pt x="225" y="67"/>
                  </a:lnTo>
                  <a:lnTo>
                    <a:pt x="223" y="67"/>
                  </a:lnTo>
                  <a:lnTo>
                    <a:pt x="223" y="69"/>
                  </a:lnTo>
                  <a:lnTo>
                    <a:pt x="223" y="69"/>
                  </a:lnTo>
                  <a:lnTo>
                    <a:pt x="221" y="71"/>
                  </a:lnTo>
                  <a:lnTo>
                    <a:pt x="221" y="71"/>
                  </a:lnTo>
                  <a:lnTo>
                    <a:pt x="219" y="71"/>
                  </a:lnTo>
                  <a:lnTo>
                    <a:pt x="219" y="71"/>
                  </a:lnTo>
                  <a:lnTo>
                    <a:pt x="219" y="73"/>
                  </a:lnTo>
                  <a:lnTo>
                    <a:pt x="219" y="73"/>
                  </a:lnTo>
                  <a:lnTo>
                    <a:pt x="219" y="73"/>
                  </a:lnTo>
                  <a:lnTo>
                    <a:pt x="219" y="75"/>
                  </a:lnTo>
                  <a:lnTo>
                    <a:pt x="219" y="75"/>
                  </a:lnTo>
                  <a:lnTo>
                    <a:pt x="217" y="75"/>
                  </a:lnTo>
                  <a:lnTo>
                    <a:pt x="215" y="77"/>
                  </a:lnTo>
                  <a:lnTo>
                    <a:pt x="215" y="77"/>
                  </a:lnTo>
                  <a:lnTo>
                    <a:pt x="213" y="77"/>
                  </a:lnTo>
                  <a:lnTo>
                    <a:pt x="213" y="78"/>
                  </a:lnTo>
                  <a:lnTo>
                    <a:pt x="213" y="78"/>
                  </a:lnTo>
                  <a:lnTo>
                    <a:pt x="211" y="80"/>
                  </a:lnTo>
                  <a:lnTo>
                    <a:pt x="206" y="82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06" y="84"/>
                  </a:lnTo>
                  <a:lnTo>
                    <a:pt x="206" y="86"/>
                  </a:lnTo>
                  <a:lnTo>
                    <a:pt x="207" y="88"/>
                  </a:lnTo>
                  <a:lnTo>
                    <a:pt x="207" y="88"/>
                  </a:lnTo>
                  <a:lnTo>
                    <a:pt x="207" y="88"/>
                  </a:lnTo>
                  <a:lnTo>
                    <a:pt x="206" y="90"/>
                  </a:lnTo>
                  <a:lnTo>
                    <a:pt x="206" y="90"/>
                  </a:lnTo>
                  <a:lnTo>
                    <a:pt x="207" y="92"/>
                  </a:lnTo>
                  <a:lnTo>
                    <a:pt x="207" y="92"/>
                  </a:lnTo>
                  <a:lnTo>
                    <a:pt x="207" y="94"/>
                  </a:lnTo>
                  <a:lnTo>
                    <a:pt x="206" y="94"/>
                  </a:lnTo>
                  <a:lnTo>
                    <a:pt x="206" y="96"/>
                  </a:lnTo>
                  <a:lnTo>
                    <a:pt x="206" y="96"/>
                  </a:lnTo>
                  <a:lnTo>
                    <a:pt x="206" y="97"/>
                  </a:lnTo>
                  <a:lnTo>
                    <a:pt x="206" y="97"/>
                  </a:lnTo>
                  <a:lnTo>
                    <a:pt x="207" y="99"/>
                  </a:lnTo>
                  <a:lnTo>
                    <a:pt x="207" y="101"/>
                  </a:lnTo>
                  <a:lnTo>
                    <a:pt x="207" y="101"/>
                  </a:lnTo>
                  <a:lnTo>
                    <a:pt x="209" y="103"/>
                  </a:lnTo>
                  <a:lnTo>
                    <a:pt x="211" y="105"/>
                  </a:lnTo>
                  <a:lnTo>
                    <a:pt x="211" y="105"/>
                  </a:lnTo>
                  <a:lnTo>
                    <a:pt x="209" y="107"/>
                  </a:lnTo>
                  <a:lnTo>
                    <a:pt x="207" y="107"/>
                  </a:lnTo>
                  <a:lnTo>
                    <a:pt x="207" y="109"/>
                  </a:lnTo>
                  <a:lnTo>
                    <a:pt x="206" y="109"/>
                  </a:lnTo>
                  <a:lnTo>
                    <a:pt x="204" y="107"/>
                  </a:lnTo>
                  <a:lnTo>
                    <a:pt x="202" y="107"/>
                  </a:lnTo>
                  <a:lnTo>
                    <a:pt x="200" y="107"/>
                  </a:lnTo>
                  <a:lnTo>
                    <a:pt x="200" y="107"/>
                  </a:lnTo>
                  <a:lnTo>
                    <a:pt x="198" y="107"/>
                  </a:lnTo>
                  <a:lnTo>
                    <a:pt x="196" y="105"/>
                  </a:lnTo>
                  <a:lnTo>
                    <a:pt x="196" y="105"/>
                  </a:lnTo>
                  <a:lnTo>
                    <a:pt x="194" y="105"/>
                  </a:lnTo>
                  <a:lnTo>
                    <a:pt x="194" y="105"/>
                  </a:lnTo>
                  <a:lnTo>
                    <a:pt x="192" y="105"/>
                  </a:lnTo>
                  <a:lnTo>
                    <a:pt x="190" y="105"/>
                  </a:lnTo>
                  <a:lnTo>
                    <a:pt x="190" y="107"/>
                  </a:lnTo>
                  <a:lnTo>
                    <a:pt x="188" y="107"/>
                  </a:lnTo>
                  <a:lnTo>
                    <a:pt x="186" y="105"/>
                  </a:lnTo>
                  <a:lnTo>
                    <a:pt x="186" y="105"/>
                  </a:lnTo>
                  <a:lnTo>
                    <a:pt x="185" y="105"/>
                  </a:lnTo>
                  <a:lnTo>
                    <a:pt x="181" y="107"/>
                  </a:lnTo>
                  <a:lnTo>
                    <a:pt x="179" y="109"/>
                  </a:lnTo>
                  <a:lnTo>
                    <a:pt x="179" y="109"/>
                  </a:lnTo>
                  <a:lnTo>
                    <a:pt x="177" y="109"/>
                  </a:lnTo>
                  <a:lnTo>
                    <a:pt x="177" y="109"/>
                  </a:lnTo>
                  <a:lnTo>
                    <a:pt x="175" y="109"/>
                  </a:lnTo>
                  <a:lnTo>
                    <a:pt x="171" y="109"/>
                  </a:lnTo>
                  <a:lnTo>
                    <a:pt x="171" y="109"/>
                  </a:lnTo>
                  <a:lnTo>
                    <a:pt x="169" y="111"/>
                  </a:lnTo>
                  <a:lnTo>
                    <a:pt x="169" y="111"/>
                  </a:lnTo>
                  <a:lnTo>
                    <a:pt x="167" y="109"/>
                  </a:lnTo>
                  <a:lnTo>
                    <a:pt x="167" y="109"/>
                  </a:lnTo>
                  <a:lnTo>
                    <a:pt x="165" y="109"/>
                  </a:lnTo>
                  <a:lnTo>
                    <a:pt x="165" y="107"/>
                  </a:lnTo>
                  <a:lnTo>
                    <a:pt x="165" y="105"/>
                  </a:lnTo>
                  <a:lnTo>
                    <a:pt x="165" y="103"/>
                  </a:lnTo>
                  <a:lnTo>
                    <a:pt x="164" y="103"/>
                  </a:lnTo>
                  <a:lnTo>
                    <a:pt x="164" y="101"/>
                  </a:lnTo>
                  <a:lnTo>
                    <a:pt x="162" y="103"/>
                  </a:lnTo>
                  <a:lnTo>
                    <a:pt x="160" y="101"/>
                  </a:lnTo>
                  <a:lnTo>
                    <a:pt x="158" y="103"/>
                  </a:lnTo>
                  <a:lnTo>
                    <a:pt x="158" y="105"/>
                  </a:lnTo>
                  <a:lnTo>
                    <a:pt x="156" y="105"/>
                  </a:lnTo>
                  <a:lnTo>
                    <a:pt x="154" y="105"/>
                  </a:lnTo>
                  <a:lnTo>
                    <a:pt x="154" y="105"/>
                  </a:lnTo>
                  <a:lnTo>
                    <a:pt x="154" y="103"/>
                  </a:lnTo>
                  <a:lnTo>
                    <a:pt x="152" y="103"/>
                  </a:lnTo>
                  <a:lnTo>
                    <a:pt x="152" y="101"/>
                  </a:lnTo>
                  <a:lnTo>
                    <a:pt x="150" y="101"/>
                  </a:lnTo>
                  <a:lnTo>
                    <a:pt x="148" y="101"/>
                  </a:lnTo>
                  <a:lnTo>
                    <a:pt x="146" y="101"/>
                  </a:lnTo>
                  <a:lnTo>
                    <a:pt x="145" y="99"/>
                  </a:lnTo>
                  <a:lnTo>
                    <a:pt x="145" y="97"/>
                  </a:lnTo>
                  <a:lnTo>
                    <a:pt x="143" y="96"/>
                  </a:lnTo>
                  <a:lnTo>
                    <a:pt x="143" y="96"/>
                  </a:lnTo>
                  <a:lnTo>
                    <a:pt x="141" y="96"/>
                  </a:lnTo>
                  <a:lnTo>
                    <a:pt x="141" y="97"/>
                  </a:lnTo>
                  <a:lnTo>
                    <a:pt x="139" y="97"/>
                  </a:lnTo>
                  <a:lnTo>
                    <a:pt x="139" y="97"/>
                  </a:lnTo>
                  <a:lnTo>
                    <a:pt x="137" y="101"/>
                  </a:lnTo>
                  <a:lnTo>
                    <a:pt x="137" y="101"/>
                  </a:lnTo>
                  <a:lnTo>
                    <a:pt x="137" y="103"/>
                  </a:lnTo>
                  <a:lnTo>
                    <a:pt x="135" y="103"/>
                  </a:lnTo>
                  <a:lnTo>
                    <a:pt x="135" y="105"/>
                  </a:lnTo>
                  <a:lnTo>
                    <a:pt x="135" y="107"/>
                  </a:lnTo>
                  <a:lnTo>
                    <a:pt x="135" y="111"/>
                  </a:lnTo>
                  <a:lnTo>
                    <a:pt x="137" y="111"/>
                  </a:lnTo>
                  <a:lnTo>
                    <a:pt x="137" y="113"/>
                  </a:lnTo>
                  <a:lnTo>
                    <a:pt x="137" y="115"/>
                  </a:lnTo>
                  <a:lnTo>
                    <a:pt x="137" y="115"/>
                  </a:lnTo>
                  <a:lnTo>
                    <a:pt x="139" y="115"/>
                  </a:lnTo>
                  <a:lnTo>
                    <a:pt x="139" y="116"/>
                  </a:lnTo>
                  <a:lnTo>
                    <a:pt x="141" y="116"/>
                  </a:lnTo>
                  <a:lnTo>
                    <a:pt x="141" y="118"/>
                  </a:lnTo>
                  <a:lnTo>
                    <a:pt x="141" y="120"/>
                  </a:lnTo>
                  <a:lnTo>
                    <a:pt x="141" y="120"/>
                  </a:lnTo>
                  <a:lnTo>
                    <a:pt x="141" y="122"/>
                  </a:lnTo>
                  <a:lnTo>
                    <a:pt x="141" y="122"/>
                  </a:lnTo>
                  <a:lnTo>
                    <a:pt x="139" y="124"/>
                  </a:lnTo>
                  <a:lnTo>
                    <a:pt x="139" y="124"/>
                  </a:lnTo>
                  <a:lnTo>
                    <a:pt x="139" y="126"/>
                  </a:lnTo>
                  <a:lnTo>
                    <a:pt x="139" y="128"/>
                  </a:lnTo>
                  <a:lnTo>
                    <a:pt x="141" y="128"/>
                  </a:lnTo>
                  <a:lnTo>
                    <a:pt x="141" y="130"/>
                  </a:lnTo>
                  <a:lnTo>
                    <a:pt x="143" y="130"/>
                  </a:lnTo>
                  <a:lnTo>
                    <a:pt x="143" y="132"/>
                  </a:lnTo>
                  <a:lnTo>
                    <a:pt x="143" y="134"/>
                  </a:lnTo>
                  <a:lnTo>
                    <a:pt x="143" y="134"/>
                  </a:lnTo>
                  <a:lnTo>
                    <a:pt x="143" y="135"/>
                  </a:lnTo>
                  <a:lnTo>
                    <a:pt x="141" y="135"/>
                  </a:lnTo>
                  <a:lnTo>
                    <a:pt x="141" y="135"/>
                  </a:lnTo>
                  <a:lnTo>
                    <a:pt x="141" y="137"/>
                  </a:lnTo>
                  <a:lnTo>
                    <a:pt x="141" y="137"/>
                  </a:lnTo>
                  <a:lnTo>
                    <a:pt x="143" y="139"/>
                  </a:lnTo>
                  <a:lnTo>
                    <a:pt x="143" y="141"/>
                  </a:lnTo>
                  <a:lnTo>
                    <a:pt x="143" y="141"/>
                  </a:lnTo>
                  <a:lnTo>
                    <a:pt x="143" y="143"/>
                  </a:lnTo>
                  <a:lnTo>
                    <a:pt x="143" y="143"/>
                  </a:lnTo>
                  <a:lnTo>
                    <a:pt x="143" y="143"/>
                  </a:lnTo>
                  <a:lnTo>
                    <a:pt x="141" y="145"/>
                  </a:lnTo>
                  <a:lnTo>
                    <a:pt x="141" y="145"/>
                  </a:lnTo>
                  <a:lnTo>
                    <a:pt x="139" y="145"/>
                  </a:lnTo>
                  <a:lnTo>
                    <a:pt x="137" y="143"/>
                  </a:lnTo>
                  <a:lnTo>
                    <a:pt x="135" y="141"/>
                  </a:lnTo>
                  <a:lnTo>
                    <a:pt x="135" y="141"/>
                  </a:lnTo>
                  <a:lnTo>
                    <a:pt x="133" y="141"/>
                  </a:lnTo>
                  <a:lnTo>
                    <a:pt x="133" y="141"/>
                  </a:lnTo>
                  <a:lnTo>
                    <a:pt x="133" y="143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29" y="145"/>
                  </a:lnTo>
                  <a:lnTo>
                    <a:pt x="127" y="145"/>
                  </a:lnTo>
                  <a:lnTo>
                    <a:pt x="125" y="145"/>
                  </a:lnTo>
                  <a:lnTo>
                    <a:pt x="125" y="145"/>
                  </a:lnTo>
                  <a:lnTo>
                    <a:pt x="124" y="145"/>
                  </a:lnTo>
                  <a:lnTo>
                    <a:pt x="124" y="145"/>
                  </a:lnTo>
                  <a:lnTo>
                    <a:pt x="124" y="143"/>
                  </a:lnTo>
                  <a:lnTo>
                    <a:pt x="122" y="143"/>
                  </a:lnTo>
                  <a:lnTo>
                    <a:pt x="118" y="143"/>
                  </a:lnTo>
                  <a:lnTo>
                    <a:pt x="116" y="143"/>
                  </a:lnTo>
                  <a:lnTo>
                    <a:pt x="114" y="145"/>
                  </a:lnTo>
                  <a:lnTo>
                    <a:pt x="114" y="145"/>
                  </a:lnTo>
                  <a:lnTo>
                    <a:pt x="112" y="145"/>
                  </a:lnTo>
                  <a:lnTo>
                    <a:pt x="106" y="147"/>
                  </a:lnTo>
                  <a:lnTo>
                    <a:pt x="106" y="147"/>
                  </a:lnTo>
                  <a:lnTo>
                    <a:pt x="106" y="147"/>
                  </a:lnTo>
                  <a:lnTo>
                    <a:pt x="106" y="149"/>
                  </a:lnTo>
                  <a:lnTo>
                    <a:pt x="106" y="151"/>
                  </a:lnTo>
                  <a:lnTo>
                    <a:pt x="106" y="151"/>
                  </a:lnTo>
                  <a:lnTo>
                    <a:pt x="101" y="154"/>
                  </a:lnTo>
                  <a:lnTo>
                    <a:pt x="99" y="154"/>
                  </a:lnTo>
                  <a:lnTo>
                    <a:pt x="97" y="154"/>
                  </a:lnTo>
                  <a:lnTo>
                    <a:pt x="97" y="154"/>
                  </a:lnTo>
                  <a:lnTo>
                    <a:pt x="95" y="154"/>
                  </a:lnTo>
                  <a:lnTo>
                    <a:pt x="95" y="153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93" y="151"/>
                  </a:lnTo>
                  <a:lnTo>
                    <a:pt x="91" y="151"/>
                  </a:lnTo>
                  <a:lnTo>
                    <a:pt x="89" y="151"/>
                  </a:lnTo>
                  <a:lnTo>
                    <a:pt x="89" y="149"/>
                  </a:lnTo>
                  <a:lnTo>
                    <a:pt x="89" y="149"/>
                  </a:lnTo>
                  <a:lnTo>
                    <a:pt x="89" y="147"/>
                  </a:lnTo>
                  <a:lnTo>
                    <a:pt x="87" y="147"/>
                  </a:lnTo>
                  <a:lnTo>
                    <a:pt x="87" y="147"/>
                  </a:lnTo>
                  <a:lnTo>
                    <a:pt x="87" y="147"/>
                  </a:lnTo>
                  <a:lnTo>
                    <a:pt x="84" y="147"/>
                  </a:lnTo>
                  <a:lnTo>
                    <a:pt x="80" y="147"/>
                  </a:lnTo>
                  <a:lnTo>
                    <a:pt x="80" y="147"/>
                  </a:lnTo>
                  <a:lnTo>
                    <a:pt x="80" y="147"/>
                  </a:lnTo>
                  <a:lnTo>
                    <a:pt x="78" y="149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76" y="153"/>
                  </a:lnTo>
                  <a:lnTo>
                    <a:pt x="76" y="153"/>
                  </a:lnTo>
                  <a:lnTo>
                    <a:pt x="76" y="153"/>
                  </a:lnTo>
                  <a:lnTo>
                    <a:pt x="74" y="154"/>
                  </a:lnTo>
                  <a:lnTo>
                    <a:pt x="70" y="154"/>
                  </a:lnTo>
                  <a:lnTo>
                    <a:pt x="68" y="154"/>
                  </a:lnTo>
                  <a:lnTo>
                    <a:pt x="68" y="156"/>
                  </a:lnTo>
                  <a:lnTo>
                    <a:pt x="68" y="156"/>
                  </a:lnTo>
                  <a:lnTo>
                    <a:pt x="68" y="156"/>
                  </a:lnTo>
                  <a:lnTo>
                    <a:pt x="70" y="158"/>
                  </a:lnTo>
                  <a:lnTo>
                    <a:pt x="70" y="158"/>
                  </a:lnTo>
                  <a:lnTo>
                    <a:pt x="70" y="160"/>
                  </a:lnTo>
                  <a:lnTo>
                    <a:pt x="70" y="164"/>
                  </a:lnTo>
                  <a:lnTo>
                    <a:pt x="70" y="164"/>
                  </a:lnTo>
                  <a:lnTo>
                    <a:pt x="70" y="164"/>
                  </a:lnTo>
                  <a:lnTo>
                    <a:pt x="70" y="164"/>
                  </a:lnTo>
                  <a:lnTo>
                    <a:pt x="70" y="166"/>
                  </a:lnTo>
                  <a:lnTo>
                    <a:pt x="70" y="166"/>
                  </a:lnTo>
                  <a:lnTo>
                    <a:pt x="68" y="166"/>
                  </a:lnTo>
                  <a:lnTo>
                    <a:pt x="66" y="164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3" y="166"/>
                  </a:lnTo>
                  <a:lnTo>
                    <a:pt x="61" y="166"/>
                  </a:lnTo>
                  <a:lnTo>
                    <a:pt x="59" y="166"/>
                  </a:lnTo>
                  <a:lnTo>
                    <a:pt x="59" y="168"/>
                  </a:lnTo>
                  <a:lnTo>
                    <a:pt x="59" y="168"/>
                  </a:lnTo>
                  <a:lnTo>
                    <a:pt x="59" y="168"/>
                  </a:lnTo>
                  <a:lnTo>
                    <a:pt x="57" y="170"/>
                  </a:lnTo>
                  <a:lnTo>
                    <a:pt x="57" y="170"/>
                  </a:lnTo>
                  <a:lnTo>
                    <a:pt x="57" y="170"/>
                  </a:lnTo>
                  <a:lnTo>
                    <a:pt x="55" y="170"/>
                  </a:lnTo>
                  <a:lnTo>
                    <a:pt x="55" y="170"/>
                  </a:lnTo>
                  <a:lnTo>
                    <a:pt x="55" y="170"/>
                  </a:lnTo>
                  <a:lnTo>
                    <a:pt x="53" y="174"/>
                  </a:lnTo>
                  <a:lnTo>
                    <a:pt x="53" y="174"/>
                  </a:lnTo>
                  <a:lnTo>
                    <a:pt x="53" y="174"/>
                  </a:lnTo>
                  <a:lnTo>
                    <a:pt x="51" y="174"/>
                  </a:lnTo>
                  <a:lnTo>
                    <a:pt x="51" y="175"/>
                  </a:lnTo>
                  <a:lnTo>
                    <a:pt x="53" y="177"/>
                  </a:lnTo>
                  <a:lnTo>
                    <a:pt x="53" y="179"/>
                  </a:lnTo>
                  <a:lnTo>
                    <a:pt x="53" y="179"/>
                  </a:lnTo>
                  <a:lnTo>
                    <a:pt x="51" y="181"/>
                  </a:lnTo>
                  <a:lnTo>
                    <a:pt x="49" y="181"/>
                  </a:lnTo>
                  <a:lnTo>
                    <a:pt x="49" y="181"/>
                  </a:lnTo>
                  <a:lnTo>
                    <a:pt x="49" y="181"/>
                  </a:lnTo>
                  <a:lnTo>
                    <a:pt x="47" y="181"/>
                  </a:lnTo>
                  <a:lnTo>
                    <a:pt x="45" y="185"/>
                  </a:lnTo>
                  <a:lnTo>
                    <a:pt x="44" y="185"/>
                  </a:lnTo>
                  <a:lnTo>
                    <a:pt x="44" y="185"/>
                  </a:lnTo>
                  <a:lnTo>
                    <a:pt x="42" y="185"/>
                  </a:lnTo>
                  <a:lnTo>
                    <a:pt x="42" y="185"/>
                  </a:lnTo>
                  <a:lnTo>
                    <a:pt x="42" y="185"/>
                  </a:lnTo>
                  <a:lnTo>
                    <a:pt x="42" y="185"/>
                  </a:lnTo>
                  <a:lnTo>
                    <a:pt x="42" y="185"/>
                  </a:lnTo>
                  <a:lnTo>
                    <a:pt x="42" y="185"/>
                  </a:lnTo>
                  <a:lnTo>
                    <a:pt x="42" y="183"/>
                  </a:lnTo>
                  <a:lnTo>
                    <a:pt x="42" y="183"/>
                  </a:lnTo>
                  <a:lnTo>
                    <a:pt x="42" y="183"/>
                  </a:lnTo>
                  <a:lnTo>
                    <a:pt x="42" y="183"/>
                  </a:lnTo>
                  <a:lnTo>
                    <a:pt x="40" y="181"/>
                  </a:lnTo>
                  <a:lnTo>
                    <a:pt x="40" y="181"/>
                  </a:lnTo>
                  <a:lnTo>
                    <a:pt x="40" y="179"/>
                  </a:lnTo>
                  <a:lnTo>
                    <a:pt x="40" y="177"/>
                  </a:lnTo>
                  <a:lnTo>
                    <a:pt x="40" y="177"/>
                  </a:lnTo>
                  <a:lnTo>
                    <a:pt x="38" y="177"/>
                  </a:lnTo>
                  <a:lnTo>
                    <a:pt x="36" y="177"/>
                  </a:lnTo>
                  <a:lnTo>
                    <a:pt x="34" y="177"/>
                  </a:lnTo>
                  <a:lnTo>
                    <a:pt x="32" y="177"/>
                  </a:lnTo>
                  <a:lnTo>
                    <a:pt x="32" y="175"/>
                  </a:lnTo>
                  <a:lnTo>
                    <a:pt x="30" y="175"/>
                  </a:lnTo>
                  <a:lnTo>
                    <a:pt x="30" y="175"/>
                  </a:lnTo>
                  <a:lnTo>
                    <a:pt x="30" y="177"/>
                  </a:lnTo>
                  <a:lnTo>
                    <a:pt x="30" y="179"/>
                  </a:lnTo>
                  <a:lnTo>
                    <a:pt x="30" y="181"/>
                  </a:lnTo>
                  <a:lnTo>
                    <a:pt x="28" y="181"/>
                  </a:lnTo>
                  <a:lnTo>
                    <a:pt x="28" y="181"/>
                  </a:lnTo>
                  <a:lnTo>
                    <a:pt x="28" y="183"/>
                  </a:lnTo>
                  <a:lnTo>
                    <a:pt x="26" y="183"/>
                  </a:lnTo>
                  <a:lnTo>
                    <a:pt x="26" y="183"/>
                  </a:lnTo>
                  <a:lnTo>
                    <a:pt x="26" y="183"/>
                  </a:lnTo>
                  <a:lnTo>
                    <a:pt x="24" y="185"/>
                  </a:lnTo>
                  <a:lnTo>
                    <a:pt x="23" y="187"/>
                  </a:lnTo>
                  <a:lnTo>
                    <a:pt x="23" y="187"/>
                  </a:lnTo>
                  <a:lnTo>
                    <a:pt x="23" y="187"/>
                  </a:lnTo>
                  <a:lnTo>
                    <a:pt x="23" y="185"/>
                  </a:lnTo>
                  <a:lnTo>
                    <a:pt x="21" y="185"/>
                  </a:lnTo>
                  <a:lnTo>
                    <a:pt x="21" y="185"/>
                  </a:lnTo>
                  <a:lnTo>
                    <a:pt x="21" y="185"/>
                  </a:lnTo>
                  <a:lnTo>
                    <a:pt x="21" y="183"/>
                  </a:lnTo>
                  <a:lnTo>
                    <a:pt x="19" y="185"/>
                  </a:lnTo>
                  <a:lnTo>
                    <a:pt x="19" y="185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7" y="187"/>
                  </a:lnTo>
                  <a:lnTo>
                    <a:pt x="17" y="187"/>
                  </a:lnTo>
                  <a:lnTo>
                    <a:pt x="17" y="187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3" y="185"/>
                  </a:lnTo>
                  <a:lnTo>
                    <a:pt x="13" y="187"/>
                  </a:lnTo>
                  <a:lnTo>
                    <a:pt x="13" y="189"/>
                  </a:lnTo>
                  <a:lnTo>
                    <a:pt x="11" y="191"/>
                  </a:lnTo>
                  <a:lnTo>
                    <a:pt x="11" y="191"/>
                  </a:lnTo>
                  <a:lnTo>
                    <a:pt x="11" y="191"/>
                  </a:lnTo>
                  <a:lnTo>
                    <a:pt x="11" y="193"/>
                  </a:lnTo>
                  <a:lnTo>
                    <a:pt x="13" y="193"/>
                  </a:lnTo>
                  <a:lnTo>
                    <a:pt x="13" y="193"/>
                  </a:lnTo>
                  <a:lnTo>
                    <a:pt x="13" y="193"/>
                  </a:lnTo>
                  <a:lnTo>
                    <a:pt x="13" y="193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7" y="191"/>
                  </a:lnTo>
                  <a:lnTo>
                    <a:pt x="17" y="193"/>
                  </a:lnTo>
                  <a:lnTo>
                    <a:pt x="17" y="193"/>
                  </a:lnTo>
                  <a:lnTo>
                    <a:pt x="17" y="193"/>
                  </a:lnTo>
                  <a:lnTo>
                    <a:pt x="17" y="193"/>
                  </a:lnTo>
                  <a:lnTo>
                    <a:pt x="17" y="194"/>
                  </a:lnTo>
                  <a:lnTo>
                    <a:pt x="17" y="194"/>
                  </a:lnTo>
                  <a:lnTo>
                    <a:pt x="17" y="194"/>
                  </a:lnTo>
                  <a:lnTo>
                    <a:pt x="19" y="194"/>
                  </a:lnTo>
                  <a:lnTo>
                    <a:pt x="19" y="194"/>
                  </a:lnTo>
                  <a:lnTo>
                    <a:pt x="19" y="194"/>
                  </a:lnTo>
                  <a:lnTo>
                    <a:pt x="21" y="194"/>
                  </a:lnTo>
                  <a:lnTo>
                    <a:pt x="21" y="194"/>
                  </a:lnTo>
                  <a:lnTo>
                    <a:pt x="21" y="196"/>
                  </a:lnTo>
                  <a:lnTo>
                    <a:pt x="21" y="196"/>
                  </a:lnTo>
                  <a:lnTo>
                    <a:pt x="21" y="196"/>
                  </a:lnTo>
                  <a:lnTo>
                    <a:pt x="21" y="198"/>
                  </a:lnTo>
                  <a:lnTo>
                    <a:pt x="21" y="198"/>
                  </a:lnTo>
                  <a:lnTo>
                    <a:pt x="21" y="198"/>
                  </a:lnTo>
                  <a:lnTo>
                    <a:pt x="23" y="198"/>
                  </a:lnTo>
                  <a:lnTo>
                    <a:pt x="23" y="198"/>
                  </a:lnTo>
                  <a:lnTo>
                    <a:pt x="24" y="200"/>
                  </a:lnTo>
                  <a:lnTo>
                    <a:pt x="24" y="200"/>
                  </a:lnTo>
                  <a:lnTo>
                    <a:pt x="24" y="200"/>
                  </a:lnTo>
                  <a:lnTo>
                    <a:pt x="23" y="200"/>
                  </a:lnTo>
                  <a:lnTo>
                    <a:pt x="23" y="200"/>
                  </a:lnTo>
                  <a:lnTo>
                    <a:pt x="23" y="200"/>
                  </a:lnTo>
                  <a:lnTo>
                    <a:pt x="21" y="202"/>
                  </a:lnTo>
                  <a:lnTo>
                    <a:pt x="19" y="202"/>
                  </a:lnTo>
                  <a:lnTo>
                    <a:pt x="19" y="202"/>
                  </a:lnTo>
                  <a:lnTo>
                    <a:pt x="19" y="202"/>
                  </a:lnTo>
                  <a:lnTo>
                    <a:pt x="19" y="204"/>
                  </a:lnTo>
                  <a:lnTo>
                    <a:pt x="19" y="206"/>
                  </a:lnTo>
                  <a:lnTo>
                    <a:pt x="21" y="206"/>
                  </a:lnTo>
                  <a:lnTo>
                    <a:pt x="21" y="208"/>
                  </a:lnTo>
                  <a:lnTo>
                    <a:pt x="21" y="208"/>
                  </a:lnTo>
                  <a:lnTo>
                    <a:pt x="21" y="208"/>
                  </a:lnTo>
                  <a:lnTo>
                    <a:pt x="21" y="210"/>
                  </a:lnTo>
                  <a:lnTo>
                    <a:pt x="21" y="210"/>
                  </a:lnTo>
                  <a:lnTo>
                    <a:pt x="21" y="212"/>
                  </a:lnTo>
                  <a:lnTo>
                    <a:pt x="21" y="212"/>
                  </a:lnTo>
                  <a:lnTo>
                    <a:pt x="21" y="212"/>
                  </a:lnTo>
                  <a:lnTo>
                    <a:pt x="23" y="212"/>
                  </a:lnTo>
                  <a:lnTo>
                    <a:pt x="23" y="212"/>
                  </a:lnTo>
                  <a:lnTo>
                    <a:pt x="23" y="210"/>
                  </a:lnTo>
                  <a:lnTo>
                    <a:pt x="24" y="210"/>
                  </a:lnTo>
                  <a:lnTo>
                    <a:pt x="24" y="210"/>
                  </a:lnTo>
                  <a:lnTo>
                    <a:pt x="24" y="210"/>
                  </a:lnTo>
                  <a:lnTo>
                    <a:pt x="32" y="213"/>
                  </a:lnTo>
                  <a:lnTo>
                    <a:pt x="34" y="213"/>
                  </a:lnTo>
                  <a:lnTo>
                    <a:pt x="34" y="215"/>
                  </a:lnTo>
                  <a:lnTo>
                    <a:pt x="34" y="215"/>
                  </a:lnTo>
                  <a:lnTo>
                    <a:pt x="34" y="215"/>
                  </a:lnTo>
                  <a:lnTo>
                    <a:pt x="34" y="217"/>
                  </a:lnTo>
                  <a:lnTo>
                    <a:pt x="34" y="219"/>
                  </a:lnTo>
                  <a:lnTo>
                    <a:pt x="34" y="223"/>
                  </a:lnTo>
                  <a:lnTo>
                    <a:pt x="34" y="227"/>
                  </a:lnTo>
                  <a:lnTo>
                    <a:pt x="34" y="227"/>
                  </a:lnTo>
                  <a:lnTo>
                    <a:pt x="34" y="229"/>
                  </a:lnTo>
                  <a:lnTo>
                    <a:pt x="34" y="229"/>
                  </a:lnTo>
                  <a:lnTo>
                    <a:pt x="30" y="229"/>
                  </a:lnTo>
                  <a:lnTo>
                    <a:pt x="28" y="229"/>
                  </a:lnTo>
                  <a:lnTo>
                    <a:pt x="28" y="231"/>
                  </a:lnTo>
                  <a:lnTo>
                    <a:pt x="26" y="231"/>
                  </a:lnTo>
                  <a:lnTo>
                    <a:pt x="26" y="231"/>
                  </a:lnTo>
                  <a:lnTo>
                    <a:pt x="26" y="232"/>
                  </a:lnTo>
                  <a:lnTo>
                    <a:pt x="26" y="232"/>
                  </a:lnTo>
                  <a:lnTo>
                    <a:pt x="28" y="232"/>
                  </a:lnTo>
                  <a:lnTo>
                    <a:pt x="30" y="232"/>
                  </a:lnTo>
                  <a:lnTo>
                    <a:pt x="30" y="234"/>
                  </a:lnTo>
                  <a:lnTo>
                    <a:pt x="30" y="234"/>
                  </a:lnTo>
                  <a:lnTo>
                    <a:pt x="30" y="234"/>
                  </a:lnTo>
                  <a:lnTo>
                    <a:pt x="30" y="234"/>
                  </a:lnTo>
                  <a:lnTo>
                    <a:pt x="30" y="236"/>
                  </a:lnTo>
                  <a:lnTo>
                    <a:pt x="30" y="238"/>
                  </a:lnTo>
                  <a:lnTo>
                    <a:pt x="30" y="240"/>
                  </a:lnTo>
                  <a:lnTo>
                    <a:pt x="28" y="242"/>
                  </a:lnTo>
                  <a:lnTo>
                    <a:pt x="28" y="244"/>
                  </a:lnTo>
                  <a:lnTo>
                    <a:pt x="26" y="248"/>
                  </a:lnTo>
                  <a:lnTo>
                    <a:pt x="24" y="250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1"/>
                  </a:lnTo>
                  <a:lnTo>
                    <a:pt x="24" y="253"/>
                  </a:lnTo>
                  <a:lnTo>
                    <a:pt x="24" y="253"/>
                  </a:lnTo>
                  <a:lnTo>
                    <a:pt x="24" y="255"/>
                  </a:lnTo>
                  <a:lnTo>
                    <a:pt x="23" y="259"/>
                  </a:lnTo>
                  <a:lnTo>
                    <a:pt x="21" y="261"/>
                  </a:lnTo>
                  <a:lnTo>
                    <a:pt x="21" y="261"/>
                  </a:lnTo>
                  <a:lnTo>
                    <a:pt x="19" y="263"/>
                  </a:lnTo>
                  <a:lnTo>
                    <a:pt x="19" y="263"/>
                  </a:lnTo>
                  <a:lnTo>
                    <a:pt x="17" y="265"/>
                  </a:lnTo>
                  <a:lnTo>
                    <a:pt x="15" y="265"/>
                  </a:lnTo>
                  <a:lnTo>
                    <a:pt x="11" y="265"/>
                  </a:lnTo>
                  <a:lnTo>
                    <a:pt x="11" y="265"/>
                  </a:lnTo>
                  <a:lnTo>
                    <a:pt x="11" y="265"/>
                  </a:lnTo>
                  <a:lnTo>
                    <a:pt x="11" y="265"/>
                  </a:lnTo>
                  <a:lnTo>
                    <a:pt x="11" y="263"/>
                  </a:lnTo>
                  <a:lnTo>
                    <a:pt x="11" y="263"/>
                  </a:lnTo>
                  <a:lnTo>
                    <a:pt x="11" y="263"/>
                  </a:lnTo>
                  <a:lnTo>
                    <a:pt x="11" y="261"/>
                  </a:lnTo>
                  <a:lnTo>
                    <a:pt x="11" y="261"/>
                  </a:lnTo>
                  <a:lnTo>
                    <a:pt x="11" y="261"/>
                  </a:lnTo>
                  <a:lnTo>
                    <a:pt x="9" y="261"/>
                  </a:lnTo>
                  <a:lnTo>
                    <a:pt x="9" y="261"/>
                  </a:lnTo>
                  <a:lnTo>
                    <a:pt x="7" y="261"/>
                  </a:lnTo>
                  <a:lnTo>
                    <a:pt x="4" y="265"/>
                  </a:lnTo>
                  <a:lnTo>
                    <a:pt x="2" y="265"/>
                  </a:lnTo>
                  <a:lnTo>
                    <a:pt x="2" y="269"/>
                  </a:lnTo>
                  <a:lnTo>
                    <a:pt x="2" y="269"/>
                  </a:lnTo>
                  <a:lnTo>
                    <a:pt x="2" y="269"/>
                  </a:lnTo>
                  <a:lnTo>
                    <a:pt x="0" y="269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2" y="272"/>
                  </a:lnTo>
                  <a:lnTo>
                    <a:pt x="4" y="272"/>
                  </a:lnTo>
                  <a:lnTo>
                    <a:pt x="4" y="272"/>
                  </a:lnTo>
                  <a:lnTo>
                    <a:pt x="5" y="272"/>
                  </a:lnTo>
                  <a:lnTo>
                    <a:pt x="5" y="272"/>
                  </a:lnTo>
                  <a:lnTo>
                    <a:pt x="5" y="270"/>
                  </a:lnTo>
                  <a:lnTo>
                    <a:pt x="7" y="270"/>
                  </a:lnTo>
                  <a:lnTo>
                    <a:pt x="7" y="272"/>
                  </a:lnTo>
                  <a:lnTo>
                    <a:pt x="9" y="272"/>
                  </a:lnTo>
                  <a:lnTo>
                    <a:pt x="11" y="274"/>
                  </a:lnTo>
                  <a:lnTo>
                    <a:pt x="13" y="274"/>
                  </a:lnTo>
                  <a:lnTo>
                    <a:pt x="13" y="274"/>
                  </a:lnTo>
                  <a:lnTo>
                    <a:pt x="13" y="278"/>
                  </a:lnTo>
                  <a:lnTo>
                    <a:pt x="15" y="284"/>
                  </a:lnTo>
                  <a:lnTo>
                    <a:pt x="15" y="284"/>
                  </a:lnTo>
                  <a:lnTo>
                    <a:pt x="15" y="286"/>
                  </a:lnTo>
                  <a:lnTo>
                    <a:pt x="13" y="288"/>
                  </a:lnTo>
                  <a:lnTo>
                    <a:pt x="13" y="290"/>
                  </a:lnTo>
                  <a:lnTo>
                    <a:pt x="13" y="290"/>
                  </a:lnTo>
                  <a:lnTo>
                    <a:pt x="15" y="291"/>
                  </a:lnTo>
                  <a:lnTo>
                    <a:pt x="15" y="291"/>
                  </a:lnTo>
                  <a:lnTo>
                    <a:pt x="15" y="293"/>
                  </a:lnTo>
                  <a:lnTo>
                    <a:pt x="15" y="293"/>
                  </a:lnTo>
                  <a:lnTo>
                    <a:pt x="15" y="293"/>
                  </a:lnTo>
                  <a:lnTo>
                    <a:pt x="15" y="295"/>
                  </a:lnTo>
                  <a:lnTo>
                    <a:pt x="15" y="295"/>
                  </a:lnTo>
                  <a:lnTo>
                    <a:pt x="15" y="297"/>
                  </a:lnTo>
                  <a:lnTo>
                    <a:pt x="15" y="297"/>
                  </a:lnTo>
                  <a:lnTo>
                    <a:pt x="19" y="301"/>
                  </a:lnTo>
                  <a:lnTo>
                    <a:pt x="19" y="301"/>
                  </a:lnTo>
                  <a:lnTo>
                    <a:pt x="19" y="301"/>
                  </a:lnTo>
                  <a:lnTo>
                    <a:pt x="19" y="303"/>
                  </a:lnTo>
                  <a:lnTo>
                    <a:pt x="19" y="307"/>
                  </a:lnTo>
                  <a:lnTo>
                    <a:pt x="19" y="307"/>
                  </a:lnTo>
                  <a:lnTo>
                    <a:pt x="19" y="309"/>
                  </a:lnTo>
                  <a:lnTo>
                    <a:pt x="17" y="309"/>
                  </a:lnTo>
                  <a:lnTo>
                    <a:pt x="17" y="309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13" y="310"/>
                  </a:lnTo>
                  <a:lnTo>
                    <a:pt x="13" y="310"/>
                  </a:lnTo>
                  <a:lnTo>
                    <a:pt x="13" y="310"/>
                  </a:lnTo>
                  <a:lnTo>
                    <a:pt x="13" y="312"/>
                  </a:lnTo>
                  <a:lnTo>
                    <a:pt x="13" y="312"/>
                  </a:lnTo>
                  <a:lnTo>
                    <a:pt x="17" y="314"/>
                  </a:lnTo>
                  <a:lnTo>
                    <a:pt x="17" y="314"/>
                  </a:lnTo>
                  <a:lnTo>
                    <a:pt x="17" y="314"/>
                  </a:lnTo>
                  <a:lnTo>
                    <a:pt x="17" y="314"/>
                  </a:lnTo>
                  <a:lnTo>
                    <a:pt x="19" y="316"/>
                  </a:lnTo>
                  <a:lnTo>
                    <a:pt x="19" y="316"/>
                  </a:lnTo>
                  <a:lnTo>
                    <a:pt x="17" y="318"/>
                  </a:lnTo>
                  <a:lnTo>
                    <a:pt x="15" y="322"/>
                  </a:lnTo>
                  <a:lnTo>
                    <a:pt x="15" y="324"/>
                  </a:lnTo>
                  <a:lnTo>
                    <a:pt x="15" y="324"/>
                  </a:lnTo>
                  <a:lnTo>
                    <a:pt x="15" y="326"/>
                  </a:lnTo>
                  <a:lnTo>
                    <a:pt x="15" y="326"/>
                  </a:lnTo>
                  <a:lnTo>
                    <a:pt x="15" y="329"/>
                  </a:lnTo>
                  <a:lnTo>
                    <a:pt x="15" y="329"/>
                  </a:lnTo>
                  <a:lnTo>
                    <a:pt x="15" y="331"/>
                  </a:lnTo>
                  <a:lnTo>
                    <a:pt x="15" y="331"/>
                  </a:lnTo>
                  <a:lnTo>
                    <a:pt x="15" y="333"/>
                  </a:lnTo>
                  <a:lnTo>
                    <a:pt x="15" y="333"/>
                  </a:lnTo>
                  <a:lnTo>
                    <a:pt x="13" y="335"/>
                  </a:lnTo>
                  <a:lnTo>
                    <a:pt x="13" y="337"/>
                  </a:lnTo>
                  <a:lnTo>
                    <a:pt x="13" y="337"/>
                  </a:lnTo>
                  <a:lnTo>
                    <a:pt x="13" y="337"/>
                  </a:lnTo>
                  <a:lnTo>
                    <a:pt x="11" y="339"/>
                  </a:lnTo>
                  <a:lnTo>
                    <a:pt x="11" y="341"/>
                  </a:lnTo>
                  <a:lnTo>
                    <a:pt x="9" y="341"/>
                  </a:lnTo>
                  <a:lnTo>
                    <a:pt x="7" y="341"/>
                  </a:lnTo>
                  <a:lnTo>
                    <a:pt x="5" y="341"/>
                  </a:lnTo>
                  <a:lnTo>
                    <a:pt x="5" y="341"/>
                  </a:lnTo>
                  <a:lnTo>
                    <a:pt x="5" y="341"/>
                  </a:lnTo>
                  <a:lnTo>
                    <a:pt x="2" y="343"/>
                  </a:lnTo>
                  <a:lnTo>
                    <a:pt x="0" y="345"/>
                  </a:lnTo>
                  <a:lnTo>
                    <a:pt x="0" y="347"/>
                  </a:lnTo>
                  <a:lnTo>
                    <a:pt x="2" y="348"/>
                  </a:lnTo>
                  <a:lnTo>
                    <a:pt x="2" y="348"/>
                  </a:lnTo>
                  <a:lnTo>
                    <a:pt x="4" y="348"/>
                  </a:lnTo>
                  <a:lnTo>
                    <a:pt x="5" y="347"/>
                  </a:lnTo>
                  <a:lnTo>
                    <a:pt x="5" y="347"/>
                  </a:lnTo>
                  <a:lnTo>
                    <a:pt x="5" y="345"/>
                  </a:lnTo>
                  <a:lnTo>
                    <a:pt x="9" y="345"/>
                  </a:lnTo>
                  <a:lnTo>
                    <a:pt x="9" y="343"/>
                  </a:lnTo>
                  <a:lnTo>
                    <a:pt x="11" y="345"/>
                  </a:lnTo>
                  <a:lnTo>
                    <a:pt x="11" y="345"/>
                  </a:lnTo>
                  <a:lnTo>
                    <a:pt x="13" y="345"/>
                  </a:lnTo>
                  <a:lnTo>
                    <a:pt x="13" y="345"/>
                  </a:lnTo>
                  <a:lnTo>
                    <a:pt x="13" y="347"/>
                  </a:lnTo>
                  <a:lnTo>
                    <a:pt x="11" y="347"/>
                  </a:lnTo>
                  <a:lnTo>
                    <a:pt x="11" y="347"/>
                  </a:lnTo>
                  <a:lnTo>
                    <a:pt x="9" y="347"/>
                  </a:lnTo>
                  <a:lnTo>
                    <a:pt x="9" y="347"/>
                  </a:lnTo>
                  <a:lnTo>
                    <a:pt x="7" y="347"/>
                  </a:lnTo>
                  <a:lnTo>
                    <a:pt x="7" y="348"/>
                  </a:lnTo>
                  <a:lnTo>
                    <a:pt x="5" y="350"/>
                  </a:lnTo>
                  <a:lnTo>
                    <a:pt x="5" y="350"/>
                  </a:lnTo>
                  <a:lnTo>
                    <a:pt x="4" y="348"/>
                  </a:lnTo>
                  <a:lnTo>
                    <a:pt x="4" y="348"/>
                  </a:lnTo>
                  <a:lnTo>
                    <a:pt x="2" y="350"/>
                  </a:lnTo>
                  <a:lnTo>
                    <a:pt x="2" y="350"/>
                  </a:lnTo>
                  <a:lnTo>
                    <a:pt x="2" y="352"/>
                  </a:lnTo>
                  <a:lnTo>
                    <a:pt x="2" y="352"/>
                  </a:lnTo>
                  <a:lnTo>
                    <a:pt x="0" y="352"/>
                  </a:lnTo>
                  <a:lnTo>
                    <a:pt x="0" y="354"/>
                  </a:lnTo>
                  <a:lnTo>
                    <a:pt x="2" y="354"/>
                  </a:lnTo>
                  <a:lnTo>
                    <a:pt x="4" y="356"/>
                  </a:lnTo>
                  <a:lnTo>
                    <a:pt x="4" y="356"/>
                  </a:lnTo>
                  <a:lnTo>
                    <a:pt x="5" y="358"/>
                  </a:lnTo>
                  <a:lnTo>
                    <a:pt x="5" y="358"/>
                  </a:lnTo>
                  <a:lnTo>
                    <a:pt x="7" y="358"/>
                  </a:lnTo>
                  <a:lnTo>
                    <a:pt x="7" y="358"/>
                  </a:lnTo>
                  <a:lnTo>
                    <a:pt x="7" y="358"/>
                  </a:lnTo>
                  <a:lnTo>
                    <a:pt x="9" y="362"/>
                  </a:lnTo>
                  <a:lnTo>
                    <a:pt x="9" y="360"/>
                  </a:lnTo>
                  <a:lnTo>
                    <a:pt x="11" y="358"/>
                  </a:lnTo>
                  <a:lnTo>
                    <a:pt x="13" y="360"/>
                  </a:lnTo>
                  <a:lnTo>
                    <a:pt x="15" y="360"/>
                  </a:lnTo>
                  <a:lnTo>
                    <a:pt x="15" y="362"/>
                  </a:lnTo>
                  <a:lnTo>
                    <a:pt x="15" y="366"/>
                  </a:lnTo>
                  <a:lnTo>
                    <a:pt x="17" y="367"/>
                  </a:lnTo>
                  <a:lnTo>
                    <a:pt x="15" y="369"/>
                  </a:lnTo>
                  <a:lnTo>
                    <a:pt x="15" y="369"/>
                  </a:lnTo>
                  <a:lnTo>
                    <a:pt x="17" y="371"/>
                  </a:lnTo>
                  <a:lnTo>
                    <a:pt x="17" y="371"/>
                  </a:lnTo>
                  <a:lnTo>
                    <a:pt x="19" y="371"/>
                  </a:lnTo>
                  <a:lnTo>
                    <a:pt x="21" y="371"/>
                  </a:lnTo>
                  <a:lnTo>
                    <a:pt x="21" y="369"/>
                  </a:lnTo>
                  <a:lnTo>
                    <a:pt x="23" y="371"/>
                  </a:lnTo>
                  <a:lnTo>
                    <a:pt x="23" y="371"/>
                  </a:lnTo>
                  <a:lnTo>
                    <a:pt x="19" y="371"/>
                  </a:lnTo>
                  <a:lnTo>
                    <a:pt x="19" y="373"/>
                  </a:lnTo>
                  <a:lnTo>
                    <a:pt x="19" y="375"/>
                  </a:lnTo>
                  <a:lnTo>
                    <a:pt x="19" y="377"/>
                  </a:lnTo>
                  <a:lnTo>
                    <a:pt x="19" y="379"/>
                  </a:lnTo>
                  <a:lnTo>
                    <a:pt x="19" y="379"/>
                  </a:lnTo>
                  <a:lnTo>
                    <a:pt x="21" y="379"/>
                  </a:lnTo>
                  <a:lnTo>
                    <a:pt x="23" y="379"/>
                  </a:lnTo>
                  <a:lnTo>
                    <a:pt x="23" y="377"/>
                  </a:lnTo>
                  <a:lnTo>
                    <a:pt x="23" y="377"/>
                  </a:lnTo>
                  <a:lnTo>
                    <a:pt x="23" y="375"/>
                  </a:lnTo>
                  <a:lnTo>
                    <a:pt x="24" y="375"/>
                  </a:lnTo>
                  <a:lnTo>
                    <a:pt x="24" y="375"/>
                  </a:lnTo>
                  <a:lnTo>
                    <a:pt x="24" y="375"/>
                  </a:lnTo>
                  <a:lnTo>
                    <a:pt x="24" y="377"/>
                  </a:lnTo>
                  <a:lnTo>
                    <a:pt x="24" y="377"/>
                  </a:lnTo>
                  <a:lnTo>
                    <a:pt x="24" y="377"/>
                  </a:lnTo>
                  <a:lnTo>
                    <a:pt x="26" y="377"/>
                  </a:lnTo>
                  <a:lnTo>
                    <a:pt x="26" y="377"/>
                  </a:lnTo>
                  <a:lnTo>
                    <a:pt x="26" y="379"/>
                  </a:lnTo>
                  <a:lnTo>
                    <a:pt x="24" y="379"/>
                  </a:lnTo>
                  <a:lnTo>
                    <a:pt x="26" y="379"/>
                  </a:lnTo>
                  <a:lnTo>
                    <a:pt x="30" y="385"/>
                  </a:lnTo>
                  <a:lnTo>
                    <a:pt x="28" y="383"/>
                  </a:lnTo>
                  <a:lnTo>
                    <a:pt x="28" y="385"/>
                  </a:lnTo>
                  <a:lnTo>
                    <a:pt x="28" y="385"/>
                  </a:lnTo>
                  <a:lnTo>
                    <a:pt x="26" y="385"/>
                  </a:lnTo>
                  <a:lnTo>
                    <a:pt x="26" y="383"/>
                  </a:lnTo>
                  <a:lnTo>
                    <a:pt x="24" y="381"/>
                  </a:lnTo>
                  <a:lnTo>
                    <a:pt x="23" y="379"/>
                  </a:lnTo>
                  <a:lnTo>
                    <a:pt x="24" y="381"/>
                  </a:lnTo>
                  <a:lnTo>
                    <a:pt x="26" y="385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6" y="390"/>
                  </a:lnTo>
                  <a:lnTo>
                    <a:pt x="26" y="392"/>
                  </a:lnTo>
                  <a:lnTo>
                    <a:pt x="28" y="394"/>
                  </a:lnTo>
                  <a:lnTo>
                    <a:pt x="28" y="394"/>
                  </a:lnTo>
                  <a:lnTo>
                    <a:pt x="28" y="396"/>
                  </a:lnTo>
                  <a:lnTo>
                    <a:pt x="30" y="400"/>
                  </a:lnTo>
                  <a:lnTo>
                    <a:pt x="30" y="402"/>
                  </a:lnTo>
                  <a:lnTo>
                    <a:pt x="32" y="402"/>
                  </a:lnTo>
                  <a:lnTo>
                    <a:pt x="38" y="404"/>
                  </a:lnTo>
                  <a:lnTo>
                    <a:pt x="38" y="406"/>
                  </a:lnTo>
                  <a:lnTo>
                    <a:pt x="36" y="406"/>
                  </a:lnTo>
                  <a:lnTo>
                    <a:pt x="34" y="406"/>
                  </a:lnTo>
                  <a:lnTo>
                    <a:pt x="32" y="406"/>
                  </a:lnTo>
                  <a:lnTo>
                    <a:pt x="30" y="404"/>
                  </a:lnTo>
                  <a:lnTo>
                    <a:pt x="30" y="406"/>
                  </a:lnTo>
                  <a:lnTo>
                    <a:pt x="32" y="407"/>
                  </a:lnTo>
                  <a:lnTo>
                    <a:pt x="34" y="411"/>
                  </a:lnTo>
                  <a:lnTo>
                    <a:pt x="34" y="413"/>
                  </a:lnTo>
                  <a:lnTo>
                    <a:pt x="34" y="419"/>
                  </a:lnTo>
                  <a:lnTo>
                    <a:pt x="36" y="421"/>
                  </a:lnTo>
                  <a:lnTo>
                    <a:pt x="36" y="421"/>
                  </a:lnTo>
                  <a:lnTo>
                    <a:pt x="36" y="423"/>
                  </a:lnTo>
                  <a:lnTo>
                    <a:pt x="36" y="423"/>
                  </a:lnTo>
                  <a:lnTo>
                    <a:pt x="36" y="425"/>
                  </a:lnTo>
                  <a:lnTo>
                    <a:pt x="36" y="426"/>
                  </a:lnTo>
                  <a:lnTo>
                    <a:pt x="38" y="428"/>
                  </a:lnTo>
                  <a:lnTo>
                    <a:pt x="40" y="432"/>
                  </a:lnTo>
                  <a:lnTo>
                    <a:pt x="42" y="434"/>
                  </a:lnTo>
                  <a:lnTo>
                    <a:pt x="45" y="438"/>
                  </a:lnTo>
                  <a:lnTo>
                    <a:pt x="45" y="442"/>
                  </a:lnTo>
                  <a:lnTo>
                    <a:pt x="47" y="445"/>
                  </a:lnTo>
                  <a:lnTo>
                    <a:pt x="49" y="451"/>
                  </a:lnTo>
                  <a:lnTo>
                    <a:pt x="51" y="459"/>
                  </a:lnTo>
                  <a:lnTo>
                    <a:pt x="51" y="461"/>
                  </a:lnTo>
                  <a:lnTo>
                    <a:pt x="53" y="457"/>
                  </a:lnTo>
                  <a:lnTo>
                    <a:pt x="55" y="457"/>
                  </a:lnTo>
                  <a:lnTo>
                    <a:pt x="55" y="459"/>
                  </a:lnTo>
                  <a:lnTo>
                    <a:pt x="55" y="459"/>
                  </a:lnTo>
                  <a:lnTo>
                    <a:pt x="55" y="459"/>
                  </a:lnTo>
                  <a:lnTo>
                    <a:pt x="55" y="461"/>
                  </a:lnTo>
                  <a:lnTo>
                    <a:pt x="57" y="461"/>
                  </a:lnTo>
                  <a:lnTo>
                    <a:pt x="57" y="463"/>
                  </a:lnTo>
                  <a:lnTo>
                    <a:pt x="59" y="463"/>
                  </a:lnTo>
                  <a:lnTo>
                    <a:pt x="57" y="463"/>
                  </a:lnTo>
                  <a:lnTo>
                    <a:pt x="57" y="463"/>
                  </a:lnTo>
                  <a:lnTo>
                    <a:pt x="55" y="463"/>
                  </a:lnTo>
                  <a:lnTo>
                    <a:pt x="55" y="463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3" y="464"/>
                  </a:lnTo>
                  <a:lnTo>
                    <a:pt x="53" y="464"/>
                  </a:lnTo>
                  <a:lnTo>
                    <a:pt x="53" y="464"/>
                  </a:lnTo>
                  <a:lnTo>
                    <a:pt x="53" y="464"/>
                  </a:lnTo>
                  <a:lnTo>
                    <a:pt x="53" y="464"/>
                  </a:lnTo>
                  <a:lnTo>
                    <a:pt x="53" y="464"/>
                  </a:lnTo>
                  <a:lnTo>
                    <a:pt x="53" y="464"/>
                  </a:lnTo>
                  <a:lnTo>
                    <a:pt x="53" y="466"/>
                  </a:lnTo>
                  <a:lnTo>
                    <a:pt x="53" y="472"/>
                  </a:lnTo>
                  <a:lnTo>
                    <a:pt x="53" y="474"/>
                  </a:lnTo>
                  <a:lnTo>
                    <a:pt x="55" y="480"/>
                  </a:lnTo>
                  <a:lnTo>
                    <a:pt x="55" y="482"/>
                  </a:lnTo>
                  <a:lnTo>
                    <a:pt x="55" y="484"/>
                  </a:lnTo>
                  <a:lnTo>
                    <a:pt x="57" y="485"/>
                  </a:lnTo>
                  <a:lnTo>
                    <a:pt x="55" y="484"/>
                  </a:lnTo>
                  <a:lnTo>
                    <a:pt x="55" y="482"/>
                  </a:lnTo>
                  <a:lnTo>
                    <a:pt x="53" y="480"/>
                  </a:lnTo>
                  <a:lnTo>
                    <a:pt x="53" y="482"/>
                  </a:lnTo>
                  <a:lnTo>
                    <a:pt x="55" y="485"/>
                  </a:lnTo>
                  <a:lnTo>
                    <a:pt x="55" y="487"/>
                  </a:lnTo>
                  <a:lnTo>
                    <a:pt x="55" y="487"/>
                  </a:lnTo>
                  <a:lnTo>
                    <a:pt x="55" y="489"/>
                  </a:lnTo>
                  <a:lnTo>
                    <a:pt x="57" y="491"/>
                  </a:lnTo>
                  <a:lnTo>
                    <a:pt x="57" y="493"/>
                  </a:lnTo>
                  <a:lnTo>
                    <a:pt x="59" y="499"/>
                  </a:lnTo>
                  <a:lnTo>
                    <a:pt x="59" y="503"/>
                  </a:lnTo>
                  <a:lnTo>
                    <a:pt x="61" y="508"/>
                  </a:lnTo>
                  <a:lnTo>
                    <a:pt x="61" y="508"/>
                  </a:lnTo>
                  <a:lnTo>
                    <a:pt x="61" y="508"/>
                  </a:lnTo>
                  <a:lnTo>
                    <a:pt x="61" y="510"/>
                  </a:lnTo>
                  <a:lnTo>
                    <a:pt x="61" y="512"/>
                  </a:lnTo>
                  <a:lnTo>
                    <a:pt x="63" y="514"/>
                  </a:lnTo>
                  <a:lnTo>
                    <a:pt x="63" y="514"/>
                  </a:lnTo>
                  <a:lnTo>
                    <a:pt x="63" y="516"/>
                  </a:lnTo>
                  <a:lnTo>
                    <a:pt x="63" y="520"/>
                  </a:lnTo>
                  <a:lnTo>
                    <a:pt x="66" y="537"/>
                  </a:lnTo>
                  <a:lnTo>
                    <a:pt x="70" y="537"/>
                  </a:lnTo>
                  <a:lnTo>
                    <a:pt x="74" y="537"/>
                  </a:lnTo>
                  <a:lnTo>
                    <a:pt x="78" y="535"/>
                  </a:lnTo>
                  <a:lnTo>
                    <a:pt x="78" y="537"/>
                  </a:lnTo>
                  <a:lnTo>
                    <a:pt x="76" y="537"/>
                  </a:lnTo>
                  <a:lnTo>
                    <a:pt x="74" y="537"/>
                  </a:lnTo>
                  <a:lnTo>
                    <a:pt x="72" y="539"/>
                  </a:lnTo>
                  <a:lnTo>
                    <a:pt x="72" y="539"/>
                  </a:lnTo>
                  <a:lnTo>
                    <a:pt x="70" y="541"/>
                  </a:lnTo>
                  <a:lnTo>
                    <a:pt x="70" y="541"/>
                  </a:lnTo>
                  <a:lnTo>
                    <a:pt x="70" y="541"/>
                  </a:lnTo>
                  <a:lnTo>
                    <a:pt x="66" y="539"/>
                  </a:lnTo>
                  <a:lnTo>
                    <a:pt x="66" y="541"/>
                  </a:lnTo>
                  <a:lnTo>
                    <a:pt x="68" y="541"/>
                  </a:lnTo>
                  <a:lnTo>
                    <a:pt x="68" y="542"/>
                  </a:lnTo>
                  <a:lnTo>
                    <a:pt x="70" y="542"/>
                  </a:lnTo>
                  <a:lnTo>
                    <a:pt x="70" y="544"/>
                  </a:lnTo>
                  <a:lnTo>
                    <a:pt x="70" y="546"/>
                  </a:lnTo>
                  <a:lnTo>
                    <a:pt x="74" y="544"/>
                  </a:lnTo>
                  <a:lnTo>
                    <a:pt x="76" y="544"/>
                  </a:lnTo>
                  <a:lnTo>
                    <a:pt x="78" y="544"/>
                  </a:lnTo>
                  <a:lnTo>
                    <a:pt x="78" y="544"/>
                  </a:lnTo>
                  <a:lnTo>
                    <a:pt x="78" y="544"/>
                  </a:lnTo>
                  <a:lnTo>
                    <a:pt x="78" y="546"/>
                  </a:lnTo>
                  <a:lnTo>
                    <a:pt x="78" y="546"/>
                  </a:lnTo>
                  <a:lnTo>
                    <a:pt x="78" y="546"/>
                  </a:lnTo>
                  <a:lnTo>
                    <a:pt x="80" y="548"/>
                  </a:lnTo>
                  <a:lnTo>
                    <a:pt x="80" y="548"/>
                  </a:lnTo>
                  <a:lnTo>
                    <a:pt x="80" y="548"/>
                  </a:lnTo>
                  <a:lnTo>
                    <a:pt x="80" y="550"/>
                  </a:lnTo>
                  <a:lnTo>
                    <a:pt x="80" y="550"/>
                  </a:lnTo>
                  <a:lnTo>
                    <a:pt x="82" y="550"/>
                  </a:lnTo>
                  <a:lnTo>
                    <a:pt x="84" y="550"/>
                  </a:lnTo>
                  <a:lnTo>
                    <a:pt x="84" y="550"/>
                  </a:lnTo>
                  <a:lnTo>
                    <a:pt x="84" y="550"/>
                  </a:lnTo>
                  <a:lnTo>
                    <a:pt x="84" y="550"/>
                  </a:lnTo>
                  <a:lnTo>
                    <a:pt x="84" y="550"/>
                  </a:lnTo>
                  <a:lnTo>
                    <a:pt x="84" y="552"/>
                  </a:lnTo>
                  <a:lnTo>
                    <a:pt x="84" y="552"/>
                  </a:lnTo>
                  <a:lnTo>
                    <a:pt x="84" y="552"/>
                  </a:lnTo>
                  <a:lnTo>
                    <a:pt x="84" y="554"/>
                  </a:lnTo>
                  <a:lnTo>
                    <a:pt x="85" y="554"/>
                  </a:lnTo>
                  <a:lnTo>
                    <a:pt x="85" y="554"/>
                  </a:lnTo>
                  <a:lnTo>
                    <a:pt x="85" y="554"/>
                  </a:lnTo>
                  <a:lnTo>
                    <a:pt x="85" y="554"/>
                  </a:lnTo>
                  <a:lnTo>
                    <a:pt x="87" y="552"/>
                  </a:lnTo>
                  <a:lnTo>
                    <a:pt x="87" y="552"/>
                  </a:lnTo>
                  <a:lnTo>
                    <a:pt x="89" y="552"/>
                  </a:lnTo>
                  <a:lnTo>
                    <a:pt x="89" y="552"/>
                  </a:lnTo>
                  <a:lnTo>
                    <a:pt x="91" y="554"/>
                  </a:lnTo>
                  <a:lnTo>
                    <a:pt x="93" y="554"/>
                  </a:lnTo>
                  <a:lnTo>
                    <a:pt x="93" y="554"/>
                  </a:lnTo>
                  <a:lnTo>
                    <a:pt x="93" y="554"/>
                  </a:lnTo>
                  <a:lnTo>
                    <a:pt x="93" y="556"/>
                  </a:lnTo>
                  <a:lnTo>
                    <a:pt x="93" y="556"/>
                  </a:lnTo>
                  <a:lnTo>
                    <a:pt x="93" y="556"/>
                  </a:lnTo>
                  <a:lnTo>
                    <a:pt x="93" y="558"/>
                  </a:lnTo>
                  <a:lnTo>
                    <a:pt x="93" y="558"/>
                  </a:lnTo>
                  <a:lnTo>
                    <a:pt x="93" y="560"/>
                  </a:lnTo>
                  <a:lnTo>
                    <a:pt x="95" y="560"/>
                  </a:lnTo>
                  <a:lnTo>
                    <a:pt x="95" y="560"/>
                  </a:lnTo>
                  <a:lnTo>
                    <a:pt x="95" y="558"/>
                  </a:lnTo>
                  <a:lnTo>
                    <a:pt x="97" y="558"/>
                  </a:lnTo>
                  <a:lnTo>
                    <a:pt x="97" y="558"/>
                  </a:lnTo>
                  <a:lnTo>
                    <a:pt x="97" y="560"/>
                  </a:lnTo>
                  <a:lnTo>
                    <a:pt x="99" y="561"/>
                  </a:lnTo>
                  <a:lnTo>
                    <a:pt x="99" y="561"/>
                  </a:lnTo>
                  <a:lnTo>
                    <a:pt x="101" y="561"/>
                  </a:lnTo>
                  <a:lnTo>
                    <a:pt x="101" y="561"/>
                  </a:lnTo>
                  <a:lnTo>
                    <a:pt x="101" y="561"/>
                  </a:lnTo>
                  <a:lnTo>
                    <a:pt x="103" y="561"/>
                  </a:lnTo>
                  <a:lnTo>
                    <a:pt x="103" y="561"/>
                  </a:lnTo>
                  <a:lnTo>
                    <a:pt x="103" y="560"/>
                  </a:lnTo>
                  <a:lnTo>
                    <a:pt x="105" y="560"/>
                  </a:lnTo>
                  <a:lnTo>
                    <a:pt x="108" y="561"/>
                  </a:lnTo>
                  <a:lnTo>
                    <a:pt x="108" y="563"/>
                  </a:lnTo>
                  <a:lnTo>
                    <a:pt x="106" y="565"/>
                  </a:lnTo>
                  <a:lnTo>
                    <a:pt x="106" y="565"/>
                  </a:lnTo>
                  <a:lnTo>
                    <a:pt x="106" y="567"/>
                  </a:lnTo>
                  <a:lnTo>
                    <a:pt x="106" y="567"/>
                  </a:lnTo>
                  <a:lnTo>
                    <a:pt x="108" y="569"/>
                  </a:lnTo>
                  <a:lnTo>
                    <a:pt x="108" y="569"/>
                  </a:lnTo>
                  <a:lnTo>
                    <a:pt x="108" y="571"/>
                  </a:lnTo>
                  <a:lnTo>
                    <a:pt x="108" y="571"/>
                  </a:lnTo>
                  <a:lnTo>
                    <a:pt x="110" y="571"/>
                  </a:lnTo>
                  <a:lnTo>
                    <a:pt x="110" y="571"/>
                  </a:lnTo>
                  <a:lnTo>
                    <a:pt x="110" y="571"/>
                  </a:lnTo>
                  <a:lnTo>
                    <a:pt x="110" y="571"/>
                  </a:lnTo>
                  <a:lnTo>
                    <a:pt x="112" y="573"/>
                  </a:lnTo>
                  <a:lnTo>
                    <a:pt x="112" y="573"/>
                  </a:lnTo>
                  <a:lnTo>
                    <a:pt x="112" y="573"/>
                  </a:lnTo>
                  <a:lnTo>
                    <a:pt x="112" y="573"/>
                  </a:lnTo>
                  <a:lnTo>
                    <a:pt x="112" y="573"/>
                  </a:lnTo>
                  <a:lnTo>
                    <a:pt x="112" y="573"/>
                  </a:lnTo>
                  <a:lnTo>
                    <a:pt x="116" y="573"/>
                  </a:lnTo>
                  <a:lnTo>
                    <a:pt x="116" y="573"/>
                  </a:lnTo>
                  <a:lnTo>
                    <a:pt x="116" y="573"/>
                  </a:lnTo>
                  <a:lnTo>
                    <a:pt x="118" y="573"/>
                  </a:lnTo>
                  <a:lnTo>
                    <a:pt x="118" y="573"/>
                  </a:lnTo>
                  <a:lnTo>
                    <a:pt x="118" y="575"/>
                  </a:lnTo>
                  <a:lnTo>
                    <a:pt x="118" y="575"/>
                  </a:lnTo>
                  <a:lnTo>
                    <a:pt x="118" y="575"/>
                  </a:lnTo>
                  <a:lnTo>
                    <a:pt x="116" y="575"/>
                  </a:lnTo>
                  <a:lnTo>
                    <a:pt x="116" y="577"/>
                  </a:lnTo>
                  <a:lnTo>
                    <a:pt x="114" y="577"/>
                  </a:lnTo>
                  <a:lnTo>
                    <a:pt x="114" y="579"/>
                  </a:lnTo>
                  <a:lnTo>
                    <a:pt x="114" y="579"/>
                  </a:lnTo>
                  <a:lnTo>
                    <a:pt x="114" y="580"/>
                  </a:lnTo>
                  <a:lnTo>
                    <a:pt x="114" y="580"/>
                  </a:lnTo>
                  <a:lnTo>
                    <a:pt x="116" y="580"/>
                  </a:lnTo>
                  <a:lnTo>
                    <a:pt x="116" y="582"/>
                  </a:lnTo>
                  <a:lnTo>
                    <a:pt x="118" y="584"/>
                  </a:lnTo>
                  <a:lnTo>
                    <a:pt x="118" y="586"/>
                  </a:lnTo>
                  <a:lnTo>
                    <a:pt x="118" y="588"/>
                  </a:lnTo>
                  <a:lnTo>
                    <a:pt x="120" y="590"/>
                  </a:lnTo>
                  <a:lnTo>
                    <a:pt x="120" y="590"/>
                  </a:lnTo>
                  <a:lnTo>
                    <a:pt x="120" y="590"/>
                  </a:lnTo>
                  <a:lnTo>
                    <a:pt x="120" y="590"/>
                  </a:lnTo>
                  <a:lnTo>
                    <a:pt x="120" y="590"/>
                  </a:lnTo>
                  <a:lnTo>
                    <a:pt x="122" y="590"/>
                  </a:lnTo>
                  <a:lnTo>
                    <a:pt x="122" y="590"/>
                  </a:lnTo>
                  <a:lnTo>
                    <a:pt x="122" y="590"/>
                  </a:lnTo>
                  <a:lnTo>
                    <a:pt x="124" y="592"/>
                  </a:lnTo>
                  <a:lnTo>
                    <a:pt x="133" y="601"/>
                  </a:lnTo>
                  <a:lnTo>
                    <a:pt x="135" y="603"/>
                  </a:lnTo>
                  <a:lnTo>
                    <a:pt x="137" y="603"/>
                  </a:lnTo>
                  <a:lnTo>
                    <a:pt x="139" y="605"/>
                  </a:lnTo>
                  <a:lnTo>
                    <a:pt x="139" y="605"/>
                  </a:lnTo>
                  <a:lnTo>
                    <a:pt x="141" y="605"/>
                  </a:lnTo>
                  <a:lnTo>
                    <a:pt x="141" y="607"/>
                  </a:lnTo>
                  <a:lnTo>
                    <a:pt x="141" y="607"/>
                  </a:lnTo>
                  <a:lnTo>
                    <a:pt x="141" y="609"/>
                  </a:lnTo>
                  <a:lnTo>
                    <a:pt x="143" y="609"/>
                  </a:lnTo>
                  <a:lnTo>
                    <a:pt x="143" y="609"/>
                  </a:lnTo>
                  <a:lnTo>
                    <a:pt x="145" y="609"/>
                  </a:lnTo>
                  <a:lnTo>
                    <a:pt x="145" y="609"/>
                  </a:lnTo>
                  <a:lnTo>
                    <a:pt x="145" y="609"/>
                  </a:lnTo>
                  <a:lnTo>
                    <a:pt x="146" y="611"/>
                  </a:lnTo>
                  <a:lnTo>
                    <a:pt x="148" y="611"/>
                  </a:lnTo>
                  <a:lnTo>
                    <a:pt x="148" y="611"/>
                  </a:lnTo>
                  <a:lnTo>
                    <a:pt x="150" y="611"/>
                  </a:lnTo>
                  <a:lnTo>
                    <a:pt x="150" y="611"/>
                  </a:lnTo>
                  <a:lnTo>
                    <a:pt x="150" y="611"/>
                  </a:lnTo>
                  <a:lnTo>
                    <a:pt x="152" y="611"/>
                  </a:lnTo>
                  <a:lnTo>
                    <a:pt x="152" y="611"/>
                  </a:lnTo>
                  <a:lnTo>
                    <a:pt x="152" y="611"/>
                  </a:lnTo>
                  <a:lnTo>
                    <a:pt x="154" y="611"/>
                  </a:lnTo>
                  <a:lnTo>
                    <a:pt x="154" y="613"/>
                  </a:lnTo>
                  <a:lnTo>
                    <a:pt x="154" y="615"/>
                  </a:lnTo>
                  <a:lnTo>
                    <a:pt x="154" y="617"/>
                  </a:lnTo>
                  <a:lnTo>
                    <a:pt x="156" y="619"/>
                  </a:lnTo>
                  <a:lnTo>
                    <a:pt x="156" y="620"/>
                  </a:lnTo>
                  <a:lnTo>
                    <a:pt x="158" y="620"/>
                  </a:lnTo>
                  <a:lnTo>
                    <a:pt x="160" y="622"/>
                  </a:lnTo>
                  <a:lnTo>
                    <a:pt x="162" y="622"/>
                  </a:lnTo>
                  <a:lnTo>
                    <a:pt x="164" y="622"/>
                  </a:lnTo>
                  <a:lnTo>
                    <a:pt x="165" y="624"/>
                  </a:lnTo>
                  <a:lnTo>
                    <a:pt x="167" y="624"/>
                  </a:lnTo>
                  <a:lnTo>
                    <a:pt x="171" y="624"/>
                  </a:lnTo>
                  <a:lnTo>
                    <a:pt x="173" y="624"/>
                  </a:lnTo>
                  <a:lnTo>
                    <a:pt x="177" y="622"/>
                  </a:lnTo>
                  <a:lnTo>
                    <a:pt x="181" y="622"/>
                  </a:lnTo>
                  <a:lnTo>
                    <a:pt x="183" y="622"/>
                  </a:lnTo>
                  <a:lnTo>
                    <a:pt x="183" y="622"/>
                  </a:lnTo>
                  <a:lnTo>
                    <a:pt x="183" y="622"/>
                  </a:lnTo>
                  <a:lnTo>
                    <a:pt x="183" y="624"/>
                  </a:lnTo>
                  <a:lnTo>
                    <a:pt x="183" y="628"/>
                  </a:lnTo>
                  <a:lnTo>
                    <a:pt x="183" y="630"/>
                  </a:lnTo>
                  <a:lnTo>
                    <a:pt x="183" y="630"/>
                  </a:lnTo>
                  <a:lnTo>
                    <a:pt x="185" y="632"/>
                  </a:lnTo>
                  <a:lnTo>
                    <a:pt x="185" y="632"/>
                  </a:lnTo>
                  <a:lnTo>
                    <a:pt x="186" y="632"/>
                  </a:lnTo>
                  <a:lnTo>
                    <a:pt x="186" y="632"/>
                  </a:lnTo>
                  <a:lnTo>
                    <a:pt x="188" y="630"/>
                  </a:lnTo>
                  <a:lnTo>
                    <a:pt x="188" y="630"/>
                  </a:lnTo>
                  <a:lnTo>
                    <a:pt x="190" y="630"/>
                  </a:lnTo>
                  <a:lnTo>
                    <a:pt x="190" y="632"/>
                  </a:lnTo>
                  <a:lnTo>
                    <a:pt x="192" y="632"/>
                  </a:lnTo>
                  <a:lnTo>
                    <a:pt x="192" y="632"/>
                  </a:lnTo>
                  <a:lnTo>
                    <a:pt x="192" y="634"/>
                  </a:lnTo>
                  <a:lnTo>
                    <a:pt x="194" y="636"/>
                  </a:lnTo>
                  <a:lnTo>
                    <a:pt x="194" y="636"/>
                  </a:lnTo>
                  <a:lnTo>
                    <a:pt x="196" y="636"/>
                  </a:lnTo>
                  <a:lnTo>
                    <a:pt x="196" y="636"/>
                  </a:lnTo>
                  <a:lnTo>
                    <a:pt x="196" y="636"/>
                  </a:lnTo>
                  <a:lnTo>
                    <a:pt x="198" y="636"/>
                  </a:lnTo>
                  <a:lnTo>
                    <a:pt x="198" y="636"/>
                  </a:lnTo>
                  <a:lnTo>
                    <a:pt x="198" y="636"/>
                  </a:lnTo>
                  <a:lnTo>
                    <a:pt x="200" y="636"/>
                  </a:lnTo>
                  <a:lnTo>
                    <a:pt x="200" y="638"/>
                  </a:lnTo>
                  <a:lnTo>
                    <a:pt x="202" y="639"/>
                  </a:lnTo>
                  <a:lnTo>
                    <a:pt x="204" y="641"/>
                  </a:lnTo>
                  <a:lnTo>
                    <a:pt x="204" y="641"/>
                  </a:lnTo>
                  <a:lnTo>
                    <a:pt x="206" y="641"/>
                  </a:lnTo>
                  <a:lnTo>
                    <a:pt x="207" y="641"/>
                  </a:lnTo>
                  <a:lnTo>
                    <a:pt x="207" y="643"/>
                  </a:lnTo>
                  <a:lnTo>
                    <a:pt x="207" y="641"/>
                  </a:lnTo>
                  <a:lnTo>
                    <a:pt x="209" y="641"/>
                  </a:lnTo>
                  <a:lnTo>
                    <a:pt x="209" y="641"/>
                  </a:lnTo>
                  <a:lnTo>
                    <a:pt x="211" y="641"/>
                  </a:lnTo>
                  <a:lnTo>
                    <a:pt x="211" y="641"/>
                  </a:lnTo>
                  <a:lnTo>
                    <a:pt x="211" y="643"/>
                  </a:lnTo>
                  <a:lnTo>
                    <a:pt x="211" y="643"/>
                  </a:lnTo>
                  <a:lnTo>
                    <a:pt x="213" y="645"/>
                  </a:lnTo>
                  <a:lnTo>
                    <a:pt x="213" y="647"/>
                  </a:lnTo>
                  <a:lnTo>
                    <a:pt x="213" y="649"/>
                  </a:lnTo>
                  <a:lnTo>
                    <a:pt x="215" y="649"/>
                  </a:lnTo>
                  <a:lnTo>
                    <a:pt x="215" y="647"/>
                  </a:lnTo>
                  <a:lnTo>
                    <a:pt x="215" y="647"/>
                  </a:lnTo>
                  <a:lnTo>
                    <a:pt x="217" y="647"/>
                  </a:lnTo>
                  <a:lnTo>
                    <a:pt x="217" y="645"/>
                  </a:lnTo>
                  <a:lnTo>
                    <a:pt x="219" y="645"/>
                  </a:lnTo>
                  <a:lnTo>
                    <a:pt x="221" y="645"/>
                  </a:lnTo>
                  <a:lnTo>
                    <a:pt x="223" y="645"/>
                  </a:lnTo>
                  <a:lnTo>
                    <a:pt x="225" y="645"/>
                  </a:lnTo>
                  <a:lnTo>
                    <a:pt x="226" y="647"/>
                  </a:lnTo>
                  <a:lnTo>
                    <a:pt x="226" y="647"/>
                  </a:lnTo>
                  <a:lnTo>
                    <a:pt x="226" y="649"/>
                  </a:lnTo>
                  <a:lnTo>
                    <a:pt x="226" y="651"/>
                  </a:lnTo>
                  <a:lnTo>
                    <a:pt x="226" y="651"/>
                  </a:lnTo>
                  <a:lnTo>
                    <a:pt x="226" y="653"/>
                  </a:lnTo>
                  <a:lnTo>
                    <a:pt x="228" y="653"/>
                  </a:lnTo>
                  <a:lnTo>
                    <a:pt x="230" y="653"/>
                  </a:lnTo>
                  <a:lnTo>
                    <a:pt x="232" y="653"/>
                  </a:lnTo>
                  <a:lnTo>
                    <a:pt x="246" y="651"/>
                  </a:lnTo>
                  <a:lnTo>
                    <a:pt x="246" y="653"/>
                  </a:lnTo>
                  <a:lnTo>
                    <a:pt x="251" y="653"/>
                  </a:lnTo>
                  <a:lnTo>
                    <a:pt x="251" y="653"/>
                  </a:lnTo>
                  <a:lnTo>
                    <a:pt x="253" y="651"/>
                  </a:lnTo>
                  <a:lnTo>
                    <a:pt x="253" y="645"/>
                  </a:lnTo>
                  <a:lnTo>
                    <a:pt x="255" y="641"/>
                  </a:lnTo>
                  <a:lnTo>
                    <a:pt x="259" y="638"/>
                  </a:lnTo>
                  <a:lnTo>
                    <a:pt x="261" y="636"/>
                  </a:lnTo>
                  <a:lnTo>
                    <a:pt x="261" y="636"/>
                  </a:lnTo>
                  <a:lnTo>
                    <a:pt x="263" y="636"/>
                  </a:lnTo>
                  <a:lnTo>
                    <a:pt x="265" y="636"/>
                  </a:lnTo>
                  <a:lnTo>
                    <a:pt x="266" y="636"/>
                  </a:lnTo>
                  <a:lnTo>
                    <a:pt x="268" y="634"/>
                  </a:lnTo>
                  <a:lnTo>
                    <a:pt x="268" y="636"/>
                  </a:lnTo>
                  <a:lnTo>
                    <a:pt x="270" y="636"/>
                  </a:lnTo>
                  <a:lnTo>
                    <a:pt x="276" y="641"/>
                  </a:lnTo>
                  <a:lnTo>
                    <a:pt x="276" y="641"/>
                  </a:lnTo>
                  <a:lnTo>
                    <a:pt x="278" y="641"/>
                  </a:lnTo>
                  <a:lnTo>
                    <a:pt x="278" y="639"/>
                  </a:lnTo>
                  <a:lnTo>
                    <a:pt x="278" y="638"/>
                  </a:lnTo>
                  <a:lnTo>
                    <a:pt x="280" y="638"/>
                  </a:lnTo>
                  <a:lnTo>
                    <a:pt x="280" y="638"/>
                  </a:lnTo>
                  <a:lnTo>
                    <a:pt x="282" y="638"/>
                  </a:lnTo>
                  <a:lnTo>
                    <a:pt x="284" y="636"/>
                  </a:lnTo>
                  <a:lnTo>
                    <a:pt x="287" y="638"/>
                  </a:lnTo>
                  <a:lnTo>
                    <a:pt x="289" y="636"/>
                  </a:lnTo>
                  <a:lnTo>
                    <a:pt x="291" y="636"/>
                  </a:lnTo>
                  <a:lnTo>
                    <a:pt x="291" y="636"/>
                  </a:lnTo>
                  <a:lnTo>
                    <a:pt x="293" y="636"/>
                  </a:lnTo>
                  <a:lnTo>
                    <a:pt x="293" y="636"/>
                  </a:lnTo>
                  <a:lnTo>
                    <a:pt x="295" y="636"/>
                  </a:lnTo>
                  <a:lnTo>
                    <a:pt x="297" y="638"/>
                  </a:lnTo>
                  <a:lnTo>
                    <a:pt x="297" y="638"/>
                  </a:lnTo>
                  <a:lnTo>
                    <a:pt x="299" y="638"/>
                  </a:lnTo>
                  <a:lnTo>
                    <a:pt x="301" y="638"/>
                  </a:lnTo>
                  <a:lnTo>
                    <a:pt x="303" y="638"/>
                  </a:lnTo>
                  <a:lnTo>
                    <a:pt x="307" y="638"/>
                  </a:lnTo>
                  <a:lnTo>
                    <a:pt x="307" y="638"/>
                  </a:lnTo>
                  <a:lnTo>
                    <a:pt x="308" y="636"/>
                  </a:lnTo>
                  <a:lnTo>
                    <a:pt x="308" y="634"/>
                  </a:lnTo>
                  <a:lnTo>
                    <a:pt x="310" y="630"/>
                  </a:lnTo>
                  <a:lnTo>
                    <a:pt x="310" y="628"/>
                  </a:lnTo>
                  <a:lnTo>
                    <a:pt x="312" y="626"/>
                  </a:lnTo>
                  <a:lnTo>
                    <a:pt x="312" y="624"/>
                  </a:lnTo>
                  <a:lnTo>
                    <a:pt x="314" y="624"/>
                  </a:lnTo>
                  <a:lnTo>
                    <a:pt x="316" y="624"/>
                  </a:lnTo>
                  <a:lnTo>
                    <a:pt x="326" y="622"/>
                  </a:lnTo>
                  <a:lnTo>
                    <a:pt x="327" y="622"/>
                  </a:lnTo>
                  <a:lnTo>
                    <a:pt x="327" y="622"/>
                  </a:lnTo>
                  <a:lnTo>
                    <a:pt x="329" y="622"/>
                  </a:lnTo>
                  <a:lnTo>
                    <a:pt x="329" y="620"/>
                  </a:lnTo>
                  <a:lnTo>
                    <a:pt x="331" y="619"/>
                  </a:lnTo>
                  <a:lnTo>
                    <a:pt x="333" y="615"/>
                  </a:lnTo>
                  <a:lnTo>
                    <a:pt x="335" y="613"/>
                  </a:lnTo>
                  <a:lnTo>
                    <a:pt x="335" y="613"/>
                  </a:lnTo>
                  <a:lnTo>
                    <a:pt x="337" y="611"/>
                  </a:lnTo>
                  <a:lnTo>
                    <a:pt x="337" y="611"/>
                  </a:lnTo>
                  <a:lnTo>
                    <a:pt x="337" y="611"/>
                  </a:lnTo>
                  <a:lnTo>
                    <a:pt x="339" y="609"/>
                  </a:lnTo>
                  <a:lnTo>
                    <a:pt x="339" y="609"/>
                  </a:lnTo>
                  <a:lnTo>
                    <a:pt x="339" y="609"/>
                  </a:lnTo>
                  <a:lnTo>
                    <a:pt x="339" y="609"/>
                  </a:lnTo>
                  <a:lnTo>
                    <a:pt x="339" y="607"/>
                  </a:lnTo>
                  <a:lnTo>
                    <a:pt x="339" y="607"/>
                  </a:lnTo>
                  <a:lnTo>
                    <a:pt x="339" y="607"/>
                  </a:lnTo>
                  <a:lnTo>
                    <a:pt x="339" y="605"/>
                  </a:lnTo>
                  <a:lnTo>
                    <a:pt x="335" y="601"/>
                  </a:lnTo>
                  <a:lnTo>
                    <a:pt x="335" y="601"/>
                  </a:lnTo>
                  <a:lnTo>
                    <a:pt x="335" y="601"/>
                  </a:lnTo>
                  <a:lnTo>
                    <a:pt x="333" y="600"/>
                  </a:lnTo>
                  <a:lnTo>
                    <a:pt x="329" y="600"/>
                  </a:lnTo>
                  <a:lnTo>
                    <a:pt x="314" y="600"/>
                  </a:lnTo>
                  <a:lnTo>
                    <a:pt x="312" y="598"/>
                  </a:lnTo>
                  <a:lnTo>
                    <a:pt x="312" y="598"/>
                  </a:lnTo>
                  <a:lnTo>
                    <a:pt x="312" y="596"/>
                  </a:lnTo>
                  <a:lnTo>
                    <a:pt x="312" y="596"/>
                  </a:lnTo>
                  <a:lnTo>
                    <a:pt x="310" y="594"/>
                  </a:lnTo>
                  <a:lnTo>
                    <a:pt x="310" y="594"/>
                  </a:lnTo>
                  <a:lnTo>
                    <a:pt x="310" y="594"/>
                  </a:lnTo>
                  <a:lnTo>
                    <a:pt x="312" y="592"/>
                  </a:lnTo>
                  <a:lnTo>
                    <a:pt x="312" y="592"/>
                  </a:lnTo>
                  <a:lnTo>
                    <a:pt x="312" y="590"/>
                  </a:lnTo>
                  <a:lnTo>
                    <a:pt x="316" y="588"/>
                  </a:lnTo>
                  <a:lnTo>
                    <a:pt x="320" y="586"/>
                  </a:lnTo>
                  <a:lnTo>
                    <a:pt x="320" y="584"/>
                  </a:lnTo>
                  <a:lnTo>
                    <a:pt x="322" y="582"/>
                  </a:lnTo>
                  <a:lnTo>
                    <a:pt x="324" y="580"/>
                  </a:lnTo>
                  <a:lnTo>
                    <a:pt x="324" y="580"/>
                  </a:lnTo>
                  <a:lnTo>
                    <a:pt x="326" y="575"/>
                  </a:lnTo>
                  <a:lnTo>
                    <a:pt x="326" y="573"/>
                  </a:lnTo>
                  <a:lnTo>
                    <a:pt x="326" y="571"/>
                  </a:lnTo>
                  <a:lnTo>
                    <a:pt x="324" y="571"/>
                  </a:lnTo>
                  <a:lnTo>
                    <a:pt x="324" y="571"/>
                  </a:lnTo>
                  <a:lnTo>
                    <a:pt x="322" y="571"/>
                  </a:lnTo>
                  <a:lnTo>
                    <a:pt x="322" y="571"/>
                  </a:lnTo>
                  <a:lnTo>
                    <a:pt x="322" y="571"/>
                  </a:lnTo>
                  <a:lnTo>
                    <a:pt x="322" y="571"/>
                  </a:lnTo>
                  <a:lnTo>
                    <a:pt x="322" y="571"/>
                  </a:lnTo>
                  <a:lnTo>
                    <a:pt x="322" y="571"/>
                  </a:lnTo>
                  <a:lnTo>
                    <a:pt x="322" y="569"/>
                  </a:lnTo>
                  <a:lnTo>
                    <a:pt x="322" y="569"/>
                  </a:lnTo>
                  <a:lnTo>
                    <a:pt x="322" y="567"/>
                  </a:lnTo>
                  <a:lnTo>
                    <a:pt x="320" y="567"/>
                  </a:lnTo>
                  <a:lnTo>
                    <a:pt x="320" y="565"/>
                  </a:lnTo>
                  <a:lnTo>
                    <a:pt x="320" y="563"/>
                  </a:lnTo>
                  <a:lnTo>
                    <a:pt x="322" y="560"/>
                  </a:lnTo>
                  <a:lnTo>
                    <a:pt x="324" y="554"/>
                  </a:lnTo>
                  <a:lnTo>
                    <a:pt x="326" y="554"/>
                  </a:lnTo>
                  <a:lnTo>
                    <a:pt x="327" y="554"/>
                  </a:lnTo>
                  <a:lnTo>
                    <a:pt x="327" y="554"/>
                  </a:lnTo>
                  <a:lnTo>
                    <a:pt x="329" y="554"/>
                  </a:lnTo>
                  <a:lnTo>
                    <a:pt x="331" y="554"/>
                  </a:lnTo>
                  <a:lnTo>
                    <a:pt x="331" y="554"/>
                  </a:lnTo>
                  <a:lnTo>
                    <a:pt x="333" y="554"/>
                  </a:lnTo>
                  <a:lnTo>
                    <a:pt x="337" y="552"/>
                  </a:lnTo>
                  <a:lnTo>
                    <a:pt x="337" y="552"/>
                  </a:lnTo>
                  <a:lnTo>
                    <a:pt x="339" y="550"/>
                  </a:lnTo>
                  <a:lnTo>
                    <a:pt x="339" y="550"/>
                  </a:lnTo>
                  <a:lnTo>
                    <a:pt x="339" y="550"/>
                  </a:lnTo>
                  <a:lnTo>
                    <a:pt x="339" y="548"/>
                  </a:lnTo>
                  <a:lnTo>
                    <a:pt x="337" y="548"/>
                  </a:lnTo>
                  <a:lnTo>
                    <a:pt x="337" y="548"/>
                  </a:lnTo>
                  <a:lnTo>
                    <a:pt x="337" y="546"/>
                  </a:lnTo>
                  <a:lnTo>
                    <a:pt x="339" y="546"/>
                  </a:lnTo>
                  <a:lnTo>
                    <a:pt x="339" y="544"/>
                  </a:lnTo>
                  <a:lnTo>
                    <a:pt x="341" y="542"/>
                  </a:lnTo>
                  <a:lnTo>
                    <a:pt x="343" y="537"/>
                  </a:lnTo>
                  <a:lnTo>
                    <a:pt x="347" y="537"/>
                  </a:lnTo>
                  <a:lnTo>
                    <a:pt x="350" y="535"/>
                  </a:lnTo>
                  <a:lnTo>
                    <a:pt x="352" y="537"/>
                  </a:lnTo>
                  <a:lnTo>
                    <a:pt x="352" y="537"/>
                  </a:lnTo>
                  <a:lnTo>
                    <a:pt x="354" y="537"/>
                  </a:lnTo>
                  <a:lnTo>
                    <a:pt x="354" y="537"/>
                  </a:lnTo>
                  <a:lnTo>
                    <a:pt x="354" y="539"/>
                  </a:lnTo>
                  <a:lnTo>
                    <a:pt x="356" y="539"/>
                  </a:lnTo>
                  <a:lnTo>
                    <a:pt x="356" y="541"/>
                  </a:lnTo>
                  <a:lnTo>
                    <a:pt x="358" y="542"/>
                  </a:lnTo>
                  <a:lnTo>
                    <a:pt x="360" y="542"/>
                  </a:lnTo>
                  <a:lnTo>
                    <a:pt x="360" y="542"/>
                  </a:lnTo>
                  <a:lnTo>
                    <a:pt x="362" y="542"/>
                  </a:lnTo>
                  <a:lnTo>
                    <a:pt x="362" y="541"/>
                  </a:lnTo>
                  <a:lnTo>
                    <a:pt x="362" y="541"/>
                  </a:lnTo>
                  <a:lnTo>
                    <a:pt x="362" y="541"/>
                  </a:lnTo>
                  <a:lnTo>
                    <a:pt x="364" y="539"/>
                  </a:lnTo>
                  <a:lnTo>
                    <a:pt x="364" y="539"/>
                  </a:lnTo>
                  <a:lnTo>
                    <a:pt x="366" y="539"/>
                  </a:lnTo>
                  <a:lnTo>
                    <a:pt x="367" y="541"/>
                  </a:lnTo>
                  <a:lnTo>
                    <a:pt x="373" y="544"/>
                  </a:lnTo>
                  <a:lnTo>
                    <a:pt x="375" y="544"/>
                  </a:lnTo>
                  <a:lnTo>
                    <a:pt x="381" y="546"/>
                  </a:lnTo>
                  <a:lnTo>
                    <a:pt x="383" y="546"/>
                  </a:lnTo>
                  <a:lnTo>
                    <a:pt x="383" y="544"/>
                  </a:lnTo>
                  <a:lnTo>
                    <a:pt x="383" y="542"/>
                  </a:lnTo>
                  <a:lnTo>
                    <a:pt x="383" y="542"/>
                  </a:lnTo>
                  <a:lnTo>
                    <a:pt x="383" y="541"/>
                  </a:lnTo>
                  <a:lnTo>
                    <a:pt x="383" y="539"/>
                  </a:lnTo>
                  <a:lnTo>
                    <a:pt x="383" y="539"/>
                  </a:lnTo>
                  <a:lnTo>
                    <a:pt x="383" y="537"/>
                  </a:lnTo>
                  <a:lnTo>
                    <a:pt x="383" y="537"/>
                  </a:lnTo>
                  <a:lnTo>
                    <a:pt x="383" y="537"/>
                  </a:lnTo>
                  <a:lnTo>
                    <a:pt x="385" y="537"/>
                  </a:lnTo>
                  <a:lnTo>
                    <a:pt x="385" y="537"/>
                  </a:lnTo>
                  <a:lnTo>
                    <a:pt x="385" y="539"/>
                  </a:lnTo>
                  <a:lnTo>
                    <a:pt x="387" y="539"/>
                  </a:lnTo>
                  <a:lnTo>
                    <a:pt x="387" y="539"/>
                  </a:lnTo>
                  <a:lnTo>
                    <a:pt x="387" y="539"/>
                  </a:lnTo>
                  <a:lnTo>
                    <a:pt x="387" y="539"/>
                  </a:lnTo>
                  <a:lnTo>
                    <a:pt x="388" y="537"/>
                  </a:lnTo>
                  <a:lnTo>
                    <a:pt x="388" y="537"/>
                  </a:lnTo>
                  <a:lnTo>
                    <a:pt x="388" y="537"/>
                  </a:lnTo>
                  <a:lnTo>
                    <a:pt x="390" y="537"/>
                  </a:lnTo>
                  <a:lnTo>
                    <a:pt x="390" y="537"/>
                  </a:lnTo>
                  <a:lnTo>
                    <a:pt x="390" y="537"/>
                  </a:lnTo>
                  <a:lnTo>
                    <a:pt x="392" y="537"/>
                  </a:lnTo>
                  <a:lnTo>
                    <a:pt x="392" y="535"/>
                  </a:lnTo>
                  <a:lnTo>
                    <a:pt x="392" y="533"/>
                  </a:lnTo>
                  <a:lnTo>
                    <a:pt x="392" y="533"/>
                  </a:lnTo>
                  <a:lnTo>
                    <a:pt x="392" y="531"/>
                  </a:lnTo>
                  <a:lnTo>
                    <a:pt x="392" y="531"/>
                  </a:lnTo>
                  <a:lnTo>
                    <a:pt x="394" y="531"/>
                  </a:lnTo>
                  <a:lnTo>
                    <a:pt x="394" y="531"/>
                  </a:lnTo>
                  <a:lnTo>
                    <a:pt x="394" y="531"/>
                  </a:lnTo>
                  <a:lnTo>
                    <a:pt x="394" y="533"/>
                  </a:lnTo>
                  <a:lnTo>
                    <a:pt x="400" y="537"/>
                  </a:lnTo>
                  <a:lnTo>
                    <a:pt x="402" y="537"/>
                  </a:lnTo>
                  <a:lnTo>
                    <a:pt x="404" y="537"/>
                  </a:lnTo>
                  <a:lnTo>
                    <a:pt x="404" y="537"/>
                  </a:lnTo>
                  <a:lnTo>
                    <a:pt x="404" y="535"/>
                  </a:lnTo>
                  <a:lnTo>
                    <a:pt x="404" y="535"/>
                  </a:lnTo>
                  <a:lnTo>
                    <a:pt x="402" y="533"/>
                  </a:lnTo>
                  <a:lnTo>
                    <a:pt x="400" y="531"/>
                  </a:lnTo>
                  <a:lnTo>
                    <a:pt x="400" y="531"/>
                  </a:lnTo>
                  <a:lnTo>
                    <a:pt x="398" y="531"/>
                  </a:lnTo>
                  <a:lnTo>
                    <a:pt x="398" y="531"/>
                  </a:lnTo>
                  <a:lnTo>
                    <a:pt x="398" y="529"/>
                  </a:lnTo>
                  <a:lnTo>
                    <a:pt x="398" y="529"/>
                  </a:lnTo>
                  <a:lnTo>
                    <a:pt x="402" y="525"/>
                  </a:lnTo>
                  <a:lnTo>
                    <a:pt x="402" y="523"/>
                  </a:lnTo>
                  <a:lnTo>
                    <a:pt x="402" y="523"/>
                  </a:lnTo>
                  <a:lnTo>
                    <a:pt x="402" y="523"/>
                  </a:lnTo>
                  <a:lnTo>
                    <a:pt x="404" y="522"/>
                  </a:lnTo>
                  <a:lnTo>
                    <a:pt x="404" y="520"/>
                  </a:lnTo>
                  <a:lnTo>
                    <a:pt x="404" y="520"/>
                  </a:lnTo>
                  <a:lnTo>
                    <a:pt x="404" y="520"/>
                  </a:lnTo>
                  <a:lnTo>
                    <a:pt x="406" y="518"/>
                  </a:lnTo>
                  <a:lnTo>
                    <a:pt x="407" y="518"/>
                  </a:lnTo>
                  <a:lnTo>
                    <a:pt x="407" y="516"/>
                  </a:lnTo>
                  <a:lnTo>
                    <a:pt x="407" y="516"/>
                  </a:lnTo>
                  <a:lnTo>
                    <a:pt x="407" y="514"/>
                  </a:lnTo>
                  <a:lnTo>
                    <a:pt x="407" y="512"/>
                  </a:lnTo>
                  <a:lnTo>
                    <a:pt x="409" y="510"/>
                  </a:lnTo>
                  <a:lnTo>
                    <a:pt x="409" y="510"/>
                  </a:lnTo>
                  <a:lnTo>
                    <a:pt x="411" y="508"/>
                  </a:lnTo>
                  <a:lnTo>
                    <a:pt x="411" y="506"/>
                  </a:lnTo>
                  <a:lnTo>
                    <a:pt x="411" y="506"/>
                  </a:lnTo>
                  <a:lnTo>
                    <a:pt x="411" y="504"/>
                  </a:lnTo>
                  <a:lnTo>
                    <a:pt x="411" y="504"/>
                  </a:lnTo>
                  <a:lnTo>
                    <a:pt x="413" y="503"/>
                  </a:lnTo>
                  <a:lnTo>
                    <a:pt x="413" y="503"/>
                  </a:lnTo>
                  <a:lnTo>
                    <a:pt x="413" y="503"/>
                  </a:lnTo>
                  <a:lnTo>
                    <a:pt x="413" y="501"/>
                  </a:lnTo>
                  <a:lnTo>
                    <a:pt x="413" y="499"/>
                  </a:lnTo>
                  <a:lnTo>
                    <a:pt x="413" y="499"/>
                  </a:lnTo>
                  <a:lnTo>
                    <a:pt x="413" y="49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45" name="Freeform 48">
              <a:extLst>
                <a:ext uri="{FF2B5EF4-FFF2-40B4-BE49-F238E27FC236}">
                  <a16:creationId xmlns:a16="http://schemas.microsoft.com/office/drawing/2014/main" id="{0A11FF00-F6E5-3C4D-211E-9C704237C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6800" y="2952750"/>
              <a:ext cx="669925" cy="530225"/>
            </a:xfrm>
            <a:custGeom>
              <a:avLst/>
              <a:gdLst>
                <a:gd name="T0" fmla="*/ 418 w 422"/>
                <a:gd name="T1" fmla="*/ 57 h 334"/>
                <a:gd name="T2" fmla="*/ 418 w 422"/>
                <a:gd name="T3" fmla="*/ 45 h 334"/>
                <a:gd name="T4" fmla="*/ 410 w 422"/>
                <a:gd name="T5" fmla="*/ 17 h 334"/>
                <a:gd name="T6" fmla="*/ 391 w 422"/>
                <a:gd name="T7" fmla="*/ 1 h 334"/>
                <a:gd name="T8" fmla="*/ 372 w 422"/>
                <a:gd name="T9" fmla="*/ 13 h 334"/>
                <a:gd name="T10" fmla="*/ 355 w 422"/>
                <a:gd name="T11" fmla="*/ 26 h 334"/>
                <a:gd name="T12" fmla="*/ 345 w 422"/>
                <a:gd name="T13" fmla="*/ 66 h 334"/>
                <a:gd name="T14" fmla="*/ 319 w 422"/>
                <a:gd name="T15" fmla="*/ 74 h 334"/>
                <a:gd name="T16" fmla="*/ 290 w 422"/>
                <a:gd name="T17" fmla="*/ 91 h 334"/>
                <a:gd name="T18" fmla="*/ 275 w 422"/>
                <a:gd name="T19" fmla="*/ 83 h 334"/>
                <a:gd name="T20" fmla="*/ 250 w 422"/>
                <a:gd name="T21" fmla="*/ 60 h 334"/>
                <a:gd name="T22" fmla="*/ 220 w 422"/>
                <a:gd name="T23" fmla="*/ 59 h 334"/>
                <a:gd name="T24" fmla="*/ 210 w 422"/>
                <a:gd name="T25" fmla="*/ 78 h 334"/>
                <a:gd name="T26" fmla="*/ 180 w 422"/>
                <a:gd name="T27" fmla="*/ 83 h 334"/>
                <a:gd name="T28" fmla="*/ 162 w 422"/>
                <a:gd name="T29" fmla="*/ 93 h 334"/>
                <a:gd name="T30" fmla="*/ 136 w 422"/>
                <a:gd name="T31" fmla="*/ 83 h 334"/>
                <a:gd name="T32" fmla="*/ 115 w 422"/>
                <a:gd name="T33" fmla="*/ 95 h 334"/>
                <a:gd name="T34" fmla="*/ 96 w 422"/>
                <a:gd name="T35" fmla="*/ 93 h 334"/>
                <a:gd name="T36" fmla="*/ 84 w 422"/>
                <a:gd name="T37" fmla="*/ 79 h 334"/>
                <a:gd name="T38" fmla="*/ 75 w 422"/>
                <a:gd name="T39" fmla="*/ 81 h 334"/>
                <a:gd name="T40" fmla="*/ 61 w 422"/>
                <a:gd name="T41" fmla="*/ 72 h 334"/>
                <a:gd name="T42" fmla="*/ 33 w 422"/>
                <a:gd name="T43" fmla="*/ 81 h 334"/>
                <a:gd name="T44" fmla="*/ 10 w 422"/>
                <a:gd name="T45" fmla="*/ 93 h 334"/>
                <a:gd name="T46" fmla="*/ 4 w 422"/>
                <a:gd name="T47" fmla="*/ 119 h 334"/>
                <a:gd name="T48" fmla="*/ 37 w 422"/>
                <a:gd name="T49" fmla="*/ 157 h 334"/>
                <a:gd name="T50" fmla="*/ 44 w 422"/>
                <a:gd name="T51" fmla="*/ 175 h 334"/>
                <a:gd name="T52" fmla="*/ 56 w 422"/>
                <a:gd name="T53" fmla="*/ 169 h 334"/>
                <a:gd name="T54" fmla="*/ 58 w 422"/>
                <a:gd name="T55" fmla="*/ 186 h 334"/>
                <a:gd name="T56" fmla="*/ 63 w 422"/>
                <a:gd name="T57" fmla="*/ 195 h 334"/>
                <a:gd name="T58" fmla="*/ 73 w 422"/>
                <a:gd name="T59" fmla="*/ 233 h 334"/>
                <a:gd name="T60" fmla="*/ 84 w 422"/>
                <a:gd name="T61" fmla="*/ 233 h 334"/>
                <a:gd name="T62" fmla="*/ 92 w 422"/>
                <a:gd name="T63" fmla="*/ 249 h 334"/>
                <a:gd name="T64" fmla="*/ 69 w 422"/>
                <a:gd name="T65" fmla="*/ 270 h 334"/>
                <a:gd name="T66" fmla="*/ 73 w 422"/>
                <a:gd name="T67" fmla="*/ 291 h 334"/>
                <a:gd name="T68" fmla="*/ 107 w 422"/>
                <a:gd name="T69" fmla="*/ 294 h 334"/>
                <a:gd name="T70" fmla="*/ 145 w 422"/>
                <a:gd name="T71" fmla="*/ 291 h 334"/>
                <a:gd name="T72" fmla="*/ 155 w 422"/>
                <a:gd name="T73" fmla="*/ 317 h 334"/>
                <a:gd name="T74" fmla="*/ 174 w 422"/>
                <a:gd name="T75" fmla="*/ 330 h 334"/>
                <a:gd name="T76" fmla="*/ 220 w 422"/>
                <a:gd name="T77" fmla="*/ 325 h 334"/>
                <a:gd name="T78" fmla="*/ 225 w 422"/>
                <a:gd name="T79" fmla="*/ 330 h 334"/>
                <a:gd name="T80" fmla="*/ 242 w 422"/>
                <a:gd name="T81" fmla="*/ 310 h 334"/>
                <a:gd name="T82" fmla="*/ 242 w 422"/>
                <a:gd name="T83" fmla="*/ 283 h 334"/>
                <a:gd name="T84" fmla="*/ 277 w 422"/>
                <a:gd name="T85" fmla="*/ 298 h 334"/>
                <a:gd name="T86" fmla="*/ 313 w 422"/>
                <a:gd name="T87" fmla="*/ 308 h 334"/>
                <a:gd name="T88" fmla="*/ 319 w 422"/>
                <a:gd name="T89" fmla="*/ 296 h 334"/>
                <a:gd name="T90" fmla="*/ 315 w 422"/>
                <a:gd name="T91" fmla="*/ 283 h 334"/>
                <a:gd name="T92" fmla="*/ 292 w 422"/>
                <a:gd name="T93" fmla="*/ 258 h 334"/>
                <a:gd name="T94" fmla="*/ 286 w 422"/>
                <a:gd name="T95" fmla="*/ 237 h 334"/>
                <a:gd name="T96" fmla="*/ 275 w 422"/>
                <a:gd name="T97" fmla="*/ 232 h 334"/>
                <a:gd name="T98" fmla="*/ 235 w 422"/>
                <a:gd name="T99" fmla="*/ 214 h 334"/>
                <a:gd name="T100" fmla="*/ 231 w 422"/>
                <a:gd name="T101" fmla="*/ 190 h 334"/>
                <a:gd name="T102" fmla="*/ 246 w 422"/>
                <a:gd name="T103" fmla="*/ 175 h 334"/>
                <a:gd name="T104" fmla="*/ 260 w 422"/>
                <a:gd name="T105" fmla="*/ 184 h 334"/>
                <a:gd name="T106" fmla="*/ 277 w 422"/>
                <a:gd name="T107" fmla="*/ 178 h 334"/>
                <a:gd name="T108" fmla="*/ 321 w 422"/>
                <a:gd name="T109" fmla="*/ 152 h 334"/>
                <a:gd name="T110" fmla="*/ 340 w 422"/>
                <a:gd name="T111" fmla="*/ 146 h 334"/>
                <a:gd name="T112" fmla="*/ 355 w 422"/>
                <a:gd name="T113" fmla="*/ 146 h 334"/>
                <a:gd name="T114" fmla="*/ 364 w 422"/>
                <a:gd name="T115" fmla="*/ 137 h 334"/>
                <a:gd name="T116" fmla="*/ 368 w 422"/>
                <a:gd name="T117" fmla="*/ 133 h 334"/>
                <a:gd name="T118" fmla="*/ 385 w 422"/>
                <a:gd name="T119" fmla="*/ 119 h 334"/>
                <a:gd name="T120" fmla="*/ 397 w 422"/>
                <a:gd name="T121" fmla="*/ 110 h 334"/>
                <a:gd name="T122" fmla="*/ 410 w 422"/>
                <a:gd name="T123" fmla="*/ 85 h 334"/>
                <a:gd name="T124" fmla="*/ 408 w 422"/>
                <a:gd name="T125" fmla="*/ 72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2" h="334">
                  <a:moveTo>
                    <a:pt x="420" y="70"/>
                  </a:moveTo>
                  <a:lnTo>
                    <a:pt x="420" y="70"/>
                  </a:lnTo>
                  <a:lnTo>
                    <a:pt x="420" y="70"/>
                  </a:lnTo>
                  <a:lnTo>
                    <a:pt x="418" y="68"/>
                  </a:lnTo>
                  <a:lnTo>
                    <a:pt x="420" y="68"/>
                  </a:lnTo>
                  <a:lnTo>
                    <a:pt x="420" y="68"/>
                  </a:lnTo>
                  <a:lnTo>
                    <a:pt x="420" y="66"/>
                  </a:lnTo>
                  <a:lnTo>
                    <a:pt x="422" y="66"/>
                  </a:lnTo>
                  <a:lnTo>
                    <a:pt x="422" y="64"/>
                  </a:lnTo>
                  <a:lnTo>
                    <a:pt x="420" y="64"/>
                  </a:lnTo>
                  <a:lnTo>
                    <a:pt x="420" y="64"/>
                  </a:lnTo>
                  <a:lnTo>
                    <a:pt x="420" y="62"/>
                  </a:lnTo>
                  <a:lnTo>
                    <a:pt x="420" y="62"/>
                  </a:lnTo>
                  <a:lnTo>
                    <a:pt x="420" y="60"/>
                  </a:lnTo>
                  <a:lnTo>
                    <a:pt x="420" y="59"/>
                  </a:lnTo>
                  <a:lnTo>
                    <a:pt x="418" y="59"/>
                  </a:lnTo>
                  <a:lnTo>
                    <a:pt x="418" y="57"/>
                  </a:lnTo>
                  <a:lnTo>
                    <a:pt x="418" y="57"/>
                  </a:lnTo>
                  <a:lnTo>
                    <a:pt x="418" y="57"/>
                  </a:lnTo>
                  <a:lnTo>
                    <a:pt x="414" y="57"/>
                  </a:lnTo>
                  <a:lnTo>
                    <a:pt x="414" y="55"/>
                  </a:lnTo>
                  <a:lnTo>
                    <a:pt x="414" y="55"/>
                  </a:lnTo>
                  <a:lnTo>
                    <a:pt x="414" y="55"/>
                  </a:lnTo>
                  <a:lnTo>
                    <a:pt x="414" y="53"/>
                  </a:lnTo>
                  <a:lnTo>
                    <a:pt x="414" y="53"/>
                  </a:lnTo>
                  <a:lnTo>
                    <a:pt x="414" y="53"/>
                  </a:lnTo>
                  <a:lnTo>
                    <a:pt x="414" y="53"/>
                  </a:lnTo>
                  <a:lnTo>
                    <a:pt x="416" y="53"/>
                  </a:lnTo>
                  <a:lnTo>
                    <a:pt x="416" y="53"/>
                  </a:lnTo>
                  <a:lnTo>
                    <a:pt x="418" y="53"/>
                  </a:lnTo>
                  <a:lnTo>
                    <a:pt x="418" y="53"/>
                  </a:lnTo>
                  <a:lnTo>
                    <a:pt x="418" y="53"/>
                  </a:lnTo>
                  <a:lnTo>
                    <a:pt x="418" y="47"/>
                  </a:lnTo>
                  <a:lnTo>
                    <a:pt x="418" y="45"/>
                  </a:lnTo>
                  <a:lnTo>
                    <a:pt x="420" y="43"/>
                  </a:lnTo>
                  <a:lnTo>
                    <a:pt x="420" y="43"/>
                  </a:lnTo>
                  <a:lnTo>
                    <a:pt x="420" y="40"/>
                  </a:lnTo>
                  <a:lnTo>
                    <a:pt x="420" y="38"/>
                  </a:lnTo>
                  <a:lnTo>
                    <a:pt x="418" y="30"/>
                  </a:lnTo>
                  <a:lnTo>
                    <a:pt x="416" y="28"/>
                  </a:lnTo>
                  <a:lnTo>
                    <a:pt x="416" y="28"/>
                  </a:lnTo>
                  <a:lnTo>
                    <a:pt x="416" y="26"/>
                  </a:lnTo>
                  <a:lnTo>
                    <a:pt x="412" y="22"/>
                  </a:lnTo>
                  <a:lnTo>
                    <a:pt x="412" y="22"/>
                  </a:lnTo>
                  <a:lnTo>
                    <a:pt x="410" y="22"/>
                  </a:lnTo>
                  <a:lnTo>
                    <a:pt x="410" y="22"/>
                  </a:lnTo>
                  <a:lnTo>
                    <a:pt x="410" y="22"/>
                  </a:lnTo>
                  <a:lnTo>
                    <a:pt x="410" y="20"/>
                  </a:lnTo>
                  <a:lnTo>
                    <a:pt x="410" y="20"/>
                  </a:lnTo>
                  <a:lnTo>
                    <a:pt x="410" y="19"/>
                  </a:lnTo>
                  <a:lnTo>
                    <a:pt x="410" y="17"/>
                  </a:lnTo>
                  <a:lnTo>
                    <a:pt x="408" y="15"/>
                  </a:lnTo>
                  <a:lnTo>
                    <a:pt x="408" y="15"/>
                  </a:lnTo>
                  <a:lnTo>
                    <a:pt x="410" y="13"/>
                  </a:lnTo>
                  <a:lnTo>
                    <a:pt x="410" y="13"/>
                  </a:lnTo>
                  <a:lnTo>
                    <a:pt x="410" y="11"/>
                  </a:lnTo>
                  <a:lnTo>
                    <a:pt x="410" y="9"/>
                  </a:lnTo>
                  <a:lnTo>
                    <a:pt x="410" y="9"/>
                  </a:lnTo>
                  <a:lnTo>
                    <a:pt x="410" y="7"/>
                  </a:lnTo>
                  <a:lnTo>
                    <a:pt x="408" y="7"/>
                  </a:lnTo>
                  <a:lnTo>
                    <a:pt x="408" y="7"/>
                  </a:lnTo>
                  <a:lnTo>
                    <a:pt x="404" y="5"/>
                  </a:lnTo>
                  <a:lnTo>
                    <a:pt x="401" y="7"/>
                  </a:lnTo>
                  <a:lnTo>
                    <a:pt x="399" y="5"/>
                  </a:lnTo>
                  <a:lnTo>
                    <a:pt x="393" y="5"/>
                  </a:lnTo>
                  <a:lnTo>
                    <a:pt x="393" y="3"/>
                  </a:lnTo>
                  <a:lnTo>
                    <a:pt x="391" y="1"/>
                  </a:lnTo>
                  <a:lnTo>
                    <a:pt x="391" y="1"/>
                  </a:lnTo>
                  <a:lnTo>
                    <a:pt x="389" y="0"/>
                  </a:lnTo>
                  <a:lnTo>
                    <a:pt x="389" y="0"/>
                  </a:lnTo>
                  <a:lnTo>
                    <a:pt x="387" y="0"/>
                  </a:lnTo>
                  <a:lnTo>
                    <a:pt x="387" y="0"/>
                  </a:lnTo>
                  <a:lnTo>
                    <a:pt x="387" y="0"/>
                  </a:lnTo>
                  <a:lnTo>
                    <a:pt x="385" y="0"/>
                  </a:lnTo>
                  <a:lnTo>
                    <a:pt x="382" y="3"/>
                  </a:lnTo>
                  <a:lnTo>
                    <a:pt x="380" y="5"/>
                  </a:lnTo>
                  <a:lnTo>
                    <a:pt x="380" y="5"/>
                  </a:lnTo>
                  <a:lnTo>
                    <a:pt x="380" y="7"/>
                  </a:lnTo>
                  <a:lnTo>
                    <a:pt x="380" y="7"/>
                  </a:lnTo>
                  <a:lnTo>
                    <a:pt x="378" y="9"/>
                  </a:lnTo>
                  <a:lnTo>
                    <a:pt x="378" y="11"/>
                  </a:lnTo>
                  <a:lnTo>
                    <a:pt x="378" y="13"/>
                  </a:lnTo>
                  <a:lnTo>
                    <a:pt x="376" y="13"/>
                  </a:lnTo>
                  <a:lnTo>
                    <a:pt x="374" y="13"/>
                  </a:lnTo>
                  <a:lnTo>
                    <a:pt x="372" y="13"/>
                  </a:lnTo>
                  <a:lnTo>
                    <a:pt x="372" y="11"/>
                  </a:lnTo>
                  <a:lnTo>
                    <a:pt x="370" y="11"/>
                  </a:lnTo>
                  <a:lnTo>
                    <a:pt x="370" y="11"/>
                  </a:lnTo>
                  <a:lnTo>
                    <a:pt x="370" y="13"/>
                  </a:lnTo>
                  <a:lnTo>
                    <a:pt x="370" y="13"/>
                  </a:lnTo>
                  <a:lnTo>
                    <a:pt x="366" y="13"/>
                  </a:lnTo>
                  <a:lnTo>
                    <a:pt x="366" y="13"/>
                  </a:lnTo>
                  <a:lnTo>
                    <a:pt x="364" y="15"/>
                  </a:lnTo>
                  <a:lnTo>
                    <a:pt x="364" y="17"/>
                  </a:lnTo>
                  <a:lnTo>
                    <a:pt x="364" y="19"/>
                  </a:lnTo>
                  <a:lnTo>
                    <a:pt x="362" y="24"/>
                  </a:lnTo>
                  <a:lnTo>
                    <a:pt x="362" y="24"/>
                  </a:lnTo>
                  <a:lnTo>
                    <a:pt x="362" y="24"/>
                  </a:lnTo>
                  <a:lnTo>
                    <a:pt x="359" y="24"/>
                  </a:lnTo>
                  <a:lnTo>
                    <a:pt x="359" y="24"/>
                  </a:lnTo>
                  <a:lnTo>
                    <a:pt x="355" y="26"/>
                  </a:lnTo>
                  <a:lnTo>
                    <a:pt x="355" y="26"/>
                  </a:lnTo>
                  <a:lnTo>
                    <a:pt x="353" y="28"/>
                  </a:lnTo>
                  <a:lnTo>
                    <a:pt x="349" y="32"/>
                  </a:lnTo>
                  <a:lnTo>
                    <a:pt x="349" y="34"/>
                  </a:lnTo>
                  <a:lnTo>
                    <a:pt x="349" y="34"/>
                  </a:lnTo>
                  <a:lnTo>
                    <a:pt x="349" y="45"/>
                  </a:lnTo>
                  <a:lnTo>
                    <a:pt x="349" y="47"/>
                  </a:lnTo>
                  <a:lnTo>
                    <a:pt x="349" y="47"/>
                  </a:lnTo>
                  <a:lnTo>
                    <a:pt x="347" y="49"/>
                  </a:lnTo>
                  <a:lnTo>
                    <a:pt x="345" y="53"/>
                  </a:lnTo>
                  <a:lnTo>
                    <a:pt x="345" y="53"/>
                  </a:lnTo>
                  <a:lnTo>
                    <a:pt x="345" y="53"/>
                  </a:lnTo>
                  <a:lnTo>
                    <a:pt x="345" y="55"/>
                  </a:lnTo>
                  <a:lnTo>
                    <a:pt x="345" y="55"/>
                  </a:lnTo>
                  <a:lnTo>
                    <a:pt x="345" y="57"/>
                  </a:lnTo>
                  <a:lnTo>
                    <a:pt x="345" y="57"/>
                  </a:lnTo>
                  <a:lnTo>
                    <a:pt x="343" y="62"/>
                  </a:lnTo>
                  <a:lnTo>
                    <a:pt x="345" y="66"/>
                  </a:lnTo>
                  <a:lnTo>
                    <a:pt x="343" y="68"/>
                  </a:lnTo>
                  <a:lnTo>
                    <a:pt x="343" y="70"/>
                  </a:lnTo>
                  <a:lnTo>
                    <a:pt x="343" y="72"/>
                  </a:lnTo>
                  <a:lnTo>
                    <a:pt x="341" y="74"/>
                  </a:lnTo>
                  <a:lnTo>
                    <a:pt x="341" y="74"/>
                  </a:lnTo>
                  <a:lnTo>
                    <a:pt x="340" y="74"/>
                  </a:lnTo>
                  <a:lnTo>
                    <a:pt x="334" y="72"/>
                  </a:lnTo>
                  <a:lnTo>
                    <a:pt x="332" y="70"/>
                  </a:lnTo>
                  <a:lnTo>
                    <a:pt x="330" y="72"/>
                  </a:lnTo>
                  <a:lnTo>
                    <a:pt x="330" y="72"/>
                  </a:lnTo>
                  <a:lnTo>
                    <a:pt x="328" y="74"/>
                  </a:lnTo>
                  <a:lnTo>
                    <a:pt x="328" y="76"/>
                  </a:lnTo>
                  <a:lnTo>
                    <a:pt x="328" y="78"/>
                  </a:lnTo>
                  <a:lnTo>
                    <a:pt x="328" y="79"/>
                  </a:lnTo>
                  <a:lnTo>
                    <a:pt x="328" y="79"/>
                  </a:lnTo>
                  <a:lnTo>
                    <a:pt x="321" y="78"/>
                  </a:lnTo>
                  <a:lnTo>
                    <a:pt x="319" y="74"/>
                  </a:lnTo>
                  <a:lnTo>
                    <a:pt x="317" y="74"/>
                  </a:lnTo>
                  <a:lnTo>
                    <a:pt x="315" y="74"/>
                  </a:lnTo>
                  <a:lnTo>
                    <a:pt x="315" y="74"/>
                  </a:lnTo>
                  <a:lnTo>
                    <a:pt x="315" y="74"/>
                  </a:lnTo>
                  <a:lnTo>
                    <a:pt x="313" y="76"/>
                  </a:lnTo>
                  <a:lnTo>
                    <a:pt x="311" y="78"/>
                  </a:lnTo>
                  <a:lnTo>
                    <a:pt x="309" y="78"/>
                  </a:lnTo>
                  <a:lnTo>
                    <a:pt x="307" y="78"/>
                  </a:lnTo>
                  <a:lnTo>
                    <a:pt x="305" y="78"/>
                  </a:lnTo>
                  <a:lnTo>
                    <a:pt x="303" y="78"/>
                  </a:lnTo>
                  <a:lnTo>
                    <a:pt x="301" y="76"/>
                  </a:lnTo>
                  <a:lnTo>
                    <a:pt x="300" y="76"/>
                  </a:lnTo>
                  <a:lnTo>
                    <a:pt x="296" y="81"/>
                  </a:lnTo>
                  <a:lnTo>
                    <a:pt x="292" y="83"/>
                  </a:lnTo>
                  <a:lnTo>
                    <a:pt x="292" y="85"/>
                  </a:lnTo>
                  <a:lnTo>
                    <a:pt x="290" y="87"/>
                  </a:lnTo>
                  <a:lnTo>
                    <a:pt x="290" y="91"/>
                  </a:lnTo>
                  <a:lnTo>
                    <a:pt x="290" y="93"/>
                  </a:lnTo>
                  <a:lnTo>
                    <a:pt x="288" y="93"/>
                  </a:lnTo>
                  <a:lnTo>
                    <a:pt x="288" y="93"/>
                  </a:lnTo>
                  <a:lnTo>
                    <a:pt x="288" y="95"/>
                  </a:lnTo>
                  <a:lnTo>
                    <a:pt x="288" y="95"/>
                  </a:lnTo>
                  <a:lnTo>
                    <a:pt x="288" y="97"/>
                  </a:lnTo>
                  <a:lnTo>
                    <a:pt x="288" y="97"/>
                  </a:lnTo>
                  <a:lnTo>
                    <a:pt x="288" y="98"/>
                  </a:lnTo>
                  <a:lnTo>
                    <a:pt x="286" y="98"/>
                  </a:lnTo>
                  <a:lnTo>
                    <a:pt x="284" y="97"/>
                  </a:lnTo>
                  <a:lnTo>
                    <a:pt x="279" y="93"/>
                  </a:lnTo>
                  <a:lnTo>
                    <a:pt x="271" y="89"/>
                  </a:lnTo>
                  <a:lnTo>
                    <a:pt x="271" y="87"/>
                  </a:lnTo>
                  <a:lnTo>
                    <a:pt x="271" y="87"/>
                  </a:lnTo>
                  <a:lnTo>
                    <a:pt x="273" y="85"/>
                  </a:lnTo>
                  <a:lnTo>
                    <a:pt x="273" y="83"/>
                  </a:lnTo>
                  <a:lnTo>
                    <a:pt x="275" y="83"/>
                  </a:lnTo>
                  <a:lnTo>
                    <a:pt x="273" y="79"/>
                  </a:lnTo>
                  <a:lnTo>
                    <a:pt x="273" y="78"/>
                  </a:lnTo>
                  <a:lnTo>
                    <a:pt x="273" y="78"/>
                  </a:lnTo>
                  <a:lnTo>
                    <a:pt x="269" y="78"/>
                  </a:lnTo>
                  <a:lnTo>
                    <a:pt x="267" y="76"/>
                  </a:lnTo>
                  <a:lnTo>
                    <a:pt x="265" y="76"/>
                  </a:lnTo>
                  <a:lnTo>
                    <a:pt x="263" y="78"/>
                  </a:lnTo>
                  <a:lnTo>
                    <a:pt x="261" y="78"/>
                  </a:lnTo>
                  <a:lnTo>
                    <a:pt x="260" y="78"/>
                  </a:lnTo>
                  <a:lnTo>
                    <a:pt x="258" y="76"/>
                  </a:lnTo>
                  <a:lnTo>
                    <a:pt x="258" y="74"/>
                  </a:lnTo>
                  <a:lnTo>
                    <a:pt x="256" y="72"/>
                  </a:lnTo>
                  <a:lnTo>
                    <a:pt x="256" y="64"/>
                  </a:lnTo>
                  <a:lnTo>
                    <a:pt x="256" y="62"/>
                  </a:lnTo>
                  <a:lnTo>
                    <a:pt x="254" y="62"/>
                  </a:lnTo>
                  <a:lnTo>
                    <a:pt x="252" y="62"/>
                  </a:lnTo>
                  <a:lnTo>
                    <a:pt x="250" y="60"/>
                  </a:lnTo>
                  <a:lnTo>
                    <a:pt x="250" y="60"/>
                  </a:lnTo>
                  <a:lnTo>
                    <a:pt x="248" y="60"/>
                  </a:lnTo>
                  <a:lnTo>
                    <a:pt x="250" y="60"/>
                  </a:lnTo>
                  <a:lnTo>
                    <a:pt x="250" y="59"/>
                  </a:lnTo>
                  <a:lnTo>
                    <a:pt x="250" y="59"/>
                  </a:lnTo>
                  <a:lnTo>
                    <a:pt x="250" y="57"/>
                  </a:lnTo>
                  <a:lnTo>
                    <a:pt x="248" y="59"/>
                  </a:lnTo>
                  <a:lnTo>
                    <a:pt x="246" y="59"/>
                  </a:lnTo>
                  <a:lnTo>
                    <a:pt x="242" y="62"/>
                  </a:lnTo>
                  <a:lnTo>
                    <a:pt x="237" y="62"/>
                  </a:lnTo>
                  <a:lnTo>
                    <a:pt x="233" y="57"/>
                  </a:lnTo>
                  <a:lnTo>
                    <a:pt x="231" y="55"/>
                  </a:lnTo>
                  <a:lnTo>
                    <a:pt x="231" y="55"/>
                  </a:lnTo>
                  <a:lnTo>
                    <a:pt x="221" y="55"/>
                  </a:lnTo>
                  <a:lnTo>
                    <a:pt x="221" y="55"/>
                  </a:lnTo>
                  <a:lnTo>
                    <a:pt x="220" y="57"/>
                  </a:lnTo>
                  <a:lnTo>
                    <a:pt x="220" y="59"/>
                  </a:lnTo>
                  <a:lnTo>
                    <a:pt x="218" y="60"/>
                  </a:lnTo>
                  <a:lnTo>
                    <a:pt x="218" y="60"/>
                  </a:lnTo>
                  <a:lnTo>
                    <a:pt x="218" y="64"/>
                  </a:lnTo>
                  <a:lnTo>
                    <a:pt x="218" y="66"/>
                  </a:lnTo>
                  <a:lnTo>
                    <a:pt x="216" y="66"/>
                  </a:lnTo>
                  <a:lnTo>
                    <a:pt x="214" y="66"/>
                  </a:lnTo>
                  <a:lnTo>
                    <a:pt x="214" y="68"/>
                  </a:lnTo>
                  <a:lnTo>
                    <a:pt x="214" y="68"/>
                  </a:lnTo>
                  <a:lnTo>
                    <a:pt x="214" y="68"/>
                  </a:lnTo>
                  <a:lnTo>
                    <a:pt x="214" y="70"/>
                  </a:lnTo>
                  <a:lnTo>
                    <a:pt x="214" y="70"/>
                  </a:lnTo>
                  <a:lnTo>
                    <a:pt x="214" y="72"/>
                  </a:lnTo>
                  <a:lnTo>
                    <a:pt x="214" y="76"/>
                  </a:lnTo>
                  <a:lnTo>
                    <a:pt x="214" y="76"/>
                  </a:lnTo>
                  <a:lnTo>
                    <a:pt x="214" y="78"/>
                  </a:lnTo>
                  <a:lnTo>
                    <a:pt x="210" y="78"/>
                  </a:lnTo>
                  <a:lnTo>
                    <a:pt x="210" y="78"/>
                  </a:lnTo>
                  <a:lnTo>
                    <a:pt x="208" y="76"/>
                  </a:lnTo>
                  <a:lnTo>
                    <a:pt x="206" y="76"/>
                  </a:lnTo>
                  <a:lnTo>
                    <a:pt x="206" y="78"/>
                  </a:lnTo>
                  <a:lnTo>
                    <a:pt x="206" y="78"/>
                  </a:lnTo>
                  <a:lnTo>
                    <a:pt x="204" y="79"/>
                  </a:lnTo>
                  <a:lnTo>
                    <a:pt x="204" y="79"/>
                  </a:lnTo>
                  <a:lnTo>
                    <a:pt x="202" y="81"/>
                  </a:lnTo>
                  <a:lnTo>
                    <a:pt x="200" y="83"/>
                  </a:lnTo>
                  <a:lnTo>
                    <a:pt x="200" y="81"/>
                  </a:lnTo>
                  <a:lnTo>
                    <a:pt x="199" y="81"/>
                  </a:lnTo>
                  <a:lnTo>
                    <a:pt x="199" y="81"/>
                  </a:lnTo>
                  <a:lnTo>
                    <a:pt x="197" y="81"/>
                  </a:lnTo>
                  <a:lnTo>
                    <a:pt x="195" y="81"/>
                  </a:lnTo>
                  <a:lnTo>
                    <a:pt x="189" y="81"/>
                  </a:lnTo>
                  <a:lnTo>
                    <a:pt x="187" y="83"/>
                  </a:lnTo>
                  <a:lnTo>
                    <a:pt x="181" y="83"/>
                  </a:lnTo>
                  <a:lnTo>
                    <a:pt x="180" y="83"/>
                  </a:lnTo>
                  <a:lnTo>
                    <a:pt x="180" y="85"/>
                  </a:lnTo>
                  <a:lnTo>
                    <a:pt x="180" y="85"/>
                  </a:lnTo>
                  <a:lnTo>
                    <a:pt x="178" y="85"/>
                  </a:lnTo>
                  <a:lnTo>
                    <a:pt x="178" y="87"/>
                  </a:lnTo>
                  <a:lnTo>
                    <a:pt x="170" y="89"/>
                  </a:lnTo>
                  <a:lnTo>
                    <a:pt x="168" y="91"/>
                  </a:lnTo>
                  <a:lnTo>
                    <a:pt x="168" y="91"/>
                  </a:lnTo>
                  <a:lnTo>
                    <a:pt x="168" y="93"/>
                  </a:lnTo>
                  <a:lnTo>
                    <a:pt x="168" y="93"/>
                  </a:lnTo>
                  <a:lnTo>
                    <a:pt x="168" y="93"/>
                  </a:lnTo>
                  <a:lnTo>
                    <a:pt x="166" y="95"/>
                  </a:lnTo>
                  <a:lnTo>
                    <a:pt x="162" y="98"/>
                  </a:lnTo>
                  <a:lnTo>
                    <a:pt x="162" y="98"/>
                  </a:lnTo>
                  <a:lnTo>
                    <a:pt x="160" y="98"/>
                  </a:lnTo>
                  <a:lnTo>
                    <a:pt x="160" y="97"/>
                  </a:lnTo>
                  <a:lnTo>
                    <a:pt x="162" y="95"/>
                  </a:lnTo>
                  <a:lnTo>
                    <a:pt x="162" y="93"/>
                  </a:lnTo>
                  <a:lnTo>
                    <a:pt x="160" y="93"/>
                  </a:lnTo>
                  <a:lnTo>
                    <a:pt x="155" y="95"/>
                  </a:lnTo>
                  <a:lnTo>
                    <a:pt x="153" y="97"/>
                  </a:lnTo>
                  <a:lnTo>
                    <a:pt x="151" y="97"/>
                  </a:lnTo>
                  <a:lnTo>
                    <a:pt x="149" y="98"/>
                  </a:lnTo>
                  <a:lnTo>
                    <a:pt x="145" y="97"/>
                  </a:lnTo>
                  <a:lnTo>
                    <a:pt x="143" y="97"/>
                  </a:lnTo>
                  <a:lnTo>
                    <a:pt x="143" y="95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0" y="89"/>
                  </a:lnTo>
                  <a:lnTo>
                    <a:pt x="138" y="89"/>
                  </a:lnTo>
                  <a:lnTo>
                    <a:pt x="138" y="83"/>
                  </a:lnTo>
                  <a:lnTo>
                    <a:pt x="136" y="83"/>
                  </a:lnTo>
                  <a:lnTo>
                    <a:pt x="136" y="83"/>
                  </a:lnTo>
                  <a:lnTo>
                    <a:pt x="134" y="83"/>
                  </a:lnTo>
                  <a:lnTo>
                    <a:pt x="134" y="83"/>
                  </a:lnTo>
                  <a:lnTo>
                    <a:pt x="132" y="85"/>
                  </a:lnTo>
                  <a:lnTo>
                    <a:pt x="130" y="85"/>
                  </a:lnTo>
                  <a:lnTo>
                    <a:pt x="126" y="89"/>
                  </a:lnTo>
                  <a:lnTo>
                    <a:pt x="124" y="89"/>
                  </a:lnTo>
                  <a:lnTo>
                    <a:pt x="124" y="91"/>
                  </a:lnTo>
                  <a:lnTo>
                    <a:pt x="122" y="95"/>
                  </a:lnTo>
                  <a:lnTo>
                    <a:pt x="122" y="95"/>
                  </a:lnTo>
                  <a:lnTo>
                    <a:pt x="120" y="95"/>
                  </a:lnTo>
                  <a:lnTo>
                    <a:pt x="119" y="95"/>
                  </a:lnTo>
                  <a:lnTo>
                    <a:pt x="119" y="95"/>
                  </a:lnTo>
                  <a:lnTo>
                    <a:pt x="117" y="95"/>
                  </a:lnTo>
                  <a:lnTo>
                    <a:pt x="117" y="93"/>
                  </a:lnTo>
                  <a:lnTo>
                    <a:pt x="115" y="93"/>
                  </a:lnTo>
                  <a:lnTo>
                    <a:pt x="115" y="93"/>
                  </a:lnTo>
                  <a:lnTo>
                    <a:pt x="115" y="95"/>
                  </a:lnTo>
                  <a:lnTo>
                    <a:pt x="115" y="95"/>
                  </a:lnTo>
                  <a:lnTo>
                    <a:pt x="111" y="97"/>
                  </a:lnTo>
                  <a:lnTo>
                    <a:pt x="111" y="98"/>
                  </a:lnTo>
                  <a:lnTo>
                    <a:pt x="111" y="98"/>
                  </a:lnTo>
                  <a:lnTo>
                    <a:pt x="111" y="100"/>
                  </a:lnTo>
                  <a:lnTo>
                    <a:pt x="109" y="102"/>
                  </a:lnTo>
                  <a:lnTo>
                    <a:pt x="107" y="102"/>
                  </a:lnTo>
                  <a:lnTo>
                    <a:pt x="107" y="102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03" y="100"/>
                  </a:lnTo>
                  <a:lnTo>
                    <a:pt x="103" y="100"/>
                  </a:lnTo>
                  <a:lnTo>
                    <a:pt x="101" y="98"/>
                  </a:lnTo>
                  <a:lnTo>
                    <a:pt x="101" y="98"/>
                  </a:lnTo>
                  <a:lnTo>
                    <a:pt x="99" y="97"/>
                  </a:lnTo>
                  <a:lnTo>
                    <a:pt x="96" y="95"/>
                  </a:lnTo>
                  <a:lnTo>
                    <a:pt x="96" y="93"/>
                  </a:lnTo>
                  <a:lnTo>
                    <a:pt x="94" y="93"/>
                  </a:lnTo>
                  <a:lnTo>
                    <a:pt x="92" y="91"/>
                  </a:lnTo>
                  <a:lnTo>
                    <a:pt x="90" y="89"/>
                  </a:lnTo>
                  <a:lnTo>
                    <a:pt x="90" y="87"/>
                  </a:lnTo>
                  <a:lnTo>
                    <a:pt x="90" y="85"/>
                  </a:lnTo>
                  <a:lnTo>
                    <a:pt x="92" y="85"/>
                  </a:lnTo>
                  <a:lnTo>
                    <a:pt x="92" y="81"/>
                  </a:lnTo>
                  <a:lnTo>
                    <a:pt x="90" y="79"/>
                  </a:lnTo>
                  <a:lnTo>
                    <a:pt x="90" y="79"/>
                  </a:lnTo>
                  <a:lnTo>
                    <a:pt x="88" y="79"/>
                  </a:lnTo>
                  <a:lnTo>
                    <a:pt x="88" y="79"/>
                  </a:lnTo>
                  <a:lnTo>
                    <a:pt x="86" y="79"/>
                  </a:lnTo>
                  <a:lnTo>
                    <a:pt x="86" y="81"/>
                  </a:lnTo>
                  <a:lnTo>
                    <a:pt x="86" y="81"/>
                  </a:lnTo>
                  <a:lnTo>
                    <a:pt x="84" y="79"/>
                  </a:lnTo>
                  <a:lnTo>
                    <a:pt x="84" y="79"/>
                  </a:lnTo>
                  <a:lnTo>
                    <a:pt x="84" y="79"/>
                  </a:lnTo>
                  <a:lnTo>
                    <a:pt x="82" y="79"/>
                  </a:lnTo>
                  <a:lnTo>
                    <a:pt x="82" y="79"/>
                  </a:lnTo>
                  <a:lnTo>
                    <a:pt x="80" y="79"/>
                  </a:lnTo>
                  <a:lnTo>
                    <a:pt x="80" y="79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79" y="83"/>
                  </a:lnTo>
                  <a:lnTo>
                    <a:pt x="79" y="83"/>
                  </a:lnTo>
                  <a:lnTo>
                    <a:pt x="79" y="85"/>
                  </a:lnTo>
                  <a:lnTo>
                    <a:pt x="79" y="85"/>
                  </a:lnTo>
                  <a:lnTo>
                    <a:pt x="77" y="85"/>
                  </a:lnTo>
                  <a:lnTo>
                    <a:pt x="77" y="83"/>
                  </a:lnTo>
                  <a:lnTo>
                    <a:pt x="77" y="83"/>
                  </a:lnTo>
                  <a:lnTo>
                    <a:pt x="77" y="81"/>
                  </a:lnTo>
                  <a:lnTo>
                    <a:pt x="77" y="81"/>
                  </a:lnTo>
                  <a:lnTo>
                    <a:pt x="75" y="81"/>
                  </a:lnTo>
                  <a:lnTo>
                    <a:pt x="75" y="81"/>
                  </a:lnTo>
                  <a:lnTo>
                    <a:pt x="75" y="81"/>
                  </a:lnTo>
                  <a:lnTo>
                    <a:pt x="75" y="83"/>
                  </a:lnTo>
                  <a:lnTo>
                    <a:pt x="75" y="83"/>
                  </a:lnTo>
                  <a:lnTo>
                    <a:pt x="75" y="85"/>
                  </a:lnTo>
                  <a:lnTo>
                    <a:pt x="75" y="85"/>
                  </a:lnTo>
                  <a:lnTo>
                    <a:pt x="73" y="85"/>
                  </a:lnTo>
                  <a:lnTo>
                    <a:pt x="73" y="85"/>
                  </a:lnTo>
                  <a:lnTo>
                    <a:pt x="71" y="83"/>
                  </a:lnTo>
                  <a:lnTo>
                    <a:pt x="71" y="81"/>
                  </a:lnTo>
                  <a:lnTo>
                    <a:pt x="69" y="76"/>
                  </a:lnTo>
                  <a:lnTo>
                    <a:pt x="65" y="70"/>
                  </a:lnTo>
                  <a:lnTo>
                    <a:pt x="63" y="68"/>
                  </a:lnTo>
                  <a:lnTo>
                    <a:pt x="63" y="68"/>
                  </a:lnTo>
                  <a:lnTo>
                    <a:pt x="63" y="68"/>
                  </a:lnTo>
                  <a:lnTo>
                    <a:pt x="61" y="68"/>
                  </a:lnTo>
                  <a:lnTo>
                    <a:pt x="61" y="72"/>
                  </a:lnTo>
                  <a:lnTo>
                    <a:pt x="61" y="72"/>
                  </a:lnTo>
                  <a:lnTo>
                    <a:pt x="61" y="74"/>
                  </a:lnTo>
                  <a:lnTo>
                    <a:pt x="59" y="74"/>
                  </a:lnTo>
                  <a:lnTo>
                    <a:pt x="59" y="74"/>
                  </a:lnTo>
                  <a:lnTo>
                    <a:pt x="58" y="74"/>
                  </a:lnTo>
                  <a:lnTo>
                    <a:pt x="58" y="76"/>
                  </a:lnTo>
                  <a:lnTo>
                    <a:pt x="56" y="78"/>
                  </a:lnTo>
                  <a:lnTo>
                    <a:pt x="54" y="78"/>
                  </a:lnTo>
                  <a:lnTo>
                    <a:pt x="50" y="78"/>
                  </a:lnTo>
                  <a:lnTo>
                    <a:pt x="48" y="79"/>
                  </a:lnTo>
                  <a:lnTo>
                    <a:pt x="48" y="79"/>
                  </a:lnTo>
                  <a:lnTo>
                    <a:pt x="46" y="79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40" y="81"/>
                  </a:lnTo>
                  <a:lnTo>
                    <a:pt x="39" y="81"/>
                  </a:lnTo>
                  <a:lnTo>
                    <a:pt x="33" y="81"/>
                  </a:lnTo>
                  <a:lnTo>
                    <a:pt x="27" y="81"/>
                  </a:lnTo>
                  <a:lnTo>
                    <a:pt x="19" y="79"/>
                  </a:lnTo>
                  <a:lnTo>
                    <a:pt x="18" y="79"/>
                  </a:lnTo>
                  <a:lnTo>
                    <a:pt x="10" y="79"/>
                  </a:lnTo>
                  <a:lnTo>
                    <a:pt x="8" y="81"/>
                  </a:lnTo>
                  <a:lnTo>
                    <a:pt x="6" y="81"/>
                  </a:lnTo>
                  <a:lnTo>
                    <a:pt x="6" y="83"/>
                  </a:lnTo>
                  <a:lnTo>
                    <a:pt x="6" y="83"/>
                  </a:lnTo>
                  <a:lnTo>
                    <a:pt x="6" y="83"/>
                  </a:lnTo>
                  <a:lnTo>
                    <a:pt x="6" y="85"/>
                  </a:lnTo>
                  <a:lnTo>
                    <a:pt x="6" y="85"/>
                  </a:lnTo>
                  <a:lnTo>
                    <a:pt x="6" y="85"/>
                  </a:lnTo>
                  <a:lnTo>
                    <a:pt x="6" y="87"/>
                  </a:lnTo>
                  <a:lnTo>
                    <a:pt x="6" y="89"/>
                  </a:lnTo>
                  <a:lnTo>
                    <a:pt x="8" y="91"/>
                  </a:lnTo>
                  <a:lnTo>
                    <a:pt x="8" y="91"/>
                  </a:lnTo>
                  <a:lnTo>
                    <a:pt x="10" y="93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10" y="98"/>
                  </a:lnTo>
                  <a:lnTo>
                    <a:pt x="8" y="100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4"/>
                  </a:lnTo>
                  <a:lnTo>
                    <a:pt x="8" y="104"/>
                  </a:lnTo>
                  <a:lnTo>
                    <a:pt x="6" y="106"/>
                  </a:lnTo>
                  <a:lnTo>
                    <a:pt x="6" y="106"/>
                  </a:lnTo>
                  <a:lnTo>
                    <a:pt x="4" y="110"/>
                  </a:lnTo>
                  <a:lnTo>
                    <a:pt x="2" y="112"/>
                  </a:lnTo>
                  <a:lnTo>
                    <a:pt x="2" y="114"/>
                  </a:lnTo>
                  <a:lnTo>
                    <a:pt x="0" y="119"/>
                  </a:lnTo>
                  <a:lnTo>
                    <a:pt x="4" y="119"/>
                  </a:lnTo>
                  <a:lnTo>
                    <a:pt x="10" y="121"/>
                  </a:lnTo>
                  <a:lnTo>
                    <a:pt x="10" y="121"/>
                  </a:lnTo>
                  <a:lnTo>
                    <a:pt x="12" y="121"/>
                  </a:lnTo>
                  <a:lnTo>
                    <a:pt x="12" y="123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8" y="127"/>
                  </a:lnTo>
                  <a:lnTo>
                    <a:pt x="18" y="127"/>
                  </a:lnTo>
                  <a:lnTo>
                    <a:pt x="18" y="131"/>
                  </a:lnTo>
                  <a:lnTo>
                    <a:pt x="18" y="133"/>
                  </a:lnTo>
                  <a:lnTo>
                    <a:pt x="18" y="135"/>
                  </a:lnTo>
                  <a:lnTo>
                    <a:pt x="18" y="137"/>
                  </a:lnTo>
                  <a:lnTo>
                    <a:pt x="19" y="137"/>
                  </a:lnTo>
                  <a:lnTo>
                    <a:pt x="19" y="140"/>
                  </a:lnTo>
                  <a:lnTo>
                    <a:pt x="33" y="152"/>
                  </a:lnTo>
                  <a:lnTo>
                    <a:pt x="35" y="154"/>
                  </a:lnTo>
                  <a:lnTo>
                    <a:pt x="37" y="157"/>
                  </a:lnTo>
                  <a:lnTo>
                    <a:pt x="37" y="157"/>
                  </a:lnTo>
                  <a:lnTo>
                    <a:pt x="37" y="159"/>
                  </a:lnTo>
                  <a:lnTo>
                    <a:pt x="37" y="159"/>
                  </a:lnTo>
                  <a:lnTo>
                    <a:pt x="35" y="163"/>
                  </a:lnTo>
                  <a:lnTo>
                    <a:pt x="35" y="163"/>
                  </a:lnTo>
                  <a:lnTo>
                    <a:pt x="35" y="165"/>
                  </a:lnTo>
                  <a:lnTo>
                    <a:pt x="35" y="165"/>
                  </a:lnTo>
                  <a:lnTo>
                    <a:pt x="37" y="167"/>
                  </a:lnTo>
                  <a:lnTo>
                    <a:pt x="37" y="171"/>
                  </a:lnTo>
                  <a:lnTo>
                    <a:pt x="39" y="173"/>
                  </a:lnTo>
                  <a:lnTo>
                    <a:pt x="39" y="173"/>
                  </a:lnTo>
                  <a:lnTo>
                    <a:pt x="40" y="175"/>
                  </a:lnTo>
                  <a:lnTo>
                    <a:pt x="40" y="175"/>
                  </a:lnTo>
                  <a:lnTo>
                    <a:pt x="42" y="175"/>
                  </a:lnTo>
                  <a:lnTo>
                    <a:pt x="42" y="175"/>
                  </a:lnTo>
                  <a:lnTo>
                    <a:pt x="44" y="175"/>
                  </a:lnTo>
                  <a:lnTo>
                    <a:pt x="44" y="175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52" y="176"/>
                  </a:lnTo>
                  <a:lnTo>
                    <a:pt x="54" y="176"/>
                  </a:lnTo>
                  <a:lnTo>
                    <a:pt x="54" y="176"/>
                  </a:lnTo>
                  <a:lnTo>
                    <a:pt x="54" y="176"/>
                  </a:lnTo>
                  <a:lnTo>
                    <a:pt x="54" y="176"/>
                  </a:lnTo>
                  <a:lnTo>
                    <a:pt x="54" y="176"/>
                  </a:lnTo>
                  <a:lnTo>
                    <a:pt x="54" y="173"/>
                  </a:lnTo>
                  <a:lnTo>
                    <a:pt x="54" y="173"/>
                  </a:lnTo>
                  <a:lnTo>
                    <a:pt x="54" y="171"/>
                  </a:lnTo>
                  <a:lnTo>
                    <a:pt x="54" y="171"/>
                  </a:lnTo>
                  <a:lnTo>
                    <a:pt x="54" y="171"/>
                  </a:lnTo>
                  <a:lnTo>
                    <a:pt x="54" y="171"/>
                  </a:lnTo>
                  <a:lnTo>
                    <a:pt x="56" y="171"/>
                  </a:lnTo>
                  <a:lnTo>
                    <a:pt x="56" y="171"/>
                  </a:lnTo>
                  <a:lnTo>
                    <a:pt x="56" y="169"/>
                  </a:lnTo>
                  <a:lnTo>
                    <a:pt x="58" y="169"/>
                  </a:lnTo>
                  <a:lnTo>
                    <a:pt x="58" y="169"/>
                  </a:lnTo>
                  <a:lnTo>
                    <a:pt x="59" y="169"/>
                  </a:lnTo>
                  <a:lnTo>
                    <a:pt x="59" y="169"/>
                  </a:lnTo>
                  <a:lnTo>
                    <a:pt x="59" y="171"/>
                  </a:lnTo>
                  <a:lnTo>
                    <a:pt x="61" y="171"/>
                  </a:lnTo>
                  <a:lnTo>
                    <a:pt x="61" y="173"/>
                  </a:lnTo>
                  <a:lnTo>
                    <a:pt x="61" y="173"/>
                  </a:lnTo>
                  <a:lnTo>
                    <a:pt x="63" y="176"/>
                  </a:lnTo>
                  <a:lnTo>
                    <a:pt x="63" y="176"/>
                  </a:lnTo>
                  <a:lnTo>
                    <a:pt x="63" y="178"/>
                  </a:lnTo>
                  <a:lnTo>
                    <a:pt x="61" y="178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58" y="184"/>
                  </a:lnTo>
                  <a:lnTo>
                    <a:pt x="58" y="184"/>
                  </a:lnTo>
                  <a:lnTo>
                    <a:pt x="58" y="186"/>
                  </a:lnTo>
                  <a:lnTo>
                    <a:pt x="56" y="186"/>
                  </a:lnTo>
                  <a:lnTo>
                    <a:pt x="58" y="188"/>
                  </a:lnTo>
                  <a:lnTo>
                    <a:pt x="58" y="188"/>
                  </a:lnTo>
                  <a:lnTo>
                    <a:pt x="58" y="190"/>
                  </a:lnTo>
                  <a:lnTo>
                    <a:pt x="58" y="190"/>
                  </a:lnTo>
                  <a:lnTo>
                    <a:pt x="56" y="194"/>
                  </a:lnTo>
                  <a:lnTo>
                    <a:pt x="56" y="194"/>
                  </a:lnTo>
                  <a:lnTo>
                    <a:pt x="56" y="195"/>
                  </a:lnTo>
                  <a:lnTo>
                    <a:pt x="56" y="195"/>
                  </a:lnTo>
                  <a:lnTo>
                    <a:pt x="56" y="197"/>
                  </a:lnTo>
                  <a:lnTo>
                    <a:pt x="58" y="197"/>
                  </a:lnTo>
                  <a:lnTo>
                    <a:pt x="58" y="197"/>
                  </a:lnTo>
                  <a:lnTo>
                    <a:pt x="58" y="197"/>
                  </a:lnTo>
                  <a:lnTo>
                    <a:pt x="59" y="195"/>
                  </a:lnTo>
                  <a:lnTo>
                    <a:pt x="61" y="194"/>
                  </a:lnTo>
                  <a:lnTo>
                    <a:pt x="61" y="194"/>
                  </a:lnTo>
                  <a:lnTo>
                    <a:pt x="63" y="195"/>
                  </a:lnTo>
                  <a:lnTo>
                    <a:pt x="63" y="195"/>
                  </a:lnTo>
                  <a:lnTo>
                    <a:pt x="63" y="197"/>
                  </a:lnTo>
                  <a:lnTo>
                    <a:pt x="65" y="203"/>
                  </a:lnTo>
                  <a:lnTo>
                    <a:pt x="63" y="211"/>
                  </a:lnTo>
                  <a:lnTo>
                    <a:pt x="63" y="214"/>
                  </a:lnTo>
                  <a:lnTo>
                    <a:pt x="63" y="218"/>
                  </a:lnTo>
                  <a:lnTo>
                    <a:pt x="65" y="220"/>
                  </a:lnTo>
                  <a:lnTo>
                    <a:pt x="69" y="224"/>
                  </a:lnTo>
                  <a:lnTo>
                    <a:pt x="69" y="224"/>
                  </a:lnTo>
                  <a:lnTo>
                    <a:pt x="69" y="226"/>
                  </a:lnTo>
                  <a:lnTo>
                    <a:pt x="71" y="228"/>
                  </a:lnTo>
                  <a:lnTo>
                    <a:pt x="71" y="230"/>
                  </a:lnTo>
                  <a:lnTo>
                    <a:pt x="71" y="232"/>
                  </a:lnTo>
                  <a:lnTo>
                    <a:pt x="71" y="233"/>
                  </a:lnTo>
                  <a:lnTo>
                    <a:pt x="71" y="233"/>
                  </a:lnTo>
                  <a:lnTo>
                    <a:pt x="73" y="233"/>
                  </a:lnTo>
                  <a:lnTo>
                    <a:pt x="73" y="233"/>
                  </a:lnTo>
                  <a:lnTo>
                    <a:pt x="73" y="233"/>
                  </a:lnTo>
                  <a:lnTo>
                    <a:pt x="75" y="233"/>
                  </a:lnTo>
                  <a:lnTo>
                    <a:pt x="75" y="233"/>
                  </a:lnTo>
                  <a:lnTo>
                    <a:pt x="75" y="233"/>
                  </a:lnTo>
                  <a:lnTo>
                    <a:pt x="75" y="233"/>
                  </a:lnTo>
                  <a:lnTo>
                    <a:pt x="75" y="233"/>
                  </a:lnTo>
                  <a:lnTo>
                    <a:pt x="75" y="232"/>
                  </a:lnTo>
                  <a:lnTo>
                    <a:pt x="75" y="232"/>
                  </a:lnTo>
                  <a:lnTo>
                    <a:pt x="75" y="232"/>
                  </a:lnTo>
                  <a:lnTo>
                    <a:pt x="77" y="232"/>
                  </a:lnTo>
                  <a:lnTo>
                    <a:pt x="79" y="233"/>
                  </a:lnTo>
                  <a:lnTo>
                    <a:pt x="80" y="233"/>
                  </a:lnTo>
                  <a:lnTo>
                    <a:pt x="80" y="233"/>
                  </a:lnTo>
                  <a:lnTo>
                    <a:pt x="82" y="233"/>
                  </a:lnTo>
                  <a:lnTo>
                    <a:pt x="82" y="233"/>
                  </a:lnTo>
                  <a:lnTo>
                    <a:pt x="84" y="233"/>
                  </a:lnTo>
                  <a:lnTo>
                    <a:pt x="84" y="233"/>
                  </a:lnTo>
                  <a:lnTo>
                    <a:pt x="84" y="233"/>
                  </a:lnTo>
                  <a:lnTo>
                    <a:pt x="86" y="233"/>
                  </a:lnTo>
                  <a:lnTo>
                    <a:pt x="86" y="233"/>
                  </a:lnTo>
                  <a:lnTo>
                    <a:pt x="88" y="233"/>
                  </a:lnTo>
                  <a:lnTo>
                    <a:pt x="88" y="233"/>
                  </a:lnTo>
                  <a:lnTo>
                    <a:pt x="90" y="235"/>
                  </a:lnTo>
                  <a:lnTo>
                    <a:pt x="92" y="235"/>
                  </a:lnTo>
                  <a:lnTo>
                    <a:pt x="92" y="235"/>
                  </a:lnTo>
                  <a:lnTo>
                    <a:pt x="92" y="239"/>
                  </a:lnTo>
                  <a:lnTo>
                    <a:pt x="92" y="239"/>
                  </a:lnTo>
                  <a:lnTo>
                    <a:pt x="94" y="241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4" y="245"/>
                  </a:lnTo>
                  <a:lnTo>
                    <a:pt x="94" y="247"/>
                  </a:lnTo>
                  <a:lnTo>
                    <a:pt x="92" y="247"/>
                  </a:lnTo>
                  <a:lnTo>
                    <a:pt x="92" y="249"/>
                  </a:lnTo>
                  <a:lnTo>
                    <a:pt x="88" y="251"/>
                  </a:lnTo>
                  <a:lnTo>
                    <a:pt x="86" y="253"/>
                  </a:lnTo>
                  <a:lnTo>
                    <a:pt x="86" y="253"/>
                  </a:lnTo>
                  <a:lnTo>
                    <a:pt x="84" y="253"/>
                  </a:lnTo>
                  <a:lnTo>
                    <a:pt x="84" y="254"/>
                  </a:lnTo>
                  <a:lnTo>
                    <a:pt x="82" y="254"/>
                  </a:lnTo>
                  <a:lnTo>
                    <a:pt x="82" y="254"/>
                  </a:lnTo>
                  <a:lnTo>
                    <a:pt x="82" y="256"/>
                  </a:lnTo>
                  <a:lnTo>
                    <a:pt x="80" y="256"/>
                  </a:lnTo>
                  <a:lnTo>
                    <a:pt x="80" y="262"/>
                  </a:lnTo>
                  <a:lnTo>
                    <a:pt x="79" y="262"/>
                  </a:lnTo>
                  <a:lnTo>
                    <a:pt x="79" y="264"/>
                  </a:lnTo>
                  <a:lnTo>
                    <a:pt x="75" y="266"/>
                  </a:lnTo>
                  <a:lnTo>
                    <a:pt x="73" y="268"/>
                  </a:lnTo>
                  <a:lnTo>
                    <a:pt x="71" y="270"/>
                  </a:lnTo>
                  <a:lnTo>
                    <a:pt x="71" y="270"/>
                  </a:lnTo>
                  <a:lnTo>
                    <a:pt x="69" y="270"/>
                  </a:lnTo>
                  <a:lnTo>
                    <a:pt x="67" y="270"/>
                  </a:lnTo>
                  <a:lnTo>
                    <a:pt x="67" y="270"/>
                  </a:lnTo>
                  <a:lnTo>
                    <a:pt x="65" y="270"/>
                  </a:lnTo>
                  <a:lnTo>
                    <a:pt x="63" y="272"/>
                  </a:lnTo>
                  <a:lnTo>
                    <a:pt x="63" y="273"/>
                  </a:lnTo>
                  <a:lnTo>
                    <a:pt x="63" y="273"/>
                  </a:lnTo>
                  <a:lnTo>
                    <a:pt x="61" y="273"/>
                  </a:lnTo>
                  <a:lnTo>
                    <a:pt x="59" y="273"/>
                  </a:lnTo>
                  <a:lnTo>
                    <a:pt x="59" y="275"/>
                  </a:lnTo>
                  <a:lnTo>
                    <a:pt x="59" y="275"/>
                  </a:lnTo>
                  <a:lnTo>
                    <a:pt x="59" y="275"/>
                  </a:lnTo>
                  <a:lnTo>
                    <a:pt x="59" y="277"/>
                  </a:lnTo>
                  <a:lnTo>
                    <a:pt x="58" y="279"/>
                  </a:lnTo>
                  <a:lnTo>
                    <a:pt x="61" y="281"/>
                  </a:lnTo>
                  <a:lnTo>
                    <a:pt x="65" y="281"/>
                  </a:lnTo>
                  <a:lnTo>
                    <a:pt x="67" y="283"/>
                  </a:lnTo>
                  <a:lnTo>
                    <a:pt x="73" y="291"/>
                  </a:lnTo>
                  <a:lnTo>
                    <a:pt x="73" y="292"/>
                  </a:lnTo>
                  <a:lnTo>
                    <a:pt x="75" y="292"/>
                  </a:lnTo>
                  <a:lnTo>
                    <a:pt x="75" y="294"/>
                  </a:lnTo>
                  <a:lnTo>
                    <a:pt x="79" y="296"/>
                  </a:lnTo>
                  <a:lnTo>
                    <a:pt x="79" y="298"/>
                  </a:lnTo>
                  <a:lnTo>
                    <a:pt x="79" y="298"/>
                  </a:lnTo>
                  <a:lnTo>
                    <a:pt x="80" y="298"/>
                  </a:lnTo>
                  <a:lnTo>
                    <a:pt x="82" y="298"/>
                  </a:lnTo>
                  <a:lnTo>
                    <a:pt x="88" y="300"/>
                  </a:lnTo>
                  <a:lnTo>
                    <a:pt x="90" y="300"/>
                  </a:lnTo>
                  <a:lnTo>
                    <a:pt x="99" y="300"/>
                  </a:lnTo>
                  <a:lnTo>
                    <a:pt x="99" y="300"/>
                  </a:lnTo>
                  <a:lnTo>
                    <a:pt x="105" y="296"/>
                  </a:lnTo>
                  <a:lnTo>
                    <a:pt x="107" y="296"/>
                  </a:lnTo>
                  <a:lnTo>
                    <a:pt x="107" y="296"/>
                  </a:lnTo>
                  <a:lnTo>
                    <a:pt x="107" y="296"/>
                  </a:lnTo>
                  <a:lnTo>
                    <a:pt x="107" y="294"/>
                  </a:lnTo>
                  <a:lnTo>
                    <a:pt x="107" y="294"/>
                  </a:lnTo>
                  <a:lnTo>
                    <a:pt x="107" y="292"/>
                  </a:lnTo>
                  <a:lnTo>
                    <a:pt x="107" y="292"/>
                  </a:lnTo>
                  <a:lnTo>
                    <a:pt x="107" y="292"/>
                  </a:lnTo>
                  <a:lnTo>
                    <a:pt x="109" y="291"/>
                  </a:lnTo>
                  <a:lnTo>
                    <a:pt x="111" y="291"/>
                  </a:lnTo>
                  <a:lnTo>
                    <a:pt x="128" y="291"/>
                  </a:lnTo>
                  <a:lnTo>
                    <a:pt x="130" y="291"/>
                  </a:lnTo>
                  <a:lnTo>
                    <a:pt x="132" y="291"/>
                  </a:lnTo>
                  <a:lnTo>
                    <a:pt x="132" y="289"/>
                  </a:lnTo>
                  <a:lnTo>
                    <a:pt x="132" y="289"/>
                  </a:lnTo>
                  <a:lnTo>
                    <a:pt x="134" y="289"/>
                  </a:lnTo>
                  <a:lnTo>
                    <a:pt x="136" y="289"/>
                  </a:lnTo>
                  <a:lnTo>
                    <a:pt x="136" y="289"/>
                  </a:lnTo>
                  <a:lnTo>
                    <a:pt x="141" y="291"/>
                  </a:lnTo>
                  <a:lnTo>
                    <a:pt x="145" y="291"/>
                  </a:lnTo>
                  <a:lnTo>
                    <a:pt x="145" y="291"/>
                  </a:lnTo>
                  <a:lnTo>
                    <a:pt x="147" y="291"/>
                  </a:lnTo>
                  <a:lnTo>
                    <a:pt x="147" y="289"/>
                  </a:lnTo>
                  <a:lnTo>
                    <a:pt x="149" y="289"/>
                  </a:lnTo>
                  <a:lnTo>
                    <a:pt x="149" y="289"/>
                  </a:lnTo>
                  <a:lnTo>
                    <a:pt x="153" y="289"/>
                  </a:lnTo>
                  <a:lnTo>
                    <a:pt x="153" y="289"/>
                  </a:lnTo>
                  <a:lnTo>
                    <a:pt x="157" y="285"/>
                  </a:lnTo>
                  <a:lnTo>
                    <a:pt x="159" y="283"/>
                  </a:lnTo>
                  <a:lnTo>
                    <a:pt x="162" y="289"/>
                  </a:lnTo>
                  <a:lnTo>
                    <a:pt x="162" y="294"/>
                  </a:lnTo>
                  <a:lnTo>
                    <a:pt x="162" y="298"/>
                  </a:lnTo>
                  <a:lnTo>
                    <a:pt x="162" y="300"/>
                  </a:lnTo>
                  <a:lnTo>
                    <a:pt x="162" y="302"/>
                  </a:lnTo>
                  <a:lnTo>
                    <a:pt x="162" y="304"/>
                  </a:lnTo>
                  <a:lnTo>
                    <a:pt x="162" y="306"/>
                  </a:lnTo>
                  <a:lnTo>
                    <a:pt x="157" y="311"/>
                  </a:lnTo>
                  <a:lnTo>
                    <a:pt x="155" y="317"/>
                  </a:lnTo>
                  <a:lnTo>
                    <a:pt x="153" y="319"/>
                  </a:lnTo>
                  <a:lnTo>
                    <a:pt x="153" y="321"/>
                  </a:lnTo>
                  <a:lnTo>
                    <a:pt x="153" y="321"/>
                  </a:lnTo>
                  <a:lnTo>
                    <a:pt x="153" y="323"/>
                  </a:lnTo>
                  <a:lnTo>
                    <a:pt x="153" y="323"/>
                  </a:lnTo>
                  <a:lnTo>
                    <a:pt x="153" y="323"/>
                  </a:lnTo>
                  <a:lnTo>
                    <a:pt x="157" y="321"/>
                  </a:lnTo>
                  <a:lnTo>
                    <a:pt x="159" y="321"/>
                  </a:lnTo>
                  <a:lnTo>
                    <a:pt x="159" y="321"/>
                  </a:lnTo>
                  <a:lnTo>
                    <a:pt x="160" y="321"/>
                  </a:lnTo>
                  <a:lnTo>
                    <a:pt x="162" y="321"/>
                  </a:lnTo>
                  <a:lnTo>
                    <a:pt x="164" y="323"/>
                  </a:lnTo>
                  <a:lnTo>
                    <a:pt x="170" y="327"/>
                  </a:lnTo>
                  <a:lnTo>
                    <a:pt x="172" y="329"/>
                  </a:lnTo>
                  <a:lnTo>
                    <a:pt x="174" y="330"/>
                  </a:lnTo>
                  <a:lnTo>
                    <a:pt x="174" y="330"/>
                  </a:lnTo>
                  <a:lnTo>
                    <a:pt x="174" y="330"/>
                  </a:lnTo>
                  <a:lnTo>
                    <a:pt x="176" y="330"/>
                  </a:lnTo>
                  <a:lnTo>
                    <a:pt x="180" y="325"/>
                  </a:lnTo>
                  <a:lnTo>
                    <a:pt x="183" y="321"/>
                  </a:lnTo>
                  <a:lnTo>
                    <a:pt x="185" y="319"/>
                  </a:lnTo>
                  <a:lnTo>
                    <a:pt x="189" y="319"/>
                  </a:lnTo>
                  <a:lnTo>
                    <a:pt x="191" y="317"/>
                  </a:lnTo>
                  <a:lnTo>
                    <a:pt x="191" y="317"/>
                  </a:lnTo>
                  <a:lnTo>
                    <a:pt x="193" y="317"/>
                  </a:lnTo>
                  <a:lnTo>
                    <a:pt x="193" y="317"/>
                  </a:lnTo>
                  <a:lnTo>
                    <a:pt x="195" y="317"/>
                  </a:lnTo>
                  <a:lnTo>
                    <a:pt x="197" y="317"/>
                  </a:lnTo>
                  <a:lnTo>
                    <a:pt x="204" y="323"/>
                  </a:lnTo>
                  <a:lnTo>
                    <a:pt x="210" y="325"/>
                  </a:lnTo>
                  <a:lnTo>
                    <a:pt x="214" y="325"/>
                  </a:lnTo>
                  <a:lnTo>
                    <a:pt x="216" y="325"/>
                  </a:lnTo>
                  <a:lnTo>
                    <a:pt x="218" y="325"/>
                  </a:lnTo>
                  <a:lnTo>
                    <a:pt x="220" y="325"/>
                  </a:lnTo>
                  <a:lnTo>
                    <a:pt x="220" y="325"/>
                  </a:lnTo>
                  <a:lnTo>
                    <a:pt x="221" y="323"/>
                  </a:lnTo>
                  <a:lnTo>
                    <a:pt x="221" y="323"/>
                  </a:lnTo>
                  <a:lnTo>
                    <a:pt x="223" y="323"/>
                  </a:lnTo>
                  <a:lnTo>
                    <a:pt x="223" y="321"/>
                  </a:lnTo>
                  <a:lnTo>
                    <a:pt x="225" y="321"/>
                  </a:lnTo>
                  <a:lnTo>
                    <a:pt x="227" y="321"/>
                  </a:lnTo>
                  <a:lnTo>
                    <a:pt x="227" y="321"/>
                  </a:lnTo>
                  <a:lnTo>
                    <a:pt x="227" y="321"/>
                  </a:lnTo>
                  <a:lnTo>
                    <a:pt x="227" y="323"/>
                  </a:lnTo>
                  <a:lnTo>
                    <a:pt x="227" y="323"/>
                  </a:lnTo>
                  <a:lnTo>
                    <a:pt x="225" y="325"/>
                  </a:lnTo>
                  <a:lnTo>
                    <a:pt x="225" y="327"/>
                  </a:lnTo>
                  <a:lnTo>
                    <a:pt x="225" y="327"/>
                  </a:lnTo>
                  <a:lnTo>
                    <a:pt x="225" y="329"/>
                  </a:lnTo>
                  <a:lnTo>
                    <a:pt x="225" y="329"/>
                  </a:lnTo>
                  <a:lnTo>
                    <a:pt x="225" y="330"/>
                  </a:lnTo>
                  <a:lnTo>
                    <a:pt x="225" y="332"/>
                  </a:lnTo>
                  <a:lnTo>
                    <a:pt x="231" y="334"/>
                  </a:lnTo>
                  <a:lnTo>
                    <a:pt x="235" y="334"/>
                  </a:lnTo>
                  <a:lnTo>
                    <a:pt x="237" y="332"/>
                  </a:lnTo>
                  <a:lnTo>
                    <a:pt x="239" y="330"/>
                  </a:lnTo>
                  <a:lnTo>
                    <a:pt x="242" y="325"/>
                  </a:lnTo>
                  <a:lnTo>
                    <a:pt x="242" y="323"/>
                  </a:lnTo>
                  <a:lnTo>
                    <a:pt x="244" y="323"/>
                  </a:lnTo>
                  <a:lnTo>
                    <a:pt x="244" y="323"/>
                  </a:lnTo>
                  <a:lnTo>
                    <a:pt x="242" y="321"/>
                  </a:lnTo>
                  <a:lnTo>
                    <a:pt x="242" y="319"/>
                  </a:lnTo>
                  <a:lnTo>
                    <a:pt x="244" y="319"/>
                  </a:lnTo>
                  <a:lnTo>
                    <a:pt x="244" y="315"/>
                  </a:lnTo>
                  <a:lnTo>
                    <a:pt x="244" y="315"/>
                  </a:lnTo>
                  <a:lnTo>
                    <a:pt x="244" y="313"/>
                  </a:lnTo>
                  <a:lnTo>
                    <a:pt x="242" y="310"/>
                  </a:lnTo>
                  <a:lnTo>
                    <a:pt x="242" y="310"/>
                  </a:lnTo>
                  <a:lnTo>
                    <a:pt x="242" y="308"/>
                  </a:lnTo>
                  <a:lnTo>
                    <a:pt x="242" y="306"/>
                  </a:lnTo>
                  <a:lnTo>
                    <a:pt x="244" y="304"/>
                  </a:lnTo>
                  <a:lnTo>
                    <a:pt x="244" y="302"/>
                  </a:lnTo>
                  <a:lnTo>
                    <a:pt x="244" y="300"/>
                  </a:lnTo>
                  <a:lnTo>
                    <a:pt x="244" y="294"/>
                  </a:lnTo>
                  <a:lnTo>
                    <a:pt x="244" y="292"/>
                  </a:lnTo>
                  <a:lnTo>
                    <a:pt x="244" y="291"/>
                  </a:lnTo>
                  <a:lnTo>
                    <a:pt x="240" y="289"/>
                  </a:lnTo>
                  <a:lnTo>
                    <a:pt x="240" y="287"/>
                  </a:lnTo>
                  <a:lnTo>
                    <a:pt x="240" y="285"/>
                  </a:lnTo>
                  <a:lnTo>
                    <a:pt x="240" y="283"/>
                  </a:lnTo>
                  <a:lnTo>
                    <a:pt x="240" y="283"/>
                  </a:lnTo>
                  <a:lnTo>
                    <a:pt x="240" y="283"/>
                  </a:lnTo>
                  <a:lnTo>
                    <a:pt x="240" y="283"/>
                  </a:lnTo>
                  <a:lnTo>
                    <a:pt x="240" y="283"/>
                  </a:lnTo>
                  <a:lnTo>
                    <a:pt x="242" y="283"/>
                  </a:lnTo>
                  <a:lnTo>
                    <a:pt x="242" y="281"/>
                  </a:lnTo>
                  <a:lnTo>
                    <a:pt x="244" y="281"/>
                  </a:lnTo>
                  <a:lnTo>
                    <a:pt x="244" y="281"/>
                  </a:lnTo>
                  <a:lnTo>
                    <a:pt x="246" y="281"/>
                  </a:lnTo>
                  <a:lnTo>
                    <a:pt x="246" y="281"/>
                  </a:lnTo>
                  <a:lnTo>
                    <a:pt x="248" y="279"/>
                  </a:lnTo>
                  <a:lnTo>
                    <a:pt x="248" y="277"/>
                  </a:lnTo>
                  <a:lnTo>
                    <a:pt x="250" y="277"/>
                  </a:lnTo>
                  <a:lnTo>
                    <a:pt x="250" y="277"/>
                  </a:lnTo>
                  <a:lnTo>
                    <a:pt x="252" y="277"/>
                  </a:lnTo>
                  <a:lnTo>
                    <a:pt x="252" y="279"/>
                  </a:lnTo>
                  <a:lnTo>
                    <a:pt x="256" y="283"/>
                  </a:lnTo>
                  <a:lnTo>
                    <a:pt x="271" y="291"/>
                  </a:lnTo>
                  <a:lnTo>
                    <a:pt x="273" y="292"/>
                  </a:lnTo>
                  <a:lnTo>
                    <a:pt x="275" y="294"/>
                  </a:lnTo>
                  <a:lnTo>
                    <a:pt x="275" y="296"/>
                  </a:lnTo>
                  <a:lnTo>
                    <a:pt x="277" y="298"/>
                  </a:lnTo>
                  <a:lnTo>
                    <a:pt x="279" y="298"/>
                  </a:lnTo>
                  <a:lnTo>
                    <a:pt x="281" y="300"/>
                  </a:lnTo>
                  <a:lnTo>
                    <a:pt x="281" y="300"/>
                  </a:lnTo>
                  <a:lnTo>
                    <a:pt x="282" y="302"/>
                  </a:lnTo>
                  <a:lnTo>
                    <a:pt x="284" y="302"/>
                  </a:lnTo>
                  <a:lnTo>
                    <a:pt x="286" y="300"/>
                  </a:lnTo>
                  <a:lnTo>
                    <a:pt x="290" y="300"/>
                  </a:lnTo>
                  <a:lnTo>
                    <a:pt x="290" y="300"/>
                  </a:lnTo>
                  <a:lnTo>
                    <a:pt x="292" y="300"/>
                  </a:lnTo>
                  <a:lnTo>
                    <a:pt x="292" y="300"/>
                  </a:lnTo>
                  <a:lnTo>
                    <a:pt x="301" y="306"/>
                  </a:lnTo>
                  <a:lnTo>
                    <a:pt x="305" y="310"/>
                  </a:lnTo>
                  <a:lnTo>
                    <a:pt x="309" y="311"/>
                  </a:lnTo>
                  <a:lnTo>
                    <a:pt x="309" y="311"/>
                  </a:lnTo>
                  <a:lnTo>
                    <a:pt x="311" y="310"/>
                  </a:lnTo>
                  <a:lnTo>
                    <a:pt x="313" y="310"/>
                  </a:lnTo>
                  <a:lnTo>
                    <a:pt x="313" y="308"/>
                  </a:lnTo>
                  <a:lnTo>
                    <a:pt x="313" y="308"/>
                  </a:lnTo>
                  <a:lnTo>
                    <a:pt x="315" y="310"/>
                  </a:lnTo>
                  <a:lnTo>
                    <a:pt x="317" y="310"/>
                  </a:lnTo>
                  <a:lnTo>
                    <a:pt x="317" y="308"/>
                  </a:lnTo>
                  <a:lnTo>
                    <a:pt x="317" y="308"/>
                  </a:lnTo>
                  <a:lnTo>
                    <a:pt x="317" y="306"/>
                  </a:lnTo>
                  <a:lnTo>
                    <a:pt x="317" y="306"/>
                  </a:lnTo>
                  <a:lnTo>
                    <a:pt x="319" y="304"/>
                  </a:lnTo>
                  <a:lnTo>
                    <a:pt x="319" y="304"/>
                  </a:lnTo>
                  <a:lnTo>
                    <a:pt x="322" y="304"/>
                  </a:lnTo>
                  <a:lnTo>
                    <a:pt x="324" y="304"/>
                  </a:lnTo>
                  <a:lnTo>
                    <a:pt x="324" y="304"/>
                  </a:lnTo>
                  <a:lnTo>
                    <a:pt x="324" y="302"/>
                  </a:lnTo>
                  <a:lnTo>
                    <a:pt x="322" y="300"/>
                  </a:lnTo>
                  <a:lnTo>
                    <a:pt x="321" y="300"/>
                  </a:lnTo>
                  <a:lnTo>
                    <a:pt x="321" y="298"/>
                  </a:lnTo>
                  <a:lnTo>
                    <a:pt x="319" y="296"/>
                  </a:lnTo>
                  <a:lnTo>
                    <a:pt x="319" y="294"/>
                  </a:lnTo>
                  <a:lnTo>
                    <a:pt x="319" y="292"/>
                  </a:lnTo>
                  <a:lnTo>
                    <a:pt x="317" y="291"/>
                  </a:lnTo>
                  <a:lnTo>
                    <a:pt x="317" y="289"/>
                  </a:lnTo>
                  <a:lnTo>
                    <a:pt x="313" y="289"/>
                  </a:lnTo>
                  <a:lnTo>
                    <a:pt x="313" y="287"/>
                  </a:lnTo>
                  <a:lnTo>
                    <a:pt x="313" y="287"/>
                  </a:lnTo>
                  <a:lnTo>
                    <a:pt x="311" y="285"/>
                  </a:lnTo>
                  <a:lnTo>
                    <a:pt x="311" y="285"/>
                  </a:lnTo>
                  <a:lnTo>
                    <a:pt x="311" y="283"/>
                  </a:lnTo>
                  <a:lnTo>
                    <a:pt x="311" y="283"/>
                  </a:lnTo>
                  <a:lnTo>
                    <a:pt x="311" y="283"/>
                  </a:lnTo>
                  <a:lnTo>
                    <a:pt x="311" y="283"/>
                  </a:lnTo>
                  <a:lnTo>
                    <a:pt x="311" y="283"/>
                  </a:lnTo>
                  <a:lnTo>
                    <a:pt x="313" y="283"/>
                  </a:lnTo>
                  <a:lnTo>
                    <a:pt x="315" y="283"/>
                  </a:lnTo>
                  <a:lnTo>
                    <a:pt x="315" y="283"/>
                  </a:lnTo>
                  <a:lnTo>
                    <a:pt x="315" y="283"/>
                  </a:lnTo>
                  <a:lnTo>
                    <a:pt x="317" y="283"/>
                  </a:lnTo>
                  <a:lnTo>
                    <a:pt x="317" y="281"/>
                  </a:lnTo>
                  <a:lnTo>
                    <a:pt x="315" y="281"/>
                  </a:lnTo>
                  <a:lnTo>
                    <a:pt x="315" y="279"/>
                  </a:lnTo>
                  <a:lnTo>
                    <a:pt x="315" y="277"/>
                  </a:lnTo>
                  <a:lnTo>
                    <a:pt x="313" y="275"/>
                  </a:lnTo>
                  <a:lnTo>
                    <a:pt x="311" y="275"/>
                  </a:lnTo>
                  <a:lnTo>
                    <a:pt x="309" y="273"/>
                  </a:lnTo>
                  <a:lnTo>
                    <a:pt x="305" y="273"/>
                  </a:lnTo>
                  <a:lnTo>
                    <a:pt x="303" y="273"/>
                  </a:lnTo>
                  <a:lnTo>
                    <a:pt x="301" y="273"/>
                  </a:lnTo>
                  <a:lnTo>
                    <a:pt x="301" y="272"/>
                  </a:lnTo>
                  <a:lnTo>
                    <a:pt x="301" y="270"/>
                  </a:lnTo>
                  <a:lnTo>
                    <a:pt x="300" y="266"/>
                  </a:lnTo>
                  <a:lnTo>
                    <a:pt x="294" y="260"/>
                  </a:lnTo>
                  <a:lnTo>
                    <a:pt x="292" y="258"/>
                  </a:lnTo>
                  <a:lnTo>
                    <a:pt x="292" y="258"/>
                  </a:lnTo>
                  <a:lnTo>
                    <a:pt x="290" y="258"/>
                  </a:lnTo>
                  <a:lnTo>
                    <a:pt x="290" y="258"/>
                  </a:lnTo>
                  <a:lnTo>
                    <a:pt x="288" y="258"/>
                  </a:lnTo>
                  <a:lnTo>
                    <a:pt x="282" y="254"/>
                  </a:lnTo>
                  <a:lnTo>
                    <a:pt x="282" y="253"/>
                  </a:lnTo>
                  <a:lnTo>
                    <a:pt x="282" y="253"/>
                  </a:lnTo>
                  <a:lnTo>
                    <a:pt x="282" y="249"/>
                  </a:lnTo>
                  <a:lnTo>
                    <a:pt x="282" y="247"/>
                  </a:lnTo>
                  <a:lnTo>
                    <a:pt x="282" y="247"/>
                  </a:lnTo>
                  <a:lnTo>
                    <a:pt x="284" y="243"/>
                  </a:lnTo>
                  <a:lnTo>
                    <a:pt x="284" y="243"/>
                  </a:lnTo>
                  <a:lnTo>
                    <a:pt x="284" y="241"/>
                  </a:lnTo>
                  <a:lnTo>
                    <a:pt x="284" y="241"/>
                  </a:lnTo>
                  <a:lnTo>
                    <a:pt x="284" y="239"/>
                  </a:lnTo>
                  <a:lnTo>
                    <a:pt x="284" y="239"/>
                  </a:lnTo>
                  <a:lnTo>
                    <a:pt x="286" y="237"/>
                  </a:lnTo>
                  <a:lnTo>
                    <a:pt x="288" y="237"/>
                  </a:lnTo>
                  <a:lnTo>
                    <a:pt x="288" y="235"/>
                  </a:lnTo>
                  <a:lnTo>
                    <a:pt x="290" y="235"/>
                  </a:lnTo>
                  <a:lnTo>
                    <a:pt x="292" y="235"/>
                  </a:lnTo>
                  <a:lnTo>
                    <a:pt x="292" y="235"/>
                  </a:lnTo>
                  <a:lnTo>
                    <a:pt x="292" y="235"/>
                  </a:lnTo>
                  <a:lnTo>
                    <a:pt x="292" y="235"/>
                  </a:lnTo>
                  <a:lnTo>
                    <a:pt x="292" y="233"/>
                  </a:lnTo>
                  <a:lnTo>
                    <a:pt x="292" y="233"/>
                  </a:lnTo>
                  <a:lnTo>
                    <a:pt x="290" y="233"/>
                  </a:lnTo>
                  <a:lnTo>
                    <a:pt x="288" y="233"/>
                  </a:lnTo>
                  <a:lnTo>
                    <a:pt x="288" y="233"/>
                  </a:lnTo>
                  <a:lnTo>
                    <a:pt x="288" y="233"/>
                  </a:lnTo>
                  <a:lnTo>
                    <a:pt x="288" y="233"/>
                  </a:lnTo>
                  <a:lnTo>
                    <a:pt x="288" y="233"/>
                  </a:lnTo>
                  <a:lnTo>
                    <a:pt x="288" y="233"/>
                  </a:lnTo>
                  <a:lnTo>
                    <a:pt x="275" y="232"/>
                  </a:lnTo>
                  <a:lnTo>
                    <a:pt x="269" y="232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3" y="233"/>
                  </a:lnTo>
                  <a:lnTo>
                    <a:pt x="261" y="233"/>
                  </a:lnTo>
                  <a:lnTo>
                    <a:pt x="261" y="232"/>
                  </a:lnTo>
                  <a:lnTo>
                    <a:pt x="260" y="230"/>
                  </a:lnTo>
                  <a:lnTo>
                    <a:pt x="248" y="218"/>
                  </a:lnTo>
                  <a:lnTo>
                    <a:pt x="246" y="216"/>
                  </a:lnTo>
                  <a:lnTo>
                    <a:pt x="244" y="216"/>
                  </a:lnTo>
                  <a:lnTo>
                    <a:pt x="242" y="214"/>
                  </a:lnTo>
                  <a:lnTo>
                    <a:pt x="240" y="214"/>
                  </a:lnTo>
                  <a:lnTo>
                    <a:pt x="237" y="216"/>
                  </a:lnTo>
                  <a:lnTo>
                    <a:pt x="235" y="216"/>
                  </a:lnTo>
                  <a:lnTo>
                    <a:pt x="235" y="216"/>
                  </a:lnTo>
                  <a:lnTo>
                    <a:pt x="235" y="216"/>
                  </a:lnTo>
                  <a:lnTo>
                    <a:pt x="235" y="214"/>
                  </a:lnTo>
                  <a:lnTo>
                    <a:pt x="235" y="213"/>
                  </a:lnTo>
                  <a:lnTo>
                    <a:pt x="231" y="209"/>
                  </a:lnTo>
                  <a:lnTo>
                    <a:pt x="231" y="207"/>
                  </a:lnTo>
                  <a:lnTo>
                    <a:pt x="231" y="205"/>
                  </a:lnTo>
                  <a:lnTo>
                    <a:pt x="231" y="203"/>
                  </a:lnTo>
                  <a:lnTo>
                    <a:pt x="233" y="201"/>
                  </a:lnTo>
                  <a:lnTo>
                    <a:pt x="235" y="199"/>
                  </a:lnTo>
                  <a:lnTo>
                    <a:pt x="235" y="197"/>
                  </a:lnTo>
                  <a:lnTo>
                    <a:pt x="235" y="197"/>
                  </a:lnTo>
                  <a:lnTo>
                    <a:pt x="235" y="194"/>
                  </a:lnTo>
                  <a:lnTo>
                    <a:pt x="235" y="194"/>
                  </a:lnTo>
                  <a:lnTo>
                    <a:pt x="237" y="192"/>
                  </a:lnTo>
                  <a:lnTo>
                    <a:pt x="237" y="192"/>
                  </a:lnTo>
                  <a:lnTo>
                    <a:pt x="235" y="190"/>
                  </a:lnTo>
                  <a:lnTo>
                    <a:pt x="235" y="190"/>
                  </a:lnTo>
                  <a:lnTo>
                    <a:pt x="231" y="190"/>
                  </a:lnTo>
                  <a:lnTo>
                    <a:pt x="231" y="190"/>
                  </a:lnTo>
                  <a:lnTo>
                    <a:pt x="231" y="190"/>
                  </a:lnTo>
                  <a:lnTo>
                    <a:pt x="231" y="188"/>
                  </a:lnTo>
                  <a:lnTo>
                    <a:pt x="229" y="188"/>
                  </a:lnTo>
                  <a:lnTo>
                    <a:pt x="229" y="186"/>
                  </a:lnTo>
                  <a:lnTo>
                    <a:pt x="229" y="186"/>
                  </a:lnTo>
                  <a:lnTo>
                    <a:pt x="229" y="184"/>
                  </a:lnTo>
                  <a:lnTo>
                    <a:pt x="231" y="184"/>
                  </a:lnTo>
                  <a:lnTo>
                    <a:pt x="237" y="182"/>
                  </a:lnTo>
                  <a:lnTo>
                    <a:pt x="239" y="182"/>
                  </a:lnTo>
                  <a:lnTo>
                    <a:pt x="240" y="182"/>
                  </a:lnTo>
                  <a:lnTo>
                    <a:pt x="246" y="182"/>
                  </a:lnTo>
                  <a:lnTo>
                    <a:pt x="246" y="182"/>
                  </a:lnTo>
                  <a:lnTo>
                    <a:pt x="246" y="182"/>
                  </a:lnTo>
                  <a:lnTo>
                    <a:pt x="248" y="180"/>
                  </a:lnTo>
                  <a:lnTo>
                    <a:pt x="246" y="180"/>
                  </a:lnTo>
                  <a:lnTo>
                    <a:pt x="246" y="176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48" y="173"/>
                  </a:lnTo>
                  <a:lnTo>
                    <a:pt x="248" y="173"/>
                  </a:lnTo>
                  <a:lnTo>
                    <a:pt x="250" y="173"/>
                  </a:lnTo>
                  <a:lnTo>
                    <a:pt x="252" y="173"/>
                  </a:lnTo>
                  <a:lnTo>
                    <a:pt x="256" y="175"/>
                  </a:lnTo>
                  <a:lnTo>
                    <a:pt x="258" y="175"/>
                  </a:lnTo>
                  <a:lnTo>
                    <a:pt x="258" y="176"/>
                  </a:lnTo>
                  <a:lnTo>
                    <a:pt x="258" y="182"/>
                  </a:lnTo>
                  <a:lnTo>
                    <a:pt x="258" y="184"/>
                  </a:lnTo>
                  <a:lnTo>
                    <a:pt x="258" y="184"/>
                  </a:lnTo>
                  <a:lnTo>
                    <a:pt x="258" y="184"/>
                  </a:lnTo>
                  <a:lnTo>
                    <a:pt x="258" y="184"/>
                  </a:lnTo>
                  <a:lnTo>
                    <a:pt x="258" y="184"/>
                  </a:lnTo>
                  <a:lnTo>
                    <a:pt x="260" y="184"/>
                  </a:lnTo>
                  <a:lnTo>
                    <a:pt x="260" y="184"/>
                  </a:lnTo>
                  <a:lnTo>
                    <a:pt x="263" y="186"/>
                  </a:lnTo>
                  <a:lnTo>
                    <a:pt x="265" y="188"/>
                  </a:lnTo>
                  <a:lnTo>
                    <a:pt x="265" y="188"/>
                  </a:lnTo>
                  <a:lnTo>
                    <a:pt x="267" y="190"/>
                  </a:lnTo>
                  <a:lnTo>
                    <a:pt x="269" y="190"/>
                  </a:lnTo>
                  <a:lnTo>
                    <a:pt x="271" y="188"/>
                  </a:lnTo>
                  <a:lnTo>
                    <a:pt x="273" y="186"/>
                  </a:lnTo>
                  <a:lnTo>
                    <a:pt x="275" y="184"/>
                  </a:lnTo>
                  <a:lnTo>
                    <a:pt x="275" y="184"/>
                  </a:lnTo>
                  <a:lnTo>
                    <a:pt x="277" y="184"/>
                  </a:lnTo>
                  <a:lnTo>
                    <a:pt x="277" y="184"/>
                  </a:lnTo>
                  <a:lnTo>
                    <a:pt x="277" y="184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7" y="180"/>
                  </a:lnTo>
                  <a:lnTo>
                    <a:pt x="277" y="178"/>
                  </a:lnTo>
                  <a:lnTo>
                    <a:pt x="277" y="178"/>
                  </a:lnTo>
                  <a:lnTo>
                    <a:pt x="279" y="176"/>
                  </a:lnTo>
                  <a:lnTo>
                    <a:pt x="279" y="175"/>
                  </a:lnTo>
                  <a:lnTo>
                    <a:pt x="281" y="173"/>
                  </a:lnTo>
                  <a:lnTo>
                    <a:pt x="284" y="171"/>
                  </a:lnTo>
                  <a:lnTo>
                    <a:pt x="288" y="169"/>
                  </a:lnTo>
                  <a:lnTo>
                    <a:pt x="296" y="167"/>
                  </a:lnTo>
                  <a:lnTo>
                    <a:pt x="300" y="165"/>
                  </a:lnTo>
                  <a:lnTo>
                    <a:pt x="305" y="163"/>
                  </a:lnTo>
                  <a:lnTo>
                    <a:pt x="317" y="161"/>
                  </a:lnTo>
                  <a:lnTo>
                    <a:pt x="321" y="161"/>
                  </a:lnTo>
                  <a:lnTo>
                    <a:pt x="321" y="157"/>
                  </a:lnTo>
                  <a:lnTo>
                    <a:pt x="322" y="156"/>
                  </a:lnTo>
                  <a:lnTo>
                    <a:pt x="321" y="154"/>
                  </a:lnTo>
                  <a:lnTo>
                    <a:pt x="321" y="152"/>
                  </a:lnTo>
                  <a:lnTo>
                    <a:pt x="321" y="152"/>
                  </a:lnTo>
                  <a:lnTo>
                    <a:pt x="321" y="152"/>
                  </a:lnTo>
                  <a:lnTo>
                    <a:pt x="321" y="150"/>
                  </a:lnTo>
                  <a:lnTo>
                    <a:pt x="322" y="148"/>
                  </a:lnTo>
                  <a:lnTo>
                    <a:pt x="322" y="148"/>
                  </a:lnTo>
                  <a:lnTo>
                    <a:pt x="324" y="146"/>
                  </a:lnTo>
                  <a:lnTo>
                    <a:pt x="324" y="146"/>
                  </a:lnTo>
                  <a:lnTo>
                    <a:pt x="324" y="144"/>
                  </a:lnTo>
                  <a:lnTo>
                    <a:pt x="324" y="144"/>
                  </a:lnTo>
                  <a:lnTo>
                    <a:pt x="326" y="144"/>
                  </a:lnTo>
                  <a:lnTo>
                    <a:pt x="326" y="142"/>
                  </a:lnTo>
                  <a:lnTo>
                    <a:pt x="326" y="142"/>
                  </a:lnTo>
                  <a:lnTo>
                    <a:pt x="326" y="142"/>
                  </a:lnTo>
                  <a:lnTo>
                    <a:pt x="328" y="142"/>
                  </a:lnTo>
                  <a:lnTo>
                    <a:pt x="330" y="142"/>
                  </a:lnTo>
                  <a:lnTo>
                    <a:pt x="334" y="146"/>
                  </a:lnTo>
                  <a:lnTo>
                    <a:pt x="336" y="146"/>
                  </a:lnTo>
                  <a:lnTo>
                    <a:pt x="338" y="146"/>
                  </a:lnTo>
                  <a:lnTo>
                    <a:pt x="340" y="146"/>
                  </a:lnTo>
                  <a:lnTo>
                    <a:pt x="340" y="148"/>
                  </a:lnTo>
                  <a:lnTo>
                    <a:pt x="341" y="150"/>
                  </a:lnTo>
                  <a:lnTo>
                    <a:pt x="343" y="150"/>
                  </a:lnTo>
                  <a:lnTo>
                    <a:pt x="345" y="152"/>
                  </a:lnTo>
                  <a:lnTo>
                    <a:pt x="351" y="154"/>
                  </a:lnTo>
                  <a:lnTo>
                    <a:pt x="353" y="152"/>
                  </a:lnTo>
                  <a:lnTo>
                    <a:pt x="353" y="150"/>
                  </a:lnTo>
                  <a:lnTo>
                    <a:pt x="353" y="150"/>
                  </a:lnTo>
                  <a:lnTo>
                    <a:pt x="353" y="150"/>
                  </a:lnTo>
                  <a:lnTo>
                    <a:pt x="351" y="148"/>
                  </a:lnTo>
                  <a:lnTo>
                    <a:pt x="351" y="148"/>
                  </a:lnTo>
                  <a:lnTo>
                    <a:pt x="351" y="146"/>
                  </a:lnTo>
                  <a:lnTo>
                    <a:pt x="351" y="146"/>
                  </a:lnTo>
                  <a:lnTo>
                    <a:pt x="351" y="146"/>
                  </a:lnTo>
                  <a:lnTo>
                    <a:pt x="353" y="144"/>
                  </a:lnTo>
                  <a:lnTo>
                    <a:pt x="353" y="146"/>
                  </a:lnTo>
                  <a:lnTo>
                    <a:pt x="355" y="146"/>
                  </a:lnTo>
                  <a:lnTo>
                    <a:pt x="357" y="146"/>
                  </a:lnTo>
                  <a:lnTo>
                    <a:pt x="357" y="146"/>
                  </a:lnTo>
                  <a:lnTo>
                    <a:pt x="359" y="146"/>
                  </a:lnTo>
                  <a:lnTo>
                    <a:pt x="359" y="148"/>
                  </a:lnTo>
                  <a:lnTo>
                    <a:pt x="359" y="148"/>
                  </a:lnTo>
                  <a:lnTo>
                    <a:pt x="361" y="148"/>
                  </a:lnTo>
                  <a:lnTo>
                    <a:pt x="361" y="146"/>
                  </a:lnTo>
                  <a:lnTo>
                    <a:pt x="361" y="146"/>
                  </a:lnTo>
                  <a:lnTo>
                    <a:pt x="361" y="144"/>
                  </a:lnTo>
                  <a:lnTo>
                    <a:pt x="361" y="142"/>
                  </a:lnTo>
                  <a:lnTo>
                    <a:pt x="362" y="142"/>
                  </a:lnTo>
                  <a:lnTo>
                    <a:pt x="362" y="142"/>
                  </a:lnTo>
                  <a:lnTo>
                    <a:pt x="364" y="142"/>
                  </a:lnTo>
                  <a:lnTo>
                    <a:pt x="364" y="140"/>
                  </a:lnTo>
                  <a:lnTo>
                    <a:pt x="364" y="138"/>
                  </a:lnTo>
                  <a:lnTo>
                    <a:pt x="364" y="137"/>
                  </a:lnTo>
                  <a:lnTo>
                    <a:pt x="364" y="137"/>
                  </a:lnTo>
                  <a:lnTo>
                    <a:pt x="362" y="135"/>
                  </a:lnTo>
                  <a:lnTo>
                    <a:pt x="361" y="135"/>
                  </a:lnTo>
                  <a:lnTo>
                    <a:pt x="361" y="133"/>
                  </a:lnTo>
                  <a:lnTo>
                    <a:pt x="361" y="133"/>
                  </a:lnTo>
                  <a:lnTo>
                    <a:pt x="361" y="133"/>
                  </a:lnTo>
                  <a:lnTo>
                    <a:pt x="359" y="131"/>
                  </a:lnTo>
                  <a:lnTo>
                    <a:pt x="359" y="131"/>
                  </a:lnTo>
                  <a:lnTo>
                    <a:pt x="359" y="129"/>
                  </a:lnTo>
                  <a:lnTo>
                    <a:pt x="361" y="129"/>
                  </a:lnTo>
                  <a:lnTo>
                    <a:pt x="362" y="129"/>
                  </a:lnTo>
                  <a:lnTo>
                    <a:pt x="366" y="127"/>
                  </a:lnTo>
                  <a:lnTo>
                    <a:pt x="366" y="127"/>
                  </a:lnTo>
                  <a:lnTo>
                    <a:pt x="368" y="127"/>
                  </a:lnTo>
                  <a:lnTo>
                    <a:pt x="368" y="129"/>
                  </a:lnTo>
                  <a:lnTo>
                    <a:pt x="368" y="129"/>
                  </a:lnTo>
                  <a:lnTo>
                    <a:pt x="368" y="131"/>
                  </a:lnTo>
                  <a:lnTo>
                    <a:pt x="368" y="133"/>
                  </a:lnTo>
                  <a:lnTo>
                    <a:pt x="368" y="133"/>
                  </a:lnTo>
                  <a:lnTo>
                    <a:pt x="370" y="133"/>
                  </a:lnTo>
                  <a:lnTo>
                    <a:pt x="374" y="131"/>
                  </a:lnTo>
                  <a:lnTo>
                    <a:pt x="376" y="131"/>
                  </a:lnTo>
                  <a:lnTo>
                    <a:pt x="380" y="131"/>
                  </a:lnTo>
                  <a:lnTo>
                    <a:pt x="380" y="131"/>
                  </a:lnTo>
                  <a:lnTo>
                    <a:pt x="382" y="129"/>
                  </a:lnTo>
                  <a:lnTo>
                    <a:pt x="383" y="129"/>
                  </a:lnTo>
                  <a:lnTo>
                    <a:pt x="383" y="129"/>
                  </a:lnTo>
                  <a:lnTo>
                    <a:pt x="383" y="127"/>
                  </a:lnTo>
                  <a:lnTo>
                    <a:pt x="383" y="125"/>
                  </a:lnTo>
                  <a:lnTo>
                    <a:pt x="383" y="123"/>
                  </a:lnTo>
                  <a:lnTo>
                    <a:pt x="383" y="121"/>
                  </a:lnTo>
                  <a:lnTo>
                    <a:pt x="383" y="119"/>
                  </a:lnTo>
                  <a:lnTo>
                    <a:pt x="383" y="119"/>
                  </a:lnTo>
                  <a:lnTo>
                    <a:pt x="385" y="119"/>
                  </a:lnTo>
                  <a:lnTo>
                    <a:pt x="385" y="119"/>
                  </a:lnTo>
                  <a:lnTo>
                    <a:pt x="387" y="119"/>
                  </a:lnTo>
                  <a:lnTo>
                    <a:pt x="389" y="121"/>
                  </a:lnTo>
                  <a:lnTo>
                    <a:pt x="391" y="121"/>
                  </a:lnTo>
                  <a:lnTo>
                    <a:pt x="391" y="121"/>
                  </a:lnTo>
                  <a:lnTo>
                    <a:pt x="391" y="119"/>
                  </a:lnTo>
                  <a:lnTo>
                    <a:pt x="393" y="117"/>
                  </a:lnTo>
                  <a:lnTo>
                    <a:pt x="393" y="116"/>
                  </a:lnTo>
                  <a:lnTo>
                    <a:pt x="393" y="116"/>
                  </a:lnTo>
                  <a:lnTo>
                    <a:pt x="395" y="114"/>
                  </a:lnTo>
                  <a:lnTo>
                    <a:pt x="397" y="116"/>
                  </a:lnTo>
                  <a:lnTo>
                    <a:pt x="399" y="116"/>
                  </a:lnTo>
                  <a:lnTo>
                    <a:pt x="399" y="114"/>
                  </a:lnTo>
                  <a:lnTo>
                    <a:pt x="399" y="112"/>
                  </a:lnTo>
                  <a:lnTo>
                    <a:pt x="399" y="110"/>
                  </a:lnTo>
                  <a:lnTo>
                    <a:pt x="399" y="110"/>
                  </a:lnTo>
                  <a:lnTo>
                    <a:pt x="397" y="110"/>
                  </a:lnTo>
                  <a:lnTo>
                    <a:pt x="397" y="110"/>
                  </a:lnTo>
                  <a:lnTo>
                    <a:pt x="397" y="110"/>
                  </a:lnTo>
                  <a:lnTo>
                    <a:pt x="395" y="110"/>
                  </a:lnTo>
                  <a:lnTo>
                    <a:pt x="395" y="110"/>
                  </a:lnTo>
                  <a:lnTo>
                    <a:pt x="395" y="108"/>
                  </a:lnTo>
                  <a:lnTo>
                    <a:pt x="395" y="108"/>
                  </a:lnTo>
                  <a:lnTo>
                    <a:pt x="395" y="106"/>
                  </a:lnTo>
                  <a:lnTo>
                    <a:pt x="397" y="106"/>
                  </a:lnTo>
                  <a:lnTo>
                    <a:pt x="399" y="104"/>
                  </a:lnTo>
                  <a:lnTo>
                    <a:pt x="399" y="104"/>
                  </a:lnTo>
                  <a:lnTo>
                    <a:pt x="402" y="102"/>
                  </a:lnTo>
                  <a:lnTo>
                    <a:pt x="404" y="100"/>
                  </a:lnTo>
                  <a:lnTo>
                    <a:pt x="406" y="98"/>
                  </a:lnTo>
                  <a:lnTo>
                    <a:pt x="410" y="91"/>
                  </a:lnTo>
                  <a:lnTo>
                    <a:pt x="410" y="89"/>
                  </a:lnTo>
                  <a:lnTo>
                    <a:pt x="410" y="87"/>
                  </a:lnTo>
                  <a:lnTo>
                    <a:pt x="410" y="87"/>
                  </a:lnTo>
                  <a:lnTo>
                    <a:pt x="410" y="85"/>
                  </a:lnTo>
                  <a:lnTo>
                    <a:pt x="410" y="85"/>
                  </a:lnTo>
                  <a:lnTo>
                    <a:pt x="410" y="85"/>
                  </a:lnTo>
                  <a:lnTo>
                    <a:pt x="412" y="83"/>
                  </a:lnTo>
                  <a:lnTo>
                    <a:pt x="412" y="83"/>
                  </a:lnTo>
                  <a:lnTo>
                    <a:pt x="412" y="81"/>
                  </a:lnTo>
                  <a:lnTo>
                    <a:pt x="412" y="81"/>
                  </a:lnTo>
                  <a:lnTo>
                    <a:pt x="412" y="81"/>
                  </a:lnTo>
                  <a:lnTo>
                    <a:pt x="410" y="79"/>
                  </a:lnTo>
                  <a:lnTo>
                    <a:pt x="410" y="79"/>
                  </a:lnTo>
                  <a:lnTo>
                    <a:pt x="412" y="76"/>
                  </a:lnTo>
                  <a:lnTo>
                    <a:pt x="410" y="76"/>
                  </a:lnTo>
                  <a:lnTo>
                    <a:pt x="410" y="76"/>
                  </a:lnTo>
                  <a:lnTo>
                    <a:pt x="410" y="74"/>
                  </a:lnTo>
                  <a:lnTo>
                    <a:pt x="408" y="74"/>
                  </a:lnTo>
                  <a:lnTo>
                    <a:pt x="408" y="74"/>
                  </a:lnTo>
                  <a:lnTo>
                    <a:pt x="408" y="74"/>
                  </a:lnTo>
                  <a:lnTo>
                    <a:pt x="408" y="72"/>
                  </a:lnTo>
                  <a:lnTo>
                    <a:pt x="408" y="72"/>
                  </a:lnTo>
                  <a:lnTo>
                    <a:pt x="410" y="72"/>
                  </a:lnTo>
                  <a:lnTo>
                    <a:pt x="412" y="72"/>
                  </a:lnTo>
                  <a:lnTo>
                    <a:pt x="412" y="74"/>
                  </a:lnTo>
                  <a:lnTo>
                    <a:pt x="414" y="74"/>
                  </a:lnTo>
                  <a:lnTo>
                    <a:pt x="414" y="74"/>
                  </a:lnTo>
                  <a:lnTo>
                    <a:pt x="416" y="74"/>
                  </a:lnTo>
                  <a:lnTo>
                    <a:pt x="416" y="74"/>
                  </a:lnTo>
                  <a:lnTo>
                    <a:pt x="418" y="74"/>
                  </a:lnTo>
                  <a:lnTo>
                    <a:pt x="420" y="74"/>
                  </a:lnTo>
                  <a:lnTo>
                    <a:pt x="420" y="72"/>
                  </a:lnTo>
                  <a:lnTo>
                    <a:pt x="422" y="72"/>
                  </a:lnTo>
                  <a:lnTo>
                    <a:pt x="422" y="70"/>
                  </a:lnTo>
                  <a:lnTo>
                    <a:pt x="420" y="7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46" name="Freeform 49">
              <a:extLst>
                <a:ext uri="{FF2B5EF4-FFF2-40B4-BE49-F238E27FC236}">
                  <a16:creationId xmlns:a16="http://schemas.microsoft.com/office/drawing/2014/main" id="{652FC9BC-E0BD-3AA4-3859-2212434B2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6800" y="2952750"/>
              <a:ext cx="669925" cy="530225"/>
            </a:xfrm>
            <a:custGeom>
              <a:avLst/>
              <a:gdLst>
                <a:gd name="T0" fmla="*/ 418 w 422"/>
                <a:gd name="T1" fmla="*/ 57 h 334"/>
                <a:gd name="T2" fmla="*/ 418 w 422"/>
                <a:gd name="T3" fmla="*/ 45 h 334"/>
                <a:gd name="T4" fmla="*/ 410 w 422"/>
                <a:gd name="T5" fmla="*/ 17 h 334"/>
                <a:gd name="T6" fmla="*/ 391 w 422"/>
                <a:gd name="T7" fmla="*/ 1 h 334"/>
                <a:gd name="T8" fmla="*/ 372 w 422"/>
                <a:gd name="T9" fmla="*/ 13 h 334"/>
                <a:gd name="T10" fmla="*/ 355 w 422"/>
                <a:gd name="T11" fmla="*/ 26 h 334"/>
                <a:gd name="T12" fmla="*/ 345 w 422"/>
                <a:gd name="T13" fmla="*/ 66 h 334"/>
                <a:gd name="T14" fmla="*/ 319 w 422"/>
                <a:gd name="T15" fmla="*/ 74 h 334"/>
                <a:gd name="T16" fmla="*/ 290 w 422"/>
                <a:gd name="T17" fmla="*/ 91 h 334"/>
                <a:gd name="T18" fmla="*/ 275 w 422"/>
                <a:gd name="T19" fmla="*/ 83 h 334"/>
                <a:gd name="T20" fmla="*/ 250 w 422"/>
                <a:gd name="T21" fmla="*/ 60 h 334"/>
                <a:gd name="T22" fmla="*/ 220 w 422"/>
                <a:gd name="T23" fmla="*/ 59 h 334"/>
                <a:gd name="T24" fmla="*/ 210 w 422"/>
                <a:gd name="T25" fmla="*/ 78 h 334"/>
                <a:gd name="T26" fmla="*/ 180 w 422"/>
                <a:gd name="T27" fmla="*/ 83 h 334"/>
                <a:gd name="T28" fmla="*/ 162 w 422"/>
                <a:gd name="T29" fmla="*/ 93 h 334"/>
                <a:gd name="T30" fmla="*/ 136 w 422"/>
                <a:gd name="T31" fmla="*/ 83 h 334"/>
                <a:gd name="T32" fmla="*/ 115 w 422"/>
                <a:gd name="T33" fmla="*/ 95 h 334"/>
                <a:gd name="T34" fmla="*/ 96 w 422"/>
                <a:gd name="T35" fmla="*/ 93 h 334"/>
                <a:gd name="T36" fmla="*/ 84 w 422"/>
                <a:gd name="T37" fmla="*/ 79 h 334"/>
                <a:gd name="T38" fmla="*/ 75 w 422"/>
                <a:gd name="T39" fmla="*/ 81 h 334"/>
                <a:gd name="T40" fmla="*/ 61 w 422"/>
                <a:gd name="T41" fmla="*/ 72 h 334"/>
                <a:gd name="T42" fmla="*/ 33 w 422"/>
                <a:gd name="T43" fmla="*/ 81 h 334"/>
                <a:gd name="T44" fmla="*/ 10 w 422"/>
                <a:gd name="T45" fmla="*/ 93 h 334"/>
                <a:gd name="T46" fmla="*/ 4 w 422"/>
                <a:gd name="T47" fmla="*/ 119 h 334"/>
                <a:gd name="T48" fmla="*/ 37 w 422"/>
                <a:gd name="T49" fmla="*/ 157 h 334"/>
                <a:gd name="T50" fmla="*/ 44 w 422"/>
                <a:gd name="T51" fmla="*/ 175 h 334"/>
                <a:gd name="T52" fmla="*/ 56 w 422"/>
                <a:gd name="T53" fmla="*/ 169 h 334"/>
                <a:gd name="T54" fmla="*/ 58 w 422"/>
                <a:gd name="T55" fmla="*/ 186 h 334"/>
                <a:gd name="T56" fmla="*/ 63 w 422"/>
                <a:gd name="T57" fmla="*/ 195 h 334"/>
                <a:gd name="T58" fmla="*/ 73 w 422"/>
                <a:gd name="T59" fmla="*/ 233 h 334"/>
                <a:gd name="T60" fmla="*/ 84 w 422"/>
                <a:gd name="T61" fmla="*/ 233 h 334"/>
                <a:gd name="T62" fmla="*/ 92 w 422"/>
                <a:gd name="T63" fmla="*/ 249 h 334"/>
                <a:gd name="T64" fmla="*/ 69 w 422"/>
                <a:gd name="T65" fmla="*/ 270 h 334"/>
                <a:gd name="T66" fmla="*/ 73 w 422"/>
                <a:gd name="T67" fmla="*/ 291 h 334"/>
                <a:gd name="T68" fmla="*/ 107 w 422"/>
                <a:gd name="T69" fmla="*/ 294 h 334"/>
                <a:gd name="T70" fmla="*/ 145 w 422"/>
                <a:gd name="T71" fmla="*/ 291 h 334"/>
                <a:gd name="T72" fmla="*/ 155 w 422"/>
                <a:gd name="T73" fmla="*/ 317 h 334"/>
                <a:gd name="T74" fmla="*/ 174 w 422"/>
                <a:gd name="T75" fmla="*/ 330 h 334"/>
                <a:gd name="T76" fmla="*/ 220 w 422"/>
                <a:gd name="T77" fmla="*/ 325 h 334"/>
                <a:gd name="T78" fmla="*/ 225 w 422"/>
                <a:gd name="T79" fmla="*/ 330 h 334"/>
                <a:gd name="T80" fmla="*/ 242 w 422"/>
                <a:gd name="T81" fmla="*/ 310 h 334"/>
                <a:gd name="T82" fmla="*/ 242 w 422"/>
                <a:gd name="T83" fmla="*/ 283 h 334"/>
                <a:gd name="T84" fmla="*/ 277 w 422"/>
                <a:gd name="T85" fmla="*/ 298 h 334"/>
                <a:gd name="T86" fmla="*/ 313 w 422"/>
                <a:gd name="T87" fmla="*/ 308 h 334"/>
                <a:gd name="T88" fmla="*/ 319 w 422"/>
                <a:gd name="T89" fmla="*/ 296 h 334"/>
                <a:gd name="T90" fmla="*/ 315 w 422"/>
                <a:gd name="T91" fmla="*/ 283 h 334"/>
                <a:gd name="T92" fmla="*/ 292 w 422"/>
                <a:gd name="T93" fmla="*/ 258 h 334"/>
                <a:gd name="T94" fmla="*/ 286 w 422"/>
                <a:gd name="T95" fmla="*/ 237 h 334"/>
                <a:gd name="T96" fmla="*/ 275 w 422"/>
                <a:gd name="T97" fmla="*/ 232 h 334"/>
                <a:gd name="T98" fmla="*/ 235 w 422"/>
                <a:gd name="T99" fmla="*/ 214 h 334"/>
                <a:gd name="T100" fmla="*/ 231 w 422"/>
                <a:gd name="T101" fmla="*/ 190 h 334"/>
                <a:gd name="T102" fmla="*/ 246 w 422"/>
                <a:gd name="T103" fmla="*/ 175 h 334"/>
                <a:gd name="T104" fmla="*/ 260 w 422"/>
                <a:gd name="T105" fmla="*/ 184 h 334"/>
                <a:gd name="T106" fmla="*/ 277 w 422"/>
                <a:gd name="T107" fmla="*/ 178 h 334"/>
                <a:gd name="T108" fmla="*/ 321 w 422"/>
                <a:gd name="T109" fmla="*/ 152 h 334"/>
                <a:gd name="T110" fmla="*/ 340 w 422"/>
                <a:gd name="T111" fmla="*/ 146 h 334"/>
                <a:gd name="T112" fmla="*/ 355 w 422"/>
                <a:gd name="T113" fmla="*/ 146 h 334"/>
                <a:gd name="T114" fmla="*/ 364 w 422"/>
                <a:gd name="T115" fmla="*/ 137 h 334"/>
                <a:gd name="T116" fmla="*/ 368 w 422"/>
                <a:gd name="T117" fmla="*/ 133 h 334"/>
                <a:gd name="T118" fmla="*/ 385 w 422"/>
                <a:gd name="T119" fmla="*/ 119 h 334"/>
                <a:gd name="T120" fmla="*/ 397 w 422"/>
                <a:gd name="T121" fmla="*/ 110 h 334"/>
                <a:gd name="T122" fmla="*/ 410 w 422"/>
                <a:gd name="T123" fmla="*/ 85 h 334"/>
                <a:gd name="T124" fmla="*/ 408 w 422"/>
                <a:gd name="T125" fmla="*/ 72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2" h="334">
                  <a:moveTo>
                    <a:pt x="420" y="70"/>
                  </a:moveTo>
                  <a:lnTo>
                    <a:pt x="420" y="70"/>
                  </a:lnTo>
                  <a:lnTo>
                    <a:pt x="420" y="70"/>
                  </a:lnTo>
                  <a:lnTo>
                    <a:pt x="418" y="68"/>
                  </a:lnTo>
                  <a:lnTo>
                    <a:pt x="420" y="68"/>
                  </a:lnTo>
                  <a:lnTo>
                    <a:pt x="420" y="68"/>
                  </a:lnTo>
                  <a:lnTo>
                    <a:pt x="420" y="66"/>
                  </a:lnTo>
                  <a:lnTo>
                    <a:pt x="422" y="66"/>
                  </a:lnTo>
                  <a:lnTo>
                    <a:pt x="422" y="64"/>
                  </a:lnTo>
                  <a:lnTo>
                    <a:pt x="420" y="64"/>
                  </a:lnTo>
                  <a:lnTo>
                    <a:pt x="420" y="64"/>
                  </a:lnTo>
                  <a:lnTo>
                    <a:pt x="420" y="62"/>
                  </a:lnTo>
                  <a:lnTo>
                    <a:pt x="420" y="62"/>
                  </a:lnTo>
                  <a:lnTo>
                    <a:pt x="420" y="60"/>
                  </a:lnTo>
                  <a:lnTo>
                    <a:pt x="420" y="59"/>
                  </a:lnTo>
                  <a:lnTo>
                    <a:pt x="418" y="59"/>
                  </a:lnTo>
                  <a:lnTo>
                    <a:pt x="418" y="57"/>
                  </a:lnTo>
                  <a:lnTo>
                    <a:pt x="418" y="57"/>
                  </a:lnTo>
                  <a:lnTo>
                    <a:pt x="418" y="57"/>
                  </a:lnTo>
                  <a:lnTo>
                    <a:pt x="414" y="57"/>
                  </a:lnTo>
                  <a:lnTo>
                    <a:pt x="414" y="55"/>
                  </a:lnTo>
                  <a:lnTo>
                    <a:pt x="414" y="55"/>
                  </a:lnTo>
                  <a:lnTo>
                    <a:pt x="414" y="55"/>
                  </a:lnTo>
                  <a:lnTo>
                    <a:pt x="414" y="53"/>
                  </a:lnTo>
                  <a:lnTo>
                    <a:pt x="414" y="53"/>
                  </a:lnTo>
                  <a:lnTo>
                    <a:pt x="414" y="53"/>
                  </a:lnTo>
                  <a:lnTo>
                    <a:pt x="414" y="53"/>
                  </a:lnTo>
                  <a:lnTo>
                    <a:pt x="416" y="53"/>
                  </a:lnTo>
                  <a:lnTo>
                    <a:pt x="416" y="53"/>
                  </a:lnTo>
                  <a:lnTo>
                    <a:pt x="418" y="53"/>
                  </a:lnTo>
                  <a:lnTo>
                    <a:pt x="418" y="53"/>
                  </a:lnTo>
                  <a:lnTo>
                    <a:pt x="418" y="53"/>
                  </a:lnTo>
                  <a:lnTo>
                    <a:pt x="418" y="47"/>
                  </a:lnTo>
                  <a:lnTo>
                    <a:pt x="418" y="45"/>
                  </a:lnTo>
                  <a:lnTo>
                    <a:pt x="420" y="43"/>
                  </a:lnTo>
                  <a:lnTo>
                    <a:pt x="420" y="43"/>
                  </a:lnTo>
                  <a:lnTo>
                    <a:pt x="420" y="40"/>
                  </a:lnTo>
                  <a:lnTo>
                    <a:pt x="420" y="38"/>
                  </a:lnTo>
                  <a:lnTo>
                    <a:pt x="418" y="30"/>
                  </a:lnTo>
                  <a:lnTo>
                    <a:pt x="416" y="28"/>
                  </a:lnTo>
                  <a:lnTo>
                    <a:pt x="416" y="28"/>
                  </a:lnTo>
                  <a:lnTo>
                    <a:pt x="416" y="26"/>
                  </a:lnTo>
                  <a:lnTo>
                    <a:pt x="412" y="22"/>
                  </a:lnTo>
                  <a:lnTo>
                    <a:pt x="412" y="22"/>
                  </a:lnTo>
                  <a:lnTo>
                    <a:pt x="410" y="22"/>
                  </a:lnTo>
                  <a:lnTo>
                    <a:pt x="410" y="22"/>
                  </a:lnTo>
                  <a:lnTo>
                    <a:pt x="410" y="22"/>
                  </a:lnTo>
                  <a:lnTo>
                    <a:pt x="410" y="20"/>
                  </a:lnTo>
                  <a:lnTo>
                    <a:pt x="410" y="20"/>
                  </a:lnTo>
                  <a:lnTo>
                    <a:pt x="410" y="19"/>
                  </a:lnTo>
                  <a:lnTo>
                    <a:pt x="410" y="17"/>
                  </a:lnTo>
                  <a:lnTo>
                    <a:pt x="408" y="15"/>
                  </a:lnTo>
                  <a:lnTo>
                    <a:pt x="408" y="15"/>
                  </a:lnTo>
                  <a:lnTo>
                    <a:pt x="410" y="13"/>
                  </a:lnTo>
                  <a:lnTo>
                    <a:pt x="410" y="13"/>
                  </a:lnTo>
                  <a:lnTo>
                    <a:pt x="410" y="11"/>
                  </a:lnTo>
                  <a:lnTo>
                    <a:pt x="410" y="9"/>
                  </a:lnTo>
                  <a:lnTo>
                    <a:pt x="410" y="9"/>
                  </a:lnTo>
                  <a:lnTo>
                    <a:pt x="410" y="7"/>
                  </a:lnTo>
                  <a:lnTo>
                    <a:pt x="408" y="7"/>
                  </a:lnTo>
                  <a:lnTo>
                    <a:pt x="408" y="7"/>
                  </a:lnTo>
                  <a:lnTo>
                    <a:pt x="404" y="5"/>
                  </a:lnTo>
                  <a:lnTo>
                    <a:pt x="401" y="7"/>
                  </a:lnTo>
                  <a:lnTo>
                    <a:pt x="399" y="5"/>
                  </a:lnTo>
                  <a:lnTo>
                    <a:pt x="393" y="5"/>
                  </a:lnTo>
                  <a:lnTo>
                    <a:pt x="393" y="3"/>
                  </a:lnTo>
                  <a:lnTo>
                    <a:pt x="391" y="1"/>
                  </a:lnTo>
                  <a:lnTo>
                    <a:pt x="391" y="1"/>
                  </a:lnTo>
                  <a:lnTo>
                    <a:pt x="389" y="0"/>
                  </a:lnTo>
                  <a:lnTo>
                    <a:pt x="389" y="0"/>
                  </a:lnTo>
                  <a:lnTo>
                    <a:pt x="387" y="0"/>
                  </a:lnTo>
                  <a:lnTo>
                    <a:pt x="387" y="0"/>
                  </a:lnTo>
                  <a:lnTo>
                    <a:pt x="387" y="0"/>
                  </a:lnTo>
                  <a:lnTo>
                    <a:pt x="385" y="0"/>
                  </a:lnTo>
                  <a:lnTo>
                    <a:pt x="382" y="3"/>
                  </a:lnTo>
                  <a:lnTo>
                    <a:pt x="380" y="5"/>
                  </a:lnTo>
                  <a:lnTo>
                    <a:pt x="380" y="5"/>
                  </a:lnTo>
                  <a:lnTo>
                    <a:pt x="380" y="7"/>
                  </a:lnTo>
                  <a:lnTo>
                    <a:pt x="380" y="7"/>
                  </a:lnTo>
                  <a:lnTo>
                    <a:pt x="378" y="9"/>
                  </a:lnTo>
                  <a:lnTo>
                    <a:pt x="378" y="11"/>
                  </a:lnTo>
                  <a:lnTo>
                    <a:pt x="378" y="13"/>
                  </a:lnTo>
                  <a:lnTo>
                    <a:pt x="376" y="13"/>
                  </a:lnTo>
                  <a:lnTo>
                    <a:pt x="374" y="13"/>
                  </a:lnTo>
                  <a:lnTo>
                    <a:pt x="372" y="13"/>
                  </a:lnTo>
                  <a:lnTo>
                    <a:pt x="372" y="11"/>
                  </a:lnTo>
                  <a:lnTo>
                    <a:pt x="370" y="11"/>
                  </a:lnTo>
                  <a:lnTo>
                    <a:pt x="370" y="11"/>
                  </a:lnTo>
                  <a:lnTo>
                    <a:pt x="370" y="13"/>
                  </a:lnTo>
                  <a:lnTo>
                    <a:pt x="370" y="13"/>
                  </a:lnTo>
                  <a:lnTo>
                    <a:pt x="366" y="13"/>
                  </a:lnTo>
                  <a:lnTo>
                    <a:pt x="366" y="13"/>
                  </a:lnTo>
                  <a:lnTo>
                    <a:pt x="364" y="15"/>
                  </a:lnTo>
                  <a:lnTo>
                    <a:pt x="364" y="17"/>
                  </a:lnTo>
                  <a:lnTo>
                    <a:pt x="364" y="19"/>
                  </a:lnTo>
                  <a:lnTo>
                    <a:pt x="362" y="24"/>
                  </a:lnTo>
                  <a:lnTo>
                    <a:pt x="362" y="24"/>
                  </a:lnTo>
                  <a:lnTo>
                    <a:pt x="362" y="24"/>
                  </a:lnTo>
                  <a:lnTo>
                    <a:pt x="359" y="24"/>
                  </a:lnTo>
                  <a:lnTo>
                    <a:pt x="359" y="24"/>
                  </a:lnTo>
                  <a:lnTo>
                    <a:pt x="355" y="26"/>
                  </a:lnTo>
                  <a:lnTo>
                    <a:pt x="355" y="26"/>
                  </a:lnTo>
                  <a:lnTo>
                    <a:pt x="353" y="28"/>
                  </a:lnTo>
                  <a:lnTo>
                    <a:pt x="349" y="32"/>
                  </a:lnTo>
                  <a:lnTo>
                    <a:pt x="349" y="34"/>
                  </a:lnTo>
                  <a:lnTo>
                    <a:pt x="349" y="34"/>
                  </a:lnTo>
                  <a:lnTo>
                    <a:pt x="349" y="45"/>
                  </a:lnTo>
                  <a:lnTo>
                    <a:pt x="349" y="47"/>
                  </a:lnTo>
                  <a:lnTo>
                    <a:pt x="349" y="47"/>
                  </a:lnTo>
                  <a:lnTo>
                    <a:pt x="347" y="49"/>
                  </a:lnTo>
                  <a:lnTo>
                    <a:pt x="345" y="53"/>
                  </a:lnTo>
                  <a:lnTo>
                    <a:pt x="345" y="53"/>
                  </a:lnTo>
                  <a:lnTo>
                    <a:pt x="345" y="53"/>
                  </a:lnTo>
                  <a:lnTo>
                    <a:pt x="345" y="55"/>
                  </a:lnTo>
                  <a:lnTo>
                    <a:pt x="345" y="55"/>
                  </a:lnTo>
                  <a:lnTo>
                    <a:pt x="345" y="57"/>
                  </a:lnTo>
                  <a:lnTo>
                    <a:pt x="345" y="57"/>
                  </a:lnTo>
                  <a:lnTo>
                    <a:pt x="343" y="62"/>
                  </a:lnTo>
                  <a:lnTo>
                    <a:pt x="345" y="66"/>
                  </a:lnTo>
                  <a:lnTo>
                    <a:pt x="343" y="68"/>
                  </a:lnTo>
                  <a:lnTo>
                    <a:pt x="343" y="70"/>
                  </a:lnTo>
                  <a:lnTo>
                    <a:pt x="343" y="72"/>
                  </a:lnTo>
                  <a:lnTo>
                    <a:pt x="341" y="74"/>
                  </a:lnTo>
                  <a:lnTo>
                    <a:pt x="341" y="74"/>
                  </a:lnTo>
                  <a:lnTo>
                    <a:pt x="340" y="74"/>
                  </a:lnTo>
                  <a:lnTo>
                    <a:pt x="334" y="72"/>
                  </a:lnTo>
                  <a:lnTo>
                    <a:pt x="332" y="70"/>
                  </a:lnTo>
                  <a:lnTo>
                    <a:pt x="330" y="72"/>
                  </a:lnTo>
                  <a:lnTo>
                    <a:pt x="330" y="72"/>
                  </a:lnTo>
                  <a:lnTo>
                    <a:pt x="328" y="74"/>
                  </a:lnTo>
                  <a:lnTo>
                    <a:pt x="328" y="76"/>
                  </a:lnTo>
                  <a:lnTo>
                    <a:pt x="328" y="78"/>
                  </a:lnTo>
                  <a:lnTo>
                    <a:pt x="328" y="79"/>
                  </a:lnTo>
                  <a:lnTo>
                    <a:pt x="328" y="79"/>
                  </a:lnTo>
                  <a:lnTo>
                    <a:pt x="321" y="78"/>
                  </a:lnTo>
                  <a:lnTo>
                    <a:pt x="319" y="74"/>
                  </a:lnTo>
                  <a:lnTo>
                    <a:pt x="317" y="74"/>
                  </a:lnTo>
                  <a:lnTo>
                    <a:pt x="315" y="74"/>
                  </a:lnTo>
                  <a:lnTo>
                    <a:pt x="315" y="74"/>
                  </a:lnTo>
                  <a:lnTo>
                    <a:pt x="315" y="74"/>
                  </a:lnTo>
                  <a:lnTo>
                    <a:pt x="313" y="76"/>
                  </a:lnTo>
                  <a:lnTo>
                    <a:pt x="311" y="78"/>
                  </a:lnTo>
                  <a:lnTo>
                    <a:pt x="309" y="78"/>
                  </a:lnTo>
                  <a:lnTo>
                    <a:pt x="307" y="78"/>
                  </a:lnTo>
                  <a:lnTo>
                    <a:pt x="305" y="78"/>
                  </a:lnTo>
                  <a:lnTo>
                    <a:pt x="303" y="78"/>
                  </a:lnTo>
                  <a:lnTo>
                    <a:pt x="301" y="76"/>
                  </a:lnTo>
                  <a:lnTo>
                    <a:pt x="300" y="76"/>
                  </a:lnTo>
                  <a:lnTo>
                    <a:pt x="296" y="81"/>
                  </a:lnTo>
                  <a:lnTo>
                    <a:pt x="292" y="83"/>
                  </a:lnTo>
                  <a:lnTo>
                    <a:pt x="292" y="85"/>
                  </a:lnTo>
                  <a:lnTo>
                    <a:pt x="290" y="87"/>
                  </a:lnTo>
                  <a:lnTo>
                    <a:pt x="290" y="91"/>
                  </a:lnTo>
                  <a:lnTo>
                    <a:pt x="290" y="93"/>
                  </a:lnTo>
                  <a:lnTo>
                    <a:pt x="288" y="93"/>
                  </a:lnTo>
                  <a:lnTo>
                    <a:pt x="288" y="93"/>
                  </a:lnTo>
                  <a:lnTo>
                    <a:pt x="288" y="95"/>
                  </a:lnTo>
                  <a:lnTo>
                    <a:pt x="288" y="95"/>
                  </a:lnTo>
                  <a:lnTo>
                    <a:pt x="288" y="97"/>
                  </a:lnTo>
                  <a:lnTo>
                    <a:pt x="288" y="97"/>
                  </a:lnTo>
                  <a:lnTo>
                    <a:pt x="288" y="98"/>
                  </a:lnTo>
                  <a:lnTo>
                    <a:pt x="286" y="98"/>
                  </a:lnTo>
                  <a:lnTo>
                    <a:pt x="284" y="97"/>
                  </a:lnTo>
                  <a:lnTo>
                    <a:pt x="279" y="93"/>
                  </a:lnTo>
                  <a:lnTo>
                    <a:pt x="271" y="89"/>
                  </a:lnTo>
                  <a:lnTo>
                    <a:pt x="271" y="87"/>
                  </a:lnTo>
                  <a:lnTo>
                    <a:pt x="271" y="87"/>
                  </a:lnTo>
                  <a:lnTo>
                    <a:pt x="273" y="85"/>
                  </a:lnTo>
                  <a:lnTo>
                    <a:pt x="273" y="83"/>
                  </a:lnTo>
                  <a:lnTo>
                    <a:pt x="275" y="83"/>
                  </a:lnTo>
                  <a:lnTo>
                    <a:pt x="273" y="79"/>
                  </a:lnTo>
                  <a:lnTo>
                    <a:pt x="273" y="78"/>
                  </a:lnTo>
                  <a:lnTo>
                    <a:pt x="273" y="78"/>
                  </a:lnTo>
                  <a:lnTo>
                    <a:pt x="269" y="78"/>
                  </a:lnTo>
                  <a:lnTo>
                    <a:pt x="267" y="76"/>
                  </a:lnTo>
                  <a:lnTo>
                    <a:pt x="265" y="76"/>
                  </a:lnTo>
                  <a:lnTo>
                    <a:pt x="263" y="78"/>
                  </a:lnTo>
                  <a:lnTo>
                    <a:pt x="261" y="78"/>
                  </a:lnTo>
                  <a:lnTo>
                    <a:pt x="260" y="78"/>
                  </a:lnTo>
                  <a:lnTo>
                    <a:pt x="258" y="76"/>
                  </a:lnTo>
                  <a:lnTo>
                    <a:pt x="258" y="74"/>
                  </a:lnTo>
                  <a:lnTo>
                    <a:pt x="256" y="72"/>
                  </a:lnTo>
                  <a:lnTo>
                    <a:pt x="256" y="64"/>
                  </a:lnTo>
                  <a:lnTo>
                    <a:pt x="256" y="62"/>
                  </a:lnTo>
                  <a:lnTo>
                    <a:pt x="254" y="62"/>
                  </a:lnTo>
                  <a:lnTo>
                    <a:pt x="252" y="62"/>
                  </a:lnTo>
                  <a:lnTo>
                    <a:pt x="250" y="60"/>
                  </a:lnTo>
                  <a:lnTo>
                    <a:pt x="250" y="60"/>
                  </a:lnTo>
                  <a:lnTo>
                    <a:pt x="248" y="60"/>
                  </a:lnTo>
                  <a:lnTo>
                    <a:pt x="250" y="60"/>
                  </a:lnTo>
                  <a:lnTo>
                    <a:pt x="250" y="59"/>
                  </a:lnTo>
                  <a:lnTo>
                    <a:pt x="250" y="59"/>
                  </a:lnTo>
                  <a:lnTo>
                    <a:pt x="250" y="57"/>
                  </a:lnTo>
                  <a:lnTo>
                    <a:pt x="248" y="59"/>
                  </a:lnTo>
                  <a:lnTo>
                    <a:pt x="246" y="59"/>
                  </a:lnTo>
                  <a:lnTo>
                    <a:pt x="242" y="62"/>
                  </a:lnTo>
                  <a:lnTo>
                    <a:pt x="237" y="62"/>
                  </a:lnTo>
                  <a:lnTo>
                    <a:pt x="233" y="57"/>
                  </a:lnTo>
                  <a:lnTo>
                    <a:pt x="231" y="55"/>
                  </a:lnTo>
                  <a:lnTo>
                    <a:pt x="231" y="55"/>
                  </a:lnTo>
                  <a:lnTo>
                    <a:pt x="221" y="55"/>
                  </a:lnTo>
                  <a:lnTo>
                    <a:pt x="221" y="55"/>
                  </a:lnTo>
                  <a:lnTo>
                    <a:pt x="220" y="57"/>
                  </a:lnTo>
                  <a:lnTo>
                    <a:pt x="220" y="59"/>
                  </a:lnTo>
                  <a:lnTo>
                    <a:pt x="218" y="60"/>
                  </a:lnTo>
                  <a:lnTo>
                    <a:pt x="218" y="60"/>
                  </a:lnTo>
                  <a:lnTo>
                    <a:pt x="218" y="64"/>
                  </a:lnTo>
                  <a:lnTo>
                    <a:pt x="218" y="66"/>
                  </a:lnTo>
                  <a:lnTo>
                    <a:pt x="216" y="66"/>
                  </a:lnTo>
                  <a:lnTo>
                    <a:pt x="214" y="66"/>
                  </a:lnTo>
                  <a:lnTo>
                    <a:pt x="214" y="68"/>
                  </a:lnTo>
                  <a:lnTo>
                    <a:pt x="214" y="68"/>
                  </a:lnTo>
                  <a:lnTo>
                    <a:pt x="214" y="68"/>
                  </a:lnTo>
                  <a:lnTo>
                    <a:pt x="214" y="70"/>
                  </a:lnTo>
                  <a:lnTo>
                    <a:pt x="214" y="70"/>
                  </a:lnTo>
                  <a:lnTo>
                    <a:pt x="214" y="72"/>
                  </a:lnTo>
                  <a:lnTo>
                    <a:pt x="214" y="76"/>
                  </a:lnTo>
                  <a:lnTo>
                    <a:pt x="214" y="76"/>
                  </a:lnTo>
                  <a:lnTo>
                    <a:pt x="214" y="78"/>
                  </a:lnTo>
                  <a:lnTo>
                    <a:pt x="210" y="78"/>
                  </a:lnTo>
                  <a:lnTo>
                    <a:pt x="210" y="78"/>
                  </a:lnTo>
                  <a:lnTo>
                    <a:pt x="208" y="76"/>
                  </a:lnTo>
                  <a:lnTo>
                    <a:pt x="206" y="76"/>
                  </a:lnTo>
                  <a:lnTo>
                    <a:pt x="206" y="78"/>
                  </a:lnTo>
                  <a:lnTo>
                    <a:pt x="206" y="78"/>
                  </a:lnTo>
                  <a:lnTo>
                    <a:pt x="204" y="79"/>
                  </a:lnTo>
                  <a:lnTo>
                    <a:pt x="204" y="79"/>
                  </a:lnTo>
                  <a:lnTo>
                    <a:pt x="202" y="81"/>
                  </a:lnTo>
                  <a:lnTo>
                    <a:pt x="200" y="83"/>
                  </a:lnTo>
                  <a:lnTo>
                    <a:pt x="200" y="81"/>
                  </a:lnTo>
                  <a:lnTo>
                    <a:pt x="199" y="81"/>
                  </a:lnTo>
                  <a:lnTo>
                    <a:pt x="199" y="81"/>
                  </a:lnTo>
                  <a:lnTo>
                    <a:pt x="197" y="81"/>
                  </a:lnTo>
                  <a:lnTo>
                    <a:pt x="195" y="81"/>
                  </a:lnTo>
                  <a:lnTo>
                    <a:pt x="189" y="81"/>
                  </a:lnTo>
                  <a:lnTo>
                    <a:pt x="187" y="83"/>
                  </a:lnTo>
                  <a:lnTo>
                    <a:pt x="181" y="83"/>
                  </a:lnTo>
                  <a:lnTo>
                    <a:pt x="180" y="83"/>
                  </a:lnTo>
                  <a:lnTo>
                    <a:pt x="180" y="85"/>
                  </a:lnTo>
                  <a:lnTo>
                    <a:pt x="180" y="85"/>
                  </a:lnTo>
                  <a:lnTo>
                    <a:pt x="178" y="85"/>
                  </a:lnTo>
                  <a:lnTo>
                    <a:pt x="178" y="87"/>
                  </a:lnTo>
                  <a:lnTo>
                    <a:pt x="170" y="89"/>
                  </a:lnTo>
                  <a:lnTo>
                    <a:pt x="168" y="91"/>
                  </a:lnTo>
                  <a:lnTo>
                    <a:pt x="168" y="91"/>
                  </a:lnTo>
                  <a:lnTo>
                    <a:pt x="168" y="93"/>
                  </a:lnTo>
                  <a:lnTo>
                    <a:pt x="168" y="93"/>
                  </a:lnTo>
                  <a:lnTo>
                    <a:pt x="168" y="93"/>
                  </a:lnTo>
                  <a:lnTo>
                    <a:pt x="166" y="95"/>
                  </a:lnTo>
                  <a:lnTo>
                    <a:pt x="162" y="98"/>
                  </a:lnTo>
                  <a:lnTo>
                    <a:pt x="162" y="98"/>
                  </a:lnTo>
                  <a:lnTo>
                    <a:pt x="160" y="98"/>
                  </a:lnTo>
                  <a:lnTo>
                    <a:pt x="160" y="97"/>
                  </a:lnTo>
                  <a:lnTo>
                    <a:pt x="162" y="95"/>
                  </a:lnTo>
                  <a:lnTo>
                    <a:pt x="162" y="93"/>
                  </a:lnTo>
                  <a:lnTo>
                    <a:pt x="160" y="93"/>
                  </a:lnTo>
                  <a:lnTo>
                    <a:pt x="155" y="95"/>
                  </a:lnTo>
                  <a:lnTo>
                    <a:pt x="153" y="97"/>
                  </a:lnTo>
                  <a:lnTo>
                    <a:pt x="151" y="97"/>
                  </a:lnTo>
                  <a:lnTo>
                    <a:pt x="149" y="98"/>
                  </a:lnTo>
                  <a:lnTo>
                    <a:pt x="145" y="97"/>
                  </a:lnTo>
                  <a:lnTo>
                    <a:pt x="143" y="97"/>
                  </a:lnTo>
                  <a:lnTo>
                    <a:pt x="143" y="95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0" y="89"/>
                  </a:lnTo>
                  <a:lnTo>
                    <a:pt x="138" y="89"/>
                  </a:lnTo>
                  <a:lnTo>
                    <a:pt x="138" y="83"/>
                  </a:lnTo>
                  <a:lnTo>
                    <a:pt x="136" y="83"/>
                  </a:lnTo>
                  <a:lnTo>
                    <a:pt x="136" y="83"/>
                  </a:lnTo>
                  <a:lnTo>
                    <a:pt x="134" y="83"/>
                  </a:lnTo>
                  <a:lnTo>
                    <a:pt x="134" y="83"/>
                  </a:lnTo>
                  <a:lnTo>
                    <a:pt x="132" y="85"/>
                  </a:lnTo>
                  <a:lnTo>
                    <a:pt x="130" y="85"/>
                  </a:lnTo>
                  <a:lnTo>
                    <a:pt x="126" y="89"/>
                  </a:lnTo>
                  <a:lnTo>
                    <a:pt x="124" y="89"/>
                  </a:lnTo>
                  <a:lnTo>
                    <a:pt x="124" y="91"/>
                  </a:lnTo>
                  <a:lnTo>
                    <a:pt x="122" y="95"/>
                  </a:lnTo>
                  <a:lnTo>
                    <a:pt x="122" y="95"/>
                  </a:lnTo>
                  <a:lnTo>
                    <a:pt x="120" y="95"/>
                  </a:lnTo>
                  <a:lnTo>
                    <a:pt x="119" y="95"/>
                  </a:lnTo>
                  <a:lnTo>
                    <a:pt x="119" y="95"/>
                  </a:lnTo>
                  <a:lnTo>
                    <a:pt x="117" y="95"/>
                  </a:lnTo>
                  <a:lnTo>
                    <a:pt x="117" y="93"/>
                  </a:lnTo>
                  <a:lnTo>
                    <a:pt x="115" y="93"/>
                  </a:lnTo>
                  <a:lnTo>
                    <a:pt x="115" y="93"/>
                  </a:lnTo>
                  <a:lnTo>
                    <a:pt x="115" y="95"/>
                  </a:lnTo>
                  <a:lnTo>
                    <a:pt x="115" y="95"/>
                  </a:lnTo>
                  <a:lnTo>
                    <a:pt x="111" y="97"/>
                  </a:lnTo>
                  <a:lnTo>
                    <a:pt x="111" y="98"/>
                  </a:lnTo>
                  <a:lnTo>
                    <a:pt x="111" y="98"/>
                  </a:lnTo>
                  <a:lnTo>
                    <a:pt x="111" y="100"/>
                  </a:lnTo>
                  <a:lnTo>
                    <a:pt x="109" y="102"/>
                  </a:lnTo>
                  <a:lnTo>
                    <a:pt x="107" y="102"/>
                  </a:lnTo>
                  <a:lnTo>
                    <a:pt x="107" y="102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03" y="100"/>
                  </a:lnTo>
                  <a:lnTo>
                    <a:pt x="103" y="100"/>
                  </a:lnTo>
                  <a:lnTo>
                    <a:pt x="101" y="98"/>
                  </a:lnTo>
                  <a:lnTo>
                    <a:pt x="101" y="98"/>
                  </a:lnTo>
                  <a:lnTo>
                    <a:pt x="99" y="97"/>
                  </a:lnTo>
                  <a:lnTo>
                    <a:pt x="96" y="95"/>
                  </a:lnTo>
                  <a:lnTo>
                    <a:pt x="96" y="93"/>
                  </a:lnTo>
                  <a:lnTo>
                    <a:pt x="94" y="93"/>
                  </a:lnTo>
                  <a:lnTo>
                    <a:pt x="92" y="91"/>
                  </a:lnTo>
                  <a:lnTo>
                    <a:pt x="90" y="89"/>
                  </a:lnTo>
                  <a:lnTo>
                    <a:pt x="90" y="87"/>
                  </a:lnTo>
                  <a:lnTo>
                    <a:pt x="90" y="85"/>
                  </a:lnTo>
                  <a:lnTo>
                    <a:pt x="92" y="85"/>
                  </a:lnTo>
                  <a:lnTo>
                    <a:pt x="92" y="81"/>
                  </a:lnTo>
                  <a:lnTo>
                    <a:pt x="90" y="79"/>
                  </a:lnTo>
                  <a:lnTo>
                    <a:pt x="90" y="79"/>
                  </a:lnTo>
                  <a:lnTo>
                    <a:pt x="88" y="79"/>
                  </a:lnTo>
                  <a:lnTo>
                    <a:pt x="88" y="79"/>
                  </a:lnTo>
                  <a:lnTo>
                    <a:pt x="86" y="79"/>
                  </a:lnTo>
                  <a:lnTo>
                    <a:pt x="86" y="81"/>
                  </a:lnTo>
                  <a:lnTo>
                    <a:pt x="86" y="81"/>
                  </a:lnTo>
                  <a:lnTo>
                    <a:pt x="84" y="79"/>
                  </a:lnTo>
                  <a:lnTo>
                    <a:pt x="84" y="79"/>
                  </a:lnTo>
                  <a:lnTo>
                    <a:pt x="84" y="79"/>
                  </a:lnTo>
                  <a:lnTo>
                    <a:pt x="82" y="79"/>
                  </a:lnTo>
                  <a:lnTo>
                    <a:pt x="82" y="79"/>
                  </a:lnTo>
                  <a:lnTo>
                    <a:pt x="80" y="79"/>
                  </a:lnTo>
                  <a:lnTo>
                    <a:pt x="80" y="79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79" y="83"/>
                  </a:lnTo>
                  <a:lnTo>
                    <a:pt x="79" y="83"/>
                  </a:lnTo>
                  <a:lnTo>
                    <a:pt x="79" y="85"/>
                  </a:lnTo>
                  <a:lnTo>
                    <a:pt x="79" y="85"/>
                  </a:lnTo>
                  <a:lnTo>
                    <a:pt x="77" y="85"/>
                  </a:lnTo>
                  <a:lnTo>
                    <a:pt x="77" y="83"/>
                  </a:lnTo>
                  <a:lnTo>
                    <a:pt x="77" y="83"/>
                  </a:lnTo>
                  <a:lnTo>
                    <a:pt x="77" y="81"/>
                  </a:lnTo>
                  <a:lnTo>
                    <a:pt x="77" y="81"/>
                  </a:lnTo>
                  <a:lnTo>
                    <a:pt x="75" y="81"/>
                  </a:lnTo>
                  <a:lnTo>
                    <a:pt x="75" y="81"/>
                  </a:lnTo>
                  <a:lnTo>
                    <a:pt x="75" y="81"/>
                  </a:lnTo>
                  <a:lnTo>
                    <a:pt x="75" y="83"/>
                  </a:lnTo>
                  <a:lnTo>
                    <a:pt x="75" y="83"/>
                  </a:lnTo>
                  <a:lnTo>
                    <a:pt x="75" y="85"/>
                  </a:lnTo>
                  <a:lnTo>
                    <a:pt x="75" y="85"/>
                  </a:lnTo>
                  <a:lnTo>
                    <a:pt x="73" y="85"/>
                  </a:lnTo>
                  <a:lnTo>
                    <a:pt x="73" y="85"/>
                  </a:lnTo>
                  <a:lnTo>
                    <a:pt x="71" y="83"/>
                  </a:lnTo>
                  <a:lnTo>
                    <a:pt x="71" y="81"/>
                  </a:lnTo>
                  <a:lnTo>
                    <a:pt x="69" y="76"/>
                  </a:lnTo>
                  <a:lnTo>
                    <a:pt x="65" y="70"/>
                  </a:lnTo>
                  <a:lnTo>
                    <a:pt x="63" y="68"/>
                  </a:lnTo>
                  <a:lnTo>
                    <a:pt x="63" y="68"/>
                  </a:lnTo>
                  <a:lnTo>
                    <a:pt x="63" y="68"/>
                  </a:lnTo>
                  <a:lnTo>
                    <a:pt x="61" y="68"/>
                  </a:lnTo>
                  <a:lnTo>
                    <a:pt x="61" y="72"/>
                  </a:lnTo>
                  <a:lnTo>
                    <a:pt x="61" y="72"/>
                  </a:lnTo>
                  <a:lnTo>
                    <a:pt x="61" y="74"/>
                  </a:lnTo>
                  <a:lnTo>
                    <a:pt x="59" y="74"/>
                  </a:lnTo>
                  <a:lnTo>
                    <a:pt x="59" y="74"/>
                  </a:lnTo>
                  <a:lnTo>
                    <a:pt x="58" y="74"/>
                  </a:lnTo>
                  <a:lnTo>
                    <a:pt x="58" y="76"/>
                  </a:lnTo>
                  <a:lnTo>
                    <a:pt x="56" y="78"/>
                  </a:lnTo>
                  <a:lnTo>
                    <a:pt x="54" y="78"/>
                  </a:lnTo>
                  <a:lnTo>
                    <a:pt x="50" y="78"/>
                  </a:lnTo>
                  <a:lnTo>
                    <a:pt x="48" y="79"/>
                  </a:lnTo>
                  <a:lnTo>
                    <a:pt x="48" y="79"/>
                  </a:lnTo>
                  <a:lnTo>
                    <a:pt x="46" y="79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40" y="81"/>
                  </a:lnTo>
                  <a:lnTo>
                    <a:pt x="39" y="81"/>
                  </a:lnTo>
                  <a:lnTo>
                    <a:pt x="33" y="81"/>
                  </a:lnTo>
                  <a:lnTo>
                    <a:pt x="27" y="81"/>
                  </a:lnTo>
                  <a:lnTo>
                    <a:pt x="19" y="79"/>
                  </a:lnTo>
                  <a:lnTo>
                    <a:pt x="18" y="79"/>
                  </a:lnTo>
                  <a:lnTo>
                    <a:pt x="10" y="79"/>
                  </a:lnTo>
                  <a:lnTo>
                    <a:pt x="8" y="81"/>
                  </a:lnTo>
                  <a:lnTo>
                    <a:pt x="6" y="81"/>
                  </a:lnTo>
                  <a:lnTo>
                    <a:pt x="6" y="83"/>
                  </a:lnTo>
                  <a:lnTo>
                    <a:pt x="6" y="83"/>
                  </a:lnTo>
                  <a:lnTo>
                    <a:pt x="6" y="83"/>
                  </a:lnTo>
                  <a:lnTo>
                    <a:pt x="6" y="85"/>
                  </a:lnTo>
                  <a:lnTo>
                    <a:pt x="6" y="85"/>
                  </a:lnTo>
                  <a:lnTo>
                    <a:pt x="6" y="85"/>
                  </a:lnTo>
                  <a:lnTo>
                    <a:pt x="6" y="87"/>
                  </a:lnTo>
                  <a:lnTo>
                    <a:pt x="6" y="89"/>
                  </a:lnTo>
                  <a:lnTo>
                    <a:pt x="8" y="91"/>
                  </a:lnTo>
                  <a:lnTo>
                    <a:pt x="8" y="91"/>
                  </a:lnTo>
                  <a:lnTo>
                    <a:pt x="10" y="93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10" y="98"/>
                  </a:lnTo>
                  <a:lnTo>
                    <a:pt x="8" y="100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4"/>
                  </a:lnTo>
                  <a:lnTo>
                    <a:pt x="8" y="104"/>
                  </a:lnTo>
                  <a:lnTo>
                    <a:pt x="6" y="106"/>
                  </a:lnTo>
                  <a:lnTo>
                    <a:pt x="6" y="106"/>
                  </a:lnTo>
                  <a:lnTo>
                    <a:pt x="4" y="110"/>
                  </a:lnTo>
                  <a:lnTo>
                    <a:pt x="2" y="112"/>
                  </a:lnTo>
                  <a:lnTo>
                    <a:pt x="2" y="114"/>
                  </a:lnTo>
                  <a:lnTo>
                    <a:pt x="0" y="119"/>
                  </a:lnTo>
                  <a:lnTo>
                    <a:pt x="4" y="119"/>
                  </a:lnTo>
                  <a:lnTo>
                    <a:pt x="10" y="121"/>
                  </a:lnTo>
                  <a:lnTo>
                    <a:pt x="10" y="121"/>
                  </a:lnTo>
                  <a:lnTo>
                    <a:pt x="12" y="121"/>
                  </a:lnTo>
                  <a:lnTo>
                    <a:pt x="12" y="123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8" y="127"/>
                  </a:lnTo>
                  <a:lnTo>
                    <a:pt x="18" y="127"/>
                  </a:lnTo>
                  <a:lnTo>
                    <a:pt x="18" y="131"/>
                  </a:lnTo>
                  <a:lnTo>
                    <a:pt x="18" y="133"/>
                  </a:lnTo>
                  <a:lnTo>
                    <a:pt x="18" y="135"/>
                  </a:lnTo>
                  <a:lnTo>
                    <a:pt x="18" y="137"/>
                  </a:lnTo>
                  <a:lnTo>
                    <a:pt x="19" y="137"/>
                  </a:lnTo>
                  <a:lnTo>
                    <a:pt x="19" y="140"/>
                  </a:lnTo>
                  <a:lnTo>
                    <a:pt x="33" y="152"/>
                  </a:lnTo>
                  <a:lnTo>
                    <a:pt x="35" y="154"/>
                  </a:lnTo>
                  <a:lnTo>
                    <a:pt x="37" y="157"/>
                  </a:lnTo>
                  <a:lnTo>
                    <a:pt x="37" y="157"/>
                  </a:lnTo>
                  <a:lnTo>
                    <a:pt x="37" y="159"/>
                  </a:lnTo>
                  <a:lnTo>
                    <a:pt x="37" y="159"/>
                  </a:lnTo>
                  <a:lnTo>
                    <a:pt x="35" y="163"/>
                  </a:lnTo>
                  <a:lnTo>
                    <a:pt x="35" y="163"/>
                  </a:lnTo>
                  <a:lnTo>
                    <a:pt x="35" y="165"/>
                  </a:lnTo>
                  <a:lnTo>
                    <a:pt x="35" y="165"/>
                  </a:lnTo>
                  <a:lnTo>
                    <a:pt x="37" y="167"/>
                  </a:lnTo>
                  <a:lnTo>
                    <a:pt x="37" y="171"/>
                  </a:lnTo>
                  <a:lnTo>
                    <a:pt x="39" y="173"/>
                  </a:lnTo>
                  <a:lnTo>
                    <a:pt x="39" y="173"/>
                  </a:lnTo>
                  <a:lnTo>
                    <a:pt x="40" y="175"/>
                  </a:lnTo>
                  <a:lnTo>
                    <a:pt x="40" y="175"/>
                  </a:lnTo>
                  <a:lnTo>
                    <a:pt x="42" y="175"/>
                  </a:lnTo>
                  <a:lnTo>
                    <a:pt x="42" y="175"/>
                  </a:lnTo>
                  <a:lnTo>
                    <a:pt x="44" y="175"/>
                  </a:lnTo>
                  <a:lnTo>
                    <a:pt x="44" y="175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52" y="176"/>
                  </a:lnTo>
                  <a:lnTo>
                    <a:pt x="54" y="176"/>
                  </a:lnTo>
                  <a:lnTo>
                    <a:pt x="54" y="176"/>
                  </a:lnTo>
                  <a:lnTo>
                    <a:pt x="54" y="176"/>
                  </a:lnTo>
                  <a:lnTo>
                    <a:pt x="54" y="176"/>
                  </a:lnTo>
                  <a:lnTo>
                    <a:pt x="54" y="176"/>
                  </a:lnTo>
                  <a:lnTo>
                    <a:pt x="54" y="173"/>
                  </a:lnTo>
                  <a:lnTo>
                    <a:pt x="54" y="173"/>
                  </a:lnTo>
                  <a:lnTo>
                    <a:pt x="54" y="171"/>
                  </a:lnTo>
                  <a:lnTo>
                    <a:pt x="54" y="171"/>
                  </a:lnTo>
                  <a:lnTo>
                    <a:pt x="54" y="171"/>
                  </a:lnTo>
                  <a:lnTo>
                    <a:pt x="54" y="171"/>
                  </a:lnTo>
                  <a:lnTo>
                    <a:pt x="56" y="171"/>
                  </a:lnTo>
                  <a:lnTo>
                    <a:pt x="56" y="171"/>
                  </a:lnTo>
                  <a:lnTo>
                    <a:pt x="56" y="169"/>
                  </a:lnTo>
                  <a:lnTo>
                    <a:pt x="58" y="169"/>
                  </a:lnTo>
                  <a:lnTo>
                    <a:pt x="58" y="169"/>
                  </a:lnTo>
                  <a:lnTo>
                    <a:pt x="59" y="169"/>
                  </a:lnTo>
                  <a:lnTo>
                    <a:pt x="59" y="169"/>
                  </a:lnTo>
                  <a:lnTo>
                    <a:pt x="59" y="171"/>
                  </a:lnTo>
                  <a:lnTo>
                    <a:pt x="61" y="171"/>
                  </a:lnTo>
                  <a:lnTo>
                    <a:pt x="61" y="173"/>
                  </a:lnTo>
                  <a:lnTo>
                    <a:pt x="61" y="173"/>
                  </a:lnTo>
                  <a:lnTo>
                    <a:pt x="63" y="176"/>
                  </a:lnTo>
                  <a:lnTo>
                    <a:pt x="63" y="176"/>
                  </a:lnTo>
                  <a:lnTo>
                    <a:pt x="63" y="178"/>
                  </a:lnTo>
                  <a:lnTo>
                    <a:pt x="61" y="178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58" y="184"/>
                  </a:lnTo>
                  <a:lnTo>
                    <a:pt x="58" y="184"/>
                  </a:lnTo>
                  <a:lnTo>
                    <a:pt x="58" y="186"/>
                  </a:lnTo>
                  <a:lnTo>
                    <a:pt x="56" y="186"/>
                  </a:lnTo>
                  <a:lnTo>
                    <a:pt x="58" y="188"/>
                  </a:lnTo>
                  <a:lnTo>
                    <a:pt x="58" y="188"/>
                  </a:lnTo>
                  <a:lnTo>
                    <a:pt x="58" y="190"/>
                  </a:lnTo>
                  <a:lnTo>
                    <a:pt x="58" y="190"/>
                  </a:lnTo>
                  <a:lnTo>
                    <a:pt x="56" y="194"/>
                  </a:lnTo>
                  <a:lnTo>
                    <a:pt x="56" y="194"/>
                  </a:lnTo>
                  <a:lnTo>
                    <a:pt x="56" y="195"/>
                  </a:lnTo>
                  <a:lnTo>
                    <a:pt x="56" y="195"/>
                  </a:lnTo>
                  <a:lnTo>
                    <a:pt x="56" y="197"/>
                  </a:lnTo>
                  <a:lnTo>
                    <a:pt x="58" y="197"/>
                  </a:lnTo>
                  <a:lnTo>
                    <a:pt x="58" y="197"/>
                  </a:lnTo>
                  <a:lnTo>
                    <a:pt x="58" y="197"/>
                  </a:lnTo>
                  <a:lnTo>
                    <a:pt x="59" y="195"/>
                  </a:lnTo>
                  <a:lnTo>
                    <a:pt x="61" y="194"/>
                  </a:lnTo>
                  <a:lnTo>
                    <a:pt x="61" y="194"/>
                  </a:lnTo>
                  <a:lnTo>
                    <a:pt x="63" y="195"/>
                  </a:lnTo>
                  <a:lnTo>
                    <a:pt x="63" y="195"/>
                  </a:lnTo>
                  <a:lnTo>
                    <a:pt x="63" y="197"/>
                  </a:lnTo>
                  <a:lnTo>
                    <a:pt x="65" y="203"/>
                  </a:lnTo>
                  <a:lnTo>
                    <a:pt x="63" y="211"/>
                  </a:lnTo>
                  <a:lnTo>
                    <a:pt x="63" y="214"/>
                  </a:lnTo>
                  <a:lnTo>
                    <a:pt x="63" y="218"/>
                  </a:lnTo>
                  <a:lnTo>
                    <a:pt x="65" y="220"/>
                  </a:lnTo>
                  <a:lnTo>
                    <a:pt x="69" y="224"/>
                  </a:lnTo>
                  <a:lnTo>
                    <a:pt x="69" y="224"/>
                  </a:lnTo>
                  <a:lnTo>
                    <a:pt x="69" y="226"/>
                  </a:lnTo>
                  <a:lnTo>
                    <a:pt x="71" y="228"/>
                  </a:lnTo>
                  <a:lnTo>
                    <a:pt x="71" y="230"/>
                  </a:lnTo>
                  <a:lnTo>
                    <a:pt x="71" y="232"/>
                  </a:lnTo>
                  <a:lnTo>
                    <a:pt x="71" y="233"/>
                  </a:lnTo>
                  <a:lnTo>
                    <a:pt x="71" y="233"/>
                  </a:lnTo>
                  <a:lnTo>
                    <a:pt x="73" y="233"/>
                  </a:lnTo>
                  <a:lnTo>
                    <a:pt x="73" y="233"/>
                  </a:lnTo>
                  <a:lnTo>
                    <a:pt x="73" y="233"/>
                  </a:lnTo>
                  <a:lnTo>
                    <a:pt x="75" y="233"/>
                  </a:lnTo>
                  <a:lnTo>
                    <a:pt x="75" y="233"/>
                  </a:lnTo>
                  <a:lnTo>
                    <a:pt x="75" y="233"/>
                  </a:lnTo>
                  <a:lnTo>
                    <a:pt x="75" y="233"/>
                  </a:lnTo>
                  <a:lnTo>
                    <a:pt x="75" y="233"/>
                  </a:lnTo>
                  <a:lnTo>
                    <a:pt x="75" y="232"/>
                  </a:lnTo>
                  <a:lnTo>
                    <a:pt x="75" y="232"/>
                  </a:lnTo>
                  <a:lnTo>
                    <a:pt x="75" y="232"/>
                  </a:lnTo>
                  <a:lnTo>
                    <a:pt x="77" y="232"/>
                  </a:lnTo>
                  <a:lnTo>
                    <a:pt x="79" y="233"/>
                  </a:lnTo>
                  <a:lnTo>
                    <a:pt x="80" y="233"/>
                  </a:lnTo>
                  <a:lnTo>
                    <a:pt x="80" y="233"/>
                  </a:lnTo>
                  <a:lnTo>
                    <a:pt x="82" y="233"/>
                  </a:lnTo>
                  <a:lnTo>
                    <a:pt x="82" y="233"/>
                  </a:lnTo>
                  <a:lnTo>
                    <a:pt x="84" y="233"/>
                  </a:lnTo>
                  <a:lnTo>
                    <a:pt x="84" y="233"/>
                  </a:lnTo>
                  <a:lnTo>
                    <a:pt x="84" y="233"/>
                  </a:lnTo>
                  <a:lnTo>
                    <a:pt x="86" y="233"/>
                  </a:lnTo>
                  <a:lnTo>
                    <a:pt x="86" y="233"/>
                  </a:lnTo>
                  <a:lnTo>
                    <a:pt x="88" y="233"/>
                  </a:lnTo>
                  <a:lnTo>
                    <a:pt x="88" y="233"/>
                  </a:lnTo>
                  <a:lnTo>
                    <a:pt x="90" y="235"/>
                  </a:lnTo>
                  <a:lnTo>
                    <a:pt x="92" y="235"/>
                  </a:lnTo>
                  <a:lnTo>
                    <a:pt x="92" y="235"/>
                  </a:lnTo>
                  <a:lnTo>
                    <a:pt x="92" y="239"/>
                  </a:lnTo>
                  <a:lnTo>
                    <a:pt x="92" y="239"/>
                  </a:lnTo>
                  <a:lnTo>
                    <a:pt x="94" y="241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4" y="245"/>
                  </a:lnTo>
                  <a:lnTo>
                    <a:pt x="94" y="247"/>
                  </a:lnTo>
                  <a:lnTo>
                    <a:pt x="92" y="247"/>
                  </a:lnTo>
                  <a:lnTo>
                    <a:pt x="92" y="249"/>
                  </a:lnTo>
                  <a:lnTo>
                    <a:pt x="88" y="251"/>
                  </a:lnTo>
                  <a:lnTo>
                    <a:pt x="86" y="253"/>
                  </a:lnTo>
                  <a:lnTo>
                    <a:pt x="86" y="253"/>
                  </a:lnTo>
                  <a:lnTo>
                    <a:pt x="84" y="253"/>
                  </a:lnTo>
                  <a:lnTo>
                    <a:pt x="84" y="254"/>
                  </a:lnTo>
                  <a:lnTo>
                    <a:pt x="82" y="254"/>
                  </a:lnTo>
                  <a:lnTo>
                    <a:pt x="82" y="254"/>
                  </a:lnTo>
                  <a:lnTo>
                    <a:pt x="82" y="256"/>
                  </a:lnTo>
                  <a:lnTo>
                    <a:pt x="80" y="256"/>
                  </a:lnTo>
                  <a:lnTo>
                    <a:pt x="80" y="262"/>
                  </a:lnTo>
                  <a:lnTo>
                    <a:pt x="79" y="262"/>
                  </a:lnTo>
                  <a:lnTo>
                    <a:pt x="79" y="264"/>
                  </a:lnTo>
                  <a:lnTo>
                    <a:pt x="75" y="266"/>
                  </a:lnTo>
                  <a:lnTo>
                    <a:pt x="73" y="268"/>
                  </a:lnTo>
                  <a:lnTo>
                    <a:pt x="71" y="270"/>
                  </a:lnTo>
                  <a:lnTo>
                    <a:pt x="71" y="270"/>
                  </a:lnTo>
                  <a:lnTo>
                    <a:pt x="69" y="270"/>
                  </a:lnTo>
                  <a:lnTo>
                    <a:pt x="67" y="270"/>
                  </a:lnTo>
                  <a:lnTo>
                    <a:pt x="67" y="270"/>
                  </a:lnTo>
                  <a:lnTo>
                    <a:pt x="65" y="270"/>
                  </a:lnTo>
                  <a:lnTo>
                    <a:pt x="63" y="272"/>
                  </a:lnTo>
                  <a:lnTo>
                    <a:pt x="63" y="273"/>
                  </a:lnTo>
                  <a:lnTo>
                    <a:pt x="63" y="273"/>
                  </a:lnTo>
                  <a:lnTo>
                    <a:pt x="61" y="273"/>
                  </a:lnTo>
                  <a:lnTo>
                    <a:pt x="59" y="273"/>
                  </a:lnTo>
                  <a:lnTo>
                    <a:pt x="59" y="275"/>
                  </a:lnTo>
                  <a:lnTo>
                    <a:pt x="59" y="275"/>
                  </a:lnTo>
                  <a:lnTo>
                    <a:pt x="59" y="275"/>
                  </a:lnTo>
                  <a:lnTo>
                    <a:pt x="59" y="277"/>
                  </a:lnTo>
                  <a:lnTo>
                    <a:pt x="58" y="279"/>
                  </a:lnTo>
                  <a:lnTo>
                    <a:pt x="61" y="281"/>
                  </a:lnTo>
                  <a:lnTo>
                    <a:pt x="65" y="281"/>
                  </a:lnTo>
                  <a:lnTo>
                    <a:pt x="67" y="283"/>
                  </a:lnTo>
                  <a:lnTo>
                    <a:pt x="73" y="291"/>
                  </a:lnTo>
                  <a:lnTo>
                    <a:pt x="73" y="292"/>
                  </a:lnTo>
                  <a:lnTo>
                    <a:pt x="75" y="292"/>
                  </a:lnTo>
                  <a:lnTo>
                    <a:pt x="75" y="294"/>
                  </a:lnTo>
                  <a:lnTo>
                    <a:pt x="79" y="296"/>
                  </a:lnTo>
                  <a:lnTo>
                    <a:pt x="79" y="298"/>
                  </a:lnTo>
                  <a:lnTo>
                    <a:pt x="79" y="298"/>
                  </a:lnTo>
                  <a:lnTo>
                    <a:pt x="80" y="298"/>
                  </a:lnTo>
                  <a:lnTo>
                    <a:pt x="82" y="298"/>
                  </a:lnTo>
                  <a:lnTo>
                    <a:pt x="88" y="300"/>
                  </a:lnTo>
                  <a:lnTo>
                    <a:pt x="90" y="300"/>
                  </a:lnTo>
                  <a:lnTo>
                    <a:pt x="99" y="300"/>
                  </a:lnTo>
                  <a:lnTo>
                    <a:pt x="99" y="300"/>
                  </a:lnTo>
                  <a:lnTo>
                    <a:pt x="105" y="296"/>
                  </a:lnTo>
                  <a:lnTo>
                    <a:pt x="107" y="296"/>
                  </a:lnTo>
                  <a:lnTo>
                    <a:pt x="107" y="296"/>
                  </a:lnTo>
                  <a:lnTo>
                    <a:pt x="107" y="296"/>
                  </a:lnTo>
                  <a:lnTo>
                    <a:pt x="107" y="294"/>
                  </a:lnTo>
                  <a:lnTo>
                    <a:pt x="107" y="294"/>
                  </a:lnTo>
                  <a:lnTo>
                    <a:pt x="107" y="292"/>
                  </a:lnTo>
                  <a:lnTo>
                    <a:pt x="107" y="292"/>
                  </a:lnTo>
                  <a:lnTo>
                    <a:pt x="107" y="292"/>
                  </a:lnTo>
                  <a:lnTo>
                    <a:pt x="109" y="291"/>
                  </a:lnTo>
                  <a:lnTo>
                    <a:pt x="111" y="291"/>
                  </a:lnTo>
                  <a:lnTo>
                    <a:pt x="128" y="291"/>
                  </a:lnTo>
                  <a:lnTo>
                    <a:pt x="130" y="291"/>
                  </a:lnTo>
                  <a:lnTo>
                    <a:pt x="132" y="291"/>
                  </a:lnTo>
                  <a:lnTo>
                    <a:pt x="132" y="289"/>
                  </a:lnTo>
                  <a:lnTo>
                    <a:pt x="132" y="289"/>
                  </a:lnTo>
                  <a:lnTo>
                    <a:pt x="134" y="289"/>
                  </a:lnTo>
                  <a:lnTo>
                    <a:pt x="136" y="289"/>
                  </a:lnTo>
                  <a:lnTo>
                    <a:pt x="136" y="289"/>
                  </a:lnTo>
                  <a:lnTo>
                    <a:pt x="141" y="291"/>
                  </a:lnTo>
                  <a:lnTo>
                    <a:pt x="145" y="291"/>
                  </a:lnTo>
                  <a:lnTo>
                    <a:pt x="145" y="291"/>
                  </a:lnTo>
                  <a:lnTo>
                    <a:pt x="147" y="291"/>
                  </a:lnTo>
                  <a:lnTo>
                    <a:pt x="147" y="289"/>
                  </a:lnTo>
                  <a:lnTo>
                    <a:pt x="149" y="289"/>
                  </a:lnTo>
                  <a:lnTo>
                    <a:pt x="149" y="289"/>
                  </a:lnTo>
                  <a:lnTo>
                    <a:pt x="153" y="289"/>
                  </a:lnTo>
                  <a:lnTo>
                    <a:pt x="153" y="289"/>
                  </a:lnTo>
                  <a:lnTo>
                    <a:pt x="157" y="285"/>
                  </a:lnTo>
                  <a:lnTo>
                    <a:pt x="159" y="283"/>
                  </a:lnTo>
                  <a:lnTo>
                    <a:pt x="162" y="289"/>
                  </a:lnTo>
                  <a:lnTo>
                    <a:pt x="162" y="294"/>
                  </a:lnTo>
                  <a:lnTo>
                    <a:pt x="162" y="298"/>
                  </a:lnTo>
                  <a:lnTo>
                    <a:pt x="162" y="300"/>
                  </a:lnTo>
                  <a:lnTo>
                    <a:pt x="162" y="302"/>
                  </a:lnTo>
                  <a:lnTo>
                    <a:pt x="162" y="304"/>
                  </a:lnTo>
                  <a:lnTo>
                    <a:pt x="162" y="306"/>
                  </a:lnTo>
                  <a:lnTo>
                    <a:pt x="157" y="311"/>
                  </a:lnTo>
                  <a:lnTo>
                    <a:pt x="155" y="317"/>
                  </a:lnTo>
                  <a:lnTo>
                    <a:pt x="153" y="319"/>
                  </a:lnTo>
                  <a:lnTo>
                    <a:pt x="153" y="321"/>
                  </a:lnTo>
                  <a:lnTo>
                    <a:pt x="153" y="321"/>
                  </a:lnTo>
                  <a:lnTo>
                    <a:pt x="153" y="323"/>
                  </a:lnTo>
                  <a:lnTo>
                    <a:pt x="153" y="323"/>
                  </a:lnTo>
                  <a:lnTo>
                    <a:pt x="153" y="323"/>
                  </a:lnTo>
                  <a:lnTo>
                    <a:pt x="157" y="321"/>
                  </a:lnTo>
                  <a:lnTo>
                    <a:pt x="159" y="321"/>
                  </a:lnTo>
                  <a:lnTo>
                    <a:pt x="159" y="321"/>
                  </a:lnTo>
                  <a:lnTo>
                    <a:pt x="160" y="321"/>
                  </a:lnTo>
                  <a:lnTo>
                    <a:pt x="162" y="321"/>
                  </a:lnTo>
                  <a:lnTo>
                    <a:pt x="164" y="323"/>
                  </a:lnTo>
                  <a:lnTo>
                    <a:pt x="170" y="327"/>
                  </a:lnTo>
                  <a:lnTo>
                    <a:pt x="172" y="329"/>
                  </a:lnTo>
                  <a:lnTo>
                    <a:pt x="174" y="330"/>
                  </a:lnTo>
                  <a:lnTo>
                    <a:pt x="174" y="330"/>
                  </a:lnTo>
                  <a:lnTo>
                    <a:pt x="174" y="330"/>
                  </a:lnTo>
                  <a:lnTo>
                    <a:pt x="176" y="330"/>
                  </a:lnTo>
                  <a:lnTo>
                    <a:pt x="180" y="325"/>
                  </a:lnTo>
                  <a:lnTo>
                    <a:pt x="183" y="321"/>
                  </a:lnTo>
                  <a:lnTo>
                    <a:pt x="185" y="319"/>
                  </a:lnTo>
                  <a:lnTo>
                    <a:pt x="189" y="319"/>
                  </a:lnTo>
                  <a:lnTo>
                    <a:pt x="191" y="317"/>
                  </a:lnTo>
                  <a:lnTo>
                    <a:pt x="191" y="317"/>
                  </a:lnTo>
                  <a:lnTo>
                    <a:pt x="193" y="317"/>
                  </a:lnTo>
                  <a:lnTo>
                    <a:pt x="193" y="317"/>
                  </a:lnTo>
                  <a:lnTo>
                    <a:pt x="195" y="317"/>
                  </a:lnTo>
                  <a:lnTo>
                    <a:pt x="197" y="317"/>
                  </a:lnTo>
                  <a:lnTo>
                    <a:pt x="204" y="323"/>
                  </a:lnTo>
                  <a:lnTo>
                    <a:pt x="210" y="325"/>
                  </a:lnTo>
                  <a:lnTo>
                    <a:pt x="214" y="325"/>
                  </a:lnTo>
                  <a:lnTo>
                    <a:pt x="216" y="325"/>
                  </a:lnTo>
                  <a:lnTo>
                    <a:pt x="218" y="325"/>
                  </a:lnTo>
                  <a:lnTo>
                    <a:pt x="220" y="325"/>
                  </a:lnTo>
                  <a:lnTo>
                    <a:pt x="220" y="325"/>
                  </a:lnTo>
                  <a:lnTo>
                    <a:pt x="221" y="323"/>
                  </a:lnTo>
                  <a:lnTo>
                    <a:pt x="221" y="323"/>
                  </a:lnTo>
                  <a:lnTo>
                    <a:pt x="223" y="323"/>
                  </a:lnTo>
                  <a:lnTo>
                    <a:pt x="223" y="321"/>
                  </a:lnTo>
                  <a:lnTo>
                    <a:pt x="225" y="321"/>
                  </a:lnTo>
                  <a:lnTo>
                    <a:pt x="227" y="321"/>
                  </a:lnTo>
                  <a:lnTo>
                    <a:pt x="227" y="321"/>
                  </a:lnTo>
                  <a:lnTo>
                    <a:pt x="227" y="321"/>
                  </a:lnTo>
                  <a:lnTo>
                    <a:pt x="227" y="323"/>
                  </a:lnTo>
                  <a:lnTo>
                    <a:pt x="227" y="323"/>
                  </a:lnTo>
                  <a:lnTo>
                    <a:pt x="225" y="325"/>
                  </a:lnTo>
                  <a:lnTo>
                    <a:pt x="225" y="327"/>
                  </a:lnTo>
                  <a:lnTo>
                    <a:pt x="225" y="327"/>
                  </a:lnTo>
                  <a:lnTo>
                    <a:pt x="225" y="329"/>
                  </a:lnTo>
                  <a:lnTo>
                    <a:pt x="225" y="329"/>
                  </a:lnTo>
                  <a:lnTo>
                    <a:pt x="225" y="330"/>
                  </a:lnTo>
                  <a:lnTo>
                    <a:pt x="225" y="332"/>
                  </a:lnTo>
                  <a:lnTo>
                    <a:pt x="231" y="334"/>
                  </a:lnTo>
                  <a:lnTo>
                    <a:pt x="235" y="334"/>
                  </a:lnTo>
                  <a:lnTo>
                    <a:pt x="237" y="332"/>
                  </a:lnTo>
                  <a:lnTo>
                    <a:pt x="239" y="330"/>
                  </a:lnTo>
                  <a:lnTo>
                    <a:pt x="242" y="325"/>
                  </a:lnTo>
                  <a:lnTo>
                    <a:pt x="242" y="323"/>
                  </a:lnTo>
                  <a:lnTo>
                    <a:pt x="244" y="323"/>
                  </a:lnTo>
                  <a:lnTo>
                    <a:pt x="244" y="323"/>
                  </a:lnTo>
                  <a:lnTo>
                    <a:pt x="242" y="321"/>
                  </a:lnTo>
                  <a:lnTo>
                    <a:pt x="242" y="319"/>
                  </a:lnTo>
                  <a:lnTo>
                    <a:pt x="244" y="319"/>
                  </a:lnTo>
                  <a:lnTo>
                    <a:pt x="244" y="315"/>
                  </a:lnTo>
                  <a:lnTo>
                    <a:pt x="244" y="315"/>
                  </a:lnTo>
                  <a:lnTo>
                    <a:pt x="244" y="313"/>
                  </a:lnTo>
                  <a:lnTo>
                    <a:pt x="242" y="310"/>
                  </a:lnTo>
                  <a:lnTo>
                    <a:pt x="242" y="310"/>
                  </a:lnTo>
                  <a:lnTo>
                    <a:pt x="242" y="308"/>
                  </a:lnTo>
                  <a:lnTo>
                    <a:pt x="242" y="306"/>
                  </a:lnTo>
                  <a:lnTo>
                    <a:pt x="244" y="304"/>
                  </a:lnTo>
                  <a:lnTo>
                    <a:pt x="244" y="302"/>
                  </a:lnTo>
                  <a:lnTo>
                    <a:pt x="244" y="300"/>
                  </a:lnTo>
                  <a:lnTo>
                    <a:pt x="244" y="294"/>
                  </a:lnTo>
                  <a:lnTo>
                    <a:pt x="244" y="292"/>
                  </a:lnTo>
                  <a:lnTo>
                    <a:pt x="244" y="291"/>
                  </a:lnTo>
                  <a:lnTo>
                    <a:pt x="240" y="289"/>
                  </a:lnTo>
                  <a:lnTo>
                    <a:pt x="240" y="287"/>
                  </a:lnTo>
                  <a:lnTo>
                    <a:pt x="240" y="285"/>
                  </a:lnTo>
                  <a:lnTo>
                    <a:pt x="240" y="283"/>
                  </a:lnTo>
                  <a:lnTo>
                    <a:pt x="240" y="283"/>
                  </a:lnTo>
                  <a:lnTo>
                    <a:pt x="240" y="283"/>
                  </a:lnTo>
                  <a:lnTo>
                    <a:pt x="240" y="283"/>
                  </a:lnTo>
                  <a:lnTo>
                    <a:pt x="240" y="283"/>
                  </a:lnTo>
                  <a:lnTo>
                    <a:pt x="242" y="283"/>
                  </a:lnTo>
                  <a:lnTo>
                    <a:pt x="242" y="281"/>
                  </a:lnTo>
                  <a:lnTo>
                    <a:pt x="244" y="281"/>
                  </a:lnTo>
                  <a:lnTo>
                    <a:pt x="244" y="281"/>
                  </a:lnTo>
                  <a:lnTo>
                    <a:pt x="246" y="281"/>
                  </a:lnTo>
                  <a:lnTo>
                    <a:pt x="246" y="281"/>
                  </a:lnTo>
                  <a:lnTo>
                    <a:pt x="248" y="279"/>
                  </a:lnTo>
                  <a:lnTo>
                    <a:pt x="248" y="277"/>
                  </a:lnTo>
                  <a:lnTo>
                    <a:pt x="250" y="277"/>
                  </a:lnTo>
                  <a:lnTo>
                    <a:pt x="250" y="277"/>
                  </a:lnTo>
                  <a:lnTo>
                    <a:pt x="252" y="277"/>
                  </a:lnTo>
                  <a:lnTo>
                    <a:pt x="252" y="279"/>
                  </a:lnTo>
                  <a:lnTo>
                    <a:pt x="256" y="283"/>
                  </a:lnTo>
                  <a:lnTo>
                    <a:pt x="271" y="291"/>
                  </a:lnTo>
                  <a:lnTo>
                    <a:pt x="273" y="292"/>
                  </a:lnTo>
                  <a:lnTo>
                    <a:pt x="275" y="294"/>
                  </a:lnTo>
                  <a:lnTo>
                    <a:pt x="275" y="296"/>
                  </a:lnTo>
                  <a:lnTo>
                    <a:pt x="277" y="298"/>
                  </a:lnTo>
                  <a:lnTo>
                    <a:pt x="279" y="298"/>
                  </a:lnTo>
                  <a:lnTo>
                    <a:pt x="281" y="300"/>
                  </a:lnTo>
                  <a:lnTo>
                    <a:pt x="281" y="300"/>
                  </a:lnTo>
                  <a:lnTo>
                    <a:pt x="282" y="302"/>
                  </a:lnTo>
                  <a:lnTo>
                    <a:pt x="284" y="302"/>
                  </a:lnTo>
                  <a:lnTo>
                    <a:pt x="286" y="300"/>
                  </a:lnTo>
                  <a:lnTo>
                    <a:pt x="290" y="300"/>
                  </a:lnTo>
                  <a:lnTo>
                    <a:pt x="290" y="300"/>
                  </a:lnTo>
                  <a:lnTo>
                    <a:pt x="292" y="300"/>
                  </a:lnTo>
                  <a:lnTo>
                    <a:pt x="292" y="300"/>
                  </a:lnTo>
                  <a:lnTo>
                    <a:pt x="301" y="306"/>
                  </a:lnTo>
                  <a:lnTo>
                    <a:pt x="305" y="310"/>
                  </a:lnTo>
                  <a:lnTo>
                    <a:pt x="309" y="311"/>
                  </a:lnTo>
                  <a:lnTo>
                    <a:pt x="309" y="311"/>
                  </a:lnTo>
                  <a:lnTo>
                    <a:pt x="311" y="310"/>
                  </a:lnTo>
                  <a:lnTo>
                    <a:pt x="313" y="310"/>
                  </a:lnTo>
                  <a:lnTo>
                    <a:pt x="313" y="308"/>
                  </a:lnTo>
                  <a:lnTo>
                    <a:pt x="313" y="308"/>
                  </a:lnTo>
                  <a:lnTo>
                    <a:pt x="315" y="310"/>
                  </a:lnTo>
                  <a:lnTo>
                    <a:pt x="317" y="310"/>
                  </a:lnTo>
                  <a:lnTo>
                    <a:pt x="317" y="308"/>
                  </a:lnTo>
                  <a:lnTo>
                    <a:pt x="317" y="308"/>
                  </a:lnTo>
                  <a:lnTo>
                    <a:pt x="317" y="306"/>
                  </a:lnTo>
                  <a:lnTo>
                    <a:pt x="317" y="306"/>
                  </a:lnTo>
                  <a:lnTo>
                    <a:pt x="319" y="304"/>
                  </a:lnTo>
                  <a:lnTo>
                    <a:pt x="319" y="304"/>
                  </a:lnTo>
                  <a:lnTo>
                    <a:pt x="322" y="304"/>
                  </a:lnTo>
                  <a:lnTo>
                    <a:pt x="324" y="304"/>
                  </a:lnTo>
                  <a:lnTo>
                    <a:pt x="324" y="304"/>
                  </a:lnTo>
                  <a:lnTo>
                    <a:pt x="324" y="302"/>
                  </a:lnTo>
                  <a:lnTo>
                    <a:pt x="322" y="300"/>
                  </a:lnTo>
                  <a:lnTo>
                    <a:pt x="321" y="300"/>
                  </a:lnTo>
                  <a:lnTo>
                    <a:pt x="321" y="298"/>
                  </a:lnTo>
                  <a:lnTo>
                    <a:pt x="319" y="296"/>
                  </a:lnTo>
                  <a:lnTo>
                    <a:pt x="319" y="294"/>
                  </a:lnTo>
                  <a:lnTo>
                    <a:pt x="319" y="292"/>
                  </a:lnTo>
                  <a:lnTo>
                    <a:pt x="317" y="291"/>
                  </a:lnTo>
                  <a:lnTo>
                    <a:pt x="317" y="289"/>
                  </a:lnTo>
                  <a:lnTo>
                    <a:pt x="313" y="289"/>
                  </a:lnTo>
                  <a:lnTo>
                    <a:pt x="313" y="287"/>
                  </a:lnTo>
                  <a:lnTo>
                    <a:pt x="313" y="287"/>
                  </a:lnTo>
                  <a:lnTo>
                    <a:pt x="311" y="285"/>
                  </a:lnTo>
                  <a:lnTo>
                    <a:pt x="311" y="285"/>
                  </a:lnTo>
                  <a:lnTo>
                    <a:pt x="311" y="283"/>
                  </a:lnTo>
                  <a:lnTo>
                    <a:pt x="311" y="283"/>
                  </a:lnTo>
                  <a:lnTo>
                    <a:pt x="311" y="283"/>
                  </a:lnTo>
                  <a:lnTo>
                    <a:pt x="311" y="283"/>
                  </a:lnTo>
                  <a:lnTo>
                    <a:pt x="311" y="283"/>
                  </a:lnTo>
                  <a:lnTo>
                    <a:pt x="313" y="283"/>
                  </a:lnTo>
                  <a:lnTo>
                    <a:pt x="315" y="283"/>
                  </a:lnTo>
                  <a:lnTo>
                    <a:pt x="315" y="283"/>
                  </a:lnTo>
                  <a:lnTo>
                    <a:pt x="315" y="283"/>
                  </a:lnTo>
                  <a:lnTo>
                    <a:pt x="317" y="283"/>
                  </a:lnTo>
                  <a:lnTo>
                    <a:pt x="317" y="281"/>
                  </a:lnTo>
                  <a:lnTo>
                    <a:pt x="315" y="281"/>
                  </a:lnTo>
                  <a:lnTo>
                    <a:pt x="315" y="279"/>
                  </a:lnTo>
                  <a:lnTo>
                    <a:pt x="315" y="277"/>
                  </a:lnTo>
                  <a:lnTo>
                    <a:pt x="313" y="275"/>
                  </a:lnTo>
                  <a:lnTo>
                    <a:pt x="311" y="275"/>
                  </a:lnTo>
                  <a:lnTo>
                    <a:pt x="309" y="273"/>
                  </a:lnTo>
                  <a:lnTo>
                    <a:pt x="305" y="273"/>
                  </a:lnTo>
                  <a:lnTo>
                    <a:pt x="303" y="273"/>
                  </a:lnTo>
                  <a:lnTo>
                    <a:pt x="301" y="273"/>
                  </a:lnTo>
                  <a:lnTo>
                    <a:pt x="301" y="272"/>
                  </a:lnTo>
                  <a:lnTo>
                    <a:pt x="301" y="270"/>
                  </a:lnTo>
                  <a:lnTo>
                    <a:pt x="300" y="266"/>
                  </a:lnTo>
                  <a:lnTo>
                    <a:pt x="294" y="260"/>
                  </a:lnTo>
                  <a:lnTo>
                    <a:pt x="292" y="258"/>
                  </a:lnTo>
                  <a:lnTo>
                    <a:pt x="292" y="258"/>
                  </a:lnTo>
                  <a:lnTo>
                    <a:pt x="290" y="258"/>
                  </a:lnTo>
                  <a:lnTo>
                    <a:pt x="290" y="258"/>
                  </a:lnTo>
                  <a:lnTo>
                    <a:pt x="288" y="258"/>
                  </a:lnTo>
                  <a:lnTo>
                    <a:pt x="282" y="254"/>
                  </a:lnTo>
                  <a:lnTo>
                    <a:pt x="282" y="253"/>
                  </a:lnTo>
                  <a:lnTo>
                    <a:pt x="282" y="253"/>
                  </a:lnTo>
                  <a:lnTo>
                    <a:pt x="282" y="249"/>
                  </a:lnTo>
                  <a:lnTo>
                    <a:pt x="282" y="247"/>
                  </a:lnTo>
                  <a:lnTo>
                    <a:pt x="282" y="247"/>
                  </a:lnTo>
                  <a:lnTo>
                    <a:pt x="284" y="243"/>
                  </a:lnTo>
                  <a:lnTo>
                    <a:pt x="284" y="243"/>
                  </a:lnTo>
                  <a:lnTo>
                    <a:pt x="284" y="241"/>
                  </a:lnTo>
                  <a:lnTo>
                    <a:pt x="284" y="241"/>
                  </a:lnTo>
                  <a:lnTo>
                    <a:pt x="284" y="239"/>
                  </a:lnTo>
                  <a:lnTo>
                    <a:pt x="284" y="239"/>
                  </a:lnTo>
                  <a:lnTo>
                    <a:pt x="286" y="237"/>
                  </a:lnTo>
                  <a:lnTo>
                    <a:pt x="288" y="237"/>
                  </a:lnTo>
                  <a:lnTo>
                    <a:pt x="288" y="235"/>
                  </a:lnTo>
                  <a:lnTo>
                    <a:pt x="290" y="235"/>
                  </a:lnTo>
                  <a:lnTo>
                    <a:pt x="292" y="235"/>
                  </a:lnTo>
                  <a:lnTo>
                    <a:pt x="292" y="235"/>
                  </a:lnTo>
                  <a:lnTo>
                    <a:pt x="292" y="235"/>
                  </a:lnTo>
                  <a:lnTo>
                    <a:pt x="292" y="235"/>
                  </a:lnTo>
                  <a:lnTo>
                    <a:pt x="292" y="233"/>
                  </a:lnTo>
                  <a:lnTo>
                    <a:pt x="292" y="233"/>
                  </a:lnTo>
                  <a:lnTo>
                    <a:pt x="290" y="233"/>
                  </a:lnTo>
                  <a:lnTo>
                    <a:pt x="288" y="233"/>
                  </a:lnTo>
                  <a:lnTo>
                    <a:pt x="288" y="233"/>
                  </a:lnTo>
                  <a:lnTo>
                    <a:pt x="288" y="233"/>
                  </a:lnTo>
                  <a:lnTo>
                    <a:pt x="288" y="233"/>
                  </a:lnTo>
                  <a:lnTo>
                    <a:pt x="288" y="233"/>
                  </a:lnTo>
                  <a:lnTo>
                    <a:pt x="288" y="233"/>
                  </a:lnTo>
                  <a:lnTo>
                    <a:pt x="275" y="232"/>
                  </a:lnTo>
                  <a:lnTo>
                    <a:pt x="269" y="232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3" y="233"/>
                  </a:lnTo>
                  <a:lnTo>
                    <a:pt x="261" y="233"/>
                  </a:lnTo>
                  <a:lnTo>
                    <a:pt x="261" y="232"/>
                  </a:lnTo>
                  <a:lnTo>
                    <a:pt x="260" y="230"/>
                  </a:lnTo>
                  <a:lnTo>
                    <a:pt x="248" y="218"/>
                  </a:lnTo>
                  <a:lnTo>
                    <a:pt x="246" y="216"/>
                  </a:lnTo>
                  <a:lnTo>
                    <a:pt x="244" y="216"/>
                  </a:lnTo>
                  <a:lnTo>
                    <a:pt x="242" y="214"/>
                  </a:lnTo>
                  <a:lnTo>
                    <a:pt x="240" y="214"/>
                  </a:lnTo>
                  <a:lnTo>
                    <a:pt x="237" y="216"/>
                  </a:lnTo>
                  <a:lnTo>
                    <a:pt x="235" y="216"/>
                  </a:lnTo>
                  <a:lnTo>
                    <a:pt x="235" y="216"/>
                  </a:lnTo>
                  <a:lnTo>
                    <a:pt x="235" y="216"/>
                  </a:lnTo>
                  <a:lnTo>
                    <a:pt x="235" y="214"/>
                  </a:lnTo>
                  <a:lnTo>
                    <a:pt x="235" y="213"/>
                  </a:lnTo>
                  <a:lnTo>
                    <a:pt x="231" y="209"/>
                  </a:lnTo>
                  <a:lnTo>
                    <a:pt x="231" y="207"/>
                  </a:lnTo>
                  <a:lnTo>
                    <a:pt x="231" y="205"/>
                  </a:lnTo>
                  <a:lnTo>
                    <a:pt x="231" y="203"/>
                  </a:lnTo>
                  <a:lnTo>
                    <a:pt x="233" y="201"/>
                  </a:lnTo>
                  <a:lnTo>
                    <a:pt x="235" y="199"/>
                  </a:lnTo>
                  <a:lnTo>
                    <a:pt x="235" y="197"/>
                  </a:lnTo>
                  <a:lnTo>
                    <a:pt x="235" y="197"/>
                  </a:lnTo>
                  <a:lnTo>
                    <a:pt x="235" y="194"/>
                  </a:lnTo>
                  <a:lnTo>
                    <a:pt x="235" y="194"/>
                  </a:lnTo>
                  <a:lnTo>
                    <a:pt x="237" y="192"/>
                  </a:lnTo>
                  <a:lnTo>
                    <a:pt x="237" y="192"/>
                  </a:lnTo>
                  <a:lnTo>
                    <a:pt x="235" y="190"/>
                  </a:lnTo>
                  <a:lnTo>
                    <a:pt x="235" y="190"/>
                  </a:lnTo>
                  <a:lnTo>
                    <a:pt x="231" y="190"/>
                  </a:lnTo>
                  <a:lnTo>
                    <a:pt x="231" y="190"/>
                  </a:lnTo>
                  <a:lnTo>
                    <a:pt x="231" y="190"/>
                  </a:lnTo>
                  <a:lnTo>
                    <a:pt x="231" y="188"/>
                  </a:lnTo>
                  <a:lnTo>
                    <a:pt x="229" y="188"/>
                  </a:lnTo>
                  <a:lnTo>
                    <a:pt x="229" y="186"/>
                  </a:lnTo>
                  <a:lnTo>
                    <a:pt x="229" y="186"/>
                  </a:lnTo>
                  <a:lnTo>
                    <a:pt x="229" y="184"/>
                  </a:lnTo>
                  <a:lnTo>
                    <a:pt x="231" y="184"/>
                  </a:lnTo>
                  <a:lnTo>
                    <a:pt x="237" y="182"/>
                  </a:lnTo>
                  <a:lnTo>
                    <a:pt x="239" y="182"/>
                  </a:lnTo>
                  <a:lnTo>
                    <a:pt x="240" y="182"/>
                  </a:lnTo>
                  <a:lnTo>
                    <a:pt x="246" y="182"/>
                  </a:lnTo>
                  <a:lnTo>
                    <a:pt x="246" y="182"/>
                  </a:lnTo>
                  <a:lnTo>
                    <a:pt x="246" y="182"/>
                  </a:lnTo>
                  <a:lnTo>
                    <a:pt x="248" y="180"/>
                  </a:lnTo>
                  <a:lnTo>
                    <a:pt x="246" y="180"/>
                  </a:lnTo>
                  <a:lnTo>
                    <a:pt x="246" y="176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48" y="173"/>
                  </a:lnTo>
                  <a:lnTo>
                    <a:pt x="248" y="173"/>
                  </a:lnTo>
                  <a:lnTo>
                    <a:pt x="250" y="173"/>
                  </a:lnTo>
                  <a:lnTo>
                    <a:pt x="252" y="173"/>
                  </a:lnTo>
                  <a:lnTo>
                    <a:pt x="256" y="175"/>
                  </a:lnTo>
                  <a:lnTo>
                    <a:pt x="258" y="175"/>
                  </a:lnTo>
                  <a:lnTo>
                    <a:pt x="258" y="176"/>
                  </a:lnTo>
                  <a:lnTo>
                    <a:pt x="258" y="182"/>
                  </a:lnTo>
                  <a:lnTo>
                    <a:pt x="258" y="184"/>
                  </a:lnTo>
                  <a:lnTo>
                    <a:pt x="258" y="184"/>
                  </a:lnTo>
                  <a:lnTo>
                    <a:pt x="258" y="184"/>
                  </a:lnTo>
                  <a:lnTo>
                    <a:pt x="258" y="184"/>
                  </a:lnTo>
                  <a:lnTo>
                    <a:pt x="258" y="184"/>
                  </a:lnTo>
                  <a:lnTo>
                    <a:pt x="260" y="184"/>
                  </a:lnTo>
                  <a:lnTo>
                    <a:pt x="260" y="184"/>
                  </a:lnTo>
                  <a:lnTo>
                    <a:pt x="263" y="186"/>
                  </a:lnTo>
                  <a:lnTo>
                    <a:pt x="265" y="188"/>
                  </a:lnTo>
                  <a:lnTo>
                    <a:pt x="265" y="188"/>
                  </a:lnTo>
                  <a:lnTo>
                    <a:pt x="267" y="190"/>
                  </a:lnTo>
                  <a:lnTo>
                    <a:pt x="269" y="190"/>
                  </a:lnTo>
                  <a:lnTo>
                    <a:pt x="271" y="188"/>
                  </a:lnTo>
                  <a:lnTo>
                    <a:pt x="273" y="186"/>
                  </a:lnTo>
                  <a:lnTo>
                    <a:pt x="275" y="184"/>
                  </a:lnTo>
                  <a:lnTo>
                    <a:pt x="275" y="184"/>
                  </a:lnTo>
                  <a:lnTo>
                    <a:pt x="277" y="184"/>
                  </a:lnTo>
                  <a:lnTo>
                    <a:pt x="277" y="184"/>
                  </a:lnTo>
                  <a:lnTo>
                    <a:pt x="277" y="184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7" y="180"/>
                  </a:lnTo>
                  <a:lnTo>
                    <a:pt x="277" y="178"/>
                  </a:lnTo>
                  <a:lnTo>
                    <a:pt x="277" y="178"/>
                  </a:lnTo>
                  <a:lnTo>
                    <a:pt x="279" y="176"/>
                  </a:lnTo>
                  <a:lnTo>
                    <a:pt x="279" y="175"/>
                  </a:lnTo>
                  <a:lnTo>
                    <a:pt x="281" y="173"/>
                  </a:lnTo>
                  <a:lnTo>
                    <a:pt x="284" y="171"/>
                  </a:lnTo>
                  <a:lnTo>
                    <a:pt x="288" y="169"/>
                  </a:lnTo>
                  <a:lnTo>
                    <a:pt x="296" y="167"/>
                  </a:lnTo>
                  <a:lnTo>
                    <a:pt x="300" y="165"/>
                  </a:lnTo>
                  <a:lnTo>
                    <a:pt x="305" y="163"/>
                  </a:lnTo>
                  <a:lnTo>
                    <a:pt x="317" y="161"/>
                  </a:lnTo>
                  <a:lnTo>
                    <a:pt x="321" y="161"/>
                  </a:lnTo>
                  <a:lnTo>
                    <a:pt x="321" y="157"/>
                  </a:lnTo>
                  <a:lnTo>
                    <a:pt x="322" y="156"/>
                  </a:lnTo>
                  <a:lnTo>
                    <a:pt x="321" y="154"/>
                  </a:lnTo>
                  <a:lnTo>
                    <a:pt x="321" y="152"/>
                  </a:lnTo>
                  <a:lnTo>
                    <a:pt x="321" y="152"/>
                  </a:lnTo>
                  <a:lnTo>
                    <a:pt x="321" y="152"/>
                  </a:lnTo>
                  <a:lnTo>
                    <a:pt x="321" y="150"/>
                  </a:lnTo>
                  <a:lnTo>
                    <a:pt x="322" y="148"/>
                  </a:lnTo>
                  <a:lnTo>
                    <a:pt x="322" y="148"/>
                  </a:lnTo>
                  <a:lnTo>
                    <a:pt x="324" y="146"/>
                  </a:lnTo>
                  <a:lnTo>
                    <a:pt x="324" y="146"/>
                  </a:lnTo>
                  <a:lnTo>
                    <a:pt x="324" y="144"/>
                  </a:lnTo>
                  <a:lnTo>
                    <a:pt x="324" y="144"/>
                  </a:lnTo>
                  <a:lnTo>
                    <a:pt x="326" y="144"/>
                  </a:lnTo>
                  <a:lnTo>
                    <a:pt x="326" y="142"/>
                  </a:lnTo>
                  <a:lnTo>
                    <a:pt x="326" y="142"/>
                  </a:lnTo>
                  <a:lnTo>
                    <a:pt x="326" y="142"/>
                  </a:lnTo>
                  <a:lnTo>
                    <a:pt x="328" y="142"/>
                  </a:lnTo>
                  <a:lnTo>
                    <a:pt x="330" y="142"/>
                  </a:lnTo>
                  <a:lnTo>
                    <a:pt x="334" y="146"/>
                  </a:lnTo>
                  <a:lnTo>
                    <a:pt x="336" y="146"/>
                  </a:lnTo>
                  <a:lnTo>
                    <a:pt x="338" y="146"/>
                  </a:lnTo>
                  <a:lnTo>
                    <a:pt x="340" y="146"/>
                  </a:lnTo>
                  <a:lnTo>
                    <a:pt x="340" y="148"/>
                  </a:lnTo>
                  <a:lnTo>
                    <a:pt x="341" y="150"/>
                  </a:lnTo>
                  <a:lnTo>
                    <a:pt x="343" y="150"/>
                  </a:lnTo>
                  <a:lnTo>
                    <a:pt x="345" y="152"/>
                  </a:lnTo>
                  <a:lnTo>
                    <a:pt x="351" y="154"/>
                  </a:lnTo>
                  <a:lnTo>
                    <a:pt x="353" y="152"/>
                  </a:lnTo>
                  <a:lnTo>
                    <a:pt x="353" y="150"/>
                  </a:lnTo>
                  <a:lnTo>
                    <a:pt x="353" y="150"/>
                  </a:lnTo>
                  <a:lnTo>
                    <a:pt x="353" y="150"/>
                  </a:lnTo>
                  <a:lnTo>
                    <a:pt x="351" y="148"/>
                  </a:lnTo>
                  <a:lnTo>
                    <a:pt x="351" y="148"/>
                  </a:lnTo>
                  <a:lnTo>
                    <a:pt x="351" y="146"/>
                  </a:lnTo>
                  <a:lnTo>
                    <a:pt x="351" y="146"/>
                  </a:lnTo>
                  <a:lnTo>
                    <a:pt x="351" y="146"/>
                  </a:lnTo>
                  <a:lnTo>
                    <a:pt x="353" y="144"/>
                  </a:lnTo>
                  <a:lnTo>
                    <a:pt x="353" y="146"/>
                  </a:lnTo>
                  <a:lnTo>
                    <a:pt x="355" y="146"/>
                  </a:lnTo>
                  <a:lnTo>
                    <a:pt x="357" y="146"/>
                  </a:lnTo>
                  <a:lnTo>
                    <a:pt x="357" y="146"/>
                  </a:lnTo>
                  <a:lnTo>
                    <a:pt x="359" y="146"/>
                  </a:lnTo>
                  <a:lnTo>
                    <a:pt x="359" y="148"/>
                  </a:lnTo>
                  <a:lnTo>
                    <a:pt x="359" y="148"/>
                  </a:lnTo>
                  <a:lnTo>
                    <a:pt x="361" y="148"/>
                  </a:lnTo>
                  <a:lnTo>
                    <a:pt x="361" y="146"/>
                  </a:lnTo>
                  <a:lnTo>
                    <a:pt x="361" y="146"/>
                  </a:lnTo>
                  <a:lnTo>
                    <a:pt x="361" y="144"/>
                  </a:lnTo>
                  <a:lnTo>
                    <a:pt x="361" y="142"/>
                  </a:lnTo>
                  <a:lnTo>
                    <a:pt x="362" y="142"/>
                  </a:lnTo>
                  <a:lnTo>
                    <a:pt x="362" y="142"/>
                  </a:lnTo>
                  <a:lnTo>
                    <a:pt x="364" y="142"/>
                  </a:lnTo>
                  <a:lnTo>
                    <a:pt x="364" y="140"/>
                  </a:lnTo>
                  <a:lnTo>
                    <a:pt x="364" y="138"/>
                  </a:lnTo>
                  <a:lnTo>
                    <a:pt x="364" y="137"/>
                  </a:lnTo>
                  <a:lnTo>
                    <a:pt x="364" y="137"/>
                  </a:lnTo>
                  <a:lnTo>
                    <a:pt x="362" y="135"/>
                  </a:lnTo>
                  <a:lnTo>
                    <a:pt x="361" y="135"/>
                  </a:lnTo>
                  <a:lnTo>
                    <a:pt x="361" y="133"/>
                  </a:lnTo>
                  <a:lnTo>
                    <a:pt x="361" y="133"/>
                  </a:lnTo>
                  <a:lnTo>
                    <a:pt x="361" y="133"/>
                  </a:lnTo>
                  <a:lnTo>
                    <a:pt x="359" y="131"/>
                  </a:lnTo>
                  <a:lnTo>
                    <a:pt x="359" y="131"/>
                  </a:lnTo>
                  <a:lnTo>
                    <a:pt x="359" y="129"/>
                  </a:lnTo>
                  <a:lnTo>
                    <a:pt x="361" y="129"/>
                  </a:lnTo>
                  <a:lnTo>
                    <a:pt x="362" y="129"/>
                  </a:lnTo>
                  <a:lnTo>
                    <a:pt x="366" y="127"/>
                  </a:lnTo>
                  <a:lnTo>
                    <a:pt x="366" y="127"/>
                  </a:lnTo>
                  <a:lnTo>
                    <a:pt x="368" y="127"/>
                  </a:lnTo>
                  <a:lnTo>
                    <a:pt x="368" y="129"/>
                  </a:lnTo>
                  <a:lnTo>
                    <a:pt x="368" y="129"/>
                  </a:lnTo>
                  <a:lnTo>
                    <a:pt x="368" y="131"/>
                  </a:lnTo>
                  <a:lnTo>
                    <a:pt x="368" y="133"/>
                  </a:lnTo>
                  <a:lnTo>
                    <a:pt x="368" y="133"/>
                  </a:lnTo>
                  <a:lnTo>
                    <a:pt x="370" y="133"/>
                  </a:lnTo>
                  <a:lnTo>
                    <a:pt x="374" y="131"/>
                  </a:lnTo>
                  <a:lnTo>
                    <a:pt x="376" y="131"/>
                  </a:lnTo>
                  <a:lnTo>
                    <a:pt x="380" y="131"/>
                  </a:lnTo>
                  <a:lnTo>
                    <a:pt x="380" y="131"/>
                  </a:lnTo>
                  <a:lnTo>
                    <a:pt x="382" y="129"/>
                  </a:lnTo>
                  <a:lnTo>
                    <a:pt x="383" y="129"/>
                  </a:lnTo>
                  <a:lnTo>
                    <a:pt x="383" y="129"/>
                  </a:lnTo>
                  <a:lnTo>
                    <a:pt x="383" y="127"/>
                  </a:lnTo>
                  <a:lnTo>
                    <a:pt x="383" y="125"/>
                  </a:lnTo>
                  <a:lnTo>
                    <a:pt x="383" y="123"/>
                  </a:lnTo>
                  <a:lnTo>
                    <a:pt x="383" y="121"/>
                  </a:lnTo>
                  <a:lnTo>
                    <a:pt x="383" y="119"/>
                  </a:lnTo>
                  <a:lnTo>
                    <a:pt x="383" y="119"/>
                  </a:lnTo>
                  <a:lnTo>
                    <a:pt x="385" y="119"/>
                  </a:lnTo>
                  <a:lnTo>
                    <a:pt x="385" y="119"/>
                  </a:lnTo>
                  <a:lnTo>
                    <a:pt x="387" y="119"/>
                  </a:lnTo>
                  <a:lnTo>
                    <a:pt x="389" y="121"/>
                  </a:lnTo>
                  <a:lnTo>
                    <a:pt x="391" y="121"/>
                  </a:lnTo>
                  <a:lnTo>
                    <a:pt x="391" y="121"/>
                  </a:lnTo>
                  <a:lnTo>
                    <a:pt x="391" y="119"/>
                  </a:lnTo>
                  <a:lnTo>
                    <a:pt x="393" y="117"/>
                  </a:lnTo>
                  <a:lnTo>
                    <a:pt x="393" y="116"/>
                  </a:lnTo>
                  <a:lnTo>
                    <a:pt x="393" y="116"/>
                  </a:lnTo>
                  <a:lnTo>
                    <a:pt x="395" y="114"/>
                  </a:lnTo>
                  <a:lnTo>
                    <a:pt x="397" y="116"/>
                  </a:lnTo>
                  <a:lnTo>
                    <a:pt x="399" y="116"/>
                  </a:lnTo>
                  <a:lnTo>
                    <a:pt x="399" y="114"/>
                  </a:lnTo>
                  <a:lnTo>
                    <a:pt x="399" y="112"/>
                  </a:lnTo>
                  <a:lnTo>
                    <a:pt x="399" y="110"/>
                  </a:lnTo>
                  <a:lnTo>
                    <a:pt x="399" y="110"/>
                  </a:lnTo>
                  <a:lnTo>
                    <a:pt x="397" y="110"/>
                  </a:lnTo>
                  <a:lnTo>
                    <a:pt x="397" y="110"/>
                  </a:lnTo>
                  <a:lnTo>
                    <a:pt x="397" y="110"/>
                  </a:lnTo>
                  <a:lnTo>
                    <a:pt x="395" y="110"/>
                  </a:lnTo>
                  <a:lnTo>
                    <a:pt x="395" y="110"/>
                  </a:lnTo>
                  <a:lnTo>
                    <a:pt x="395" y="108"/>
                  </a:lnTo>
                  <a:lnTo>
                    <a:pt x="395" y="108"/>
                  </a:lnTo>
                  <a:lnTo>
                    <a:pt x="395" y="106"/>
                  </a:lnTo>
                  <a:lnTo>
                    <a:pt x="397" y="106"/>
                  </a:lnTo>
                  <a:lnTo>
                    <a:pt x="399" y="104"/>
                  </a:lnTo>
                  <a:lnTo>
                    <a:pt x="399" y="104"/>
                  </a:lnTo>
                  <a:lnTo>
                    <a:pt x="402" y="102"/>
                  </a:lnTo>
                  <a:lnTo>
                    <a:pt x="404" y="100"/>
                  </a:lnTo>
                  <a:lnTo>
                    <a:pt x="406" y="98"/>
                  </a:lnTo>
                  <a:lnTo>
                    <a:pt x="410" y="91"/>
                  </a:lnTo>
                  <a:lnTo>
                    <a:pt x="410" y="89"/>
                  </a:lnTo>
                  <a:lnTo>
                    <a:pt x="410" y="87"/>
                  </a:lnTo>
                  <a:lnTo>
                    <a:pt x="410" y="87"/>
                  </a:lnTo>
                  <a:lnTo>
                    <a:pt x="410" y="85"/>
                  </a:lnTo>
                  <a:lnTo>
                    <a:pt x="410" y="85"/>
                  </a:lnTo>
                  <a:lnTo>
                    <a:pt x="410" y="85"/>
                  </a:lnTo>
                  <a:lnTo>
                    <a:pt x="412" y="83"/>
                  </a:lnTo>
                  <a:lnTo>
                    <a:pt x="412" y="83"/>
                  </a:lnTo>
                  <a:lnTo>
                    <a:pt x="412" y="81"/>
                  </a:lnTo>
                  <a:lnTo>
                    <a:pt x="412" y="81"/>
                  </a:lnTo>
                  <a:lnTo>
                    <a:pt x="412" y="81"/>
                  </a:lnTo>
                  <a:lnTo>
                    <a:pt x="410" y="79"/>
                  </a:lnTo>
                  <a:lnTo>
                    <a:pt x="410" y="79"/>
                  </a:lnTo>
                  <a:lnTo>
                    <a:pt x="412" y="76"/>
                  </a:lnTo>
                  <a:lnTo>
                    <a:pt x="410" y="76"/>
                  </a:lnTo>
                  <a:lnTo>
                    <a:pt x="410" y="76"/>
                  </a:lnTo>
                  <a:lnTo>
                    <a:pt x="410" y="74"/>
                  </a:lnTo>
                  <a:lnTo>
                    <a:pt x="408" y="74"/>
                  </a:lnTo>
                  <a:lnTo>
                    <a:pt x="408" y="74"/>
                  </a:lnTo>
                  <a:lnTo>
                    <a:pt x="408" y="74"/>
                  </a:lnTo>
                  <a:lnTo>
                    <a:pt x="408" y="72"/>
                  </a:lnTo>
                  <a:lnTo>
                    <a:pt x="408" y="72"/>
                  </a:lnTo>
                  <a:lnTo>
                    <a:pt x="410" y="72"/>
                  </a:lnTo>
                  <a:lnTo>
                    <a:pt x="412" y="72"/>
                  </a:lnTo>
                  <a:lnTo>
                    <a:pt x="412" y="74"/>
                  </a:lnTo>
                  <a:lnTo>
                    <a:pt x="414" y="74"/>
                  </a:lnTo>
                  <a:lnTo>
                    <a:pt x="414" y="74"/>
                  </a:lnTo>
                  <a:lnTo>
                    <a:pt x="416" y="74"/>
                  </a:lnTo>
                  <a:lnTo>
                    <a:pt x="416" y="74"/>
                  </a:lnTo>
                  <a:lnTo>
                    <a:pt x="418" y="74"/>
                  </a:lnTo>
                  <a:lnTo>
                    <a:pt x="420" y="74"/>
                  </a:lnTo>
                  <a:lnTo>
                    <a:pt x="420" y="72"/>
                  </a:lnTo>
                  <a:lnTo>
                    <a:pt x="422" y="72"/>
                  </a:lnTo>
                  <a:lnTo>
                    <a:pt x="422" y="70"/>
                  </a:lnTo>
                  <a:lnTo>
                    <a:pt x="420" y="7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47" name="Freeform 50">
              <a:extLst>
                <a:ext uri="{FF2B5EF4-FFF2-40B4-BE49-F238E27FC236}">
                  <a16:creationId xmlns:a16="http://schemas.microsoft.com/office/drawing/2014/main" id="{25B76FC1-70C9-DC00-B55E-03734DB3B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300" y="938213"/>
              <a:ext cx="1152525" cy="846138"/>
            </a:xfrm>
            <a:custGeom>
              <a:avLst/>
              <a:gdLst>
                <a:gd name="T0" fmla="*/ 692 w 726"/>
                <a:gd name="T1" fmla="*/ 185 h 533"/>
                <a:gd name="T2" fmla="*/ 657 w 726"/>
                <a:gd name="T3" fmla="*/ 145 h 533"/>
                <a:gd name="T4" fmla="*/ 604 w 726"/>
                <a:gd name="T5" fmla="*/ 129 h 533"/>
                <a:gd name="T6" fmla="*/ 528 w 726"/>
                <a:gd name="T7" fmla="*/ 162 h 533"/>
                <a:gd name="T8" fmla="*/ 478 w 726"/>
                <a:gd name="T9" fmla="*/ 183 h 533"/>
                <a:gd name="T10" fmla="*/ 375 w 726"/>
                <a:gd name="T11" fmla="*/ 99 h 533"/>
                <a:gd name="T12" fmla="*/ 269 w 726"/>
                <a:gd name="T13" fmla="*/ 36 h 533"/>
                <a:gd name="T14" fmla="*/ 217 w 726"/>
                <a:gd name="T15" fmla="*/ 17 h 533"/>
                <a:gd name="T16" fmla="*/ 183 w 726"/>
                <a:gd name="T17" fmla="*/ 8 h 533"/>
                <a:gd name="T18" fmla="*/ 116 w 726"/>
                <a:gd name="T19" fmla="*/ 19 h 533"/>
                <a:gd name="T20" fmla="*/ 128 w 726"/>
                <a:gd name="T21" fmla="*/ 32 h 533"/>
                <a:gd name="T22" fmla="*/ 118 w 726"/>
                <a:gd name="T23" fmla="*/ 38 h 533"/>
                <a:gd name="T24" fmla="*/ 101 w 726"/>
                <a:gd name="T25" fmla="*/ 36 h 533"/>
                <a:gd name="T26" fmla="*/ 65 w 726"/>
                <a:gd name="T27" fmla="*/ 40 h 533"/>
                <a:gd name="T28" fmla="*/ 51 w 726"/>
                <a:gd name="T29" fmla="*/ 55 h 533"/>
                <a:gd name="T30" fmla="*/ 36 w 726"/>
                <a:gd name="T31" fmla="*/ 69 h 533"/>
                <a:gd name="T32" fmla="*/ 17 w 726"/>
                <a:gd name="T33" fmla="*/ 91 h 533"/>
                <a:gd name="T34" fmla="*/ 2 w 726"/>
                <a:gd name="T35" fmla="*/ 108 h 533"/>
                <a:gd name="T36" fmla="*/ 27 w 726"/>
                <a:gd name="T37" fmla="*/ 139 h 533"/>
                <a:gd name="T38" fmla="*/ 51 w 726"/>
                <a:gd name="T39" fmla="*/ 137 h 533"/>
                <a:gd name="T40" fmla="*/ 59 w 726"/>
                <a:gd name="T41" fmla="*/ 141 h 533"/>
                <a:gd name="T42" fmla="*/ 74 w 726"/>
                <a:gd name="T43" fmla="*/ 165 h 533"/>
                <a:gd name="T44" fmla="*/ 84 w 726"/>
                <a:gd name="T45" fmla="*/ 173 h 533"/>
                <a:gd name="T46" fmla="*/ 118 w 726"/>
                <a:gd name="T47" fmla="*/ 183 h 533"/>
                <a:gd name="T48" fmla="*/ 109 w 726"/>
                <a:gd name="T49" fmla="*/ 200 h 533"/>
                <a:gd name="T50" fmla="*/ 116 w 726"/>
                <a:gd name="T51" fmla="*/ 207 h 533"/>
                <a:gd name="T52" fmla="*/ 131 w 726"/>
                <a:gd name="T53" fmla="*/ 211 h 533"/>
                <a:gd name="T54" fmla="*/ 141 w 726"/>
                <a:gd name="T55" fmla="*/ 219 h 533"/>
                <a:gd name="T56" fmla="*/ 149 w 726"/>
                <a:gd name="T57" fmla="*/ 223 h 533"/>
                <a:gd name="T58" fmla="*/ 147 w 726"/>
                <a:gd name="T59" fmla="*/ 232 h 533"/>
                <a:gd name="T60" fmla="*/ 141 w 726"/>
                <a:gd name="T61" fmla="*/ 243 h 533"/>
                <a:gd name="T62" fmla="*/ 131 w 726"/>
                <a:gd name="T63" fmla="*/ 251 h 533"/>
                <a:gd name="T64" fmla="*/ 118 w 726"/>
                <a:gd name="T65" fmla="*/ 257 h 533"/>
                <a:gd name="T66" fmla="*/ 107 w 726"/>
                <a:gd name="T67" fmla="*/ 276 h 533"/>
                <a:gd name="T68" fmla="*/ 97 w 726"/>
                <a:gd name="T69" fmla="*/ 282 h 533"/>
                <a:gd name="T70" fmla="*/ 86 w 726"/>
                <a:gd name="T71" fmla="*/ 287 h 533"/>
                <a:gd name="T72" fmla="*/ 88 w 726"/>
                <a:gd name="T73" fmla="*/ 314 h 533"/>
                <a:gd name="T74" fmla="*/ 101 w 726"/>
                <a:gd name="T75" fmla="*/ 375 h 533"/>
                <a:gd name="T76" fmla="*/ 103 w 726"/>
                <a:gd name="T77" fmla="*/ 405 h 533"/>
                <a:gd name="T78" fmla="*/ 101 w 726"/>
                <a:gd name="T79" fmla="*/ 430 h 533"/>
                <a:gd name="T80" fmla="*/ 107 w 726"/>
                <a:gd name="T81" fmla="*/ 437 h 533"/>
                <a:gd name="T82" fmla="*/ 133 w 726"/>
                <a:gd name="T83" fmla="*/ 455 h 533"/>
                <a:gd name="T84" fmla="*/ 191 w 726"/>
                <a:gd name="T85" fmla="*/ 483 h 533"/>
                <a:gd name="T86" fmla="*/ 202 w 726"/>
                <a:gd name="T87" fmla="*/ 515 h 533"/>
                <a:gd name="T88" fmla="*/ 271 w 726"/>
                <a:gd name="T89" fmla="*/ 527 h 533"/>
                <a:gd name="T90" fmla="*/ 307 w 726"/>
                <a:gd name="T91" fmla="*/ 512 h 533"/>
                <a:gd name="T92" fmla="*/ 312 w 726"/>
                <a:gd name="T93" fmla="*/ 477 h 533"/>
                <a:gd name="T94" fmla="*/ 320 w 726"/>
                <a:gd name="T95" fmla="*/ 466 h 533"/>
                <a:gd name="T96" fmla="*/ 381 w 726"/>
                <a:gd name="T97" fmla="*/ 436 h 533"/>
                <a:gd name="T98" fmla="*/ 459 w 726"/>
                <a:gd name="T99" fmla="*/ 468 h 533"/>
                <a:gd name="T100" fmla="*/ 492 w 726"/>
                <a:gd name="T101" fmla="*/ 466 h 533"/>
                <a:gd name="T102" fmla="*/ 516 w 726"/>
                <a:gd name="T103" fmla="*/ 495 h 533"/>
                <a:gd name="T104" fmla="*/ 541 w 726"/>
                <a:gd name="T105" fmla="*/ 483 h 533"/>
                <a:gd name="T106" fmla="*/ 534 w 726"/>
                <a:gd name="T107" fmla="*/ 514 h 533"/>
                <a:gd name="T108" fmla="*/ 577 w 726"/>
                <a:gd name="T109" fmla="*/ 512 h 533"/>
                <a:gd name="T110" fmla="*/ 623 w 726"/>
                <a:gd name="T111" fmla="*/ 512 h 533"/>
                <a:gd name="T112" fmla="*/ 635 w 726"/>
                <a:gd name="T113" fmla="*/ 443 h 533"/>
                <a:gd name="T114" fmla="*/ 591 w 726"/>
                <a:gd name="T115" fmla="*/ 401 h 533"/>
                <a:gd name="T116" fmla="*/ 593 w 726"/>
                <a:gd name="T117" fmla="*/ 346 h 533"/>
                <a:gd name="T118" fmla="*/ 648 w 726"/>
                <a:gd name="T119" fmla="*/ 306 h 533"/>
                <a:gd name="T120" fmla="*/ 676 w 726"/>
                <a:gd name="T121" fmla="*/ 280 h 533"/>
                <a:gd name="T122" fmla="*/ 716 w 726"/>
                <a:gd name="T123" fmla="*/ 204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6" h="533">
                  <a:moveTo>
                    <a:pt x="726" y="181"/>
                  </a:moveTo>
                  <a:lnTo>
                    <a:pt x="724" y="177"/>
                  </a:lnTo>
                  <a:lnTo>
                    <a:pt x="722" y="177"/>
                  </a:lnTo>
                  <a:lnTo>
                    <a:pt x="720" y="177"/>
                  </a:lnTo>
                  <a:lnTo>
                    <a:pt x="720" y="177"/>
                  </a:lnTo>
                  <a:lnTo>
                    <a:pt x="720" y="177"/>
                  </a:lnTo>
                  <a:lnTo>
                    <a:pt x="718" y="179"/>
                  </a:lnTo>
                  <a:lnTo>
                    <a:pt x="716" y="179"/>
                  </a:lnTo>
                  <a:lnTo>
                    <a:pt x="716" y="177"/>
                  </a:lnTo>
                  <a:lnTo>
                    <a:pt x="715" y="177"/>
                  </a:lnTo>
                  <a:lnTo>
                    <a:pt x="713" y="173"/>
                  </a:lnTo>
                  <a:lnTo>
                    <a:pt x="713" y="173"/>
                  </a:lnTo>
                  <a:lnTo>
                    <a:pt x="709" y="171"/>
                  </a:lnTo>
                  <a:lnTo>
                    <a:pt x="707" y="173"/>
                  </a:lnTo>
                  <a:lnTo>
                    <a:pt x="705" y="181"/>
                  </a:lnTo>
                  <a:lnTo>
                    <a:pt x="703" y="183"/>
                  </a:lnTo>
                  <a:lnTo>
                    <a:pt x="701" y="186"/>
                  </a:lnTo>
                  <a:lnTo>
                    <a:pt x="697" y="188"/>
                  </a:lnTo>
                  <a:lnTo>
                    <a:pt x="696" y="188"/>
                  </a:lnTo>
                  <a:lnTo>
                    <a:pt x="694" y="188"/>
                  </a:lnTo>
                  <a:lnTo>
                    <a:pt x="692" y="185"/>
                  </a:lnTo>
                  <a:lnTo>
                    <a:pt x="690" y="181"/>
                  </a:lnTo>
                  <a:lnTo>
                    <a:pt x="690" y="177"/>
                  </a:lnTo>
                  <a:lnTo>
                    <a:pt x="688" y="173"/>
                  </a:lnTo>
                  <a:lnTo>
                    <a:pt x="686" y="169"/>
                  </a:lnTo>
                  <a:lnTo>
                    <a:pt x="684" y="165"/>
                  </a:lnTo>
                  <a:lnTo>
                    <a:pt x="680" y="167"/>
                  </a:lnTo>
                  <a:lnTo>
                    <a:pt x="680" y="169"/>
                  </a:lnTo>
                  <a:lnTo>
                    <a:pt x="678" y="171"/>
                  </a:lnTo>
                  <a:lnTo>
                    <a:pt x="676" y="171"/>
                  </a:lnTo>
                  <a:lnTo>
                    <a:pt x="675" y="169"/>
                  </a:lnTo>
                  <a:lnTo>
                    <a:pt x="675" y="169"/>
                  </a:lnTo>
                  <a:lnTo>
                    <a:pt x="673" y="165"/>
                  </a:lnTo>
                  <a:lnTo>
                    <a:pt x="673" y="164"/>
                  </a:lnTo>
                  <a:lnTo>
                    <a:pt x="671" y="164"/>
                  </a:lnTo>
                  <a:lnTo>
                    <a:pt x="663" y="162"/>
                  </a:lnTo>
                  <a:lnTo>
                    <a:pt x="661" y="160"/>
                  </a:lnTo>
                  <a:lnTo>
                    <a:pt x="659" y="154"/>
                  </a:lnTo>
                  <a:lnTo>
                    <a:pt x="655" y="150"/>
                  </a:lnTo>
                  <a:lnTo>
                    <a:pt x="655" y="148"/>
                  </a:lnTo>
                  <a:lnTo>
                    <a:pt x="657" y="146"/>
                  </a:lnTo>
                  <a:lnTo>
                    <a:pt x="657" y="145"/>
                  </a:lnTo>
                  <a:lnTo>
                    <a:pt x="659" y="145"/>
                  </a:lnTo>
                  <a:lnTo>
                    <a:pt x="657" y="141"/>
                  </a:lnTo>
                  <a:lnTo>
                    <a:pt x="657" y="141"/>
                  </a:lnTo>
                  <a:lnTo>
                    <a:pt x="654" y="141"/>
                  </a:lnTo>
                  <a:lnTo>
                    <a:pt x="654" y="141"/>
                  </a:lnTo>
                  <a:lnTo>
                    <a:pt x="652" y="139"/>
                  </a:lnTo>
                  <a:lnTo>
                    <a:pt x="652" y="139"/>
                  </a:lnTo>
                  <a:lnTo>
                    <a:pt x="652" y="137"/>
                  </a:lnTo>
                  <a:lnTo>
                    <a:pt x="650" y="137"/>
                  </a:lnTo>
                  <a:lnTo>
                    <a:pt x="648" y="137"/>
                  </a:lnTo>
                  <a:lnTo>
                    <a:pt x="644" y="139"/>
                  </a:lnTo>
                  <a:lnTo>
                    <a:pt x="640" y="137"/>
                  </a:lnTo>
                  <a:lnTo>
                    <a:pt x="638" y="135"/>
                  </a:lnTo>
                  <a:lnTo>
                    <a:pt x="638" y="131"/>
                  </a:lnTo>
                  <a:lnTo>
                    <a:pt x="638" y="127"/>
                  </a:lnTo>
                  <a:lnTo>
                    <a:pt x="636" y="126"/>
                  </a:lnTo>
                  <a:lnTo>
                    <a:pt x="633" y="124"/>
                  </a:lnTo>
                  <a:lnTo>
                    <a:pt x="629" y="124"/>
                  </a:lnTo>
                  <a:lnTo>
                    <a:pt x="627" y="124"/>
                  </a:lnTo>
                  <a:lnTo>
                    <a:pt x="617" y="127"/>
                  </a:lnTo>
                  <a:lnTo>
                    <a:pt x="604" y="129"/>
                  </a:lnTo>
                  <a:lnTo>
                    <a:pt x="595" y="133"/>
                  </a:lnTo>
                  <a:lnTo>
                    <a:pt x="591" y="133"/>
                  </a:lnTo>
                  <a:lnTo>
                    <a:pt x="589" y="133"/>
                  </a:lnTo>
                  <a:lnTo>
                    <a:pt x="581" y="131"/>
                  </a:lnTo>
                  <a:lnTo>
                    <a:pt x="579" y="129"/>
                  </a:lnTo>
                  <a:lnTo>
                    <a:pt x="575" y="131"/>
                  </a:lnTo>
                  <a:lnTo>
                    <a:pt x="572" y="131"/>
                  </a:lnTo>
                  <a:lnTo>
                    <a:pt x="572" y="133"/>
                  </a:lnTo>
                  <a:lnTo>
                    <a:pt x="568" y="139"/>
                  </a:lnTo>
                  <a:lnTo>
                    <a:pt x="568" y="139"/>
                  </a:lnTo>
                  <a:lnTo>
                    <a:pt x="558" y="146"/>
                  </a:lnTo>
                  <a:lnTo>
                    <a:pt x="554" y="148"/>
                  </a:lnTo>
                  <a:lnTo>
                    <a:pt x="547" y="148"/>
                  </a:lnTo>
                  <a:lnTo>
                    <a:pt x="545" y="150"/>
                  </a:lnTo>
                  <a:lnTo>
                    <a:pt x="541" y="152"/>
                  </a:lnTo>
                  <a:lnTo>
                    <a:pt x="537" y="154"/>
                  </a:lnTo>
                  <a:lnTo>
                    <a:pt x="534" y="156"/>
                  </a:lnTo>
                  <a:lnTo>
                    <a:pt x="534" y="156"/>
                  </a:lnTo>
                  <a:lnTo>
                    <a:pt x="532" y="158"/>
                  </a:lnTo>
                  <a:lnTo>
                    <a:pt x="530" y="160"/>
                  </a:lnTo>
                  <a:lnTo>
                    <a:pt x="528" y="162"/>
                  </a:lnTo>
                  <a:lnTo>
                    <a:pt x="524" y="162"/>
                  </a:lnTo>
                  <a:lnTo>
                    <a:pt x="522" y="164"/>
                  </a:lnTo>
                  <a:lnTo>
                    <a:pt x="520" y="165"/>
                  </a:lnTo>
                  <a:lnTo>
                    <a:pt x="518" y="169"/>
                  </a:lnTo>
                  <a:lnTo>
                    <a:pt x="518" y="173"/>
                  </a:lnTo>
                  <a:lnTo>
                    <a:pt x="516" y="173"/>
                  </a:lnTo>
                  <a:lnTo>
                    <a:pt x="514" y="173"/>
                  </a:lnTo>
                  <a:lnTo>
                    <a:pt x="505" y="171"/>
                  </a:lnTo>
                  <a:lnTo>
                    <a:pt x="503" y="171"/>
                  </a:lnTo>
                  <a:lnTo>
                    <a:pt x="501" y="173"/>
                  </a:lnTo>
                  <a:lnTo>
                    <a:pt x="501" y="175"/>
                  </a:lnTo>
                  <a:lnTo>
                    <a:pt x="499" y="179"/>
                  </a:lnTo>
                  <a:lnTo>
                    <a:pt x="497" y="181"/>
                  </a:lnTo>
                  <a:lnTo>
                    <a:pt x="494" y="181"/>
                  </a:lnTo>
                  <a:lnTo>
                    <a:pt x="492" y="179"/>
                  </a:lnTo>
                  <a:lnTo>
                    <a:pt x="490" y="179"/>
                  </a:lnTo>
                  <a:lnTo>
                    <a:pt x="486" y="179"/>
                  </a:lnTo>
                  <a:lnTo>
                    <a:pt x="486" y="179"/>
                  </a:lnTo>
                  <a:lnTo>
                    <a:pt x="484" y="179"/>
                  </a:lnTo>
                  <a:lnTo>
                    <a:pt x="480" y="181"/>
                  </a:lnTo>
                  <a:lnTo>
                    <a:pt x="478" y="183"/>
                  </a:lnTo>
                  <a:lnTo>
                    <a:pt x="476" y="183"/>
                  </a:lnTo>
                  <a:lnTo>
                    <a:pt x="463" y="181"/>
                  </a:lnTo>
                  <a:lnTo>
                    <a:pt x="463" y="179"/>
                  </a:lnTo>
                  <a:lnTo>
                    <a:pt x="461" y="169"/>
                  </a:lnTo>
                  <a:lnTo>
                    <a:pt x="457" y="162"/>
                  </a:lnTo>
                  <a:lnTo>
                    <a:pt x="454" y="162"/>
                  </a:lnTo>
                  <a:lnTo>
                    <a:pt x="448" y="152"/>
                  </a:lnTo>
                  <a:lnTo>
                    <a:pt x="444" y="152"/>
                  </a:lnTo>
                  <a:lnTo>
                    <a:pt x="434" y="154"/>
                  </a:lnTo>
                  <a:lnTo>
                    <a:pt x="427" y="152"/>
                  </a:lnTo>
                  <a:lnTo>
                    <a:pt x="423" y="150"/>
                  </a:lnTo>
                  <a:lnTo>
                    <a:pt x="421" y="146"/>
                  </a:lnTo>
                  <a:lnTo>
                    <a:pt x="415" y="141"/>
                  </a:lnTo>
                  <a:lnTo>
                    <a:pt x="410" y="139"/>
                  </a:lnTo>
                  <a:lnTo>
                    <a:pt x="400" y="137"/>
                  </a:lnTo>
                  <a:lnTo>
                    <a:pt x="394" y="131"/>
                  </a:lnTo>
                  <a:lnTo>
                    <a:pt x="394" y="116"/>
                  </a:lnTo>
                  <a:lnTo>
                    <a:pt x="393" y="108"/>
                  </a:lnTo>
                  <a:lnTo>
                    <a:pt x="389" y="103"/>
                  </a:lnTo>
                  <a:lnTo>
                    <a:pt x="385" y="99"/>
                  </a:lnTo>
                  <a:lnTo>
                    <a:pt x="375" y="99"/>
                  </a:lnTo>
                  <a:lnTo>
                    <a:pt x="366" y="97"/>
                  </a:lnTo>
                  <a:lnTo>
                    <a:pt x="362" y="93"/>
                  </a:lnTo>
                  <a:lnTo>
                    <a:pt x="358" y="86"/>
                  </a:lnTo>
                  <a:lnTo>
                    <a:pt x="353" y="84"/>
                  </a:lnTo>
                  <a:lnTo>
                    <a:pt x="345" y="86"/>
                  </a:lnTo>
                  <a:lnTo>
                    <a:pt x="337" y="72"/>
                  </a:lnTo>
                  <a:lnTo>
                    <a:pt x="320" y="70"/>
                  </a:lnTo>
                  <a:lnTo>
                    <a:pt x="320" y="69"/>
                  </a:lnTo>
                  <a:lnTo>
                    <a:pt x="320" y="69"/>
                  </a:lnTo>
                  <a:lnTo>
                    <a:pt x="311" y="49"/>
                  </a:lnTo>
                  <a:lnTo>
                    <a:pt x="309" y="48"/>
                  </a:lnTo>
                  <a:lnTo>
                    <a:pt x="303" y="42"/>
                  </a:lnTo>
                  <a:lnTo>
                    <a:pt x="297" y="38"/>
                  </a:lnTo>
                  <a:lnTo>
                    <a:pt x="290" y="34"/>
                  </a:lnTo>
                  <a:lnTo>
                    <a:pt x="282" y="34"/>
                  </a:lnTo>
                  <a:lnTo>
                    <a:pt x="276" y="36"/>
                  </a:lnTo>
                  <a:lnTo>
                    <a:pt x="276" y="36"/>
                  </a:lnTo>
                  <a:lnTo>
                    <a:pt x="276" y="38"/>
                  </a:lnTo>
                  <a:lnTo>
                    <a:pt x="276" y="38"/>
                  </a:lnTo>
                  <a:lnTo>
                    <a:pt x="271" y="38"/>
                  </a:lnTo>
                  <a:lnTo>
                    <a:pt x="269" y="36"/>
                  </a:lnTo>
                  <a:lnTo>
                    <a:pt x="267" y="30"/>
                  </a:lnTo>
                  <a:lnTo>
                    <a:pt x="267" y="27"/>
                  </a:lnTo>
                  <a:lnTo>
                    <a:pt x="267" y="23"/>
                  </a:lnTo>
                  <a:lnTo>
                    <a:pt x="265" y="19"/>
                  </a:lnTo>
                  <a:lnTo>
                    <a:pt x="263" y="17"/>
                  </a:lnTo>
                  <a:lnTo>
                    <a:pt x="259" y="15"/>
                  </a:lnTo>
                  <a:lnTo>
                    <a:pt x="248" y="13"/>
                  </a:lnTo>
                  <a:lnTo>
                    <a:pt x="246" y="11"/>
                  </a:lnTo>
                  <a:lnTo>
                    <a:pt x="242" y="8"/>
                  </a:lnTo>
                  <a:lnTo>
                    <a:pt x="242" y="8"/>
                  </a:lnTo>
                  <a:lnTo>
                    <a:pt x="240" y="8"/>
                  </a:lnTo>
                  <a:lnTo>
                    <a:pt x="232" y="8"/>
                  </a:lnTo>
                  <a:lnTo>
                    <a:pt x="229" y="8"/>
                  </a:lnTo>
                  <a:lnTo>
                    <a:pt x="225" y="10"/>
                  </a:lnTo>
                  <a:lnTo>
                    <a:pt x="223" y="10"/>
                  </a:lnTo>
                  <a:lnTo>
                    <a:pt x="221" y="11"/>
                  </a:lnTo>
                  <a:lnTo>
                    <a:pt x="221" y="11"/>
                  </a:lnTo>
                  <a:lnTo>
                    <a:pt x="221" y="15"/>
                  </a:lnTo>
                  <a:lnTo>
                    <a:pt x="219" y="17"/>
                  </a:lnTo>
                  <a:lnTo>
                    <a:pt x="219" y="17"/>
                  </a:lnTo>
                  <a:lnTo>
                    <a:pt x="217" y="17"/>
                  </a:lnTo>
                  <a:lnTo>
                    <a:pt x="217" y="13"/>
                  </a:lnTo>
                  <a:lnTo>
                    <a:pt x="217" y="11"/>
                  </a:lnTo>
                  <a:lnTo>
                    <a:pt x="213" y="8"/>
                  </a:lnTo>
                  <a:lnTo>
                    <a:pt x="213" y="8"/>
                  </a:lnTo>
                  <a:lnTo>
                    <a:pt x="211" y="6"/>
                  </a:lnTo>
                  <a:lnTo>
                    <a:pt x="204" y="4"/>
                  </a:lnTo>
                  <a:lnTo>
                    <a:pt x="202" y="2"/>
                  </a:lnTo>
                  <a:lnTo>
                    <a:pt x="200" y="0"/>
                  </a:lnTo>
                  <a:lnTo>
                    <a:pt x="198" y="0"/>
                  </a:lnTo>
                  <a:lnTo>
                    <a:pt x="196" y="2"/>
                  </a:lnTo>
                  <a:lnTo>
                    <a:pt x="191" y="4"/>
                  </a:lnTo>
                  <a:lnTo>
                    <a:pt x="189" y="4"/>
                  </a:lnTo>
                  <a:lnTo>
                    <a:pt x="189" y="4"/>
                  </a:lnTo>
                  <a:lnTo>
                    <a:pt x="189" y="6"/>
                  </a:lnTo>
                  <a:lnTo>
                    <a:pt x="189" y="6"/>
                  </a:lnTo>
                  <a:lnTo>
                    <a:pt x="189" y="8"/>
                  </a:lnTo>
                  <a:lnTo>
                    <a:pt x="187" y="11"/>
                  </a:lnTo>
                  <a:lnTo>
                    <a:pt x="187" y="11"/>
                  </a:lnTo>
                  <a:lnTo>
                    <a:pt x="185" y="10"/>
                  </a:lnTo>
                  <a:lnTo>
                    <a:pt x="183" y="8"/>
                  </a:lnTo>
                  <a:lnTo>
                    <a:pt x="183" y="8"/>
                  </a:lnTo>
                  <a:lnTo>
                    <a:pt x="181" y="6"/>
                  </a:lnTo>
                  <a:lnTo>
                    <a:pt x="181" y="6"/>
                  </a:lnTo>
                  <a:lnTo>
                    <a:pt x="177" y="6"/>
                  </a:lnTo>
                  <a:lnTo>
                    <a:pt x="173" y="8"/>
                  </a:lnTo>
                  <a:lnTo>
                    <a:pt x="171" y="10"/>
                  </a:lnTo>
                  <a:lnTo>
                    <a:pt x="164" y="13"/>
                  </a:lnTo>
                  <a:lnTo>
                    <a:pt x="160" y="17"/>
                  </a:lnTo>
                  <a:lnTo>
                    <a:pt x="158" y="19"/>
                  </a:lnTo>
                  <a:lnTo>
                    <a:pt x="151" y="17"/>
                  </a:lnTo>
                  <a:lnTo>
                    <a:pt x="151" y="19"/>
                  </a:lnTo>
                  <a:lnTo>
                    <a:pt x="149" y="19"/>
                  </a:lnTo>
                  <a:lnTo>
                    <a:pt x="149" y="21"/>
                  </a:lnTo>
                  <a:lnTo>
                    <a:pt x="147" y="25"/>
                  </a:lnTo>
                  <a:lnTo>
                    <a:pt x="147" y="27"/>
                  </a:lnTo>
                  <a:lnTo>
                    <a:pt x="141" y="29"/>
                  </a:lnTo>
                  <a:lnTo>
                    <a:pt x="139" y="29"/>
                  </a:lnTo>
                  <a:lnTo>
                    <a:pt x="135" y="27"/>
                  </a:lnTo>
                  <a:lnTo>
                    <a:pt x="133" y="27"/>
                  </a:lnTo>
                  <a:lnTo>
                    <a:pt x="126" y="21"/>
                  </a:lnTo>
                  <a:lnTo>
                    <a:pt x="122" y="21"/>
                  </a:lnTo>
                  <a:lnTo>
                    <a:pt x="116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21"/>
                  </a:lnTo>
                  <a:lnTo>
                    <a:pt x="111" y="23"/>
                  </a:lnTo>
                  <a:lnTo>
                    <a:pt x="111" y="23"/>
                  </a:lnTo>
                  <a:lnTo>
                    <a:pt x="111" y="23"/>
                  </a:lnTo>
                  <a:lnTo>
                    <a:pt x="112" y="23"/>
                  </a:lnTo>
                  <a:lnTo>
                    <a:pt x="112" y="23"/>
                  </a:lnTo>
                  <a:lnTo>
                    <a:pt x="112" y="25"/>
                  </a:lnTo>
                  <a:lnTo>
                    <a:pt x="112" y="25"/>
                  </a:lnTo>
                  <a:lnTo>
                    <a:pt x="112" y="25"/>
                  </a:lnTo>
                  <a:lnTo>
                    <a:pt x="114" y="25"/>
                  </a:lnTo>
                  <a:lnTo>
                    <a:pt x="116" y="25"/>
                  </a:lnTo>
                  <a:lnTo>
                    <a:pt x="118" y="25"/>
                  </a:lnTo>
                  <a:lnTo>
                    <a:pt x="120" y="27"/>
                  </a:lnTo>
                  <a:lnTo>
                    <a:pt x="120" y="27"/>
                  </a:lnTo>
                  <a:lnTo>
                    <a:pt x="120" y="29"/>
                  </a:lnTo>
                  <a:lnTo>
                    <a:pt x="120" y="29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28" y="34"/>
                  </a:lnTo>
                  <a:lnTo>
                    <a:pt x="128" y="34"/>
                  </a:lnTo>
                  <a:lnTo>
                    <a:pt x="128" y="34"/>
                  </a:lnTo>
                  <a:lnTo>
                    <a:pt x="128" y="34"/>
                  </a:lnTo>
                  <a:lnTo>
                    <a:pt x="128" y="36"/>
                  </a:lnTo>
                  <a:lnTo>
                    <a:pt x="128" y="36"/>
                  </a:lnTo>
                  <a:lnTo>
                    <a:pt x="128" y="38"/>
                  </a:lnTo>
                  <a:lnTo>
                    <a:pt x="128" y="38"/>
                  </a:lnTo>
                  <a:lnTo>
                    <a:pt x="128" y="38"/>
                  </a:lnTo>
                  <a:lnTo>
                    <a:pt x="128" y="38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26" y="40"/>
                  </a:lnTo>
                  <a:lnTo>
                    <a:pt x="124" y="40"/>
                  </a:lnTo>
                  <a:lnTo>
                    <a:pt x="122" y="38"/>
                  </a:lnTo>
                  <a:lnTo>
                    <a:pt x="120" y="38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14" y="38"/>
                  </a:lnTo>
                  <a:lnTo>
                    <a:pt x="112" y="38"/>
                  </a:lnTo>
                  <a:lnTo>
                    <a:pt x="112" y="38"/>
                  </a:lnTo>
                  <a:lnTo>
                    <a:pt x="112" y="38"/>
                  </a:lnTo>
                  <a:lnTo>
                    <a:pt x="111" y="40"/>
                  </a:lnTo>
                  <a:lnTo>
                    <a:pt x="109" y="40"/>
                  </a:lnTo>
                  <a:lnTo>
                    <a:pt x="109" y="40"/>
                  </a:lnTo>
                  <a:lnTo>
                    <a:pt x="109" y="40"/>
                  </a:lnTo>
                  <a:lnTo>
                    <a:pt x="107" y="40"/>
                  </a:lnTo>
                  <a:lnTo>
                    <a:pt x="107" y="40"/>
                  </a:lnTo>
                  <a:lnTo>
                    <a:pt x="103" y="40"/>
                  </a:lnTo>
                  <a:lnTo>
                    <a:pt x="103" y="40"/>
                  </a:lnTo>
                  <a:lnTo>
                    <a:pt x="103" y="40"/>
                  </a:lnTo>
                  <a:lnTo>
                    <a:pt x="103" y="40"/>
                  </a:lnTo>
                  <a:lnTo>
                    <a:pt x="103" y="40"/>
                  </a:lnTo>
                  <a:lnTo>
                    <a:pt x="101" y="38"/>
                  </a:lnTo>
                  <a:lnTo>
                    <a:pt x="101" y="38"/>
                  </a:lnTo>
                  <a:lnTo>
                    <a:pt x="101" y="36"/>
                  </a:lnTo>
                  <a:lnTo>
                    <a:pt x="101" y="36"/>
                  </a:lnTo>
                  <a:lnTo>
                    <a:pt x="101" y="36"/>
                  </a:lnTo>
                  <a:lnTo>
                    <a:pt x="99" y="38"/>
                  </a:lnTo>
                  <a:lnTo>
                    <a:pt x="99" y="38"/>
                  </a:lnTo>
                  <a:lnTo>
                    <a:pt x="97" y="38"/>
                  </a:lnTo>
                  <a:lnTo>
                    <a:pt x="97" y="38"/>
                  </a:lnTo>
                  <a:lnTo>
                    <a:pt x="97" y="38"/>
                  </a:lnTo>
                  <a:lnTo>
                    <a:pt x="95" y="38"/>
                  </a:lnTo>
                  <a:lnTo>
                    <a:pt x="93" y="38"/>
                  </a:lnTo>
                  <a:lnTo>
                    <a:pt x="93" y="38"/>
                  </a:lnTo>
                  <a:lnTo>
                    <a:pt x="88" y="36"/>
                  </a:lnTo>
                  <a:lnTo>
                    <a:pt x="86" y="36"/>
                  </a:lnTo>
                  <a:lnTo>
                    <a:pt x="84" y="34"/>
                  </a:lnTo>
                  <a:lnTo>
                    <a:pt x="74" y="38"/>
                  </a:lnTo>
                  <a:lnTo>
                    <a:pt x="72" y="40"/>
                  </a:lnTo>
                  <a:lnTo>
                    <a:pt x="72" y="40"/>
                  </a:lnTo>
                  <a:lnTo>
                    <a:pt x="70" y="38"/>
                  </a:lnTo>
                  <a:lnTo>
                    <a:pt x="69" y="40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63" y="38"/>
                  </a:lnTo>
                  <a:lnTo>
                    <a:pt x="63" y="38"/>
                  </a:lnTo>
                  <a:lnTo>
                    <a:pt x="61" y="36"/>
                  </a:lnTo>
                  <a:lnTo>
                    <a:pt x="61" y="38"/>
                  </a:lnTo>
                  <a:lnTo>
                    <a:pt x="59" y="40"/>
                  </a:lnTo>
                  <a:lnTo>
                    <a:pt x="57" y="40"/>
                  </a:lnTo>
                  <a:lnTo>
                    <a:pt x="55" y="40"/>
                  </a:lnTo>
                  <a:lnTo>
                    <a:pt x="53" y="42"/>
                  </a:lnTo>
                  <a:lnTo>
                    <a:pt x="51" y="42"/>
                  </a:lnTo>
                  <a:lnTo>
                    <a:pt x="51" y="42"/>
                  </a:lnTo>
                  <a:lnTo>
                    <a:pt x="51" y="42"/>
                  </a:lnTo>
                  <a:lnTo>
                    <a:pt x="51" y="42"/>
                  </a:lnTo>
                  <a:lnTo>
                    <a:pt x="51" y="46"/>
                  </a:lnTo>
                  <a:lnTo>
                    <a:pt x="53" y="48"/>
                  </a:lnTo>
                  <a:lnTo>
                    <a:pt x="53" y="51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3" y="53"/>
                  </a:lnTo>
                  <a:lnTo>
                    <a:pt x="51" y="55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1" y="59"/>
                  </a:lnTo>
                  <a:lnTo>
                    <a:pt x="51" y="59"/>
                  </a:lnTo>
                  <a:lnTo>
                    <a:pt x="50" y="61"/>
                  </a:lnTo>
                  <a:lnTo>
                    <a:pt x="50" y="61"/>
                  </a:lnTo>
                  <a:lnTo>
                    <a:pt x="44" y="63"/>
                  </a:lnTo>
                  <a:lnTo>
                    <a:pt x="44" y="63"/>
                  </a:lnTo>
                  <a:lnTo>
                    <a:pt x="44" y="63"/>
                  </a:lnTo>
                  <a:lnTo>
                    <a:pt x="44" y="63"/>
                  </a:lnTo>
                  <a:lnTo>
                    <a:pt x="44" y="65"/>
                  </a:lnTo>
                  <a:lnTo>
                    <a:pt x="44" y="65"/>
                  </a:lnTo>
                  <a:lnTo>
                    <a:pt x="44" y="65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2" y="69"/>
                  </a:lnTo>
                  <a:lnTo>
                    <a:pt x="38" y="69"/>
                  </a:lnTo>
                  <a:lnTo>
                    <a:pt x="36" y="69"/>
                  </a:lnTo>
                  <a:lnTo>
                    <a:pt x="36" y="69"/>
                  </a:lnTo>
                  <a:lnTo>
                    <a:pt x="36" y="69"/>
                  </a:lnTo>
                  <a:lnTo>
                    <a:pt x="36" y="70"/>
                  </a:lnTo>
                  <a:lnTo>
                    <a:pt x="34" y="70"/>
                  </a:lnTo>
                  <a:lnTo>
                    <a:pt x="34" y="74"/>
                  </a:lnTo>
                  <a:lnTo>
                    <a:pt x="34" y="76"/>
                  </a:lnTo>
                  <a:lnTo>
                    <a:pt x="34" y="76"/>
                  </a:lnTo>
                  <a:lnTo>
                    <a:pt x="34" y="76"/>
                  </a:lnTo>
                  <a:lnTo>
                    <a:pt x="34" y="78"/>
                  </a:lnTo>
                  <a:lnTo>
                    <a:pt x="34" y="78"/>
                  </a:lnTo>
                  <a:lnTo>
                    <a:pt x="30" y="78"/>
                  </a:lnTo>
                  <a:lnTo>
                    <a:pt x="30" y="78"/>
                  </a:lnTo>
                  <a:lnTo>
                    <a:pt x="29" y="80"/>
                  </a:lnTo>
                  <a:lnTo>
                    <a:pt x="25" y="84"/>
                  </a:lnTo>
                  <a:lnTo>
                    <a:pt x="25" y="84"/>
                  </a:lnTo>
                  <a:lnTo>
                    <a:pt x="25" y="86"/>
                  </a:lnTo>
                  <a:lnTo>
                    <a:pt x="23" y="86"/>
                  </a:lnTo>
                  <a:lnTo>
                    <a:pt x="21" y="86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7" y="89"/>
                  </a:lnTo>
                  <a:lnTo>
                    <a:pt x="17" y="91"/>
                  </a:lnTo>
                  <a:lnTo>
                    <a:pt x="15" y="91"/>
                  </a:lnTo>
                  <a:lnTo>
                    <a:pt x="13" y="89"/>
                  </a:lnTo>
                  <a:lnTo>
                    <a:pt x="13" y="89"/>
                  </a:lnTo>
                  <a:lnTo>
                    <a:pt x="11" y="89"/>
                  </a:lnTo>
                  <a:lnTo>
                    <a:pt x="11" y="89"/>
                  </a:lnTo>
                  <a:lnTo>
                    <a:pt x="10" y="89"/>
                  </a:lnTo>
                  <a:lnTo>
                    <a:pt x="8" y="91"/>
                  </a:lnTo>
                  <a:lnTo>
                    <a:pt x="8" y="91"/>
                  </a:lnTo>
                  <a:lnTo>
                    <a:pt x="6" y="93"/>
                  </a:lnTo>
                  <a:lnTo>
                    <a:pt x="6" y="93"/>
                  </a:lnTo>
                  <a:lnTo>
                    <a:pt x="6" y="95"/>
                  </a:lnTo>
                  <a:lnTo>
                    <a:pt x="6" y="95"/>
                  </a:lnTo>
                  <a:lnTo>
                    <a:pt x="4" y="99"/>
                  </a:lnTo>
                  <a:lnTo>
                    <a:pt x="4" y="101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6" y="103"/>
                  </a:lnTo>
                  <a:lnTo>
                    <a:pt x="6" y="105"/>
                  </a:lnTo>
                  <a:lnTo>
                    <a:pt x="6" y="105"/>
                  </a:lnTo>
                  <a:lnTo>
                    <a:pt x="2" y="108"/>
                  </a:lnTo>
                  <a:lnTo>
                    <a:pt x="2" y="108"/>
                  </a:lnTo>
                  <a:lnTo>
                    <a:pt x="2" y="108"/>
                  </a:lnTo>
                  <a:lnTo>
                    <a:pt x="2" y="110"/>
                  </a:lnTo>
                  <a:lnTo>
                    <a:pt x="2" y="110"/>
                  </a:lnTo>
                  <a:lnTo>
                    <a:pt x="2" y="110"/>
                  </a:lnTo>
                  <a:lnTo>
                    <a:pt x="2" y="112"/>
                  </a:lnTo>
                  <a:lnTo>
                    <a:pt x="2" y="112"/>
                  </a:lnTo>
                  <a:lnTo>
                    <a:pt x="4" y="112"/>
                  </a:lnTo>
                  <a:lnTo>
                    <a:pt x="4" y="112"/>
                  </a:lnTo>
                  <a:lnTo>
                    <a:pt x="6" y="116"/>
                  </a:lnTo>
                  <a:lnTo>
                    <a:pt x="8" y="116"/>
                  </a:lnTo>
                  <a:lnTo>
                    <a:pt x="8" y="118"/>
                  </a:lnTo>
                  <a:lnTo>
                    <a:pt x="8" y="120"/>
                  </a:lnTo>
                  <a:lnTo>
                    <a:pt x="8" y="120"/>
                  </a:lnTo>
                  <a:lnTo>
                    <a:pt x="8" y="120"/>
                  </a:lnTo>
                  <a:lnTo>
                    <a:pt x="0" y="131"/>
                  </a:lnTo>
                  <a:lnTo>
                    <a:pt x="4" y="133"/>
                  </a:lnTo>
                  <a:lnTo>
                    <a:pt x="13" y="137"/>
                  </a:lnTo>
                  <a:lnTo>
                    <a:pt x="13" y="137"/>
                  </a:lnTo>
                  <a:lnTo>
                    <a:pt x="23" y="139"/>
                  </a:lnTo>
                  <a:lnTo>
                    <a:pt x="27" y="139"/>
                  </a:lnTo>
                  <a:lnTo>
                    <a:pt x="27" y="139"/>
                  </a:lnTo>
                  <a:lnTo>
                    <a:pt x="29" y="139"/>
                  </a:lnTo>
                  <a:lnTo>
                    <a:pt x="29" y="139"/>
                  </a:lnTo>
                  <a:lnTo>
                    <a:pt x="29" y="139"/>
                  </a:lnTo>
                  <a:lnTo>
                    <a:pt x="29" y="139"/>
                  </a:lnTo>
                  <a:lnTo>
                    <a:pt x="32" y="135"/>
                  </a:lnTo>
                  <a:lnTo>
                    <a:pt x="32" y="135"/>
                  </a:lnTo>
                  <a:lnTo>
                    <a:pt x="34" y="135"/>
                  </a:lnTo>
                  <a:lnTo>
                    <a:pt x="44" y="135"/>
                  </a:lnTo>
                  <a:lnTo>
                    <a:pt x="44" y="135"/>
                  </a:lnTo>
                  <a:lnTo>
                    <a:pt x="44" y="135"/>
                  </a:lnTo>
                  <a:lnTo>
                    <a:pt x="44" y="135"/>
                  </a:lnTo>
                  <a:lnTo>
                    <a:pt x="46" y="137"/>
                  </a:lnTo>
                  <a:lnTo>
                    <a:pt x="46" y="137"/>
                  </a:lnTo>
                  <a:lnTo>
                    <a:pt x="46" y="137"/>
                  </a:lnTo>
                  <a:lnTo>
                    <a:pt x="46" y="137"/>
                  </a:lnTo>
                  <a:lnTo>
                    <a:pt x="48" y="137"/>
                  </a:lnTo>
                  <a:lnTo>
                    <a:pt x="48" y="137"/>
                  </a:lnTo>
                  <a:lnTo>
                    <a:pt x="48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1" y="137"/>
                  </a:lnTo>
                  <a:lnTo>
                    <a:pt x="51" y="137"/>
                  </a:lnTo>
                  <a:lnTo>
                    <a:pt x="51" y="137"/>
                  </a:lnTo>
                  <a:lnTo>
                    <a:pt x="51" y="137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7"/>
                  </a:lnTo>
                  <a:lnTo>
                    <a:pt x="55" y="137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59" y="143"/>
                  </a:lnTo>
                  <a:lnTo>
                    <a:pt x="57" y="145"/>
                  </a:lnTo>
                  <a:lnTo>
                    <a:pt x="57" y="145"/>
                  </a:lnTo>
                  <a:lnTo>
                    <a:pt x="57" y="145"/>
                  </a:lnTo>
                  <a:lnTo>
                    <a:pt x="57" y="150"/>
                  </a:lnTo>
                  <a:lnTo>
                    <a:pt x="57" y="150"/>
                  </a:lnTo>
                  <a:lnTo>
                    <a:pt x="57" y="152"/>
                  </a:lnTo>
                  <a:lnTo>
                    <a:pt x="57" y="152"/>
                  </a:lnTo>
                  <a:lnTo>
                    <a:pt x="57" y="152"/>
                  </a:lnTo>
                  <a:lnTo>
                    <a:pt x="57" y="154"/>
                  </a:lnTo>
                  <a:lnTo>
                    <a:pt x="67" y="160"/>
                  </a:lnTo>
                  <a:lnTo>
                    <a:pt x="69" y="160"/>
                  </a:lnTo>
                  <a:lnTo>
                    <a:pt x="69" y="162"/>
                  </a:lnTo>
                  <a:lnTo>
                    <a:pt x="69" y="162"/>
                  </a:lnTo>
                  <a:lnTo>
                    <a:pt x="72" y="164"/>
                  </a:lnTo>
                  <a:lnTo>
                    <a:pt x="72" y="164"/>
                  </a:lnTo>
                  <a:lnTo>
                    <a:pt x="72" y="164"/>
                  </a:lnTo>
                  <a:lnTo>
                    <a:pt x="72" y="165"/>
                  </a:lnTo>
                  <a:lnTo>
                    <a:pt x="72" y="165"/>
                  </a:lnTo>
                  <a:lnTo>
                    <a:pt x="74" y="165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6" y="167"/>
                  </a:lnTo>
                  <a:lnTo>
                    <a:pt x="76" y="167"/>
                  </a:lnTo>
                  <a:lnTo>
                    <a:pt x="78" y="167"/>
                  </a:lnTo>
                  <a:lnTo>
                    <a:pt x="78" y="167"/>
                  </a:lnTo>
                  <a:lnTo>
                    <a:pt x="80" y="167"/>
                  </a:lnTo>
                  <a:lnTo>
                    <a:pt x="80" y="167"/>
                  </a:lnTo>
                  <a:lnTo>
                    <a:pt x="80" y="167"/>
                  </a:lnTo>
                  <a:lnTo>
                    <a:pt x="80" y="167"/>
                  </a:lnTo>
                  <a:lnTo>
                    <a:pt x="80" y="167"/>
                  </a:lnTo>
                  <a:lnTo>
                    <a:pt x="80" y="167"/>
                  </a:lnTo>
                  <a:lnTo>
                    <a:pt x="82" y="169"/>
                  </a:lnTo>
                  <a:lnTo>
                    <a:pt x="82" y="169"/>
                  </a:lnTo>
                  <a:lnTo>
                    <a:pt x="82" y="169"/>
                  </a:lnTo>
                  <a:lnTo>
                    <a:pt x="82" y="169"/>
                  </a:lnTo>
                  <a:lnTo>
                    <a:pt x="84" y="173"/>
                  </a:lnTo>
                  <a:lnTo>
                    <a:pt x="84" y="173"/>
                  </a:lnTo>
                  <a:lnTo>
                    <a:pt x="84" y="173"/>
                  </a:lnTo>
                  <a:lnTo>
                    <a:pt x="84" y="173"/>
                  </a:lnTo>
                  <a:lnTo>
                    <a:pt x="86" y="171"/>
                  </a:lnTo>
                  <a:lnTo>
                    <a:pt x="88" y="171"/>
                  </a:lnTo>
                  <a:lnTo>
                    <a:pt x="88" y="171"/>
                  </a:lnTo>
                  <a:lnTo>
                    <a:pt x="88" y="171"/>
                  </a:lnTo>
                  <a:lnTo>
                    <a:pt x="88" y="171"/>
                  </a:lnTo>
                  <a:lnTo>
                    <a:pt x="91" y="175"/>
                  </a:lnTo>
                  <a:lnTo>
                    <a:pt x="91" y="175"/>
                  </a:lnTo>
                  <a:lnTo>
                    <a:pt x="91" y="175"/>
                  </a:lnTo>
                  <a:lnTo>
                    <a:pt x="91" y="175"/>
                  </a:lnTo>
                  <a:lnTo>
                    <a:pt x="97" y="173"/>
                  </a:lnTo>
                  <a:lnTo>
                    <a:pt x="103" y="173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8" y="177"/>
                  </a:lnTo>
                  <a:lnTo>
                    <a:pt x="118" y="177"/>
                  </a:lnTo>
                  <a:lnTo>
                    <a:pt x="118" y="183"/>
                  </a:lnTo>
                  <a:lnTo>
                    <a:pt x="118" y="183"/>
                  </a:lnTo>
                  <a:lnTo>
                    <a:pt x="118" y="183"/>
                  </a:lnTo>
                  <a:lnTo>
                    <a:pt x="118" y="185"/>
                  </a:lnTo>
                  <a:lnTo>
                    <a:pt x="118" y="185"/>
                  </a:lnTo>
                  <a:lnTo>
                    <a:pt x="118" y="185"/>
                  </a:lnTo>
                  <a:lnTo>
                    <a:pt x="118" y="185"/>
                  </a:lnTo>
                  <a:lnTo>
                    <a:pt x="116" y="185"/>
                  </a:lnTo>
                  <a:lnTo>
                    <a:pt x="114" y="186"/>
                  </a:lnTo>
                  <a:lnTo>
                    <a:pt x="112" y="186"/>
                  </a:lnTo>
                  <a:lnTo>
                    <a:pt x="112" y="188"/>
                  </a:lnTo>
                  <a:lnTo>
                    <a:pt x="112" y="188"/>
                  </a:lnTo>
                  <a:lnTo>
                    <a:pt x="112" y="188"/>
                  </a:lnTo>
                  <a:lnTo>
                    <a:pt x="112" y="190"/>
                  </a:lnTo>
                  <a:lnTo>
                    <a:pt x="111" y="194"/>
                  </a:lnTo>
                  <a:lnTo>
                    <a:pt x="109" y="194"/>
                  </a:lnTo>
                  <a:lnTo>
                    <a:pt x="109" y="194"/>
                  </a:lnTo>
                  <a:lnTo>
                    <a:pt x="109" y="194"/>
                  </a:lnTo>
                  <a:lnTo>
                    <a:pt x="109" y="196"/>
                  </a:lnTo>
                  <a:lnTo>
                    <a:pt x="109" y="196"/>
                  </a:lnTo>
                  <a:lnTo>
                    <a:pt x="109" y="198"/>
                  </a:lnTo>
                  <a:lnTo>
                    <a:pt x="109" y="200"/>
                  </a:lnTo>
                  <a:lnTo>
                    <a:pt x="109" y="200"/>
                  </a:lnTo>
                  <a:lnTo>
                    <a:pt x="109" y="200"/>
                  </a:lnTo>
                  <a:lnTo>
                    <a:pt x="112" y="205"/>
                  </a:lnTo>
                  <a:lnTo>
                    <a:pt x="112" y="205"/>
                  </a:lnTo>
                  <a:lnTo>
                    <a:pt x="112" y="205"/>
                  </a:lnTo>
                  <a:lnTo>
                    <a:pt x="112" y="207"/>
                  </a:lnTo>
                  <a:lnTo>
                    <a:pt x="112" y="207"/>
                  </a:lnTo>
                  <a:lnTo>
                    <a:pt x="112" y="209"/>
                  </a:lnTo>
                  <a:lnTo>
                    <a:pt x="112" y="209"/>
                  </a:lnTo>
                  <a:lnTo>
                    <a:pt x="112" y="209"/>
                  </a:lnTo>
                  <a:lnTo>
                    <a:pt x="112" y="211"/>
                  </a:lnTo>
                  <a:lnTo>
                    <a:pt x="112" y="211"/>
                  </a:lnTo>
                  <a:lnTo>
                    <a:pt x="112" y="211"/>
                  </a:lnTo>
                  <a:lnTo>
                    <a:pt x="112" y="211"/>
                  </a:lnTo>
                  <a:lnTo>
                    <a:pt x="112" y="211"/>
                  </a:lnTo>
                  <a:lnTo>
                    <a:pt x="114" y="211"/>
                  </a:lnTo>
                  <a:lnTo>
                    <a:pt x="114" y="211"/>
                  </a:lnTo>
                  <a:lnTo>
                    <a:pt x="114" y="211"/>
                  </a:lnTo>
                  <a:lnTo>
                    <a:pt x="114" y="211"/>
                  </a:lnTo>
                  <a:lnTo>
                    <a:pt x="116" y="209"/>
                  </a:lnTo>
                  <a:lnTo>
                    <a:pt x="116" y="207"/>
                  </a:lnTo>
                  <a:lnTo>
                    <a:pt x="116" y="207"/>
                  </a:lnTo>
                  <a:lnTo>
                    <a:pt x="118" y="207"/>
                  </a:lnTo>
                  <a:lnTo>
                    <a:pt x="120" y="207"/>
                  </a:lnTo>
                  <a:lnTo>
                    <a:pt x="120" y="207"/>
                  </a:lnTo>
                  <a:lnTo>
                    <a:pt x="120" y="207"/>
                  </a:lnTo>
                  <a:lnTo>
                    <a:pt x="120" y="207"/>
                  </a:lnTo>
                  <a:lnTo>
                    <a:pt x="120" y="207"/>
                  </a:lnTo>
                  <a:lnTo>
                    <a:pt x="122" y="209"/>
                  </a:lnTo>
                  <a:lnTo>
                    <a:pt x="124" y="209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8" y="211"/>
                  </a:lnTo>
                  <a:lnTo>
                    <a:pt x="128" y="211"/>
                  </a:lnTo>
                  <a:lnTo>
                    <a:pt x="128" y="211"/>
                  </a:lnTo>
                  <a:lnTo>
                    <a:pt x="130" y="211"/>
                  </a:lnTo>
                  <a:lnTo>
                    <a:pt x="130" y="211"/>
                  </a:lnTo>
                  <a:lnTo>
                    <a:pt x="131" y="211"/>
                  </a:lnTo>
                  <a:lnTo>
                    <a:pt x="133" y="215"/>
                  </a:lnTo>
                  <a:lnTo>
                    <a:pt x="133" y="215"/>
                  </a:lnTo>
                  <a:lnTo>
                    <a:pt x="133" y="215"/>
                  </a:lnTo>
                  <a:lnTo>
                    <a:pt x="133" y="215"/>
                  </a:lnTo>
                  <a:lnTo>
                    <a:pt x="133" y="215"/>
                  </a:lnTo>
                  <a:lnTo>
                    <a:pt x="133" y="215"/>
                  </a:lnTo>
                  <a:lnTo>
                    <a:pt x="135" y="215"/>
                  </a:lnTo>
                  <a:lnTo>
                    <a:pt x="135" y="215"/>
                  </a:lnTo>
                  <a:lnTo>
                    <a:pt x="137" y="215"/>
                  </a:lnTo>
                  <a:lnTo>
                    <a:pt x="137" y="215"/>
                  </a:lnTo>
                  <a:lnTo>
                    <a:pt x="137" y="215"/>
                  </a:lnTo>
                  <a:lnTo>
                    <a:pt x="137" y="215"/>
                  </a:lnTo>
                  <a:lnTo>
                    <a:pt x="137" y="215"/>
                  </a:lnTo>
                  <a:lnTo>
                    <a:pt x="139" y="215"/>
                  </a:lnTo>
                  <a:lnTo>
                    <a:pt x="139" y="215"/>
                  </a:lnTo>
                  <a:lnTo>
                    <a:pt x="139" y="215"/>
                  </a:lnTo>
                  <a:lnTo>
                    <a:pt x="139" y="217"/>
                  </a:lnTo>
                  <a:lnTo>
                    <a:pt x="141" y="217"/>
                  </a:lnTo>
                  <a:lnTo>
                    <a:pt x="141" y="219"/>
                  </a:lnTo>
                  <a:lnTo>
                    <a:pt x="141" y="219"/>
                  </a:lnTo>
                  <a:lnTo>
                    <a:pt x="141" y="219"/>
                  </a:lnTo>
                  <a:lnTo>
                    <a:pt x="141" y="219"/>
                  </a:lnTo>
                  <a:lnTo>
                    <a:pt x="143" y="219"/>
                  </a:lnTo>
                  <a:lnTo>
                    <a:pt x="145" y="219"/>
                  </a:lnTo>
                  <a:lnTo>
                    <a:pt x="145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21"/>
                  </a:lnTo>
                  <a:lnTo>
                    <a:pt x="147" y="221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7" y="224"/>
                  </a:lnTo>
                  <a:lnTo>
                    <a:pt x="147" y="224"/>
                  </a:lnTo>
                  <a:lnTo>
                    <a:pt x="145" y="226"/>
                  </a:lnTo>
                  <a:lnTo>
                    <a:pt x="145" y="226"/>
                  </a:lnTo>
                  <a:lnTo>
                    <a:pt x="145" y="226"/>
                  </a:lnTo>
                  <a:lnTo>
                    <a:pt x="145" y="228"/>
                  </a:lnTo>
                  <a:lnTo>
                    <a:pt x="145" y="228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7" y="230"/>
                  </a:lnTo>
                  <a:lnTo>
                    <a:pt x="147" y="230"/>
                  </a:lnTo>
                  <a:lnTo>
                    <a:pt x="147" y="232"/>
                  </a:lnTo>
                  <a:lnTo>
                    <a:pt x="147" y="232"/>
                  </a:lnTo>
                  <a:lnTo>
                    <a:pt x="147" y="232"/>
                  </a:lnTo>
                  <a:lnTo>
                    <a:pt x="147" y="234"/>
                  </a:lnTo>
                  <a:lnTo>
                    <a:pt x="147" y="234"/>
                  </a:lnTo>
                  <a:lnTo>
                    <a:pt x="147" y="234"/>
                  </a:lnTo>
                  <a:lnTo>
                    <a:pt x="147" y="234"/>
                  </a:lnTo>
                  <a:lnTo>
                    <a:pt x="147" y="234"/>
                  </a:lnTo>
                  <a:lnTo>
                    <a:pt x="147" y="234"/>
                  </a:lnTo>
                  <a:lnTo>
                    <a:pt x="145" y="236"/>
                  </a:lnTo>
                  <a:lnTo>
                    <a:pt x="145" y="236"/>
                  </a:lnTo>
                  <a:lnTo>
                    <a:pt x="145" y="238"/>
                  </a:lnTo>
                  <a:lnTo>
                    <a:pt x="143" y="238"/>
                  </a:lnTo>
                  <a:lnTo>
                    <a:pt x="143" y="240"/>
                  </a:lnTo>
                  <a:lnTo>
                    <a:pt x="143" y="242"/>
                  </a:lnTo>
                  <a:lnTo>
                    <a:pt x="143" y="242"/>
                  </a:lnTo>
                  <a:lnTo>
                    <a:pt x="143" y="242"/>
                  </a:lnTo>
                  <a:lnTo>
                    <a:pt x="143" y="242"/>
                  </a:lnTo>
                  <a:lnTo>
                    <a:pt x="141" y="243"/>
                  </a:lnTo>
                  <a:lnTo>
                    <a:pt x="141" y="243"/>
                  </a:lnTo>
                  <a:lnTo>
                    <a:pt x="141" y="243"/>
                  </a:lnTo>
                  <a:lnTo>
                    <a:pt x="141" y="243"/>
                  </a:lnTo>
                  <a:lnTo>
                    <a:pt x="141" y="243"/>
                  </a:lnTo>
                  <a:lnTo>
                    <a:pt x="141" y="245"/>
                  </a:lnTo>
                  <a:lnTo>
                    <a:pt x="141" y="247"/>
                  </a:lnTo>
                  <a:lnTo>
                    <a:pt x="141" y="247"/>
                  </a:lnTo>
                  <a:lnTo>
                    <a:pt x="139" y="247"/>
                  </a:lnTo>
                  <a:lnTo>
                    <a:pt x="139" y="247"/>
                  </a:lnTo>
                  <a:lnTo>
                    <a:pt x="139" y="247"/>
                  </a:lnTo>
                  <a:lnTo>
                    <a:pt x="139" y="247"/>
                  </a:lnTo>
                  <a:lnTo>
                    <a:pt x="139" y="249"/>
                  </a:lnTo>
                  <a:lnTo>
                    <a:pt x="139" y="249"/>
                  </a:lnTo>
                  <a:lnTo>
                    <a:pt x="137" y="249"/>
                  </a:lnTo>
                  <a:lnTo>
                    <a:pt x="137" y="249"/>
                  </a:lnTo>
                  <a:lnTo>
                    <a:pt x="137" y="249"/>
                  </a:lnTo>
                  <a:lnTo>
                    <a:pt x="135" y="249"/>
                  </a:lnTo>
                  <a:lnTo>
                    <a:pt x="135" y="249"/>
                  </a:lnTo>
                  <a:lnTo>
                    <a:pt x="133" y="249"/>
                  </a:lnTo>
                  <a:lnTo>
                    <a:pt x="133" y="249"/>
                  </a:lnTo>
                  <a:lnTo>
                    <a:pt x="133" y="251"/>
                  </a:lnTo>
                  <a:lnTo>
                    <a:pt x="133" y="251"/>
                  </a:lnTo>
                  <a:lnTo>
                    <a:pt x="133" y="251"/>
                  </a:lnTo>
                  <a:lnTo>
                    <a:pt x="131" y="251"/>
                  </a:lnTo>
                  <a:lnTo>
                    <a:pt x="131" y="251"/>
                  </a:lnTo>
                  <a:lnTo>
                    <a:pt x="131" y="253"/>
                  </a:lnTo>
                  <a:lnTo>
                    <a:pt x="131" y="253"/>
                  </a:lnTo>
                  <a:lnTo>
                    <a:pt x="131" y="253"/>
                  </a:lnTo>
                  <a:lnTo>
                    <a:pt x="131" y="253"/>
                  </a:lnTo>
                  <a:lnTo>
                    <a:pt x="131" y="253"/>
                  </a:lnTo>
                  <a:lnTo>
                    <a:pt x="130" y="253"/>
                  </a:lnTo>
                  <a:lnTo>
                    <a:pt x="130" y="255"/>
                  </a:lnTo>
                  <a:lnTo>
                    <a:pt x="130" y="255"/>
                  </a:lnTo>
                  <a:lnTo>
                    <a:pt x="130" y="255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4" y="255"/>
                  </a:lnTo>
                  <a:lnTo>
                    <a:pt x="122" y="255"/>
                  </a:lnTo>
                  <a:lnTo>
                    <a:pt x="120" y="257"/>
                  </a:lnTo>
                  <a:lnTo>
                    <a:pt x="120" y="257"/>
                  </a:lnTo>
                  <a:lnTo>
                    <a:pt x="120" y="257"/>
                  </a:lnTo>
                  <a:lnTo>
                    <a:pt x="120" y="257"/>
                  </a:lnTo>
                  <a:lnTo>
                    <a:pt x="118" y="257"/>
                  </a:lnTo>
                  <a:lnTo>
                    <a:pt x="118" y="257"/>
                  </a:lnTo>
                  <a:lnTo>
                    <a:pt x="118" y="259"/>
                  </a:lnTo>
                  <a:lnTo>
                    <a:pt x="116" y="257"/>
                  </a:lnTo>
                  <a:lnTo>
                    <a:pt x="114" y="259"/>
                  </a:lnTo>
                  <a:lnTo>
                    <a:pt x="114" y="259"/>
                  </a:lnTo>
                  <a:lnTo>
                    <a:pt x="114" y="259"/>
                  </a:lnTo>
                  <a:lnTo>
                    <a:pt x="112" y="261"/>
                  </a:lnTo>
                  <a:lnTo>
                    <a:pt x="111" y="261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09" y="266"/>
                  </a:lnTo>
                  <a:lnTo>
                    <a:pt x="109" y="266"/>
                  </a:lnTo>
                  <a:lnTo>
                    <a:pt x="105" y="270"/>
                  </a:lnTo>
                  <a:lnTo>
                    <a:pt x="105" y="272"/>
                  </a:lnTo>
                  <a:lnTo>
                    <a:pt x="105" y="272"/>
                  </a:lnTo>
                  <a:lnTo>
                    <a:pt x="105" y="272"/>
                  </a:lnTo>
                  <a:lnTo>
                    <a:pt x="105" y="272"/>
                  </a:lnTo>
                  <a:lnTo>
                    <a:pt x="107" y="274"/>
                  </a:lnTo>
                  <a:lnTo>
                    <a:pt x="107" y="274"/>
                  </a:lnTo>
                  <a:lnTo>
                    <a:pt x="107" y="276"/>
                  </a:lnTo>
                  <a:lnTo>
                    <a:pt x="107" y="276"/>
                  </a:lnTo>
                  <a:lnTo>
                    <a:pt x="105" y="282"/>
                  </a:lnTo>
                  <a:lnTo>
                    <a:pt x="103" y="283"/>
                  </a:lnTo>
                  <a:lnTo>
                    <a:pt x="103" y="283"/>
                  </a:lnTo>
                  <a:lnTo>
                    <a:pt x="103" y="283"/>
                  </a:lnTo>
                  <a:lnTo>
                    <a:pt x="103" y="283"/>
                  </a:lnTo>
                  <a:lnTo>
                    <a:pt x="103" y="283"/>
                  </a:lnTo>
                  <a:lnTo>
                    <a:pt x="103" y="283"/>
                  </a:lnTo>
                  <a:lnTo>
                    <a:pt x="103" y="283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99" y="282"/>
                  </a:lnTo>
                  <a:lnTo>
                    <a:pt x="99" y="282"/>
                  </a:lnTo>
                  <a:lnTo>
                    <a:pt x="97" y="282"/>
                  </a:lnTo>
                  <a:lnTo>
                    <a:pt x="97" y="282"/>
                  </a:lnTo>
                  <a:lnTo>
                    <a:pt x="95" y="282"/>
                  </a:lnTo>
                  <a:lnTo>
                    <a:pt x="95" y="283"/>
                  </a:lnTo>
                  <a:lnTo>
                    <a:pt x="95" y="283"/>
                  </a:lnTo>
                  <a:lnTo>
                    <a:pt x="93" y="283"/>
                  </a:lnTo>
                  <a:lnTo>
                    <a:pt x="93" y="283"/>
                  </a:lnTo>
                  <a:lnTo>
                    <a:pt x="91" y="282"/>
                  </a:lnTo>
                  <a:lnTo>
                    <a:pt x="91" y="282"/>
                  </a:lnTo>
                  <a:lnTo>
                    <a:pt x="91" y="282"/>
                  </a:lnTo>
                  <a:lnTo>
                    <a:pt x="91" y="282"/>
                  </a:lnTo>
                  <a:lnTo>
                    <a:pt x="88" y="283"/>
                  </a:lnTo>
                  <a:lnTo>
                    <a:pt x="88" y="283"/>
                  </a:lnTo>
                  <a:lnTo>
                    <a:pt x="88" y="283"/>
                  </a:lnTo>
                  <a:lnTo>
                    <a:pt x="88" y="283"/>
                  </a:lnTo>
                  <a:lnTo>
                    <a:pt x="88" y="283"/>
                  </a:lnTo>
                  <a:lnTo>
                    <a:pt x="88" y="285"/>
                  </a:lnTo>
                  <a:lnTo>
                    <a:pt x="88" y="285"/>
                  </a:lnTo>
                  <a:lnTo>
                    <a:pt x="88" y="285"/>
                  </a:lnTo>
                  <a:lnTo>
                    <a:pt x="86" y="287"/>
                  </a:lnTo>
                  <a:lnTo>
                    <a:pt x="86" y="287"/>
                  </a:lnTo>
                  <a:lnTo>
                    <a:pt x="86" y="287"/>
                  </a:lnTo>
                  <a:lnTo>
                    <a:pt x="86" y="287"/>
                  </a:lnTo>
                  <a:lnTo>
                    <a:pt x="86" y="289"/>
                  </a:lnTo>
                  <a:lnTo>
                    <a:pt x="86" y="291"/>
                  </a:lnTo>
                  <a:lnTo>
                    <a:pt x="86" y="291"/>
                  </a:lnTo>
                  <a:lnTo>
                    <a:pt x="86" y="293"/>
                  </a:lnTo>
                  <a:lnTo>
                    <a:pt x="86" y="293"/>
                  </a:lnTo>
                  <a:lnTo>
                    <a:pt x="86" y="293"/>
                  </a:lnTo>
                  <a:lnTo>
                    <a:pt x="86" y="293"/>
                  </a:lnTo>
                  <a:lnTo>
                    <a:pt x="86" y="293"/>
                  </a:lnTo>
                  <a:lnTo>
                    <a:pt x="86" y="295"/>
                  </a:lnTo>
                  <a:lnTo>
                    <a:pt x="86" y="297"/>
                  </a:lnTo>
                  <a:lnTo>
                    <a:pt x="86" y="299"/>
                  </a:lnTo>
                  <a:lnTo>
                    <a:pt x="86" y="299"/>
                  </a:lnTo>
                  <a:lnTo>
                    <a:pt x="86" y="299"/>
                  </a:lnTo>
                  <a:lnTo>
                    <a:pt x="84" y="301"/>
                  </a:lnTo>
                  <a:lnTo>
                    <a:pt x="84" y="302"/>
                  </a:lnTo>
                  <a:lnTo>
                    <a:pt x="82" y="304"/>
                  </a:lnTo>
                  <a:lnTo>
                    <a:pt x="82" y="304"/>
                  </a:lnTo>
                  <a:lnTo>
                    <a:pt x="82" y="304"/>
                  </a:lnTo>
                  <a:lnTo>
                    <a:pt x="84" y="306"/>
                  </a:lnTo>
                  <a:lnTo>
                    <a:pt x="88" y="312"/>
                  </a:lnTo>
                  <a:lnTo>
                    <a:pt x="88" y="314"/>
                  </a:lnTo>
                  <a:lnTo>
                    <a:pt x="88" y="314"/>
                  </a:lnTo>
                  <a:lnTo>
                    <a:pt x="90" y="316"/>
                  </a:lnTo>
                  <a:lnTo>
                    <a:pt x="90" y="316"/>
                  </a:lnTo>
                  <a:lnTo>
                    <a:pt x="91" y="323"/>
                  </a:lnTo>
                  <a:lnTo>
                    <a:pt x="91" y="325"/>
                  </a:lnTo>
                  <a:lnTo>
                    <a:pt x="91" y="329"/>
                  </a:lnTo>
                  <a:lnTo>
                    <a:pt x="91" y="329"/>
                  </a:lnTo>
                  <a:lnTo>
                    <a:pt x="91" y="331"/>
                  </a:lnTo>
                  <a:lnTo>
                    <a:pt x="91" y="331"/>
                  </a:lnTo>
                  <a:lnTo>
                    <a:pt x="91" y="333"/>
                  </a:lnTo>
                  <a:lnTo>
                    <a:pt x="93" y="339"/>
                  </a:lnTo>
                  <a:lnTo>
                    <a:pt x="93" y="344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9" y="356"/>
                  </a:lnTo>
                  <a:lnTo>
                    <a:pt x="99" y="359"/>
                  </a:lnTo>
                  <a:lnTo>
                    <a:pt x="97" y="367"/>
                  </a:lnTo>
                  <a:lnTo>
                    <a:pt x="99" y="371"/>
                  </a:lnTo>
                  <a:lnTo>
                    <a:pt x="99" y="373"/>
                  </a:lnTo>
                  <a:lnTo>
                    <a:pt x="101" y="375"/>
                  </a:lnTo>
                  <a:lnTo>
                    <a:pt x="101" y="377"/>
                  </a:lnTo>
                  <a:lnTo>
                    <a:pt x="101" y="379"/>
                  </a:lnTo>
                  <a:lnTo>
                    <a:pt x="101" y="380"/>
                  </a:lnTo>
                  <a:lnTo>
                    <a:pt x="99" y="384"/>
                  </a:lnTo>
                  <a:lnTo>
                    <a:pt x="99" y="384"/>
                  </a:lnTo>
                  <a:lnTo>
                    <a:pt x="99" y="386"/>
                  </a:lnTo>
                  <a:lnTo>
                    <a:pt x="99" y="386"/>
                  </a:lnTo>
                  <a:lnTo>
                    <a:pt x="99" y="388"/>
                  </a:lnTo>
                  <a:lnTo>
                    <a:pt x="101" y="390"/>
                  </a:lnTo>
                  <a:lnTo>
                    <a:pt x="103" y="392"/>
                  </a:lnTo>
                  <a:lnTo>
                    <a:pt x="103" y="394"/>
                  </a:lnTo>
                  <a:lnTo>
                    <a:pt x="105" y="396"/>
                  </a:lnTo>
                  <a:lnTo>
                    <a:pt x="105" y="398"/>
                  </a:lnTo>
                  <a:lnTo>
                    <a:pt x="105" y="398"/>
                  </a:lnTo>
                  <a:lnTo>
                    <a:pt x="103" y="399"/>
                  </a:lnTo>
                  <a:lnTo>
                    <a:pt x="103" y="399"/>
                  </a:lnTo>
                  <a:lnTo>
                    <a:pt x="103" y="399"/>
                  </a:lnTo>
                  <a:lnTo>
                    <a:pt x="103" y="401"/>
                  </a:lnTo>
                  <a:lnTo>
                    <a:pt x="103" y="403"/>
                  </a:lnTo>
                  <a:lnTo>
                    <a:pt x="103" y="405"/>
                  </a:lnTo>
                  <a:lnTo>
                    <a:pt x="103" y="405"/>
                  </a:lnTo>
                  <a:lnTo>
                    <a:pt x="103" y="407"/>
                  </a:lnTo>
                  <a:lnTo>
                    <a:pt x="103" y="407"/>
                  </a:lnTo>
                  <a:lnTo>
                    <a:pt x="103" y="407"/>
                  </a:lnTo>
                  <a:lnTo>
                    <a:pt x="103" y="407"/>
                  </a:lnTo>
                  <a:lnTo>
                    <a:pt x="103" y="407"/>
                  </a:lnTo>
                  <a:lnTo>
                    <a:pt x="101" y="409"/>
                  </a:lnTo>
                  <a:lnTo>
                    <a:pt x="101" y="411"/>
                  </a:lnTo>
                  <a:lnTo>
                    <a:pt x="99" y="413"/>
                  </a:lnTo>
                  <a:lnTo>
                    <a:pt x="99" y="415"/>
                  </a:lnTo>
                  <a:lnTo>
                    <a:pt x="99" y="417"/>
                  </a:lnTo>
                  <a:lnTo>
                    <a:pt x="99" y="418"/>
                  </a:lnTo>
                  <a:lnTo>
                    <a:pt x="101" y="418"/>
                  </a:lnTo>
                  <a:lnTo>
                    <a:pt x="101" y="420"/>
                  </a:lnTo>
                  <a:lnTo>
                    <a:pt x="101" y="420"/>
                  </a:lnTo>
                  <a:lnTo>
                    <a:pt x="101" y="422"/>
                  </a:lnTo>
                  <a:lnTo>
                    <a:pt x="101" y="424"/>
                  </a:lnTo>
                  <a:lnTo>
                    <a:pt x="101" y="426"/>
                  </a:lnTo>
                  <a:lnTo>
                    <a:pt x="101" y="428"/>
                  </a:lnTo>
                  <a:lnTo>
                    <a:pt x="101" y="430"/>
                  </a:lnTo>
                  <a:lnTo>
                    <a:pt x="101" y="430"/>
                  </a:lnTo>
                  <a:lnTo>
                    <a:pt x="101" y="430"/>
                  </a:lnTo>
                  <a:lnTo>
                    <a:pt x="99" y="430"/>
                  </a:lnTo>
                  <a:lnTo>
                    <a:pt x="99" y="430"/>
                  </a:lnTo>
                  <a:lnTo>
                    <a:pt x="99" y="430"/>
                  </a:lnTo>
                  <a:lnTo>
                    <a:pt x="99" y="430"/>
                  </a:lnTo>
                  <a:lnTo>
                    <a:pt x="99" y="432"/>
                  </a:lnTo>
                  <a:lnTo>
                    <a:pt x="99" y="432"/>
                  </a:lnTo>
                  <a:lnTo>
                    <a:pt x="99" y="432"/>
                  </a:lnTo>
                  <a:lnTo>
                    <a:pt x="101" y="432"/>
                  </a:lnTo>
                  <a:lnTo>
                    <a:pt x="101" y="432"/>
                  </a:lnTo>
                  <a:lnTo>
                    <a:pt x="101" y="432"/>
                  </a:lnTo>
                  <a:lnTo>
                    <a:pt x="101" y="432"/>
                  </a:lnTo>
                  <a:lnTo>
                    <a:pt x="101" y="432"/>
                  </a:lnTo>
                  <a:lnTo>
                    <a:pt x="103" y="432"/>
                  </a:lnTo>
                  <a:lnTo>
                    <a:pt x="103" y="432"/>
                  </a:lnTo>
                  <a:lnTo>
                    <a:pt x="103" y="432"/>
                  </a:lnTo>
                  <a:lnTo>
                    <a:pt x="103" y="434"/>
                  </a:lnTo>
                  <a:lnTo>
                    <a:pt x="103" y="434"/>
                  </a:lnTo>
                  <a:lnTo>
                    <a:pt x="105" y="434"/>
                  </a:lnTo>
                  <a:lnTo>
                    <a:pt x="105" y="436"/>
                  </a:lnTo>
                  <a:lnTo>
                    <a:pt x="107" y="436"/>
                  </a:lnTo>
                  <a:lnTo>
                    <a:pt x="107" y="437"/>
                  </a:lnTo>
                  <a:lnTo>
                    <a:pt x="105" y="439"/>
                  </a:lnTo>
                  <a:lnTo>
                    <a:pt x="105" y="439"/>
                  </a:lnTo>
                  <a:lnTo>
                    <a:pt x="105" y="441"/>
                  </a:lnTo>
                  <a:lnTo>
                    <a:pt x="103" y="443"/>
                  </a:lnTo>
                  <a:lnTo>
                    <a:pt x="105" y="445"/>
                  </a:lnTo>
                  <a:lnTo>
                    <a:pt x="109" y="447"/>
                  </a:lnTo>
                  <a:lnTo>
                    <a:pt x="112" y="449"/>
                  </a:lnTo>
                  <a:lnTo>
                    <a:pt x="116" y="451"/>
                  </a:lnTo>
                  <a:lnTo>
                    <a:pt x="116" y="453"/>
                  </a:lnTo>
                  <a:lnTo>
                    <a:pt x="118" y="455"/>
                  </a:lnTo>
                  <a:lnTo>
                    <a:pt x="120" y="455"/>
                  </a:lnTo>
                  <a:lnTo>
                    <a:pt x="122" y="455"/>
                  </a:lnTo>
                  <a:lnTo>
                    <a:pt x="122" y="455"/>
                  </a:lnTo>
                  <a:lnTo>
                    <a:pt x="122" y="455"/>
                  </a:lnTo>
                  <a:lnTo>
                    <a:pt x="124" y="455"/>
                  </a:lnTo>
                  <a:lnTo>
                    <a:pt x="124" y="455"/>
                  </a:lnTo>
                  <a:lnTo>
                    <a:pt x="126" y="455"/>
                  </a:lnTo>
                  <a:lnTo>
                    <a:pt x="126" y="453"/>
                  </a:lnTo>
                  <a:lnTo>
                    <a:pt x="130" y="453"/>
                  </a:lnTo>
                  <a:lnTo>
                    <a:pt x="131" y="455"/>
                  </a:lnTo>
                  <a:lnTo>
                    <a:pt x="133" y="455"/>
                  </a:lnTo>
                  <a:lnTo>
                    <a:pt x="133" y="455"/>
                  </a:lnTo>
                  <a:lnTo>
                    <a:pt x="133" y="456"/>
                  </a:lnTo>
                  <a:lnTo>
                    <a:pt x="133" y="456"/>
                  </a:lnTo>
                  <a:lnTo>
                    <a:pt x="133" y="456"/>
                  </a:lnTo>
                  <a:lnTo>
                    <a:pt x="135" y="460"/>
                  </a:lnTo>
                  <a:lnTo>
                    <a:pt x="137" y="460"/>
                  </a:lnTo>
                  <a:lnTo>
                    <a:pt x="168" y="475"/>
                  </a:lnTo>
                  <a:lnTo>
                    <a:pt x="168" y="475"/>
                  </a:lnTo>
                  <a:lnTo>
                    <a:pt x="166" y="477"/>
                  </a:lnTo>
                  <a:lnTo>
                    <a:pt x="168" y="479"/>
                  </a:lnTo>
                  <a:lnTo>
                    <a:pt x="168" y="481"/>
                  </a:lnTo>
                  <a:lnTo>
                    <a:pt x="170" y="483"/>
                  </a:lnTo>
                  <a:lnTo>
                    <a:pt x="171" y="483"/>
                  </a:lnTo>
                  <a:lnTo>
                    <a:pt x="173" y="483"/>
                  </a:lnTo>
                  <a:lnTo>
                    <a:pt x="177" y="481"/>
                  </a:lnTo>
                  <a:lnTo>
                    <a:pt x="179" y="479"/>
                  </a:lnTo>
                  <a:lnTo>
                    <a:pt x="179" y="481"/>
                  </a:lnTo>
                  <a:lnTo>
                    <a:pt x="183" y="483"/>
                  </a:lnTo>
                  <a:lnTo>
                    <a:pt x="185" y="485"/>
                  </a:lnTo>
                  <a:lnTo>
                    <a:pt x="187" y="485"/>
                  </a:lnTo>
                  <a:lnTo>
                    <a:pt x="191" y="483"/>
                  </a:lnTo>
                  <a:lnTo>
                    <a:pt x="192" y="483"/>
                  </a:lnTo>
                  <a:lnTo>
                    <a:pt x="194" y="481"/>
                  </a:lnTo>
                  <a:lnTo>
                    <a:pt x="196" y="481"/>
                  </a:lnTo>
                  <a:lnTo>
                    <a:pt x="196" y="479"/>
                  </a:lnTo>
                  <a:lnTo>
                    <a:pt x="196" y="475"/>
                  </a:lnTo>
                  <a:lnTo>
                    <a:pt x="198" y="475"/>
                  </a:lnTo>
                  <a:lnTo>
                    <a:pt x="200" y="474"/>
                  </a:lnTo>
                  <a:lnTo>
                    <a:pt x="202" y="475"/>
                  </a:lnTo>
                  <a:lnTo>
                    <a:pt x="202" y="477"/>
                  </a:lnTo>
                  <a:lnTo>
                    <a:pt x="200" y="479"/>
                  </a:lnTo>
                  <a:lnTo>
                    <a:pt x="198" y="485"/>
                  </a:lnTo>
                  <a:lnTo>
                    <a:pt x="198" y="487"/>
                  </a:lnTo>
                  <a:lnTo>
                    <a:pt x="198" y="489"/>
                  </a:lnTo>
                  <a:lnTo>
                    <a:pt x="198" y="495"/>
                  </a:lnTo>
                  <a:lnTo>
                    <a:pt x="198" y="496"/>
                  </a:lnTo>
                  <a:lnTo>
                    <a:pt x="198" y="498"/>
                  </a:lnTo>
                  <a:lnTo>
                    <a:pt x="196" y="500"/>
                  </a:lnTo>
                  <a:lnTo>
                    <a:pt x="196" y="502"/>
                  </a:lnTo>
                  <a:lnTo>
                    <a:pt x="196" y="504"/>
                  </a:lnTo>
                  <a:lnTo>
                    <a:pt x="198" y="512"/>
                  </a:lnTo>
                  <a:lnTo>
                    <a:pt x="202" y="515"/>
                  </a:lnTo>
                  <a:lnTo>
                    <a:pt x="206" y="515"/>
                  </a:lnTo>
                  <a:lnTo>
                    <a:pt x="208" y="515"/>
                  </a:lnTo>
                  <a:lnTo>
                    <a:pt x="211" y="514"/>
                  </a:lnTo>
                  <a:lnTo>
                    <a:pt x="215" y="514"/>
                  </a:lnTo>
                  <a:lnTo>
                    <a:pt x="221" y="517"/>
                  </a:lnTo>
                  <a:lnTo>
                    <a:pt x="225" y="517"/>
                  </a:lnTo>
                  <a:lnTo>
                    <a:pt x="229" y="515"/>
                  </a:lnTo>
                  <a:lnTo>
                    <a:pt x="232" y="515"/>
                  </a:lnTo>
                  <a:lnTo>
                    <a:pt x="234" y="515"/>
                  </a:lnTo>
                  <a:lnTo>
                    <a:pt x="238" y="519"/>
                  </a:lnTo>
                  <a:lnTo>
                    <a:pt x="242" y="521"/>
                  </a:lnTo>
                  <a:lnTo>
                    <a:pt x="248" y="523"/>
                  </a:lnTo>
                  <a:lnTo>
                    <a:pt x="252" y="525"/>
                  </a:lnTo>
                  <a:lnTo>
                    <a:pt x="257" y="531"/>
                  </a:lnTo>
                  <a:lnTo>
                    <a:pt x="261" y="529"/>
                  </a:lnTo>
                  <a:lnTo>
                    <a:pt x="267" y="529"/>
                  </a:lnTo>
                  <a:lnTo>
                    <a:pt x="269" y="529"/>
                  </a:lnTo>
                  <a:lnTo>
                    <a:pt x="269" y="527"/>
                  </a:lnTo>
                  <a:lnTo>
                    <a:pt x="271" y="527"/>
                  </a:lnTo>
                  <a:lnTo>
                    <a:pt x="271" y="527"/>
                  </a:lnTo>
                  <a:lnTo>
                    <a:pt x="271" y="527"/>
                  </a:lnTo>
                  <a:lnTo>
                    <a:pt x="271" y="529"/>
                  </a:lnTo>
                  <a:lnTo>
                    <a:pt x="271" y="531"/>
                  </a:lnTo>
                  <a:lnTo>
                    <a:pt x="272" y="531"/>
                  </a:lnTo>
                  <a:lnTo>
                    <a:pt x="272" y="531"/>
                  </a:lnTo>
                  <a:lnTo>
                    <a:pt x="274" y="533"/>
                  </a:lnTo>
                  <a:lnTo>
                    <a:pt x="274" y="533"/>
                  </a:lnTo>
                  <a:lnTo>
                    <a:pt x="276" y="533"/>
                  </a:lnTo>
                  <a:lnTo>
                    <a:pt x="280" y="529"/>
                  </a:lnTo>
                  <a:lnTo>
                    <a:pt x="284" y="525"/>
                  </a:lnTo>
                  <a:lnTo>
                    <a:pt x="286" y="523"/>
                  </a:lnTo>
                  <a:lnTo>
                    <a:pt x="293" y="523"/>
                  </a:lnTo>
                  <a:lnTo>
                    <a:pt x="295" y="521"/>
                  </a:lnTo>
                  <a:lnTo>
                    <a:pt x="295" y="521"/>
                  </a:lnTo>
                  <a:lnTo>
                    <a:pt x="297" y="519"/>
                  </a:lnTo>
                  <a:lnTo>
                    <a:pt x="297" y="519"/>
                  </a:lnTo>
                  <a:lnTo>
                    <a:pt x="297" y="519"/>
                  </a:lnTo>
                  <a:lnTo>
                    <a:pt x="299" y="515"/>
                  </a:lnTo>
                  <a:lnTo>
                    <a:pt x="299" y="515"/>
                  </a:lnTo>
                  <a:lnTo>
                    <a:pt x="303" y="514"/>
                  </a:lnTo>
                  <a:lnTo>
                    <a:pt x="305" y="512"/>
                  </a:lnTo>
                  <a:lnTo>
                    <a:pt x="307" y="512"/>
                  </a:lnTo>
                  <a:lnTo>
                    <a:pt x="307" y="512"/>
                  </a:lnTo>
                  <a:lnTo>
                    <a:pt x="309" y="510"/>
                  </a:lnTo>
                  <a:lnTo>
                    <a:pt x="309" y="508"/>
                  </a:lnTo>
                  <a:lnTo>
                    <a:pt x="311" y="506"/>
                  </a:lnTo>
                  <a:lnTo>
                    <a:pt x="311" y="504"/>
                  </a:lnTo>
                  <a:lnTo>
                    <a:pt x="312" y="500"/>
                  </a:lnTo>
                  <a:lnTo>
                    <a:pt x="314" y="500"/>
                  </a:lnTo>
                  <a:lnTo>
                    <a:pt x="314" y="498"/>
                  </a:lnTo>
                  <a:lnTo>
                    <a:pt x="316" y="498"/>
                  </a:lnTo>
                  <a:lnTo>
                    <a:pt x="316" y="496"/>
                  </a:lnTo>
                  <a:lnTo>
                    <a:pt x="316" y="496"/>
                  </a:lnTo>
                  <a:lnTo>
                    <a:pt x="316" y="495"/>
                  </a:lnTo>
                  <a:lnTo>
                    <a:pt x="314" y="491"/>
                  </a:lnTo>
                  <a:lnTo>
                    <a:pt x="314" y="489"/>
                  </a:lnTo>
                  <a:lnTo>
                    <a:pt x="314" y="485"/>
                  </a:lnTo>
                  <a:lnTo>
                    <a:pt x="314" y="483"/>
                  </a:lnTo>
                  <a:lnTo>
                    <a:pt x="314" y="483"/>
                  </a:lnTo>
                  <a:lnTo>
                    <a:pt x="314" y="481"/>
                  </a:lnTo>
                  <a:lnTo>
                    <a:pt x="314" y="481"/>
                  </a:lnTo>
                  <a:lnTo>
                    <a:pt x="312" y="479"/>
                  </a:lnTo>
                  <a:lnTo>
                    <a:pt x="312" y="477"/>
                  </a:lnTo>
                  <a:lnTo>
                    <a:pt x="311" y="477"/>
                  </a:lnTo>
                  <a:lnTo>
                    <a:pt x="311" y="475"/>
                  </a:lnTo>
                  <a:lnTo>
                    <a:pt x="309" y="474"/>
                  </a:lnTo>
                  <a:lnTo>
                    <a:pt x="307" y="472"/>
                  </a:lnTo>
                  <a:lnTo>
                    <a:pt x="305" y="470"/>
                  </a:lnTo>
                  <a:lnTo>
                    <a:pt x="305" y="468"/>
                  </a:lnTo>
                  <a:lnTo>
                    <a:pt x="305" y="466"/>
                  </a:lnTo>
                  <a:lnTo>
                    <a:pt x="305" y="466"/>
                  </a:lnTo>
                  <a:lnTo>
                    <a:pt x="305" y="464"/>
                  </a:lnTo>
                  <a:lnTo>
                    <a:pt x="307" y="464"/>
                  </a:lnTo>
                  <a:lnTo>
                    <a:pt x="309" y="462"/>
                  </a:lnTo>
                  <a:lnTo>
                    <a:pt x="309" y="462"/>
                  </a:lnTo>
                  <a:lnTo>
                    <a:pt x="311" y="464"/>
                  </a:lnTo>
                  <a:lnTo>
                    <a:pt x="312" y="464"/>
                  </a:lnTo>
                  <a:lnTo>
                    <a:pt x="314" y="464"/>
                  </a:lnTo>
                  <a:lnTo>
                    <a:pt x="314" y="464"/>
                  </a:lnTo>
                  <a:lnTo>
                    <a:pt x="314" y="466"/>
                  </a:lnTo>
                  <a:lnTo>
                    <a:pt x="316" y="468"/>
                  </a:lnTo>
                  <a:lnTo>
                    <a:pt x="318" y="468"/>
                  </a:lnTo>
                  <a:lnTo>
                    <a:pt x="318" y="468"/>
                  </a:lnTo>
                  <a:lnTo>
                    <a:pt x="320" y="466"/>
                  </a:lnTo>
                  <a:lnTo>
                    <a:pt x="328" y="460"/>
                  </a:lnTo>
                  <a:lnTo>
                    <a:pt x="330" y="458"/>
                  </a:lnTo>
                  <a:lnTo>
                    <a:pt x="330" y="456"/>
                  </a:lnTo>
                  <a:lnTo>
                    <a:pt x="332" y="455"/>
                  </a:lnTo>
                  <a:lnTo>
                    <a:pt x="337" y="453"/>
                  </a:lnTo>
                  <a:lnTo>
                    <a:pt x="341" y="453"/>
                  </a:lnTo>
                  <a:lnTo>
                    <a:pt x="343" y="451"/>
                  </a:lnTo>
                  <a:lnTo>
                    <a:pt x="345" y="449"/>
                  </a:lnTo>
                  <a:lnTo>
                    <a:pt x="347" y="447"/>
                  </a:lnTo>
                  <a:lnTo>
                    <a:pt x="347" y="445"/>
                  </a:lnTo>
                  <a:lnTo>
                    <a:pt x="349" y="443"/>
                  </a:lnTo>
                  <a:lnTo>
                    <a:pt x="349" y="443"/>
                  </a:lnTo>
                  <a:lnTo>
                    <a:pt x="349" y="441"/>
                  </a:lnTo>
                  <a:lnTo>
                    <a:pt x="351" y="441"/>
                  </a:lnTo>
                  <a:lnTo>
                    <a:pt x="354" y="437"/>
                  </a:lnTo>
                  <a:lnTo>
                    <a:pt x="358" y="436"/>
                  </a:lnTo>
                  <a:lnTo>
                    <a:pt x="370" y="434"/>
                  </a:lnTo>
                  <a:lnTo>
                    <a:pt x="373" y="432"/>
                  </a:lnTo>
                  <a:lnTo>
                    <a:pt x="373" y="432"/>
                  </a:lnTo>
                  <a:lnTo>
                    <a:pt x="379" y="436"/>
                  </a:lnTo>
                  <a:lnTo>
                    <a:pt x="381" y="436"/>
                  </a:lnTo>
                  <a:lnTo>
                    <a:pt x="391" y="436"/>
                  </a:lnTo>
                  <a:lnTo>
                    <a:pt x="393" y="436"/>
                  </a:lnTo>
                  <a:lnTo>
                    <a:pt x="394" y="436"/>
                  </a:lnTo>
                  <a:lnTo>
                    <a:pt x="398" y="443"/>
                  </a:lnTo>
                  <a:lnTo>
                    <a:pt x="400" y="443"/>
                  </a:lnTo>
                  <a:lnTo>
                    <a:pt x="406" y="449"/>
                  </a:lnTo>
                  <a:lnTo>
                    <a:pt x="408" y="451"/>
                  </a:lnTo>
                  <a:lnTo>
                    <a:pt x="410" y="453"/>
                  </a:lnTo>
                  <a:lnTo>
                    <a:pt x="412" y="455"/>
                  </a:lnTo>
                  <a:lnTo>
                    <a:pt x="415" y="456"/>
                  </a:lnTo>
                  <a:lnTo>
                    <a:pt x="423" y="462"/>
                  </a:lnTo>
                  <a:lnTo>
                    <a:pt x="427" y="464"/>
                  </a:lnTo>
                  <a:lnTo>
                    <a:pt x="434" y="468"/>
                  </a:lnTo>
                  <a:lnTo>
                    <a:pt x="448" y="472"/>
                  </a:lnTo>
                  <a:lnTo>
                    <a:pt x="450" y="472"/>
                  </a:lnTo>
                  <a:lnTo>
                    <a:pt x="450" y="470"/>
                  </a:lnTo>
                  <a:lnTo>
                    <a:pt x="450" y="470"/>
                  </a:lnTo>
                  <a:lnTo>
                    <a:pt x="452" y="470"/>
                  </a:lnTo>
                  <a:lnTo>
                    <a:pt x="452" y="468"/>
                  </a:lnTo>
                  <a:lnTo>
                    <a:pt x="455" y="468"/>
                  </a:lnTo>
                  <a:lnTo>
                    <a:pt x="459" y="468"/>
                  </a:lnTo>
                  <a:lnTo>
                    <a:pt x="461" y="466"/>
                  </a:lnTo>
                  <a:lnTo>
                    <a:pt x="465" y="466"/>
                  </a:lnTo>
                  <a:lnTo>
                    <a:pt x="467" y="466"/>
                  </a:lnTo>
                  <a:lnTo>
                    <a:pt x="467" y="464"/>
                  </a:lnTo>
                  <a:lnTo>
                    <a:pt x="469" y="464"/>
                  </a:lnTo>
                  <a:lnTo>
                    <a:pt x="471" y="460"/>
                  </a:lnTo>
                  <a:lnTo>
                    <a:pt x="473" y="460"/>
                  </a:lnTo>
                  <a:lnTo>
                    <a:pt x="473" y="460"/>
                  </a:lnTo>
                  <a:lnTo>
                    <a:pt x="474" y="460"/>
                  </a:lnTo>
                  <a:lnTo>
                    <a:pt x="474" y="458"/>
                  </a:lnTo>
                  <a:lnTo>
                    <a:pt x="476" y="458"/>
                  </a:lnTo>
                  <a:lnTo>
                    <a:pt x="476" y="456"/>
                  </a:lnTo>
                  <a:lnTo>
                    <a:pt x="476" y="456"/>
                  </a:lnTo>
                  <a:lnTo>
                    <a:pt x="478" y="456"/>
                  </a:lnTo>
                  <a:lnTo>
                    <a:pt x="480" y="455"/>
                  </a:lnTo>
                  <a:lnTo>
                    <a:pt x="480" y="455"/>
                  </a:lnTo>
                  <a:lnTo>
                    <a:pt x="482" y="455"/>
                  </a:lnTo>
                  <a:lnTo>
                    <a:pt x="482" y="456"/>
                  </a:lnTo>
                  <a:lnTo>
                    <a:pt x="484" y="458"/>
                  </a:lnTo>
                  <a:lnTo>
                    <a:pt x="486" y="460"/>
                  </a:lnTo>
                  <a:lnTo>
                    <a:pt x="492" y="466"/>
                  </a:lnTo>
                  <a:lnTo>
                    <a:pt x="494" y="470"/>
                  </a:lnTo>
                  <a:lnTo>
                    <a:pt x="497" y="477"/>
                  </a:lnTo>
                  <a:lnTo>
                    <a:pt x="499" y="479"/>
                  </a:lnTo>
                  <a:lnTo>
                    <a:pt x="499" y="481"/>
                  </a:lnTo>
                  <a:lnTo>
                    <a:pt x="501" y="483"/>
                  </a:lnTo>
                  <a:lnTo>
                    <a:pt x="501" y="489"/>
                  </a:lnTo>
                  <a:lnTo>
                    <a:pt x="501" y="491"/>
                  </a:lnTo>
                  <a:lnTo>
                    <a:pt x="503" y="491"/>
                  </a:lnTo>
                  <a:lnTo>
                    <a:pt x="505" y="495"/>
                  </a:lnTo>
                  <a:lnTo>
                    <a:pt x="505" y="495"/>
                  </a:lnTo>
                  <a:lnTo>
                    <a:pt x="507" y="496"/>
                  </a:lnTo>
                  <a:lnTo>
                    <a:pt x="507" y="498"/>
                  </a:lnTo>
                  <a:lnTo>
                    <a:pt x="509" y="500"/>
                  </a:lnTo>
                  <a:lnTo>
                    <a:pt x="511" y="500"/>
                  </a:lnTo>
                  <a:lnTo>
                    <a:pt x="513" y="498"/>
                  </a:lnTo>
                  <a:lnTo>
                    <a:pt x="514" y="496"/>
                  </a:lnTo>
                  <a:lnTo>
                    <a:pt x="514" y="496"/>
                  </a:lnTo>
                  <a:lnTo>
                    <a:pt x="514" y="496"/>
                  </a:lnTo>
                  <a:lnTo>
                    <a:pt x="516" y="495"/>
                  </a:lnTo>
                  <a:lnTo>
                    <a:pt x="516" y="495"/>
                  </a:lnTo>
                  <a:lnTo>
                    <a:pt x="516" y="495"/>
                  </a:lnTo>
                  <a:lnTo>
                    <a:pt x="518" y="493"/>
                  </a:lnTo>
                  <a:lnTo>
                    <a:pt x="520" y="493"/>
                  </a:lnTo>
                  <a:lnTo>
                    <a:pt x="522" y="493"/>
                  </a:lnTo>
                  <a:lnTo>
                    <a:pt x="524" y="491"/>
                  </a:lnTo>
                  <a:lnTo>
                    <a:pt x="524" y="491"/>
                  </a:lnTo>
                  <a:lnTo>
                    <a:pt x="526" y="491"/>
                  </a:lnTo>
                  <a:lnTo>
                    <a:pt x="528" y="491"/>
                  </a:lnTo>
                  <a:lnTo>
                    <a:pt x="530" y="491"/>
                  </a:lnTo>
                  <a:lnTo>
                    <a:pt x="530" y="491"/>
                  </a:lnTo>
                  <a:lnTo>
                    <a:pt x="532" y="489"/>
                  </a:lnTo>
                  <a:lnTo>
                    <a:pt x="534" y="487"/>
                  </a:lnTo>
                  <a:lnTo>
                    <a:pt x="535" y="487"/>
                  </a:lnTo>
                  <a:lnTo>
                    <a:pt x="535" y="485"/>
                  </a:lnTo>
                  <a:lnTo>
                    <a:pt x="537" y="485"/>
                  </a:lnTo>
                  <a:lnTo>
                    <a:pt x="535" y="483"/>
                  </a:lnTo>
                  <a:lnTo>
                    <a:pt x="537" y="483"/>
                  </a:lnTo>
                  <a:lnTo>
                    <a:pt x="537" y="483"/>
                  </a:lnTo>
                  <a:lnTo>
                    <a:pt x="537" y="483"/>
                  </a:lnTo>
                  <a:lnTo>
                    <a:pt x="539" y="481"/>
                  </a:lnTo>
                  <a:lnTo>
                    <a:pt x="541" y="483"/>
                  </a:lnTo>
                  <a:lnTo>
                    <a:pt x="541" y="483"/>
                  </a:lnTo>
                  <a:lnTo>
                    <a:pt x="541" y="483"/>
                  </a:lnTo>
                  <a:lnTo>
                    <a:pt x="541" y="483"/>
                  </a:lnTo>
                  <a:lnTo>
                    <a:pt x="543" y="487"/>
                  </a:lnTo>
                  <a:lnTo>
                    <a:pt x="543" y="489"/>
                  </a:lnTo>
                  <a:lnTo>
                    <a:pt x="543" y="489"/>
                  </a:lnTo>
                  <a:lnTo>
                    <a:pt x="543" y="493"/>
                  </a:lnTo>
                  <a:lnTo>
                    <a:pt x="541" y="495"/>
                  </a:lnTo>
                  <a:lnTo>
                    <a:pt x="541" y="495"/>
                  </a:lnTo>
                  <a:lnTo>
                    <a:pt x="541" y="496"/>
                  </a:lnTo>
                  <a:lnTo>
                    <a:pt x="541" y="496"/>
                  </a:lnTo>
                  <a:lnTo>
                    <a:pt x="537" y="498"/>
                  </a:lnTo>
                  <a:lnTo>
                    <a:pt x="535" y="500"/>
                  </a:lnTo>
                  <a:lnTo>
                    <a:pt x="535" y="500"/>
                  </a:lnTo>
                  <a:lnTo>
                    <a:pt x="535" y="502"/>
                  </a:lnTo>
                  <a:lnTo>
                    <a:pt x="534" y="504"/>
                  </a:lnTo>
                  <a:lnTo>
                    <a:pt x="534" y="506"/>
                  </a:lnTo>
                  <a:lnTo>
                    <a:pt x="534" y="508"/>
                  </a:lnTo>
                  <a:lnTo>
                    <a:pt x="532" y="510"/>
                  </a:lnTo>
                  <a:lnTo>
                    <a:pt x="532" y="512"/>
                  </a:lnTo>
                  <a:lnTo>
                    <a:pt x="532" y="512"/>
                  </a:lnTo>
                  <a:lnTo>
                    <a:pt x="534" y="514"/>
                  </a:lnTo>
                  <a:lnTo>
                    <a:pt x="534" y="514"/>
                  </a:lnTo>
                  <a:lnTo>
                    <a:pt x="535" y="515"/>
                  </a:lnTo>
                  <a:lnTo>
                    <a:pt x="535" y="515"/>
                  </a:lnTo>
                  <a:lnTo>
                    <a:pt x="541" y="510"/>
                  </a:lnTo>
                  <a:lnTo>
                    <a:pt x="543" y="508"/>
                  </a:lnTo>
                  <a:lnTo>
                    <a:pt x="543" y="506"/>
                  </a:lnTo>
                  <a:lnTo>
                    <a:pt x="545" y="506"/>
                  </a:lnTo>
                  <a:lnTo>
                    <a:pt x="549" y="504"/>
                  </a:lnTo>
                  <a:lnTo>
                    <a:pt x="562" y="504"/>
                  </a:lnTo>
                  <a:lnTo>
                    <a:pt x="566" y="502"/>
                  </a:lnTo>
                  <a:lnTo>
                    <a:pt x="568" y="502"/>
                  </a:lnTo>
                  <a:lnTo>
                    <a:pt x="568" y="500"/>
                  </a:lnTo>
                  <a:lnTo>
                    <a:pt x="572" y="496"/>
                  </a:lnTo>
                  <a:lnTo>
                    <a:pt x="574" y="496"/>
                  </a:lnTo>
                  <a:lnTo>
                    <a:pt x="575" y="496"/>
                  </a:lnTo>
                  <a:lnTo>
                    <a:pt x="577" y="498"/>
                  </a:lnTo>
                  <a:lnTo>
                    <a:pt x="575" y="500"/>
                  </a:lnTo>
                  <a:lnTo>
                    <a:pt x="575" y="502"/>
                  </a:lnTo>
                  <a:lnTo>
                    <a:pt x="575" y="504"/>
                  </a:lnTo>
                  <a:lnTo>
                    <a:pt x="575" y="506"/>
                  </a:lnTo>
                  <a:lnTo>
                    <a:pt x="577" y="512"/>
                  </a:lnTo>
                  <a:lnTo>
                    <a:pt x="579" y="515"/>
                  </a:lnTo>
                  <a:lnTo>
                    <a:pt x="587" y="523"/>
                  </a:lnTo>
                  <a:lnTo>
                    <a:pt x="589" y="525"/>
                  </a:lnTo>
                  <a:lnTo>
                    <a:pt x="591" y="527"/>
                  </a:lnTo>
                  <a:lnTo>
                    <a:pt x="595" y="529"/>
                  </a:lnTo>
                  <a:lnTo>
                    <a:pt x="596" y="527"/>
                  </a:lnTo>
                  <a:lnTo>
                    <a:pt x="598" y="527"/>
                  </a:lnTo>
                  <a:lnTo>
                    <a:pt x="600" y="525"/>
                  </a:lnTo>
                  <a:lnTo>
                    <a:pt x="602" y="525"/>
                  </a:lnTo>
                  <a:lnTo>
                    <a:pt x="604" y="525"/>
                  </a:lnTo>
                  <a:lnTo>
                    <a:pt x="606" y="525"/>
                  </a:lnTo>
                  <a:lnTo>
                    <a:pt x="606" y="525"/>
                  </a:lnTo>
                  <a:lnTo>
                    <a:pt x="608" y="523"/>
                  </a:lnTo>
                  <a:lnTo>
                    <a:pt x="610" y="517"/>
                  </a:lnTo>
                  <a:lnTo>
                    <a:pt x="610" y="515"/>
                  </a:lnTo>
                  <a:lnTo>
                    <a:pt x="612" y="514"/>
                  </a:lnTo>
                  <a:lnTo>
                    <a:pt x="614" y="512"/>
                  </a:lnTo>
                  <a:lnTo>
                    <a:pt x="617" y="512"/>
                  </a:lnTo>
                  <a:lnTo>
                    <a:pt x="619" y="510"/>
                  </a:lnTo>
                  <a:lnTo>
                    <a:pt x="621" y="512"/>
                  </a:lnTo>
                  <a:lnTo>
                    <a:pt x="623" y="512"/>
                  </a:lnTo>
                  <a:lnTo>
                    <a:pt x="625" y="512"/>
                  </a:lnTo>
                  <a:lnTo>
                    <a:pt x="627" y="512"/>
                  </a:lnTo>
                  <a:lnTo>
                    <a:pt x="631" y="508"/>
                  </a:lnTo>
                  <a:lnTo>
                    <a:pt x="640" y="500"/>
                  </a:lnTo>
                  <a:lnTo>
                    <a:pt x="644" y="496"/>
                  </a:lnTo>
                  <a:lnTo>
                    <a:pt x="646" y="493"/>
                  </a:lnTo>
                  <a:lnTo>
                    <a:pt x="646" y="489"/>
                  </a:lnTo>
                  <a:lnTo>
                    <a:pt x="646" y="485"/>
                  </a:lnTo>
                  <a:lnTo>
                    <a:pt x="644" y="481"/>
                  </a:lnTo>
                  <a:lnTo>
                    <a:pt x="640" y="479"/>
                  </a:lnTo>
                  <a:lnTo>
                    <a:pt x="640" y="475"/>
                  </a:lnTo>
                  <a:lnTo>
                    <a:pt x="640" y="472"/>
                  </a:lnTo>
                  <a:lnTo>
                    <a:pt x="638" y="470"/>
                  </a:lnTo>
                  <a:lnTo>
                    <a:pt x="633" y="464"/>
                  </a:lnTo>
                  <a:lnTo>
                    <a:pt x="631" y="462"/>
                  </a:lnTo>
                  <a:lnTo>
                    <a:pt x="631" y="456"/>
                  </a:lnTo>
                  <a:lnTo>
                    <a:pt x="631" y="455"/>
                  </a:lnTo>
                  <a:lnTo>
                    <a:pt x="631" y="449"/>
                  </a:lnTo>
                  <a:lnTo>
                    <a:pt x="633" y="447"/>
                  </a:lnTo>
                  <a:lnTo>
                    <a:pt x="635" y="445"/>
                  </a:lnTo>
                  <a:lnTo>
                    <a:pt x="635" y="443"/>
                  </a:lnTo>
                  <a:lnTo>
                    <a:pt x="635" y="439"/>
                  </a:lnTo>
                  <a:lnTo>
                    <a:pt x="631" y="437"/>
                  </a:lnTo>
                  <a:lnTo>
                    <a:pt x="623" y="437"/>
                  </a:lnTo>
                  <a:lnTo>
                    <a:pt x="621" y="436"/>
                  </a:lnTo>
                  <a:lnTo>
                    <a:pt x="614" y="432"/>
                  </a:lnTo>
                  <a:lnTo>
                    <a:pt x="612" y="432"/>
                  </a:lnTo>
                  <a:lnTo>
                    <a:pt x="608" y="434"/>
                  </a:lnTo>
                  <a:lnTo>
                    <a:pt x="606" y="432"/>
                  </a:lnTo>
                  <a:lnTo>
                    <a:pt x="606" y="430"/>
                  </a:lnTo>
                  <a:lnTo>
                    <a:pt x="606" y="428"/>
                  </a:lnTo>
                  <a:lnTo>
                    <a:pt x="606" y="426"/>
                  </a:lnTo>
                  <a:lnTo>
                    <a:pt x="604" y="426"/>
                  </a:lnTo>
                  <a:lnTo>
                    <a:pt x="602" y="424"/>
                  </a:lnTo>
                  <a:lnTo>
                    <a:pt x="598" y="424"/>
                  </a:lnTo>
                  <a:lnTo>
                    <a:pt x="596" y="422"/>
                  </a:lnTo>
                  <a:lnTo>
                    <a:pt x="593" y="415"/>
                  </a:lnTo>
                  <a:lnTo>
                    <a:pt x="593" y="415"/>
                  </a:lnTo>
                  <a:lnTo>
                    <a:pt x="591" y="413"/>
                  </a:lnTo>
                  <a:lnTo>
                    <a:pt x="591" y="411"/>
                  </a:lnTo>
                  <a:lnTo>
                    <a:pt x="591" y="407"/>
                  </a:lnTo>
                  <a:lnTo>
                    <a:pt x="591" y="401"/>
                  </a:lnTo>
                  <a:lnTo>
                    <a:pt x="591" y="399"/>
                  </a:lnTo>
                  <a:lnTo>
                    <a:pt x="589" y="394"/>
                  </a:lnTo>
                  <a:lnTo>
                    <a:pt x="589" y="392"/>
                  </a:lnTo>
                  <a:lnTo>
                    <a:pt x="591" y="388"/>
                  </a:lnTo>
                  <a:lnTo>
                    <a:pt x="593" y="386"/>
                  </a:lnTo>
                  <a:lnTo>
                    <a:pt x="595" y="386"/>
                  </a:lnTo>
                  <a:lnTo>
                    <a:pt x="596" y="388"/>
                  </a:lnTo>
                  <a:lnTo>
                    <a:pt x="600" y="388"/>
                  </a:lnTo>
                  <a:lnTo>
                    <a:pt x="600" y="386"/>
                  </a:lnTo>
                  <a:lnTo>
                    <a:pt x="600" y="384"/>
                  </a:lnTo>
                  <a:lnTo>
                    <a:pt x="598" y="379"/>
                  </a:lnTo>
                  <a:lnTo>
                    <a:pt x="598" y="377"/>
                  </a:lnTo>
                  <a:lnTo>
                    <a:pt x="598" y="373"/>
                  </a:lnTo>
                  <a:lnTo>
                    <a:pt x="596" y="371"/>
                  </a:lnTo>
                  <a:lnTo>
                    <a:pt x="595" y="369"/>
                  </a:lnTo>
                  <a:lnTo>
                    <a:pt x="593" y="365"/>
                  </a:lnTo>
                  <a:lnTo>
                    <a:pt x="593" y="361"/>
                  </a:lnTo>
                  <a:lnTo>
                    <a:pt x="591" y="356"/>
                  </a:lnTo>
                  <a:lnTo>
                    <a:pt x="589" y="352"/>
                  </a:lnTo>
                  <a:lnTo>
                    <a:pt x="591" y="348"/>
                  </a:lnTo>
                  <a:lnTo>
                    <a:pt x="593" y="346"/>
                  </a:lnTo>
                  <a:lnTo>
                    <a:pt x="604" y="346"/>
                  </a:lnTo>
                  <a:lnTo>
                    <a:pt x="606" y="346"/>
                  </a:lnTo>
                  <a:lnTo>
                    <a:pt x="606" y="346"/>
                  </a:lnTo>
                  <a:lnTo>
                    <a:pt x="608" y="346"/>
                  </a:lnTo>
                  <a:lnTo>
                    <a:pt x="608" y="344"/>
                  </a:lnTo>
                  <a:lnTo>
                    <a:pt x="610" y="344"/>
                  </a:lnTo>
                  <a:lnTo>
                    <a:pt x="612" y="342"/>
                  </a:lnTo>
                  <a:lnTo>
                    <a:pt x="635" y="344"/>
                  </a:lnTo>
                  <a:lnTo>
                    <a:pt x="636" y="344"/>
                  </a:lnTo>
                  <a:lnTo>
                    <a:pt x="640" y="339"/>
                  </a:lnTo>
                  <a:lnTo>
                    <a:pt x="644" y="337"/>
                  </a:lnTo>
                  <a:lnTo>
                    <a:pt x="646" y="335"/>
                  </a:lnTo>
                  <a:lnTo>
                    <a:pt x="646" y="333"/>
                  </a:lnTo>
                  <a:lnTo>
                    <a:pt x="644" y="329"/>
                  </a:lnTo>
                  <a:lnTo>
                    <a:pt x="644" y="325"/>
                  </a:lnTo>
                  <a:lnTo>
                    <a:pt x="646" y="325"/>
                  </a:lnTo>
                  <a:lnTo>
                    <a:pt x="648" y="325"/>
                  </a:lnTo>
                  <a:lnTo>
                    <a:pt x="648" y="325"/>
                  </a:lnTo>
                  <a:lnTo>
                    <a:pt x="650" y="323"/>
                  </a:lnTo>
                  <a:lnTo>
                    <a:pt x="650" y="318"/>
                  </a:lnTo>
                  <a:lnTo>
                    <a:pt x="648" y="306"/>
                  </a:lnTo>
                  <a:lnTo>
                    <a:pt x="646" y="302"/>
                  </a:lnTo>
                  <a:lnTo>
                    <a:pt x="646" y="301"/>
                  </a:lnTo>
                  <a:lnTo>
                    <a:pt x="648" y="299"/>
                  </a:lnTo>
                  <a:lnTo>
                    <a:pt x="650" y="299"/>
                  </a:lnTo>
                  <a:lnTo>
                    <a:pt x="657" y="301"/>
                  </a:lnTo>
                  <a:lnTo>
                    <a:pt x="661" y="301"/>
                  </a:lnTo>
                  <a:lnTo>
                    <a:pt x="665" y="301"/>
                  </a:lnTo>
                  <a:lnTo>
                    <a:pt x="665" y="301"/>
                  </a:lnTo>
                  <a:lnTo>
                    <a:pt x="667" y="297"/>
                  </a:lnTo>
                  <a:lnTo>
                    <a:pt x="667" y="295"/>
                  </a:lnTo>
                  <a:lnTo>
                    <a:pt x="667" y="293"/>
                  </a:lnTo>
                  <a:lnTo>
                    <a:pt x="665" y="293"/>
                  </a:lnTo>
                  <a:lnTo>
                    <a:pt x="665" y="291"/>
                  </a:lnTo>
                  <a:lnTo>
                    <a:pt x="665" y="289"/>
                  </a:lnTo>
                  <a:lnTo>
                    <a:pt x="665" y="287"/>
                  </a:lnTo>
                  <a:lnTo>
                    <a:pt x="667" y="285"/>
                  </a:lnTo>
                  <a:lnTo>
                    <a:pt x="669" y="285"/>
                  </a:lnTo>
                  <a:lnTo>
                    <a:pt x="673" y="283"/>
                  </a:lnTo>
                  <a:lnTo>
                    <a:pt x="675" y="283"/>
                  </a:lnTo>
                  <a:lnTo>
                    <a:pt x="676" y="282"/>
                  </a:lnTo>
                  <a:lnTo>
                    <a:pt x="676" y="280"/>
                  </a:lnTo>
                  <a:lnTo>
                    <a:pt x="678" y="276"/>
                  </a:lnTo>
                  <a:lnTo>
                    <a:pt x="678" y="274"/>
                  </a:lnTo>
                  <a:lnTo>
                    <a:pt x="680" y="272"/>
                  </a:lnTo>
                  <a:lnTo>
                    <a:pt x="684" y="272"/>
                  </a:lnTo>
                  <a:lnTo>
                    <a:pt x="686" y="272"/>
                  </a:lnTo>
                  <a:lnTo>
                    <a:pt x="692" y="274"/>
                  </a:lnTo>
                  <a:lnTo>
                    <a:pt x="696" y="272"/>
                  </a:lnTo>
                  <a:lnTo>
                    <a:pt x="696" y="272"/>
                  </a:lnTo>
                  <a:lnTo>
                    <a:pt x="697" y="264"/>
                  </a:lnTo>
                  <a:lnTo>
                    <a:pt x="699" y="259"/>
                  </a:lnTo>
                  <a:lnTo>
                    <a:pt x="701" y="257"/>
                  </a:lnTo>
                  <a:lnTo>
                    <a:pt x="707" y="251"/>
                  </a:lnTo>
                  <a:lnTo>
                    <a:pt x="707" y="249"/>
                  </a:lnTo>
                  <a:lnTo>
                    <a:pt x="709" y="245"/>
                  </a:lnTo>
                  <a:lnTo>
                    <a:pt x="707" y="226"/>
                  </a:lnTo>
                  <a:lnTo>
                    <a:pt x="709" y="223"/>
                  </a:lnTo>
                  <a:lnTo>
                    <a:pt x="711" y="219"/>
                  </a:lnTo>
                  <a:lnTo>
                    <a:pt x="715" y="215"/>
                  </a:lnTo>
                  <a:lnTo>
                    <a:pt x="716" y="213"/>
                  </a:lnTo>
                  <a:lnTo>
                    <a:pt x="716" y="209"/>
                  </a:lnTo>
                  <a:lnTo>
                    <a:pt x="716" y="204"/>
                  </a:lnTo>
                  <a:lnTo>
                    <a:pt x="715" y="200"/>
                  </a:lnTo>
                  <a:lnTo>
                    <a:pt x="718" y="196"/>
                  </a:lnTo>
                  <a:lnTo>
                    <a:pt x="724" y="190"/>
                  </a:lnTo>
                  <a:lnTo>
                    <a:pt x="726" y="186"/>
                  </a:lnTo>
                  <a:lnTo>
                    <a:pt x="726" y="183"/>
                  </a:lnTo>
                  <a:lnTo>
                    <a:pt x="726" y="181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48" name="Freeform 51">
              <a:extLst>
                <a:ext uri="{FF2B5EF4-FFF2-40B4-BE49-F238E27FC236}">
                  <a16:creationId xmlns:a16="http://schemas.microsoft.com/office/drawing/2014/main" id="{58D2EF9F-E0EF-0472-59A1-DA32D87C7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300" y="938213"/>
              <a:ext cx="1152525" cy="846138"/>
            </a:xfrm>
            <a:custGeom>
              <a:avLst/>
              <a:gdLst>
                <a:gd name="T0" fmla="*/ 692 w 726"/>
                <a:gd name="T1" fmla="*/ 185 h 533"/>
                <a:gd name="T2" fmla="*/ 657 w 726"/>
                <a:gd name="T3" fmla="*/ 145 h 533"/>
                <a:gd name="T4" fmla="*/ 604 w 726"/>
                <a:gd name="T5" fmla="*/ 129 h 533"/>
                <a:gd name="T6" fmla="*/ 528 w 726"/>
                <a:gd name="T7" fmla="*/ 162 h 533"/>
                <a:gd name="T8" fmla="*/ 478 w 726"/>
                <a:gd name="T9" fmla="*/ 183 h 533"/>
                <a:gd name="T10" fmla="*/ 375 w 726"/>
                <a:gd name="T11" fmla="*/ 99 h 533"/>
                <a:gd name="T12" fmla="*/ 269 w 726"/>
                <a:gd name="T13" fmla="*/ 36 h 533"/>
                <a:gd name="T14" fmla="*/ 217 w 726"/>
                <a:gd name="T15" fmla="*/ 17 h 533"/>
                <a:gd name="T16" fmla="*/ 183 w 726"/>
                <a:gd name="T17" fmla="*/ 8 h 533"/>
                <a:gd name="T18" fmla="*/ 116 w 726"/>
                <a:gd name="T19" fmla="*/ 19 h 533"/>
                <a:gd name="T20" fmla="*/ 128 w 726"/>
                <a:gd name="T21" fmla="*/ 32 h 533"/>
                <a:gd name="T22" fmla="*/ 118 w 726"/>
                <a:gd name="T23" fmla="*/ 38 h 533"/>
                <a:gd name="T24" fmla="*/ 101 w 726"/>
                <a:gd name="T25" fmla="*/ 36 h 533"/>
                <a:gd name="T26" fmla="*/ 65 w 726"/>
                <a:gd name="T27" fmla="*/ 40 h 533"/>
                <a:gd name="T28" fmla="*/ 51 w 726"/>
                <a:gd name="T29" fmla="*/ 55 h 533"/>
                <a:gd name="T30" fmla="*/ 36 w 726"/>
                <a:gd name="T31" fmla="*/ 69 h 533"/>
                <a:gd name="T32" fmla="*/ 17 w 726"/>
                <a:gd name="T33" fmla="*/ 91 h 533"/>
                <a:gd name="T34" fmla="*/ 2 w 726"/>
                <a:gd name="T35" fmla="*/ 108 h 533"/>
                <a:gd name="T36" fmla="*/ 27 w 726"/>
                <a:gd name="T37" fmla="*/ 139 h 533"/>
                <a:gd name="T38" fmla="*/ 51 w 726"/>
                <a:gd name="T39" fmla="*/ 137 h 533"/>
                <a:gd name="T40" fmla="*/ 59 w 726"/>
                <a:gd name="T41" fmla="*/ 141 h 533"/>
                <a:gd name="T42" fmla="*/ 74 w 726"/>
                <a:gd name="T43" fmla="*/ 165 h 533"/>
                <a:gd name="T44" fmla="*/ 84 w 726"/>
                <a:gd name="T45" fmla="*/ 173 h 533"/>
                <a:gd name="T46" fmla="*/ 118 w 726"/>
                <a:gd name="T47" fmla="*/ 183 h 533"/>
                <a:gd name="T48" fmla="*/ 109 w 726"/>
                <a:gd name="T49" fmla="*/ 200 h 533"/>
                <a:gd name="T50" fmla="*/ 116 w 726"/>
                <a:gd name="T51" fmla="*/ 207 h 533"/>
                <a:gd name="T52" fmla="*/ 131 w 726"/>
                <a:gd name="T53" fmla="*/ 211 h 533"/>
                <a:gd name="T54" fmla="*/ 141 w 726"/>
                <a:gd name="T55" fmla="*/ 219 h 533"/>
                <a:gd name="T56" fmla="*/ 149 w 726"/>
                <a:gd name="T57" fmla="*/ 223 h 533"/>
                <a:gd name="T58" fmla="*/ 147 w 726"/>
                <a:gd name="T59" fmla="*/ 232 h 533"/>
                <a:gd name="T60" fmla="*/ 141 w 726"/>
                <a:gd name="T61" fmla="*/ 243 h 533"/>
                <a:gd name="T62" fmla="*/ 131 w 726"/>
                <a:gd name="T63" fmla="*/ 251 h 533"/>
                <a:gd name="T64" fmla="*/ 118 w 726"/>
                <a:gd name="T65" fmla="*/ 257 h 533"/>
                <a:gd name="T66" fmla="*/ 107 w 726"/>
                <a:gd name="T67" fmla="*/ 276 h 533"/>
                <a:gd name="T68" fmla="*/ 97 w 726"/>
                <a:gd name="T69" fmla="*/ 282 h 533"/>
                <a:gd name="T70" fmla="*/ 86 w 726"/>
                <a:gd name="T71" fmla="*/ 287 h 533"/>
                <a:gd name="T72" fmla="*/ 88 w 726"/>
                <a:gd name="T73" fmla="*/ 314 h 533"/>
                <a:gd name="T74" fmla="*/ 101 w 726"/>
                <a:gd name="T75" fmla="*/ 375 h 533"/>
                <a:gd name="T76" fmla="*/ 103 w 726"/>
                <a:gd name="T77" fmla="*/ 405 h 533"/>
                <a:gd name="T78" fmla="*/ 101 w 726"/>
                <a:gd name="T79" fmla="*/ 430 h 533"/>
                <a:gd name="T80" fmla="*/ 107 w 726"/>
                <a:gd name="T81" fmla="*/ 437 h 533"/>
                <a:gd name="T82" fmla="*/ 133 w 726"/>
                <a:gd name="T83" fmla="*/ 455 h 533"/>
                <a:gd name="T84" fmla="*/ 191 w 726"/>
                <a:gd name="T85" fmla="*/ 483 h 533"/>
                <a:gd name="T86" fmla="*/ 202 w 726"/>
                <a:gd name="T87" fmla="*/ 515 h 533"/>
                <a:gd name="T88" fmla="*/ 271 w 726"/>
                <a:gd name="T89" fmla="*/ 527 h 533"/>
                <a:gd name="T90" fmla="*/ 307 w 726"/>
                <a:gd name="T91" fmla="*/ 512 h 533"/>
                <a:gd name="T92" fmla="*/ 312 w 726"/>
                <a:gd name="T93" fmla="*/ 477 h 533"/>
                <a:gd name="T94" fmla="*/ 320 w 726"/>
                <a:gd name="T95" fmla="*/ 466 h 533"/>
                <a:gd name="T96" fmla="*/ 381 w 726"/>
                <a:gd name="T97" fmla="*/ 436 h 533"/>
                <a:gd name="T98" fmla="*/ 459 w 726"/>
                <a:gd name="T99" fmla="*/ 468 h 533"/>
                <a:gd name="T100" fmla="*/ 492 w 726"/>
                <a:gd name="T101" fmla="*/ 466 h 533"/>
                <a:gd name="T102" fmla="*/ 516 w 726"/>
                <a:gd name="T103" fmla="*/ 495 h 533"/>
                <a:gd name="T104" fmla="*/ 541 w 726"/>
                <a:gd name="T105" fmla="*/ 483 h 533"/>
                <a:gd name="T106" fmla="*/ 534 w 726"/>
                <a:gd name="T107" fmla="*/ 514 h 533"/>
                <a:gd name="T108" fmla="*/ 577 w 726"/>
                <a:gd name="T109" fmla="*/ 512 h 533"/>
                <a:gd name="T110" fmla="*/ 623 w 726"/>
                <a:gd name="T111" fmla="*/ 512 h 533"/>
                <a:gd name="T112" fmla="*/ 635 w 726"/>
                <a:gd name="T113" fmla="*/ 443 h 533"/>
                <a:gd name="T114" fmla="*/ 591 w 726"/>
                <a:gd name="T115" fmla="*/ 401 h 533"/>
                <a:gd name="T116" fmla="*/ 593 w 726"/>
                <a:gd name="T117" fmla="*/ 346 h 533"/>
                <a:gd name="T118" fmla="*/ 648 w 726"/>
                <a:gd name="T119" fmla="*/ 306 h 533"/>
                <a:gd name="T120" fmla="*/ 676 w 726"/>
                <a:gd name="T121" fmla="*/ 280 h 533"/>
                <a:gd name="T122" fmla="*/ 716 w 726"/>
                <a:gd name="T123" fmla="*/ 204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6" h="533">
                  <a:moveTo>
                    <a:pt x="726" y="181"/>
                  </a:moveTo>
                  <a:lnTo>
                    <a:pt x="724" y="177"/>
                  </a:lnTo>
                  <a:lnTo>
                    <a:pt x="722" y="177"/>
                  </a:lnTo>
                  <a:lnTo>
                    <a:pt x="720" y="177"/>
                  </a:lnTo>
                  <a:lnTo>
                    <a:pt x="720" y="177"/>
                  </a:lnTo>
                  <a:lnTo>
                    <a:pt x="720" y="177"/>
                  </a:lnTo>
                  <a:lnTo>
                    <a:pt x="718" y="179"/>
                  </a:lnTo>
                  <a:lnTo>
                    <a:pt x="716" y="179"/>
                  </a:lnTo>
                  <a:lnTo>
                    <a:pt x="716" y="177"/>
                  </a:lnTo>
                  <a:lnTo>
                    <a:pt x="715" y="177"/>
                  </a:lnTo>
                  <a:lnTo>
                    <a:pt x="713" y="173"/>
                  </a:lnTo>
                  <a:lnTo>
                    <a:pt x="713" y="173"/>
                  </a:lnTo>
                  <a:lnTo>
                    <a:pt x="709" y="171"/>
                  </a:lnTo>
                  <a:lnTo>
                    <a:pt x="707" y="173"/>
                  </a:lnTo>
                  <a:lnTo>
                    <a:pt x="705" y="181"/>
                  </a:lnTo>
                  <a:lnTo>
                    <a:pt x="703" y="183"/>
                  </a:lnTo>
                  <a:lnTo>
                    <a:pt x="701" y="186"/>
                  </a:lnTo>
                  <a:lnTo>
                    <a:pt x="697" y="188"/>
                  </a:lnTo>
                  <a:lnTo>
                    <a:pt x="696" y="188"/>
                  </a:lnTo>
                  <a:lnTo>
                    <a:pt x="694" y="188"/>
                  </a:lnTo>
                  <a:lnTo>
                    <a:pt x="692" y="185"/>
                  </a:lnTo>
                  <a:lnTo>
                    <a:pt x="690" y="181"/>
                  </a:lnTo>
                  <a:lnTo>
                    <a:pt x="690" y="177"/>
                  </a:lnTo>
                  <a:lnTo>
                    <a:pt x="688" y="173"/>
                  </a:lnTo>
                  <a:lnTo>
                    <a:pt x="686" y="169"/>
                  </a:lnTo>
                  <a:lnTo>
                    <a:pt x="684" y="165"/>
                  </a:lnTo>
                  <a:lnTo>
                    <a:pt x="680" y="167"/>
                  </a:lnTo>
                  <a:lnTo>
                    <a:pt x="680" y="169"/>
                  </a:lnTo>
                  <a:lnTo>
                    <a:pt x="678" y="171"/>
                  </a:lnTo>
                  <a:lnTo>
                    <a:pt x="676" y="171"/>
                  </a:lnTo>
                  <a:lnTo>
                    <a:pt x="675" y="169"/>
                  </a:lnTo>
                  <a:lnTo>
                    <a:pt x="675" y="169"/>
                  </a:lnTo>
                  <a:lnTo>
                    <a:pt x="673" y="165"/>
                  </a:lnTo>
                  <a:lnTo>
                    <a:pt x="673" y="164"/>
                  </a:lnTo>
                  <a:lnTo>
                    <a:pt x="671" y="164"/>
                  </a:lnTo>
                  <a:lnTo>
                    <a:pt x="663" y="162"/>
                  </a:lnTo>
                  <a:lnTo>
                    <a:pt x="661" y="160"/>
                  </a:lnTo>
                  <a:lnTo>
                    <a:pt x="659" y="154"/>
                  </a:lnTo>
                  <a:lnTo>
                    <a:pt x="655" y="150"/>
                  </a:lnTo>
                  <a:lnTo>
                    <a:pt x="655" y="148"/>
                  </a:lnTo>
                  <a:lnTo>
                    <a:pt x="657" y="146"/>
                  </a:lnTo>
                  <a:lnTo>
                    <a:pt x="657" y="145"/>
                  </a:lnTo>
                  <a:lnTo>
                    <a:pt x="659" y="145"/>
                  </a:lnTo>
                  <a:lnTo>
                    <a:pt x="657" y="141"/>
                  </a:lnTo>
                  <a:lnTo>
                    <a:pt x="657" y="141"/>
                  </a:lnTo>
                  <a:lnTo>
                    <a:pt x="654" y="141"/>
                  </a:lnTo>
                  <a:lnTo>
                    <a:pt x="654" y="141"/>
                  </a:lnTo>
                  <a:lnTo>
                    <a:pt x="652" y="139"/>
                  </a:lnTo>
                  <a:lnTo>
                    <a:pt x="652" y="139"/>
                  </a:lnTo>
                  <a:lnTo>
                    <a:pt x="652" y="137"/>
                  </a:lnTo>
                  <a:lnTo>
                    <a:pt x="650" y="137"/>
                  </a:lnTo>
                  <a:lnTo>
                    <a:pt x="648" y="137"/>
                  </a:lnTo>
                  <a:lnTo>
                    <a:pt x="644" y="139"/>
                  </a:lnTo>
                  <a:lnTo>
                    <a:pt x="640" y="137"/>
                  </a:lnTo>
                  <a:lnTo>
                    <a:pt x="638" y="135"/>
                  </a:lnTo>
                  <a:lnTo>
                    <a:pt x="638" y="131"/>
                  </a:lnTo>
                  <a:lnTo>
                    <a:pt x="638" y="127"/>
                  </a:lnTo>
                  <a:lnTo>
                    <a:pt x="636" y="126"/>
                  </a:lnTo>
                  <a:lnTo>
                    <a:pt x="633" y="124"/>
                  </a:lnTo>
                  <a:lnTo>
                    <a:pt x="629" y="124"/>
                  </a:lnTo>
                  <a:lnTo>
                    <a:pt x="627" y="124"/>
                  </a:lnTo>
                  <a:lnTo>
                    <a:pt x="617" y="127"/>
                  </a:lnTo>
                  <a:lnTo>
                    <a:pt x="604" y="129"/>
                  </a:lnTo>
                  <a:lnTo>
                    <a:pt x="595" y="133"/>
                  </a:lnTo>
                  <a:lnTo>
                    <a:pt x="591" y="133"/>
                  </a:lnTo>
                  <a:lnTo>
                    <a:pt x="589" y="133"/>
                  </a:lnTo>
                  <a:lnTo>
                    <a:pt x="581" y="131"/>
                  </a:lnTo>
                  <a:lnTo>
                    <a:pt x="579" y="129"/>
                  </a:lnTo>
                  <a:lnTo>
                    <a:pt x="575" y="131"/>
                  </a:lnTo>
                  <a:lnTo>
                    <a:pt x="572" y="131"/>
                  </a:lnTo>
                  <a:lnTo>
                    <a:pt x="572" y="133"/>
                  </a:lnTo>
                  <a:lnTo>
                    <a:pt x="568" y="139"/>
                  </a:lnTo>
                  <a:lnTo>
                    <a:pt x="568" y="139"/>
                  </a:lnTo>
                  <a:lnTo>
                    <a:pt x="558" y="146"/>
                  </a:lnTo>
                  <a:lnTo>
                    <a:pt x="554" y="148"/>
                  </a:lnTo>
                  <a:lnTo>
                    <a:pt x="547" y="148"/>
                  </a:lnTo>
                  <a:lnTo>
                    <a:pt x="545" y="150"/>
                  </a:lnTo>
                  <a:lnTo>
                    <a:pt x="541" y="152"/>
                  </a:lnTo>
                  <a:lnTo>
                    <a:pt x="537" y="154"/>
                  </a:lnTo>
                  <a:lnTo>
                    <a:pt x="534" y="156"/>
                  </a:lnTo>
                  <a:lnTo>
                    <a:pt x="534" y="156"/>
                  </a:lnTo>
                  <a:lnTo>
                    <a:pt x="532" y="158"/>
                  </a:lnTo>
                  <a:lnTo>
                    <a:pt x="530" y="160"/>
                  </a:lnTo>
                  <a:lnTo>
                    <a:pt x="528" y="162"/>
                  </a:lnTo>
                  <a:lnTo>
                    <a:pt x="524" y="162"/>
                  </a:lnTo>
                  <a:lnTo>
                    <a:pt x="522" y="164"/>
                  </a:lnTo>
                  <a:lnTo>
                    <a:pt x="520" y="165"/>
                  </a:lnTo>
                  <a:lnTo>
                    <a:pt x="518" y="169"/>
                  </a:lnTo>
                  <a:lnTo>
                    <a:pt x="518" y="173"/>
                  </a:lnTo>
                  <a:lnTo>
                    <a:pt x="516" y="173"/>
                  </a:lnTo>
                  <a:lnTo>
                    <a:pt x="514" y="173"/>
                  </a:lnTo>
                  <a:lnTo>
                    <a:pt x="505" y="171"/>
                  </a:lnTo>
                  <a:lnTo>
                    <a:pt x="503" y="171"/>
                  </a:lnTo>
                  <a:lnTo>
                    <a:pt x="501" y="173"/>
                  </a:lnTo>
                  <a:lnTo>
                    <a:pt x="501" y="175"/>
                  </a:lnTo>
                  <a:lnTo>
                    <a:pt x="499" y="179"/>
                  </a:lnTo>
                  <a:lnTo>
                    <a:pt x="497" y="181"/>
                  </a:lnTo>
                  <a:lnTo>
                    <a:pt x="494" y="181"/>
                  </a:lnTo>
                  <a:lnTo>
                    <a:pt x="492" y="179"/>
                  </a:lnTo>
                  <a:lnTo>
                    <a:pt x="490" y="179"/>
                  </a:lnTo>
                  <a:lnTo>
                    <a:pt x="486" y="179"/>
                  </a:lnTo>
                  <a:lnTo>
                    <a:pt x="486" y="179"/>
                  </a:lnTo>
                  <a:lnTo>
                    <a:pt x="484" y="179"/>
                  </a:lnTo>
                  <a:lnTo>
                    <a:pt x="480" y="181"/>
                  </a:lnTo>
                  <a:lnTo>
                    <a:pt x="478" y="183"/>
                  </a:lnTo>
                  <a:lnTo>
                    <a:pt x="476" y="183"/>
                  </a:lnTo>
                  <a:lnTo>
                    <a:pt x="463" y="181"/>
                  </a:lnTo>
                  <a:lnTo>
                    <a:pt x="463" y="179"/>
                  </a:lnTo>
                  <a:lnTo>
                    <a:pt x="461" y="169"/>
                  </a:lnTo>
                  <a:lnTo>
                    <a:pt x="457" y="162"/>
                  </a:lnTo>
                  <a:lnTo>
                    <a:pt x="454" y="162"/>
                  </a:lnTo>
                  <a:lnTo>
                    <a:pt x="448" y="152"/>
                  </a:lnTo>
                  <a:lnTo>
                    <a:pt x="444" y="152"/>
                  </a:lnTo>
                  <a:lnTo>
                    <a:pt x="434" y="154"/>
                  </a:lnTo>
                  <a:lnTo>
                    <a:pt x="427" y="152"/>
                  </a:lnTo>
                  <a:lnTo>
                    <a:pt x="423" y="150"/>
                  </a:lnTo>
                  <a:lnTo>
                    <a:pt x="421" y="146"/>
                  </a:lnTo>
                  <a:lnTo>
                    <a:pt x="415" y="141"/>
                  </a:lnTo>
                  <a:lnTo>
                    <a:pt x="410" y="139"/>
                  </a:lnTo>
                  <a:lnTo>
                    <a:pt x="400" y="137"/>
                  </a:lnTo>
                  <a:lnTo>
                    <a:pt x="394" y="131"/>
                  </a:lnTo>
                  <a:lnTo>
                    <a:pt x="394" y="116"/>
                  </a:lnTo>
                  <a:lnTo>
                    <a:pt x="393" y="108"/>
                  </a:lnTo>
                  <a:lnTo>
                    <a:pt x="389" y="103"/>
                  </a:lnTo>
                  <a:lnTo>
                    <a:pt x="385" y="99"/>
                  </a:lnTo>
                  <a:lnTo>
                    <a:pt x="375" y="99"/>
                  </a:lnTo>
                  <a:lnTo>
                    <a:pt x="366" y="97"/>
                  </a:lnTo>
                  <a:lnTo>
                    <a:pt x="362" y="93"/>
                  </a:lnTo>
                  <a:lnTo>
                    <a:pt x="358" y="86"/>
                  </a:lnTo>
                  <a:lnTo>
                    <a:pt x="353" y="84"/>
                  </a:lnTo>
                  <a:lnTo>
                    <a:pt x="345" y="86"/>
                  </a:lnTo>
                  <a:lnTo>
                    <a:pt x="337" y="72"/>
                  </a:lnTo>
                  <a:lnTo>
                    <a:pt x="320" y="70"/>
                  </a:lnTo>
                  <a:lnTo>
                    <a:pt x="320" y="69"/>
                  </a:lnTo>
                  <a:lnTo>
                    <a:pt x="320" y="69"/>
                  </a:lnTo>
                  <a:lnTo>
                    <a:pt x="311" y="49"/>
                  </a:lnTo>
                  <a:lnTo>
                    <a:pt x="309" y="48"/>
                  </a:lnTo>
                  <a:lnTo>
                    <a:pt x="303" y="42"/>
                  </a:lnTo>
                  <a:lnTo>
                    <a:pt x="297" y="38"/>
                  </a:lnTo>
                  <a:lnTo>
                    <a:pt x="290" y="34"/>
                  </a:lnTo>
                  <a:lnTo>
                    <a:pt x="282" y="34"/>
                  </a:lnTo>
                  <a:lnTo>
                    <a:pt x="276" y="36"/>
                  </a:lnTo>
                  <a:lnTo>
                    <a:pt x="276" y="36"/>
                  </a:lnTo>
                  <a:lnTo>
                    <a:pt x="276" y="38"/>
                  </a:lnTo>
                  <a:lnTo>
                    <a:pt x="276" y="38"/>
                  </a:lnTo>
                  <a:lnTo>
                    <a:pt x="271" y="38"/>
                  </a:lnTo>
                  <a:lnTo>
                    <a:pt x="269" y="36"/>
                  </a:lnTo>
                  <a:lnTo>
                    <a:pt x="267" y="30"/>
                  </a:lnTo>
                  <a:lnTo>
                    <a:pt x="267" y="27"/>
                  </a:lnTo>
                  <a:lnTo>
                    <a:pt x="267" y="23"/>
                  </a:lnTo>
                  <a:lnTo>
                    <a:pt x="265" y="19"/>
                  </a:lnTo>
                  <a:lnTo>
                    <a:pt x="263" y="17"/>
                  </a:lnTo>
                  <a:lnTo>
                    <a:pt x="259" y="15"/>
                  </a:lnTo>
                  <a:lnTo>
                    <a:pt x="248" y="13"/>
                  </a:lnTo>
                  <a:lnTo>
                    <a:pt x="246" y="11"/>
                  </a:lnTo>
                  <a:lnTo>
                    <a:pt x="242" y="8"/>
                  </a:lnTo>
                  <a:lnTo>
                    <a:pt x="242" y="8"/>
                  </a:lnTo>
                  <a:lnTo>
                    <a:pt x="240" y="8"/>
                  </a:lnTo>
                  <a:lnTo>
                    <a:pt x="232" y="8"/>
                  </a:lnTo>
                  <a:lnTo>
                    <a:pt x="229" y="8"/>
                  </a:lnTo>
                  <a:lnTo>
                    <a:pt x="225" y="10"/>
                  </a:lnTo>
                  <a:lnTo>
                    <a:pt x="223" y="10"/>
                  </a:lnTo>
                  <a:lnTo>
                    <a:pt x="221" y="11"/>
                  </a:lnTo>
                  <a:lnTo>
                    <a:pt x="221" y="11"/>
                  </a:lnTo>
                  <a:lnTo>
                    <a:pt x="221" y="15"/>
                  </a:lnTo>
                  <a:lnTo>
                    <a:pt x="219" y="17"/>
                  </a:lnTo>
                  <a:lnTo>
                    <a:pt x="219" y="17"/>
                  </a:lnTo>
                  <a:lnTo>
                    <a:pt x="217" y="17"/>
                  </a:lnTo>
                  <a:lnTo>
                    <a:pt x="217" y="13"/>
                  </a:lnTo>
                  <a:lnTo>
                    <a:pt x="217" y="11"/>
                  </a:lnTo>
                  <a:lnTo>
                    <a:pt x="213" y="8"/>
                  </a:lnTo>
                  <a:lnTo>
                    <a:pt x="213" y="8"/>
                  </a:lnTo>
                  <a:lnTo>
                    <a:pt x="211" y="6"/>
                  </a:lnTo>
                  <a:lnTo>
                    <a:pt x="204" y="4"/>
                  </a:lnTo>
                  <a:lnTo>
                    <a:pt x="202" y="2"/>
                  </a:lnTo>
                  <a:lnTo>
                    <a:pt x="200" y="0"/>
                  </a:lnTo>
                  <a:lnTo>
                    <a:pt x="198" y="0"/>
                  </a:lnTo>
                  <a:lnTo>
                    <a:pt x="196" y="2"/>
                  </a:lnTo>
                  <a:lnTo>
                    <a:pt x="191" y="4"/>
                  </a:lnTo>
                  <a:lnTo>
                    <a:pt x="189" y="4"/>
                  </a:lnTo>
                  <a:lnTo>
                    <a:pt x="189" y="4"/>
                  </a:lnTo>
                  <a:lnTo>
                    <a:pt x="189" y="6"/>
                  </a:lnTo>
                  <a:lnTo>
                    <a:pt x="189" y="6"/>
                  </a:lnTo>
                  <a:lnTo>
                    <a:pt x="189" y="8"/>
                  </a:lnTo>
                  <a:lnTo>
                    <a:pt x="187" y="11"/>
                  </a:lnTo>
                  <a:lnTo>
                    <a:pt x="187" y="11"/>
                  </a:lnTo>
                  <a:lnTo>
                    <a:pt x="185" y="10"/>
                  </a:lnTo>
                  <a:lnTo>
                    <a:pt x="183" y="8"/>
                  </a:lnTo>
                  <a:lnTo>
                    <a:pt x="183" y="8"/>
                  </a:lnTo>
                  <a:lnTo>
                    <a:pt x="181" y="6"/>
                  </a:lnTo>
                  <a:lnTo>
                    <a:pt x="181" y="6"/>
                  </a:lnTo>
                  <a:lnTo>
                    <a:pt x="177" y="6"/>
                  </a:lnTo>
                  <a:lnTo>
                    <a:pt x="173" y="8"/>
                  </a:lnTo>
                  <a:lnTo>
                    <a:pt x="171" y="10"/>
                  </a:lnTo>
                  <a:lnTo>
                    <a:pt x="164" y="13"/>
                  </a:lnTo>
                  <a:lnTo>
                    <a:pt x="160" y="17"/>
                  </a:lnTo>
                  <a:lnTo>
                    <a:pt x="158" y="19"/>
                  </a:lnTo>
                  <a:lnTo>
                    <a:pt x="151" y="17"/>
                  </a:lnTo>
                  <a:lnTo>
                    <a:pt x="151" y="19"/>
                  </a:lnTo>
                  <a:lnTo>
                    <a:pt x="149" y="19"/>
                  </a:lnTo>
                  <a:lnTo>
                    <a:pt x="149" y="21"/>
                  </a:lnTo>
                  <a:lnTo>
                    <a:pt x="147" y="25"/>
                  </a:lnTo>
                  <a:lnTo>
                    <a:pt x="147" y="27"/>
                  </a:lnTo>
                  <a:lnTo>
                    <a:pt x="141" y="29"/>
                  </a:lnTo>
                  <a:lnTo>
                    <a:pt x="139" y="29"/>
                  </a:lnTo>
                  <a:lnTo>
                    <a:pt x="135" y="27"/>
                  </a:lnTo>
                  <a:lnTo>
                    <a:pt x="133" y="27"/>
                  </a:lnTo>
                  <a:lnTo>
                    <a:pt x="126" y="21"/>
                  </a:lnTo>
                  <a:lnTo>
                    <a:pt x="122" y="21"/>
                  </a:lnTo>
                  <a:lnTo>
                    <a:pt x="116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21"/>
                  </a:lnTo>
                  <a:lnTo>
                    <a:pt x="111" y="23"/>
                  </a:lnTo>
                  <a:lnTo>
                    <a:pt x="111" y="23"/>
                  </a:lnTo>
                  <a:lnTo>
                    <a:pt x="111" y="23"/>
                  </a:lnTo>
                  <a:lnTo>
                    <a:pt x="112" y="23"/>
                  </a:lnTo>
                  <a:lnTo>
                    <a:pt x="112" y="23"/>
                  </a:lnTo>
                  <a:lnTo>
                    <a:pt x="112" y="25"/>
                  </a:lnTo>
                  <a:lnTo>
                    <a:pt x="112" y="25"/>
                  </a:lnTo>
                  <a:lnTo>
                    <a:pt x="112" y="25"/>
                  </a:lnTo>
                  <a:lnTo>
                    <a:pt x="114" y="25"/>
                  </a:lnTo>
                  <a:lnTo>
                    <a:pt x="116" y="25"/>
                  </a:lnTo>
                  <a:lnTo>
                    <a:pt x="118" y="25"/>
                  </a:lnTo>
                  <a:lnTo>
                    <a:pt x="120" y="27"/>
                  </a:lnTo>
                  <a:lnTo>
                    <a:pt x="120" y="27"/>
                  </a:lnTo>
                  <a:lnTo>
                    <a:pt x="120" y="29"/>
                  </a:lnTo>
                  <a:lnTo>
                    <a:pt x="120" y="29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28" y="34"/>
                  </a:lnTo>
                  <a:lnTo>
                    <a:pt x="128" y="34"/>
                  </a:lnTo>
                  <a:lnTo>
                    <a:pt x="128" y="34"/>
                  </a:lnTo>
                  <a:lnTo>
                    <a:pt x="128" y="34"/>
                  </a:lnTo>
                  <a:lnTo>
                    <a:pt x="128" y="36"/>
                  </a:lnTo>
                  <a:lnTo>
                    <a:pt x="128" y="36"/>
                  </a:lnTo>
                  <a:lnTo>
                    <a:pt x="128" y="38"/>
                  </a:lnTo>
                  <a:lnTo>
                    <a:pt x="128" y="38"/>
                  </a:lnTo>
                  <a:lnTo>
                    <a:pt x="128" y="38"/>
                  </a:lnTo>
                  <a:lnTo>
                    <a:pt x="128" y="38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26" y="40"/>
                  </a:lnTo>
                  <a:lnTo>
                    <a:pt x="124" y="40"/>
                  </a:lnTo>
                  <a:lnTo>
                    <a:pt x="122" y="38"/>
                  </a:lnTo>
                  <a:lnTo>
                    <a:pt x="120" y="38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14" y="38"/>
                  </a:lnTo>
                  <a:lnTo>
                    <a:pt x="112" y="38"/>
                  </a:lnTo>
                  <a:lnTo>
                    <a:pt x="112" y="38"/>
                  </a:lnTo>
                  <a:lnTo>
                    <a:pt x="112" y="38"/>
                  </a:lnTo>
                  <a:lnTo>
                    <a:pt x="111" y="40"/>
                  </a:lnTo>
                  <a:lnTo>
                    <a:pt x="109" y="40"/>
                  </a:lnTo>
                  <a:lnTo>
                    <a:pt x="109" y="40"/>
                  </a:lnTo>
                  <a:lnTo>
                    <a:pt x="109" y="40"/>
                  </a:lnTo>
                  <a:lnTo>
                    <a:pt x="107" y="40"/>
                  </a:lnTo>
                  <a:lnTo>
                    <a:pt x="107" y="40"/>
                  </a:lnTo>
                  <a:lnTo>
                    <a:pt x="103" y="40"/>
                  </a:lnTo>
                  <a:lnTo>
                    <a:pt x="103" y="40"/>
                  </a:lnTo>
                  <a:lnTo>
                    <a:pt x="103" y="40"/>
                  </a:lnTo>
                  <a:lnTo>
                    <a:pt x="103" y="40"/>
                  </a:lnTo>
                  <a:lnTo>
                    <a:pt x="103" y="40"/>
                  </a:lnTo>
                  <a:lnTo>
                    <a:pt x="101" y="38"/>
                  </a:lnTo>
                  <a:lnTo>
                    <a:pt x="101" y="38"/>
                  </a:lnTo>
                  <a:lnTo>
                    <a:pt x="101" y="36"/>
                  </a:lnTo>
                  <a:lnTo>
                    <a:pt x="101" y="36"/>
                  </a:lnTo>
                  <a:lnTo>
                    <a:pt x="101" y="36"/>
                  </a:lnTo>
                  <a:lnTo>
                    <a:pt x="99" y="38"/>
                  </a:lnTo>
                  <a:lnTo>
                    <a:pt x="99" y="38"/>
                  </a:lnTo>
                  <a:lnTo>
                    <a:pt x="97" y="38"/>
                  </a:lnTo>
                  <a:lnTo>
                    <a:pt x="97" y="38"/>
                  </a:lnTo>
                  <a:lnTo>
                    <a:pt x="97" y="38"/>
                  </a:lnTo>
                  <a:lnTo>
                    <a:pt x="95" y="38"/>
                  </a:lnTo>
                  <a:lnTo>
                    <a:pt x="93" y="38"/>
                  </a:lnTo>
                  <a:lnTo>
                    <a:pt x="93" y="38"/>
                  </a:lnTo>
                  <a:lnTo>
                    <a:pt x="88" y="36"/>
                  </a:lnTo>
                  <a:lnTo>
                    <a:pt x="86" y="36"/>
                  </a:lnTo>
                  <a:lnTo>
                    <a:pt x="84" y="34"/>
                  </a:lnTo>
                  <a:lnTo>
                    <a:pt x="74" y="38"/>
                  </a:lnTo>
                  <a:lnTo>
                    <a:pt x="72" y="40"/>
                  </a:lnTo>
                  <a:lnTo>
                    <a:pt x="72" y="40"/>
                  </a:lnTo>
                  <a:lnTo>
                    <a:pt x="70" y="38"/>
                  </a:lnTo>
                  <a:lnTo>
                    <a:pt x="69" y="40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63" y="38"/>
                  </a:lnTo>
                  <a:lnTo>
                    <a:pt x="63" y="38"/>
                  </a:lnTo>
                  <a:lnTo>
                    <a:pt x="61" y="36"/>
                  </a:lnTo>
                  <a:lnTo>
                    <a:pt x="61" y="38"/>
                  </a:lnTo>
                  <a:lnTo>
                    <a:pt x="59" y="40"/>
                  </a:lnTo>
                  <a:lnTo>
                    <a:pt x="57" y="40"/>
                  </a:lnTo>
                  <a:lnTo>
                    <a:pt x="55" y="40"/>
                  </a:lnTo>
                  <a:lnTo>
                    <a:pt x="53" y="42"/>
                  </a:lnTo>
                  <a:lnTo>
                    <a:pt x="51" y="42"/>
                  </a:lnTo>
                  <a:lnTo>
                    <a:pt x="51" y="42"/>
                  </a:lnTo>
                  <a:lnTo>
                    <a:pt x="51" y="42"/>
                  </a:lnTo>
                  <a:lnTo>
                    <a:pt x="51" y="42"/>
                  </a:lnTo>
                  <a:lnTo>
                    <a:pt x="51" y="46"/>
                  </a:lnTo>
                  <a:lnTo>
                    <a:pt x="53" y="48"/>
                  </a:lnTo>
                  <a:lnTo>
                    <a:pt x="53" y="51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3" y="53"/>
                  </a:lnTo>
                  <a:lnTo>
                    <a:pt x="51" y="55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1" y="59"/>
                  </a:lnTo>
                  <a:lnTo>
                    <a:pt x="51" y="59"/>
                  </a:lnTo>
                  <a:lnTo>
                    <a:pt x="50" y="61"/>
                  </a:lnTo>
                  <a:lnTo>
                    <a:pt x="50" y="61"/>
                  </a:lnTo>
                  <a:lnTo>
                    <a:pt x="44" y="63"/>
                  </a:lnTo>
                  <a:lnTo>
                    <a:pt x="44" y="63"/>
                  </a:lnTo>
                  <a:lnTo>
                    <a:pt x="44" y="63"/>
                  </a:lnTo>
                  <a:lnTo>
                    <a:pt x="44" y="63"/>
                  </a:lnTo>
                  <a:lnTo>
                    <a:pt x="44" y="65"/>
                  </a:lnTo>
                  <a:lnTo>
                    <a:pt x="44" y="65"/>
                  </a:lnTo>
                  <a:lnTo>
                    <a:pt x="44" y="65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2" y="69"/>
                  </a:lnTo>
                  <a:lnTo>
                    <a:pt x="38" y="69"/>
                  </a:lnTo>
                  <a:lnTo>
                    <a:pt x="36" y="69"/>
                  </a:lnTo>
                  <a:lnTo>
                    <a:pt x="36" y="69"/>
                  </a:lnTo>
                  <a:lnTo>
                    <a:pt x="36" y="69"/>
                  </a:lnTo>
                  <a:lnTo>
                    <a:pt x="36" y="70"/>
                  </a:lnTo>
                  <a:lnTo>
                    <a:pt x="34" y="70"/>
                  </a:lnTo>
                  <a:lnTo>
                    <a:pt x="34" y="74"/>
                  </a:lnTo>
                  <a:lnTo>
                    <a:pt x="34" y="76"/>
                  </a:lnTo>
                  <a:lnTo>
                    <a:pt x="34" y="76"/>
                  </a:lnTo>
                  <a:lnTo>
                    <a:pt x="34" y="76"/>
                  </a:lnTo>
                  <a:lnTo>
                    <a:pt x="34" y="78"/>
                  </a:lnTo>
                  <a:lnTo>
                    <a:pt x="34" y="78"/>
                  </a:lnTo>
                  <a:lnTo>
                    <a:pt x="30" y="78"/>
                  </a:lnTo>
                  <a:lnTo>
                    <a:pt x="30" y="78"/>
                  </a:lnTo>
                  <a:lnTo>
                    <a:pt x="29" y="80"/>
                  </a:lnTo>
                  <a:lnTo>
                    <a:pt x="25" y="84"/>
                  </a:lnTo>
                  <a:lnTo>
                    <a:pt x="25" y="84"/>
                  </a:lnTo>
                  <a:lnTo>
                    <a:pt x="25" y="86"/>
                  </a:lnTo>
                  <a:lnTo>
                    <a:pt x="23" y="86"/>
                  </a:lnTo>
                  <a:lnTo>
                    <a:pt x="21" y="86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7" y="89"/>
                  </a:lnTo>
                  <a:lnTo>
                    <a:pt x="17" y="91"/>
                  </a:lnTo>
                  <a:lnTo>
                    <a:pt x="15" y="91"/>
                  </a:lnTo>
                  <a:lnTo>
                    <a:pt x="13" y="89"/>
                  </a:lnTo>
                  <a:lnTo>
                    <a:pt x="13" y="89"/>
                  </a:lnTo>
                  <a:lnTo>
                    <a:pt x="11" y="89"/>
                  </a:lnTo>
                  <a:lnTo>
                    <a:pt x="11" y="89"/>
                  </a:lnTo>
                  <a:lnTo>
                    <a:pt x="10" y="89"/>
                  </a:lnTo>
                  <a:lnTo>
                    <a:pt x="8" y="91"/>
                  </a:lnTo>
                  <a:lnTo>
                    <a:pt x="8" y="91"/>
                  </a:lnTo>
                  <a:lnTo>
                    <a:pt x="6" y="93"/>
                  </a:lnTo>
                  <a:lnTo>
                    <a:pt x="6" y="93"/>
                  </a:lnTo>
                  <a:lnTo>
                    <a:pt x="6" y="95"/>
                  </a:lnTo>
                  <a:lnTo>
                    <a:pt x="6" y="95"/>
                  </a:lnTo>
                  <a:lnTo>
                    <a:pt x="4" y="99"/>
                  </a:lnTo>
                  <a:lnTo>
                    <a:pt x="4" y="101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6" y="103"/>
                  </a:lnTo>
                  <a:lnTo>
                    <a:pt x="6" y="105"/>
                  </a:lnTo>
                  <a:lnTo>
                    <a:pt x="6" y="105"/>
                  </a:lnTo>
                  <a:lnTo>
                    <a:pt x="2" y="108"/>
                  </a:lnTo>
                  <a:lnTo>
                    <a:pt x="2" y="108"/>
                  </a:lnTo>
                  <a:lnTo>
                    <a:pt x="2" y="108"/>
                  </a:lnTo>
                  <a:lnTo>
                    <a:pt x="2" y="110"/>
                  </a:lnTo>
                  <a:lnTo>
                    <a:pt x="2" y="110"/>
                  </a:lnTo>
                  <a:lnTo>
                    <a:pt x="2" y="110"/>
                  </a:lnTo>
                  <a:lnTo>
                    <a:pt x="2" y="112"/>
                  </a:lnTo>
                  <a:lnTo>
                    <a:pt x="2" y="112"/>
                  </a:lnTo>
                  <a:lnTo>
                    <a:pt x="4" y="112"/>
                  </a:lnTo>
                  <a:lnTo>
                    <a:pt x="4" y="112"/>
                  </a:lnTo>
                  <a:lnTo>
                    <a:pt x="6" y="116"/>
                  </a:lnTo>
                  <a:lnTo>
                    <a:pt x="8" y="116"/>
                  </a:lnTo>
                  <a:lnTo>
                    <a:pt x="8" y="118"/>
                  </a:lnTo>
                  <a:lnTo>
                    <a:pt x="8" y="120"/>
                  </a:lnTo>
                  <a:lnTo>
                    <a:pt x="8" y="120"/>
                  </a:lnTo>
                  <a:lnTo>
                    <a:pt x="8" y="120"/>
                  </a:lnTo>
                  <a:lnTo>
                    <a:pt x="0" y="131"/>
                  </a:lnTo>
                  <a:lnTo>
                    <a:pt x="4" y="133"/>
                  </a:lnTo>
                  <a:lnTo>
                    <a:pt x="13" y="137"/>
                  </a:lnTo>
                  <a:lnTo>
                    <a:pt x="13" y="137"/>
                  </a:lnTo>
                  <a:lnTo>
                    <a:pt x="23" y="139"/>
                  </a:lnTo>
                  <a:lnTo>
                    <a:pt x="27" y="139"/>
                  </a:lnTo>
                  <a:lnTo>
                    <a:pt x="27" y="139"/>
                  </a:lnTo>
                  <a:lnTo>
                    <a:pt x="29" y="139"/>
                  </a:lnTo>
                  <a:lnTo>
                    <a:pt x="29" y="139"/>
                  </a:lnTo>
                  <a:lnTo>
                    <a:pt x="29" y="139"/>
                  </a:lnTo>
                  <a:lnTo>
                    <a:pt x="29" y="139"/>
                  </a:lnTo>
                  <a:lnTo>
                    <a:pt x="32" y="135"/>
                  </a:lnTo>
                  <a:lnTo>
                    <a:pt x="32" y="135"/>
                  </a:lnTo>
                  <a:lnTo>
                    <a:pt x="34" y="135"/>
                  </a:lnTo>
                  <a:lnTo>
                    <a:pt x="44" y="135"/>
                  </a:lnTo>
                  <a:lnTo>
                    <a:pt x="44" y="135"/>
                  </a:lnTo>
                  <a:lnTo>
                    <a:pt x="44" y="135"/>
                  </a:lnTo>
                  <a:lnTo>
                    <a:pt x="44" y="135"/>
                  </a:lnTo>
                  <a:lnTo>
                    <a:pt x="46" y="137"/>
                  </a:lnTo>
                  <a:lnTo>
                    <a:pt x="46" y="137"/>
                  </a:lnTo>
                  <a:lnTo>
                    <a:pt x="46" y="137"/>
                  </a:lnTo>
                  <a:lnTo>
                    <a:pt x="46" y="137"/>
                  </a:lnTo>
                  <a:lnTo>
                    <a:pt x="48" y="137"/>
                  </a:lnTo>
                  <a:lnTo>
                    <a:pt x="48" y="137"/>
                  </a:lnTo>
                  <a:lnTo>
                    <a:pt x="48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1" y="137"/>
                  </a:lnTo>
                  <a:lnTo>
                    <a:pt x="51" y="137"/>
                  </a:lnTo>
                  <a:lnTo>
                    <a:pt x="51" y="137"/>
                  </a:lnTo>
                  <a:lnTo>
                    <a:pt x="51" y="137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5"/>
                  </a:lnTo>
                  <a:lnTo>
                    <a:pt x="53" y="137"/>
                  </a:lnTo>
                  <a:lnTo>
                    <a:pt x="55" y="137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59" y="143"/>
                  </a:lnTo>
                  <a:lnTo>
                    <a:pt x="57" y="145"/>
                  </a:lnTo>
                  <a:lnTo>
                    <a:pt x="57" y="145"/>
                  </a:lnTo>
                  <a:lnTo>
                    <a:pt x="57" y="145"/>
                  </a:lnTo>
                  <a:lnTo>
                    <a:pt x="57" y="150"/>
                  </a:lnTo>
                  <a:lnTo>
                    <a:pt x="57" y="150"/>
                  </a:lnTo>
                  <a:lnTo>
                    <a:pt x="57" y="152"/>
                  </a:lnTo>
                  <a:lnTo>
                    <a:pt x="57" y="152"/>
                  </a:lnTo>
                  <a:lnTo>
                    <a:pt x="57" y="152"/>
                  </a:lnTo>
                  <a:lnTo>
                    <a:pt x="57" y="154"/>
                  </a:lnTo>
                  <a:lnTo>
                    <a:pt x="67" y="160"/>
                  </a:lnTo>
                  <a:lnTo>
                    <a:pt x="69" y="160"/>
                  </a:lnTo>
                  <a:lnTo>
                    <a:pt x="69" y="162"/>
                  </a:lnTo>
                  <a:lnTo>
                    <a:pt x="69" y="162"/>
                  </a:lnTo>
                  <a:lnTo>
                    <a:pt x="72" y="164"/>
                  </a:lnTo>
                  <a:lnTo>
                    <a:pt x="72" y="164"/>
                  </a:lnTo>
                  <a:lnTo>
                    <a:pt x="72" y="164"/>
                  </a:lnTo>
                  <a:lnTo>
                    <a:pt x="72" y="165"/>
                  </a:lnTo>
                  <a:lnTo>
                    <a:pt x="72" y="165"/>
                  </a:lnTo>
                  <a:lnTo>
                    <a:pt x="74" y="165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6" y="167"/>
                  </a:lnTo>
                  <a:lnTo>
                    <a:pt x="76" y="167"/>
                  </a:lnTo>
                  <a:lnTo>
                    <a:pt x="78" y="167"/>
                  </a:lnTo>
                  <a:lnTo>
                    <a:pt x="78" y="167"/>
                  </a:lnTo>
                  <a:lnTo>
                    <a:pt x="80" y="167"/>
                  </a:lnTo>
                  <a:lnTo>
                    <a:pt x="80" y="167"/>
                  </a:lnTo>
                  <a:lnTo>
                    <a:pt x="80" y="167"/>
                  </a:lnTo>
                  <a:lnTo>
                    <a:pt x="80" y="167"/>
                  </a:lnTo>
                  <a:lnTo>
                    <a:pt x="80" y="167"/>
                  </a:lnTo>
                  <a:lnTo>
                    <a:pt x="80" y="167"/>
                  </a:lnTo>
                  <a:lnTo>
                    <a:pt x="82" y="169"/>
                  </a:lnTo>
                  <a:lnTo>
                    <a:pt x="82" y="169"/>
                  </a:lnTo>
                  <a:lnTo>
                    <a:pt x="82" y="169"/>
                  </a:lnTo>
                  <a:lnTo>
                    <a:pt x="82" y="169"/>
                  </a:lnTo>
                  <a:lnTo>
                    <a:pt x="84" y="173"/>
                  </a:lnTo>
                  <a:lnTo>
                    <a:pt x="84" y="173"/>
                  </a:lnTo>
                  <a:lnTo>
                    <a:pt x="84" y="173"/>
                  </a:lnTo>
                  <a:lnTo>
                    <a:pt x="84" y="173"/>
                  </a:lnTo>
                  <a:lnTo>
                    <a:pt x="86" y="171"/>
                  </a:lnTo>
                  <a:lnTo>
                    <a:pt x="88" y="171"/>
                  </a:lnTo>
                  <a:lnTo>
                    <a:pt x="88" y="171"/>
                  </a:lnTo>
                  <a:lnTo>
                    <a:pt x="88" y="171"/>
                  </a:lnTo>
                  <a:lnTo>
                    <a:pt x="88" y="171"/>
                  </a:lnTo>
                  <a:lnTo>
                    <a:pt x="91" y="175"/>
                  </a:lnTo>
                  <a:lnTo>
                    <a:pt x="91" y="175"/>
                  </a:lnTo>
                  <a:lnTo>
                    <a:pt x="91" y="175"/>
                  </a:lnTo>
                  <a:lnTo>
                    <a:pt x="91" y="175"/>
                  </a:lnTo>
                  <a:lnTo>
                    <a:pt x="97" y="173"/>
                  </a:lnTo>
                  <a:lnTo>
                    <a:pt x="103" y="173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8" y="177"/>
                  </a:lnTo>
                  <a:lnTo>
                    <a:pt x="118" y="177"/>
                  </a:lnTo>
                  <a:lnTo>
                    <a:pt x="118" y="183"/>
                  </a:lnTo>
                  <a:lnTo>
                    <a:pt x="118" y="183"/>
                  </a:lnTo>
                  <a:lnTo>
                    <a:pt x="118" y="183"/>
                  </a:lnTo>
                  <a:lnTo>
                    <a:pt x="118" y="185"/>
                  </a:lnTo>
                  <a:lnTo>
                    <a:pt x="118" y="185"/>
                  </a:lnTo>
                  <a:lnTo>
                    <a:pt x="118" y="185"/>
                  </a:lnTo>
                  <a:lnTo>
                    <a:pt x="118" y="185"/>
                  </a:lnTo>
                  <a:lnTo>
                    <a:pt x="116" y="185"/>
                  </a:lnTo>
                  <a:lnTo>
                    <a:pt x="114" y="186"/>
                  </a:lnTo>
                  <a:lnTo>
                    <a:pt x="112" y="186"/>
                  </a:lnTo>
                  <a:lnTo>
                    <a:pt x="112" y="188"/>
                  </a:lnTo>
                  <a:lnTo>
                    <a:pt x="112" y="188"/>
                  </a:lnTo>
                  <a:lnTo>
                    <a:pt x="112" y="188"/>
                  </a:lnTo>
                  <a:lnTo>
                    <a:pt x="112" y="190"/>
                  </a:lnTo>
                  <a:lnTo>
                    <a:pt x="111" y="194"/>
                  </a:lnTo>
                  <a:lnTo>
                    <a:pt x="109" y="194"/>
                  </a:lnTo>
                  <a:lnTo>
                    <a:pt x="109" y="194"/>
                  </a:lnTo>
                  <a:lnTo>
                    <a:pt x="109" y="194"/>
                  </a:lnTo>
                  <a:lnTo>
                    <a:pt x="109" y="196"/>
                  </a:lnTo>
                  <a:lnTo>
                    <a:pt x="109" y="196"/>
                  </a:lnTo>
                  <a:lnTo>
                    <a:pt x="109" y="198"/>
                  </a:lnTo>
                  <a:lnTo>
                    <a:pt x="109" y="200"/>
                  </a:lnTo>
                  <a:lnTo>
                    <a:pt x="109" y="200"/>
                  </a:lnTo>
                  <a:lnTo>
                    <a:pt x="109" y="200"/>
                  </a:lnTo>
                  <a:lnTo>
                    <a:pt x="112" y="205"/>
                  </a:lnTo>
                  <a:lnTo>
                    <a:pt x="112" y="205"/>
                  </a:lnTo>
                  <a:lnTo>
                    <a:pt x="112" y="205"/>
                  </a:lnTo>
                  <a:lnTo>
                    <a:pt x="112" y="207"/>
                  </a:lnTo>
                  <a:lnTo>
                    <a:pt x="112" y="207"/>
                  </a:lnTo>
                  <a:lnTo>
                    <a:pt x="112" y="209"/>
                  </a:lnTo>
                  <a:lnTo>
                    <a:pt x="112" y="209"/>
                  </a:lnTo>
                  <a:lnTo>
                    <a:pt x="112" y="209"/>
                  </a:lnTo>
                  <a:lnTo>
                    <a:pt x="112" y="211"/>
                  </a:lnTo>
                  <a:lnTo>
                    <a:pt x="112" y="211"/>
                  </a:lnTo>
                  <a:lnTo>
                    <a:pt x="112" y="211"/>
                  </a:lnTo>
                  <a:lnTo>
                    <a:pt x="112" y="211"/>
                  </a:lnTo>
                  <a:lnTo>
                    <a:pt x="112" y="211"/>
                  </a:lnTo>
                  <a:lnTo>
                    <a:pt x="114" y="211"/>
                  </a:lnTo>
                  <a:lnTo>
                    <a:pt x="114" y="211"/>
                  </a:lnTo>
                  <a:lnTo>
                    <a:pt x="114" y="211"/>
                  </a:lnTo>
                  <a:lnTo>
                    <a:pt x="114" y="211"/>
                  </a:lnTo>
                  <a:lnTo>
                    <a:pt x="116" y="209"/>
                  </a:lnTo>
                  <a:lnTo>
                    <a:pt x="116" y="207"/>
                  </a:lnTo>
                  <a:lnTo>
                    <a:pt x="116" y="207"/>
                  </a:lnTo>
                  <a:lnTo>
                    <a:pt x="118" y="207"/>
                  </a:lnTo>
                  <a:lnTo>
                    <a:pt x="120" y="207"/>
                  </a:lnTo>
                  <a:lnTo>
                    <a:pt x="120" y="207"/>
                  </a:lnTo>
                  <a:lnTo>
                    <a:pt x="120" y="207"/>
                  </a:lnTo>
                  <a:lnTo>
                    <a:pt x="120" y="207"/>
                  </a:lnTo>
                  <a:lnTo>
                    <a:pt x="120" y="207"/>
                  </a:lnTo>
                  <a:lnTo>
                    <a:pt x="122" y="209"/>
                  </a:lnTo>
                  <a:lnTo>
                    <a:pt x="124" y="209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8" y="211"/>
                  </a:lnTo>
                  <a:lnTo>
                    <a:pt x="128" y="211"/>
                  </a:lnTo>
                  <a:lnTo>
                    <a:pt x="128" y="211"/>
                  </a:lnTo>
                  <a:lnTo>
                    <a:pt x="130" y="211"/>
                  </a:lnTo>
                  <a:lnTo>
                    <a:pt x="130" y="211"/>
                  </a:lnTo>
                  <a:lnTo>
                    <a:pt x="131" y="211"/>
                  </a:lnTo>
                  <a:lnTo>
                    <a:pt x="133" y="215"/>
                  </a:lnTo>
                  <a:lnTo>
                    <a:pt x="133" y="215"/>
                  </a:lnTo>
                  <a:lnTo>
                    <a:pt x="133" y="215"/>
                  </a:lnTo>
                  <a:lnTo>
                    <a:pt x="133" y="215"/>
                  </a:lnTo>
                  <a:lnTo>
                    <a:pt x="133" y="215"/>
                  </a:lnTo>
                  <a:lnTo>
                    <a:pt x="133" y="215"/>
                  </a:lnTo>
                  <a:lnTo>
                    <a:pt x="135" y="215"/>
                  </a:lnTo>
                  <a:lnTo>
                    <a:pt x="135" y="215"/>
                  </a:lnTo>
                  <a:lnTo>
                    <a:pt x="137" y="215"/>
                  </a:lnTo>
                  <a:lnTo>
                    <a:pt x="137" y="215"/>
                  </a:lnTo>
                  <a:lnTo>
                    <a:pt x="137" y="215"/>
                  </a:lnTo>
                  <a:lnTo>
                    <a:pt x="137" y="215"/>
                  </a:lnTo>
                  <a:lnTo>
                    <a:pt x="137" y="215"/>
                  </a:lnTo>
                  <a:lnTo>
                    <a:pt x="139" y="215"/>
                  </a:lnTo>
                  <a:lnTo>
                    <a:pt x="139" y="215"/>
                  </a:lnTo>
                  <a:lnTo>
                    <a:pt x="139" y="215"/>
                  </a:lnTo>
                  <a:lnTo>
                    <a:pt x="139" y="217"/>
                  </a:lnTo>
                  <a:lnTo>
                    <a:pt x="141" y="217"/>
                  </a:lnTo>
                  <a:lnTo>
                    <a:pt x="141" y="219"/>
                  </a:lnTo>
                  <a:lnTo>
                    <a:pt x="141" y="219"/>
                  </a:lnTo>
                  <a:lnTo>
                    <a:pt x="141" y="219"/>
                  </a:lnTo>
                  <a:lnTo>
                    <a:pt x="141" y="219"/>
                  </a:lnTo>
                  <a:lnTo>
                    <a:pt x="143" y="219"/>
                  </a:lnTo>
                  <a:lnTo>
                    <a:pt x="145" y="219"/>
                  </a:lnTo>
                  <a:lnTo>
                    <a:pt x="145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19"/>
                  </a:lnTo>
                  <a:lnTo>
                    <a:pt x="147" y="221"/>
                  </a:lnTo>
                  <a:lnTo>
                    <a:pt x="147" y="221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9" y="223"/>
                  </a:lnTo>
                  <a:lnTo>
                    <a:pt x="147" y="224"/>
                  </a:lnTo>
                  <a:lnTo>
                    <a:pt x="147" y="224"/>
                  </a:lnTo>
                  <a:lnTo>
                    <a:pt x="145" y="226"/>
                  </a:lnTo>
                  <a:lnTo>
                    <a:pt x="145" y="226"/>
                  </a:lnTo>
                  <a:lnTo>
                    <a:pt x="145" y="226"/>
                  </a:lnTo>
                  <a:lnTo>
                    <a:pt x="145" y="228"/>
                  </a:lnTo>
                  <a:lnTo>
                    <a:pt x="145" y="228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7" y="230"/>
                  </a:lnTo>
                  <a:lnTo>
                    <a:pt x="147" y="230"/>
                  </a:lnTo>
                  <a:lnTo>
                    <a:pt x="147" y="232"/>
                  </a:lnTo>
                  <a:lnTo>
                    <a:pt x="147" y="232"/>
                  </a:lnTo>
                  <a:lnTo>
                    <a:pt x="147" y="232"/>
                  </a:lnTo>
                  <a:lnTo>
                    <a:pt x="147" y="234"/>
                  </a:lnTo>
                  <a:lnTo>
                    <a:pt x="147" y="234"/>
                  </a:lnTo>
                  <a:lnTo>
                    <a:pt x="147" y="234"/>
                  </a:lnTo>
                  <a:lnTo>
                    <a:pt x="147" y="234"/>
                  </a:lnTo>
                  <a:lnTo>
                    <a:pt x="147" y="234"/>
                  </a:lnTo>
                  <a:lnTo>
                    <a:pt x="147" y="234"/>
                  </a:lnTo>
                  <a:lnTo>
                    <a:pt x="145" y="236"/>
                  </a:lnTo>
                  <a:lnTo>
                    <a:pt x="145" y="236"/>
                  </a:lnTo>
                  <a:lnTo>
                    <a:pt x="145" y="238"/>
                  </a:lnTo>
                  <a:lnTo>
                    <a:pt x="143" y="238"/>
                  </a:lnTo>
                  <a:lnTo>
                    <a:pt x="143" y="240"/>
                  </a:lnTo>
                  <a:lnTo>
                    <a:pt x="143" y="242"/>
                  </a:lnTo>
                  <a:lnTo>
                    <a:pt x="143" y="242"/>
                  </a:lnTo>
                  <a:lnTo>
                    <a:pt x="143" y="242"/>
                  </a:lnTo>
                  <a:lnTo>
                    <a:pt x="143" y="242"/>
                  </a:lnTo>
                  <a:lnTo>
                    <a:pt x="141" y="243"/>
                  </a:lnTo>
                  <a:lnTo>
                    <a:pt x="141" y="243"/>
                  </a:lnTo>
                  <a:lnTo>
                    <a:pt x="141" y="243"/>
                  </a:lnTo>
                  <a:lnTo>
                    <a:pt x="141" y="243"/>
                  </a:lnTo>
                  <a:lnTo>
                    <a:pt x="141" y="243"/>
                  </a:lnTo>
                  <a:lnTo>
                    <a:pt x="141" y="245"/>
                  </a:lnTo>
                  <a:lnTo>
                    <a:pt x="141" y="247"/>
                  </a:lnTo>
                  <a:lnTo>
                    <a:pt x="141" y="247"/>
                  </a:lnTo>
                  <a:lnTo>
                    <a:pt x="139" y="247"/>
                  </a:lnTo>
                  <a:lnTo>
                    <a:pt x="139" y="247"/>
                  </a:lnTo>
                  <a:lnTo>
                    <a:pt x="139" y="247"/>
                  </a:lnTo>
                  <a:lnTo>
                    <a:pt x="139" y="247"/>
                  </a:lnTo>
                  <a:lnTo>
                    <a:pt x="139" y="249"/>
                  </a:lnTo>
                  <a:lnTo>
                    <a:pt x="139" y="249"/>
                  </a:lnTo>
                  <a:lnTo>
                    <a:pt x="137" y="249"/>
                  </a:lnTo>
                  <a:lnTo>
                    <a:pt x="137" y="249"/>
                  </a:lnTo>
                  <a:lnTo>
                    <a:pt x="137" y="249"/>
                  </a:lnTo>
                  <a:lnTo>
                    <a:pt x="135" y="249"/>
                  </a:lnTo>
                  <a:lnTo>
                    <a:pt x="135" y="249"/>
                  </a:lnTo>
                  <a:lnTo>
                    <a:pt x="133" y="249"/>
                  </a:lnTo>
                  <a:lnTo>
                    <a:pt x="133" y="249"/>
                  </a:lnTo>
                  <a:lnTo>
                    <a:pt x="133" y="251"/>
                  </a:lnTo>
                  <a:lnTo>
                    <a:pt x="133" y="251"/>
                  </a:lnTo>
                  <a:lnTo>
                    <a:pt x="133" y="251"/>
                  </a:lnTo>
                  <a:lnTo>
                    <a:pt x="131" y="251"/>
                  </a:lnTo>
                  <a:lnTo>
                    <a:pt x="131" y="251"/>
                  </a:lnTo>
                  <a:lnTo>
                    <a:pt x="131" y="253"/>
                  </a:lnTo>
                  <a:lnTo>
                    <a:pt x="131" y="253"/>
                  </a:lnTo>
                  <a:lnTo>
                    <a:pt x="131" y="253"/>
                  </a:lnTo>
                  <a:lnTo>
                    <a:pt x="131" y="253"/>
                  </a:lnTo>
                  <a:lnTo>
                    <a:pt x="131" y="253"/>
                  </a:lnTo>
                  <a:lnTo>
                    <a:pt x="130" y="253"/>
                  </a:lnTo>
                  <a:lnTo>
                    <a:pt x="130" y="255"/>
                  </a:lnTo>
                  <a:lnTo>
                    <a:pt x="130" y="255"/>
                  </a:lnTo>
                  <a:lnTo>
                    <a:pt x="130" y="255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4" y="255"/>
                  </a:lnTo>
                  <a:lnTo>
                    <a:pt x="122" y="255"/>
                  </a:lnTo>
                  <a:lnTo>
                    <a:pt x="120" y="257"/>
                  </a:lnTo>
                  <a:lnTo>
                    <a:pt x="120" y="257"/>
                  </a:lnTo>
                  <a:lnTo>
                    <a:pt x="120" y="257"/>
                  </a:lnTo>
                  <a:lnTo>
                    <a:pt x="120" y="257"/>
                  </a:lnTo>
                  <a:lnTo>
                    <a:pt x="118" y="257"/>
                  </a:lnTo>
                  <a:lnTo>
                    <a:pt x="118" y="257"/>
                  </a:lnTo>
                  <a:lnTo>
                    <a:pt x="118" y="259"/>
                  </a:lnTo>
                  <a:lnTo>
                    <a:pt x="116" y="257"/>
                  </a:lnTo>
                  <a:lnTo>
                    <a:pt x="114" y="259"/>
                  </a:lnTo>
                  <a:lnTo>
                    <a:pt x="114" y="259"/>
                  </a:lnTo>
                  <a:lnTo>
                    <a:pt x="114" y="259"/>
                  </a:lnTo>
                  <a:lnTo>
                    <a:pt x="112" y="261"/>
                  </a:lnTo>
                  <a:lnTo>
                    <a:pt x="111" y="261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09" y="266"/>
                  </a:lnTo>
                  <a:lnTo>
                    <a:pt x="109" y="266"/>
                  </a:lnTo>
                  <a:lnTo>
                    <a:pt x="105" y="270"/>
                  </a:lnTo>
                  <a:lnTo>
                    <a:pt x="105" y="272"/>
                  </a:lnTo>
                  <a:lnTo>
                    <a:pt x="105" y="272"/>
                  </a:lnTo>
                  <a:lnTo>
                    <a:pt x="105" y="272"/>
                  </a:lnTo>
                  <a:lnTo>
                    <a:pt x="105" y="272"/>
                  </a:lnTo>
                  <a:lnTo>
                    <a:pt x="107" y="274"/>
                  </a:lnTo>
                  <a:lnTo>
                    <a:pt x="107" y="274"/>
                  </a:lnTo>
                  <a:lnTo>
                    <a:pt x="107" y="276"/>
                  </a:lnTo>
                  <a:lnTo>
                    <a:pt x="107" y="276"/>
                  </a:lnTo>
                  <a:lnTo>
                    <a:pt x="105" y="282"/>
                  </a:lnTo>
                  <a:lnTo>
                    <a:pt x="103" y="283"/>
                  </a:lnTo>
                  <a:lnTo>
                    <a:pt x="103" y="283"/>
                  </a:lnTo>
                  <a:lnTo>
                    <a:pt x="103" y="283"/>
                  </a:lnTo>
                  <a:lnTo>
                    <a:pt x="103" y="283"/>
                  </a:lnTo>
                  <a:lnTo>
                    <a:pt x="103" y="283"/>
                  </a:lnTo>
                  <a:lnTo>
                    <a:pt x="103" y="283"/>
                  </a:lnTo>
                  <a:lnTo>
                    <a:pt x="103" y="283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101" y="282"/>
                  </a:lnTo>
                  <a:lnTo>
                    <a:pt x="99" y="282"/>
                  </a:lnTo>
                  <a:lnTo>
                    <a:pt x="99" y="282"/>
                  </a:lnTo>
                  <a:lnTo>
                    <a:pt x="97" y="282"/>
                  </a:lnTo>
                  <a:lnTo>
                    <a:pt x="97" y="282"/>
                  </a:lnTo>
                  <a:lnTo>
                    <a:pt x="95" y="282"/>
                  </a:lnTo>
                  <a:lnTo>
                    <a:pt x="95" y="283"/>
                  </a:lnTo>
                  <a:lnTo>
                    <a:pt x="95" y="283"/>
                  </a:lnTo>
                  <a:lnTo>
                    <a:pt x="93" y="283"/>
                  </a:lnTo>
                  <a:lnTo>
                    <a:pt x="93" y="283"/>
                  </a:lnTo>
                  <a:lnTo>
                    <a:pt x="91" y="282"/>
                  </a:lnTo>
                  <a:lnTo>
                    <a:pt x="91" y="282"/>
                  </a:lnTo>
                  <a:lnTo>
                    <a:pt x="91" y="282"/>
                  </a:lnTo>
                  <a:lnTo>
                    <a:pt x="91" y="282"/>
                  </a:lnTo>
                  <a:lnTo>
                    <a:pt x="88" y="283"/>
                  </a:lnTo>
                  <a:lnTo>
                    <a:pt x="88" y="283"/>
                  </a:lnTo>
                  <a:lnTo>
                    <a:pt x="88" y="283"/>
                  </a:lnTo>
                  <a:lnTo>
                    <a:pt x="88" y="283"/>
                  </a:lnTo>
                  <a:lnTo>
                    <a:pt x="88" y="283"/>
                  </a:lnTo>
                  <a:lnTo>
                    <a:pt x="88" y="285"/>
                  </a:lnTo>
                  <a:lnTo>
                    <a:pt x="88" y="285"/>
                  </a:lnTo>
                  <a:lnTo>
                    <a:pt x="88" y="285"/>
                  </a:lnTo>
                  <a:lnTo>
                    <a:pt x="86" y="287"/>
                  </a:lnTo>
                  <a:lnTo>
                    <a:pt x="86" y="287"/>
                  </a:lnTo>
                  <a:lnTo>
                    <a:pt x="86" y="287"/>
                  </a:lnTo>
                  <a:lnTo>
                    <a:pt x="86" y="287"/>
                  </a:lnTo>
                  <a:lnTo>
                    <a:pt x="86" y="289"/>
                  </a:lnTo>
                  <a:lnTo>
                    <a:pt x="86" y="291"/>
                  </a:lnTo>
                  <a:lnTo>
                    <a:pt x="86" y="291"/>
                  </a:lnTo>
                  <a:lnTo>
                    <a:pt x="86" y="293"/>
                  </a:lnTo>
                  <a:lnTo>
                    <a:pt x="86" y="293"/>
                  </a:lnTo>
                  <a:lnTo>
                    <a:pt x="86" y="293"/>
                  </a:lnTo>
                  <a:lnTo>
                    <a:pt x="86" y="293"/>
                  </a:lnTo>
                  <a:lnTo>
                    <a:pt x="86" y="293"/>
                  </a:lnTo>
                  <a:lnTo>
                    <a:pt x="86" y="295"/>
                  </a:lnTo>
                  <a:lnTo>
                    <a:pt x="86" y="297"/>
                  </a:lnTo>
                  <a:lnTo>
                    <a:pt x="86" y="299"/>
                  </a:lnTo>
                  <a:lnTo>
                    <a:pt x="86" y="299"/>
                  </a:lnTo>
                  <a:lnTo>
                    <a:pt x="86" y="299"/>
                  </a:lnTo>
                  <a:lnTo>
                    <a:pt x="84" y="301"/>
                  </a:lnTo>
                  <a:lnTo>
                    <a:pt x="84" y="302"/>
                  </a:lnTo>
                  <a:lnTo>
                    <a:pt x="82" y="304"/>
                  </a:lnTo>
                  <a:lnTo>
                    <a:pt x="82" y="304"/>
                  </a:lnTo>
                  <a:lnTo>
                    <a:pt x="82" y="304"/>
                  </a:lnTo>
                  <a:lnTo>
                    <a:pt x="84" y="306"/>
                  </a:lnTo>
                  <a:lnTo>
                    <a:pt x="88" y="312"/>
                  </a:lnTo>
                  <a:lnTo>
                    <a:pt x="88" y="314"/>
                  </a:lnTo>
                  <a:lnTo>
                    <a:pt x="88" y="314"/>
                  </a:lnTo>
                  <a:lnTo>
                    <a:pt x="90" y="316"/>
                  </a:lnTo>
                  <a:lnTo>
                    <a:pt x="90" y="316"/>
                  </a:lnTo>
                  <a:lnTo>
                    <a:pt x="91" y="323"/>
                  </a:lnTo>
                  <a:lnTo>
                    <a:pt x="91" y="325"/>
                  </a:lnTo>
                  <a:lnTo>
                    <a:pt x="91" y="329"/>
                  </a:lnTo>
                  <a:lnTo>
                    <a:pt x="91" y="329"/>
                  </a:lnTo>
                  <a:lnTo>
                    <a:pt x="91" y="331"/>
                  </a:lnTo>
                  <a:lnTo>
                    <a:pt x="91" y="331"/>
                  </a:lnTo>
                  <a:lnTo>
                    <a:pt x="91" y="333"/>
                  </a:lnTo>
                  <a:lnTo>
                    <a:pt x="93" y="339"/>
                  </a:lnTo>
                  <a:lnTo>
                    <a:pt x="93" y="344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9" y="356"/>
                  </a:lnTo>
                  <a:lnTo>
                    <a:pt x="99" y="359"/>
                  </a:lnTo>
                  <a:lnTo>
                    <a:pt x="97" y="367"/>
                  </a:lnTo>
                  <a:lnTo>
                    <a:pt x="99" y="371"/>
                  </a:lnTo>
                  <a:lnTo>
                    <a:pt x="99" y="373"/>
                  </a:lnTo>
                  <a:lnTo>
                    <a:pt x="101" y="375"/>
                  </a:lnTo>
                  <a:lnTo>
                    <a:pt x="101" y="377"/>
                  </a:lnTo>
                  <a:lnTo>
                    <a:pt x="101" y="379"/>
                  </a:lnTo>
                  <a:lnTo>
                    <a:pt x="101" y="380"/>
                  </a:lnTo>
                  <a:lnTo>
                    <a:pt x="99" y="384"/>
                  </a:lnTo>
                  <a:lnTo>
                    <a:pt x="99" y="384"/>
                  </a:lnTo>
                  <a:lnTo>
                    <a:pt x="99" y="386"/>
                  </a:lnTo>
                  <a:lnTo>
                    <a:pt x="99" y="386"/>
                  </a:lnTo>
                  <a:lnTo>
                    <a:pt x="99" y="388"/>
                  </a:lnTo>
                  <a:lnTo>
                    <a:pt x="101" y="390"/>
                  </a:lnTo>
                  <a:lnTo>
                    <a:pt x="103" y="392"/>
                  </a:lnTo>
                  <a:lnTo>
                    <a:pt x="103" y="394"/>
                  </a:lnTo>
                  <a:lnTo>
                    <a:pt x="105" y="396"/>
                  </a:lnTo>
                  <a:lnTo>
                    <a:pt x="105" y="398"/>
                  </a:lnTo>
                  <a:lnTo>
                    <a:pt x="105" y="398"/>
                  </a:lnTo>
                  <a:lnTo>
                    <a:pt x="103" y="399"/>
                  </a:lnTo>
                  <a:lnTo>
                    <a:pt x="103" y="399"/>
                  </a:lnTo>
                  <a:lnTo>
                    <a:pt x="103" y="399"/>
                  </a:lnTo>
                  <a:lnTo>
                    <a:pt x="103" y="401"/>
                  </a:lnTo>
                  <a:lnTo>
                    <a:pt x="103" y="403"/>
                  </a:lnTo>
                  <a:lnTo>
                    <a:pt x="103" y="405"/>
                  </a:lnTo>
                  <a:lnTo>
                    <a:pt x="103" y="405"/>
                  </a:lnTo>
                  <a:lnTo>
                    <a:pt x="103" y="407"/>
                  </a:lnTo>
                  <a:lnTo>
                    <a:pt x="103" y="407"/>
                  </a:lnTo>
                  <a:lnTo>
                    <a:pt x="103" y="407"/>
                  </a:lnTo>
                  <a:lnTo>
                    <a:pt x="103" y="407"/>
                  </a:lnTo>
                  <a:lnTo>
                    <a:pt x="103" y="407"/>
                  </a:lnTo>
                  <a:lnTo>
                    <a:pt x="101" y="409"/>
                  </a:lnTo>
                  <a:lnTo>
                    <a:pt x="101" y="411"/>
                  </a:lnTo>
                  <a:lnTo>
                    <a:pt x="99" y="413"/>
                  </a:lnTo>
                  <a:lnTo>
                    <a:pt x="99" y="415"/>
                  </a:lnTo>
                  <a:lnTo>
                    <a:pt x="99" y="417"/>
                  </a:lnTo>
                  <a:lnTo>
                    <a:pt x="99" y="418"/>
                  </a:lnTo>
                  <a:lnTo>
                    <a:pt x="101" y="418"/>
                  </a:lnTo>
                  <a:lnTo>
                    <a:pt x="101" y="420"/>
                  </a:lnTo>
                  <a:lnTo>
                    <a:pt x="101" y="420"/>
                  </a:lnTo>
                  <a:lnTo>
                    <a:pt x="101" y="422"/>
                  </a:lnTo>
                  <a:lnTo>
                    <a:pt x="101" y="424"/>
                  </a:lnTo>
                  <a:lnTo>
                    <a:pt x="101" y="426"/>
                  </a:lnTo>
                  <a:lnTo>
                    <a:pt x="101" y="428"/>
                  </a:lnTo>
                  <a:lnTo>
                    <a:pt x="101" y="430"/>
                  </a:lnTo>
                  <a:lnTo>
                    <a:pt x="101" y="430"/>
                  </a:lnTo>
                  <a:lnTo>
                    <a:pt x="101" y="430"/>
                  </a:lnTo>
                  <a:lnTo>
                    <a:pt x="99" y="430"/>
                  </a:lnTo>
                  <a:lnTo>
                    <a:pt x="99" y="430"/>
                  </a:lnTo>
                  <a:lnTo>
                    <a:pt x="99" y="430"/>
                  </a:lnTo>
                  <a:lnTo>
                    <a:pt x="99" y="430"/>
                  </a:lnTo>
                  <a:lnTo>
                    <a:pt x="99" y="432"/>
                  </a:lnTo>
                  <a:lnTo>
                    <a:pt x="99" y="432"/>
                  </a:lnTo>
                  <a:lnTo>
                    <a:pt x="99" y="432"/>
                  </a:lnTo>
                  <a:lnTo>
                    <a:pt x="101" y="432"/>
                  </a:lnTo>
                  <a:lnTo>
                    <a:pt x="101" y="432"/>
                  </a:lnTo>
                  <a:lnTo>
                    <a:pt x="101" y="432"/>
                  </a:lnTo>
                  <a:lnTo>
                    <a:pt x="101" y="432"/>
                  </a:lnTo>
                  <a:lnTo>
                    <a:pt x="101" y="432"/>
                  </a:lnTo>
                  <a:lnTo>
                    <a:pt x="103" y="432"/>
                  </a:lnTo>
                  <a:lnTo>
                    <a:pt x="103" y="432"/>
                  </a:lnTo>
                  <a:lnTo>
                    <a:pt x="103" y="432"/>
                  </a:lnTo>
                  <a:lnTo>
                    <a:pt x="103" y="434"/>
                  </a:lnTo>
                  <a:lnTo>
                    <a:pt x="103" y="434"/>
                  </a:lnTo>
                  <a:lnTo>
                    <a:pt x="105" y="434"/>
                  </a:lnTo>
                  <a:lnTo>
                    <a:pt x="105" y="436"/>
                  </a:lnTo>
                  <a:lnTo>
                    <a:pt x="107" y="436"/>
                  </a:lnTo>
                  <a:lnTo>
                    <a:pt x="107" y="437"/>
                  </a:lnTo>
                  <a:lnTo>
                    <a:pt x="105" y="439"/>
                  </a:lnTo>
                  <a:lnTo>
                    <a:pt x="105" y="439"/>
                  </a:lnTo>
                  <a:lnTo>
                    <a:pt x="105" y="441"/>
                  </a:lnTo>
                  <a:lnTo>
                    <a:pt x="103" y="443"/>
                  </a:lnTo>
                  <a:lnTo>
                    <a:pt x="105" y="445"/>
                  </a:lnTo>
                  <a:lnTo>
                    <a:pt x="109" y="447"/>
                  </a:lnTo>
                  <a:lnTo>
                    <a:pt x="112" y="449"/>
                  </a:lnTo>
                  <a:lnTo>
                    <a:pt x="116" y="451"/>
                  </a:lnTo>
                  <a:lnTo>
                    <a:pt x="116" y="453"/>
                  </a:lnTo>
                  <a:lnTo>
                    <a:pt x="118" y="455"/>
                  </a:lnTo>
                  <a:lnTo>
                    <a:pt x="120" y="455"/>
                  </a:lnTo>
                  <a:lnTo>
                    <a:pt x="122" y="455"/>
                  </a:lnTo>
                  <a:lnTo>
                    <a:pt x="122" y="455"/>
                  </a:lnTo>
                  <a:lnTo>
                    <a:pt x="122" y="455"/>
                  </a:lnTo>
                  <a:lnTo>
                    <a:pt x="124" y="455"/>
                  </a:lnTo>
                  <a:lnTo>
                    <a:pt x="124" y="455"/>
                  </a:lnTo>
                  <a:lnTo>
                    <a:pt x="126" y="455"/>
                  </a:lnTo>
                  <a:lnTo>
                    <a:pt x="126" y="453"/>
                  </a:lnTo>
                  <a:lnTo>
                    <a:pt x="130" y="453"/>
                  </a:lnTo>
                  <a:lnTo>
                    <a:pt x="131" y="455"/>
                  </a:lnTo>
                  <a:lnTo>
                    <a:pt x="133" y="455"/>
                  </a:lnTo>
                  <a:lnTo>
                    <a:pt x="133" y="455"/>
                  </a:lnTo>
                  <a:lnTo>
                    <a:pt x="133" y="456"/>
                  </a:lnTo>
                  <a:lnTo>
                    <a:pt x="133" y="456"/>
                  </a:lnTo>
                  <a:lnTo>
                    <a:pt x="133" y="456"/>
                  </a:lnTo>
                  <a:lnTo>
                    <a:pt x="135" y="460"/>
                  </a:lnTo>
                  <a:lnTo>
                    <a:pt x="137" y="460"/>
                  </a:lnTo>
                  <a:lnTo>
                    <a:pt x="168" y="475"/>
                  </a:lnTo>
                  <a:lnTo>
                    <a:pt x="168" y="475"/>
                  </a:lnTo>
                  <a:lnTo>
                    <a:pt x="166" y="477"/>
                  </a:lnTo>
                  <a:lnTo>
                    <a:pt x="168" y="479"/>
                  </a:lnTo>
                  <a:lnTo>
                    <a:pt x="168" y="481"/>
                  </a:lnTo>
                  <a:lnTo>
                    <a:pt x="170" y="483"/>
                  </a:lnTo>
                  <a:lnTo>
                    <a:pt x="171" y="483"/>
                  </a:lnTo>
                  <a:lnTo>
                    <a:pt x="173" y="483"/>
                  </a:lnTo>
                  <a:lnTo>
                    <a:pt x="177" y="481"/>
                  </a:lnTo>
                  <a:lnTo>
                    <a:pt x="179" y="479"/>
                  </a:lnTo>
                  <a:lnTo>
                    <a:pt x="179" y="481"/>
                  </a:lnTo>
                  <a:lnTo>
                    <a:pt x="183" y="483"/>
                  </a:lnTo>
                  <a:lnTo>
                    <a:pt x="185" y="485"/>
                  </a:lnTo>
                  <a:lnTo>
                    <a:pt x="187" y="485"/>
                  </a:lnTo>
                  <a:lnTo>
                    <a:pt x="191" y="483"/>
                  </a:lnTo>
                  <a:lnTo>
                    <a:pt x="192" y="483"/>
                  </a:lnTo>
                  <a:lnTo>
                    <a:pt x="194" y="481"/>
                  </a:lnTo>
                  <a:lnTo>
                    <a:pt x="196" y="481"/>
                  </a:lnTo>
                  <a:lnTo>
                    <a:pt x="196" y="479"/>
                  </a:lnTo>
                  <a:lnTo>
                    <a:pt x="196" y="475"/>
                  </a:lnTo>
                  <a:lnTo>
                    <a:pt x="198" y="475"/>
                  </a:lnTo>
                  <a:lnTo>
                    <a:pt x="200" y="474"/>
                  </a:lnTo>
                  <a:lnTo>
                    <a:pt x="202" y="475"/>
                  </a:lnTo>
                  <a:lnTo>
                    <a:pt x="202" y="477"/>
                  </a:lnTo>
                  <a:lnTo>
                    <a:pt x="200" y="479"/>
                  </a:lnTo>
                  <a:lnTo>
                    <a:pt x="198" y="485"/>
                  </a:lnTo>
                  <a:lnTo>
                    <a:pt x="198" y="487"/>
                  </a:lnTo>
                  <a:lnTo>
                    <a:pt x="198" y="489"/>
                  </a:lnTo>
                  <a:lnTo>
                    <a:pt x="198" y="495"/>
                  </a:lnTo>
                  <a:lnTo>
                    <a:pt x="198" y="496"/>
                  </a:lnTo>
                  <a:lnTo>
                    <a:pt x="198" y="498"/>
                  </a:lnTo>
                  <a:lnTo>
                    <a:pt x="196" y="500"/>
                  </a:lnTo>
                  <a:lnTo>
                    <a:pt x="196" y="502"/>
                  </a:lnTo>
                  <a:lnTo>
                    <a:pt x="196" y="504"/>
                  </a:lnTo>
                  <a:lnTo>
                    <a:pt x="198" y="512"/>
                  </a:lnTo>
                  <a:lnTo>
                    <a:pt x="202" y="515"/>
                  </a:lnTo>
                  <a:lnTo>
                    <a:pt x="206" y="515"/>
                  </a:lnTo>
                  <a:lnTo>
                    <a:pt x="208" y="515"/>
                  </a:lnTo>
                  <a:lnTo>
                    <a:pt x="211" y="514"/>
                  </a:lnTo>
                  <a:lnTo>
                    <a:pt x="215" y="514"/>
                  </a:lnTo>
                  <a:lnTo>
                    <a:pt x="221" y="517"/>
                  </a:lnTo>
                  <a:lnTo>
                    <a:pt x="225" y="517"/>
                  </a:lnTo>
                  <a:lnTo>
                    <a:pt x="229" y="515"/>
                  </a:lnTo>
                  <a:lnTo>
                    <a:pt x="232" y="515"/>
                  </a:lnTo>
                  <a:lnTo>
                    <a:pt x="234" y="515"/>
                  </a:lnTo>
                  <a:lnTo>
                    <a:pt x="238" y="519"/>
                  </a:lnTo>
                  <a:lnTo>
                    <a:pt x="242" y="521"/>
                  </a:lnTo>
                  <a:lnTo>
                    <a:pt x="248" y="523"/>
                  </a:lnTo>
                  <a:lnTo>
                    <a:pt x="252" y="525"/>
                  </a:lnTo>
                  <a:lnTo>
                    <a:pt x="257" y="531"/>
                  </a:lnTo>
                  <a:lnTo>
                    <a:pt x="261" y="529"/>
                  </a:lnTo>
                  <a:lnTo>
                    <a:pt x="267" y="529"/>
                  </a:lnTo>
                  <a:lnTo>
                    <a:pt x="269" y="529"/>
                  </a:lnTo>
                  <a:lnTo>
                    <a:pt x="269" y="527"/>
                  </a:lnTo>
                  <a:lnTo>
                    <a:pt x="271" y="527"/>
                  </a:lnTo>
                  <a:lnTo>
                    <a:pt x="271" y="527"/>
                  </a:lnTo>
                  <a:lnTo>
                    <a:pt x="271" y="527"/>
                  </a:lnTo>
                  <a:lnTo>
                    <a:pt x="271" y="529"/>
                  </a:lnTo>
                  <a:lnTo>
                    <a:pt x="271" y="531"/>
                  </a:lnTo>
                  <a:lnTo>
                    <a:pt x="272" y="531"/>
                  </a:lnTo>
                  <a:lnTo>
                    <a:pt x="272" y="531"/>
                  </a:lnTo>
                  <a:lnTo>
                    <a:pt x="274" y="533"/>
                  </a:lnTo>
                  <a:lnTo>
                    <a:pt x="274" y="533"/>
                  </a:lnTo>
                  <a:lnTo>
                    <a:pt x="276" y="533"/>
                  </a:lnTo>
                  <a:lnTo>
                    <a:pt x="280" y="529"/>
                  </a:lnTo>
                  <a:lnTo>
                    <a:pt x="284" y="525"/>
                  </a:lnTo>
                  <a:lnTo>
                    <a:pt x="286" y="523"/>
                  </a:lnTo>
                  <a:lnTo>
                    <a:pt x="293" y="523"/>
                  </a:lnTo>
                  <a:lnTo>
                    <a:pt x="295" y="521"/>
                  </a:lnTo>
                  <a:lnTo>
                    <a:pt x="295" y="521"/>
                  </a:lnTo>
                  <a:lnTo>
                    <a:pt x="297" y="519"/>
                  </a:lnTo>
                  <a:lnTo>
                    <a:pt x="297" y="519"/>
                  </a:lnTo>
                  <a:lnTo>
                    <a:pt x="297" y="519"/>
                  </a:lnTo>
                  <a:lnTo>
                    <a:pt x="299" y="515"/>
                  </a:lnTo>
                  <a:lnTo>
                    <a:pt x="299" y="515"/>
                  </a:lnTo>
                  <a:lnTo>
                    <a:pt x="303" y="514"/>
                  </a:lnTo>
                  <a:lnTo>
                    <a:pt x="305" y="512"/>
                  </a:lnTo>
                  <a:lnTo>
                    <a:pt x="307" y="512"/>
                  </a:lnTo>
                  <a:lnTo>
                    <a:pt x="307" y="512"/>
                  </a:lnTo>
                  <a:lnTo>
                    <a:pt x="309" y="510"/>
                  </a:lnTo>
                  <a:lnTo>
                    <a:pt x="309" y="508"/>
                  </a:lnTo>
                  <a:lnTo>
                    <a:pt x="311" y="506"/>
                  </a:lnTo>
                  <a:lnTo>
                    <a:pt x="311" y="504"/>
                  </a:lnTo>
                  <a:lnTo>
                    <a:pt x="312" y="500"/>
                  </a:lnTo>
                  <a:lnTo>
                    <a:pt x="314" y="500"/>
                  </a:lnTo>
                  <a:lnTo>
                    <a:pt x="314" y="498"/>
                  </a:lnTo>
                  <a:lnTo>
                    <a:pt x="316" y="498"/>
                  </a:lnTo>
                  <a:lnTo>
                    <a:pt x="316" y="496"/>
                  </a:lnTo>
                  <a:lnTo>
                    <a:pt x="316" y="496"/>
                  </a:lnTo>
                  <a:lnTo>
                    <a:pt x="316" y="495"/>
                  </a:lnTo>
                  <a:lnTo>
                    <a:pt x="314" y="491"/>
                  </a:lnTo>
                  <a:lnTo>
                    <a:pt x="314" y="489"/>
                  </a:lnTo>
                  <a:lnTo>
                    <a:pt x="314" y="485"/>
                  </a:lnTo>
                  <a:lnTo>
                    <a:pt x="314" y="483"/>
                  </a:lnTo>
                  <a:lnTo>
                    <a:pt x="314" y="483"/>
                  </a:lnTo>
                  <a:lnTo>
                    <a:pt x="314" y="481"/>
                  </a:lnTo>
                  <a:lnTo>
                    <a:pt x="314" y="481"/>
                  </a:lnTo>
                  <a:lnTo>
                    <a:pt x="312" y="479"/>
                  </a:lnTo>
                  <a:lnTo>
                    <a:pt x="312" y="477"/>
                  </a:lnTo>
                  <a:lnTo>
                    <a:pt x="311" y="477"/>
                  </a:lnTo>
                  <a:lnTo>
                    <a:pt x="311" y="475"/>
                  </a:lnTo>
                  <a:lnTo>
                    <a:pt x="309" y="474"/>
                  </a:lnTo>
                  <a:lnTo>
                    <a:pt x="307" y="472"/>
                  </a:lnTo>
                  <a:lnTo>
                    <a:pt x="305" y="470"/>
                  </a:lnTo>
                  <a:lnTo>
                    <a:pt x="305" y="468"/>
                  </a:lnTo>
                  <a:lnTo>
                    <a:pt x="305" y="466"/>
                  </a:lnTo>
                  <a:lnTo>
                    <a:pt x="305" y="466"/>
                  </a:lnTo>
                  <a:lnTo>
                    <a:pt x="305" y="464"/>
                  </a:lnTo>
                  <a:lnTo>
                    <a:pt x="307" y="464"/>
                  </a:lnTo>
                  <a:lnTo>
                    <a:pt x="309" y="462"/>
                  </a:lnTo>
                  <a:lnTo>
                    <a:pt x="309" y="462"/>
                  </a:lnTo>
                  <a:lnTo>
                    <a:pt x="311" y="464"/>
                  </a:lnTo>
                  <a:lnTo>
                    <a:pt x="312" y="464"/>
                  </a:lnTo>
                  <a:lnTo>
                    <a:pt x="314" y="464"/>
                  </a:lnTo>
                  <a:lnTo>
                    <a:pt x="314" y="464"/>
                  </a:lnTo>
                  <a:lnTo>
                    <a:pt x="314" y="466"/>
                  </a:lnTo>
                  <a:lnTo>
                    <a:pt x="316" y="468"/>
                  </a:lnTo>
                  <a:lnTo>
                    <a:pt x="318" y="468"/>
                  </a:lnTo>
                  <a:lnTo>
                    <a:pt x="318" y="468"/>
                  </a:lnTo>
                  <a:lnTo>
                    <a:pt x="320" y="466"/>
                  </a:lnTo>
                  <a:lnTo>
                    <a:pt x="328" y="460"/>
                  </a:lnTo>
                  <a:lnTo>
                    <a:pt x="330" y="458"/>
                  </a:lnTo>
                  <a:lnTo>
                    <a:pt x="330" y="456"/>
                  </a:lnTo>
                  <a:lnTo>
                    <a:pt x="332" y="455"/>
                  </a:lnTo>
                  <a:lnTo>
                    <a:pt x="337" y="453"/>
                  </a:lnTo>
                  <a:lnTo>
                    <a:pt x="341" y="453"/>
                  </a:lnTo>
                  <a:lnTo>
                    <a:pt x="343" y="451"/>
                  </a:lnTo>
                  <a:lnTo>
                    <a:pt x="345" y="449"/>
                  </a:lnTo>
                  <a:lnTo>
                    <a:pt x="347" y="447"/>
                  </a:lnTo>
                  <a:lnTo>
                    <a:pt x="347" y="445"/>
                  </a:lnTo>
                  <a:lnTo>
                    <a:pt x="349" y="443"/>
                  </a:lnTo>
                  <a:lnTo>
                    <a:pt x="349" y="443"/>
                  </a:lnTo>
                  <a:lnTo>
                    <a:pt x="349" y="441"/>
                  </a:lnTo>
                  <a:lnTo>
                    <a:pt x="351" y="441"/>
                  </a:lnTo>
                  <a:lnTo>
                    <a:pt x="354" y="437"/>
                  </a:lnTo>
                  <a:lnTo>
                    <a:pt x="358" y="436"/>
                  </a:lnTo>
                  <a:lnTo>
                    <a:pt x="370" y="434"/>
                  </a:lnTo>
                  <a:lnTo>
                    <a:pt x="373" y="432"/>
                  </a:lnTo>
                  <a:lnTo>
                    <a:pt x="373" y="432"/>
                  </a:lnTo>
                  <a:lnTo>
                    <a:pt x="379" y="436"/>
                  </a:lnTo>
                  <a:lnTo>
                    <a:pt x="381" y="436"/>
                  </a:lnTo>
                  <a:lnTo>
                    <a:pt x="391" y="436"/>
                  </a:lnTo>
                  <a:lnTo>
                    <a:pt x="393" y="436"/>
                  </a:lnTo>
                  <a:lnTo>
                    <a:pt x="394" y="436"/>
                  </a:lnTo>
                  <a:lnTo>
                    <a:pt x="398" y="443"/>
                  </a:lnTo>
                  <a:lnTo>
                    <a:pt x="400" y="443"/>
                  </a:lnTo>
                  <a:lnTo>
                    <a:pt x="406" y="449"/>
                  </a:lnTo>
                  <a:lnTo>
                    <a:pt x="408" y="451"/>
                  </a:lnTo>
                  <a:lnTo>
                    <a:pt x="410" y="453"/>
                  </a:lnTo>
                  <a:lnTo>
                    <a:pt x="412" y="455"/>
                  </a:lnTo>
                  <a:lnTo>
                    <a:pt x="415" y="456"/>
                  </a:lnTo>
                  <a:lnTo>
                    <a:pt x="423" y="462"/>
                  </a:lnTo>
                  <a:lnTo>
                    <a:pt x="427" y="464"/>
                  </a:lnTo>
                  <a:lnTo>
                    <a:pt x="434" y="468"/>
                  </a:lnTo>
                  <a:lnTo>
                    <a:pt x="448" y="472"/>
                  </a:lnTo>
                  <a:lnTo>
                    <a:pt x="450" y="472"/>
                  </a:lnTo>
                  <a:lnTo>
                    <a:pt x="450" y="470"/>
                  </a:lnTo>
                  <a:lnTo>
                    <a:pt x="450" y="470"/>
                  </a:lnTo>
                  <a:lnTo>
                    <a:pt x="452" y="470"/>
                  </a:lnTo>
                  <a:lnTo>
                    <a:pt x="452" y="468"/>
                  </a:lnTo>
                  <a:lnTo>
                    <a:pt x="455" y="468"/>
                  </a:lnTo>
                  <a:lnTo>
                    <a:pt x="459" y="468"/>
                  </a:lnTo>
                  <a:lnTo>
                    <a:pt x="461" y="466"/>
                  </a:lnTo>
                  <a:lnTo>
                    <a:pt x="465" y="466"/>
                  </a:lnTo>
                  <a:lnTo>
                    <a:pt x="467" y="466"/>
                  </a:lnTo>
                  <a:lnTo>
                    <a:pt x="467" y="464"/>
                  </a:lnTo>
                  <a:lnTo>
                    <a:pt x="469" y="464"/>
                  </a:lnTo>
                  <a:lnTo>
                    <a:pt x="471" y="460"/>
                  </a:lnTo>
                  <a:lnTo>
                    <a:pt x="473" y="460"/>
                  </a:lnTo>
                  <a:lnTo>
                    <a:pt x="473" y="460"/>
                  </a:lnTo>
                  <a:lnTo>
                    <a:pt x="474" y="460"/>
                  </a:lnTo>
                  <a:lnTo>
                    <a:pt x="474" y="458"/>
                  </a:lnTo>
                  <a:lnTo>
                    <a:pt x="476" y="458"/>
                  </a:lnTo>
                  <a:lnTo>
                    <a:pt x="476" y="456"/>
                  </a:lnTo>
                  <a:lnTo>
                    <a:pt x="476" y="456"/>
                  </a:lnTo>
                  <a:lnTo>
                    <a:pt x="478" y="456"/>
                  </a:lnTo>
                  <a:lnTo>
                    <a:pt x="480" y="455"/>
                  </a:lnTo>
                  <a:lnTo>
                    <a:pt x="480" y="455"/>
                  </a:lnTo>
                  <a:lnTo>
                    <a:pt x="482" y="455"/>
                  </a:lnTo>
                  <a:lnTo>
                    <a:pt x="482" y="456"/>
                  </a:lnTo>
                  <a:lnTo>
                    <a:pt x="484" y="458"/>
                  </a:lnTo>
                  <a:lnTo>
                    <a:pt x="486" y="460"/>
                  </a:lnTo>
                  <a:lnTo>
                    <a:pt x="492" y="466"/>
                  </a:lnTo>
                  <a:lnTo>
                    <a:pt x="494" y="470"/>
                  </a:lnTo>
                  <a:lnTo>
                    <a:pt x="497" y="477"/>
                  </a:lnTo>
                  <a:lnTo>
                    <a:pt x="499" y="479"/>
                  </a:lnTo>
                  <a:lnTo>
                    <a:pt x="499" y="481"/>
                  </a:lnTo>
                  <a:lnTo>
                    <a:pt x="501" y="483"/>
                  </a:lnTo>
                  <a:lnTo>
                    <a:pt x="501" y="489"/>
                  </a:lnTo>
                  <a:lnTo>
                    <a:pt x="501" y="491"/>
                  </a:lnTo>
                  <a:lnTo>
                    <a:pt x="503" y="491"/>
                  </a:lnTo>
                  <a:lnTo>
                    <a:pt x="505" y="495"/>
                  </a:lnTo>
                  <a:lnTo>
                    <a:pt x="505" y="495"/>
                  </a:lnTo>
                  <a:lnTo>
                    <a:pt x="507" y="496"/>
                  </a:lnTo>
                  <a:lnTo>
                    <a:pt x="507" y="498"/>
                  </a:lnTo>
                  <a:lnTo>
                    <a:pt x="509" y="500"/>
                  </a:lnTo>
                  <a:lnTo>
                    <a:pt x="511" y="500"/>
                  </a:lnTo>
                  <a:lnTo>
                    <a:pt x="513" y="498"/>
                  </a:lnTo>
                  <a:lnTo>
                    <a:pt x="514" y="496"/>
                  </a:lnTo>
                  <a:lnTo>
                    <a:pt x="514" y="496"/>
                  </a:lnTo>
                  <a:lnTo>
                    <a:pt x="514" y="496"/>
                  </a:lnTo>
                  <a:lnTo>
                    <a:pt x="516" y="495"/>
                  </a:lnTo>
                  <a:lnTo>
                    <a:pt x="516" y="495"/>
                  </a:lnTo>
                  <a:lnTo>
                    <a:pt x="516" y="495"/>
                  </a:lnTo>
                  <a:lnTo>
                    <a:pt x="518" y="493"/>
                  </a:lnTo>
                  <a:lnTo>
                    <a:pt x="520" y="493"/>
                  </a:lnTo>
                  <a:lnTo>
                    <a:pt x="522" y="493"/>
                  </a:lnTo>
                  <a:lnTo>
                    <a:pt x="524" y="491"/>
                  </a:lnTo>
                  <a:lnTo>
                    <a:pt x="524" y="491"/>
                  </a:lnTo>
                  <a:lnTo>
                    <a:pt x="526" y="491"/>
                  </a:lnTo>
                  <a:lnTo>
                    <a:pt x="528" y="491"/>
                  </a:lnTo>
                  <a:lnTo>
                    <a:pt x="530" y="491"/>
                  </a:lnTo>
                  <a:lnTo>
                    <a:pt x="530" y="491"/>
                  </a:lnTo>
                  <a:lnTo>
                    <a:pt x="532" y="489"/>
                  </a:lnTo>
                  <a:lnTo>
                    <a:pt x="534" y="487"/>
                  </a:lnTo>
                  <a:lnTo>
                    <a:pt x="535" y="487"/>
                  </a:lnTo>
                  <a:lnTo>
                    <a:pt x="535" y="485"/>
                  </a:lnTo>
                  <a:lnTo>
                    <a:pt x="537" y="485"/>
                  </a:lnTo>
                  <a:lnTo>
                    <a:pt x="535" y="483"/>
                  </a:lnTo>
                  <a:lnTo>
                    <a:pt x="537" y="483"/>
                  </a:lnTo>
                  <a:lnTo>
                    <a:pt x="537" y="483"/>
                  </a:lnTo>
                  <a:lnTo>
                    <a:pt x="537" y="483"/>
                  </a:lnTo>
                  <a:lnTo>
                    <a:pt x="539" y="481"/>
                  </a:lnTo>
                  <a:lnTo>
                    <a:pt x="541" y="483"/>
                  </a:lnTo>
                  <a:lnTo>
                    <a:pt x="541" y="483"/>
                  </a:lnTo>
                  <a:lnTo>
                    <a:pt x="541" y="483"/>
                  </a:lnTo>
                  <a:lnTo>
                    <a:pt x="541" y="483"/>
                  </a:lnTo>
                  <a:lnTo>
                    <a:pt x="543" y="487"/>
                  </a:lnTo>
                  <a:lnTo>
                    <a:pt x="543" y="489"/>
                  </a:lnTo>
                  <a:lnTo>
                    <a:pt x="543" y="489"/>
                  </a:lnTo>
                  <a:lnTo>
                    <a:pt x="543" y="493"/>
                  </a:lnTo>
                  <a:lnTo>
                    <a:pt x="541" y="495"/>
                  </a:lnTo>
                  <a:lnTo>
                    <a:pt x="541" y="495"/>
                  </a:lnTo>
                  <a:lnTo>
                    <a:pt x="541" y="496"/>
                  </a:lnTo>
                  <a:lnTo>
                    <a:pt x="541" y="496"/>
                  </a:lnTo>
                  <a:lnTo>
                    <a:pt x="537" y="498"/>
                  </a:lnTo>
                  <a:lnTo>
                    <a:pt x="535" y="500"/>
                  </a:lnTo>
                  <a:lnTo>
                    <a:pt x="535" y="500"/>
                  </a:lnTo>
                  <a:lnTo>
                    <a:pt x="535" y="502"/>
                  </a:lnTo>
                  <a:lnTo>
                    <a:pt x="534" y="504"/>
                  </a:lnTo>
                  <a:lnTo>
                    <a:pt x="534" y="506"/>
                  </a:lnTo>
                  <a:lnTo>
                    <a:pt x="534" y="508"/>
                  </a:lnTo>
                  <a:lnTo>
                    <a:pt x="532" y="510"/>
                  </a:lnTo>
                  <a:lnTo>
                    <a:pt x="532" y="512"/>
                  </a:lnTo>
                  <a:lnTo>
                    <a:pt x="532" y="512"/>
                  </a:lnTo>
                  <a:lnTo>
                    <a:pt x="534" y="514"/>
                  </a:lnTo>
                  <a:lnTo>
                    <a:pt x="534" y="514"/>
                  </a:lnTo>
                  <a:lnTo>
                    <a:pt x="535" y="515"/>
                  </a:lnTo>
                  <a:lnTo>
                    <a:pt x="535" y="515"/>
                  </a:lnTo>
                  <a:lnTo>
                    <a:pt x="541" y="510"/>
                  </a:lnTo>
                  <a:lnTo>
                    <a:pt x="543" y="508"/>
                  </a:lnTo>
                  <a:lnTo>
                    <a:pt x="543" y="506"/>
                  </a:lnTo>
                  <a:lnTo>
                    <a:pt x="545" y="506"/>
                  </a:lnTo>
                  <a:lnTo>
                    <a:pt x="549" y="504"/>
                  </a:lnTo>
                  <a:lnTo>
                    <a:pt x="562" y="504"/>
                  </a:lnTo>
                  <a:lnTo>
                    <a:pt x="566" y="502"/>
                  </a:lnTo>
                  <a:lnTo>
                    <a:pt x="568" y="502"/>
                  </a:lnTo>
                  <a:lnTo>
                    <a:pt x="568" y="500"/>
                  </a:lnTo>
                  <a:lnTo>
                    <a:pt x="572" y="496"/>
                  </a:lnTo>
                  <a:lnTo>
                    <a:pt x="574" y="496"/>
                  </a:lnTo>
                  <a:lnTo>
                    <a:pt x="575" y="496"/>
                  </a:lnTo>
                  <a:lnTo>
                    <a:pt x="577" y="498"/>
                  </a:lnTo>
                  <a:lnTo>
                    <a:pt x="575" y="500"/>
                  </a:lnTo>
                  <a:lnTo>
                    <a:pt x="575" y="502"/>
                  </a:lnTo>
                  <a:lnTo>
                    <a:pt x="575" y="504"/>
                  </a:lnTo>
                  <a:lnTo>
                    <a:pt x="575" y="506"/>
                  </a:lnTo>
                  <a:lnTo>
                    <a:pt x="577" y="512"/>
                  </a:lnTo>
                  <a:lnTo>
                    <a:pt x="579" y="515"/>
                  </a:lnTo>
                  <a:lnTo>
                    <a:pt x="587" y="523"/>
                  </a:lnTo>
                  <a:lnTo>
                    <a:pt x="589" y="525"/>
                  </a:lnTo>
                  <a:lnTo>
                    <a:pt x="591" y="527"/>
                  </a:lnTo>
                  <a:lnTo>
                    <a:pt x="595" y="529"/>
                  </a:lnTo>
                  <a:lnTo>
                    <a:pt x="596" y="527"/>
                  </a:lnTo>
                  <a:lnTo>
                    <a:pt x="598" y="527"/>
                  </a:lnTo>
                  <a:lnTo>
                    <a:pt x="600" y="525"/>
                  </a:lnTo>
                  <a:lnTo>
                    <a:pt x="602" y="525"/>
                  </a:lnTo>
                  <a:lnTo>
                    <a:pt x="604" y="525"/>
                  </a:lnTo>
                  <a:lnTo>
                    <a:pt x="606" y="525"/>
                  </a:lnTo>
                  <a:lnTo>
                    <a:pt x="606" y="525"/>
                  </a:lnTo>
                  <a:lnTo>
                    <a:pt x="608" y="523"/>
                  </a:lnTo>
                  <a:lnTo>
                    <a:pt x="610" y="517"/>
                  </a:lnTo>
                  <a:lnTo>
                    <a:pt x="610" y="515"/>
                  </a:lnTo>
                  <a:lnTo>
                    <a:pt x="612" y="514"/>
                  </a:lnTo>
                  <a:lnTo>
                    <a:pt x="614" y="512"/>
                  </a:lnTo>
                  <a:lnTo>
                    <a:pt x="617" y="512"/>
                  </a:lnTo>
                  <a:lnTo>
                    <a:pt x="619" y="510"/>
                  </a:lnTo>
                  <a:lnTo>
                    <a:pt x="621" y="512"/>
                  </a:lnTo>
                  <a:lnTo>
                    <a:pt x="623" y="512"/>
                  </a:lnTo>
                  <a:lnTo>
                    <a:pt x="625" y="512"/>
                  </a:lnTo>
                  <a:lnTo>
                    <a:pt x="627" y="512"/>
                  </a:lnTo>
                  <a:lnTo>
                    <a:pt x="631" y="508"/>
                  </a:lnTo>
                  <a:lnTo>
                    <a:pt x="640" y="500"/>
                  </a:lnTo>
                  <a:lnTo>
                    <a:pt x="644" y="496"/>
                  </a:lnTo>
                  <a:lnTo>
                    <a:pt x="646" y="493"/>
                  </a:lnTo>
                  <a:lnTo>
                    <a:pt x="646" y="489"/>
                  </a:lnTo>
                  <a:lnTo>
                    <a:pt x="646" y="485"/>
                  </a:lnTo>
                  <a:lnTo>
                    <a:pt x="644" y="481"/>
                  </a:lnTo>
                  <a:lnTo>
                    <a:pt x="640" y="479"/>
                  </a:lnTo>
                  <a:lnTo>
                    <a:pt x="640" y="475"/>
                  </a:lnTo>
                  <a:lnTo>
                    <a:pt x="640" y="472"/>
                  </a:lnTo>
                  <a:lnTo>
                    <a:pt x="638" y="470"/>
                  </a:lnTo>
                  <a:lnTo>
                    <a:pt x="633" y="464"/>
                  </a:lnTo>
                  <a:lnTo>
                    <a:pt x="631" y="462"/>
                  </a:lnTo>
                  <a:lnTo>
                    <a:pt x="631" y="456"/>
                  </a:lnTo>
                  <a:lnTo>
                    <a:pt x="631" y="455"/>
                  </a:lnTo>
                  <a:lnTo>
                    <a:pt x="631" y="449"/>
                  </a:lnTo>
                  <a:lnTo>
                    <a:pt x="633" y="447"/>
                  </a:lnTo>
                  <a:lnTo>
                    <a:pt x="635" y="445"/>
                  </a:lnTo>
                  <a:lnTo>
                    <a:pt x="635" y="443"/>
                  </a:lnTo>
                  <a:lnTo>
                    <a:pt x="635" y="439"/>
                  </a:lnTo>
                  <a:lnTo>
                    <a:pt x="631" y="437"/>
                  </a:lnTo>
                  <a:lnTo>
                    <a:pt x="623" y="437"/>
                  </a:lnTo>
                  <a:lnTo>
                    <a:pt x="621" y="436"/>
                  </a:lnTo>
                  <a:lnTo>
                    <a:pt x="614" y="432"/>
                  </a:lnTo>
                  <a:lnTo>
                    <a:pt x="612" y="432"/>
                  </a:lnTo>
                  <a:lnTo>
                    <a:pt x="608" y="434"/>
                  </a:lnTo>
                  <a:lnTo>
                    <a:pt x="606" y="432"/>
                  </a:lnTo>
                  <a:lnTo>
                    <a:pt x="606" y="430"/>
                  </a:lnTo>
                  <a:lnTo>
                    <a:pt x="606" y="428"/>
                  </a:lnTo>
                  <a:lnTo>
                    <a:pt x="606" y="426"/>
                  </a:lnTo>
                  <a:lnTo>
                    <a:pt x="604" y="426"/>
                  </a:lnTo>
                  <a:lnTo>
                    <a:pt x="602" y="424"/>
                  </a:lnTo>
                  <a:lnTo>
                    <a:pt x="598" y="424"/>
                  </a:lnTo>
                  <a:lnTo>
                    <a:pt x="596" y="422"/>
                  </a:lnTo>
                  <a:lnTo>
                    <a:pt x="593" y="415"/>
                  </a:lnTo>
                  <a:lnTo>
                    <a:pt x="593" y="415"/>
                  </a:lnTo>
                  <a:lnTo>
                    <a:pt x="591" y="413"/>
                  </a:lnTo>
                  <a:lnTo>
                    <a:pt x="591" y="411"/>
                  </a:lnTo>
                  <a:lnTo>
                    <a:pt x="591" y="407"/>
                  </a:lnTo>
                  <a:lnTo>
                    <a:pt x="591" y="401"/>
                  </a:lnTo>
                  <a:lnTo>
                    <a:pt x="591" y="399"/>
                  </a:lnTo>
                  <a:lnTo>
                    <a:pt x="589" y="394"/>
                  </a:lnTo>
                  <a:lnTo>
                    <a:pt x="589" y="392"/>
                  </a:lnTo>
                  <a:lnTo>
                    <a:pt x="591" y="388"/>
                  </a:lnTo>
                  <a:lnTo>
                    <a:pt x="593" y="386"/>
                  </a:lnTo>
                  <a:lnTo>
                    <a:pt x="595" y="386"/>
                  </a:lnTo>
                  <a:lnTo>
                    <a:pt x="596" y="388"/>
                  </a:lnTo>
                  <a:lnTo>
                    <a:pt x="600" y="388"/>
                  </a:lnTo>
                  <a:lnTo>
                    <a:pt x="600" y="386"/>
                  </a:lnTo>
                  <a:lnTo>
                    <a:pt x="600" y="384"/>
                  </a:lnTo>
                  <a:lnTo>
                    <a:pt x="598" y="379"/>
                  </a:lnTo>
                  <a:lnTo>
                    <a:pt x="598" y="377"/>
                  </a:lnTo>
                  <a:lnTo>
                    <a:pt x="598" y="373"/>
                  </a:lnTo>
                  <a:lnTo>
                    <a:pt x="596" y="371"/>
                  </a:lnTo>
                  <a:lnTo>
                    <a:pt x="595" y="369"/>
                  </a:lnTo>
                  <a:lnTo>
                    <a:pt x="593" y="365"/>
                  </a:lnTo>
                  <a:lnTo>
                    <a:pt x="593" y="361"/>
                  </a:lnTo>
                  <a:lnTo>
                    <a:pt x="591" y="356"/>
                  </a:lnTo>
                  <a:lnTo>
                    <a:pt x="589" y="352"/>
                  </a:lnTo>
                  <a:lnTo>
                    <a:pt x="591" y="348"/>
                  </a:lnTo>
                  <a:lnTo>
                    <a:pt x="593" y="346"/>
                  </a:lnTo>
                  <a:lnTo>
                    <a:pt x="604" y="346"/>
                  </a:lnTo>
                  <a:lnTo>
                    <a:pt x="606" y="346"/>
                  </a:lnTo>
                  <a:lnTo>
                    <a:pt x="606" y="346"/>
                  </a:lnTo>
                  <a:lnTo>
                    <a:pt x="608" y="346"/>
                  </a:lnTo>
                  <a:lnTo>
                    <a:pt x="608" y="344"/>
                  </a:lnTo>
                  <a:lnTo>
                    <a:pt x="610" y="344"/>
                  </a:lnTo>
                  <a:lnTo>
                    <a:pt x="612" y="342"/>
                  </a:lnTo>
                  <a:lnTo>
                    <a:pt x="635" y="344"/>
                  </a:lnTo>
                  <a:lnTo>
                    <a:pt x="636" y="344"/>
                  </a:lnTo>
                  <a:lnTo>
                    <a:pt x="640" y="339"/>
                  </a:lnTo>
                  <a:lnTo>
                    <a:pt x="644" y="337"/>
                  </a:lnTo>
                  <a:lnTo>
                    <a:pt x="646" y="335"/>
                  </a:lnTo>
                  <a:lnTo>
                    <a:pt x="646" y="333"/>
                  </a:lnTo>
                  <a:lnTo>
                    <a:pt x="644" y="329"/>
                  </a:lnTo>
                  <a:lnTo>
                    <a:pt x="644" y="325"/>
                  </a:lnTo>
                  <a:lnTo>
                    <a:pt x="646" y="325"/>
                  </a:lnTo>
                  <a:lnTo>
                    <a:pt x="648" y="325"/>
                  </a:lnTo>
                  <a:lnTo>
                    <a:pt x="648" y="325"/>
                  </a:lnTo>
                  <a:lnTo>
                    <a:pt x="650" y="323"/>
                  </a:lnTo>
                  <a:lnTo>
                    <a:pt x="650" y="318"/>
                  </a:lnTo>
                  <a:lnTo>
                    <a:pt x="648" y="306"/>
                  </a:lnTo>
                  <a:lnTo>
                    <a:pt x="646" y="302"/>
                  </a:lnTo>
                  <a:lnTo>
                    <a:pt x="646" y="301"/>
                  </a:lnTo>
                  <a:lnTo>
                    <a:pt x="648" y="299"/>
                  </a:lnTo>
                  <a:lnTo>
                    <a:pt x="650" y="299"/>
                  </a:lnTo>
                  <a:lnTo>
                    <a:pt x="657" y="301"/>
                  </a:lnTo>
                  <a:lnTo>
                    <a:pt x="661" y="301"/>
                  </a:lnTo>
                  <a:lnTo>
                    <a:pt x="665" y="301"/>
                  </a:lnTo>
                  <a:lnTo>
                    <a:pt x="665" y="301"/>
                  </a:lnTo>
                  <a:lnTo>
                    <a:pt x="667" y="297"/>
                  </a:lnTo>
                  <a:lnTo>
                    <a:pt x="667" y="295"/>
                  </a:lnTo>
                  <a:lnTo>
                    <a:pt x="667" y="293"/>
                  </a:lnTo>
                  <a:lnTo>
                    <a:pt x="665" y="293"/>
                  </a:lnTo>
                  <a:lnTo>
                    <a:pt x="665" y="291"/>
                  </a:lnTo>
                  <a:lnTo>
                    <a:pt x="665" y="289"/>
                  </a:lnTo>
                  <a:lnTo>
                    <a:pt x="665" y="287"/>
                  </a:lnTo>
                  <a:lnTo>
                    <a:pt x="667" y="285"/>
                  </a:lnTo>
                  <a:lnTo>
                    <a:pt x="669" y="285"/>
                  </a:lnTo>
                  <a:lnTo>
                    <a:pt x="673" y="283"/>
                  </a:lnTo>
                  <a:lnTo>
                    <a:pt x="675" y="283"/>
                  </a:lnTo>
                  <a:lnTo>
                    <a:pt x="676" y="282"/>
                  </a:lnTo>
                  <a:lnTo>
                    <a:pt x="676" y="280"/>
                  </a:lnTo>
                  <a:lnTo>
                    <a:pt x="678" y="276"/>
                  </a:lnTo>
                  <a:lnTo>
                    <a:pt x="678" y="274"/>
                  </a:lnTo>
                  <a:lnTo>
                    <a:pt x="680" y="272"/>
                  </a:lnTo>
                  <a:lnTo>
                    <a:pt x="684" y="272"/>
                  </a:lnTo>
                  <a:lnTo>
                    <a:pt x="686" y="272"/>
                  </a:lnTo>
                  <a:lnTo>
                    <a:pt x="692" y="274"/>
                  </a:lnTo>
                  <a:lnTo>
                    <a:pt x="696" y="272"/>
                  </a:lnTo>
                  <a:lnTo>
                    <a:pt x="696" y="272"/>
                  </a:lnTo>
                  <a:lnTo>
                    <a:pt x="697" y="264"/>
                  </a:lnTo>
                  <a:lnTo>
                    <a:pt x="699" y="259"/>
                  </a:lnTo>
                  <a:lnTo>
                    <a:pt x="701" y="257"/>
                  </a:lnTo>
                  <a:lnTo>
                    <a:pt x="707" y="251"/>
                  </a:lnTo>
                  <a:lnTo>
                    <a:pt x="707" y="249"/>
                  </a:lnTo>
                  <a:lnTo>
                    <a:pt x="709" y="245"/>
                  </a:lnTo>
                  <a:lnTo>
                    <a:pt x="707" y="226"/>
                  </a:lnTo>
                  <a:lnTo>
                    <a:pt x="709" y="223"/>
                  </a:lnTo>
                  <a:lnTo>
                    <a:pt x="711" y="219"/>
                  </a:lnTo>
                  <a:lnTo>
                    <a:pt x="715" y="215"/>
                  </a:lnTo>
                  <a:lnTo>
                    <a:pt x="716" y="213"/>
                  </a:lnTo>
                  <a:lnTo>
                    <a:pt x="716" y="209"/>
                  </a:lnTo>
                  <a:lnTo>
                    <a:pt x="716" y="204"/>
                  </a:lnTo>
                  <a:lnTo>
                    <a:pt x="715" y="200"/>
                  </a:lnTo>
                  <a:lnTo>
                    <a:pt x="718" y="196"/>
                  </a:lnTo>
                  <a:lnTo>
                    <a:pt x="724" y="190"/>
                  </a:lnTo>
                  <a:lnTo>
                    <a:pt x="726" y="186"/>
                  </a:lnTo>
                  <a:lnTo>
                    <a:pt x="726" y="183"/>
                  </a:lnTo>
                  <a:lnTo>
                    <a:pt x="726" y="18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49" name="Freeform 52">
              <a:extLst>
                <a:ext uri="{FF2B5EF4-FFF2-40B4-BE49-F238E27FC236}">
                  <a16:creationId xmlns:a16="http://schemas.microsoft.com/office/drawing/2014/main" id="{C0BA12F5-3B14-91C2-89C7-E37B4C2AB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150" y="1624013"/>
              <a:ext cx="498475" cy="488950"/>
            </a:xfrm>
            <a:custGeom>
              <a:avLst/>
              <a:gdLst>
                <a:gd name="T0" fmla="*/ 301 w 314"/>
                <a:gd name="T1" fmla="*/ 211 h 308"/>
                <a:gd name="T2" fmla="*/ 293 w 314"/>
                <a:gd name="T3" fmla="*/ 198 h 308"/>
                <a:gd name="T4" fmla="*/ 293 w 314"/>
                <a:gd name="T5" fmla="*/ 171 h 308"/>
                <a:gd name="T6" fmla="*/ 288 w 314"/>
                <a:gd name="T7" fmla="*/ 163 h 308"/>
                <a:gd name="T8" fmla="*/ 291 w 314"/>
                <a:gd name="T9" fmla="*/ 139 h 308"/>
                <a:gd name="T10" fmla="*/ 267 w 314"/>
                <a:gd name="T11" fmla="*/ 110 h 308"/>
                <a:gd name="T12" fmla="*/ 263 w 314"/>
                <a:gd name="T13" fmla="*/ 91 h 308"/>
                <a:gd name="T14" fmla="*/ 251 w 314"/>
                <a:gd name="T15" fmla="*/ 83 h 308"/>
                <a:gd name="T16" fmla="*/ 251 w 314"/>
                <a:gd name="T17" fmla="*/ 70 h 308"/>
                <a:gd name="T18" fmla="*/ 259 w 314"/>
                <a:gd name="T19" fmla="*/ 57 h 308"/>
                <a:gd name="T20" fmla="*/ 253 w 314"/>
                <a:gd name="T21" fmla="*/ 51 h 308"/>
                <a:gd name="T22" fmla="*/ 246 w 314"/>
                <a:gd name="T23" fmla="*/ 59 h 308"/>
                <a:gd name="T24" fmla="*/ 232 w 314"/>
                <a:gd name="T25" fmla="*/ 63 h 308"/>
                <a:gd name="T26" fmla="*/ 223 w 314"/>
                <a:gd name="T27" fmla="*/ 64 h 308"/>
                <a:gd name="T28" fmla="*/ 213 w 314"/>
                <a:gd name="T29" fmla="*/ 45 h 308"/>
                <a:gd name="T30" fmla="*/ 194 w 314"/>
                <a:gd name="T31" fmla="*/ 24 h 308"/>
                <a:gd name="T32" fmla="*/ 185 w 314"/>
                <a:gd name="T33" fmla="*/ 32 h 308"/>
                <a:gd name="T34" fmla="*/ 166 w 314"/>
                <a:gd name="T35" fmla="*/ 38 h 308"/>
                <a:gd name="T36" fmla="*/ 126 w 314"/>
                <a:gd name="T37" fmla="*/ 21 h 308"/>
                <a:gd name="T38" fmla="*/ 95 w 314"/>
                <a:gd name="T39" fmla="*/ 4 h 308"/>
                <a:gd name="T40" fmla="*/ 65 w 314"/>
                <a:gd name="T41" fmla="*/ 11 h 308"/>
                <a:gd name="T42" fmla="*/ 46 w 314"/>
                <a:gd name="T43" fmla="*/ 26 h 308"/>
                <a:gd name="T44" fmla="*/ 28 w 314"/>
                <a:gd name="T45" fmla="*/ 32 h 308"/>
                <a:gd name="T46" fmla="*/ 21 w 314"/>
                <a:gd name="T47" fmla="*/ 38 h 308"/>
                <a:gd name="T48" fmla="*/ 30 w 314"/>
                <a:gd name="T49" fmla="*/ 51 h 308"/>
                <a:gd name="T50" fmla="*/ 30 w 314"/>
                <a:gd name="T51" fmla="*/ 66 h 308"/>
                <a:gd name="T52" fmla="*/ 27 w 314"/>
                <a:gd name="T53" fmla="*/ 80 h 308"/>
                <a:gd name="T54" fmla="*/ 11 w 314"/>
                <a:gd name="T55" fmla="*/ 104 h 308"/>
                <a:gd name="T56" fmla="*/ 4 w 314"/>
                <a:gd name="T57" fmla="*/ 114 h 308"/>
                <a:gd name="T58" fmla="*/ 6 w 314"/>
                <a:gd name="T59" fmla="*/ 116 h 308"/>
                <a:gd name="T60" fmla="*/ 11 w 314"/>
                <a:gd name="T61" fmla="*/ 127 h 308"/>
                <a:gd name="T62" fmla="*/ 36 w 314"/>
                <a:gd name="T63" fmla="*/ 152 h 308"/>
                <a:gd name="T64" fmla="*/ 32 w 314"/>
                <a:gd name="T65" fmla="*/ 156 h 308"/>
                <a:gd name="T66" fmla="*/ 59 w 314"/>
                <a:gd name="T67" fmla="*/ 209 h 308"/>
                <a:gd name="T68" fmla="*/ 67 w 314"/>
                <a:gd name="T69" fmla="*/ 205 h 308"/>
                <a:gd name="T70" fmla="*/ 70 w 314"/>
                <a:gd name="T71" fmla="*/ 196 h 308"/>
                <a:gd name="T72" fmla="*/ 82 w 314"/>
                <a:gd name="T73" fmla="*/ 209 h 308"/>
                <a:gd name="T74" fmla="*/ 86 w 314"/>
                <a:gd name="T75" fmla="*/ 211 h 308"/>
                <a:gd name="T76" fmla="*/ 89 w 314"/>
                <a:gd name="T77" fmla="*/ 215 h 308"/>
                <a:gd name="T78" fmla="*/ 91 w 314"/>
                <a:gd name="T79" fmla="*/ 217 h 308"/>
                <a:gd name="T80" fmla="*/ 93 w 314"/>
                <a:gd name="T81" fmla="*/ 222 h 308"/>
                <a:gd name="T82" fmla="*/ 95 w 314"/>
                <a:gd name="T83" fmla="*/ 236 h 308"/>
                <a:gd name="T84" fmla="*/ 110 w 314"/>
                <a:gd name="T85" fmla="*/ 251 h 308"/>
                <a:gd name="T86" fmla="*/ 118 w 314"/>
                <a:gd name="T87" fmla="*/ 253 h 308"/>
                <a:gd name="T88" fmla="*/ 128 w 314"/>
                <a:gd name="T89" fmla="*/ 262 h 308"/>
                <a:gd name="T90" fmla="*/ 135 w 314"/>
                <a:gd name="T91" fmla="*/ 268 h 308"/>
                <a:gd name="T92" fmla="*/ 145 w 314"/>
                <a:gd name="T93" fmla="*/ 285 h 308"/>
                <a:gd name="T94" fmla="*/ 150 w 314"/>
                <a:gd name="T95" fmla="*/ 298 h 308"/>
                <a:gd name="T96" fmla="*/ 166 w 314"/>
                <a:gd name="T97" fmla="*/ 304 h 308"/>
                <a:gd name="T98" fmla="*/ 171 w 314"/>
                <a:gd name="T99" fmla="*/ 304 h 308"/>
                <a:gd name="T100" fmla="*/ 185 w 314"/>
                <a:gd name="T101" fmla="*/ 308 h 308"/>
                <a:gd name="T102" fmla="*/ 202 w 314"/>
                <a:gd name="T103" fmla="*/ 296 h 308"/>
                <a:gd name="T104" fmla="*/ 204 w 314"/>
                <a:gd name="T105" fmla="*/ 291 h 308"/>
                <a:gd name="T106" fmla="*/ 202 w 314"/>
                <a:gd name="T107" fmla="*/ 277 h 308"/>
                <a:gd name="T108" fmla="*/ 200 w 314"/>
                <a:gd name="T109" fmla="*/ 257 h 308"/>
                <a:gd name="T110" fmla="*/ 204 w 314"/>
                <a:gd name="T111" fmla="*/ 249 h 308"/>
                <a:gd name="T112" fmla="*/ 204 w 314"/>
                <a:gd name="T113" fmla="*/ 243 h 308"/>
                <a:gd name="T114" fmla="*/ 217 w 314"/>
                <a:gd name="T115" fmla="*/ 224 h 308"/>
                <a:gd name="T116" fmla="*/ 240 w 314"/>
                <a:gd name="T117" fmla="*/ 215 h 308"/>
                <a:gd name="T118" fmla="*/ 259 w 314"/>
                <a:gd name="T119" fmla="*/ 213 h 308"/>
                <a:gd name="T120" fmla="*/ 270 w 314"/>
                <a:gd name="T121" fmla="*/ 218 h 308"/>
                <a:gd name="T122" fmla="*/ 290 w 314"/>
                <a:gd name="T123" fmla="*/ 218 h 308"/>
                <a:gd name="T124" fmla="*/ 309 w 314"/>
                <a:gd name="T125" fmla="*/ 23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4" h="308">
                  <a:moveTo>
                    <a:pt x="314" y="224"/>
                  </a:moveTo>
                  <a:lnTo>
                    <a:pt x="312" y="220"/>
                  </a:lnTo>
                  <a:lnTo>
                    <a:pt x="311" y="217"/>
                  </a:lnTo>
                  <a:lnTo>
                    <a:pt x="307" y="213"/>
                  </a:lnTo>
                  <a:lnTo>
                    <a:pt x="307" y="213"/>
                  </a:lnTo>
                  <a:lnTo>
                    <a:pt x="305" y="209"/>
                  </a:lnTo>
                  <a:lnTo>
                    <a:pt x="305" y="211"/>
                  </a:lnTo>
                  <a:lnTo>
                    <a:pt x="303" y="211"/>
                  </a:lnTo>
                  <a:lnTo>
                    <a:pt x="301" y="211"/>
                  </a:lnTo>
                  <a:lnTo>
                    <a:pt x="299" y="211"/>
                  </a:lnTo>
                  <a:lnTo>
                    <a:pt x="297" y="211"/>
                  </a:lnTo>
                  <a:lnTo>
                    <a:pt x="295" y="211"/>
                  </a:lnTo>
                  <a:lnTo>
                    <a:pt x="293" y="209"/>
                  </a:lnTo>
                  <a:lnTo>
                    <a:pt x="291" y="209"/>
                  </a:lnTo>
                  <a:lnTo>
                    <a:pt x="291" y="207"/>
                  </a:lnTo>
                  <a:lnTo>
                    <a:pt x="291" y="205"/>
                  </a:lnTo>
                  <a:lnTo>
                    <a:pt x="291" y="201"/>
                  </a:lnTo>
                  <a:lnTo>
                    <a:pt x="293" y="198"/>
                  </a:lnTo>
                  <a:lnTo>
                    <a:pt x="293" y="194"/>
                  </a:lnTo>
                  <a:lnTo>
                    <a:pt x="291" y="192"/>
                  </a:lnTo>
                  <a:lnTo>
                    <a:pt x="288" y="190"/>
                  </a:lnTo>
                  <a:lnTo>
                    <a:pt x="288" y="186"/>
                  </a:lnTo>
                  <a:lnTo>
                    <a:pt x="297" y="180"/>
                  </a:lnTo>
                  <a:lnTo>
                    <a:pt x="299" y="179"/>
                  </a:lnTo>
                  <a:lnTo>
                    <a:pt x="299" y="177"/>
                  </a:lnTo>
                  <a:lnTo>
                    <a:pt x="297" y="173"/>
                  </a:lnTo>
                  <a:lnTo>
                    <a:pt x="293" y="171"/>
                  </a:lnTo>
                  <a:lnTo>
                    <a:pt x="291" y="171"/>
                  </a:lnTo>
                  <a:lnTo>
                    <a:pt x="291" y="169"/>
                  </a:lnTo>
                  <a:lnTo>
                    <a:pt x="290" y="169"/>
                  </a:lnTo>
                  <a:lnTo>
                    <a:pt x="290" y="169"/>
                  </a:lnTo>
                  <a:lnTo>
                    <a:pt x="290" y="167"/>
                  </a:lnTo>
                  <a:lnTo>
                    <a:pt x="288" y="165"/>
                  </a:lnTo>
                  <a:lnTo>
                    <a:pt x="288" y="165"/>
                  </a:lnTo>
                  <a:lnTo>
                    <a:pt x="288" y="163"/>
                  </a:lnTo>
                  <a:lnTo>
                    <a:pt x="288" y="163"/>
                  </a:lnTo>
                  <a:lnTo>
                    <a:pt x="288" y="161"/>
                  </a:lnTo>
                  <a:lnTo>
                    <a:pt x="286" y="160"/>
                  </a:lnTo>
                  <a:lnTo>
                    <a:pt x="286" y="158"/>
                  </a:lnTo>
                  <a:lnTo>
                    <a:pt x="288" y="154"/>
                  </a:lnTo>
                  <a:lnTo>
                    <a:pt x="288" y="152"/>
                  </a:lnTo>
                  <a:lnTo>
                    <a:pt x="290" y="146"/>
                  </a:lnTo>
                  <a:lnTo>
                    <a:pt x="290" y="144"/>
                  </a:lnTo>
                  <a:lnTo>
                    <a:pt x="291" y="140"/>
                  </a:lnTo>
                  <a:lnTo>
                    <a:pt x="291" y="139"/>
                  </a:lnTo>
                  <a:lnTo>
                    <a:pt x="291" y="135"/>
                  </a:lnTo>
                  <a:lnTo>
                    <a:pt x="290" y="135"/>
                  </a:lnTo>
                  <a:lnTo>
                    <a:pt x="286" y="133"/>
                  </a:lnTo>
                  <a:lnTo>
                    <a:pt x="284" y="129"/>
                  </a:lnTo>
                  <a:lnTo>
                    <a:pt x="274" y="118"/>
                  </a:lnTo>
                  <a:lnTo>
                    <a:pt x="272" y="114"/>
                  </a:lnTo>
                  <a:lnTo>
                    <a:pt x="270" y="112"/>
                  </a:lnTo>
                  <a:lnTo>
                    <a:pt x="267" y="110"/>
                  </a:lnTo>
                  <a:lnTo>
                    <a:pt x="267" y="110"/>
                  </a:lnTo>
                  <a:lnTo>
                    <a:pt x="267" y="110"/>
                  </a:lnTo>
                  <a:lnTo>
                    <a:pt x="265" y="108"/>
                  </a:lnTo>
                  <a:lnTo>
                    <a:pt x="265" y="108"/>
                  </a:lnTo>
                  <a:lnTo>
                    <a:pt x="267" y="106"/>
                  </a:lnTo>
                  <a:lnTo>
                    <a:pt x="267" y="102"/>
                  </a:lnTo>
                  <a:lnTo>
                    <a:pt x="263" y="93"/>
                  </a:lnTo>
                  <a:lnTo>
                    <a:pt x="263" y="93"/>
                  </a:lnTo>
                  <a:lnTo>
                    <a:pt x="263" y="93"/>
                  </a:lnTo>
                  <a:lnTo>
                    <a:pt x="263" y="91"/>
                  </a:lnTo>
                  <a:lnTo>
                    <a:pt x="265" y="89"/>
                  </a:lnTo>
                  <a:lnTo>
                    <a:pt x="265" y="89"/>
                  </a:lnTo>
                  <a:lnTo>
                    <a:pt x="265" y="89"/>
                  </a:lnTo>
                  <a:lnTo>
                    <a:pt x="265" y="87"/>
                  </a:lnTo>
                  <a:lnTo>
                    <a:pt x="261" y="82"/>
                  </a:lnTo>
                  <a:lnTo>
                    <a:pt x="259" y="76"/>
                  </a:lnTo>
                  <a:lnTo>
                    <a:pt x="257" y="78"/>
                  </a:lnTo>
                  <a:lnTo>
                    <a:pt x="251" y="83"/>
                  </a:lnTo>
                  <a:lnTo>
                    <a:pt x="251" y="83"/>
                  </a:lnTo>
                  <a:lnTo>
                    <a:pt x="250" y="82"/>
                  </a:lnTo>
                  <a:lnTo>
                    <a:pt x="250" y="82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50" y="76"/>
                  </a:lnTo>
                  <a:lnTo>
                    <a:pt x="250" y="74"/>
                  </a:lnTo>
                  <a:lnTo>
                    <a:pt x="250" y="72"/>
                  </a:lnTo>
                  <a:lnTo>
                    <a:pt x="251" y="70"/>
                  </a:lnTo>
                  <a:lnTo>
                    <a:pt x="251" y="68"/>
                  </a:lnTo>
                  <a:lnTo>
                    <a:pt x="251" y="68"/>
                  </a:lnTo>
                  <a:lnTo>
                    <a:pt x="253" y="66"/>
                  </a:lnTo>
                  <a:lnTo>
                    <a:pt x="257" y="64"/>
                  </a:lnTo>
                  <a:lnTo>
                    <a:pt x="257" y="64"/>
                  </a:lnTo>
                  <a:lnTo>
                    <a:pt x="257" y="63"/>
                  </a:lnTo>
                  <a:lnTo>
                    <a:pt x="257" y="63"/>
                  </a:lnTo>
                  <a:lnTo>
                    <a:pt x="259" y="61"/>
                  </a:lnTo>
                  <a:lnTo>
                    <a:pt x="259" y="57"/>
                  </a:lnTo>
                  <a:lnTo>
                    <a:pt x="259" y="57"/>
                  </a:lnTo>
                  <a:lnTo>
                    <a:pt x="259" y="55"/>
                  </a:lnTo>
                  <a:lnTo>
                    <a:pt x="257" y="51"/>
                  </a:lnTo>
                  <a:lnTo>
                    <a:pt x="257" y="51"/>
                  </a:lnTo>
                  <a:lnTo>
                    <a:pt x="257" y="51"/>
                  </a:lnTo>
                  <a:lnTo>
                    <a:pt x="257" y="51"/>
                  </a:lnTo>
                  <a:lnTo>
                    <a:pt x="255" y="49"/>
                  </a:lnTo>
                  <a:lnTo>
                    <a:pt x="253" y="51"/>
                  </a:lnTo>
                  <a:lnTo>
                    <a:pt x="253" y="51"/>
                  </a:lnTo>
                  <a:lnTo>
                    <a:pt x="253" y="51"/>
                  </a:lnTo>
                  <a:lnTo>
                    <a:pt x="251" y="51"/>
                  </a:lnTo>
                  <a:lnTo>
                    <a:pt x="253" y="53"/>
                  </a:lnTo>
                  <a:lnTo>
                    <a:pt x="251" y="53"/>
                  </a:lnTo>
                  <a:lnTo>
                    <a:pt x="251" y="55"/>
                  </a:lnTo>
                  <a:lnTo>
                    <a:pt x="250" y="55"/>
                  </a:lnTo>
                  <a:lnTo>
                    <a:pt x="248" y="57"/>
                  </a:lnTo>
                  <a:lnTo>
                    <a:pt x="246" y="59"/>
                  </a:lnTo>
                  <a:lnTo>
                    <a:pt x="246" y="59"/>
                  </a:lnTo>
                  <a:lnTo>
                    <a:pt x="244" y="59"/>
                  </a:lnTo>
                  <a:lnTo>
                    <a:pt x="242" y="59"/>
                  </a:lnTo>
                  <a:lnTo>
                    <a:pt x="240" y="59"/>
                  </a:lnTo>
                  <a:lnTo>
                    <a:pt x="240" y="59"/>
                  </a:lnTo>
                  <a:lnTo>
                    <a:pt x="238" y="61"/>
                  </a:lnTo>
                  <a:lnTo>
                    <a:pt x="236" y="61"/>
                  </a:lnTo>
                  <a:lnTo>
                    <a:pt x="234" y="61"/>
                  </a:lnTo>
                  <a:lnTo>
                    <a:pt x="232" y="63"/>
                  </a:lnTo>
                  <a:lnTo>
                    <a:pt x="232" y="63"/>
                  </a:lnTo>
                  <a:lnTo>
                    <a:pt x="232" y="63"/>
                  </a:lnTo>
                  <a:lnTo>
                    <a:pt x="230" y="64"/>
                  </a:lnTo>
                  <a:lnTo>
                    <a:pt x="230" y="64"/>
                  </a:lnTo>
                  <a:lnTo>
                    <a:pt x="230" y="64"/>
                  </a:lnTo>
                  <a:lnTo>
                    <a:pt x="229" y="66"/>
                  </a:lnTo>
                  <a:lnTo>
                    <a:pt x="227" y="68"/>
                  </a:lnTo>
                  <a:lnTo>
                    <a:pt x="225" y="68"/>
                  </a:lnTo>
                  <a:lnTo>
                    <a:pt x="223" y="66"/>
                  </a:lnTo>
                  <a:lnTo>
                    <a:pt x="223" y="64"/>
                  </a:lnTo>
                  <a:lnTo>
                    <a:pt x="221" y="63"/>
                  </a:lnTo>
                  <a:lnTo>
                    <a:pt x="221" y="63"/>
                  </a:lnTo>
                  <a:lnTo>
                    <a:pt x="219" y="59"/>
                  </a:lnTo>
                  <a:lnTo>
                    <a:pt x="217" y="59"/>
                  </a:lnTo>
                  <a:lnTo>
                    <a:pt x="217" y="57"/>
                  </a:lnTo>
                  <a:lnTo>
                    <a:pt x="217" y="51"/>
                  </a:lnTo>
                  <a:lnTo>
                    <a:pt x="215" y="49"/>
                  </a:lnTo>
                  <a:lnTo>
                    <a:pt x="215" y="47"/>
                  </a:lnTo>
                  <a:lnTo>
                    <a:pt x="213" y="45"/>
                  </a:lnTo>
                  <a:lnTo>
                    <a:pt x="210" y="38"/>
                  </a:lnTo>
                  <a:lnTo>
                    <a:pt x="208" y="34"/>
                  </a:lnTo>
                  <a:lnTo>
                    <a:pt x="202" y="28"/>
                  </a:lnTo>
                  <a:lnTo>
                    <a:pt x="200" y="26"/>
                  </a:lnTo>
                  <a:lnTo>
                    <a:pt x="198" y="24"/>
                  </a:lnTo>
                  <a:lnTo>
                    <a:pt x="198" y="23"/>
                  </a:lnTo>
                  <a:lnTo>
                    <a:pt x="196" y="23"/>
                  </a:lnTo>
                  <a:lnTo>
                    <a:pt x="196" y="23"/>
                  </a:lnTo>
                  <a:lnTo>
                    <a:pt x="194" y="24"/>
                  </a:lnTo>
                  <a:lnTo>
                    <a:pt x="192" y="24"/>
                  </a:lnTo>
                  <a:lnTo>
                    <a:pt x="192" y="24"/>
                  </a:lnTo>
                  <a:lnTo>
                    <a:pt x="192" y="26"/>
                  </a:lnTo>
                  <a:lnTo>
                    <a:pt x="190" y="26"/>
                  </a:lnTo>
                  <a:lnTo>
                    <a:pt x="190" y="28"/>
                  </a:lnTo>
                  <a:lnTo>
                    <a:pt x="189" y="28"/>
                  </a:lnTo>
                  <a:lnTo>
                    <a:pt x="189" y="28"/>
                  </a:lnTo>
                  <a:lnTo>
                    <a:pt x="187" y="28"/>
                  </a:lnTo>
                  <a:lnTo>
                    <a:pt x="185" y="32"/>
                  </a:lnTo>
                  <a:lnTo>
                    <a:pt x="183" y="32"/>
                  </a:lnTo>
                  <a:lnTo>
                    <a:pt x="183" y="34"/>
                  </a:lnTo>
                  <a:lnTo>
                    <a:pt x="181" y="34"/>
                  </a:lnTo>
                  <a:lnTo>
                    <a:pt x="177" y="34"/>
                  </a:lnTo>
                  <a:lnTo>
                    <a:pt x="175" y="36"/>
                  </a:lnTo>
                  <a:lnTo>
                    <a:pt x="171" y="36"/>
                  </a:lnTo>
                  <a:lnTo>
                    <a:pt x="168" y="36"/>
                  </a:lnTo>
                  <a:lnTo>
                    <a:pt x="168" y="38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66" y="40"/>
                  </a:lnTo>
                  <a:lnTo>
                    <a:pt x="164" y="40"/>
                  </a:lnTo>
                  <a:lnTo>
                    <a:pt x="150" y="36"/>
                  </a:lnTo>
                  <a:lnTo>
                    <a:pt x="143" y="32"/>
                  </a:lnTo>
                  <a:lnTo>
                    <a:pt x="139" y="30"/>
                  </a:lnTo>
                  <a:lnTo>
                    <a:pt x="131" y="24"/>
                  </a:lnTo>
                  <a:lnTo>
                    <a:pt x="128" y="23"/>
                  </a:lnTo>
                  <a:lnTo>
                    <a:pt x="126" y="21"/>
                  </a:lnTo>
                  <a:lnTo>
                    <a:pt x="124" y="19"/>
                  </a:lnTo>
                  <a:lnTo>
                    <a:pt x="122" y="17"/>
                  </a:lnTo>
                  <a:lnTo>
                    <a:pt x="116" y="11"/>
                  </a:lnTo>
                  <a:lnTo>
                    <a:pt x="114" y="11"/>
                  </a:lnTo>
                  <a:lnTo>
                    <a:pt x="110" y="4"/>
                  </a:lnTo>
                  <a:lnTo>
                    <a:pt x="109" y="4"/>
                  </a:lnTo>
                  <a:lnTo>
                    <a:pt x="107" y="4"/>
                  </a:lnTo>
                  <a:lnTo>
                    <a:pt x="97" y="4"/>
                  </a:lnTo>
                  <a:lnTo>
                    <a:pt x="95" y="4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86" y="2"/>
                  </a:lnTo>
                  <a:lnTo>
                    <a:pt x="74" y="4"/>
                  </a:lnTo>
                  <a:lnTo>
                    <a:pt x="70" y="5"/>
                  </a:lnTo>
                  <a:lnTo>
                    <a:pt x="67" y="9"/>
                  </a:lnTo>
                  <a:lnTo>
                    <a:pt x="65" y="9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63" y="13"/>
                  </a:lnTo>
                  <a:lnTo>
                    <a:pt x="63" y="15"/>
                  </a:lnTo>
                  <a:lnTo>
                    <a:pt x="61" y="17"/>
                  </a:lnTo>
                  <a:lnTo>
                    <a:pt x="59" y="19"/>
                  </a:lnTo>
                  <a:lnTo>
                    <a:pt x="57" y="21"/>
                  </a:lnTo>
                  <a:lnTo>
                    <a:pt x="53" y="21"/>
                  </a:lnTo>
                  <a:lnTo>
                    <a:pt x="48" y="23"/>
                  </a:lnTo>
                  <a:lnTo>
                    <a:pt x="46" y="24"/>
                  </a:lnTo>
                  <a:lnTo>
                    <a:pt x="46" y="26"/>
                  </a:lnTo>
                  <a:lnTo>
                    <a:pt x="44" y="28"/>
                  </a:lnTo>
                  <a:lnTo>
                    <a:pt x="36" y="34"/>
                  </a:lnTo>
                  <a:lnTo>
                    <a:pt x="34" y="36"/>
                  </a:lnTo>
                  <a:lnTo>
                    <a:pt x="34" y="36"/>
                  </a:lnTo>
                  <a:lnTo>
                    <a:pt x="32" y="36"/>
                  </a:lnTo>
                  <a:lnTo>
                    <a:pt x="30" y="34"/>
                  </a:lnTo>
                  <a:lnTo>
                    <a:pt x="30" y="32"/>
                  </a:lnTo>
                  <a:lnTo>
                    <a:pt x="30" y="32"/>
                  </a:lnTo>
                  <a:lnTo>
                    <a:pt x="28" y="32"/>
                  </a:lnTo>
                  <a:lnTo>
                    <a:pt x="27" y="32"/>
                  </a:lnTo>
                  <a:lnTo>
                    <a:pt x="25" y="30"/>
                  </a:lnTo>
                  <a:lnTo>
                    <a:pt x="25" y="30"/>
                  </a:lnTo>
                  <a:lnTo>
                    <a:pt x="23" y="32"/>
                  </a:lnTo>
                  <a:lnTo>
                    <a:pt x="21" y="32"/>
                  </a:lnTo>
                  <a:lnTo>
                    <a:pt x="21" y="34"/>
                  </a:lnTo>
                  <a:lnTo>
                    <a:pt x="21" y="34"/>
                  </a:lnTo>
                  <a:lnTo>
                    <a:pt x="21" y="36"/>
                  </a:lnTo>
                  <a:lnTo>
                    <a:pt x="21" y="38"/>
                  </a:lnTo>
                  <a:lnTo>
                    <a:pt x="23" y="40"/>
                  </a:lnTo>
                  <a:lnTo>
                    <a:pt x="25" y="42"/>
                  </a:lnTo>
                  <a:lnTo>
                    <a:pt x="27" y="43"/>
                  </a:lnTo>
                  <a:lnTo>
                    <a:pt x="27" y="45"/>
                  </a:lnTo>
                  <a:lnTo>
                    <a:pt x="28" y="45"/>
                  </a:lnTo>
                  <a:lnTo>
                    <a:pt x="28" y="47"/>
                  </a:lnTo>
                  <a:lnTo>
                    <a:pt x="30" y="49"/>
                  </a:lnTo>
                  <a:lnTo>
                    <a:pt x="30" y="49"/>
                  </a:lnTo>
                  <a:lnTo>
                    <a:pt x="30" y="51"/>
                  </a:lnTo>
                  <a:lnTo>
                    <a:pt x="30" y="51"/>
                  </a:lnTo>
                  <a:lnTo>
                    <a:pt x="30" y="53"/>
                  </a:lnTo>
                  <a:lnTo>
                    <a:pt x="30" y="57"/>
                  </a:lnTo>
                  <a:lnTo>
                    <a:pt x="30" y="59"/>
                  </a:lnTo>
                  <a:lnTo>
                    <a:pt x="32" y="63"/>
                  </a:lnTo>
                  <a:lnTo>
                    <a:pt x="32" y="64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30" y="68"/>
                  </a:lnTo>
                  <a:lnTo>
                    <a:pt x="28" y="68"/>
                  </a:lnTo>
                  <a:lnTo>
                    <a:pt x="27" y="72"/>
                  </a:lnTo>
                  <a:lnTo>
                    <a:pt x="27" y="74"/>
                  </a:lnTo>
                  <a:lnTo>
                    <a:pt x="25" y="76"/>
                  </a:lnTo>
                  <a:lnTo>
                    <a:pt x="25" y="78"/>
                  </a:lnTo>
                  <a:lnTo>
                    <a:pt x="25" y="78"/>
                  </a:lnTo>
                  <a:lnTo>
                    <a:pt x="27" y="80"/>
                  </a:lnTo>
                  <a:lnTo>
                    <a:pt x="27" y="80"/>
                  </a:lnTo>
                  <a:lnTo>
                    <a:pt x="30" y="87"/>
                  </a:lnTo>
                  <a:lnTo>
                    <a:pt x="30" y="87"/>
                  </a:lnTo>
                  <a:lnTo>
                    <a:pt x="30" y="89"/>
                  </a:lnTo>
                  <a:lnTo>
                    <a:pt x="30" y="89"/>
                  </a:lnTo>
                  <a:lnTo>
                    <a:pt x="25" y="91"/>
                  </a:lnTo>
                  <a:lnTo>
                    <a:pt x="19" y="97"/>
                  </a:lnTo>
                  <a:lnTo>
                    <a:pt x="15" y="101"/>
                  </a:lnTo>
                  <a:lnTo>
                    <a:pt x="13" y="102"/>
                  </a:lnTo>
                  <a:lnTo>
                    <a:pt x="11" y="104"/>
                  </a:lnTo>
                  <a:lnTo>
                    <a:pt x="9" y="104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2" y="108"/>
                  </a:lnTo>
                  <a:lnTo>
                    <a:pt x="2" y="110"/>
                  </a:lnTo>
                  <a:lnTo>
                    <a:pt x="2" y="112"/>
                  </a:lnTo>
                  <a:lnTo>
                    <a:pt x="4" y="112"/>
                  </a:lnTo>
                  <a:lnTo>
                    <a:pt x="4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8" y="112"/>
                  </a:lnTo>
                  <a:lnTo>
                    <a:pt x="8" y="112"/>
                  </a:lnTo>
                  <a:lnTo>
                    <a:pt x="8" y="114"/>
                  </a:lnTo>
                  <a:lnTo>
                    <a:pt x="8" y="116"/>
                  </a:lnTo>
                  <a:lnTo>
                    <a:pt x="6" y="116"/>
                  </a:lnTo>
                  <a:lnTo>
                    <a:pt x="6" y="118"/>
                  </a:lnTo>
                  <a:lnTo>
                    <a:pt x="0" y="123"/>
                  </a:lnTo>
                  <a:lnTo>
                    <a:pt x="0" y="125"/>
                  </a:lnTo>
                  <a:lnTo>
                    <a:pt x="0" y="125"/>
                  </a:lnTo>
                  <a:lnTo>
                    <a:pt x="0" y="125"/>
                  </a:lnTo>
                  <a:lnTo>
                    <a:pt x="2" y="127"/>
                  </a:lnTo>
                  <a:lnTo>
                    <a:pt x="8" y="127"/>
                  </a:lnTo>
                  <a:lnTo>
                    <a:pt x="9" y="129"/>
                  </a:lnTo>
                  <a:lnTo>
                    <a:pt x="11" y="127"/>
                  </a:lnTo>
                  <a:lnTo>
                    <a:pt x="11" y="129"/>
                  </a:lnTo>
                  <a:lnTo>
                    <a:pt x="15" y="131"/>
                  </a:lnTo>
                  <a:lnTo>
                    <a:pt x="21" y="133"/>
                  </a:lnTo>
                  <a:lnTo>
                    <a:pt x="27" y="137"/>
                  </a:lnTo>
                  <a:lnTo>
                    <a:pt x="27" y="137"/>
                  </a:lnTo>
                  <a:lnTo>
                    <a:pt x="28" y="139"/>
                  </a:lnTo>
                  <a:lnTo>
                    <a:pt x="32" y="144"/>
                  </a:lnTo>
                  <a:lnTo>
                    <a:pt x="36" y="150"/>
                  </a:lnTo>
                  <a:lnTo>
                    <a:pt x="36" y="152"/>
                  </a:lnTo>
                  <a:lnTo>
                    <a:pt x="36" y="152"/>
                  </a:lnTo>
                  <a:lnTo>
                    <a:pt x="34" y="152"/>
                  </a:lnTo>
                  <a:lnTo>
                    <a:pt x="34" y="152"/>
                  </a:lnTo>
                  <a:lnTo>
                    <a:pt x="32" y="152"/>
                  </a:lnTo>
                  <a:lnTo>
                    <a:pt x="32" y="152"/>
                  </a:lnTo>
                  <a:lnTo>
                    <a:pt x="32" y="152"/>
                  </a:lnTo>
                  <a:lnTo>
                    <a:pt x="32" y="154"/>
                  </a:lnTo>
                  <a:lnTo>
                    <a:pt x="30" y="154"/>
                  </a:lnTo>
                  <a:lnTo>
                    <a:pt x="32" y="156"/>
                  </a:lnTo>
                  <a:lnTo>
                    <a:pt x="34" y="160"/>
                  </a:lnTo>
                  <a:lnTo>
                    <a:pt x="46" y="180"/>
                  </a:lnTo>
                  <a:lnTo>
                    <a:pt x="49" y="196"/>
                  </a:lnTo>
                  <a:lnTo>
                    <a:pt x="51" y="201"/>
                  </a:lnTo>
                  <a:lnTo>
                    <a:pt x="51" y="203"/>
                  </a:lnTo>
                  <a:lnTo>
                    <a:pt x="53" y="205"/>
                  </a:lnTo>
                  <a:lnTo>
                    <a:pt x="55" y="207"/>
                  </a:lnTo>
                  <a:lnTo>
                    <a:pt x="57" y="209"/>
                  </a:lnTo>
                  <a:lnTo>
                    <a:pt x="59" y="209"/>
                  </a:lnTo>
                  <a:lnTo>
                    <a:pt x="59" y="207"/>
                  </a:lnTo>
                  <a:lnTo>
                    <a:pt x="61" y="207"/>
                  </a:lnTo>
                  <a:lnTo>
                    <a:pt x="63" y="209"/>
                  </a:lnTo>
                  <a:lnTo>
                    <a:pt x="63" y="209"/>
                  </a:lnTo>
                  <a:lnTo>
                    <a:pt x="65" y="209"/>
                  </a:lnTo>
                  <a:lnTo>
                    <a:pt x="65" y="209"/>
                  </a:lnTo>
                  <a:lnTo>
                    <a:pt x="65" y="207"/>
                  </a:lnTo>
                  <a:lnTo>
                    <a:pt x="65" y="205"/>
                  </a:lnTo>
                  <a:lnTo>
                    <a:pt x="67" y="205"/>
                  </a:lnTo>
                  <a:lnTo>
                    <a:pt x="67" y="203"/>
                  </a:lnTo>
                  <a:lnTo>
                    <a:pt x="69" y="205"/>
                  </a:lnTo>
                  <a:lnTo>
                    <a:pt x="69" y="203"/>
                  </a:lnTo>
                  <a:lnTo>
                    <a:pt x="69" y="203"/>
                  </a:lnTo>
                  <a:lnTo>
                    <a:pt x="69" y="199"/>
                  </a:lnTo>
                  <a:lnTo>
                    <a:pt x="69" y="198"/>
                  </a:lnTo>
                  <a:lnTo>
                    <a:pt x="70" y="198"/>
                  </a:lnTo>
                  <a:lnTo>
                    <a:pt x="70" y="198"/>
                  </a:lnTo>
                  <a:lnTo>
                    <a:pt x="70" y="196"/>
                  </a:lnTo>
                  <a:lnTo>
                    <a:pt x="72" y="196"/>
                  </a:lnTo>
                  <a:lnTo>
                    <a:pt x="72" y="196"/>
                  </a:lnTo>
                  <a:lnTo>
                    <a:pt x="72" y="198"/>
                  </a:lnTo>
                  <a:lnTo>
                    <a:pt x="76" y="203"/>
                  </a:lnTo>
                  <a:lnTo>
                    <a:pt x="78" y="207"/>
                  </a:lnTo>
                  <a:lnTo>
                    <a:pt x="80" y="209"/>
                  </a:lnTo>
                  <a:lnTo>
                    <a:pt x="80" y="211"/>
                  </a:lnTo>
                  <a:lnTo>
                    <a:pt x="80" y="211"/>
                  </a:lnTo>
                  <a:lnTo>
                    <a:pt x="82" y="209"/>
                  </a:lnTo>
                  <a:lnTo>
                    <a:pt x="82" y="209"/>
                  </a:lnTo>
                  <a:lnTo>
                    <a:pt x="82" y="209"/>
                  </a:lnTo>
                  <a:lnTo>
                    <a:pt x="82" y="209"/>
                  </a:lnTo>
                  <a:lnTo>
                    <a:pt x="84" y="211"/>
                  </a:lnTo>
                  <a:lnTo>
                    <a:pt x="84" y="211"/>
                  </a:lnTo>
                  <a:lnTo>
                    <a:pt x="84" y="211"/>
                  </a:lnTo>
                  <a:lnTo>
                    <a:pt x="84" y="211"/>
                  </a:lnTo>
                  <a:lnTo>
                    <a:pt x="86" y="211"/>
                  </a:lnTo>
                  <a:lnTo>
                    <a:pt x="86" y="211"/>
                  </a:lnTo>
                  <a:lnTo>
                    <a:pt x="86" y="211"/>
                  </a:lnTo>
                  <a:lnTo>
                    <a:pt x="86" y="211"/>
                  </a:lnTo>
                  <a:lnTo>
                    <a:pt x="88" y="211"/>
                  </a:lnTo>
                  <a:lnTo>
                    <a:pt x="88" y="213"/>
                  </a:lnTo>
                  <a:lnTo>
                    <a:pt x="88" y="213"/>
                  </a:lnTo>
                  <a:lnTo>
                    <a:pt x="88" y="215"/>
                  </a:lnTo>
                  <a:lnTo>
                    <a:pt x="89" y="215"/>
                  </a:lnTo>
                  <a:lnTo>
                    <a:pt x="89" y="215"/>
                  </a:lnTo>
                  <a:lnTo>
                    <a:pt x="89" y="215"/>
                  </a:lnTo>
                  <a:lnTo>
                    <a:pt x="89" y="213"/>
                  </a:lnTo>
                  <a:lnTo>
                    <a:pt x="89" y="213"/>
                  </a:lnTo>
                  <a:lnTo>
                    <a:pt x="91" y="213"/>
                  </a:lnTo>
                  <a:lnTo>
                    <a:pt x="91" y="213"/>
                  </a:lnTo>
                  <a:lnTo>
                    <a:pt x="91" y="213"/>
                  </a:lnTo>
                  <a:lnTo>
                    <a:pt x="91" y="213"/>
                  </a:lnTo>
                  <a:lnTo>
                    <a:pt x="93" y="215"/>
                  </a:lnTo>
                  <a:lnTo>
                    <a:pt x="93" y="215"/>
                  </a:lnTo>
                  <a:lnTo>
                    <a:pt x="91" y="217"/>
                  </a:lnTo>
                  <a:lnTo>
                    <a:pt x="91" y="218"/>
                  </a:lnTo>
                  <a:lnTo>
                    <a:pt x="93" y="218"/>
                  </a:lnTo>
                  <a:lnTo>
                    <a:pt x="95" y="217"/>
                  </a:lnTo>
                  <a:lnTo>
                    <a:pt x="95" y="218"/>
                  </a:lnTo>
                  <a:lnTo>
                    <a:pt x="97" y="218"/>
                  </a:lnTo>
                  <a:lnTo>
                    <a:pt x="95" y="220"/>
                  </a:lnTo>
                  <a:lnTo>
                    <a:pt x="95" y="220"/>
                  </a:lnTo>
                  <a:lnTo>
                    <a:pt x="93" y="222"/>
                  </a:lnTo>
                  <a:lnTo>
                    <a:pt x="93" y="222"/>
                  </a:lnTo>
                  <a:lnTo>
                    <a:pt x="93" y="228"/>
                  </a:lnTo>
                  <a:lnTo>
                    <a:pt x="93" y="228"/>
                  </a:lnTo>
                  <a:lnTo>
                    <a:pt x="95" y="230"/>
                  </a:lnTo>
                  <a:lnTo>
                    <a:pt x="95" y="230"/>
                  </a:lnTo>
                  <a:lnTo>
                    <a:pt x="95" y="232"/>
                  </a:lnTo>
                  <a:lnTo>
                    <a:pt x="95" y="234"/>
                  </a:lnTo>
                  <a:lnTo>
                    <a:pt x="95" y="234"/>
                  </a:lnTo>
                  <a:lnTo>
                    <a:pt x="95" y="236"/>
                  </a:lnTo>
                  <a:lnTo>
                    <a:pt x="95" y="236"/>
                  </a:lnTo>
                  <a:lnTo>
                    <a:pt x="95" y="237"/>
                  </a:lnTo>
                  <a:lnTo>
                    <a:pt x="95" y="239"/>
                  </a:lnTo>
                  <a:lnTo>
                    <a:pt x="97" y="239"/>
                  </a:lnTo>
                  <a:lnTo>
                    <a:pt x="99" y="241"/>
                  </a:lnTo>
                  <a:lnTo>
                    <a:pt x="103" y="247"/>
                  </a:lnTo>
                  <a:lnTo>
                    <a:pt x="105" y="249"/>
                  </a:lnTo>
                  <a:lnTo>
                    <a:pt x="109" y="253"/>
                  </a:lnTo>
                  <a:lnTo>
                    <a:pt x="110" y="251"/>
                  </a:lnTo>
                  <a:lnTo>
                    <a:pt x="110" y="251"/>
                  </a:lnTo>
                  <a:lnTo>
                    <a:pt x="112" y="249"/>
                  </a:lnTo>
                  <a:lnTo>
                    <a:pt x="112" y="249"/>
                  </a:lnTo>
                  <a:lnTo>
                    <a:pt x="114" y="249"/>
                  </a:lnTo>
                  <a:lnTo>
                    <a:pt x="114" y="249"/>
                  </a:lnTo>
                  <a:lnTo>
                    <a:pt x="114" y="249"/>
                  </a:lnTo>
                  <a:lnTo>
                    <a:pt x="114" y="251"/>
                  </a:lnTo>
                  <a:lnTo>
                    <a:pt x="116" y="253"/>
                  </a:lnTo>
                  <a:lnTo>
                    <a:pt x="116" y="253"/>
                  </a:lnTo>
                  <a:lnTo>
                    <a:pt x="118" y="253"/>
                  </a:lnTo>
                  <a:lnTo>
                    <a:pt x="120" y="253"/>
                  </a:lnTo>
                  <a:lnTo>
                    <a:pt x="120" y="253"/>
                  </a:lnTo>
                  <a:lnTo>
                    <a:pt x="122" y="253"/>
                  </a:lnTo>
                  <a:lnTo>
                    <a:pt x="124" y="255"/>
                  </a:lnTo>
                  <a:lnTo>
                    <a:pt x="126" y="257"/>
                  </a:lnTo>
                  <a:lnTo>
                    <a:pt x="126" y="257"/>
                  </a:lnTo>
                  <a:lnTo>
                    <a:pt x="126" y="258"/>
                  </a:lnTo>
                  <a:lnTo>
                    <a:pt x="126" y="260"/>
                  </a:lnTo>
                  <a:lnTo>
                    <a:pt x="128" y="262"/>
                  </a:lnTo>
                  <a:lnTo>
                    <a:pt x="128" y="262"/>
                  </a:lnTo>
                  <a:lnTo>
                    <a:pt x="129" y="262"/>
                  </a:lnTo>
                  <a:lnTo>
                    <a:pt x="129" y="262"/>
                  </a:lnTo>
                  <a:lnTo>
                    <a:pt x="129" y="264"/>
                  </a:lnTo>
                  <a:lnTo>
                    <a:pt x="131" y="264"/>
                  </a:lnTo>
                  <a:lnTo>
                    <a:pt x="131" y="266"/>
                  </a:lnTo>
                  <a:lnTo>
                    <a:pt x="131" y="266"/>
                  </a:lnTo>
                  <a:lnTo>
                    <a:pt x="131" y="266"/>
                  </a:lnTo>
                  <a:lnTo>
                    <a:pt x="135" y="268"/>
                  </a:lnTo>
                  <a:lnTo>
                    <a:pt x="139" y="270"/>
                  </a:lnTo>
                  <a:lnTo>
                    <a:pt x="141" y="272"/>
                  </a:lnTo>
                  <a:lnTo>
                    <a:pt x="143" y="274"/>
                  </a:lnTo>
                  <a:lnTo>
                    <a:pt x="145" y="276"/>
                  </a:lnTo>
                  <a:lnTo>
                    <a:pt x="145" y="277"/>
                  </a:lnTo>
                  <a:lnTo>
                    <a:pt x="145" y="277"/>
                  </a:lnTo>
                  <a:lnTo>
                    <a:pt x="145" y="281"/>
                  </a:lnTo>
                  <a:lnTo>
                    <a:pt x="145" y="283"/>
                  </a:lnTo>
                  <a:lnTo>
                    <a:pt x="145" y="285"/>
                  </a:lnTo>
                  <a:lnTo>
                    <a:pt x="143" y="287"/>
                  </a:lnTo>
                  <a:lnTo>
                    <a:pt x="143" y="289"/>
                  </a:lnTo>
                  <a:lnTo>
                    <a:pt x="143" y="291"/>
                  </a:lnTo>
                  <a:lnTo>
                    <a:pt x="145" y="291"/>
                  </a:lnTo>
                  <a:lnTo>
                    <a:pt x="149" y="296"/>
                  </a:lnTo>
                  <a:lnTo>
                    <a:pt x="150" y="296"/>
                  </a:lnTo>
                  <a:lnTo>
                    <a:pt x="150" y="298"/>
                  </a:lnTo>
                  <a:lnTo>
                    <a:pt x="150" y="298"/>
                  </a:lnTo>
                  <a:lnTo>
                    <a:pt x="150" y="298"/>
                  </a:lnTo>
                  <a:lnTo>
                    <a:pt x="152" y="296"/>
                  </a:lnTo>
                  <a:lnTo>
                    <a:pt x="156" y="298"/>
                  </a:lnTo>
                  <a:lnTo>
                    <a:pt x="158" y="300"/>
                  </a:lnTo>
                  <a:lnTo>
                    <a:pt x="158" y="300"/>
                  </a:lnTo>
                  <a:lnTo>
                    <a:pt x="164" y="300"/>
                  </a:lnTo>
                  <a:lnTo>
                    <a:pt x="164" y="300"/>
                  </a:lnTo>
                  <a:lnTo>
                    <a:pt x="164" y="302"/>
                  </a:lnTo>
                  <a:lnTo>
                    <a:pt x="166" y="302"/>
                  </a:lnTo>
                  <a:lnTo>
                    <a:pt x="166" y="304"/>
                  </a:lnTo>
                  <a:lnTo>
                    <a:pt x="168" y="304"/>
                  </a:lnTo>
                  <a:lnTo>
                    <a:pt x="170" y="302"/>
                  </a:lnTo>
                  <a:lnTo>
                    <a:pt x="171" y="300"/>
                  </a:lnTo>
                  <a:lnTo>
                    <a:pt x="173" y="300"/>
                  </a:lnTo>
                  <a:lnTo>
                    <a:pt x="173" y="300"/>
                  </a:lnTo>
                  <a:lnTo>
                    <a:pt x="173" y="302"/>
                  </a:lnTo>
                  <a:lnTo>
                    <a:pt x="171" y="304"/>
                  </a:lnTo>
                  <a:lnTo>
                    <a:pt x="171" y="304"/>
                  </a:lnTo>
                  <a:lnTo>
                    <a:pt x="171" y="304"/>
                  </a:lnTo>
                  <a:lnTo>
                    <a:pt x="173" y="304"/>
                  </a:lnTo>
                  <a:lnTo>
                    <a:pt x="175" y="304"/>
                  </a:lnTo>
                  <a:lnTo>
                    <a:pt x="175" y="304"/>
                  </a:lnTo>
                  <a:lnTo>
                    <a:pt x="177" y="304"/>
                  </a:lnTo>
                  <a:lnTo>
                    <a:pt x="179" y="304"/>
                  </a:lnTo>
                  <a:lnTo>
                    <a:pt x="181" y="306"/>
                  </a:lnTo>
                  <a:lnTo>
                    <a:pt x="185" y="308"/>
                  </a:lnTo>
                  <a:lnTo>
                    <a:pt x="185" y="308"/>
                  </a:lnTo>
                  <a:lnTo>
                    <a:pt x="185" y="308"/>
                  </a:lnTo>
                  <a:lnTo>
                    <a:pt x="183" y="306"/>
                  </a:lnTo>
                  <a:lnTo>
                    <a:pt x="183" y="304"/>
                  </a:lnTo>
                  <a:lnTo>
                    <a:pt x="185" y="304"/>
                  </a:lnTo>
                  <a:lnTo>
                    <a:pt x="187" y="302"/>
                  </a:lnTo>
                  <a:lnTo>
                    <a:pt x="189" y="302"/>
                  </a:lnTo>
                  <a:lnTo>
                    <a:pt x="190" y="302"/>
                  </a:lnTo>
                  <a:lnTo>
                    <a:pt x="192" y="302"/>
                  </a:lnTo>
                  <a:lnTo>
                    <a:pt x="194" y="300"/>
                  </a:lnTo>
                  <a:lnTo>
                    <a:pt x="202" y="296"/>
                  </a:lnTo>
                  <a:lnTo>
                    <a:pt x="204" y="295"/>
                  </a:lnTo>
                  <a:lnTo>
                    <a:pt x="206" y="295"/>
                  </a:lnTo>
                  <a:lnTo>
                    <a:pt x="206" y="293"/>
                  </a:lnTo>
                  <a:lnTo>
                    <a:pt x="206" y="293"/>
                  </a:lnTo>
                  <a:lnTo>
                    <a:pt x="206" y="291"/>
                  </a:lnTo>
                  <a:lnTo>
                    <a:pt x="206" y="291"/>
                  </a:lnTo>
                  <a:lnTo>
                    <a:pt x="206" y="291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02" y="289"/>
                  </a:lnTo>
                  <a:lnTo>
                    <a:pt x="202" y="289"/>
                  </a:lnTo>
                  <a:lnTo>
                    <a:pt x="200" y="285"/>
                  </a:lnTo>
                  <a:lnTo>
                    <a:pt x="200" y="285"/>
                  </a:lnTo>
                  <a:lnTo>
                    <a:pt x="202" y="283"/>
                  </a:lnTo>
                  <a:lnTo>
                    <a:pt x="202" y="283"/>
                  </a:lnTo>
                  <a:lnTo>
                    <a:pt x="202" y="281"/>
                  </a:lnTo>
                  <a:lnTo>
                    <a:pt x="202" y="279"/>
                  </a:lnTo>
                  <a:lnTo>
                    <a:pt x="202" y="277"/>
                  </a:lnTo>
                  <a:lnTo>
                    <a:pt x="200" y="276"/>
                  </a:lnTo>
                  <a:lnTo>
                    <a:pt x="200" y="274"/>
                  </a:lnTo>
                  <a:lnTo>
                    <a:pt x="200" y="272"/>
                  </a:lnTo>
                  <a:lnTo>
                    <a:pt x="198" y="270"/>
                  </a:lnTo>
                  <a:lnTo>
                    <a:pt x="196" y="268"/>
                  </a:lnTo>
                  <a:lnTo>
                    <a:pt x="196" y="266"/>
                  </a:lnTo>
                  <a:lnTo>
                    <a:pt x="196" y="264"/>
                  </a:lnTo>
                  <a:lnTo>
                    <a:pt x="198" y="260"/>
                  </a:lnTo>
                  <a:lnTo>
                    <a:pt x="200" y="257"/>
                  </a:lnTo>
                  <a:lnTo>
                    <a:pt x="200" y="255"/>
                  </a:lnTo>
                  <a:lnTo>
                    <a:pt x="202" y="255"/>
                  </a:lnTo>
                  <a:lnTo>
                    <a:pt x="202" y="255"/>
                  </a:lnTo>
                  <a:lnTo>
                    <a:pt x="202" y="257"/>
                  </a:lnTo>
                  <a:lnTo>
                    <a:pt x="204" y="257"/>
                  </a:lnTo>
                  <a:lnTo>
                    <a:pt x="204" y="253"/>
                  </a:lnTo>
                  <a:lnTo>
                    <a:pt x="204" y="251"/>
                  </a:lnTo>
                  <a:lnTo>
                    <a:pt x="204" y="249"/>
                  </a:lnTo>
                  <a:lnTo>
                    <a:pt x="204" y="249"/>
                  </a:lnTo>
                  <a:lnTo>
                    <a:pt x="202" y="249"/>
                  </a:lnTo>
                  <a:lnTo>
                    <a:pt x="202" y="247"/>
                  </a:lnTo>
                  <a:lnTo>
                    <a:pt x="200" y="245"/>
                  </a:lnTo>
                  <a:lnTo>
                    <a:pt x="200" y="245"/>
                  </a:lnTo>
                  <a:lnTo>
                    <a:pt x="200" y="243"/>
                  </a:lnTo>
                  <a:lnTo>
                    <a:pt x="202" y="243"/>
                  </a:lnTo>
                  <a:lnTo>
                    <a:pt x="202" y="245"/>
                  </a:lnTo>
                  <a:lnTo>
                    <a:pt x="204" y="245"/>
                  </a:lnTo>
                  <a:lnTo>
                    <a:pt x="204" y="243"/>
                  </a:lnTo>
                  <a:lnTo>
                    <a:pt x="206" y="243"/>
                  </a:lnTo>
                  <a:lnTo>
                    <a:pt x="206" y="241"/>
                  </a:lnTo>
                  <a:lnTo>
                    <a:pt x="206" y="241"/>
                  </a:lnTo>
                  <a:lnTo>
                    <a:pt x="204" y="239"/>
                  </a:lnTo>
                  <a:lnTo>
                    <a:pt x="204" y="237"/>
                  </a:lnTo>
                  <a:lnTo>
                    <a:pt x="206" y="237"/>
                  </a:lnTo>
                  <a:lnTo>
                    <a:pt x="211" y="232"/>
                  </a:lnTo>
                  <a:lnTo>
                    <a:pt x="213" y="228"/>
                  </a:lnTo>
                  <a:lnTo>
                    <a:pt x="217" y="224"/>
                  </a:lnTo>
                  <a:lnTo>
                    <a:pt x="217" y="224"/>
                  </a:lnTo>
                  <a:lnTo>
                    <a:pt x="219" y="222"/>
                  </a:lnTo>
                  <a:lnTo>
                    <a:pt x="219" y="222"/>
                  </a:lnTo>
                  <a:lnTo>
                    <a:pt x="225" y="224"/>
                  </a:lnTo>
                  <a:lnTo>
                    <a:pt x="227" y="224"/>
                  </a:lnTo>
                  <a:lnTo>
                    <a:pt x="227" y="224"/>
                  </a:lnTo>
                  <a:lnTo>
                    <a:pt x="230" y="222"/>
                  </a:lnTo>
                  <a:lnTo>
                    <a:pt x="234" y="218"/>
                  </a:lnTo>
                  <a:lnTo>
                    <a:pt x="240" y="215"/>
                  </a:lnTo>
                  <a:lnTo>
                    <a:pt x="246" y="215"/>
                  </a:lnTo>
                  <a:lnTo>
                    <a:pt x="250" y="211"/>
                  </a:lnTo>
                  <a:lnTo>
                    <a:pt x="251" y="211"/>
                  </a:lnTo>
                  <a:lnTo>
                    <a:pt x="251" y="211"/>
                  </a:lnTo>
                  <a:lnTo>
                    <a:pt x="255" y="211"/>
                  </a:lnTo>
                  <a:lnTo>
                    <a:pt x="257" y="211"/>
                  </a:lnTo>
                  <a:lnTo>
                    <a:pt x="259" y="211"/>
                  </a:lnTo>
                  <a:lnTo>
                    <a:pt x="259" y="211"/>
                  </a:lnTo>
                  <a:lnTo>
                    <a:pt x="259" y="213"/>
                  </a:lnTo>
                  <a:lnTo>
                    <a:pt x="261" y="213"/>
                  </a:lnTo>
                  <a:lnTo>
                    <a:pt x="261" y="213"/>
                  </a:lnTo>
                  <a:lnTo>
                    <a:pt x="263" y="213"/>
                  </a:lnTo>
                  <a:lnTo>
                    <a:pt x="263" y="213"/>
                  </a:lnTo>
                  <a:lnTo>
                    <a:pt x="265" y="215"/>
                  </a:lnTo>
                  <a:lnTo>
                    <a:pt x="267" y="217"/>
                  </a:lnTo>
                  <a:lnTo>
                    <a:pt x="269" y="218"/>
                  </a:lnTo>
                  <a:lnTo>
                    <a:pt x="269" y="218"/>
                  </a:lnTo>
                  <a:lnTo>
                    <a:pt x="270" y="218"/>
                  </a:lnTo>
                  <a:lnTo>
                    <a:pt x="272" y="218"/>
                  </a:lnTo>
                  <a:lnTo>
                    <a:pt x="276" y="217"/>
                  </a:lnTo>
                  <a:lnTo>
                    <a:pt x="278" y="217"/>
                  </a:lnTo>
                  <a:lnTo>
                    <a:pt x="280" y="218"/>
                  </a:lnTo>
                  <a:lnTo>
                    <a:pt x="282" y="218"/>
                  </a:lnTo>
                  <a:lnTo>
                    <a:pt x="284" y="218"/>
                  </a:lnTo>
                  <a:lnTo>
                    <a:pt x="284" y="218"/>
                  </a:lnTo>
                  <a:lnTo>
                    <a:pt x="286" y="218"/>
                  </a:lnTo>
                  <a:lnTo>
                    <a:pt x="290" y="218"/>
                  </a:lnTo>
                  <a:lnTo>
                    <a:pt x="293" y="220"/>
                  </a:lnTo>
                  <a:lnTo>
                    <a:pt x="295" y="220"/>
                  </a:lnTo>
                  <a:lnTo>
                    <a:pt x="297" y="220"/>
                  </a:lnTo>
                  <a:lnTo>
                    <a:pt x="297" y="220"/>
                  </a:lnTo>
                  <a:lnTo>
                    <a:pt x="299" y="224"/>
                  </a:lnTo>
                  <a:lnTo>
                    <a:pt x="301" y="226"/>
                  </a:lnTo>
                  <a:lnTo>
                    <a:pt x="301" y="228"/>
                  </a:lnTo>
                  <a:lnTo>
                    <a:pt x="303" y="228"/>
                  </a:lnTo>
                  <a:lnTo>
                    <a:pt x="309" y="230"/>
                  </a:lnTo>
                  <a:lnTo>
                    <a:pt x="311" y="230"/>
                  </a:lnTo>
                  <a:lnTo>
                    <a:pt x="312" y="228"/>
                  </a:lnTo>
                  <a:lnTo>
                    <a:pt x="314" y="228"/>
                  </a:lnTo>
                  <a:lnTo>
                    <a:pt x="314" y="226"/>
                  </a:lnTo>
                  <a:lnTo>
                    <a:pt x="314" y="224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50" name="Freeform 53">
              <a:extLst>
                <a:ext uri="{FF2B5EF4-FFF2-40B4-BE49-F238E27FC236}">
                  <a16:creationId xmlns:a16="http://schemas.microsoft.com/office/drawing/2014/main" id="{99B1B3E0-3E63-1028-AB60-444B07512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150" y="1624013"/>
              <a:ext cx="498475" cy="488950"/>
            </a:xfrm>
            <a:custGeom>
              <a:avLst/>
              <a:gdLst>
                <a:gd name="T0" fmla="*/ 301 w 314"/>
                <a:gd name="T1" fmla="*/ 211 h 308"/>
                <a:gd name="T2" fmla="*/ 293 w 314"/>
                <a:gd name="T3" fmla="*/ 198 h 308"/>
                <a:gd name="T4" fmla="*/ 293 w 314"/>
                <a:gd name="T5" fmla="*/ 171 h 308"/>
                <a:gd name="T6" fmla="*/ 288 w 314"/>
                <a:gd name="T7" fmla="*/ 163 h 308"/>
                <a:gd name="T8" fmla="*/ 291 w 314"/>
                <a:gd name="T9" fmla="*/ 139 h 308"/>
                <a:gd name="T10" fmla="*/ 267 w 314"/>
                <a:gd name="T11" fmla="*/ 110 h 308"/>
                <a:gd name="T12" fmla="*/ 263 w 314"/>
                <a:gd name="T13" fmla="*/ 91 h 308"/>
                <a:gd name="T14" fmla="*/ 251 w 314"/>
                <a:gd name="T15" fmla="*/ 83 h 308"/>
                <a:gd name="T16" fmla="*/ 251 w 314"/>
                <a:gd name="T17" fmla="*/ 70 h 308"/>
                <a:gd name="T18" fmla="*/ 259 w 314"/>
                <a:gd name="T19" fmla="*/ 57 h 308"/>
                <a:gd name="T20" fmla="*/ 253 w 314"/>
                <a:gd name="T21" fmla="*/ 51 h 308"/>
                <a:gd name="T22" fmla="*/ 246 w 314"/>
                <a:gd name="T23" fmla="*/ 59 h 308"/>
                <a:gd name="T24" fmla="*/ 232 w 314"/>
                <a:gd name="T25" fmla="*/ 63 h 308"/>
                <a:gd name="T26" fmla="*/ 223 w 314"/>
                <a:gd name="T27" fmla="*/ 64 h 308"/>
                <a:gd name="T28" fmla="*/ 213 w 314"/>
                <a:gd name="T29" fmla="*/ 45 h 308"/>
                <a:gd name="T30" fmla="*/ 194 w 314"/>
                <a:gd name="T31" fmla="*/ 24 h 308"/>
                <a:gd name="T32" fmla="*/ 185 w 314"/>
                <a:gd name="T33" fmla="*/ 32 h 308"/>
                <a:gd name="T34" fmla="*/ 166 w 314"/>
                <a:gd name="T35" fmla="*/ 38 h 308"/>
                <a:gd name="T36" fmla="*/ 126 w 314"/>
                <a:gd name="T37" fmla="*/ 21 h 308"/>
                <a:gd name="T38" fmla="*/ 95 w 314"/>
                <a:gd name="T39" fmla="*/ 4 h 308"/>
                <a:gd name="T40" fmla="*/ 65 w 314"/>
                <a:gd name="T41" fmla="*/ 11 h 308"/>
                <a:gd name="T42" fmla="*/ 46 w 314"/>
                <a:gd name="T43" fmla="*/ 26 h 308"/>
                <a:gd name="T44" fmla="*/ 28 w 314"/>
                <a:gd name="T45" fmla="*/ 32 h 308"/>
                <a:gd name="T46" fmla="*/ 21 w 314"/>
                <a:gd name="T47" fmla="*/ 38 h 308"/>
                <a:gd name="T48" fmla="*/ 30 w 314"/>
                <a:gd name="T49" fmla="*/ 51 h 308"/>
                <a:gd name="T50" fmla="*/ 30 w 314"/>
                <a:gd name="T51" fmla="*/ 66 h 308"/>
                <a:gd name="T52" fmla="*/ 27 w 314"/>
                <a:gd name="T53" fmla="*/ 80 h 308"/>
                <a:gd name="T54" fmla="*/ 11 w 314"/>
                <a:gd name="T55" fmla="*/ 104 h 308"/>
                <a:gd name="T56" fmla="*/ 4 w 314"/>
                <a:gd name="T57" fmla="*/ 114 h 308"/>
                <a:gd name="T58" fmla="*/ 6 w 314"/>
                <a:gd name="T59" fmla="*/ 116 h 308"/>
                <a:gd name="T60" fmla="*/ 11 w 314"/>
                <a:gd name="T61" fmla="*/ 127 h 308"/>
                <a:gd name="T62" fmla="*/ 36 w 314"/>
                <a:gd name="T63" fmla="*/ 152 h 308"/>
                <a:gd name="T64" fmla="*/ 32 w 314"/>
                <a:gd name="T65" fmla="*/ 156 h 308"/>
                <a:gd name="T66" fmla="*/ 59 w 314"/>
                <a:gd name="T67" fmla="*/ 209 h 308"/>
                <a:gd name="T68" fmla="*/ 67 w 314"/>
                <a:gd name="T69" fmla="*/ 205 h 308"/>
                <a:gd name="T70" fmla="*/ 70 w 314"/>
                <a:gd name="T71" fmla="*/ 196 h 308"/>
                <a:gd name="T72" fmla="*/ 82 w 314"/>
                <a:gd name="T73" fmla="*/ 209 h 308"/>
                <a:gd name="T74" fmla="*/ 86 w 314"/>
                <a:gd name="T75" fmla="*/ 211 h 308"/>
                <a:gd name="T76" fmla="*/ 89 w 314"/>
                <a:gd name="T77" fmla="*/ 215 h 308"/>
                <a:gd name="T78" fmla="*/ 91 w 314"/>
                <a:gd name="T79" fmla="*/ 217 h 308"/>
                <a:gd name="T80" fmla="*/ 93 w 314"/>
                <a:gd name="T81" fmla="*/ 222 h 308"/>
                <a:gd name="T82" fmla="*/ 95 w 314"/>
                <a:gd name="T83" fmla="*/ 236 h 308"/>
                <a:gd name="T84" fmla="*/ 110 w 314"/>
                <a:gd name="T85" fmla="*/ 251 h 308"/>
                <a:gd name="T86" fmla="*/ 118 w 314"/>
                <a:gd name="T87" fmla="*/ 253 h 308"/>
                <a:gd name="T88" fmla="*/ 128 w 314"/>
                <a:gd name="T89" fmla="*/ 262 h 308"/>
                <a:gd name="T90" fmla="*/ 135 w 314"/>
                <a:gd name="T91" fmla="*/ 268 h 308"/>
                <a:gd name="T92" fmla="*/ 145 w 314"/>
                <a:gd name="T93" fmla="*/ 285 h 308"/>
                <a:gd name="T94" fmla="*/ 150 w 314"/>
                <a:gd name="T95" fmla="*/ 298 h 308"/>
                <a:gd name="T96" fmla="*/ 166 w 314"/>
                <a:gd name="T97" fmla="*/ 304 h 308"/>
                <a:gd name="T98" fmla="*/ 171 w 314"/>
                <a:gd name="T99" fmla="*/ 304 h 308"/>
                <a:gd name="T100" fmla="*/ 185 w 314"/>
                <a:gd name="T101" fmla="*/ 308 h 308"/>
                <a:gd name="T102" fmla="*/ 202 w 314"/>
                <a:gd name="T103" fmla="*/ 296 h 308"/>
                <a:gd name="T104" fmla="*/ 204 w 314"/>
                <a:gd name="T105" fmla="*/ 291 h 308"/>
                <a:gd name="T106" fmla="*/ 202 w 314"/>
                <a:gd name="T107" fmla="*/ 277 h 308"/>
                <a:gd name="T108" fmla="*/ 200 w 314"/>
                <a:gd name="T109" fmla="*/ 257 h 308"/>
                <a:gd name="T110" fmla="*/ 204 w 314"/>
                <a:gd name="T111" fmla="*/ 249 h 308"/>
                <a:gd name="T112" fmla="*/ 204 w 314"/>
                <a:gd name="T113" fmla="*/ 243 h 308"/>
                <a:gd name="T114" fmla="*/ 217 w 314"/>
                <a:gd name="T115" fmla="*/ 224 h 308"/>
                <a:gd name="T116" fmla="*/ 240 w 314"/>
                <a:gd name="T117" fmla="*/ 215 h 308"/>
                <a:gd name="T118" fmla="*/ 259 w 314"/>
                <a:gd name="T119" fmla="*/ 213 h 308"/>
                <a:gd name="T120" fmla="*/ 270 w 314"/>
                <a:gd name="T121" fmla="*/ 218 h 308"/>
                <a:gd name="T122" fmla="*/ 290 w 314"/>
                <a:gd name="T123" fmla="*/ 218 h 308"/>
                <a:gd name="T124" fmla="*/ 309 w 314"/>
                <a:gd name="T125" fmla="*/ 23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4" h="308">
                  <a:moveTo>
                    <a:pt x="314" y="224"/>
                  </a:moveTo>
                  <a:lnTo>
                    <a:pt x="312" y="220"/>
                  </a:lnTo>
                  <a:lnTo>
                    <a:pt x="311" y="217"/>
                  </a:lnTo>
                  <a:lnTo>
                    <a:pt x="307" y="213"/>
                  </a:lnTo>
                  <a:lnTo>
                    <a:pt x="307" y="213"/>
                  </a:lnTo>
                  <a:lnTo>
                    <a:pt x="305" y="209"/>
                  </a:lnTo>
                  <a:lnTo>
                    <a:pt x="305" y="211"/>
                  </a:lnTo>
                  <a:lnTo>
                    <a:pt x="303" y="211"/>
                  </a:lnTo>
                  <a:lnTo>
                    <a:pt x="301" y="211"/>
                  </a:lnTo>
                  <a:lnTo>
                    <a:pt x="299" y="211"/>
                  </a:lnTo>
                  <a:lnTo>
                    <a:pt x="297" y="211"/>
                  </a:lnTo>
                  <a:lnTo>
                    <a:pt x="295" y="211"/>
                  </a:lnTo>
                  <a:lnTo>
                    <a:pt x="293" y="209"/>
                  </a:lnTo>
                  <a:lnTo>
                    <a:pt x="291" y="209"/>
                  </a:lnTo>
                  <a:lnTo>
                    <a:pt x="291" y="207"/>
                  </a:lnTo>
                  <a:lnTo>
                    <a:pt x="291" y="205"/>
                  </a:lnTo>
                  <a:lnTo>
                    <a:pt x="291" y="201"/>
                  </a:lnTo>
                  <a:lnTo>
                    <a:pt x="293" y="198"/>
                  </a:lnTo>
                  <a:lnTo>
                    <a:pt x="293" y="194"/>
                  </a:lnTo>
                  <a:lnTo>
                    <a:pt x="291" y="192"/>
                  </a:lnTo>
                  <a:lnTo>
                    <a:pt x="288" y="190"/>
                  </a:lnTo>
                  <a:lnTo>
                    <a:pt x="288" y="186"/>
                  </a:lnTo>
                  <a:lnTo>
                    <a:pt x="297" y="180"/>
                  </a:lnTo>
                  <a:lnTo>
                    <a:pt x="299" y="179"/>
                  </a:lnTo>
                  <a:lnTo>
                    <a:pt x="299" y="177"/>
                  </a:lnTo>
                  <a:lnTo>
                    <a:pt x="297" y="173"/>
                  </a:lnTo>
                  <a:lnTo>
                    <a:pt x="293" y="171"/>
                  </a:lnTo>
                  <a:lnTo>
                    <a:pt x="291" y="171"/>
                  </a:lnTo>
                  <a:lnTo>
                    <a:pt x="291" y="169"/>
                  </a:lnTo>
                  <a:lnTo>
                    <a:pt x="290" y="169"/>
                  </a:lnTo>
                  <a:lnTo>
                    <a:pt x="290" y="169"/>
                  </a:lnTo>
                  <a:lnTo>
                    <a:pt x="290" y="167"/>
                  </a:lnTo>
                  <a:lnTo>
                    <a:pt x="288" y="165"/>
                  </a:lnTo>
                  <a:lnTo>
                    <a:pt x="288" y="165"/>
                  </a:lnTo>
                  <a:lnTo>
                    <a:pt x="288" y="163"/>
                  </a:lnTo>
                  <a:lnTo>
                    <a:pt x="288" y="163"/>
                  </a:lnTo>
                  <a:lnTo>
                    <a:pt x="288" y="161"/>
                  </a:lnTo>
                  <a:lnTo>
                    <a:pt x="286" y="160"/>
                  </a:lnTo>
                  <a:lnTo>
                    <a:pt x="286" y="158"/>
                  </a:lnTo>
                  <a:lnTo>
                    <a:pt x="288" y="154"/>
                  </a:lnTo>
                  <a:lnTo>
                    <a:pt x="288" y="152"/>
                  </a:lnTo>
                  <a:lnTo>
                    <a:pt x="290" y="146"/>
                  </a:lnTo>
                  <a:lnTo>
                    <a:pt x="290" y="144"/>
                  </a:lnTo>
                  <a:lnTo>
                    <a:pt x="291" y="140"/>
                  </a:lnTo>
                  <a:lnTo>
                    <a:pt x="291" y="139"/>
                  </a:lnTo>
                  <a:lnTo>
                    <a:pt x="291" y="135"/>
                  </a:lnTo>
                  <a:lnTo>
                    <a:pt x="290" y="135"/>
                  </a:lnTo>
                  <a:lnTo>
                    <a:pt x="286" y="133"/>
                  </a:lnTo>
                  <a:lnTo>
                    <a:pt x="284" y="129"/>
                  </a:lnTo>
                  <a:lnTo>
                    <a:pt x="274" y="118"/>
                  </a:lnTo>
                  <a:lnTo>
                    <a:pt x="272" y="114"/>
                  </a:lnTo>
                  <a:lnTo>
                    <a:pt x="270" y="112"/>
                  </a:lnTo>
                  <a:lnTo>
                    <a:pt x="267" y="110"/>
                  </a:lnTo>
                  <a:lnTo>
                    <a:pt x="267" y="110"/>
                  </a:lnTo>
                  <a:lnTo>
                    <a:pt x="267" y="110"/>
                  </a:lnTo>
                  <a:lnTo>
                    <a:pt x="265" y="108"/>
                  </a:lnTo>
                  <a:lnTo>
                    <a:pt x="265" y="108"/>
                  </a:lnTo>
                  <a:lnTo>
                    <a:pt x="267" y="106"/>
                  </a:lnTo>
                  <a:lnTo>
                    <a:pt x="267" y="102"/>
                  </a:lnTo>
                  <a:lnTo>
                    <a:pt x="263" y="93"/>
                  </a:lnTo>
                  <a:lnTo>
                    <a:pt x="263" y="93"/>
                  </a:lnTo>
                  <a:lnTo>
                    <a:pt x="263" y="93"/>
                  </a:lnTo>
                  <a:lnTo>
                    <a:pt x="263" y="91"/>
                  </a:lnTo>
                  <a:lnTo>
                    <a:pt x="265" y="89"/>
                  </a:lnTo>
                  <a:lnTo>
                    <a:pt x="265" y="89"/>
                  </a:lnTo>
                  <a:lnTo>
                    <a:pt x="265" y="89"/>
                  </a:lnTo>
                  <a:lnTo>
                    <a:pt x="265" y="87"/>
                  </a:lnTo>
                  <a:lnTo>
                    <a:pt x="261" y="82"/>
                  </a:lnTo>
                  <a:lnTo>
                    <a:pt x="259" y="76"/>
                  </a:lnTo>
                  <a:lnTo>
                    <a:pt x="257" y="78"/>
                  </a:lnTo>
                  <a:lnTo>
                    <a:pt x="251" y="83"/>
                  </a:lnTo>
                  <a:lnTo>
                    <a:pt x="251" y="83"/>
                  </a:lnTo>
                  <a:lnTo>
                    <a:pt x="250" y="82"/>
                  </a:lnTo>
                  <a:lnTo>
                    <a:pt x="250" y="82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50" y="76"/>
                  </a:lnTo>
                  <a:lnTo>
                    <a:pt x="250" y="74"/>
                  </a:lnTo>
                  <a:lnTo>
                    <a:pt x="250" y="72"/>
                  </a:lnTo>
                  <a:lnTo>
                    <a:pt x="251" y="70"/>
                  </a:lnTo>
                  <a:lnTo>
                    <a:pt x="251" y="68"/>
                  </a:lnTo>
                  <a:lnTo>
                    <a:pt x="251" y="68"/>
                  </a:lnTo>
                  <a:lnTo>
                    <a:pt x="253" y="66"/>
                  </a:lnTo>
                  <a:lnTo>
                    <a:pt x="257" y="64"/>
                  </a:lnTo>
                  <a:lnTo>
                    <a:pt x="257" y="64"/>
                  </a:lnTo>
                  <a:lnTo>
                    <a:pt x="257" y="63"/>
                  </a:lnTo>
                  <a:lnTo>
                    <a:pt x="257" y="63"/>
                  </a:lnTo>
                  <a:lnTo>
                    <a:pt x="259" y="61"/>
                  </a:lnTo>
                  <a:lnTo>
                    <a:pt x="259" y="57"/>
                  </a:lnTo>
                  <a:lnTo>
                    <a:pt x="259" y="57"/>
                  </a:lnTo>
                  <a:lnTo>
                    <a:pt x="259" y="55"/>
                  </a:lnTo>
                  <a:lnTo>
                    <a:pt x="257" y="51"/>
                  </a:lnTo>
                  <a:lnTo>
                    <a:pt x="257" y="51"/>
                  </a:lnTo>
                  <a:lnTo>
                    <a:pt x="257" y="51"/>
                  </a:lnTo>
                  <a:lnTo>
                    <a:pt x="257" y="51"/>
                  </a:lnTo>
                  <a:lnTo>
                    <a:pt x="255" y="49"/>
                  </a:lnTo>
                  <a:lnTo>
                    <a:pt x="253" y="51"/>
                  </a:lnTo>
                  <a:lnTo>
                    <a:pt x="253" y="51"/>
                  </a:lnTo>
                  <a:lnTo>
                    <a:pt x="253" y="51"/>
                  </a:lnTo>
                  <a:lnTo>
                    <a:pt x="251" y="51"/>
                  </a:lnTo>
                  <a:lnTo>
                    <a:pt x="253" y="53"/>
                  </a:lnTo>
                  <a:lnTo>
                    <a:pt x="251" y="53"/>
                  </a:lnTo>
                  <a:lnTo>
                    <a:pt x="251" y="55"/>
                  </a:lnTo>
                  <a:lnTo>
                    <a:pt x="250" y="55"/>
                  </a:lnTo>
                  <a:lnTo>
                    <a:pt x="248" y="57"/>
                  </a:lnTo>
                  <a:lnTo>
                    <a:pt x="246" y="59"/>
                  </a:lnTo>
                  <a:lnTo>
                    <a:pt x="246" y="59"/>
                  </a:lnTo>
                  <a:lnTo>
                    <a:pt x="244" y="59"/>
                  </a:lnTo>
                  <a:lnTo>
                    <a:pt x="242" y="59"/>
                  </a:lnTo>
                  <a:lnTo>
                    <a:pt x="240" y="59"/>
                  </a:lnTo>
                  <a:lnTo>
                    <a:pt x="240" y="59"/>
                  </a:lnTo>
                  <a:lnTo>
                    <a:pt x="238" y="61"/>
                  </a:lnTo>
                  <a:lnTo>
                    <a:pt x="236" y="61"/>
                  </a:lnTo>
                  <a:lnTo>
                    <a:pt x="234" y="61"/>
                  </a:lnTo>
                  <a:lnTo>
                    <a:pt x="232" y="63"/>
                  </a:lnTo>
                  <a:lnTo>
                    <a:pt x="232" y="63"/>
                  </a:lnTo>
                  <a:lnTo>
                    <a:pt x="232" y="63"/>
                  </a:lnTo>
                  <a:lnTo>
                    <a:pt x="230" y="64"/>
                  </a:lnTo>
                  <a:lnTo>
                    <a:pt x="230" y="64"/>
                  </a:lnTo>
                  <a:lnTo>
                    <a:pt x="230" y="64"/>
                  </a:lnTo>
                  <a:lnTo>
                    <a:pt x="229" y="66"/>
                  </a:lnTo>
                  <a:lnTo>
                    <a:pt x="227" y="68"/>
                  </a:lnTo>
                  <a:lnTo>
                    <a:pt x="225" y="68"/>
                  </a:lnTo>
                  <a:lnTo>
                    <a:pt x="223" y="66"/>
                  </a:lnTo>
                  <a:lnTo>
                    <a:pt x="223" y="64"/>
                  </a:lnTo>
                  <a:lnTo>
                    <a:pt x="221" y="63"/>
                  </a:lnTo>
                  <a:lnTo>
                    <a:pt x="221" y="63"/>
                  </a:lnTo>
                  <a:lnTo>
                    <a:pt x="219" y="59"/>
                  </a:lnTo>
                  <a:lnTo>
                    <a:pt x="217" y="59"/>
                  </a:lnTo>
                  <a:lnTo>
                    <a:pt x="217" y="57"/>
                  </a:lnTo>
                  <a:lnTo>
                    <a:pt x="217" y="51"/>
                  </a:lnTo>
                  <a:lnTo>
                    <a:pt x="215" y="49"/>
                  </a:lnTo>
                  <a:lnTo>
                    <a:pt x="215" y="47"/>
                  </a:lnTo>
                  <a:lnTo>
                    <a:pt x="213" y="45"/>
                  </a:lnTo>
                  <a:lnTo>
                    <a:pt x="210" y="38"/>
                  </a:lnTo>
                  <a:lnTo>
                    <a:pt x="208" y="34"/>
                  </a:lnTo>
                  <a:lnTo>
                    <a:pt x="202" y="28"/>
                  </a:lnTo>
                  <a:lnTo>
                    <a:pt x="200" y="26"/>
                  </a:lnTo>
                  <a:lnTo>
                    <a:pt x="198" y="24"/>
                  </a:lnTo>
                  <a:lnTo>
                    <a:pt x="198" y="23"/>
                  </a:lnTo>
                  <a:lnTo>
                    <a:pt x="196" y="23"/>
                  </a:lnTo>
                  <a:lnTo>
                    <a:pt x="196" y="23"/>
                  </a:lnTo>
                  <a:lnTo>
                    <a:pt x="194" y="24"/>
                  </a:lnTo>
                  <a:lnTo>
                    <a:pt x="192" y="24"/>
                  </a:lnTo>
                  <a:lnTo>
                    <a:pt x="192" y="24"/>
                  </a:lnTo>
                  <a:lnTo>
                    <a:pt x="192" y="26"/>
                  </a:lnTo>
                  <a:lnTo>
                    <a:pt x="190" y="26"/>
                  </a:lnTo>
                  <a:lnTo>
                    <a:pt x="190" y="28"/>
                  </a:lnTo>
                  <a:lnTo>
                    <a:pt x="189" y="28"/>
                  </a:lnTo>
                  <a:lnTo>
                    <a:pt x="189" y="28"/>
                  </a:lnTo>
                  <a:lnTo>
                    <a:pt x="187" y="28"/>
                  </a:lnTo>
                  <a:lnTo>
                    <a:pt x="185" y="32"/>
                  </a:lnTo>
                  <a:lnTo>
                    <a:pt x="183" y="32"/>
                  </a:lnTo>
                  <a:lnTo>
                    <a:pt x="183" y="34"/>
                  </a:lnTo>
                  <a:lnTo>
                    <a:pt x="181" y="34"/>
                  </a:lnTo>
                  <a:lnTo>
                    <a:pt x="177" y="34"/>
                  </a:lnTo>
                  <a:lnTo>
                    <a:pt x="175" y="36"/>
                  </a:lnTo>
                  <a:lnTo>
                    <a:pt x="171" y="36"/>
                  </a:lnTo>
                  <a:lnTo>
                    <a:pt x="168" y="36"/>
                  </a:lnTo>
                  <a:lnTo>
                    <a:pt x="168" y="38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66" y="40"/>
                  </a:lnTo>
                  <a:lnTo>
                    <a:pt x="164" y="40"/>
                  </a:lnTo>
                  <a:lnTo>
                    <a:pt x="150" y="36"/>
                  </a:lnTo>
                  <a:lnTo>
                    <a:pt x="143" y="32"/>
                  </a:lnTo>
                  <a:lnTo>
                    <a:pt x="139" y="30"/>
                  </a:lnTo>
                  <a:lnTo>
                    <a:pt x="131" y="24"/>
                  </a:lnTo>
                  <a:lnTo>
                    <a:pt x="128" y="23"/>
                  </a:lnTo>
                  <a:lnTo>
                    <a:pt x="126" y="21"/>
                  </a:lnTo>
                  <a:lnTo>
                    <a:pt x="124" y="19"/>
                  </a:lnTo>
                  <a:lnTo>
                    <a:pt x="122" y="17"/>
                  </a:lnTo>
                  <a:lnTo>
                    <a:pt x="116" y="11"/>
                  </a:lnTo>
                  <a:lnTo>
                    <a:pt x="114" y="11"/>
                  </a:lnTo>
                  <a:lnTo>
                    <a:pt x="110" y="4"/>
                  </a:lnTo>
                  <a:lnTo>
                    <a:pt x="109" y="4"/>
                  </a:lnTo>
                  <a:lnTo>
                    <a:pt x="107" y="4"/>
                  </a:lnTo>
                  <a:lnTo>
                    <a:pt x="97" y="4"/>
                  </a:lnTo>
                  <a:lnTo>
                    <a:pt x="95" y="4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86" y="2"/>
                  </a:lnTo>
                  <a:lnTo>
                    <a:pt x="74" y="4"/>
                  </a:lnTo>
                  <a:lnTo>
                    <a:pt x="70" y="5"/>
                  </a:lnTo>
                  <a:lnTo>
                    <a:pt x="67" y="9"/>
                  </a:lnTo>
                  <a:lnTo>
                    <a:pt x="65" y="9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63" y="13"/>
                  </a:lnTo>
                  <a:lnTo>
                    <a:pt x="63" y="15"/>
                  </a:lnTo>
                  <a:lnTo>
                    <a:pt x="61" y="17"/>
                  </a:lnTo>
                  <a:lnTo>
                    <a:pt x="59" y="19"/>
                  </a:lnTo>
                  <a:lnTo>
                    <a:pt x="57" y="21"/>
                  </a:lnTo>
                  <a:lnTo>
                    <a:pt x="53" y="21"/>
                  </a:lnTo>
                  <a:lnTo>
                    <a:pt x="48" y="23"/>
                  </a:lnTo>
                  <a:lnTo>
                    <a:pt x="46" y="24"/>
                  </a:lnTo>
                  <a:lnTo>
                    <a:pt x="46" y="26"/>
                  </a:lnTo>
                  <a:lnTo>
                    <a:pt x="44" y="28"/>
                  </a:lnTo>
                  <a:lnTo>
                    <a:pt x="36" y="34"/>
                  </a:lnTo>
                  <a:lnTo>
                    <a:pt x="34" y="36"/>
                  </a:lnTo>
                  <a:lnTo>
                    <a:pt x="34" y="36"/>
                  </a:lnTo>
                  <a:lnTo>
                    <a:pt x="32" y="36"/>
                  </a:lnTo>
                  <a:lnTo>
                    <a:pt x="30" y="34"/>
                  </a:lnTo>
                  <a:lnTo>
                    <a:pt x="30" y="32"/>
                  </a:lnTo>
                  <a:lnTo>
                    <a:pt x="30" y="32"/>
                  </a:lnTo>
                  <a:lnTo>
                    <a:pt x="28" y="32"/>
                  </a:lnTo>
                  <a:lnTo>
                    <a:pt x="27" y="32"/>
                  </a:lnTo>
                  <a:lnTo>
                    <a:pt x="25" y="30"/>
                  </a:lnTo>
                  <a:lnTo>
                    <a:pt x="25" y="30"/>
                  </a:lnTo>
                  <a:lnTo>
                    <a:pt x="23" y="32"/>
                  </a:lnTo>
                  <a:lnTo>
                    <a:pt x="21" y="32"/>
                  </a:lnTo>
                  <a:lnTo>
                    <a:pt x="21" y="34"/>
                  </a:lnTo>
                  <a:lnTo>
                    <a:pt x="21" y="34"/>
                  </a:lnTo>
                  <a:lnTo>
                    <a:pt x="21" y="36"/>
                  </a:lnTo>
                  <a:lnTo>
                    <a:pt x="21" y="38"/>
                  </a:lnTo>
                  <a:lnTo>
                    <a:pt x="23" y="40"/>
                  </a:lnTo>
                  <a:lnTo>
                    <a:pt x="25" y="42"/>
                  </a:lnTo>
                  <a:lnTo>
                    <a:pt x="27" y="43"/>
                  </a:lnTo>
                  <a:lnTo>
                    <a:pt x="27" y="45"/>
                  </a:lnTo>
                  <a:lnTo>
                    <a:pt x="28" y="45"/>
                  </a:lnTo>
                  <a:lnTo>
                    <a:pt x="28" y="47"/>
                  </a:lnTo>
                  <a:lnTo>
                    <a:pt x="30" y="49"/>
                  </a:lnTo>
                  <a:lnTo>
                    <a:pt x="30" y="49"/>
                  </a:lnTo>
                  <a:lnTo>
                    <a:pt x="30" y="51"/>
                  </a:lnTo>
                  <a:lnTo>
                    <a:pt x="30" y="51"/>
                  </a:lnTo>
                  <a:lnTo>
                    <a:pt x="30" y="53"/>
                  </a:lnTo>
                  <a:lnTo>
                    <a:pt x="30" y="57"/>
                  </a:lnTo>
                  <a:lnTo>
                    <a:pt x="30" y="59"/>
                  </a:lnTo>
                  <a:lnTo>
                    <a:pt x="32" y="63"/>
                  </a:lnTo>
                  <a:lnTo>
                    <a:pt x="32" y="64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30" y="68"/>
                  </a:lnTo>
                  <a:lnTo>
                    <a:pt x="28" y="68"/>
                  </a:lnTo>
                  <a:lnTo>
                    <a:pt x="27" y="72"/>
                  </a:lnTo>
                  <a:lnTo>
                    <a:pt x="27" y="74"/>
                  </a:lnTo>
                  <a:lnTo>
                    <a:pt x="25" y="76"/>
                  </a:lnTo>
                  <a:lnTo>
                    <a:pt x="25" y="78"/>
                  </a:lnTo>
                  <a:lnTo>
                    <a:pt x="25" y="78"/>
                  </a:lnTo>
                  <a:lnTo>
                    <a:pt x="27" y="80"/>
                  </a:lnTo>
                  <a:lnTo>
                    <a:pt x="27" y="80"/>
                  </a:lnTo>
                  <a:lnTo>
                    <a:pt x="30" y="87"/>
                  </a:lnTo>
                  <a:lnTo>
                    <a:pt x="30" y="87"/>
                  </a:lnTo>
                  <a:lnTo>
                    <a:pt x="30" y="89"/>
                  </a:lnTo>
                  <a:lnTo>
                    <a:pt x="30" y="89"/>
                  </a:lnTo>
                  <a:lnTo>
                    <a:pt x="25" y="91"/>
                  </a:lnTo>
                  <a:lnTo>
                    <a:pt x="19" y="97"/>
                  </a:lnTo>
                  <a:lnTo>
                    <a:pt x="15" y="101"/>
                  </a:lnTo>
                  <a:lnTo>
                    <a:pt x="13" y="102"/>
                  </a:lnTo>
                  <a:lnTo>
                    <a:pt x="11" y="104"/>
                  </a:lnTo>
                  <a:lnTo>
                    <a:pt x="9" y="104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2" y="108"/>
                  </a:lnTo>
                  <a:lnTo>
                    <a:pt x="2" y="110"/>
                  </a:lnTo>
                  <a:lnTo>
                    <a:pt x="2" y="112"/>
                  </a:lnTo>
                  <a:lnTo>
                    <a:pt x="4" y="112"/>
                  </a:lnTo>
                  <a:lnTo>
                    <a:pt x="4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8" y="112"/>
                  </a:lnTo>
                  <a:lnTo>
                    <a:pt x="8" y="112"/>
                  </a:lnTo>
                  <a:lnTo>
                    <a:pt x="8" y="114"/>
                  </a:lnTo>
                  <a:lnTo>
                    <a:pt x="8" y="116"/>
                  </a:lnTo>
                  <a:lnTo>
                    <a:pt x="6" y="116"/>
                  </a:lnTo>
                  <a:lnTo>
                    <a:pt x="6" y="118"/>
                  </a:lnTo>
                  <a:lnTo>
                    <a:pt x="0" y="123"/>
                  </a:lnTo>
                  <a:lnTo>
                    <a:pt x="0" y="125"/>
                  </a:lnTo>
                  <a:lnTo>
                    <a:pt x="0" y="125"/>
                  </a:lnTo>
                  <a:lnTo>
                    <a:pt x="0" y="125"/>
                  </a:lnTo>
                  <a:lnTo>
                    <a:pt x="2" y="127"/>
                  </a:lnTo>
                  <a:lnTo>
                    <a:pt x="8" y="127"/>
                  </a:lnTo>
                  <a:lnTo>
                    <a:pt x="9" y="129"/>
                  </a:lnTo>
                  <a:lnTo>
                    <a:pt x="11" y="127"/>
                  </a:lnTo>
                  <a:lnTo>
                    <a:pt x="11" y="129"/>
                  </a:lnTo>
                  <a:lnTo>
                    <a:pt x="15" y="131"/>
                  </a:lnTo>
                  <a:lnTo>
                    <a:pt x="21" y="133"/>
                  </a:lnTo>
                  <a:lnTo>
                    <a:pt x="27" y="137"/>
                  </a:lnTo>
                  <a:lnTo>
                    <a:pt x="27" y="137"/>
                  </a:lnTo>
                  <a:lnTo>
                    <a:pt x="28" y="139"/>
                  </a:lnTo>
                  <a:lnTo>
                    <a:pt x="32" y="144"/>
                  </a:lnTo>
                  <a:lnTo>
                    <a:pt x="36" y="150"/>
                  </a:lnTo>
                  <a:lnTo>
                    <a:pt x="36" y="152"/>
                  </a:lnTo>
                  <a:lnTo>
                    <a:pt x="36" y="152"/>
                  </a:lnTo>
                  <a:lnTo>
                    <a:pt x="34" y="152"/>
                  </a:lnTo>
                  <a:lnTo>
                    <a:pt x="34" y="152"/>
                  </a:lnTo>
                  <a:lnTo>
                    <a:pt x="32" y="152"/>
                  </a:lnTo>
                  <a:lnTo>
                    <a:pt x="32" y="152"/>
                  </a:lnTo>
                  <a:lnTo>
                    <a:pt x="32" y="152"/>
                  </a:lnTo>
                  <a:lnTo>
                    <a:pt x="32" y="154"/>
                  </a:lnTo>
                  <a:lnTo>
                    <a:pt x="30" y="154"/>
                  </a:lnTo>
                  <a:lnTo>
                    <a:pt x="32" y="156"/>
                  </a:lnTo>
                  <a:lnTo>
                    <a:pt x="34" y="160"/>
                  </a:lnTo>
                  <a:lnTo>
                    <a:pt x="46" y="180"/>
                  </a:lnTo>
                  <a:lnTo>
                    <a:pt x="49" y="196"/>
                  </a:lnTo>
                  <a:lnTo>
                    <a:pt x="51" y="201"/>
                  </a:lnTo>
                  <a:lnTo>
                    <a:pt x="51" y="203"/>
                  </a:lnTo>
                  <a:lnTo>
                    <a:pt x="53" y="205"/>
                  </a:lnTo>
                  <a:lnTo>
                    <a:pt x="55" y="207"/>
                  </a:lnTo>
                  <a:lnTo>
                    <a:pt x="57" y="209"/>
                  </a:lnTo>
                  <a:lnTo>
                    <a:pt x="59" y="209"/>
                  </a:lnTo>
                  <a:lnTo>
                    <a:pt x="59" y="207"/>
                  </a:lnTo>
                  <a:lnTo>
                    <a:pt x="61" y="207"/>
                  </a:lnTo>
                  <a:lnTo>
                    <a:pt x="63" y="209"/>
                  </a:lnTo>
                  <a:lnTo>
                    <a:pt x="63" y="209"/>
                  </a:lnTo>
                  <a:lnTo>
                    <a:pt x="65" y="209"/>
                  </a:lnTo>
                  <a:lnTo>
                    <a:pt x="65" y="209"/>
                  </a:lnTo>
                  <a:lnTo>
                    <a:pt x="65" y="207"/>
                  </a:lnTo>
                  <a:lnTo>
                    <a:pt x="65" y="205"/>
                  </a:lnTo>
                  <a:lnTo>
                    <a:pt x="67" y="205"/>
                  </a:lnTo>
                  <a:lnTo>
                    <a:pt x="67" y="203"/>
                  </a:lnTo>
                  <a:lnTo>
                    <a:pt x="69" y="205"/>
                  </a:lnTo>
                  <a:lnTo>
                    <a:pt x="69" y="203"/>
                  </a:lnTo>
                  <a:lnTo>
                    <a:pt x="69" y="203"/>
                  </a:lnTo>
                  <a:lnTo>
                    <a:pt x="69" y="199"/>
                  </a:lnTo>
                  <a:lnTo>
                    <a:pt x="69" y="198"/>
                  </a:lnTo>
                  <a:lnTo>
                    <a:pt x="70" y="198"/>
                  </a:lnTo>
                  <a:lnTo>
                    <a:pt x="70" y="198"/>
                  </a:lnTo>
                  <a:lnTo>
                    <a:pt x="70" y="196"/>
                  </a:lnTo>
                  <a:lnTo>
                    <a:pt x="72" y="196"/>
                  </a:lnTo>
                  <a:lnTo>
                    <a:pt x="72" y="196"/>
                  </a:lnTo>
                  <a:lnTo>
                    <a:pt x="72" y="198"/>
                  </a:lnTo>
                  <a:lnTo>
                    <a:pt x="76" y="203"/>
                  </a:lnTo>
                  <a:lnTo>
                    <a:pt x="78" y="207"/>
                  </a:lnTo>
                  <a:lnTo>
                    <a:pt x="80" y="209"/>
                  </a:lnTo>
                  <a:lnTo>
                    <a:pt x="80" y="211"/>
                  </a:lnTo>
                  <a:lnTo>
                    <a:pt x="80" y="211"/>
                  </a:lnTo>
                  <a:lnTo>
                    <a:pt x="82" y="209"/>
                  </a:lnTo>
                  <a:lnTo>
                    <a:pt x="82" y="209"/>
                  </a:lnTo>
                  <a:lnTo>
                    <a:pt x="82" y="209"/>
                  </a:lnTo>
                  <a:lnTo>
                    <a:pt x="82" y="209"/>
                  </a:lnTo>
                  <a:lnTo>
                    <a:pt x="84" y="211"/>
                  </a:lnTo>
                  <a:lnTo>
                    <a:pt x="84" y="211"/>
                  </a:lnTo>
                  <a:lnTo>
                    <a:pt x="84" y="211"/>
                  </a:lnTo>
                  <a:lnTo>
                    <a:pt x="84" y="211"/>
                  </a:lnTo>
                  <a:lnTo>
                    <a:pt x="86" y="211"/>
                  </a:lnTo>
                  <a:lnTo>
                    <a:pt x="86" y="211"/>
                  </a:lnTo>
                  <a:lnTo>
                    <a:pt x="86" y="211"/>
                  </a:lnTo>
                  <a:lnTo>
                    <a:pt x="86" y="211"/>
                  </a:lnTo>
                  <a:lnTo>
                    <a:pt x="88" y="211"/>
                  </a:lnTo>
                  <a:lnTo>
                    <a:pt x="88" y="213"/>
                  </a:lnTo>
                  <a:lnTo>
                    <a:pt x="88" y="213"/>
                  </a:lnTo>
                  <a:lnTo>
                    <a:pt x="88" y="215"/>
                  </a:lnTo>
                  <a:lnTo>
                    <a:pt x="89" y="215"/>
                  </a:lnTo>
                  <a:lnTo>
                    <a:pt x="89" y="215"/>
                  </a:lnTo>
                  <a:lnTo>
                    <a:pt x="89" y="215"/>
                  </a:lnTo>
                  <a:lnTo>
                    <a:pt x="89" y="213"/>
                  </a:lnTo>
                  <a:lnTo>
                    <a:pt x="89" y="213"/>
                  </a:lnTo>
                  <a:lnTo>
                    <a:pt x="91" y="213"/>
                  </a:lnTo>
                  <a:lnTo>
                    <a:pt x="91" y="213"/>
                  </a:lnTo>
                  <a:lnTo>
                    <a:pt x="91" y="213"/>
                  </a:lnTo>
                  <a:lnTo>
                    <a:pt x="91" y="213"/>
                  </a:lnTo>
                  <a:lnTo>
                    <a:pt x="93" y="215"/>
                  </a:lnTo>
                  <a:lnTo>
                    <a:pt x="93" y="215"/>
                  </a:lnTo>
                  <a:lnTo>
                    <a:pt x="91" y="217"/>
                  </a:lnTo>
                  <a:lnTo>
                    <a:pt x="91" y="218"/>
                  </a:lnTo>
                  <a:lnTo>
                    <a:pt x="93" y="218"/>
                  </a:lnTo>
                  <a:lnTo>
                    <a:pt x="95" y="217"/>
                  </a:lnTo>
                  <a:lnTo>
                    <a:pt x="95" y="218"/>
                  </a:lnTo>
                  <a:lnTo>
                    <a:pt x="97" y="218"/>
                  </a:lnTo>
                  <a:lnTo>
                    <a:pt x="95" y="220"/>
                  </a:lnTo>
                  <a:lnTo>
                    <a:pt x="95" y="220"/>
                  </a:lnTo>
                  <a:lnTo>
                    <a:pt x="93" y="222"/>
                  </a:lnTo>
                  <a:lnTo>
                    <a:pt x="93" y="222"/>
                  </a:lnTo>
                  <a:lnTo>
                    <a:pt x="93" y="228"/>
                  </a:lnTo>
                  <a:lnTo>
                    <a:pt x="93" y="228"/>
                  </a:lnTo>
                  <a:lnTo>
                    <a:pt x="95" y="230"/>
                  </a:lnTo>
                  <a:lnTo>
                    <a:pt x="95" y="230"/>
                  </a:lnTo>
                  <a:lnTo>
                    <a:pt x="95" y="232"/>
                  </a:lnTo>
                  <a:lnTo>
                    <a:pt x="95" y="234"/>
                  </a:lnTo>
                  <a:lnTo>
                    <a:pt x="95" y="234"/>
                  </a:lnTo>
                  <a:lnTo>
                    <a:pt x="95" y="236"/>
                  </a:lnTo>
                  <a:lnTo>
                    <a:pt x="95" y="236"/>
                  </a:lnTo>
                  <a:lnTo>
                    <a:pt x="95" y="237"/>
                  </a:lnTo>
                  <a:lnTo>
                    <a:pt x="95" y="239"/>
                  </a:lnTo>
                  <a:lnTo>
                    <a:pt x="97" y="239"/>
                  </a:lnTo>
                  <a:lnTo>
                    <a:pt x="99" y="241"/>
                  </a:lnTo>
                  <a:lnTo>
                    <a:pt x="103" y="247"/>
                  </a:lnTo>
                  <a:lnTo>
                    <a:pt x="105" y="249"/>
                  </a:lnTo>
                  <a:lnTo>
                    <a:pt x="109" y="253"/>
                  </a:lnTo>
                  <a:lnTo>
                    <a:pt x="110" y="251"/>
                  </a:lnTo>
                  <a:lnTo>
                    <a:pt x="110" y="251"/>
                  </a:lnTo>
                  <a:lnTo>
                    <a:pt x="112" y="249"/>
                  </a:lnTo>
                  <a:lnTo>
                    <a:pt x="112" y="249"/>
                  </a:lnTo>
                  <a:lnTo>
                    <a:pt x="114" y="249"/>
                  </a:lnTo>
                  <a:lnTo>
                    <a:pt x="114" y="249"/>
                  </a:lnTo>
                  <a:lnTo>
                    <a:pt x="114" y="249"/>
                  </a:lnTo>
                  <a:lnTo>
                    <a:pt x="114" y="251"/>
                  </a:lnTo>
                  <a:lnTo>
                    <a:pt x="116" y="253"/>
                  </a:lnTo>
                  <a:lnTo>
                    <a:pt x="116" y="253"/>
                  </a:lnTo>
                  <a:lnTo>
                    <a:pt x="118" y="253"/>
                  </a:lnTo>
                  <a:lnTo>
                    <a:pt x="120" y="253"/>
                  </a:lnTo>
                  <a:lnTo>
                    <a:pt x="120" y="253"/>
                  </a:lnTo>
                  <a:lnTo>
                    <a:pt x="122" y="253"/>
                  </a:lnTo>
                  <a:lnTo>
                    <a:pt x="124" y="255"/>
                  </a:lnTo>
                  <a:lnTo>
                    <a:pt x="126" y="257"/>
                  </a:lnTo>
                  <a:lnTo>
                    <a:pt x="126" y="257"/>
                  </a:lnTo>
                  <a:lnTo>
                    <a:pt x="126" y="258"/>
                  </a:lnTo>
                  <a:lnTo>
                    <a:pt x="126" y="260"/>
                  </a:lnTo>
                  <a:lnTo>
                    <a:pt x="128" y="262"/>
                  </a:lnTo>
                  <a:lnTo>
                    <a:pt x="128" y="262"/>
                  </a:lnTo>
                  <a:lnTo>
                    <a:pt x="129" y="262"/>
                  </a:lnTo>
                  <a:lnTo>
                    <a:pt x="129" y="262"/>
                  </a:lnTo>
                  <a:lnTo>
                    <a:pt x="129" y="264"/>
                  </a:lnTo>
                  <a:lnTo>
                    <a:pt x="131" y="264"/>
                  </a:lnTo>
                  <a:lnTo>
                    <a:pt x="131" y="266"/>
                  </a:lnTo>
                  <a:lnTo>
                    <a:pt x="131" y="266"/>
                  </a:lnTo>
                  <a:lnTo>
                    <a:pt x="131" y="266"/>
                  </a:lnTo>
                  <a:lnTo>
                    <a:pt x="135" y="268"/>
                  </a:lnTo>
                  <a:lnTo>
                    <a:pt x="139" y="270"/>
                  </a:lnTo>
                  <a:lnTo>
                    <a:pt x="141" y="272"/>
                  </a:lnTo>
                  <a:lnTo>
                    <a:pt x="143" y="274"/>
                  </a:lnTo>
                  <a:lnTo>
                    <a:pt x="145" y="276"/>
                  </a:lnTo>
                  <a:lnTo>
                    <a:pt x="145" y="277"/>
                  </a:lnTo>
                  <a:lnTo>
                    <a:pt x="145" y="277"/>
                  </a:lnTo>
                  <a:lnTo>
                    <a:pt x="145" y="281"/>
                  </a:lnTo>
                  <a:lnTo>
                    <a:pt x="145" y="283"/>
                  </a:lnTo>
                  <a:lnTo>
                    <a:pt x="145" y="285"/>
                  </a:lnTo>
                  <a:lnTo>
                    <a:pt x="143" y="287"/>
                  </a:lnTo>
                  <a:lnTo>
                    <a:pt x="143" y="289"/>
                  </a:lnTo>
                  <a:lnTo>
                    <a:pt x="143" y="291"/>
                  </a:lnTo>
                  <a:lnTo>
                    <a:pt x="145" y="291"/>
                  </a:lnTo>
                  <a:lnTo>
                    <a:pt x="149" y="296"/>
                  </a:lnTo>
                  <a:lnTo>
                    <a:pt x="150" y="296"/>
                  </a:lnTo>
                  <a:lnTo>
                    <a:pt x="150" y="298"/>
                  </a:lnTo>
                  <a:lnTo>
                    <a:pt x="150" y="298"/>
                  </a:lnTo>
                  <a:lnTo>
                    <a:pt x="150" y="298"/>
                  </a:lnTo>
                  <a:lnTo>
                    <a:pt x="152" y="296"/>
                  </a:lnTo>
                  <a:lnTo>
                    <a:pt x="156" y="298"/>
                  </a:lnTo>
                  <a:lnTo>
                    <a:pt x="158" y="300"/>
                  </a:lnTo>
                  <a:lnTo>
                    <a:pt x="158" y="300"/>
                  </a:lnTo>
                  <a:lnTo>
                    <a:pt x="164" y="300"/>
                  </a:lnTo>
                  <a:lnTo>
                    <a:pt x="164" y="300"/>
                  </a:lnTo>
                  <a:lnTo>
                    <a:pt x="164" y="302"/>
                  </a:lnTo>
                  <a:lnTo>
                    <a:pt x="166" y="302"/>
                  </a:lnTo>
                  <a:lnTo>
                    <a:pt x="166" y="304"/>
                  </a:lnTo>
                  <a:lnTo>
                    <a:pt x="168" y="304"/>
                  </a:lnTo>
                  <a:lnTo>
                    <a:pt x="170" y="302"/>
                  </a:lnTo>
                  <a:lnTo>
                    <a:pt x="171" y="300"/>
                  </a:lnTo>
                  <a:lnTo>
                    <a:pt x="173" y="300"/>
                  </a:lnTo>
                  <a:lnTo>
                    <a:pt x="173" y="300"/>
                  </a:lnTo>
                  <a:lnTo>
                    <a:pt x="173" y="302"/>
                  </a:lnTo>
                  <a:lnTo>
                    <a:pt x="171" y="304"/>
                  </a:lnTo>
                  <a:lnTo>
                    <a:pt x="171" y="304"/>
                  </a:lnTo>
                  <a:lnTo>
                    <a:pt x="171" y="304"/>
                  </a:lnTo>
                  <a:lnTo>
                    <a:pt x="173" y="304"/>
                  </a:lnTo>
                  <a:lnTo>
                    <a:pt x="175" y="304"/>
                  </a:lnTo>
                  <a:lnTo>
                    <a:pt x="175" y="304"/>
                  </a:lnTo>
                  <a:lnTo>
                    <a:pt x="177" y="304"/>
                  </a:lnTo>
                  <a:lnTo>
                    <a:pt x="179" y="304"/>
                  </a:lnTo>
                  <a:lnTo>
                    <a:pt x="181" y="306"/>
                  </a:lnTo>
                  <a:lnTo>
                    <a:pt x="185" y="308"/>
                  </a:lnTo>
                  <a:lnTo>
                    <a:pt x="185" y="308"/>
                  </a:lnTo>
                  <a:lnTo>
                    <a:pt x="185" y="308"/>
                  </a:lnTo>
                  <a:lnTo>
                    <a:pt x="183" y="306"/>
                  </a:lnTo>
                  <a:lnTo>
                    <a:pt x="183" y="304"/>
                  </a:lnTo>
                  <a:lnTo>
                    <a:pt x="185" y="304"/>
                  </a:lnTo>
                  <a:lnTo>
                    <a:pt x="187" y="302"/>
                  </a:lnTo>
                  <a:lnTo>
                    <a:pt x="189" y="302"/>
                  </a:lnTo>
                  <a:lnTo>
                    <a:pt x="190" y="302"/>
                  </a:lnTo>
                  <a:lnTo>
                    <a:pt x="192" y="302"/>
                  </a:lnTo>
                  <a:lnTo>
                    <a:pt x="194" y="300"/>
                  </a:lnTo>
                  <a:lnTo>
                    <a:pt x="202" y="296"/>
                  </a:lnTo>
                  <a:lnTo>
                    <a:pt x="204" y="295"/>
                  </a:lnTo>
                  <a:lnTo>
                    <a:pt x="206" y="295"/>
                  </a:lnTo>
                  <a:lnTo>
                    <a:pt x="206" y="293"/>
                  </a:lnTo>
                  <a:lnTo>
                    <a:pt x="206" y="293"/>
                  </a:lnTo>
                  <a:lnTo>
                    <a:pt x="206" y="291"/>
                  </a:lnTo>
                  <a:lnTo>
                    <a:pt x="206" y="291"/>
                  </a:lnTo>
                  <a:lnTo>
                    <a:pt x="206" y="291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02" y="289"/>
                  </a:lnTo>
                  <a:lnTo>
                    <a:pt x="202" y="289"/>
                  </a:lnTo>
                  <a:lnTo>
                    <a:pt x="200" y="285"/>
                  </a:lnTo>
                  <a:lnTo>
                    <a:pt x="200" y="285"/>
                  </a:lnTo>
                  <a:lnTo>
                    <a:pt x="202" y="283"/>
                  </a:lnTo>
                  <a:lnTo>
                    <a:pt x="202" y="283"/>
                  </a:lnTo>
                  <a:lnTo>
                    <a:pt x="202" y="281"/>
                  </a:lnTo>
                  <a:lnTo>
                    <a:pt x="202" y="279"/>
                  </a:lnTo>
                  <a:lnTo>
                    <a:pt x="202" y="277"/>
                  </a:lnTo>
                  <a:lnTo>
                    <a:pt x="200" y="276"/>
                  </a:lnTo>
                  <a:lnTo>
                    <a:pt x="200" y="274"/>
                  </a:lnTo>
                  <a:lnTo>
                    <a:pt x="200" y="272"/>
                  </a:lnTo>
                  <a:lnTo>
                    <a:pt x="198" y="270"/>
                  </a:lnTo>
                  <a:lnTo>
                    <a:pt x="196" y="268"/>
                  </a:lnTo>
                  <a:lnTo>
                    <a:pt x="196" y="266"/>
                  </a:lnTo>
                  <a:lnTo>
                    <a:pt x="196" y="264"/>
                  </a:lnTo>
                  <a:lnTo>
                    <a:pt x="198" y="260"/>
                  </a:lnTo>
                  <a:lnTo>
                    <a:pt x="200" y="257"/>
                  </a:lnTo>
                  <a:lnTo>
                    <a:pt x="200" y="255"/>
                  </a:lnTo>
                  <a:lnTo>
                    <a:pt x="202" y="255"/>
                  </a:lnTo>
                  <a:lnTo>
                    <a:pt x="202" y="255"/>
                  </a:lnTo>
                  <a:lnTo>
                    <a:pt x="202" y="257"/>
                  </a:lnTo>
                  <a:lnTo>
                    <a:pt x="204" y="257"/>
                  </a:lnTo>
                  <a:lnTo>
                    <a:pt x="204" y="253"/>
                  </a:lnTo>
                  <a:lnTo>
                    <a:pt x="204" y="251"/>
                  </a:lnTo>
                  <a:lnTo>
                    <a:pt x="204" y="249"/>
                  </a:lnTo>
                  <a:lnTo>
                    <a:pt x="204" y="249"/>
                  </a:lnTo>
                  <a:lnTo>
                    <a:pt x="202" y="249"/>
                  </a:lnTo>
                  <a:lnTo>
                    <a:pt x="202" y="247"/>
                  </a:lnTo>
                  <a:lnTo>
                    <a:pt x="200" y="245"/>
                  </a:lnTo>
                  <a:lnTo>
                    <a:pt x="200" y="245"/>
                  </a:lnTo>
                  <a:lnTo>
                    <a:pt x="200" y="243"/>
                  </a:lnTo>
                  <a:lnTo>
                    <a:pt x="202" y="243"/>
                  </a:lnTo>
                  <a:lnTo>
                    <a:pt x="202" y="245"/>
                  </a:lnTo>
                  <a:lnTo>
                    <a:pt x="204" y="245"/>
                  </a:lnTo>
                  <a:lnTo>
                    <a:pt x="204" y="243"/>
                  </a:lnTo>
                  <a:lnTo>
                    <a:pt x="206" y="243"/>
                  </a:lnTo>
                  <a:lnTo>
                    <a:pt x="206" y="241"/>
                  </a:lnTo>
                  <a:lnTo>
                    <a:pt x="206" y="241"/>
                  </a:lnTo>
                  <a:lnTo>
                    <a:pt x="204" y="239"/>
                  </a:lnTo>
                  <a:lnTo>
                    <a:pt x="204" y="237"/>
                  </a:lnTo>
                  <a:lnTo>
                    <a:pt x="206" y="237"/>
                  </a:lnTo>
                  <a:lnTo>
                    <a:pt x="211" y="232"/>
                  </a:lnTo>
                  <a:lnTo>
                    <a:pt x="213" y="228"/>
                  </a:lnTo>
                  <a:lnTo>
                    <a:pt x="217" y="224"/>
                  </a:lnTo>
                  <a:lnTo>
                    <a:pt x="217" y="224"/>
                  </a:lnTo>
                  <a:lnTo>
                    <a:pt x="219" y="222"/>
                  </a:lnTo>
                  <a:lnTo>
                    <a:pt x="219" y="222"/>
                  </a:lnTo>
                  <a:lnTo>
                    <a:pt x="225" y="224"/>
                  </a:lnTo>
                  <a:lnTo>
                    <a:pt x="227" y="224"/>
                  </a:lnTo>
                  <a:lnTo>
                    <a:pt x="227" y="224"/>
                  </a:lnTo>
                  <a:lnTo>
                    <a:pt x="230" y="222"/>
                  </a:lnTo>
                  <a:lnTo>
                    <a:pt x="234" y="218"/>
                  </a:lnTo>
                  <a:lnTo>
                    <a:pt x="240" y="215"/>
                  </a:lnTo>
                  <a:lnTo>
                    <a:pt x="246" y="215"/>
                  </a:lnTo>
                  <a:lnTo>
                    <a:pt x="250" y="211"/>
                  </a:lnTo>
                  <a:lnTo>
                    <a:pt x="251" y="211"/>
                  </a:lnTo>
                  <a:lnTo>
                    <a:pt x="251" y="211"/>
                  </a:lnTo>
                  <a:lnTo>
                    <a:pt x="255" y="211"/>
                  </a:lnTo>
                  <a:lnTo>
                    <a:pt x="257" y="211"/>
                  </a:lnTo>
                  <a:lnTo>
                    <a:pt x="259" y="211"/>
                  </a:lnTo>
                  <a:lnTo>
                    <a:pt x="259" y="211"/>
                  </a:lnTo>
                  <a:lnTo>
                    <a:pt x="259" y="213"/>
                  </a:lnTo>
                  <a:lnTo>
                    <a:pt x="261" y="213"/>
                  </a:lnTo>
                  <a:lnTo>
                    <a:pt x="261" y="213"/>
                  </a:lnTo>
                  <a:lnTo>
                    <a:pt x="263" y="213"/>
                  </a:lnTo>
                  <a:lnTo>
                    <a:pt x="263" y="213"/>
                  </a:lnTo>
                  <a:lnTo>
                    <a:pt x="265" y="215"/>
                  </a:lnTo>
                  <a:lnTo>
                    <a:pt x="267" y="217"/>
                  </a:lnTo>
                  <a:lnTo>
                    <a:pt x="269" y="218"/>
                  </a:lnTo>
                  <a:lnTo>
                    <a:pt x="269" y="218"/>
                  </a:lnTo>
                  <a:lnTo>
                    <a:pt x="270" y="218"/>
                  </a:lnTo>
                  <a:lnTo>
                    <a:pt x="272" y="218"/>
                  </a:lnTo>
                  <a:lnTo>
                    <a:pt x="276" y="217"/>
                  </a:lnTo>
                  <a:lnTo>
                    <a:pt x="278" y="217"/>
                  </a:lnTo>
                  <a:lnTo>
                    <a:pt x="280" y="218"/>
                  </a:lnTo>
                  <a:lnTo>
                    <a:pt x="282" y="218"/>
                  </a:lnTo>
                  <a:lnTo>
                    <a:pt x="284" y="218"/>
                  </a:lnTo>
                  <a:lnTo>
                    <a:pt x="284" y="218"/>
                  </a:lnTo>
                  <a:lnTo>
                    <a:pt x="286" y="218"/>
                  </a:lnTo>
                  <a:lnTo>
                    <a:pt x="290" y="218"/>
                  </a:lnTo>
                  <a:lnTo>
                    <a:pt x="293" y="220"/>
                  </a:lnTo>
                  <a:lnTo>
                    <a:pt x="295" y="220"/>
                  </a:lnTo>
                  <a:lnTo>
                    <a:pt x="297" y="220"/>
                  </a:lnTo>
                  <a:lnTo>
                    <a:pt x="297" y="220"/>
                  </a:lnTo>
                  <a:lnTo>
                    <a:pt x="299" y="224"/>
                  </a:lnTo>
                  <a:lnTo>
                    <a:pt x="301" y="226"/>
                  </a:lnTo>
                  <a:lnTo>
                    <a:pt x="301" y="228"/>
                  </a:lnTo>
                  <a:lnTo>
                    <a:pt x="303" y="228"/>
                  </a:lnTo>
                  <a:lnTo>
                    <a:pt x="309" y="230"/>
                  </a:lnTo>
                  <a:lnTo>
                    <a:pt x="311" y="230"/>
                  </a:lnTo>
                  <a:lnTo>
                    <a:pt x="312" y="228"/>
                  </a:lnTo>
                  <a:lnTo>
                    <a:pt x="314" y="228"/>
                  </a:lnTo>
                  <a:lnTo>
                    <a:pt x="314" y="226"/>
                  </a:lnTo>
                  <a:lnTo>
                    <a:pt x="314" y="22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51" name="Freeform 54">
              <a:extLst>
                <a:ext uri="{FF2B5EF4-FFF2-40B4-BE49-F238E27FC236}">
                  <a16:creationId xmlns:a16="http://schemas.microsoft.com/office/drawing/2014/main" id="{4DC12187-EF0B-1F43-170E-20921D264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6638" y="2019300"/>
              <a:ext cx="457200" cy="546100"/>
            </a:xfrm>
            <a:custGeom>
              <a:avLst/>
              <a:gdLst>
                <a:gd name="T0" fmla="*/ 269 w 288"/>
                <a:gd name="T1" fmla="*/ 53 h 344"/>
                <a:gd name="T2" fmla="*/ 248 w 288"/>
                <a:gd name="T3" fmla="*/ 28 h 344"/>
                <a:gd name="T4" fmla="*/ 227 w 288"/>
                <a:gd name="T5" fmla="*/ 6 h 344"/>
                <a:gd name="T6" fmla="*/ 215 w 288"/>
                <a:gd name="T7" fmla="*/ 9 h 344"/>
                <a:gd name="T8" fmla="*/ 219 w 288"/>
                <a:gd name="T9" fmla="*/ 27 h 344"/>
                <a:gd name="T10" fmla="*/ 225 w 288"/>
                <a:gd name="T11" fmla="*/ 46 h 344"/>
                <a:gd name="T12" fmla="*/ 213 w 288"/>
                <a:gd name="T13" fmla="*/ 55 h 344"/>
                <a:gd name="T14" fmla="*/ 194 w 288"/>
                <a:gd name="T15" fmla="*/ 72 h 344"/>
                <a:gd name="T16" fmla="*/ 198 w 288"/>
                <a:gd name="T17" fmla="*/ 76 h 344"/>
                <a:gd name="T18" fmla="*/ 181 w 288"/>
                <a:gd name="T19" fmla="*/ 87 h 344"/>
                <a:gd name="T20" fmla="*/ 173 w 288"/>
                <a:gd name="T21" fmla="*/ 85 h 344"/>
                <a:gd name="T22" fmla="*/ 160 w 288"/>
                <a:gd name="T23" fmla="*/ 87 h 344"/>
                <a:gd name="T24" fmla="*/ 158 w 288"/>
                <a:gd name="T25" fmla="*/ 103 h 344"/>
                <a:gd name="T26" fmla="*/ 145 w 288"/>
                <a:gd name="T27" fmla="*/ 125 h 344"/>
                <a:gd name="T28" fmla="*/ 116 w 288"/>
                <a:gd name="T29" fmla="*/ 122 h 344"/>
                <a:gd name="T30" fmla="*/ 84 w 288"/>
                <a:gd name="T31" fmla="*/ 129 h 344"/>
                <a:gd name="T32" fmla="*/ 72 w 288"/>
                <a:gd name="T33" fmla="*/ 146 h 344"/>
                <a:gd name="T34" fmla="*/ 65 w 288"/>
                <a:gd name="T35" fmla="*/ 133 h 344"/>
                <a:gd name="T36" fmla="*/ 71 w 288"/>
                <a:gd name="T37" fmla="*/ 125 h 344"/>
                <a:gd name="T38" fmla="*/ 61 w 288"/>
                <a:gd name="T39" fmla="*/ 120 h 344"/>
                <a:gd name="T40" fmla="*/ 57 w 288"/>
                <a:gd name="T41" fmla="*/ 108 h 344"/>
                <a:gd name="T42" fmla="*/ 44 w 288"/>
                <a:gd name="T43" fmla="*/ 108 h 344"/>
                <a:gd name="T44" fmla="*/ 23 w 288"/>
                <a:gd name="T45" fmla="*/ 103 h 344"/>
                <a:gd name="T46" fmla="*/ 6 w 288"/>
                <a:gd name="T47" fmla="*/ 118 h 344"/>
                <a:gd name="T48" fmla="*/ 10 w 288"/>
                <a:gd name="T49" fmla="*/ 125 h 344"/>
                <a:gd name="T50" fmla="*/ 13 w 288"/>
                <a:gd name="T51" fmla="*/ 156 h 344"/>
                <a:gd name="T52" fmla="*/ 15 w 288"/>
                <a:gd name="T53" fmla="*/ 171 h 344"/>
                <a:gd name="T54" fmla="*/ 36 w 288"/>
                <a:gd name="T55" fmla="*/ 163 h 344"/>
                <a:gd name="T56" fmla="*/ 53 w 288"/>
                <a:gd name="T57" fmla="*/ 177 h 344"/>
                <a:gd name="T58" fmla="*/ 74 w 288"/>
                <a:gd name="T59" fmla="*/ 179 h 344"/>
                <a:gd name="T60" fmla="*/ 86 w 288"/>
                <a:gd name="T61" fmla="*/ 179 h 344"/>
                <a:gd name="T62" fmla="*/ 86 w 288"/>
                <a:gd name="T63" fmla="*/ 194 h 344"/>
                <a:gd name="T64" fmla="*/ 95 w 288"/>
                <a:gd name="T65" fmla="*/ 219 h 344"/>
                <a:gd name="T66" fmla="*/ 120 w 288"/>
                <a:gd name="T67" fmla="*/ 262 h 344"/>
                <a:gd name="T68" fmla="*/ 149 w 288"/>
                <a:gd name="T69" fmla="*/ 293 h 344"/>
                <a:gd name="T70" fmla="*/ 139 w 288"/>
                <a:gd name="T71" fmla="*/ 302 h 344"/>
                <a:gd name="T72" fmla="*/ 139 w 288"/>
                <a:gd name="T73" fmla="*/ 310 h 344"/>
                <a:gd name="T74" fmla="*/ 141 w 288"/>
                <a:gd name="T75" fmla="*/ 327 h 344"/>
                <a:gd name="T76" fmla="*/ 156 w 288"/>
                <a:gd name="T77" fmla="*/ 308 h 344"/>
                <a:gd name="T78" fmla="*/ 173 w 288"/>
                <a:gd name="T79" fmla="*/ 304 h 344"/>
                <a:gd name="T80" fmla="*/ 170 w 288"/>
                <a:gd name="T81" fmla="*/ 289 h 344"/>
                <a:gd name="T82" fmla="*/ 185 w 288"/>
                <a:gd name="T83" fmla="*/ 298 h 344"/>
                <a:gd name="T84" fmla="*/ 191 w 288"/>
                <a:gd name="T85" fmla="*/ 306 h 344"/>
                <a:gd name="T86" fmla="*/ 200 w 288"/>
                <a:gd name="T87" fmla="*/ 304 h 344"/>
                <a:gd name="T88" fmla="*/ 219 w 288"/>
                <a:gd name="T89" fmla="*/ 287 h 344"/>
                <a:gd name="T90" fmla="*/ 229 w 288"/>
                <a:gd name="T91" fmla="*/ 314 h 344"/>
                <a:gd name="T92" fmla="*/ 227 w 288"/>
                <a:gd name="T93" fmla="*/ 342 h 344"/>
                <a:gd name="T94" fmla="*/ 236 w 288"/>
                <a:gd name="T95" fmla="*/ 333 h 344"/>
                <a:gd name="T96" fmla="*/ 255 w 288"/>
                <a:gd name="T97" fmla="*/ 333 h 344"/>
                <a:gd name="T98" fmla="*/ 278 w 288"/>
                <a:gd name="T99" fmla="*/ 319 h 344"/>
                <a:gd name="T100" fmla="*/ 280 w 288"/>
                <a:gd name="T101" fmla="*/ 289 h 344"/>
                <a:gd name="T102" fmla="*/ 276 w 288"/>
                <a:gd name="T103" fmla="*/ 266 h 344"/>
                <a:gd name="T104" fmla="*/ 265 w 288"/>
                <a:gd name="T105" fmla="*/ 257 h 344"/>
                <a:gd name="T106" fmla="*/ 242 w 288"/>
                <a:gd name="T107" fmla="*/ 259 h 344"/>
                <a:gd name="T108" fmla="*/ 219 w 288"/>
                <a:gd name="T109" fmla="*/ 251 h 344"/>
                <a:gd name="T110" fmla="*/ 229 w 288"/>
                <a:gd name="T111" fmla="*/ 224 h 344"/>
                <a:gd name="T112" fmla="*/ 250 w 288"/>
                <a:gd name="T113" fmla="*/ 209 h 344"/>
                <a:gd name="T114" fmla="*/ 246 w 288"/>
                <a:gd name="T115" fmla="*/ 169 h 344"/>
                <a:gd name="T116" fmla="*/ 240 w 288"/>
                <a:gd name="T117" fmla="*/ 148 h 344"/>
                <a:gd name="T118" fmla="*/ 246 w 288"/>
                <a:gd name="T119" fmla="*/ 125 h 344"/>
                <a:gd name="T120" fmla="*/ 263 w 288"/>
                <a:gd name="T121" fmla="*/ 95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8" h="344">
                  <a:moveTo>
                    <a:pt x="288" y="59"/>
                  </a:moveTo>
                  <a:lnTo>
                    <a:pt x="288" y="59"/>
                  </a:lnTo>
                  <a:lnTo>
                    <a:pt x="288" y="59"/>
                  </a:lnTo>
                  <a:lnTo>
                    <a:pt x="284" y="57"/>
                  </a:lnTo>
                  <a:lnTo>
                    <a:pt x="282" y="55"/>
                  </a:lnTo>
                  <a:lnTo>
                    <a:pt x="280" y="55"/>
                  </a:lnTo>
                  <a:lnTo>
                    <a:pt x="278" y="55"/>
                  </a:lnTo>
                  <a:lnTo>
                    <a:pt x="278" y="55"/>
                  </a:lnTo>
                  <a:lnTo>
                    <a:pt x="276" y="55"/>
                  </a:lnTo>
                  <a:lnTo>
                    <a:pt x="274" y="55"/>
                  </a:lnTo>
                  <a:lnTo>
                    <a:pt x="274" y="55"/>
                  </a:lnTo>
                  <a:lnTo>
                    <a:pt x="274" y="55"/>
                  </a:lnTo>
                  <a:lnTo>
                    <a:pt x="276" y="53"/>
                  </a:lnTo>
                  <a:lnTo>
                    <a:pt x="276" y="51"/>
                  </a:lnTo>
                  <a:lnTo>
                    <a:pt x="276" y="51"/>
                  </a:lnTo>
                  <a:lnTo>
                    <a:pt x="274" y="51"/>
                  </a:lnTo>
                  <a:lnTo>
                    <a:pt x="273" y="53"/>
                  </a:lnTo>
                  <a:lnTo>
                    <a:pt x="271" y="55"/>
                  </a:lnTo>
                  <a:lnTo>
                    <a:pt x="269" y="55"/>
                  </a:lnTo>
                  <a:lnTo>
                    <a:pt x="269" y="53"/>
                  </a:lnTo>
                  <a:lnTo>
                    <a:pt x="267" y="5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61" y="51"/>
                  </a:lnTo>
                  <a:lnTo>
                    <a:pt x="261" y="51"/>
                  </a:lnTo>
                  <a:lnTo>
                    <a:pt x="259" y="49"/>
                  </a:lnTo>
                  <a:lnTo>
                    <a:pt x="255" y="47"/>
                  </a:lnTo>
                  <a:lnTo>
                    <a:pt x="253" y="49"/>
                  </a:lnTo>
                  <a:lnTo>
                    <a:pt x="253" y="49"/>
                  </a:lnTo>
                  <a:lnTo>
                    <a:pt x="253" y="49"/>
                  </a:lnTo>
                  <a:lnTo>
                    <a:pt x="253" y="47"/>
                  </a:lnTo>
                  <a:lnTo>
                    <a:pt x="252" y="47"/>
                  </a:lnTo>
                  <a:lnTo>
                    <a:pt x="248" y="42"/>
                  </a:lnTo>
                  <a:lnTo>
                    <a:pt x="246" y="42"/>
                  </a:lnTo>
                  <a:lnTo>
                    <a:pt x="246" y="40"/>
                  </a:lnTo>
                  <a:lnTo>
                    <a:pt x="246" y="38"/>
                  </a:lnTo>
                  <a:lnTo>
                    <a:pt x="248" y="36"/>
                  </a:lnTo>
                  <a:lnTo>
                    <a:pt x="248" y="34"/>
                  </a:lnTo>
                  <a:lnTo>
                    <a:pt x="248" y="32"/>
                  </a:lnTo>
                  <a:lnTo>
                    <a:pt x="248" y="28"/>
                  </a:lnTo>
                  <a:lnTo>
                    <a:pt x="248" y="28"/>
                  </a:lnTo>
                  <a:lnTo>
                    <a:pt x="248" y="27"/>
                  </a:lnTo>
                  <a:lnTo>
                    <a:pt x="246" y="25"/>
                  </a:lnTo>
                  <a:lnTo>
                    <a:pt x="244" y="23"/>
                  </a:lnTo>
                  <a:lnTo>
                    <a:pt x="242" y="21"/>
                  </a:lnTo>
                  <a:lnTo>
                    <a:pt x="238" y="19"/>
                  </a:lnTo>
                  <a:lnTo>
                    <a:pt x="234" y="17"/>
                  </a:lnTo>
                  <a:lnTo>
                    <a:pt x="234" y="17"/>
                  </a:lnTo>
                  <a:lnTo>
                    <a:pt x="234" y="17"/>
                  </a:lnTo>
                  <a:lnTo>
                    <a:pt x="234" y="15"/>
                  </a:lnTo>
                  <a:lnTo>
                    <a:pt x="232" y="15"/>
                  </a:lnTo>
                  <a:lnTo>
                    <a:pt x="232" y="13"/>
                  </a:lnTo>
                  <a:lnTo>
                    <a:pt x="232" y="13"/>
                  </a:lnTo>
                  <a:lnTo>
                    <a:pt x="231" y="13"/>
                  </a:lnTo>
                  <a:lnTo>
                    <a:pt x="231" y="13"/>
                  </a:lnTo>
                  <a:lnTo>
                    <a:pt x="229" y="11"/>
                  </a:lnTo>
                  <a:lnTo>
                    <a:pt x="229" y="9"/>
                  </a:lnTo>
                  <a:lnTo>
                    <a:pt x="229" y="8"/>
                  </a:lnTo>
                  <a:lnTo>
                    <a:pt x="229" y="8"/>
                  </a:lnTo>
                  <a:lnTo>
                    <a:pt x="227" y="6"/>
                  </a:lnTo>
                  <a:lnTo>
                    <a:pt x="225" y="4"/>
                  </a:lnTo>
                  <a:lnTo>
                    <a:pt x="223" y="4"/>
                  </a:lnTo>
                  <a:lnTo>
                    <a:pt x="223" y="4"/>
                  </a:lnTo>
                  <a:lnTo>
                    <a:pt x="221" y="4"/>
                  </a:lnTo>
                  <a:lnTo>
                    <a:pt x="219" y="4"/>
                  </a:lnTo>
                  <a:lnTo>
                    <a:pt x="219" y="4"/>
                  </a:lnTo>
                  <a:lnTo>
                    <a:pt x="217" y="2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13" y="2"/>
                  </a:lnTo>
                  <a:lnTo>
                    <a:pt x="213" y="2"/>
                  </a:lnTo>
                  <a:lnTo>
                    <a:pt x="212" y="4"/>
                  </a:lnTo>
                  <a:lnTo>
                    <a:pt x="213" y="4"/>
                  </a:lnTo>
                  <a:lnTo>
                    <a:pt x="213" y="6"/>
                  </a:lnTo>
                  <a:lnTo>
                    <a:pt x="215" y="8"/>
                  </a:lnTo>
                  <a:lnTo>
                    <a:pt x="215" y="9"/>
                  </a:lnTo>
                  <a:lnTo>
                    <a:pt x="215" y="9"/>
                  </a:lnTo>
                  <a:lnTo>
                    <a:pt x="217" y="9"/>
                  </a:lnTo>
                  <a:lnTo>
                    <a:pt x="217" y="9"/>
                  </a:lnTo>
                  <a:lnTo>
                    <a:pt x="219" y="9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7" y="13"/>
                  </a:lnTo>
                  <a:lnTo>
                    <a:pt x="217" y="15"/>
                  </a:lnTo>
                  <a:lnTo>
                    <a:pt x="217" y="17"/>
                  </a:lnTo>
                  <a:lnTo>
                    <a:pt x="217" y="17"/>
                  </a:lnTo>
                  <a:lnTo>
                    <a:pt x="217" y="19"/>
                  </a:lnTo>
                  <a:lnTo>
                    <a:pt x="217" y="21"/>
                  </a:lnTo>
                  <a:lnTo>
                    <a:pt x="217" y="21"/>
                  </a:lnTo>
                  <a:lnTo>
                    <a:pt x="217" y="21"/>
                  </a:lnTo>
                  <a:lnTo>
                    <a:pt x="217" y="23"/>
                  </a:lnTo>
                  <a:lnTo>
                    <a:pt x="217" y="25"/>
                  </a:lnTo>
                  <a:lnTo>
                    <a:pt x="217" y="27"/>
                  </a:lnTo>
                  <a:lnTo>
                    <a:pt x="219" y="28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21" y="27"/>
                  </a:lnTo>
                  <a:lnTo>
                    <a:pt x="221" y="28"/>
                  </a:lnTo>
                  <a:lnTo>
                    <a:pt x="221" y="28"/>
                  </a:lnTo>
                  <a:lnTo>
                    <a:pt x="221" y="30"/>
                  </a:lnTo>
                  <a:lnTo>
                    <a:pt x="221" y="32"/>
                  </a:lnTo>
                  <a:lnTo>
                    <a:pt x="223" y="32"/>
                  </a:lnTo>
                  <a:lnTo>
                    <a:pt x="223" y="32"/>
                  </a:lnTo>
                  <a:lnTo>
                    <a:pt x="223" y="32"/>
                  </a:lnTo>
                  <a:lnTo>
                    <a:pt x="223" y="32"/>
                  </a:lnTo>
                  <a:lnTo>
                    <a:pt x="225" y="34"/>
                  </a:lnTo>
                  <a:lnTo>
                    <a:pt x="225" y="36"/>
                  </a:lnTo>
                  <a:lnTo>
                    <a:pt x="225" y="36"/>
                  </a:lnTo>
                  <a:lnTo>
                    <a:pt x="225" y="36"/>
                  </a:lnTo>
                  <a:lnTo>
                    <a:pt x="225" y="40"/>
                  </a:lnTo>
                  <a:lnTo>
                    <a:pt x="225" y="42"/>
                  </a:lnTo>
                  <a:lnTo>
                    <a:pt x="225" y="44"/>
                  </a:lnTo>
                  <a:lnTo>
                    <a:pt x="225" y="44"/>
                  </a:lnTo>
                  <a:lnTo>
                    <a:pt x="225" y="44"/>
                  </a:lnTo>
                  <a:lnTo>
                    <a:pt x="225" y="46"/>
                  </a:lnTo>
                  <a:lnTo>
                    <a:pt x="225" y="46"/>
                  </a:lnTo>
                  <a:lnTo>
                    <a:pt x="225" y="47"/>
                  </a:lnTo>
                  <a:lnTo>
                    <a:pt x="225" y="47"/>
                  </a:lnTo>
                  <a:lnTo>
                    <a:pt x="225" y="47"/>
                  </a:lnTo>
                  <a:lnTo>
                    <a:pt x="225" y="51"/>
                  </a:lnTo>
                  <a:lnTo>
                    <a:pt x="225" y="53"/>
                  </a:lnTo>
                  <a:lnTo>
                    <a:pt x="225" y="57"/>
                  </a:lnTo>
                  <a:lnTo>
                    <a:pt x="225" y="57"/>
                  </a:lnTo>
                  <a:lnTo>
                    <a:pt x="225" y="59"/>
                  </a:lnTo>
                  <a:lnTo>
                    <a:pt x="225" y="61"/>
                  </a:lnTo>
                  <a:lnTo>
                    <a:pt x="223" y="61"/>
                  </a:lnTo>
                  <a:lnTo>
                    <a:pt x="223" y="63"/>
                  </a:lnTo>
                  <a:lnTo>
                    <a:pt x="221" y="61"/>
                  </a:lnTo>
                  <a:lnTo>
                    <a:pt x="221" y="61"/>
                  </a:lnTo>
                  <a:lnTo>
                    <a:pt x="221" y="57"/>
                  </a:lnTo>
                  <a:lnTo>
                    <a:pt x="219" y="55"/>
                  </a:lnTo>
                  <a:lnTo>
                    <a:pt x="219" y="55"/>
                  </a:lnTo>
                  <a:lnTo>
                    <a:pt x="217" y="55"/>
                  </a:lnTo>
                  <a:lnTo>
                    <a:pt x="215" y="55"/>
                  </a:lnTo>
                  <a:lnTo>
                    <a:pt x="213" y="55"/>
                  </a:lnTo>
                  <a:lnTo>
                    <a:pt x="212" y="53"/>
                  </a:lnTo>
                  <a:lnTo>
                    <a:pt x="212" y="53"/>
                  </a:lnTo>
                  <a:lnTo>
                    <a:pt x="210" y="55"/>
                  </a:lnTo>
                  <a:lnTo>
                    <a:pt x="208" y="55"/>
                  </a:lnTo>
                  <a:lnTo>
                    <a:pt x="208" y="57"/>
                  </a:lnTo>
                  <a:lnTo>
                    <a:pt x="208" y="59"/>
                  </a:lnTo>
                  <a:lnTo>
                    <a:pt x="208" y="61"/>
                  </a:lnTo>
                  <a:lnTo>
                    <a:pt x="208" y="61"/>
                  </a:lnTo>
                  <a:lnTo>
                    <a:pt x="208" y="61"/>
                  </a:lnTo>
                  <a:lnTo>
                    <a:pt x="210" y="61"/>
                  </a:lnTo>
                  <a:lnTo>
                    <a:pt x="210" y="61"/>
                  </a:lnTo>
                  <a:lnTo>
                    <a:pt x="210" y="61"/>
                  </a:lnTo>
                  <a:lnTo>
                    <a:pt x="210" y="63"/>
                  </a:lnTo>
                  <a:lnTo>
                    <a:pt x="210" y="63"/>
                  </a:lnTo>
                  <a:lnTo>
                    <a:pt x="208" y="65"/>
                  </a:lnTo>
                  <a:lnTo>
                    <a:pt x="202" y="68"/>
                  </a:lnTo>
                  <a:lnTo>
                    <a:pt x="200" y="68"/>
                  </a:lnTo>
                  <a:lnTo>
                    <a:pt x="198" y="70"/>
                  </a:lnTo>
                  <a:lnTo>
                    <a:pt x="198" y="70"/>
                  </a:lnTo>
                  <a:lnTo>
                    <a:pt x="194" y="72"/>
                  </a:lnTo>
                  <a:lnTo>
                    <a:pt x="192" y="72"/>
                  </a:lnTo>
                  <a:lnTo>
                    <a:pt x="191" y="74"/>
                  </a:lnTo>
                  <a:lnTo>
                    <a:pt x="191" y="74"/>
                  </a:lnTo>
                  <a:lnTo>
                    <a:pt x="191" y="76"/>
                  </a:lnTo>
                  <a:lnTo>
                    <a:pt x="191" y="76"/>
                  </a:lnTo>
                  <a:lnTo>
                    <a:pt x="192" y="76"/>
                  </a:lnTo>
                  <a:lnTo>
                    <a:pt x="192" y="76"/>
                  </a:lnTo>
                  <a:lnTo>
                    <a:pt x="192" y="76"/>
                  </a:lnTo>
                  <a:lnTo>
                    <a:pt x="192" y="76"/>
                  </a:lnTo>
                  <a:lnTo>
                    <a:pt x="194" y="74"/>
                  </a:lnTo>
                  <a:lnTo>
                    <a:pt x="194" y="74"/>
                  </a:lnTo>
                  <a:lnTo>
                    <a:pt x="196" y="74"/>
                  </a:lnTo>
                  <a:lnTo>
                    <a:pt x="196" y="74"/>
                  </a:lnTo>
                  <a:lnTo>
                    <a:pt x="196" y="74"/>
                  </a:lnTo>
                  <a:lnTo>
                    <a:pt x="196" y="74"/>
                  </a:lnTo>
                  <a:lnTo>
                    <a:pt x="196" y="74"/>
                  </a:lnTo>
                  <a:lnTo>
                    <a:pt x="196" y="76"/>
                  </a:lnTo>
                  <a:lnTo>
                    <a:pt x="196" y="76"/>
                  </a:lnTo>
                  <a:lnTo>
                    <a:pt x="198" y="76"/>
                  </a:lnTo>
                  <a:lnTo>
                    <a:pt x="198" y="76"/>
                  </a:lnTo>
                  <a:lnTo>
                    <a:pt x="198" y="78"/>
                  </a:lnTo>
                  <a:lnTo>
                    <a:pt x="200" y="78"/>
                  </a:lnTo>
                  <a:lnTo>
                    <a:pt x="200" y="78"/>
                  </a:lnTo>
                  <a:lnTo>
                    <a:pt x="200" y="78"/>
                  </a:lnTo>
                  <a:lnTo>
                    <a:pt x="200" y="78"/>
                  </a:lnTo>
                  <a:lnTo>
                    <a:pt x="200" y="80"/>
                  </a:lnTo>
                  <a:lnTo>
                    <a:pt x="200" y="80"/>
                  </a:lnTo>
                  <a:lnTo>
                    <a:pt x="200" y="80"/>
                  </a:lnTo>
                  <a:lnTo>
                    <a:pt x="200" y="82"/>
                  </a:lnTo>
                  <a:lnTo>
                    <a:pt x="200" y="84"/>
                  </a:lnTo>
                  <a:lnTo>
                    <a:pt x="200" y="84"/>
                  </a:lnTo>
                  <a:lnTo>
                    <a:pt x="200" y="85"/>
                  </a:lnTo>
                  <a:lnTo>
                    <a:pt x="196" y="87"/>
                  </a:lnTo>
                  <a:lnTo>
                    <a:pt x="191" y="91"/>
                  </a:lnTo>
                  <a:lnTo>
                    <a:pt x="187" y="91"/>
                  </a:lnTo>
                  <a:lnTo>
                    <a:pt x="187" y="91"/>
                  </a:lnTo>
                  <a:lnTo>
                    <a:pt x="185" y="89"/>
                  </a:lnTo>
                  <a:lnTo>
                    <a:pt x="183" y="89"/>
                  </a:lnTo>
                  <a:lnTo>
                    <a:pt x="183" y="89"/>
                  </a:lnTo>
                  <a:lnTo>
                    <a:pt x="181" y="87"/>
                  </a:lnTo>
                  <a:lnTo>
                    <a:pt x="181" y="85"/>
                  </a:lnTo>
                  <a:lnTo>
                    <a:pt x="181" y="82"/>
                  </a:lnTo>
                  <a:lnTo>
                    <a:pt x="179" y="80"/>
                  </a:lnTo>
                  <a:lnTo>
                    <a:pt x="179" y="80"/>
                  </a:lnTo>
                  <a:lnTo>
                    <a:pt x="179" y="80"/>
                  </a:lnTo>
                  <a:lnTo>
                    <a:pt x="177" y="80"/>
                  </a:lnTo>
                  <a:lnTo>
                    <a:pt x="177" y="82"/>
                  </a:lnTo>
                  <a:lnTo>
                    <a:pt x="177" y="82"/>
                  </a:lnTo>
                  <a:lnTo>
                    <a:pt x="177" y="82"/>
                  </a:lnTo>
                  <a:lnTo>
                    <a:pt x="177" y="84"/>
                  </a:lnTo>
                  <a:lnTo>
                    <a:pt x="177" y="84"/>
                  </a:lnTo>
                  <a:lnTo>
                    <a:pt x="177" y="84"/>
                  </a:lnTo>
                  <a:lnTo>
                    <a:pt x="177" y="85"/>
                  </a:lnTo>
                  <a:lnTo>
                    <a:pt x="177" y="87"/>
                  </a:lnTo>
                  <a:lnTo>
                    <a:pt x="177" y="87"/>
                  </a:lnTo>
                  <a:lnTo>
                    <a:pt x="175" y="87"/>
                  </a:lnTo>
                  <a:lnTo>
                    <a:pt x="175" y="87"/>
                  </a:lnTo>
                  <a:lnTo>
                    <a:pt x="175" y="87"/>
                  </a:lnTo>
                  <a:lnTo>
                    <a:pt x="175" y="87"/>
                  </a:lnTo>
                  <a:lnTo>
                    <a:pt x="173" y="85"/>
                  </a:lnTo>
                  <a:lnTo>
                    <a:pt x="173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72" y="87"/>
                  </a:lnTo>
                  <a:lnTo>
                    <a:pt x="172" y="87"/>
                  </a:lnTo>
                  <a:lnTo>
                    <a:pt x="172" y="87"/>
                  </a:lnTo>
                  <a:lnTo>
                    <a:pt x="172" y="89"/>
                  </a:lnTo>
                  <a:lnTo>
                    <a:pt x="170" y="89"/>
                  </a:lnTo>
                  <a:lnTo>
                    <a:pt x="170" y="89"/>
                  </a:lnTo>
                  <a:lnTo>
                    <a:pt x="168" y="87"/>
                  </a:lnTo>
                  <a:lnTo>
                    <a:pt x="168" y="87"/>
                  </a:lnTo>
                  <a:lnTo>
                    <a:pt x="166" y="87"/>
                  </a:lnTo>
                  <a:lnTo>
                    <a:pt x="166" y="87"/>
                  </a:lnTo>
                  <a:lnTo>
                    <a:pt x="162" y="85"/>
                  </a:lnTo>
                  <a:lnTo>
                    <a:pt x="162" y="85"/>
                  </a:lnTo>
                  <a:lnTo>
                    <a:pt x="162" y="85"/>
                  </a:lnTo>
                  <a:lnTo>
                    <a:pt x="160" y="85"/>
                  </a:lnTo>
                  <a:lnTo>
                    <a:pt x="160" y="87"/>
                  </a:lnTo>
                  <a:lnTo>
                    <a:pt x="160" y="87"/>
                  </a:lnTo>
                  <a:lnTo>
                    <a:pt x="160" y="87"/>
                  </a:lnTo>
                  <a:lnTo>
                    <a:pt x="162" y="89"/>
                  </a:lnTo>
                  <a:lnTo>
                    <a:pt x="162" y="89"/>
                  </a:lnTo>
                  <a:lnTo>
                    <a:pt x="164" y="89"/>
                  </a:lnTo>
                  <a:lnTo>
                    <a:pt x="164" y="89"/>
                  </a:lnTo>
                  <a:lnTo>
                    <a:pt x="166" y="91"/>
                  </a:lnTo>
                  <a:lnTo>
                    <a:pt x="164" y="91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2" y="93"/>
                  </a:lnTo>
                  <a:lnTo>
                    <a:pt x="162" y="93"/>
                  </a:lnTo>
                  <a:lnTo>
                    <a:pt x="162" y="93"/>
                  </a:lnTo>
                  <a:lnTo>
                    <a:pt x="162" y="95"/>
                  </a:lnTo>
                  <a:lnTo>
                    <a:pt x="162" y="95"/>
                  </a:lnTo>
                  <a:lnTo>
                    <a:pt x="162" y="95"/>
                  </a:lnTo>
                  <a:lnTo>
                    <a:pt x="162" y="95"/>
                  </a:lnTo>
                  <a:lnTo>
                    <a:pt x="160" y="97"/>
                  </a:lnTo>
                  <a:lnTo>
                    <a:pt x="160" y="97"/>
                  </a:lnTo>
                  <a:lnTo>
                    <a:pt x="158" y="103"/>
                  </a:lnTo>
                  <a:lnTo>
                    <a:pt x="158" y="104"/>
                  </a:lnTo>
                  <a:lnTo>
                    <a:pt x="158" y="106"/>
                  </a:lnTo>
                  <a:lnTo>
                    <a:pt x="158" y="106"/>
                  </a:lnTo>
                  <a:lnTo>
                    <a:pt x="158" y="108"/>
                  </a:lnTo>
                  <a:lnTo>
                    <a:pt x="158" y="108"/>
                  </a:lnTo>
                  <a:lnTo>
                    <a:pt x="158" y="110"/>
                  </a:lnTo>
                  <a:lnTo>
                    <a:pt x="160" y="110"/>
                  </a:lnTo>
                  <a:lnTo>
                    <a:pt x="160" y="110"/>
                  </a:lnTo>
                  <a:lnTo>
                    <a:pt x="162" y="112"/>
                  </a:lnTo>
                  <a:lnTo>
                    <a:pt x="162" y="112"/>
                  </a:lnTo>
                  <a:lnTo>
                    <a:pt x="162" y="114"/>
                  </a:lnTo>
                  <a:lnTo>
                    <a:pt x="162" y="116"/>
                  </a:lnTo>
                  <a:lnTo>
                    <a:pt x="158" y="116"/>
                  </a:lnTo>
                  <a:lnTo>
                    <a:pt x="156" y="118"/>
                  </a:lnTo>
                  <a:lnTo>
                    <a:pt x="154" y="120"/>
                  </a:lnTo>
                  <a:lnTo>
                    <a:pt x="152" y="120"/>
                  </a:lnTo>
                  <a:lnTo>
                    <a:pt x="149" y="122"/>
                  </a:lnTo>
                  <a:lnTo>
                    <a:pt x="147" y="125"/>
                  </a:lnTo>
                  <a:lnTo>
                    <a:pt x="145" y="125"/>
                  </a:lnTo>
                  <a:lnTo>
                    <a:pt x="145" y="125"/>
                  </a:lnTo>
                  <a:lnTo>
                    <a:pt x="141" y="125"/>
                  </a:lnTo>
                  <a:lnTo>
                    <a:pt x="141" y="125"/>
                  </a:lnTo>
                  <a:lnTo>
                    <a:pt x="139" y="127"/>
                  </a:lnTo>
                  <a:lnTo>
                    <a:pt x="137" y="127"/>
                  </a:lnTo>
                  <a:lnTo>
                    <a:pt x="135" y="127"/>
                  </a:lnTo>
                  <a:lnTo>
                    <a:pt x="133" y="127"/>
                  </a:lnTo>
                  <a:lnTo>
                    <a:pt x="131" y="127"/>
                  </a:lnTo>
                  <a:lnTo>
                    <a:pt x="130" y="125"/>
                  </a:lnTo>
                  <a:lnTo>
                    <a:pt x="130" y="125"/>
                  </a:lnTo>
                  <a:lnTo>
                    <a:pt x="128" y="122"/>
                  </a:lnTo>
                  <a:lnTo>
                    <a:pt x="128" y="122"/>
                  </a:lnTo>
                  <a:lnTo>
                    <a:pt x="126" y="120"/>
                  </a:lnTo>
                  <a:lnTo>
                    <a:pt x="126" y="118"/>
                  </a:lnTo>
                  <a:lnTo>
                    <a:pt x="124" y="118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20" y="118"/>
                  </a:lnTo>
                  <a:lnTo>
                    <a:pt x="116" y="120"/>
                  </a:lnTo>
                  <a:lnTo>
                    <a:pt x="116" y="122"/>
                  </a:lnTo>
                  <a:lnTo>
                    <a:pt x="116" y="122"/>
                  </a:lnTo>
                  <a:lnTo>
                    <a:pt x="116" y="124"/>
                  </a:lnTo>
                  <a:lnTo>
                    <a:pt x="116" y="124"/>
                  </a:lnTo>
                  <a:lnTo>
                    <a:pt x="114" y="124"/>
                  </a:lnTo>
                  <a:lnTo>
                    <a:pt x="114" y="125"/>
                  </a:lnTo>
                  <a:lnTo>
                    <a:pt x="111" y="124"/>
                  </a:lnTo>
                  <a:lnTo>
                    <a:pt x="109" y="124"/>
                  </a:lnTo>
                  <a:lnTo>
                    <a:pt x="107" y="125"/>
                  </a:lnTo>
                  <a:lnTo>
                    <a:pt x="105" y="125"/>
                  </a:lnTo>
                  <a:lnTo>
                    <a:pt x="103" y="125"/>
                  </a:lnTo>
                  <a:lnTo>
                    <a:pt x="99" y="124"/>
                  </a:lnTo>
                  <a:lnTo>
                    <a:pt x="99" y="122"/>
                  </a:lnTo>
                  <a:lnTo>
                    <a:pt x="99" y="124"/>
                  </a:lnTo>
                  <a:lnTo>
                    <a:pt x="97" y="122"/>
                  </a:lnTo>
                  <a:lnTo>
                    <a:pt x="93" y="122"/>
                  </a:lnTo>
                  <a:lnTo>
                    <a:pt x="91" y="120"/>
                  </a:lnTo>
                  <a:lnTo>
                    <a:pt x="91" y="120"/>
                  </a:lnTo>
                  <a:lnTo>
                    <a:pt x="90" y="120"/>
                  </a:lnTo>
                  <a:lnTo>
                    <a:pt x="90" y="124"/>
                  </a:lnTo>
                  <a:lnTo>
                    <a:pt x="88" y="125"/>
                  </a:lnTo>
                  <a:lnTo>
                    <a:pt x="84" y="129"/>
                  </a:lnTo>
                  <a:lnTo>
                    <a:pt x="84" y="131"/>
                  </a:lnTo>
                  <a:lnTo>
                    <a:pt x="82" y="133"/>
                  </a:lnTo>
                  <a:lnTo>
                    <a:pt x="82" y="133"/>
                  </a:lnTo>
                  <a:lnTo>
                    <a:pt x="82" y="135"/>
                  </a:lnTo>
                  <a:lnTo>
                    <a:pt x="82" y="135"/>
                  </a:lnTo>
                  <a:lnTo>
                    <a:pt x="80" y="135"/>
                  </a:lnTo>
                  <a:lnTo>
                    <a:pt x="80" y="137"/>
                  </a:lnTo>
                  <a:lnTo>
                    <a:pt x="80" y="135"/>
                  </a:lnTo>
                  <a:lnTo>
                    <a:pt x="78" y="135"/>
                  </a:lnTo>
                  <a:lnTo>
                    <a:pt x="78" y="137"/>
                  </a:lnTo>
                  <a:lnTo>
                    <a:pt x="76" y="139"/>
                  </a:lnTo>
                  <a:lnTo>
                    <a:pt x="76" y="141"/>
                  </a:lnTo>
                  <a:lnTo>
                    <a:pt x="76" y="141"/>
                  </a:lnTo>
                  <a:lnTo>
                    <a:pt x="76" y="143"/>
                  </a:lnTo>
                  <a:lnTo>
                    <a:pt x="76" y="143"/>
                  </a:lnTo>
                  <a:lnTo>
                    <a:pt x="78" y="144"/>
                  </a:lnTo>
                  <a:lnTo>
                    <a:pt x="76" y="144"/>
                  </a:lnTo>
                  <a:lnTo>
                    <a:pt x="76" y="144"/>
                  </a:lnTo>
                  <a:lnTo>
                    <a:pt x="74" y="146"/>
                  </a:lnTo>
                  <a:lnTo>
                    <a:pt x="72" y="146"/>
                  </a:lnTo>
                  <a:lnTo>
                    <a:pt x="71" y="146"/>
                  </a:lnTo>
                  <a:lnTo>
                    <a:pt x="71" y="144"/>
                  </a:lnTo>
                  <a:lnTo>
                    <a:pt x="71" y="143"/>
                  </a:lnTo>
                  <a:lnTo>
                    <a:pt x="71" y="143"/>
                  </a:lnTo>
                  <a:lnTo>
                    <a:pt x="69" y="143"/>
                  </a:lnTo>
                  <a:lnTo>
                    <a:pt x="69" y="141"/>
                  </a:lnTo>
                  <a:lnTo>
                    <a:pt x="69" y="141"/>
                  </a:lnTo>
                  <a:lnTo>
                    <a:pt x="69" y="141"/>
                  </a:lnTo>
                  <a:lnTo>
                    <a:pt x="69" y="139"/>
                  </a:lnTo>
                  <a:lnTo>
                    <a:pt x="67" y="139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5"/>
                  </a:lnTo>
                  <a:lnTo>
                    <a:pt x="65" y="135"/>
                  </a:lnTo>
                  <a:lnTo>
                    <a:pt x="65" y="133"/>
                  </a:lnTo>
                  <a:lnTo>
                    <a:pt x="65" y="133"/>
                  </a:lnTo>
                  <a:lnTo>
                    <a:pt x="65" y="133"/>
                  </a:lnTo>
                  <a:lnTo>
                    <a:pt x="67" y="133"/>
                  </a:lnTo>
                  <a:lnTo>
                    <a:pt x="67" y="133"/>
                  </a:lnTo>
                  <a:lnTo>
                    <a:pt x="67" y="131"/>
                  </a:lnTo>
                  <a:lnTo>
                    <a:pt x="69" y="131"/>
                  </a:lnTo>
                  <a:lnTo>
                    <a:pt x="69" y="131"/>
                  </a:lnTo>
                  <a:lnTo>
                    <a:pt x="69" y="131"/>
                  </a:lnTo>
                  <a:lnTo>
                    <a:pt x="69" y="129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25"/>
                  </a:lnTo>
                  <a:lnTo>
                    <a:pt x="71" y="125"/>
                  </a:lnTo>
                  <a:lnTo>
                    <a:pt x="71" y="125"/>
                  </a:lnTo>
                  <a:lnTo>
                    <a:pt x="69" y="124"/>
                  </a:lnTo>
                  <a:lnTo>
                    <a:pt x="69" y="122"/>
                  </a:lnTo>
                  <a:lnTo>
                    <a:pt x="69" y="120"/>
                  </a:lnTo>
                  <a:lnTo>
                    <a:pt x="67" y="120"/>
                  </a:lnTo>
                  <a:lnTo>
                    <a:pt x="67" y="118"/>
                  </a:lnTo>
                  <a:lnTo>
                    <a:pt x="67" y="118"/>
                  </a:lnTo>
                  <a:lnTo>
                    <a:pt x="67" y="118"/>
                  </a:lnTo>
                  <a:lnTo>
                    <a:pt x="67" y="118"/>
                  </a:lnTo>
                  <a:lnTo>
                    <a:pt x="65" y="118"/>
                  </a:lnTo>
                  <a:lnTo>
                    <a:pt x="65" y="118"/>
                  </a:lnTo>
                  <a:lnTo>
                    <a:pt x="63" y="120"/>
                  </a:lnTo>
                  <a:lnTo>
                    <a:pt x="63" y="120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61" y="120"/>
                  </a:lnTo>
                  <a:lnTo>
                    <a:pt x="61" y="120"/>
                  </a:lnTo>
                  <a:lnTo>
                    <a:pt x="59" y="120"/>
                  </a:lnTo>
                  <a:lnTo>
                    <a:pt x="59" y="118"/>
                  </a:lnTo>
                  <a:lnTo>
                    <a:pt x="59" y="118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59" y="114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9" y="114"/>
                  </a:lnTo>
                  <a:lnTo>
                    <a:pt x="59" y="112"/>
                  </a:lnTo>
                  <a:lnTo>
                    <a:pt x="59" y="112"/>
                  </a:lnTo>
                  <a:lnTo>
                    <a:pt x="59" y="112"/>
                  </a:lnTo>
                  <a:lnTo>
                    <a:pt x="59" y="110"/>
                  </a:lnTo>
                  <a:lnTo>
                    <a:pt x="59" y="110"/>
                  </a:lnTo>
                  <a:lnTo>
                    <a:pt x="59" y="108"/>
                  </a:lnTo>
                  <a:lnTo>
                    <a:pt x="59" y="108"/>
                  </a:lnTo>
                  <a:lnTo>
                    <a:pt x="57" y="108"/>
                  </a:lnTo>
                  <a:lnTo>
                    <a:pt x="57" y="108"/>
                  </a:lnTo>
                  <a:lnTo>
                    <a:pt x="57" y="108"/>
                  </a:lnTo>
                  <a:lnTo>
                    <a:pt x="57" y="108"/>
                  </a:lnTo>
                  <a:lnTo>
                    <a:pt x="57" y="110"/>
                  </a:lnTo>
                  <a:lnTo>
                    <a:pt x="57" y="110"/>
                  </a:lnTo>
                  <a:lnTo>
                    <a:pt x="57" y="110"/>
                  </a:lnTo>
                  <a:lnTo>
                    <a:pt x="55" y="112"/>
                  </a:lnTo>
                  <a:lnTo>
                    <a:pt x="55" y="112"/>
                  </a:lnTo>
                  <a:lnTo>
                    <a:pt x="55" y="112"/>
                  </a:lnTo>
                  <a:lnTo>
                    <a:pt x="53" y="112"/>
                  </a:lnTo>
                  <a:lnTo>
                    <a:pt x="51" y="114"/>
                  </a:lnTo>
                  <a:lnTo>
                    <a:pt x="50" y="114"/>
                  </a:lnTo>
                  <a:lnTo>
                    <a:pt x="50" y="114"/>
                  </a:lnTo>
                  <a:lnTo>
                    <a:pt x="48" y="112"/>
                  </a:lnTo>
                  <a:lnTo>
                    <a:pt x="48" y="112"/>
                  </a:lnTo>
                  <a:lnTo>
                    <a:pt x="48" y="112"/>
                  </a:lnTo>
                  <a:lnTo>
                    <a:pt x="46" y="112"/>
                  </a:lnTo>
                  <a:lnTo>
                    <a:pt x="44" y="110"/>
                  </a:lnTo>
                  <a:lnTo>
                    <a:pt x="44" y="110"/>
                  </a:lnTo>
                  <a:lnTo>
                    <a:pt x="44" y="108"/>
                  </a:lnTo>
                  <a:lnTo>
                    <a:pt x="44" y="108"/>
                  </a:lnTo>
                  <a:lnTo>
                    <a:pt x="44" y="106"/>
                  </a:lnTo>
                  <a:lnTo>
                    <a:pt x="42" y="106"/>
                  </a:lnTo>
                  <a:lnTo>
                    <a:pt x="42" y="106"/>
                  </a:lnTo>
                  <a:lnTo>
                    <a:pt x="42" y="106"/>
                  </a:lnTo>
                  <a:lnTo>
                    <a:pt x="42" y="104"/>
                  </a:lnTo>
                  <a:lnTo>
                    <a:pt x="40" y="104"/>
                  </a:lnTo>
                  <a:lnTo>
                    <a:pt x="36" y="104"/>
                  </a:lnTo>
                  <a:lnTo>
                    <a:pt x="34" y="104"/>
                  </a:lnTo>
                  <a:lnTo>
                    <a:pt x="34" y="103"/>
                  </a:lnTo>
                  <a:lnTo>
                    <a:pt x="34" y="103"/>
                  </a:lnTo>
                  <a:lnTo>
                    <a:pt x="32" y="103"/>
                  </a:lnTo>
                  <a:lnTo>
                    <a:pt x="32" y="101"/>
                  </a:lnTo>
                  <a:lnTo>
                    <a:pt x="32" y="101"/>
                  </a:lnTo>
                  <a:lnTo>
                    <a:pt x="30" y="101"/>
                  </a:lnTo>
                  <a:lnTo>
                    <a:pt x="29" y="103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03"/>
                  </a:lnTo>
                  <a:lnTo>
                    <a:pt x="23" y="103"/>
                  </a:lnTo>
                  <a:lnTo>
                    <a:pt x="19" y="106"/>
                  </a:lnTo>
                  <a:lnTo>
                    <a:pt x="19" y="106"/>
                  </a:lnTo>
                  <a:lnTo>
                    <a:pt x="19" y="106"/>
                  </a:lnTo>
                  <a:lnTo>
                    <a:pt x="17" y="108"/>
                  </a:lnTo>
                  <a:lnTo>
                    <a:pt x="17" y="108"/>
                  </a:lnTo>
                  <a:lnTo>
                    <a:pt x="17" y="108"/>
                  </a:lnTo>
                  <a:lnTo>
                    <a:pt x="15" y="108"/>
                  </a:lnTo>
                  <a:lnTo>
                    <a:pt x="10" y="106"/>
                  </a:lnTo>
                  <a:lnTo>
                    <a:pt x="4" y="106"/>
                  </a:lnTo>
                  <a:lnTo>
                    <a:pt x="4" y="108"/>
                  </a:lnTo>
                  <a:lnTo>
                    <a:pt x="4" y="110"/>
                  </a:lnTo>
                  <a:lnTo>
                    <a:pt x="6" y="110"/>
                  </a:lnTo>
                  <a:lnTo>
                    <a:pt x="6" y="110"/>
                  </a:lnTo>
                  <a:lnTo>
                    <a:pt x="8" y="112"/>
                  </a:lnTo>
                  <a:lnTo>
                    <a:pt x="8" y="112"/>
                  </a:lnTo>
                  <a:lnTo>
                    <a:pt x="8" y="114"/>
                  </a:lnTo>
                  <a:lnTo>
                    <a:pt x="8" y="114"/>
                  </a:lnTo>
                  <a:lnTo>
                    <a:pt x="8" y="116"/>
                  </a:lnTo>
                  <a:lnTo>
                    <a:pt x="6" y="116"/>
                  </a:lnTo>
                  <a:lnTo>
                    <a:pt x="6" y="118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0" y="120"/>
                  </a:lnTo>
                  <a:lnTo>
                    <a:pt x="0" y="122"/>
                  </a:lnTo>
                  <a:lnTo>
                    <a:pt x="0" y="124"/>
                  </a:lnTo>
                  <a:lnTo>
                    <a:pt x="0" y="125"/>
                  </a:lnTo>
                  <a:lnTo>
                    <a:pt x="0" y="125"/>
                  </a:lnTo>
                  <a:lnTo>
                    <a:pt x="0" y="127"/>
                  </a:lnTo>
                  <a:lnTo>
                    <a:pt x="2" y="127"/>
                  </a:lnTo>
                  <a:lnTo>
                    <a:pt x="2" y="127"/>
                  </a:lnTo>
                  <a:lnTo>
                    <a:pt x="4" y="127"/>
                  </a:lnTo>
                  <a:lnTo>
                    <a:pt x="4" y="127"/>
                  </a:lnTo>
                  <a:lnTo>
                    <a:pt x="4" y="127"/>
                  </a:lnTo>
                  <a:lnTo>
                    <a:pt x="6" y="127"/>
                  </a:lnTo>
                  <a:lnTo>
                    <a:pt x="6" y="127"/>
                  </a:lnTo>
                  <a:lnTo>
                    <a:pt x="8" y="125"/>
                  </a:lnTo>
                  <a:lnTo>
                    <a:pt x="8" y="125"/>
                  </a:lnTo>
                  <a:lnTo>
                    <a:pt x="10" y="125"/>
                  </a:lnTo>
                  <a:lnTo>
                    <a:pt x="10" y="125"/>
                  </a:lnTo>
                  <a:lnTo>
                    <a:pt x="10" y="125"/>
                  </a:lnTo>
                  <a:lnTo>
                    <a:pt x="10" y="125"/>
                  </a:lnTo>
                  <a:lnTo>
                    <a:pt x="10" y="125"/>
                  </a:lnTo>
                  <a:lnTo>
                    <a:pt x="11" y="124"/>
                  </a:lnTo>
                  <a:lnTo>
                    <a:pt x="11" y="125"/>
                  </a:lnTo>
                  <a:lnTo>
                    <a:pt x="11" y="125"/>
                  </a:lnTo>
                  <a:lnTo>
                    <a:pt x="13" y="125"/>
                  </a:lnTo>
                  <a:lnTo>
                    <a:pt x="13" y="127"/>
                  </a:lnTo>
                  <a:lnTo>
                    <a:pt x="13" y="129"/>
                  </a:lnTo>
                  <a:lnTo>
                    <a:pt x="11" y="133"/>
                  </a:lnTo>
                  <a:lnTo>
                    <a:pt x="11" y="135"/>
                  </a:lnTo>
                  <a:lnTo>
                    <a:pt x="10" y="144"/>
                  </a:lnTo>
                  <a:lnTo>
                    <a:pt x="10" y="144"/>
                  </a:lnTo>
                  <a:lnTo>
                    <a:pt x="11" y="146"/>
                  </a:lnTo>
                  <a:lnTo>
                    <a:pt x="13" y="148"/>
                  </a:lnTo>
                  <a:lnTo>
                    <a:pt x="13" y="150"/>
                  </a:lnTo>
                  <a:lnTo>
                    <a:pt x="13" y="150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6"/>
                  </a:lnTo>
                  <a:lnTo>
                    <a:pt x="11" y="156"/>
                  </a:lnTo>
                  <a:lnTo>
                    <a:pt x="11" y="156"/>
                  </a:lnTo>
                  <a:lnTo>
                    <a:pt x="8" y="156"/>
                  </a:lnTo>
                  <a:lnTo>
                    <a:pt x="8" y="156"/>
                  </a:lnTo>
                  <a:lnTo>
                    <a:pt x="8" y="158"/>
                  </a:lnTo>
                  <a:lnTo>
                    <a:pt x="6" y="158"/>
                  </a:lnTo>
                  <a:lnTo>
                    <a:pt x="6" y="160"/>
                  </a:lnTo>
                  <a:lnTo>
                    <a:pt x="8" y="160"/>
                  </a:lnTo>
                  <a:lnTo>
                    <a:pt x="8" y="160"/>
                  </a:lnTo>
                  <a:lnTo>
                    <a:pt x="8" y="162"/>
                  </a:lnTo>
                  <a:lnTo>
                    <a:pt x="10" y="163"/>
                  </a:lnTo>
                  <a:lnTo>
                    <a:pt x="10" y="163"/>
                  </a:lnTo>
                  <a:lnTo>
                    <a:pt x="11" y="165"/>
                  </a:lnTo>
                  <a:lnTo>
                    <a:pt x="11" y="167"/>
                  </a:lnTo>
                  <a:lnTo>
                    <a:pt x="11" y="169"/>
                  </a:lnTo>
                  <a:lnTo>
                    <a:pt x="13" y="171"/>
                  </a:lnTo>
                  <a:lnTo>
                    <a:pt x="13" y="171"/>
                  </a:lnTo>
                  <a:lnTo>
                    <a:pt x="15" y="171"/>
                  </a:lnTo>
                  <a:lnTo>
                    <a:pt x="15" y="171"/>
                  </a:lnTo>
                  <a:lnTo>
                    <a:pt x="15" y="171"/>
                  </a:lnTo>
                  <a:lnTo>
                    <a:pt x="15" y="169"/>
                  </a:lnTo>
                  <a:lnTo>
                    <a:pt x="17" y="169"/>
                  </a:lnTo>
                  <a:lnTo>
                    <a:pt x="17" y="167"/>
                  </a:lnTo>
                  <a:lnTo>
                    <a:pt x="17" y="167"/>
                  </a:lnTo>
                  <a:lnTo>
                    <a:pt x="17" y="167"/>
                  </a:lnTo>
                  <a:lnTo>
                    <a:pt x="17" y="167"/>
                  </a:lnTo>
                  <a:lnTo>
                    <a:pt x="19" y="167"/>
                  </a:lnTo>
                  <a:lnTo>
                    <a:pt x="21" y="167"/>
                  </a:lnTo>
                  <a:lnTo>
                    <a:pt x="23" y="167"/>
                  </a:lnTo>
                  <a:lnTo>
                    <a:pt x="25" y="167"/>
                  </a:lnTo>
                  <a:lnTo>
                    <a:pt x="27" y="167"/>
                  </a:lnTo>
                  <a:lnTo>
                    <a:pt x="29" y="167"/>
                  </a:lnTo>
                  <a:lnTo>
                    <a:pt x="29" y="167"/>
                  </a:lnTo>
                  <a:lnTo>
                    <a:pt x="29" y="165"/>
                  </a:lnTo>
                  <a:lnTo>
                    <a:pt x="30" y="165"/>
                  </a:lnTo>
                  <a:lnTo>
                    <a:pt x="32" y="163"/>
                  </a:lnTo>
                  <a:lnTo>
                    <a:pt x="32" y="163"/>
                  </a:lnTo>
                  <a:lnTo>
                    <a:pt x="34" y="163"/>
                  </a:lnTo>
                  <a:lnTo>
                    <a:pt x="34" y="163"/>
                  </a:lnTo>
                  <a:lnTo>
                    <a:pt x="36" y="163"/>
                  </a:lnTo>
                  <a:lnTo>
                    <a:pt x="36" y="165"/>
                  </a:lnTo>
                  <a:lnTo>
                    <a:pt x="38" y="165"/>
                  </a:lnTo>
                  <a:lnTo>
                    <a:pt x="40" y="165"/>
                  </a:lnTo>
                  <a:lnTo>
                    <a:pt x="40" y="165"/>
                  </a:lnTo>
                  <a:lnTo>
                    <a:pt x="42" y="167"/>
                  </a:lnTo>
                  <a:lnTo>
                    <a:pt x="42" y="167"/>
                  </a:lnTo>
                  <a:lnTo>
                    <a:pt x="44" y="169"/>
                  </a:lnTo>
                  <a:lnTo>
                    <a:pt x="44" y="169"/>
                  </a:lnTo>
                  <a:lnTo>
                    <a:pt x="44" y="171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77"/>
                  </a:lnTo>
                  <a:lnTo>
                    <a:pt x="48" y="177"/>
                  </a:lnTo>
                  <a:lnTo>
                    <a:pt x="48" y="177"/>
                  </a:lnTo>
                  <a:lnTo>
                    <a:pt x="50" y="177"/>
                  </a:lnTo>
                  <a:lnTo>
                    <a:pt x="50" y="177"/>
                  </a:lnTo>
                  <a:lnTo>
                    <a:pt x="51" y="175"/>
                  </a:lnTo>
                  <a:lnTo>
                    <a:pt x="51" y="175"/>
                  </a:lnTo>
                  <a:lnTo>
                    <a:pt x="53" y="175"/>
                  </a:lnTo>
                  <a:lnTo>
                    <a:pt x="53" y="177"/>
                  </a:lnTo>
                  <a:lnTo>
                    <a:pt x="55" y="177"/>
                  </a:lnTo>
                  <a:lnTo>
                    <a:pt x="55" y="181"/>
                  </a:lnTo>
                  <a:lnTo>
                    <a:pt x="55" y="181"/>
                  </a:lnTo>
                  <a:lnTo>
                    <a:pt x="57" y="181"/>
                  </a:lnTo>
                  <a:lnTo>
                    <a:pt x="57" y="181"/>
                  </a:lnTo>
                  <a:lnTo>
                    <a:pt x="59" y="181"/>
                  </a:lnTo>
                  <a:lnTo>
                    <a:pt x="59" y="181"/>
                  </a:lnTo>
                  <a:lnTo>
                    <a:pt x="61" y="181"/>
                  </a:lnTo>
                  <a:lnTo>
                    <a:pt x="61" y="179"/>
                  </a:lnTo>
                  <a:lnTo>
                    <a:pt x="63" y="179"/>
                  </a:lnTo>
                  <a:lnTo>
                    <a:pt x="65" y="179"/>
                  </a:lnTo>
                  <a:lnTo>
                    <a:pt x="65" y="177"/>
                  </a:lnTo>
                  <a:lnTo>
                    <a:pt x="67" y="177"/>
                  </a:lnTo>
                  <a:lnTo>
                    <a:pt x="67" y="177"/>
                  </a:lnTo>
                  <a:lnTo>
                    <a:pt x="67" y="179"/>
                  </a:lnTo>
                  <a:lnTo>
                    <a:pt x="69" y="179"/>
                  </a:lnTo>
                  <a:lnTo>
                    <a:pt x="71" y="179"/>
                  </a:lnTo>
                  <a:lnTo>
                    <a:pt x="72" y="179"/>
                  </a:lnTo>
                  <a:lnTo>
                    <a:pt x="74" y="179"/>
                  </a:lnTo>
                  <a:lnTo>
                    <a:pt x="74" y="179"/>
                  </a:lnTo>
                  <a:lnTo>
                    <a:pt x="74" y="177"/>
                  </a:lnTo>
                  <a:lnTo>
                    <a:pt x="74" y="177"/>
                  </a:lnTo>
                  <a:lnTo>
                    <a:pt x="74" y="177"/>
                  </a:lnTo>
                  <a:lnTo>
                    <a:pt x="74" y="177"/>
                  </a:lnTo>
                  <a:lnTo>
                    <a:pt x="78" y="175"/>
                  </a:lnTo>
                  <a:lnTo>
                    <a:pt x="78" y="175"/>
                  </a:lnTo>
                  <a:lnTo>
                    <a:pt x="80" y="175"/>
                  </a:lnTo>
                  <a:lnTo>
                    <a:pt x="80" y="175"/>
                  </a:lnTo>
                  <a:lnTo>
                    <a:pt x="80" y="177"/>
                  </a:lnTo>
                  <a:lnTo>
                    <a:pt x="80" y="179"/>
                  </a:lnTo>
                  <a:lnTo>
                    <a:pt x="78" y="179"/>
                  </a:lnTo>
                  <a:lnTo>
                    <a:pt x="80" y="181"/>
                  </a:lnTo>
                  <a:lnTo>
                    <a:pt x="80" y="181"/>
                  </a:lnTo>
                  <a:lnTo>
                    <a:pt x="80" y="181"/>
                  </a:lnTo>
                  <a:lnTo>
                    <a:pt x="80" y="181"/>
                  </a:lnTo>
                  <a:lnTo>
                    <a:pt x="82" y="181"/>
                  </a:lnTo>
                  <a:lnTo>
                    <a:pt x="82" y="181"/>
                  </a:lnTo>
                  <a:lnTo>
                    <a:pt x="82" y="179"/>
                  </a:lnTo>
                  <a:lnTo>
                    <a:pt x="84" y="179"/>
                  </a:lnTo>
                  <a:lnTo>
                    <a:pt x="86" y="179"/>
                  </a:lnTo>
                  <a:lnTo>
                    <a:pt x="86" y="179"/>
                  </a:lnTo>
                  <a:lnTo>
                    <a:pt x="86" y="181"/>
                  </a:lnTo>
                  <a:lnTo>
                    <a:pt x="88" y="182"/>
                  </a:lnTo>
                  <a:lnTo>
                    <a:pt x="88" y="184"/>
                  </a:lnTo>
                  <a:lnTo>
                    <a:pt x="88" y="184"/>
                  </a:lnTo>
                  <a:lnTo>
                    <a:pt x="88" y="184"/>
                  </a:lnTo>
                  <a:lnTo>
                    <a:pt x="88" y="186"/>
                  </a:lnTo>
                  <a:lnTo>
                    <a:pt x="86" y="186"/>
                  </a:lnTo>
                  <a:lnTo>
                    <a:pt x="86" y="186"/>
                  </a:lnTo>
                  <a:lnTo>
                    <a:pt x="86" y="186"/>
                  </a:lnTo>
                  <a:lnTo>
                    <a:pt x="84" y="186"/>
                  </a:lnTo>
                  <a:lnTo>
                    <a:pt x="84" y="188"/>
                  </a:lnTo>
                  <a:lnTo>
                    <a:pt x="84" y="188"/>
                  </a:lnTo>
                  <a:lnTo>
                    <a:pt x="84" y="188"/>
                  </a:lnTo>
                  <a:lnTo>
                    <a:pt x="84" y="190"/>
                  </a:lnTo>
                  <a:lnTo>
                    <a:pt x="86" y="190"/>
                  </a:lnTo>
                  <a:lnTo>
                    <a:pt x="86" y="192"/>
                  </a:lnTo>
                  <a:lnTo>
                    <a:pt x="86" y="192"/>
                  </a:lnTo>
                  <a:lnTo>
                    <a:pt x="86" y="192"/>
                  </a:lnTo>
                  <a:lnTo>
                    <a:pt x="86" y="194"/>
                  </a:lnTo>
                  <a:lnTo>
                    <a:pt x="86" y="194"/>
                  </a:lnTo>
                  <a:lnTo>
                    <a:pt x="86" y="196"/>
                  </a:lnTo>
                  <a:lnTo>
                    <a:pt x="88" y="198"/>
                  </a:lnTo>
                  <a:lnTo>
                    <a:pt x="88" y="200"/>
                  </a:lnTo>
                  <a:lnTo>
                    <a:pt x="91" y="203"/>
                  </a:lnTo>
                  <a:lnTo>
                    <a:pt x="91" y="203"/>
                  </a:lnTo>
                  <a:lnTo>
                    <a:pt x="95" y="205"/>
                  </a:lnTo>
                  <a:lnTo>
                    <a:pt x="97" y="205"/>
                  </a:lnTo>
                  <a:lnTo>
                    <a:pt x="97" y="205"/>
                  </a:lnTo>
                  <a:lnTo>
                    <a:pt x="97" y="207"/>
                  </a:lnTo>
                  <a:lnTo>
                    <a:pt x="97" y="209"/>
                  </a:lnTo>
                  <a:lnTo>
                    <a:pt x="97" y="209"/>
                  </a:lnTo>
                  <a:lnTo>
                    <a:pt x="97" y="211"/>
                  </a:lnTo>
                  <a:lnTo>
                    <a:pt x="95" y="211"/>
                  </a:lnTo>
                  <a:lnTo>
                    <a:pt x="95" y="211"/>
                  </a:lnTo>
                  <a:lnTo>
                    <a:pt x="95" y="213"/>
                  </a:lnTo>
                  <a:lnTo>
                    <a:pt x="93" y="213"/>
                  </a:lnTo>
                  <a:lnTo>
                    <a:pt x="93" y="213"/>
                  </a:lnTo>
                  <a:lnTo>
                    <a:pt x="95" y="215"/>
                  </a:lnTo>
                  <a:lnTo>
                    <a:pt x="95" y="219"/>
                  </a:lnTo>
                  <a:lnTo>
                    <a:pt x="95" y="221"/>
                  </a:lnTo>
                  <a:lnTo>
                    <a:pt x="97" y="222"/>
                  </a:lnTo>
                  <a:lnTo>
                    <a:pt x="97" y="224"/>
                  </a:lnTo>
                  <a:lnTo>
                    <a:pt x="97" y="226"/>
                  </a:lnTo>
                  <a:lnTo>
                    <a:pt x="99" y="228"/>
                  </a:lnTo>
                  <a:lnTo>
                    <a:pt x="99" y="232"/>
                  </a:lnTo>
                  <a:lnTo>
                    <a:pt x="103" y="241"/>
                  </a:lnTo>
                  <a:lnTo>
                    <a:pt x="105" y="243"/>
                  </a:lnTo>
                  <a:lnTo>
                    <a:pt x="105" y="245"/>
                  </a:lnTo>
                  <a:lnTo>
                    <a:pt x="107" y="247"/>
                  </a:lnTo>
                  <a:lnTo>
                    <a:pt x="109" y="251"/>
                  </a:lnTo>
                  <a:lnTo>
                    <a:pt x="111" y="251"/>
                  </a:lnTo>
                  <a:lnTo>
                    <a:pt x="111" y="251"/>
                  </a:lnTo>
                  <a:lnTo>
                    <a:pt x="111" y="253"/>
                  </a:lnTo>
                  <a:lnTo>
                    <a:pt x="114" y="257"/>
                  </a:lnTo>
                  <a:lnTo>
                    <a:pt x="118" y="260"/>
                  </a:lnTo>
                  <a:lnTo>
                    <a:pt x="120" y="260"/>
                  </a:lnTo>
                  <a:lnTo>
                    <a:pt x="120" y="262"/>
                  </a:lnTo>
                  <a:lnTo>
                    <a:pt x="120" y="262"/>
                  </a:lnTo>
                  <a:lnTo>
                    <a:pt x="120" y="262"/>
                  </a:lnTo>
                  <a:lnTo>
                    <a:pt x="120" y="264"/>
                  </a:lnTo>
                  <a:lnTo>
                    <a:pt x="120" y="266"/>
                  </a:lnTo>
                  <a:lnTo>
                    <a:pt x="122" y="266"/>
                  </a:lnTo>
                  <a:lnTo>
                    <a:pt x="122" y="266"/>
                  </a:lnTo>
                  <a:lnTo>
                    <a:pt x="124" y="266"/>
                  </a:lnTo>
                  <a:lnTo>
                    <a:pt x="124" y="266"/>
                  </a:lnTo>
                  <a:lnTo>
                    <a:pt x="124" y="266"/>
                  </a:lnTo>
                  <a:lnTo>
                    <a:pt x="126" y="266"/>
                  </a:lnTo>
                  <a:lnTo>
                    <a:pt x="128" y="268"/>
                  </a:lnTo>
                  <a:lnTo>
                    <a:pt x="130" y="268"/>
                  </a:lnTo>
                  <a:lnTo>
                    <a:pt x="131" y="268"/>
                  </a:lnTo>
                  <a:lnTo>
                    <a:pt x="133" y="270"/>
                  </a:lnTo>
                  <a:lnTo>
                    <a:pt x="137" y="276"/>
                  </a:lnTo>
                  <a:lnTo>
                    <a:pt x="145" y="283"/>
                  </a:lnTo>
                  <a:lnTo>
                    <a:pt x="145" y="285"/>
                  </a:lnTo>
                  <a:lnTo>
                    <a:pt x="147" y="287"/>
                  </a:lnTo>
                  <a:lnTo>
                    <a:pt x="147" y="289"/>
                  </a:lnTo>
                  <a:lnTo>
                    <a:pt x="147" y="289"/>
                  </a:lnTo>
                  <a:lnTo>
                    <a:pt x="149" y="291"/>
                  </a:lnTo>
                  <a:lnTo>
                    <a:pt x="149" y="293"/>
                  </a:lnTo>
                  <a:lnTo>
                    <a:pt x="149" y="293"/>
                  </a:lnTo>
                  <a:lnTo>
                    <a:pt x="149" y="295"/>
                  </a:lnTo>
                  <a:lnTo>
                    <a:pt x="147" y="295"/>
                  </a:lnTo>
                  <a:lnTo>
                    <a:pt x="147" y="293"/>
                  </a:lnTo>
                  <a:lnTo>
                    <a:pt x="145" y="291"/>
                  </a:lnTo>
                  <a:lnTo>
                    <a:pt x="145" y="291"/>
                  </a:lnTo>
                  <a:lnTo>
                    <a:pt x="145" y="291"/>
                  </a:lnTo>
                  <a:lnTo>
                    <a:pt x="143" y="293"/>
                  </a:lnTo>
                  <a:lnTo>
                    <a:pt x="143" y="295"/>
                  </a:lnTo>
                  <a:lnTo>
                    <a:pt x="141" y="295"/>
                  </a:lnTo>
                  <a:lnTo>
                    <a:pt x="141" y="295"/>
                  </a:lnTo>
                  <a:lnTo>
                    <a:pt x="139" y="297"/>
                  </a:lnTo>
                  <a:lnTo>
                    <a:pt x="137" y="297"/>
                  </a:lnTo>
                  <a:lnTo>
                    <a:pt x="137" y="297"/>
                  </a:lnTo>
                  <a:lnTo>
                    <a:pt x="137" y="297"/>
                  </a:lnTo>
                  <a:lnTo>
                    <a:pt x="135" y="298"/>
                  </a:lnTo>
                  <a:lnTo>
                    <a:pt x="137" y="298"/>
                  </a:lnTo>
                  <a:lnTo>
                    <a:pt x="137" y="300"/>
                  </a:lnTo>
                  <a:lnTo>
                    <a:pt x="139" y="302"/>
                  </a:lnTo>
                  <a:lnTo>
                    <a:pt x="139" y="302"/>
                  </a:lnTo>
                  <a:lnTo>
                    <a:pt x="141" y="302"/>
                  </a:lnTo>
                  <a:lnTo>
                    <a:pt x="141" y="300"/>
                  </a:lnTo>
                  <a:lnTo>
                    <a:pt x="141" y="300"/>
                  </a:lnTo>
                  <a:lnTo>
                    <a:pt x="141" y="300"/>
                  </a:lnTo>
                  <a:lnTo>
                    <a:pt x="143" y="298"/>
                  </a:lnTo>
                  <a:lnTo>
                    <a:pt x="143" y="298"/>
                  </a:lnTo>
                  <a:lnTo>
                    <a:pt x="143" y="298"/>
                  </a:lnTo>
                  <a:lnTo>
                    <a:pt x="145" y="300"/>
                  </a:lnTo>
                  <a:lnTo>
                    <a:pt x="145" y="300"/>
                  </a:lnTo>
                  <a:lnTo>
                    <a:pt x="145" y="302"/>
                  </a:lnTo>
                  <a:lnTo>
                    <a:pt x="143" y="304"/>
                  </a:lnTo>
                  <a:lnTo>
                    <a:pt x="141" y="306"/>
                  </a:lnTo>
                  <a:lnTo>
                    <a:pt x="141" y="306"/>
                  </a:lnTo>
                  <a:lnTo>
                    <a:pt x="141" y="308"/>
                  </a:lnTo>
                  <a:lnTo>
                    <a:pt x="139" y="308"/>
                  </a:lnTo>
                  <a:lnTo>
                    <a:pt x="139" y="310"/>
                  </a:lnTo>
                  <a:lnTo>
                    <a:pt x="139" y="310"/>
                  </a:lnTo>
                  <a:lnTo>
                    <a:pt x="139" y="310"/>
                  </a:lnTo>
                  <a:lnTo>
                    <a:pt x="139" y="310"/>
                  </a:lnTo>
                  <a:lnTo>
                    <a:pt x="139" y="310"/>
                  </a:lnTo>
                  <a:lnTo>
                    <a:pt x="139" y="312"/>
                  </a:lnTo>
                  <a:lnTo>
                    <a:pt x="139" y="312"/>
                  </a:lnTo>
                  <a:lnTo>
                    <a:pt x="141" y="314"/>
                  </a:lnTo>
                  <a:lnTo>
                    <a:pt x="141" y="314"/>
                  </a:lnTo>
                  <a:lnTo>
                    <a:pt x="139" y="314"/>
                  </a:lnTo>
                  <a:lnTo>
                    <a:pt x="139" y="316"/>
                  </a:lnTo>
                  <a:lnTo>
                    <a:pt x="139" y="316"/>
                  </a:lnTo>
                  <a:lnTo>
                    <a:pt x="137" y="316"/>
                  </a:lnTo>
                  <a:lnTo>
                    <a:pt x="135" y="316"/>
                  </a:lnTo>
                  <a:lnTo>
                    <a:pt x="135" y="316"/>
                  </a:lnTo>
                  <a:lnTo>
                    <a:pt x="135" y="318"/>
                  </a:lnTo>
                  <a:lnTo>
                    <a:pt x="135" y="319"/>
                  </a:lnTo>
                  <a:lnTo>
                    <a:pt x="139" y="321"/>
                  </a:lnTo>
                  <a:lnTo>
                    <a:pt x="139" y="321"/>
                  </a:lnTo>
                  <a:lnTo>
                    <a:pt x="139" y="323"/>
                  </a:lnTo>
                  <a:lnTo>
                    <a:pt x="139" y="323"/>
                  </a:lnTo>
                  <a:lnTo>
                    <a:pt x="139" y="325"/>
                  </a:lnTo>
                  <a:lnTo>
                    <a:pt x="139" y="325"/>
                  </a:lnTo>
                  <a:lnTo>
                    <a:pt x="141" y="327"/>
                  </a:lnTo>
                  <a:lnTo>
                    <a:pt x="141" y="327"/>
                  </a:lnTo>
                  <a:lnTo>
                    <a:pt x="151" y="325"/>
                  </a:lnTo>
                  <a:lnTo>
                    <a:pt x="152" y="327"/>
                  </a:lnTo>
                  <a:lnTo>
                    <a:pt x="154" y="329"/>
                  </a:lnTo>
                  <a:lnTo>
                    <a:pt x="158" y="331"/>
                  </a:lnTo>
                  <a:lnTo>
                    <a:pt x="160" y="329"/>
                  </a:lnTo>
                  <a:lnTo>
                    <a:pt x="162" y="327"/>
                  </a:lnTo>
                  <a:lnTo>
                    <a:pt x="162" y="327"/>
                  </a:lnTo>
                  <a:lnTo>
                    <a:pt x="162" y="327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0" y="323"/>
                  </a:lnTo>
                  <a:lnTo>
                    <a:pt x="160" y="323"/>
                  </a:lnTo>
                  <a:lnTo>
                    <a:pt x="160" y="321"/>
                  </a:lnTo>
                  <a:lnTo>
                    <a:pt x="158" y="321"/>
                  </a:lnTo>
                  <a:lnTo>
                    <a:pt x="158" y="319"/>
                  </a:lnTo>
                  <a:lnTo>
                    <a:pt x="158" y="319"/>
                  </a:lnTo>
                  <a:lnTo>
                    <a:pt x="158" y="318"/>
                  </a:lnTo>
                  <a:lnTo>
                    <a:pt x="158" y="316"/>
                  </a:lnTo>
                  <a:lnTo>
                    <a:pt x="156" y="312"/>
                  </a:lnTo>
                  <a:lnTo>
                    <a:pt x="156" y="308"/>
                  </a:lnTo>
                  <a:lnTo>
                    <a:pt x="156" y="308"/>
                  </a:lnTo>
                  <a:lnTo>
                    <a:pt x="156" y="306"/>
                  </a:lnTo>
                  <a:lnTo>
                    <a:pt x="156" y="304"/>
                  </a:lnTo>
                  <a:lnTo>
                    <a:pt x="156" y="304"/>
                  </a:lnTo>
                  <a:lnTo>
                    <a:pt x="158" y="304"/>
                  </a:lnTo>
                  <a:lnTo>
                    <a:pt x="158" y="302"/>
                  </a:lnTo>
                  <a:lnTo>
                    <a:pt x="158" y="302"/>
                  </a:lnTo>
                  <a:lnTo>
                    <a:pt x="158" y="302"/>
                  </a:lnTo>
                  <a:lnTo>
                    <a:pt x="160" y="304"/>
                  </a:lnTo>
                  <a:lnTo>
                    <a:pt x="162" y="304"/>
                  </a:lnTo>
                  <a:lnTo>
                    <a:pt x="162" y="304"/>
                  </a:lnTo>
                  <a:lnTo>
                    <a:pt x="164" y="304"/>
                  </a:lnTo>
                  <a:lnTo>
                    <a:pt x="164" y="302"/>
                  </a:lnTo>
                  <a:lnTo>
                    <a:pt x="164" y="302"/>
                  </a:lnTo>
                  <a:lnTo>
                    <a:pt x="166" y="302"/>
                  </a:lnTo>
                  <a:lnTo>
                    <a:pt x="166" y="302"/>
                  </a:lnTo>
                  <a:lnTo>
                    <a:pt x="170" y="306"/>
                  </a:lnTo>
                  <a:lnTo>
                    <a:pt x="172" y="306"/>
                  </a:lnTo>
                  <a:lnTo>
                    <a:pt x="172" y="306"/>
                  </a:lnTo>
                  <a:lnTo>
                    <a:pt x="173" y="304"/>
                  </a:lnTo>
                  <a:lnTo>
                    <a:pt x="173" y="302"/>
                  </a:lnTo>
                  <a:lnTo>
                    <a:pt x="173" y="302"/>
                  </a:lnTo>
                  <a:lnTo>
                    <a:pt x="173" y="300"/>
                  </a:lnTo>
                  <a:lnTo>
                    <a:pt x="172" y="300"/>
                  </a:lnTo>
                  <a:lnTo>
                    <a:pt x="170" y="300"/>
                  </a:lnTo>
                  <a:lnTo>
                    <a:pt x="170" y="298"/>
                  </a:lnTo>
                  <a:lnTo>
                    <a:pt x="170" y="298"/>
                  </a:lnTo>
                  <a:lnTo>
                    <a:pt x="170" y="298"/>
                  </a:lnTo>
                  <a:lnTo>
                    <a:pt x="172" y="298"/>
                  </a:lnTo>
                  <a:lnTo>
                    <a:pt x="172" y="297"/>
                  </a:lnTo>
                  <a:lnTo>
                    <a:pt x="173" y="297"/>
                  </a:lnTo>
                  <a:lnTo>
                    <a:pt x="173" y="297"/>
                  </a:lnTo>
                  <a:lnTo>
                    <a:pt x="173" y="295"/>
                  </a:lnTo>
                  <a:lnTo>
                    <a:pt x="172" y="295"/>
                  </a:lnTo>
                  <a:lnTo>
                    <a:pt x="170" y="295"/>
                  </a:lnTo>
                  <a:lnTo>
                    <a:pt x="170" y="293"/>
                  </a:lnTo>
                  <a:lnTo>
                    <a:pt x="170" y="293"/>
                  </a:lnTo>
                  <a:lnTo>
                    <a:pt x="170" y="291"/>
                  </a:lnTo>
                  <a:lnTo>
                    <a:pt x="170" y="289"/>
                  </a:lnTo>
                  <a:lnTo>
                    <a:pt x="170" y="289"/>
                  </a:lnTo>
                  <a:lnTo>
                    <a:pt x="172" y="291"/>
                  </a:lnTo>
                  <a:lnTo>
                    <a:pt x="172" y="291"/>
                  </a:lnTo>
                  <a:lnTo>
                    <a:pt x="173" y="291"/>
                  </a:lnTo>
                  <a:lnTo>
                    <a:pt x="173" y="291"/>
                  </a:lnTo>
                  <a:lnTo>
                    <a:pt x="173" y="293"/>
                  </a:lnTo>
                  <a:lnTo>
                    <a:pt x="173" y="293"/>
                  </a:lnTo>
                  <a:lnTo>
                    <a:pt x="173" y="293"/>
                  </a:lnTo>
                  <a:lnTo>
                    <a:pt x="175" y="295"/>
                  </a:lnTo>
                  <a:lnTo>
                    <a:pt x="175" y="295"/>
                  </a:lnTo>
                  <a:lnTo>
                    <a:pt x="175" y="295"/>
                  </a:lnTo>
                  <a:lnTo>
                    <a:pt x="179" y="293"/>
                  </a:lnTo>
                  <a:lnTo>
                    <a:pt x="181" y="293"/>
                  </a:lnTo>
                  <a:lnTo>
                    <a:pt x="183" y="293"/>
                  </a:lnTo>
                  <a:lnTo>
                    <a:pt x="183" y="293"/>
                  </a:lnTo>
                  <a:lnTo>
                    <a:pt x="185" y="297"/>
                  </a:lnTo>
                  <a:lnTo>
                    <a:pt x="187" y="298"/>
                  </a:lnTo>
                  <a:lnTo>
                    <a:pt x="187" y="298"/>
                  </a:lnTo>
                  <a:lnTo>
                    <a:pt x="187" y="298"/>
                  </a:lnTo>
                  <a:lnTo>
                    <a:pt x="185" y="298"/>
                  </a:lnTo>
                  <a:lnTo>
                    <a:pt x="185" y="298"/>
                  </a:lnTo>
                  <a:lnTo>
                    <a:pt x="183" y="298"/>
                  </a:lnTo>
                  <a:lnTo>
                    <a:pt x="183" y="298"/>
                  </a:lnTo>
                  <a:lnTo>
                    <a:pt x="183" y="298"/>
                  </a:lnTo>
                  <a:lnTo>
                    <a:pt x="183" y="298"/>
                  </a:lnTo>
                  <a:lnTo>
                    <a:pt x="183" y="298"/>
                  </a:lnTo>
                  <a:lnTo>
                    <a:pt x="183" y="300"/>
                  </a:lnTo>
                  <a:lnTo>
                    <a:pt x="185" y="300"/>
                  </a:lnTo>
                  <a:lnTo>
                    <a:pt x="185" y="302"/>
                  </a:lnTo>
                  <a:lnTo>
                    <a:pt x="185" y="302"/>
                  </a:lnTo>
                  <a:lnTo>
                    <a:pt x="185" y="302"/>
                  </a:lnTo>
                  <a:lnTo>
                    <a:pt x="185" y="302"/>
                  </a:lnTo>
                  <a:lnTo>
                    <a:pt x="183" y="302"/>
                  </a:lnTo>
                  <a:lnTo>
                    <a:pt x="183" y="304"/>
                  </a:lnTo>
                  <a:lnTo>
                    <a:pt x="183" y="304"/>
                  </a:lnTo>
                  <a:lnTo>
                    <a:pt x="183" y="304"/>
                  </a:lnTo>
                  <a:lnTo>
                    <a:pt x="187" y="306"/>
                  </a:lnTo>
                  <a:lnTo>
                    <a:pt x="187" y="306"/>
                  </a:lnTo>
                  <a:lnTo>
                    <a:pt x="189" y="306"/>
                  </a:lnTo>
                  <a:lnTo>
                    <a:pt x="189" y="306"/>
                  </a:lnTo>
                  <a:lnTo>
                    <a:pt x="191" y="306"/>
                  </a:lnTo>
                  <a:lnTo>
                    <a:pt x="191" y="308"/>
                  </a:lnTo>
                  <a:lnTo>
                    <a:pt x="191" y="312"/>
                  </a:lnTo>
                  <a:lnTo>
                    <a:pt x="191" y="312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94" y="314"/>
                  </a:lnTo>
                  <a:lnTo>
                    <a:pt x="196" y="312"/>
                  </a:lnTo>
                  <a:lnTo>
                    <a:pt x="196" y="310"/>
                  </a:lnTo>
                  <a:lnTo>
                    <a:pt x="196" y="310"/>
                  </a:lnTo>
                  <a:lnTo>
                    <a:pt x="198" y="310"/>
                  </a:lnTo>
                  <a:lnTo>
                    <a:pt x="198" y="310"/>
                  </a:lnTo>
                  <a:lnTo>
                    <a:pt x="200" y="310"/>
                  </a:lnTo>
                  <a:lnTo>
                    <a:pt x="202" y="310"/>
                  </a:lnTo>
                  <a:lnTo>
                    <a:pt x="202" y="308"/>
                  </a:lnTo>
                  <a:lnTo>
                    <a:pt x="202" y="308"/>
                  </a:lnTo>
                  <a:lnTo>
                    <a:pt x="202" y="308"/>
                  </a:lnTo>
                  <a:lnTo>
                    <a:pt x="202" y="306"/>
                  </a:lnTo>
                  <a:lnTo>
                    <a:pt x="200" y="304"/>
                  </a:lnTo>
                  <a:lnTo>
                    <a:pt x="200" y="304"/>
                  </a:lnTo>
                  <a:lnTo>
                    <a:pt x="200" y="302"/>
                  </a:lnTo>
                  <a:lnTo>
                    <a:pt x="200" y="302"/>
                  </a:lnTo>
                  <a:lnTo>
                    <a:pt x="202" y="302"/>
                  </a:lnTo>
                  <a:lnTo>
                    <a:pt x="202" y="300"/>
                  </a:lnTo>
                  <a:lnTo>
                    <a:pt x="202" y="300"/>
                  </a:lnTo>
                  <a:lnTo>
                    <a:pt x="204" y="300"/>
                  </a:lnTo>
                  <a:lnTo>
                    <a:pt x="204" y="298"/>
                  </a:lnTo>
                  <a:lnTo>
                    <a:pt x="206" y="298"/>
                  </a:lnTo>
                  <a:lnTo>
                    <a:pt x="206" y="298"/>
                  </a:lnTo>
                  <a:lnTo>
                    <a:pt x="208" y="297"/>
                  </a:lnTo>
                  <a:lnTo>
                    <a:pt x="210" y="297"/>
                  </a:lnTo>
                  <a:lnTo>
                    <a:pt x="210" y="295"/>
                  </a:lnTo>
                  <a:lnTo>
                    <a:pt x="212" y="295"/>
                  </a:lnTo>
                  <a:lnTo>
                    <a:pt x="213" y="291"/>
                  </a:lnTo>
                  <a:lnTo>
                    <a:pt x="215" y="289"/>
                  </a:lnTo>
                  <a:lnTo>
                    <a:pt x="215" y="289"/>
                  </a:lnTo>
                  <a:lnTo>
                    <a:pt x="215" y="287"/>
                  </a:lnTo>
                  <a:lnTo>
                    <a:pt x="217" y="287"/>
                  </a:lnTo>
                  <a:lnTo>
                    <a:pt x="219" y="287"/>
                  </a:lnTo>
                  <a:lnTo>
                    <a:pt x="219" y="287"/>
                  </a:lnTo>
                  <a:lnTo>
                    <a:pt x="219" y="287"/>
                  </a:lnTo>
                  <a:lnTo>
                    <a:pt x="221" y="287"/>
                  </a:lnTo>
                  <a:lnTo>
                    <a:pt x="221" y="287"/>
                  </a:lnTo>
                  <a:lnTo>
                    <a:pt x="221" y="287"/>
                  </a:lnTo>
                  <a:lnTo>
                    <a:pt x="223" y="289"/>
                  </a:lnTo>
                  <a:lnTo>
                    <a:pt x="223" y="291"/>
                  </a:lnTo>
                  <a:lnTo>
                    <a:pt x="227" y="293"/>
                  </a:lnTo>
                  <a:lnTo>
                    <a:pt x="229" y="295"/>
                  </a:lnTo>
                  <a:lnTo>
                    <a:pt x="229" y="295"/>
                  </a:lnTo>
                  <a:lnTo>
                    <a:pt x="229" y="297"/>
                  </a:lnTo>
                  <a:lnTo>
                    <a:pt x="229" y="298"/>
                  </a:lnTo>
                  <a:lnTo>
                    <a:pt x="227" y="304"/>
                  </a:lnTo>
                  <a:lnTo>
                    <a:pt x="227" y="306"/>
                  </a:lnTo>
                  <a:lnTo>
                    <a:pt x="227" y="308"/>
                  </a:lnTo>
                  <a:lnTo>
                    <a:pt x="227" y="310"/>
                  </a:lnTo>
                  <a:lnTo>
                    <a:pt x="227" y="312"/>
                  </a:lnTo>
                  <a:lnTo>
                    <a:pt x="229" y="312"/>
                  </a:lnTo>
                  <a:lnTo>
                    <a:pt x="229" y="312"/>
                  </a:lnTo>
                  <a:lnTo>
                    <a:pt x="229" y="314"/>
                  </a:lnTo>
                  <a:lnTo>
                    <a:pt x="229" y="314"/>
                  </a:lnTo>
                  <a:lnTo>
                    <a:pt x="229" y="316"/>
                  </a:lnTo>
                  <a:lnTo>
                    <a:pt x="229" y="316"/>
                  </a:lnTo>
                  <a:lnTo>
                    <a:pt x="229" y="318"/>
                  </a:lnTo>
                  <a:lnTo>
                    <a:pt x="229" y="319"/>
                  </a:lnTo>
                  <a:lnTo>
                    <a:pt x="229" y="319"/>
                  </a:lnTo>
                  <a:lnTo>
                    <a:pt x="229" y="321"/>
                  </a:lnTo>
                  <a:lnTo>
                    <a:pt x="229" y="325"/>
                  </a:lnTo>
                  <a:lnTo>
                    <a:pt x="229" y="325"/>
                  </a:lnTo>
                  <a:lnTo>
                    <a:pt x="229" y="327"/>
                  </a:lnTo>
                  <a:lnTo>
                    <a:pt x="229" y="327"/>
                  </a:lnTo>
                  <a:lnTo>
                    <a:pt x="227" y="329"/>
                  </a:lnTo>
                  <a:lnTo>
                    <a:pt x="227" y="331"/>
                  </a:lnTo>
                  <a:lnTo>
                    <a:pt x="225" y="337"/>
                  </a:lnTo>
                  <a:lnTo>
                    <a:pt x="225" y="338"/>
                  </a:lnTo>
                  <a:lnTo>
                    <a:pt x="225" y="338"/>
                  </a:lnTo>
                  <a:lnTo>
                    <a:pt x="225" y="340"/>
                  </a:lnTo>
                  <a:lnTo>
                    <a:pt x="227" y="340"/>
                  </a:lnTo>
                  <a:lnTo>
                    <a:pt x="227" y="340"/>
                  </a:lnTo>
                  <a:lnTo>
                    <a:pt x="227" y="340"/>
                  </a:lnTo>
                  <a:lnTo>
                    <a:pt x="227" y="342"/>
                  </a:lnTo>
                  <a:lnTo>
                    <a:pt x="225" y="342"/>
                  </a:lnTo>
                  <a:lnTo>
                    <a:pt x="225" y="342"/>
                  </a:lnTo>
                  <a:lnTo>
                    <a:pt x="223" y="342"/>
                  </a:lnTo>
                  <a:lnTo>
                    <a:pt x="223" y="344"/>
                  </a:lnTo>
                  <a:lnTo>
                    <a:pt x="225" y="344"/>
                  </a:lnTo>
                  <a:lnTo>
                    <a:pt x="225" y="344"/>
                  </a:lnTo>
                  <a:lnTo>
                    <a:pt x="225" y="344"/>
                  </a:lnTo>
                  <a:lnTo>
                    <a:pt x="229" y="344"/>
                  </a:lnTo>
                  <a:lnTo>
                    <a:pt x="231" y="344"/>
                  </a:lnTo>
                  <a:lnTo>
                    <a:pt x="232" y="342"/>
                  </a:lnTo>
                  <a:lnTo>
                    <a:pt x="232" y="340"/>
                  </a:lnTo>
                  <a:lnTo>
                    <a:pt x="234" y="338"/>
                  </a:lnTo>
                  <a:lnTo>
                    <a:pt x="236" y="338"/>
                  </a:lnTo>
                  <a:lnTo>
                    <a:pt x="240" y="338"/>
                  </a:lnTo>
                  <a:lnTo>
                    <a:pt x="240" y="337"/>
                  </a:lnTo>
                  <a:lnTo>
                    <a:pt x="240" y="337"/>
                  </a:lnTo>
                  <a:lnTo>
                    <a:pt x="240" y="337"/>
                  </a:lnTo>
                  <a:lnTo>
                    <a:pt x="238" y="335"/>
                  </a:lnTo>
                  <a:lnTo>
                    <a:pt x="236" y="333"/>
                  </a:lnTo>
                  <a:lnTo>
                    <a:pt x="236" y="333"/>
                  </a:lnTo>
                  <a:lnTo>
                    <a:pt x="238" y="331"/>
                  </a:lnTo>
                  <a:lnTo>
                    <a:pt x="238" y="331"/>
                  </a:lnTo>
                  <a:lnTo>
                    <a:pt x="240" y="331"/>
                  </a:lnTo>
                  <a:lnTo>
                    <a:pt x="244" y="333"/>
                  </a:lnTo>
                  <a:lnTo>
                    <a:pt x="244" y="333"/>
                  </a:lnTo>
                  <a:lnTo>
                    <a:pt x="246" y="333"/>
                  </a:lnTo>
                  <a:lnTo>
                    <a:pt x="248" y="331"/>
                  </a:lnTo>
                  <a:lnTo>
                    <a:pt x="248" y="329"/>
                  </a:lnTo>
                  <a:lnTo>
                    <a:pt x="250" y="329"/>
                  </a:lnTo>
                  <a:lnTo>
                    <a:pt x="250" y="331"/>
                  </a:lnTo>
                  <a:lnTo>
                    <a:pt x="250" y="331"/>
                  </a:lnTo>
                  <a:lnTo>
                    <a:pt x="250" y="331"/>
                  </a:lnTo>
                  <a:lnTo>
                    <a:pt x="252" y="331"/>
                  </a:lnTo>
                  <a:lnTo>
                    <a:pt x="252" y="331"/>
                  </a:lnTo>
                  <a:lnTo>
                    <a:pt x="252" y="329"/>
                  </a:lnTo>
                  <a:lnTo>
                    <a:pt x="253" y="329"/>
                  </a:lnTo>
                  <a:lnTo>
                    <a:pt x="253" y="331"/>
                  </a:lnTo>
                  <a:lnTo>
                    <a:pt x="253" y="331"/>
                  </a:lnTo>
                  <a:lnTo>
                    <a:pt x="255" y="333"/>
                  </a:lnTo>
                  <a:lnTo>
                    <a:pt x="255" y="333"/>
                  </a:lnTo>
                  <a:lnTo>
                    <a:pt x="255" y="333"/>
                  </a:lnTo>
                  <a:lnTo>
                    <a:pt x="255" y="333"/>
                  </a:lnTo>
                  <a:lnTo>
                    <a:pt x="257" y="331"/>
                  </a:lnTo>
                  <a:lnTo>
                    <a:pt x="259" y="331"/>
                  </a:lnTo>
                  <a:lnTo>
                    <a:pt x="263" y="329"/>
                  </a:lnTo>
                  <a:lnTo>
                    <a:pt x="263" y="327"/>
                  </a:lnTo>
                  <a:lnTo>
                    <a:pt x="263" y="327"/>
                  </a:lnTo>
                  <a:lnTo>
                    <a:pt x="265" y="327"/>
                  </a:lnTo>
                  <a:lnTo>
                    <a:pt x="265" y="327"/>
                  </a:lnTo>
                  <a:lnTo>
                    <a:pt x="265" y="327"/>
                  </a:lnTo>
                  <a:lnTo>
                    <a:pt x="267" y="325"/>
                  </a:lnTo>
                  <a:lnTo>
                    <a:pt x="271" y="325"/>
                  </a:lnTo>
                  <a:lnTo>
                    <a:pt x="271" y="325"/>
                  </a:lnTo>
                  <a:lnTo>
                    <a:pt x="273" y="321"/>
                  </a:lnTo>
                  <a:lnTo>
                    <a:pt x="274" y="321"/>
                  </a:lnTo>
                  <a:lnTo>
                    <a:pt x="274" y="321"/>
                  </a:lnTo>
                  <a:lnTo>
                    <a:pt x="276" y="323"/>
                  </a:lnTo>
                  <a:lnTo>
                    <a:pt x="276" y="323"/>
                  </a:lnTo>
                  <a:lnTo>
                    <a:pt x="278" y="321"/>
                  </a:lnTo>
                  <a:lnTo>
                    <a:pt x="278" y="319"/>
                  </a:lnTo>
                  <a:lnTo>
                    <a:pt x="280" y="318"/>
                  </a:lnTo>
                  <a:lnTo>
                    <a:pt x="280" y="318"/>
                  </a:lnTo>
                  <a:lnTo>
                    <a:pt x="282" y="316"/>
                  </a:lnTo>
                  <a:lnTo>
                    <a:pt x="282" y="314"/>
                  </a:lnTo>
                  <a:lnTo>
                    <a:pt x="282" y="310"/>
                  </a:lnTo>
                  <a:lnTo>
                    <a:pt x="280" y="308"/>
                  </a:lnTo>
                  <a:lnTo>
                    <a:pt x="280" y="308"/>
                  </a:lnTo>
                  <a:lnTo>
                    <a:pt x="278" y="306"/>
                  </a:lnTo>
                  <a:lnTo>
                    <a:pt x="276" y="306"/>
                  </a:lnTo>
                  <a:lnTo>
                    <a:pt x="278" y="302"/>
                  </a:lnTo>
                  <a:lnTo>
                    <a:pt x="278" y="300"/>
                  </a:lnTo>
                  <a:lnTo>
                    <a:pt x="276" y="298"/>
                  </a:lnTo>
                  <a:lnTo>
                    <a:pt x="280" y="300"/>
                  </a:lnTo>
                  <a:lnTo>
                    <a:pt x="280" y="298"/>
                  </a:lnTo>
                  <a:lnTo>
                    <a:pt x="280" y="295"/>
                  </a:lnTo>
                  <a:lnTo>
                    <a:pt x="280" y="293"/>
                  </a:lnTo>
                  <a:lnTo>
                    <a:pt x="284" y="291"/>
                  </a:lnTo>
                  <a:lnTo>
                    <a:pt x="282" y="291"/>
                  </a:lnTo>
                  <a:lnTo>
                    <a:pt x="280" y="291"/>
                  </a:lnTo>
                  <a:lnTo>
                    <a:pt x="280" y="289"/>
                  </a:lnTo>
                  <a:lnTo>
                    <a:pt x="280" y="289"/>
                  </a:lnTo>
                  <a:lnTo>
                    <a:pt x="280" y="289"/>
                  </a:lnTo>
                  <a:lnTo>
                    <a:pt x="282" y="287"/>
                  </a:lnTo>
                  <a:lnTo>
                    <a:pt x="282" y="287"/>
                  </a:lnTo>
                  <a:lnTo>
                    <a:pt x="282" y="287"/>
                  </a:lnTo>
                  <a:lnTo>
                    <a:pt x="282" y="285"/>
                  </a:lnTo>
                  <a:lnTo>
                    <a:pt x="284" y="285"/>
                  </a:lnTo>
                  <a:lnTo>
                    <a:pt x="284" y="285"/>
                  </a:lnTo>
                  <a:lnTo>
                    <a:pt x="282" y="283"/>
                  </a:lnTo>
                  <a:lnTo>
                    <a:pt x="280" y="283"/>
                  </a:lnTo>
                  <a:lnTo>
                    <a:pt x="280" y="283"/>
                  </a:lnTo>
                  <a:lnTo>
                    <a:pt x="278" y="281"/>
                  </a:lnTo>
                  <a:lnTo>
                    <a:pt x="278" y="281"/>
                  </a:lnTo>
                  <a:lnTo>
                    <a:pt x="278" y="279"/>
                  </a:lnTo>
                  <a:lnTo>
                    <a:pt x="276" y="278"/>
                  </a:lnTo>
                  <a:lnTo>
                    <a:pt x="278" y="276"/>
                  </a:lnTo>
                  <a:lnTo>
                    <a:pt x="280" y="270"/>
                  </a:lnTo>
                  <a:lnTo>
                    <a:pt x="278" y="270"/>
                  </a:lnTo>
                  <a:lnTo>
                    <a:pt x="276" y="270"/>
                  </a:lnTo>
                  <a:lnTo>
                    <a:pt x="276" y="266"/>
                  </a:lnTo>
                  <a:lnTo>
                    <a:pt x="276" y="266"/>
                  </a:lnTo>
                  <a:lnTo>
                    <a:pt x="276" y="266"/>
                  </a:lnTo>
                  <a:lnTo>
                    <a:pt x="274" y="266"/>
                  </a:lnTo>
                  <a:lnTo>
                    <a:pt x="273" y="266"/>
                  </a:lnTo>
                  <a:lnTo>
                    <a:pt x="273" y="264"/>
                  </a:lnTo>
                  <a:lnTo>
                    <a:pt x="273" y="264"/>
                  </a:lnTo>
                  <a:lnTo>
                    <a:pt x="273" y="262"/>
                  </a:lnTo>
                  <a:lnTo>
                    <a:pt x="273" y="262"/>
                  </a:lnTo>
                  <a:lnTo>
                    <a:pt x="273" y="262"/>
                  </a:lnTo>
                  <a:lnTo>
                    <a:pt x="271" y="262"/>
                  </a:lnTo>
                  <a:lnTo>
                    <a:pt x="271" y="262"/>
                  </a:lnTo>
                  <a:lnTo>
                    <a:pt x="269" y="262"/>
                  </a:lnTo>
                  <a:lnTo>
                    <a:pt x="269" y="262"/>
                  </a:lnTo>
                  <a:lnTo>
                    <a:pt x="269" y="262"/>
                  </a:lnTo>
                  <a:lnTo>
                    <a:pt x="269" y="260"/>
                  </a:lnTo>
                  <a:lnTo>
                    <a:pt x="269" y="260"/>
                  </a:lnTo>
                  <a:lnTo>
                    <a:pt x="267" y="260"/>
                  </a:lnTo>
                  <a:lnTo>
                    <a:pt x="267" y="259"/>
                  </a:lnTo>
                  <a:lnTo>
                    <a:pt x="265" y="259"/>
                  </a:lnTo>
                  <a:lnTo>
                    <a:pt x="265" y="257"/>
                  </a:lnTo>
                  <a:lnTo>
                    <a:pt x="265" y="257"/>
                  </a:lnTo>
                  <a:lnTo>
                    <a:pt x="259" y="257"/>
                  </a:lnTo>
                  <a:lnTo>
                    <a:pt x="257" y="259"/>
                  </a:lnTo>
                  <a:lnTo>
                    <a:pt x="255" y="259"/>
                  </a:lnTo>
                  <a:lnTo>
                    <a:pt x="255" y="260"/>
                  </a:lnTo>
                  <a:lnTo>
                    <a:pt x="255" y="260"/>
                  </a:lnTo>
                  <a:lnTo>
                    <a:pt x="255" y="262"/>
                  </a:lnTo>
                  <a:lnTo>
                    <a:pt x="255" y="262"/>
                  </a:lnTo>
                  <a:lnTo>
                    <a:pt x="255" y="262"/>
                  </a:lnTo>
                  <a:lnTo>
                    <a:pt x="255" y="264"/>
                  </a:lnTo>
                  <a:lnTo>
                    <a:pt x="255" y="264"/>
                  </a:lnTo>
                  <a:lnTo>
                    <a:pt x="255" y="264"/>
                  </a:lnTo>
                  <a:lnTo>
                    <a:pt x="255" y="264"/>
                  </a:lnTo>
                  <a:lnTo>
                    <a:pt x="252" y="266"/>
                  </a:lnTo>
                  <a:lnTo>
                    <a:pt x="248" y="264"/>
                  </a:lnTo>
                  <a:lnTo>
                    <a:pt x="246" y="262"/>
                  </a:lnTo>
                  <a:lnTo>
                    <a:pt x="244" y="262"/>
                  </a:lnTo>
                  <a:lnTo>
                    <a:pt x="244" y="260"/>
                  </a:lnTo>
                  <a:lnTo>
                    <a:pt x="242" y="260"/>
                  </a:lnTo>
                  <a:lnTo>
                    <a:pt x="242" y="259"/>
                  </a:lnTo>
                  <a:lnTo>
                    <a:pt x="242" y="257"/>
                  </a:lnTo>
                  <a:lnTo>
                    <a:pt x="240" y="257"/>
                  </a:lnTo>
                  <a:lnTo>
                    <a:pt x="240" y="255"/>
                  </a:lnTo>
                  <a:lnTo>
                    <a:pt x="234" y="253"/>
                  </a:lnTo>
                  <a:lnTo>
                    <a:pt x="234" y="253"/>
                  </a:lnTo>
                  <a:lnTo>
                    <a:pt x="232" y="253"/>
                  </a:lnTo>
                  <a:lnTo>
                    <a:pt x="232" y="253"/>
                  </a:lnTo>
                  <a:lnTo>
                    <a:pt x="232" y="255"/>
                  </a:lnTo>
                  <a:lnTo>
                    <a:pt x="232" y="255"/>
                  </a:lnTo>
                  <a:lnTo>
                    <a:pt x="231" y="255"/>
                  </a:lnTo>
                  <a:lnTo>
                    <a:pt x="225" y="255"/>
                  </a:lnTo>
                  <a:lnTo>
                    <a:pt x="223" y="257"/>
                  </a:lnTo>
                  <a:lnTo>
                    <a:pt x="221" y="255"/>
                  </a:lnTo>
                  <a:lnTo>
                    <a:pt x="221" y="255"/>
                  </a:lnTo>
                  <a:lnTo>
                    <a:pt x="221" y="255"/>
                  </a:lnTo>
                  <a:lnTo>
                    <a:pt x="221" y="253"/>
                  </a:lnTo>
                  <a:lnTo>
                    <a:pt x="221" y="253"/>
                  </a:lnTo>
                  <a:lnTo>
                    <a:pt x="219" y="251"/>
                  </a:lnTo>
                  <a:lnTo>
                    <a:pt x="219" y="251"/>
                  </a:lnTo>
                  <a:lnTo>
                    <a:pt x="219" y="251"/>
                  </a:lnTo>
                  <a:lnTo>
                    <a:pt x="219" y="249"/>
                  </a:lnTo>
                  <a:lnTo>
                    <a:pt x="221" y="247"/>
                  </a:lnTo>
                  <a:lnTo>
                    <a:pt x="221" y="245"/>
                  </a:lnTo>
                  <a:lnTo>
                    <a:pt x="223" y="245"/>
                  </a:lnTo>
                  <a:lnTo>
                    <a:pt x="223" y="245"/>
                  </a:lnTo>
                  <a:lnTo>
                    <a:pt x="225" y="243"/>
                  </a:lnTo>
                  <a:lnTo>
                    <a:pt x="225" y="243"/>
                  </a:lnTo>
                  <a:lnTo>
                    <a:pt x="227" y="243"/>
                  </a:lnTo>
                  <a:lnTo>
                    <a:pt x="227" y="241"/>
                  </a:lnTo>
                  <a:lnTo>
                    <a:pt x="227" y="240"/>
                  </a:lnTo>
                  <a:lnTo>
                    <a:pt x="229" y="240"/>
                  </a:lnTo>
                  <a:lnTo>
                    <a:pt x="229" y="238"/>
                  </a:lnTo>
                  <a:lnTo>
                    <a:pt x="229" y="236"/>
                  </a:lnTo>
                  <a:lnTo>
                    <a:pt x="229" y="236"/>
                  </a:lnTo>
                  <a:lnTo>
                    <a:pt x="229" y="234"/>
                  </a:lnTo>
                  <a:lnTo>
                    <a:pt x="229" y="234"/>
                  </a:lnTo>
                  <a:lnTo>
                    <a:pt x="229" y="228"/>
                  </a:lnTo>
                  <a:lnTo>
                    <a:pt x="229" y="226"/>
                  </a:lnTo>
                  <a:lnTo>
                    <a:pt x="229" y="226"/>
                  </a:lnTo>
                  <a:lnTo>
                    <a:pt x="229" y="224"/>
                  </a:lnTo>
                  <a:lnTo>
                    <a:pt x="231" y="222"/>
                  </a:lnTo>
                  <a:lnTo>
                    <a:pt x="232" y="222"/>
                  </a:lnTo>
                  <a:lnTo>
                    <a:pt x="234" y="221"/>
                  </a:lnTo>
                  <a:lnTo>
                    <a:pt x="236" y="221"/>
                  </a:lnTo>
                  <a:lnTo>
                    <a:pt x="238" y="221"/>
                  </a:lnTo>
                  <a:lnTo>
                    <a:pt x="240" y="219"/>
                  </a:lnTo>
                  <a:lnTo>
                    <a:pt x="240" y="219"/>
                  </a:lnTo>
                  <a:lnTo>
                    <a:pt x="240" y="219"/>
                  </a:lnTo>
                  <a:lnTo>
                    <a:pt x="246" y="219"/>
                  </a:lnTo>
                  <a:lnTo>
                    <a:pt x="246" y="221"/>
                  </a:lnTo>
                  <a:lnTo>
                    <a:pt x="248" y="221"/>
                  </a:lnTo>
                  <a:lnTo>
                    <a:pt x="248" y="221"/>
                  </a:lnTo>
                  <a:lnTo>
                    <a:pt x="252" y="219"/>
                  </a:lnTo>
                  <a:lnTo>
                    <a:pt x="253" y="217"/>
                  </a:lnTo>
                  <a:lnTo>
                    <a:pt x="253" y="215"/>
                  </a:lnTo>
                  <a:lnTo>
                    <a:pt x="253" y="215"/>
                  </a:lnTo>
                  <a:lnTo>
                    <a:pt x="253" y="215"/>
                  </a:lnTo>
                  <a:lnTo>
                    <a:pt x="253" y="213"/>
                  </a:lnTo>
                  <a:lnTo>
                    <a:pt x="253" y="211"/>
                  </a:lnTo>
                  <a:lnTo>
                    <a:pt x="250" y="209"/>
                  </a:lnTo>
                  <a:lnTo>
                    <a:pt x="250" y="207"/>
                  </a:lnTo>
                  <a:lnTo>
                    <a:pt x="252" y="207"/>
                  </a:lnTo>
                  <a:lnTo>
                    <a:pt x="252" y="205"/>
                  </a:lnTo>
                  <a:lnTo>
                    <a:pt x="250" y="201"/>
                  </a:lnTo>
                  <a:lnTo>
                    <a:pt x="248" y="196"/>
                  </a:lnTo>
                  <a:lnTo>
                    <a:pt x="248" y="196"/>
                  </a:lnTo>
                  <a:lnTo>
                    <a:pt x="248" y="194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8" y="192"/>
                  </a:lnTo>
                  <a:lnTo>
                    <a:pt x="248" y="192"/>
                  </a:lnTo>
                  <a:lnTo>
                    <a:pt x="246" y="177"/>
                  </a:lnTo>
                  <a:lnTo>
                    <a:pt x="246" y="175"/>
                  </a:lnTo>
                  <a:lnTo>
                    <a:pt x="248" y="175"/>
                  </a:lnTo>
                  <a:lnTo>
                    <a:pt x="248" y="173"/>
                  </a:lnTo>
                  <a:lnTo>
                    <a:pt x="248" y="171"/>
                  </a:lnTo>
                  <a:lnTo>
                    <a:pt x="246" y="171"/>
                  </a:lnTo>
                  <a:lnTo>
                    <a:pt x="246" y="169"/>
                  </a:lnTo>
                  <a:lnTo>
                    <a:pt x="246" y="167"/>
                  </a:lnTo>
                  <a:lnTo>
                    <a:pt x="246" y="165"/>
                  </a:lnTo>
                  <a:lnTo>
                    <a:pt x="246" y="165"/>
                  </a:lnTo>
                  <a:lnTo>
                    <a:pt x="248" y="163"/>
                  </a:lnTo>
                  <a:lnTo>
                    <a:pt x="248" y="163"/>
                  </a:lnTo>
                  <a:lnTo>
                    <a:pt x="248" y="162"/>
                  </a:lnTo>
                  <a:lnTo>
                    <a:pt x="246" y="162"/>
                  </a:lnTo>
                  <a:lnTo>
                    <a:pt x="244" y="162"/>
                  </a:lnTo>
                  <a:lnTo>
                    <a:pt x="240" y="162"/>
                  </a:lnTo>
                  <a:lnTo>
                    <a:pt x="240" y="162"/>
                  </a:lnTo>
                  <a:lnTo>
                    <a:pt x="240" y="160"/>
                  </a:lnTo>
                  <a:lnTo>
                    <a:pt x="244" y="156"/>
                  </a:lnTo>
                  <a:lnTo>
                    <a:pt x="246" y="154"/>
                  </a:lnTo>
                  <a:lnTo>
                    <a:pt x="244" y="154"/>
                  </a:lnTo>
                  <a:lnTo>
                    <a:pt x="240" y="154"/>
                  </a:lnTo>
                  <a:lnTo>
                    <a:pt x="240" y="152"/>
                  </a:lnTo>
                  <a:lnTo>
                    <a:pt x="240" y="152"/>
                  </a:lnTo>
                  <a:lnTo>
                    <a:pt x="240" y="152"/>
                  </a:lnTo>
                  <a:lnTo>
                    <a:pt x="240" y="150"/>
                  </a:lnTo>
                  <a:lnTo>
                    <a:pt x="240" y="148"/>
                  </a:lnTo>
                  <a:lnTo>
                    <a:pt x="240" y="148"/>
                  </a:lnTo>
                  <a:lnTo>
                    <a:pt x="240" y="146"/>
                  </a:lnTo>
                  <a:lnTo>
                    <a:pt x="240" y="146"/>
                  </a:lnTo>
                  <a:lnTo>
                    <a:pt x="242" y="144"/>
                  </a:lnTo>
                  <a:lnTo>
                    <a:pt x="242" y="144"/>
                  </a:lnTo>
                  <a:lnTo>
                    <a:pt x="244" y="144"/>
                  </a:lnTo>
                  <a:lnTo>
                    <a:pt x="242" y="143"/>
                  </a:lnTo>
                  <a:lnTo>
                    <a:pt x="242" y="141"/>
                  </a:lnTo>
                  <a:lnTo>
                    <a:pt x="242" y="141"/>
                  </a:lnTo>
                  <a:lnTo>
                    <a:pt x="242" y="139"/>
                  </a:lnTo>
                  <a:lnTo>
                    <a:pt x="242" y="137"/>
                  </a:lnTo>
                  <a:lnTo>
                    <a:pt x="244" y="133"/>
                  </a:lnTo>
                  <a:lnTo>
                    <a:pt x="244" y="131"/>
                  </a:lnTo>
                  <a:lnTo>
                    <a:pt x="246" y="131"/>
                  </a:lnTo>
                  <a:lnTo>
                    <a:pt x="246" y="129"/>
                  </a:lnTo>
                  <a:lnTo>
                    <a:pt x="248" y="129"/>
                  </a:lnTo>
                  <a:lnTo>
                    <a:pt x="246" y="127"/>
                  </a:lnTo>
                  <a:lnTo>
                    <a:pt x="246" y="127"/>
                  </a:lnTo>
                  <a:lnTo>
                    <a:pt x="246" y="125"/>
                  </a:lnTo>
                  <a:lnTo>
                    <a:pt x="246" y="125"/>
                  </a:lnTo>
                  <a:lnTo>
                    <a:pt x="248" y="124"/>
                  </a:lnTo>
                  <a:lnTo>
                    <a:pt x="248" y="124"/>
                  </a:lnTo>
                  <a:lnTo>
                    <a:pt x="248" y="125"/>
                  </a:lnTo>
                  <a:lnTo>
                    <a:pt x="250" y="124"/>
                  </a:lnTo>
                  <a:lnTo>
                    <a:pt x="250" y="122"/>
                  </a:lnTo>
                  <a:lnTo>
                    <a:pt x="253" y="108"/>
                  </a:lnTo>
                  <a:lnTo>
                    <a:pt x="253" y="104"/>
                  </a:lnTo>
                  <a:lnTo>
                    <a:pt x="255" y="103"/>
                  </a:lnTo>
                  <a:lnTo>
                    <a:pt x="255" y="103"/>
                  </a:lnTo>
                  <a:lnTo>
                    <a:pt x="259" y="99"/>
                  </a:lnTo>
                  <a:lnTo>
                    <a:pt x="259" y="97"/>
                  </a:lnTo>
                  <a:lnTo>
                    <a:pt x="259" y="97"/>
                  </a:lnTo>
                  <a:lnTo>
                    <a:pt x="259" y="97"/>
                  </a:lnTo>
                  <a:lnTo>
                    <a:pt x="261" y="95"/>
                  </a:lnTo>
                  <a:lnTo>
                    <a:pt x="261" y="95"/>
                  </a:lnTo>
                  <a:lnTo>
                    <a:pt x="261" y="97"/>
                  </a:lnTo>
                  <a:lnTo>
                    <a:pt x="263" y="95"/>
                  </a:lnTo>
                  <a:lnTo>
                    <a:pt x="263" y="95"/>
                  </a:lnTo>
                  <a:lnTo>
                    <a:pt x="263" y="95"/>
                  </a:lnTo>
                  <a:lnTo>
                    <a:pt x="263" y="95"/>
                  </a:lnTo>
                  <a:lnTo>
                    <a:pt x="263" y="95"/>
                  </a:lnTo>
                  <a:lnTo>
                    <a:pt x="263" y="93"/>
                  </a:lnTo>
                  <a:lnTo>
                    <a:pt x="263" y="93"/>
                  </a:lnTo>
                  <a:lnTo>
                    <a:pt x="265" y="93"/>
                  </a:lnTo>
                  <a:lnTo>
                    <a:pt x="269" y="89"/>
                  </a:lnTo>
                  <a:lnTo>
                    <a:pt x="271" y="87"/>
                  </a:lnTo>
                  <a:lnTo>
                    <a:pt x="271" y="85"/>
                  </a:lnTo>
                  <a:lnTo>
                    <a:pt x="273" y="84"/>
                  </a:lnTo>
                  <a:lnTo>
                    <a:pt x="274" y="82"/>
                  </a:lnTo>
                  <a:lnTo>
                    <a:pt x="280" y="76"/>
                  </a:lnTo>
                  <a:lnTo>
                    <a:pt x="284" y="72"/>
                  </a:lnTo>
                  <a:lnTo>
                    <a:pt x="286" y="70"/>
                  </a:lnTo>
                  <a:lnTo>
                    <a:pt x="288" y="65"/>
                  </a:lnTo>
                  <a:lnTo>
                    <a:pt x="288" y="61"/>
                  </a:lnTo>
                  <a:lnTo>
                    <a:pt x="288" y="59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52" name="Freeform 55">
              <a:extLst>
                <a:ext uri="{FF2B5EF4-FFF2-40B4-BE49-F238E27FC236}">
                  <a16:creationId xmlns:a16="http://schemas.microsoft.com/office/drawing/2014/main" id="{AFF4F438-5567-FD72-4FD1-541814851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6638" y="2019300"/>
              <a:ext cx="457200" cy="546100"/>
            </a:xfrm>
            <a:custGeom>
              <a:avLst/>
              <a:gdLst>
                <a:gd name="T0" fmla="*/ 269 w 288"/>
                <a:gd name="T1" fmla="*/ 53 h 344"/>
                <a:gd name="T2" fmla="*/ 248 w 288"/>
                <a:gd name="T3" fmla="*/ 28 h 344"/>
                <a:gd name="T4" fmla="*/ 227 w 288"/>
                <a:gd name="T5" fmla="*/ 6 h 344"/>
                <a:gd name="T6" fmla="*/ 215 w 288"/>
                <a:gd name="T7" fmla="*/ 9 h 344"/>
                <a:gd name="T8" fmla="*/ 219 w 288"/>
                <a:gd name="T9" fmla="*/ 27 h 344"/>
                <a:gd name="T10" fmla="*/ 225 w 288"/>
                <a:gd name="T11" fmla="*/ 46 h 344"/>
                <a:gd name="T12" fmla="*/ 213 w 288"/>
                <a:gd name="T13" fmla="*/ 55 h 344"/>
                <a:gd name="T14" fmla="*/ 194 w 288"/>
                <a:gd name="T15" fmla="*/ 72 h 344"/>
                <a:gd name="T16" fmla="*/ 198 w 288"/>
                <a:gd name="T17" fmla="*/ 76 h 344"/>
                <a:gd name="T18" fmla="*/ 181 w 288"/>
                <a:gd name="T19" fmla="*/ 87 h 344"/>
                <a:gd name="T20" fmla="*/ 173 w 288"/>
                <a:gd name="T21" fmla="*/ 85 h 344"/>
                <a:gd name="T22" fmla="*/ 160 w 288"/>
                <a:gd name="T23" fmla="*/ 87 h 344"/>
                <a:gd name="T24" fmla="*/ 158 w 288"/>
                <a:gd name="T25" fmla="*/ 103 h 344"/>
                <a:gd name="T26" fmla="*/ 145 w 288"/>
                <a:gd name="T27" fmla="*/ 125 h 344"/>
                <a:gd name="T28" fmla="*/ 116 w 288"/>
                <a:gd name="T29" fmla="*/ 122 h 344"/>
                <a:gd name="T30" fmla="*/ 84 w 288"/>
                <a:gd name="T31" fmla="*/ 129 h 344"/>
                <a:gd name="T32" fmla="*/ 72 w 288"/>
                <a:gd name="T33" fmla="*/ 146 h 344"/>
                <a:gd name="T34" fmla="*/ 65 w 288"/>
                <a:gd name="T35" fmla="*/ 133 h 344"/>
                <a:gd name="T36" fmla="*/ 71 w 288"/>
                <a:gd name="T37" fmla="*/ 125 h 344"/>
                <a:gd name="T38" fmla="*/ 61 w 288"/>
                <a:gd name="T39" fmla="*/ 120 h 344"/>
                <a:gd name="T40" fmla="*/ 57 w 288"/>
                <a:gd name="T41" fmla="*/ 108 h 344"/>
                <a:gd name="T42" fmla="*/ 44 w 288"/>
                <a:gd name="T43" fmla="*/ 108 h 344"/>
                <a:gd name="T44" fmla="*/ 23 w 288"/>
                <a:gd name="T45" fmla="*/ 103 h 344"/>
                <a:gd name="T46" fmla="*/ 6 w 288"/>
                <a:gd name="T47" fmla="*/ 118 h 344"/>
                <a:gd name="T48" fmla="*/ 10 w 288"/>
                <a:gd name="T49" fmla="*/ 125 h 344"/>
                <a:gd name="T50" fmla="*/ 13 w 288"/>
                <a:gd name="T51" fmla="*/ 156 h 344"/>
                <a:gd name="T52" fmla="*/ 15 w 288"/>
                <a:gd name="T53" fmla="*/ 171 h 344"/>
                <a:gd name="T54" fmla="*/ 36 w 288"/>
                <a:gd name="T55" fmla="*/ 163 h 344"/>
                <a:gd name="T56" fmla="*/ 53 w 288"/>
                <a:gd name="T57" fmla="*/ 177 h 344"/>
                <a:gd name="T58" fmla="*/ 74 w 288"/>
                <a:gd name="T59" fmla="*/ 179 h 344"/>
                <a:gd name="T60" fmla="*/ 86 w 288"/>
                <a:gd name="T61" fmla="*/ 179 h 344"/>
                <a:gd name="T62" fmla="*/ 86 w 288"/>
                <a:gd name="T63" fmla="*/ 194 h 344"/>
                <a:gd name="T64" fmla="*/ 95 w 288"/>
                <a:gd name="T65" fmla="*/ 219 h 344"/>
                <a:gd name="T66" fmla="*/ 120 w 288"/>
                <a:gd name="T67" fmla="*/ 262 h 344"/>
                <a:gd name="T68" fmla="*/ 149 w 288"/>
                <a:gd name="T69" fmla="*/ 293 h 344"/>
                <a:gd name="T70" fmla="*/ 139 w 288"/>
                <a:gd name="T71" fmla="*/ 302 h 344"/>
                <a:gd name="T72" fmla="*/ 139 w 288"/>
                <a:gd name="T73" fmla="*/ 310 h 344"/>
                <a:gd name="T74" fmla="*/ 141 w 288"/>
                <a:gd name="T75" fmla="*/ 327 h 344"/>
                <a:gd name="T76" fmla="*/ 156 w 288"/>
                <a:gd name="T77" fmla="*/ 308 h 344"/>
                <a:gd name="T78" fmla="*/ 173 w 288"/>
                <a:gd name="T79" fmla="*/ 304 h 344"/>
                <a:gd name="T80" fmla="*/ 170 w 288"/>
                <a:gd name="T81" fmla="*/ 289 h 344"/>
                <a:gd name="T82" fmla="*/ 185 w 288"/>
                <a:gd name="T83" fmla="*/ 298 h 344"/>
                <a:gd name="T84" fmla="*/ 191 w 288"/>
                <a:gd name="T85" fmla="*/ 306 h 344"/>
                <a:gd name="T86" fmla="*/ 200 w 288"/>
                <a:gd name="T87" fmla="*/ 304 h 344"/>
                <a:gd name="T88" fmla="*/ 219 w 288"/>
                <a:gd name="T89" fmla="*/ 287 h 344"/>
                <a:gd name="T90" fmla="*/ 229 w 288"/>
                <a:gd name="T91" fmla="*/ 314 h 344"/>
                <a:gd name="T92" fmla="*/ 227 w 288"/>
                <a:gd name="T93" fmla="*/ 342 h 344"/>
                <a:gd name="T94" fmla="*/ 236 w 288"/>
                <a:gd name="T95" fmla="*/ 333 h 344"/>
                <a:gd name="T96" fmla="*/ 255 w 288"/>
                <a:gd name="T97" fmla="*/ 333 h 344"/>
                <a:gd name="T98" fmla="*/ 278 w 288"/>
                <a:gd name="T99" fmla="*/ 319 h 344"/>
                <a:gd name="T100" fmla="*/ 280 w 288"/>
                <a:gd name="T101" fmla="*/ 289 h 344"/>
                <a:gd name="T102" fmla="*/ 276 w 288"/>
                <a:gd name="T103" fmla="*/ 266 h 344"/>
                <a:gd name="T104" fmla="*/ 265 w 288"/>
                <a:gd name="T105" fmla="*/ 257 h 344"/>
                <a:gd name="T106" fmla="*/ 242 w 288"/>
                <a:gd name="T107" fmla="*/ 259 h 344"/>
                <a:gd name="T108" fmla="*/ 219 w 288"/>
                <a:gd name="T109" fmla="*/ 251 h 344"/>
                <a:gd name="T110" fmla="*/ 229 w 288"/>
                <a:gd name="T111" fmla="*/ 224 h 344"/>
                <a:gd name="T112" fmla="*/ 250 w 288"/>
                <a:gd name="T113" fmla="*/ 209 h 344"/>
                <a:gd name="T114" fmla="*/ 246 w 288"/>
                <a:gd name="T115" fmla="*/ 169 h 344"/>
                <a:gd name="T116" fmla="*/ 240 w 288"/>
                <a:gd name="T117" fmla="*/ 148 h 344"/>
                <a:gd name="T118" fmla="*/ 246 w 288"/>
                <a:gd name="T119" fmla="*/ 125 h 344"/>
                <a:gd name="T120" fmla="*/ 263 w 288"/>
                <a:gd name="T121" fmla="*/ 95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8" h="344">
                  <a:moveTo>
                    <a:pt x="288" y="59"/>
                  </a:moveTo>
                  <a:lnTo>
                    <a:pt x="288" y="59"/>
                  </a:lnTo>
                  <a:lnTo>
                    <a:pt x="288" y="59"/>
                  </a:lnTo>
                  <a:lnTo>
                    <a:pt x="284" y="57"/>
                  </a:lnTo>
                  <a:lnTo>
                    <a:pt x="282" y="55"/>
                  </a:lnTo>
                  <a:lnTo>
                    <a:pt x="280" y="55"/>
                  </a:lnTo>
                  <a:lnTo>
                    <a:pt x="278" y="55"/>
                  </a:lnTo>
                  <a:lnTo>
                    <a:pt x="278" y="55"/>
                  </a:lnTo>
                  <a:lnTo>
                    <a:pt x="276" y="55"/>
                  </a:lnTo>
                  <a:lnTo>
                    <a:pt x="274" y="55"/>
                  </a:lnTo>
                  <a:lnTo>
                    <a:pt x="274" y="55"/>
                  </a:lnTo>
                  <a:lnTo>
                    <a:pt x="274" y="55"/>
                  </a:lnTo>
                  <a:lnTo>
                    <a:pt x="276" y="53"/>
                  </a:lnTo>
                  <a:lnTo>
                    <a:pt x="276" y="51"/>
                  </a:lnTo>
                  <a:lnTo>
                    <a:pt x="276" y="51"/>
                  </a:lnTo>
                  <a:lnTo>
                    <a:pt x="274" y="51"/>
                  </a:lnTo>
                  <a:lnTo>
                    <a:pt x="273" y="53"/>
                  </a:lnTo>
                  <a:lnTo>
                    <a:pt x="271" y="55"/>
                  </a:lnTo>
                  <a:lnTo>
                    <a:pt x="269" y="55"/>
                  </a:lnTo>
                  <a:lnTo>
                    <a:pt x="269" y="53"/>
                  </a:lnTo>
                  <a:lnTo>
                    <a:pt x="267" y="5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61" y="51"/>
                  </a:lnTo>
                  <a:lnTo>
                    <a:pt x="261" y="51"/>
                  </a:lnTo>
                  <a:lnTo>
                    <a:pt x="259" y="49"/>
                  </a:lnTo>
                  <a:lnTo>
                    <a:pt x="255" y="47"/>
                  </a:lnTo>
                  <a:lnTo>
                    <a:pt x="253" y="49"/>
                  </a:lnTo>
                  <a:lnTo>
                    <a:pt x="253" y="49"/>
                  </a:lnTo>
                  <a:lnTo>
                    <a:pt x="253" y="49"/>
                  </a:lnTo>
                  <a:lnTo>
                    <a:pt x="253" y="47"/>
                  </a:lnTo>
                  <a:lnTo>
                    <a:pt x="252" y="47"/>
                  </a:lnTo>
                  <a:lnTo>
                    <a:pt x="248" y="42"/>
                  </a:lnTo>
                  <a:lnTo>
                    <a:pt x="246" y="42"/>
                  </a:lnTo>
                  <a:lnTo>
                    <a:pt x="246" y="40"/>
                  </a:lnTo>
                  <a:lnTo>
                    <a:pt x="246" y="38"/>
                  </a:lnTo>
                  <a:lnTo>
                    <a:pt x="248" y="36"/>
                  </a:lnTo>
                  <a:lnTo>
                    <a:pt x="248" y="34"/>
                  </a:lnTo>
                  <a:lnTo>
                    <a:pt x="248" y="32"/>
                  </a:lnTo>
                  <a:lnTo>
                    <a:pt x="248" y="28"/>
                  </a:lnTo>
                  <a:lnTo>
                    <a:pt x="248" y="28"/>
                  </a:lnTo>
                  <a:lnTo>
                    <a:pt x="248" y="27"/>
                  </a:lnTo>
                  <a:lnTo>
                    <a:pt x="246" y="25"/>
                  </a:lnTo>
                  <a:lnTo>
                    <a:pt x="244" y="23"/>
                  </a:lnTo>
                  <a:lnTo>
                    <a:pt x="242" y="21"/>
                  </a:lnTo>
                  <a:lnTo>
                    <a:pt x="238" y="19"/>
                  </a:lnTo>
                  <a:lnTo>
                    <a:pt x="234" y="17"/>
                  </a:lnTo>
                  <a:lnTo>
                    <a:pt x="234" y="17"/>
                  </a:lnTo>
                  <a:lnTo>
                    <a:pt x="234" y="17"/>
                  </a:lnTo>
                  <a:lnTo>
                    <a:pt x="234" y="15"/>
                  </a:lnTo>
                  <a:lnTo>
                    <a:pt x="232" y="15"/>
                  </a:lnTo>
                  <a:lnTo>
                    <a:pt x="232" y="13"/>
                  </a:lnTo>
                  <a:lnTo>
                    <a:pt x="232" y="13"/>
                  </a:lnTo>
                  <a:lnTo>
                    <a:pt x="231" y="13"/>
                  </a:lnTo>
                  <a:lnTo>
                    <a:pt x="231" y="13"/>
                  </a:lnTo>
                  <a:lnTo>
                    <a:pt x="229" y="11"/>
                  </a:lnTo>
                  <a:lnTo>
                    <a:pt x="229" y="9"/>
                  </a:lnTo>
                  <a:lnTo>
                    <a:pt x="229" y="8"/>
                  </a:lnTo>
                  <a:lnTo>
                    <a:pt x="229" y="8"/>
                  </a:lnTo>
                  <a:lnTo>
                    <a:pt x="227" y="6"/>
                  </a:lnTo>
                  <a:lnTo>
                    <a:pt x="225" y="4"/>
                  </a:lnTo>
                  <a:lnTo>
                    <a:pt x="223" y="4"/>
                  </a:lnTo>
                  <a:lnTo>
                    <a:pt x="223" y="4"/>
                  </a:lnTo>
                  <a:lnTo>
                    <a:pt x="221" y="4"/>
                  </a:lnTo>
                  <a:lnTo>
                    <a:pt x="219" y="4"/>
                  </a:lnTo>
                  <a:lnTo>
                    <a:pt x="219" y="4"/>
                  </a:lnTo>
                  <a:lnTo>
                    <a:pt x="217" y="2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13" y="2"/>
                  </a:lnTo>
                  <a:lnTo>
                    <a:pt x="213" y="2"/>
                  </a:lnTo>
                  <a:lnTo>
                    <a:pt x="212" y="4"/>
                  </a:lnTo>
                  <a:lnTo>
                    <a:pt x="213" y="4"/>
                  </a:lnTo>
                  <a:lnTo>
                    <a:pt x="213" y="6"/>
                  </a:lnTo>
                  <a:lnTo>
                    <a:pt x="215" y="8"/>
                  </a:lnTo>
                  <a:lnTo>
                    <a:pt x="215" y="9"/>
                  </a:lnTo>
                  <a:lnTo>
                    <a:pt x="215" y="9"/>
                  </a:lnTo>
                  <a:lnTo>
                    <a:pt x="217" y="9"/>
                  </a:lnTo>
                  <a:lnTo>
                    <a:pt x="217" y="9"/>
                  </a:lnTo>
                  <a:lnTo>
                    <a:pt x="219" y="9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7" y="13"/>
                  </a:lnTo>
                  <a:lnTo>
                    <a:pt x="217" y="15"/>
                  </a:lnTo>
                  <a:lnTo>
                    <a:pt x="217" y="17"/>
                  </a:lnTo>
                  <a:lnTo>
                    <a:pt x="217" y="17"/>
                  </a:lnTo>
                  <a:lnTo>
                    <a:pt x="217" y="19"/>
                  </a:lnTo>
                  <a:lnTo>
                    <a:pt x="217" y="21"/>
                  </a:lnTo>
                  <a:lnTo>
                    <a:pt x="217" y="21"/>
                  </a:lnTo>
                  <a:lnTo>
                    <a:pt x="217" y="21"/>
                  </a:lnTo>
                  <a:lnTo>
                    <a:pt x="217" y="23"/>
                  </a:lnTo>
                  <a:lnTo>
                    <a:pt x="217" y="25"/>
                  </a:lnTo>
                  <a:lnTo>
                    <a:pt x="217" y="27"/>
                  </a:lnTo>
                  <a:lnTo>
                    <a:pt x="219" y="28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21" y="27"/>
                  </a:lnTo>
                  <a:lnTo>
                    <a:pt x="221" y="28"/>
                  </a:lnTo>
                  <a:lnTo>
                    <a:pt x="221" y="28"/>
                  </a:lnTo>
                  <a:lnTo>
                    <a:pt x="221" y="30"/>
                  </a:lnTo>
                  <a:lnTo>
                    <a:pt x="221" y="32"/>
                  </a:lnTo>
                  <a:lnTo>
                    <a:pt x="223" y="32"/>
                  </a:lnTo>
                  <a:lnTo>
                    <a:pt x="223" y="32"/>
                  </a:lnTo>
                  <a:lnTo>
                    <a:pt x="223" y="32"/>
                  </a:lnTo>
                  <a:lnTo>
                    <a:pt x="223" y="32"/>
                  </a:lnTo>
                  <a:lnTo>
                    <a:pt x="225" y="34"/>
                  </a:lnTo>
                  <a:lnTo>
                    <a:pt x="225" y="36"/>
                  </a:lnTo>
                  <a:lnTo>
                    <a:pt x="225" y="36"/>
                  </a:lnTo>
                  <a:lnTo>
                    <a:pt x="225" y="36"/>
                  </a:lnTo>
                  <a:lnTo>
                    <a:pt x="225" y="40"/>
                  </a:lnTo>
                  <a:lnTo>
                    <a:pt x="225" y="42"/>
                  </a:lnTo>
                  <a:lnTo>
                    <a:pt x="225" y="44"/>
                  </a:lnTo>
                  <a:lnTo>
                    <a:pt x="225" y="44"/>
                  </a:lnTo>
                  <a:lnTo>
                    <a:pt x="225" y="44"/>
                  </a:lnTo>
                  <a:lnTo>
                    <a:pt x="225" y="46"/>
                  </a:lnTo>
                  <a:lnTo>
                    <a:pt x="225" y="46"/>
                  </a:lnTo>
                  <a:lnTo>
                    <a:pt x="225" y="47"/>
                  </a:lnTo>
                  <a:lnTo>
                    <a:pt x="225" y="47"/>
                  </a:lnTo>
                  <a:lnTo>
                    <a:pt x="225" y="47"/>
                  </a:lnTo>
                  <a:lnTo>
                    <a:pt x="225" y="51"/>
                  </a:lnTo>
                  <a:lnTo>
                    <a:pt x="225" y="53"/>
                  </a:lnTo>
                  <a:lnTo>
                    <a:pt x="225" y="57"/>
                  </a:lnTo>
                  <a:lnTo>
                    <a:pt x="225" y="57"/>
                  </a:lnTo>
                  <a:lnTo>
                    <a:pt x="225" y="59"/>
                  </a:lnTo>
                  <a:lnTo>
                    <a:pt x="225" y="61"/>
                  </a:lnTo>
                  <a:lnTo>
                    <a:pt x="223" y="61"/>
                  </a:lnTo>
                  <a:lnTo>
                    <a:pt x="223" y="63"/>
                  </a:lnTo>
                  <a:lnTo>
                    <a:pt x="221" y="61"/>
                  </a:lnTo>
                  <a:lnTo>
                    <a:pt x="221" y="61"/>
                  </a:lnTo>
                  <a:lnTo>
                    <a:pt x="221" y="57"/>
                  </a:lnTo>
                  <a:lnTo>
                    <a:pt x="219" y="55"/>
                  </a:lnTo>
                  <a:lnTo>
                    <a:pt x="219" y="55"/>
                  </a:lnTo>
                  <a:lnTo>
                    <a:pt x="217" y="55"/>
                  </a:lnTo>
                  <a:lnTo>
                    <a:pt x="215" y="55"/>
                  </a:lnTo>
                  <a:lnTo>
                    <a:pt x="213" y="55"/>
                  </a:lnTo>
                  <a:lnTo>
                    <a:pt x="212" y="53"/>
                  </a:lnTo>
                  <a:lnTo>
                    <a:pt x="212" y="53"/>
                  </a:lnTo>
                  <a:lnTo>
                    <a:pt x="210" y="55"/>
                  </a:lnTo>
                  <a:lnTo>
                    <a:pt x="208" y="55"/>
                  </a:lnTo>
                  <a:lnTo>
                    <a:pt x="208" y="57"/>
                  </a:lnTo>
                  <a:lnTo>
                    <a:pt x="208" y="59"/>
                  </a:lnTo>
                  <a:lnTo>
                    <a:pt x="208" y="61"/>
                  </a:lnTo>
                  <a:lnTo>
                    <a:pt x="208" y="61"/>
                  </a:lnTo>
                  <a:lnTo>
                    <a:pt x="208" y="61"/>
                  </a:lnTo>
                  <a:lnTo>
                    <a:pt x="210" y="61"/>
                  </a:lnTo>
                  <a:lnTo>
                    <a:pt x="210" y="61"/>
                  </a:lnTo>
                  <a:lnTo>
                    <a:pt x="210" y="61"/>
                  </a:lnTo>
                  <a:lnTo>
                    <a:pt x="210" y="63"/>
                  </a:lnTo>
                  <a:lnTo>
                    <a:pt x="210" y="63"/>
                  </a:lnTo>
                  <a:lnTo>
                    <a:pt x="208" y="65"/>
                  </a:lnTo>
                  <a:lnTo>
                    <a:pt x="202" y="68"/>
                  </a:lnTo>
                  <a:lnTo>
                    <a:pt x="200" y="68"/>
                  </a:lnTo>
                  <a:lnTo>
                    <a:pt x="198" y="70"/>
                  </a:lnTo>
                  <a:lnTo>
                    <a:pt x="198" y="70"/>
                  </a:lnTo>
                  <a:lnTo>
                    <a:pt x="194" y="72"/>
                  </a:lnTo>
                  <a:lnTo>
                    <a:pt x="192" y="72"/>
                  </a:lnTo>
                  <a:lnTo>
                    <a:pt x="191" y="74"/>
                  </a:lnTo>
                  <a:lnTo>
                    <a:pt x="191" y="74"/>
                  </a:lnTo>
                  <a:lnTo>
                    <a:pt x="191" y="76"/>
                  </a:lnTo>
                  <a:lnTo>
                    <a:pt x="191" y="76"/>
                  </a:lnTo>
                  <a:lnTo>
                    <a:pt x="192" y="76"/>
                  </a:lnTo>
                  <a:lnTo>
                    <a:pt x="192" y="76"/>
                  </a:lnTo>
                  <a:lnTo>
                    <a:pt x="192" y="76"/>
                  </a:lnTo>
                  <a:lnTo>
                    <a:pt x="192" y="76"/>
                  </a:lnTo>
                  <a:lnTo>
                    <a:pt x="194" y="74"/>
                  </a:lnTo>
                  <a:lnTo>
                    <a:pt x="194" y="74"/>
                  </a:lnTo>
                  <a:lnTo>
                    <a:pt x="196" y="74"/>
                  </a:lnTo>
                  <a:lnTo>
                    <a:pt x="196" y="74"/>
                  </a:lnTo>
                  <a:lnTo>
                    <a:pt x="196" y="74"/>
                  </a:lnTo>
                  <a:lnTo>
                    <a:pt x="196" y="74"/>
                  </a:lnTo>
                  <a:lnTo>
                    <a:pt x="196" y="74"/>
                  </a:lnTo>
                  <a:lnTo>
                    <a:pt x="196" y="76"/>
                  </a:lnTo>
                  <a:lnTo>
                    <a:pt x="196" y="76"/>
                  </a:lnTo>
                  <a:lnTo>
                    <a:pt x="198" y="76"/>
                  </a:lnTo>
                  <a:lnTo>
                    <a:pt x="198" y="76"/>
                  </a:lnTo>
                  <a:lnTo>
                    <a:pt x="198" y="78"/>
                  </a:lnTo>
                  <a:lnTo>
                    <a:pt x="200" y="78"/>
                  </a:lnTo>
                  <a:lnTo>
                    <a:pt x="200" y="78"/>
                  </a:lnTo>
                  <a:lnTo>
                    <a:pt x="200" y="78"/>
                  </a:lnTo>
                  <a:lnTo>
                    <a:pt x="200" y="78"/>
                  </a:lnTo>
                  <a:lnTo>
                    <a:pt x="200" y="80"/>
                  </a:lnTo>
                  <a:lnTo>
                    <a:pt x="200" y="80"/>
                  </a:lnTo>
                  <a:lnTo>
                    <a:pt x="200" y="80"/>
                  </a:lnTo>
                  <a:lnTo>
                    <a:pt x="200" y="82"/>
                  </a:lnTo>
                  <a:lnTo>
                    <a:pt x="200" y="84"/>
                  </a:lnTo>
                  <a:lnTo>
                    <a:pt x="200" y="84"/>
                  </a:lnTo>
                  <a:lnTo>
                    <a:pt x="200" y="85"/>
                  </a:lnTo>
                  <a:lnTo>
                    <a:pt x="196" y="87"/>
                  </a:lnTo>
                  <a:lnTo>
                    <a:pt x="191" y="91"/>
                  </a:lnTo>
                  <a:lnTo>
                    <a:pt x="187" y="91"/>
                  </a:lnTo>
                  <a:lnTo>
                    <a:pt x="187" y="91"/>
                  </a:lnTo>
                  <a:lnTo>
                    <a:pt x="185" y="89"/>
                  </a:lnTo>
                  <a:lnTo>
                    <a:pt x="183" y="89"/>
                  </a:lnTo>
                  <a:lnTo>
                    <a:pt x="183" y="89"/>
                  </a:lnTo>
                  <a:lnTo>
                    <a:pt x="181" y="87"/>
                  </a:lnTo>
                  <a:lnTo>
                    <a:pt x="181" y="85"/>
                  </a:lnTo>
                  <a:lnTo>
                    <a:pt x="181" y="82"/>
                  </a:lnTo>
                  <a:lnTo>
                    <a:pt x="179" y="80"/>
                  </a:lnTo>
                  <a:lnTo>
                    <a:pt x="179" y="80"/>
                  </a:lnTo>
                  <a:lnTo>
                    <a:pt x="179" y="80"/>
                  </a:lnTo>
                  <a:lnTo>
                    <a:pt x="177" y="80"/>
                  </a:lnTo>
                  <a:lnTo>
                    <a:pt x="177" y="82"/>
                  </a:lnTo>
                  <a:lnTo>
                    <a:pt x="177" y="82"/>
                  </a:lnTo>
                  <a:lnTo>
                    <a:pt x="177" y="82"/>
                  </a:lnTo>
                  <a:lnTo>
                    <a:pt x="177" y="84"/>
                  </a:lnTo>
                  <a:lnTo>
                    <a:pt x="177" y="84"/>
                  </a:lnTo>
                  <a:lnTo>
                    <a:pt x="177" y="84"/>
                  </a:lnTo>
                  <a:lnTo>
                    <a:pt x="177" y="85"/>
                  </a:lnTo>
                  <a:lnTo>
                    <a:pt x="177" y="87"/>
                  </a:lnTo>
                  <a:lnTo>
                    <a:pt x="177" y="87"/>
                  </a:lnTo>
                  <a:lnTo>
                    <a:pt x="175" y="87"/>
                  </a:lnTo>
                  <a:lnTo>
                    <a:pt x="175" y="87"/>
                  </a:lnTo>
                  <a:lnTo>
                    <a:pt x="175" y="87"/>
                  </a:lnTo>
                  <a:lnTo>
                    <a:pt x="175" y="87"/>
                  </a:lnTo>
                  <a:lnTo>
                    <a:pt x="173" y="85"/>
                  </a:lnTo>
                  <a:lnTo>
                    <a:pt x="173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72" y="87"/>
                  </a:lnTo>
                  <a:lnTo>
                    <a:pt x="172" y="87"/>
                  </a:lnTo>
                  <a:lnTo>
                    <a:pt x="172" y="87"/>
                  </a:lnTo>
                  <a:lnTo>
                    <a:pt x="172" y="89"/>
                  </a:lnTo>
                  <a:lnTo>
                    <a:pt x="170" y="89"/>
                  </a:lnTo>
                  <a:lnTo>
                    <a:pt x="170" y="89"/>
                  </a:lnTo>
                  <a:lnTo>
                    <a:pt x="168" y="87"/>
                  </a:lnTo>
                  <a:lnTo>
                    <a:pt x="168" y="87"/>
                  </a:lnTo>
                  <a:lnTo>
                    <a:pt x="166" y="87"/>
                  </a:lnTo>
                  <a:lnTo>
                    <a:pt x="166" y="87"/>
                  </a:lnTo>
                  <a:lnTo>
                    <a:pt x="162" y="85"/>
                  </a:lnTo>
                  <a:lnTo>
                    <a:pt x="162" y="85"/>
                  </a:lnTo>
                  <a:lnTo>
                    <a:pt x="162" y="85"/>
                  </a:lnTo>
                  <a:lnTo>
                    <a:pt x="160" y="85"/>
                  </a:lnTo>
                  <a:lnTo>
                    <a:pt x="160" y="87"/>
                  </a:lnTo>
                  <a:lnTo>
                    <a:pt x="160" y="87"/>
                  </a:lnTo>
                  <a:lnTo>
                    <a:pt x="160" y="87"/>
                  </a:lnTo>
                  <a:lnTo>
                    <a:pt x="162" y="89"/>
                  </a:lnTo>
                  <a:lnTo>
                    <a:pt x="162" y="89"/>
                  </a:lnTo>
                  <a:lnTo>
                    <a:pt x="164" y="89"/>
                  </a:lnTo>
                  <a:lnTo>
                    <a:pt x="164" y="89"/>
                  </a:lnTo>
                  <a:lnTo>
                    <a:pt x="166" y="91"/>
                  </a:lnTo>
                  <a:lnTo>
                    <a:pt x="164" y="91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2" y="93"/>
                  </a:lnTo>
                  <a:lnTo>
                    <a:pt x="162" y="93"/>
                  </a:lnTo>
                  <a:lnTo>
                    <a:pt x="162" y="93"/>
                  </a:lnTo>
                  <a:lnTo>
                    <a:pt x="162" y="95"/>
                  </a:lnTo>
                  <a:lnTo>
                    <a:pt x="162" y="95"/>
                  </a:lnTo>
                  <a:lnTo>
                    <a:pt x="162" y="95"/>
                  </a:lnTo>
                  <a:lnTo>
                    <a:pt x="162" y="95"/>
                  </a:lnTo>
                  <a:lnTo>
                    <a:pt x="160" y="97"/>
                  </a:lnTo>
                  <a:lnTo>
                    <a:pt x="160" y="97"/>
                  </a:lnTo>
                  <a:lnTo>
                    <a:pt x="158" y="103"/>
                  </a:lnTo>
                  <a:lnTo>
                    <a:pt x="158" y="104"/>
                  </a:lnTo>
                  <a:lnTo>
                    <a:pt x="158" y="106"/>
                  </a:lnTo>
                  <a:lnTo>
                    <a:pt x="158" y="106"/>
                  </a:lnTo>
                  <a:lnTo>
                    <a:pt x="158" y="108"/>
                  </a:lnTo>
                  <a:lnTo>
                    <a:pt x="158" y="108"/>
                  </a:lnTo>
                  <a:lnTo>
                    <a:pt x="158" y="110"/>
                  </a:lnTo>
                  <a:lnTo>
                    <a:pt x="160" y="110"/>
                  </a:lnTo>
                  <a:lnTo>
                    <a:pt x="160" y="110"/>
                  </a:lnTo>
                  <a:lnTo>
                    <a:pt x="162" y="112"/>
                  </a:lnTo>
                  <a:lnTo>
                    <a:pt x="162" y="112"/>
                  </a:lnTo>
                  <a:lnTo>
                    <a:pt x="162" y="114"/>
                  </a:lnTo>
                  <a:lnTo>
                    <a:pt x="162" y="116"/>
                  </a:lnTo>
                  <a:lnTo>
                    <a:pt x="158" y="116"/>
                  </a:lnTo>
                  <a:lnTo>
                    <a:pt x="156" y="118"/>
                  </a:lnTo>
                  <a:lnTo>
                    <a:pt x="154" y="120"/>
                  </a:lnTo>
                  <a:lnTo>
                    <a:pt x="152" y="120"/>
                  </a:lnTo>
                  <a:lnTo>
                    <a:pt x="149" y="122"/>
                  </a:lnTo>
                  <a:lnTo>
                    <a:pt x="147" y="125"/>
                  </a:lnTo>
                  <a:lnTo>
                    <a:pt x="145" y="125"/>
                  </a:lnTo>
                  <a:lnTo>
                    <a:pt x="145" y="125"/>
                  </a:lnTo>
                  <a:lnTo>
                    <a:pt x="141" y="125"/>
                  </a:lnTo>
                  <a:lnTo>
                    <a:pt x="141" y="125"/>
                  </a:lnTo>
                  <a:lnTo>
                    <a:pt x="139" y="127"/>
                  </a:lnTo>
                  <a:lnTo>
                    <a:pt x="137" y="127"/>
                  </a:lnTo>
                  <a:lnTo>
                    <a:pt x="135" y="127"/>
                  </a:lnTo>
                  <a:lnTo>
                    <a:pt x="133" y="127"/>
                  </a:lnTo>
                  <a:lnTo>
                    <a:pt x="131" y="127"/>
                  </a:lnTo>
                  <a:lnTo>
                    <a:pt x="130" y="125"/>
                  </a:lnTo>
                  <a:lnTo>
                    <a:pt x="130" y="125"/>
                  </a:lnTo>
                  <a:lnTo>
                    <a:pt x="128" y="122"/>
                  </a:lnTo>
                  <a:lnTo>
                    <a:pt x="128" y="122"/>
                  </a:lnTo>
                  <a:lnTo>
                    <a:pt x="126" y="120"/>
                  </a:lnTo>
                  <a:lnTo>
                    <a:pt x="126" y="118"/>
                  </a:lnTo>
                  <a:lnTo>
                    <a:pt x="124" y="118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20" y="118"/>
                  </a:lnTo>
                  <a:lnTo>
                    <a:pt x="116" y="120"/>
                  </a:lnTo>
                  <a:lnTo>
                    <a:pt x="116" y="122"/>
                  </a:lnTo>
                  <a:lnTo>
                    <a:pt x="116" y="122"/>
                  </a:lnTo>
                  <a:lnTo>
                    <a:pt x="116" y="124"/>
                  </a:lnTo>
                  <a:lnTo>
                    <a:pt x="116" y="124"/>
                  </a:lnTo>
                  <a:lnTo>
                    <a:pt x="114" y="124"/>
                  </a:lnTo>
                  <a:lnTo>
                    <a:pt x="114" y="125"/>
                  </a:lnTo>
                  <a:lnTo>
                    <a:pt x="111" y="124"/>
                  </a:lnTo>
                  <a:lnTo>
                    <a:pt x="109" y="124"/>
                  </a:lnTo>
                  <a:lnTo>
                    <a:pt x="107" y="125"/>
                  </a:lnTo>
                  <a:lnTo>
                    <a:pt x="105" y="125"/>
                  </a:lnTo>
                  <a:lnTo>
                    <a:pt x="103" y="125"/>
                  </a:lnTo>
                  <a:lnTo>
                    <a:pt x="99" y="124"/>
                  </a:lnTo>
                  <a:lnTo>
                    <a:pt x="99" y="122"/>
                  </a:lnTo>
                  <a:lnTo>
                    <a:pt x="99" y="124"/>
                  </a:lnTo>
                  <a:lnTo>
                    <a:pt x="97" y="122"/>
                  </a:lnTo>
                  <a:lnTo>
                    <a:pt x="93" y="122"/>
                  </a:lnTo>
                  <a:lnTo>
                    <a:pt x="91" y="120"/>
                  </a:lnTo>
                  <a:lnTo>
                    <a:pt x="91" y="120"/>
                  </a:lnTo>
                  <a:lnTo>
                    <a:pt x="90" y="120"/>
                  </a:lnTo>
                  <a:lnTo>
                    <a:pt x="90" y="124"/>
                  </a:lnTo>
                  <a:lnTo>
                    <a:pt x="88" y="125"/>
                  </a:lnTo>
                  <a:lnTo>
                    <a:pt x="84" y="129"/>
                  </a:lnTo>
                  <a:lnTo>
                    <a:pt x="84" y="131"/>
                  </a:lnTo>
                  <a:lnTo>
                    <a:pt x="82" y="133"/>
                  </a:lnTo>
                  <a:lnTo>
                    <a:pt x="82" y="133"/>
                  </a:lnTo>
                  <a:lnTo>
                    <a:pt x="82" y="135"/>
                  </a:lnTo>
                  <a:lnTo>
                    <a:pt x="82" y="135"/>
                  </a:lnTo>
                  <a:lnTo>
                    <a:pt x="80" y="135"/>
                  </a:lnTo>
                  <a:lnTo>
                    <a:pt x="80" y="137"/>
                  </a:lnTo>
                  <a:lnTo>
                    <a:pt x="80" y="135"/>
                  </a:lnTo>
                  <a:lnTo>
                    <a:pt x="78" y="135"/>
                  </a:lnTo>
                  <a:lnTo>
                    <a:pt x="78" y="137"/>
                  </a:lnTo>
                  <a:lnTo>
                    <a:pt x="76" y="139"/>
                  </a:lnTo>
                  <a:lnTo>
                    <a:pt x="76" y="141"/>
                  </a:lnTo>
                  <a:lnTo>
                    <a:pt x="76" y="141"/>
                  </a:lnTo>
                  <a:lnTo>
                    <a:pt x="76" y="143"/>
                  </a:lnTo>
                  <a:lnTo>
                    <a:pt x="76" y="143"/>
                  </a:lnTo>
                  <a:lnTo>
                    <a:pt x="78" y="144"/>
                  </a:lnTo>
                  <a:lnTo>
                    <a:pt x="76" y="144"/>
                  </a:lnTo>
                  <a:lnTo>
                    <a:pt x="76" y="144"/>
                  </a:lnTo>
                  <a:lnTo>
                    <a:pt x="74" y="146"/>
                  </a:lnTo>
                  <a:lnTo>
                    <a:pt x="72" y="146"/>
                  </a:lnTo>
                  <a:lnTo>
                    <a:pt x="71" y="146"/>
                  </a:lnTo>
                  <a:lnTo>
                    <a:pt x="71" y="144"/>
                  </a:lnTo>
                  <a:lnTo>
                    <a:pt x="71" y="143"/>
                  </a:lnTo>
                  <a:lnTo>
                    <a:pt x="71" y="143"/>
                  </a:lnTo>
                  <a:lnTo>
                    <a:pt x="69" y="143"/>
                  </a:lnTo>
                  <a:lnTo>
                    <a:pt x="69" y="141"/>
                  </a:lnTo>
                  <a:lnTo>
                    <a:pt x="69" y="141"/>
                  </a:lnTo>
                  <a:lnTo>
                    <a:pt x="69" y="141"/>
                  </a:lnTo>
                  <a:lnTo>
                    <a:pt x="69" y="139"/>
                  </a:lnTo>
                  <a:lnTo>
                    <a:pt x="67" y="139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5"/>
                  </a:lnTo>
                  <a:lnTo>
                    <a:pt x="65" y="135"/>
                  </a:lnTo>
                  <a:lnTo>
                    <a:pt x="65" y="133"/>
                  </a:lnTo>
                  <a:lnTo>
                    <a:pt x="65" y="133"/>
                  </a:lnTo>
                  <a:lnTo>
                    <a:pt x="65" y="133"/>
                  </a:lnTo>
                  <a:lnTo>
                    <a:pt x="67" y="133"/>
                  </a:lnTo>
                  <a:lnTo>
                    <a:pt x="67" y="133"/>
                  </a:lnTo>
                  <a:lnTo>
                    <a:pt x="67" y="131"/>
                  </a:lnTo>
                  <a:lnTo>
                    <a:pt x="69" y="131"/>
                  </a:lnTo>
                  <a:lnTo>
                    <a:pt x="69" y="131"/>
                  </a:lnTo>
                  <a:lnTo>
                    <a:pt x="69" y="131"/>
                  </a:lnTo>
                  <a:lnTo>
                    <a:pt x="69" y="129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25"/>
                  </a:lnTo>
                  <a:lnTo>
                    <a:pt x="71" y="125"/>
                  </a:lnTo>
                  <a:lnTo>
                    <a:pt x="71" y="125"/>
                  </a:lnTo>
                  <a:lnTo>
                    <a:pt x="69" y="124"/>
                  </a:lnTo>
                  <a:lnTo>
                    <a:pt x="69" y="122"/>
                  </a:lnTo>
                  <a:lnTo>
                    <a:pt x="69" y="120"/>
                  </a:lnTo>
                  <a:lnTo>
                    <a:pt x="67" y="120"/>
                  </a:lnTo>
                  <a:lnTo>
                    <a:pt x="67" y="118"/>
                  </a:lnTo>
                  <a:lnTo>
                    <a:pt x="67" y="118"/>
                  </a:lnTo>
                  <a:lnTo>
                    <a:pt x="67" y="118"/>
                  </a:lnTo>
                  <a:lnTo>
                    <a:pt x="67" y="118"/>
                  </a:lnTo>
                  <a:lnTo>
                    <a:pt x="65" y="118"/>
                  </a:lnTo>
                  <a:lnTo>
                    <a:pt x="65" y="118"/>
                  </a:lnTo>
                  <a:lnTo>
                    <a:pt x="63" y="120"/>
                  </a:lnTo>
                  <a:lnTo>
                    <a:pt x="63" y="120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61" y="120"/>
                  </a:lnTo>
                  <a:lnTo>
                    <a:pt x="61" y="120"/>
                  </a:lnTo>
                  <a:lnTo>
                    <a:pt x="59" y="120"/>
                  </a:lnTo>
                  <a:lnTo>
                    <a:pt x="59" y="118"/>
                  </a:lnTo>
                  <a:lnTo>
                    <a:pt x="59" y="118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59" y="114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9" y="114"/>
                  </a:lnTo>
                  <a:lnTo>
                    <a:pt x="59" y="112"/>
                  </a:lnTo>
                  <a:lnTo>
                    <a:pt x="59" y="112"/>
                  </a:lnTo>
                  <a:lnTo>
                    <a:pt x="59" y="112"/>
                  </a:lnTo>
                  <a:lnTo>
                    <a:pt x="59" y="110"/>
                  </a:lnTo>
                  <a:lnTo>
                    <a:pt x="59" y="110"/>
                  </a:lnTo>
                  <a:lnTo>
                    <a:pt x="59" y="108"/>
                  </a:lnTo>
                  <a:lnTo>
                    <a:pt x="59" y="108"/>
                  </a:lnTo>
                  <a:lnTo>
                    <a:pt x="57" y="108"/>
                  </a:lnTo>
                  <a:lnTo>
                    <a:pt x="57" y="108"/>
                  </a:lnTo>
                  <a:lnTo>
                    <a:pt x="57" y="108"/>
                  </a:lnTo>
                  <a:lnTo>
                    <a:pt x="57" y="108"/>
                  </a:lnTo>
                  <a:lnTo>
                    <a:pt x="57" y="110"/>
                  </a:lnTo>
                  <a:lnTo>
                    <a:pt x="57" y="110"/>
                  </a:lnTo>
                  <a:lnTo>
                    <a:pt x="57" y="110"/>
                  </a:lnTo>
                  <a:lnTo>
                    <a:pt x="55" y="112"/>
                  </a:lnTo>
                  <a:lnTo>
                    <a:pt x="55" y="112"/>
                  </a:lnTo>
                  <a:lnTo>
                    <a:pt x="55" y="112"/>
                  </a:lnTo>
                  <a:lnTo>
                    <a:pt x="53" y="112"/>
                  </a:lnTo>
                  <a:lnTo>
                    <a:pt x="51" y="114"/>
                  </a:lnTo>
                  <a:lnTo>
                    <a:pt x="50" y="114"/>
                  </a:lnTo>
                  <a:lnTo>
                    <a:pt x="50" y="114"/>
                  </a:lnTo>
                  <a:lnTo>
                    <a:pt x="48" y="112"/>
                  </a:lnTo>
                  <a:lnTo>
                    <a:pt x="48" y="112"/>
                  </a:lnTo>
                  <a:lnTo>
                    <a:pt x="48" y="112"/>
                  </a:lnTo>
                  <a:lnTo>
                    <a:pt x="46" y="112"/>
                  </a:lnTo>
                  <a:lnTo>
                    <a:pt x="44" y="110"/>
                  </a:lnTo>
                  <a:lnTo>
                    <a:pt x="44" y="110"/>
                  </a:lnTo>
                  <a:lnTo>
                    <a:pt x="44" y="108"/>
                  </a:lnTo>
                  <a:lnTo>
                    <a:pt x="44" y="108"/>
                  </a:lnTo>
                  <a:lnTo>
                    <a:pt x="44" y="106"/>
                  </a:lnTo>
                  <a:lnTo>
                    <a:pt x="42" y="106"/>
                  </a:lnTo>
                  <a:lnTo>
                    <a:pt x="42" y="106"/>
                  </a:lnTo>
                  <a:lnTo>
                    <a:pt x="42" y="106"/>
                  </a:lnTo>
                  <a:lnTo>
                    <a:pt x="42" y="104"/>
                  </a:lnTo>
                  <a:lnTo>
                    <a:pt x="40" y="104"/>
                  </a:lnTo>
                  <a:lnTo>
                    <a:pt x="36" y="104"/>
                  </a:lnTo>
                  <a:lnTo>
                    <a:pt x="34" y="104"/>
                  </a:lnTo>
                  <a:lnTo>
                    <a:pt x="34" y="103"/>
                  </a:lnTo>
                  <a:lnTo>
                    <a:pt x="34" y="103"/>
                  </a:lnTo>
                  <a:lnTo>
                    <a:pt x="32" y="103"/>
                  </a:lnTo>
                  <a:lnTo>
                    <a:pt x="32" y="101"/>
                  </a:lnTo>
                  <a:lnTo>
                    <a:pt x="32" y="101"/>
                  </a:lnTo>
                  <a:lnTo>
                    <a:pt x="30" y="101"/>
                  </a:lnTo>
                  <a:lnTo>
                    <a:pt x="29" y="103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03"/>
                  </a:lnTo>
                  <a:lnTo>
                    <a:pt x="23" y="103"/>
                  </a:lnTo>
                  <a:lnTo>
                    <a:pt x="19" y="106"/>
                  </a:lnTo>
                  <a:lnTo>
                    <a:pt x="19" y="106"/>
                  </a:lnTo>
                  <a:lnTo>
                    <a:pt x="19" y="106"/>
                  </a:lnTo>
                  <a:lnTo>
                    <a:pt x="17" y="108"/>
                  </a:lnTo>
                  <a:lnTo>
                    <a:pt x="17" y="108"/>
                  </a:lnTo>
                  <a:lnTo>
                    <a:pt x="17" y="108"/>
                  </a:lnTo>
                  <a:lnTo>
                    <a:pt x="15" y="108"/>
                  </a:lnTo>
                  <a:lnTo>
                    <a:pt x="10" y="106"/>
                  </a:lnTo>
                  <a:lnTo>
                    <a:pt x="4" y="106"/>
                  </a:lnTo>
                  <a:lnTo>
                    <a:pt x="4" y="108"/>
                  </a:lnTo>
                  <a:lnTo>
                    <a:pt x="4" y="110"/>
                  </a:lnTo>
                  <a:lnTo>
                    <a:pt x="6" y="110"/>
                  </a:lnTo>
                  <a:lnTo>
                    <a:pt x="6" y="110"/>
                  </a:lnTo>
                  <a:lnTo>
                    <a:pt x="8" y="112"/>
                  </a:lnTo>
                  <a:lnTo>
                    <a:pt x="8" y="112"/>
                  </a:lnTo>
                  <a:lnTo>
                    <a:pt x="8" y="114"/>
                  </a:lnTo>
                  <a:lnTo>
                    <a:pt x="8" y="114"/>
                  </a:lnTo>
                  <a:lnTo>
                    <a:pt x="8" y="116"/>
                  </a:lnTo>
                  <a:lnTo>
                    <a:pt x="6" y="116"/>
                  </a:lnTo>
                  <a:lnTo>
                    <a:pt x="6" y="118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0" y="120"/>
                  </a:lnTo>
                  <a:lnTo>
                    <a:pt x="0" y="122"/>
                  </a:lnTo>
                  <a:lnTo>
                    <a:pt x="0" y="124"/>
                  </a:lnTo>
                  <a:lnTo>
                    <a:pt x="0" y="125"/>
                  </a:lnTo>
                  <a:lnTo>
                    <a:pt x="0" y="125"/>
                  </a:lnTo>
                  <a:lnTo>
                    <a:pt x="0" y="127"/>
                  </a:lnTo>
                  <a:lnTo>
                    <a:pt x="2" y="127"/>
                  </a:lnTo>
                  <a:lnTo>
                    <a:pt x="2" y="127"/>
                  </a:lnTo>
                  <a:lnTo>
                    <a:pt x="4" y="127"/>
                  </a:lnTo>
                  <a:lnTo>
                    <a:pt x="4" y="127"/>
                  </a:lnTo>
                  <a:lnTo>
                    <a:pt x="4" y="127"/>
                  </a:lnTo>
                  <a:lnTo>
                    <a:pt x="6" y="127"/>
                  </a:lnTo>
                  <a:lnTo>
                    <a:pt x="6" y="127"/>
                  </a:lnTo>
                  <a:lnTo>
                    <a:pt x="8" y="125"/>
                  </a:lnTo>
                  <a:lnTo>
                    <a:pt x="8" y="125"/>
                  </a:lnTo>
                  <a:lnTo>
                    <a:pt x="10" y="125"/>
                  </a:lnTo>
                  <a:lnTo>
                    <a:pt x="10" y="125"/>
                  </a:lnTo>
                  <a:lnTo>
                    <a:pt x="10" y="125"/>
                  </a:lnTo>
                  <a:lnTo>
                    <a:pt x="10" y="125"/>
                  </a:lnTo>
                  <a:lnTo>
                    <a:pt x="10" y="125"/>
                  </a:lnTo>
                  <a:lnTo>
                    <a:pt x="11" y="124"/>
                  </a:lnTo>
                  <a:lnTo>
                    <a:pt x="11" y="125"/>
                  </a:lnTo>
                  <a:lnTo>
                    <a:pt x="11" y="125"/>
                  </a:lnTo>
                  <a:lnTo>
                    <a:pt x="13" y="125"/>
                  </a:lnTo>
                  <a:lnTo>
                    <a:pt x="13" y="127"/>
                  </a:lnTo>
                  <a:lnTo>
                    <a:pt x="13" y="129"/>
                  </a:lnTo>
                  <a:lnTo>
                    <a:pt x="11" y="133"/>
                  </a:lnTo>
                  <a:lnTo>
                    <a:pt x="11" y="135"/>
                  </a:lnTo>
                  <a:lnTo>
                    <a:pt x="10" y="144"/>
                  </a:lnTo>
                  <a:lnTo>
                    <a:pt x="10" y="144"/>
                  </a:lnTo>
                  <a:lnTo>
                    <a:pt x="11" y="146"/>
                  </a:lnTo>
                  <a:lnTo>
                    <a:pt x="13" y="148"/>
                  </a:lnTo>
                  <a:lnTo>
                    <a:pt x="13" y="150"/>
                  </a:lnTo>
                  <a:lnTo>
                    <a:pt x="13" y="150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6"/>
                  </a:lnTo>
                  <a:lnTo>
                    <a:pt x="11" y="156"/>
                  </a:lnTo>
                  <a:lnTo>
                    <a:pt x="11" y="156"/>
                  </a:lnTo>
                  <a:lnTo>
                    <a:pt x="8" y="156"/>
                  </a:lnTo>
                  <a:lnTo>
                    <a:pt x="8" y="156"/>
                  </a:lnTo>
                  <a:lnTo>
                    <a:pt x="8" y="158"/>
                  </a:lnTo>
                  <a:lnTo>
                    <a:pt x="6" y="158"/>
                  </a:lnTo>
                  <a:lnTo>
                    <a:pt x="6" y="160"/>
                  </a:lnTo>
                  <a:lnTo>
                    <a:pt x="8" y="160"/>
                  </a:lnTo>
                  <a:lnTo>
                    <a:pt x="8" y="160"/>
                  </a:lnTo>
                  <a:lnTo>
                    <a:pt x="8" y="162"/>
                  </a:lnTo>
                  <a:lnTo>
                    <a:pt x="10" y="163"/>
                  </a:lnTo>
                  <a:lnTo>
                    <a:pt x="10" y="163"/>
                  </a:lnTo>
                  <a:lnTo>
                    <a:pt x="11" y="165"/>
                  </a:lnTo>
                  <a:lnTo>
                    <a:pt x="11" y="167"/>
                  </a:lnTo>
                  <a:lnTo>
                    <a:pt x="11" y="169"/>
                  </a:lnTo>
                  <a:lnTo>
                    <a:pt x="13" y="171"/>
                  </a:lnTo>
                  <a:lnTo>
                    <a:pt x="13" y="171"/>
                  </a:lnTo>
                  <a:lnTo>
                    <a:pt x="15" y="171"/>
                  </a:lnTo>
                  <a:lnTo>
                    <a:pt x="15" y="171"/>
                  </a:lnTo>
                  <a:lnTo>
                    <a:pt x="15" y="171"/>
                  </a:lnTo>
                  <a:lnTo>
                    <a:pt x="15" y="169"/>
                  </a:lnTo>
                  <a:lnTo>
                    <a:pt x="17" y="169"/>
                  </a:lnTo>
                  <a:lnTo>
                    <a:pt x="17" y="167"/>
                  </a:lnTo>
                  <a:lnTo>
                    <a:pt x="17" y="167"/>
                  </a:lnTo>
                  <a:lnTo>
                    <a:pt x="17" y="167"/>
                  </a:lnTo>
                  <a:lnTo>
                    <a:pt x="17" y="167"/>
                  </a:lnTo>
                  <a:lnTo>
                    <a:pt x="19" y="167"/>
                  </a:lnTo>
                  <a:lnTo>
                    <a:pt x="21" y="167"/>
                  </a:lnTo>
                  <a:lnTo>
                    <a:pt x="23" y="167"/>
                  </a:lnTo>
                  <a:lnTo>
                    <a:pt x="25" y="167"/>
                  </a:lnTo>
                  <a:lnTo>
                    <a:pt x="27" y="167"/>
                  </a:lnTo>
                  <a:lnTo>
                    <a:pt x="29" y="167"/>
                  </a:lnTo>
                  <a:lnTo>
                    <a:pt x="29" y="167"/>
                  </a:lnTo>
                  <a:lnTo>
                    <a:pt x="29" y="165"/>
                  </a:lnTo>
                  <a:lnTo>
                    <a:pt x="30" y="165"/>
                  </a:lnTo>
                  <a:lnTo>
                    <a:pt x="32" y="163"/>
                  </a:lnTo>
                  <a:lnTo>
                    <a:pt x="32" y="163"/>
                  </a:lnTo>
                  <a:lnTo>
                    <a:pt x="34" y="163"/>
                  </a:lnTo>
                  <a:lnTo>
                    <a:pt x="34" y="163"/>
                  </a:lnTo>
                  <a:lnTo>
                    <a:pt x="36" y="163"/>
                  </a:lnTo>
                  <a:lnTo>
                    <a:pt x="36" y="165"/>
                  </a:lnTo>
                  <a:lnTo>
                    <a:pt x="38" y="165"/>
                  </a:lnTo>
                  <a:lnTo>
                    <a:pt x="40" y="165"/>
                  </a:lnTo>
                  <a:lnTo>
                    <a:pt x="40" y="165"/>
                  </a:lnTo>
                  <a:lnTo>
                    <a:pt x="42" y="167"/>
                  </a:lnTo>
                  <a:lnTo>
                    <a:pt x="42" y="167"/>
                  </a:lnTo>
                  <a:lnTo>
                    <a:pt x="44" y="169"/>
                  </a:lnTo>
                  <a:lnTo>
                    <a:pt x="44" y="169"/>
                  </a:lnTo>
                  <a:lnTo>
                    <a:pt x="44" y="171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77"/>
                  </a:lnTo>
                  <a:lnTo>
                    <a:pt x="48" y="177"/>
                  </a:lnTo>
                  <a:lnTo>
                    <a:pt x="48" y="177"/>
                  </a:lnTo>
                  <a:lnTo>
                    <a:pt x="50" y="177"/>
                  </a:lnTo>
                  <a:lnTo>
                    <a:pt x="50" y="177"/>
                  </a:lnTo>
                  <a:lnTo>
                    <a:pt x="51" y="175"/>
                  </a:lnTo>
                  <a:lnTo>
                    <a:pt x="51" y="175"/>
                  </a:lnTo>
                  <a:lnTo>
                    <a:pt x="53" y="175"/>
                  </a:lnTo>
                  <a:lnTo>
                    <a:pt x="53" y="177"/>
                  </a:lnTo>
                  <a:lnTo>
                    <a:pt x="55" y="177"/>
                  </a:lnTo>
                  <a:lnTo>
                    <a:pt x="55" y="181"/>
                  </a:lnTo>
                  <a:lnTo>
                    <a:pt x="55" y="181"/>
                  </a:lnTo>
                  <a:lnTo>
                    <a:pt x="57" y="181"/>
                  </a:lnTo>
                  <a:lnTo>
                    <a:pt x="57" y="181"/>
                  </a:lnTo>
                  <a:lnTo>
                    <a:pt x="59" y="181"/>
                  </a:lnTo>
                  <a:lnTo>
                    <a:pt x="59" y="181"/>
                  </a:lnTo>
                  <a:lnTo>
                    <a:pt x="61" y="181"/>
                  </a:lnTo>
                  <a:lnTo>
                    <a:pt x="61" y="179"/>
                  </a:lnTo>
                  <a:lnTo>
                    <a:pt x="63" y="179"/>
                  </a:lnTo>
                  <a:lnTo>
                    <a:pt x="65" y="179"/>
                  </a:lnTo>
                  <a:lnTo>
                    <a:pt x="65" y="177"/>
                  </a:lnTo>
                  <a:lnTo>
                    <a:pt x="67" y="177"/>
                  </a:lnTo>
                  <a:lnTo>
                    <a:pt x="67" y="177"/>
                  </a:lnTo>
                  <a:lnTo>
                    <a:pt x="67" y="179"/>
                  </a:lnTo>
                  <a:lnTo>
                    <a:pt x="69" y="179"/>
                  </a:lnTo>
                  <a:lnTo>
                    <a:pt x="71" y="179"/>
                  </a:lnTo>
                  <a:lnTo>
                    <a:pt x="72" y="179"/>
                  </a:lnTo>
                  <a:lnTo>
                    <a:pt x="74" y="179"/>
                  </a:lnTo>
                  <a:lnTo>
                    <a:pt x="74" y="179"/>
                  </a:lnTo>
                  <a:lnTo>
                    <a:pt x="74" y="177"/>
                  </a:lnTo>
                  <a:lnTo>
                    <a:pt x="74" y="177"/>
                  </a:lnTo>
                  <a:lnTo>
                    <a:pt x="74" y="177"/>
                  </a:lnTo>
                  <a:lnTo>
                    <a:pt x="74" y="177"/>
                  </a:lnTo>
                  <a:lnTo>
                    <a:pt x="78" y="175"/>
                  </a:lnTo>
                  <a:lnTo>
                    <a:pt x="78" y="175"/>
                  </a:lnTo>
                  <a:lnTo>
                    <a:pt x="80" y="175"/>
                  </a:lnTo>
                  <a:lnTo>
                    <a:pt x="80" y="175"/>
                  </a:lnTo>
                  <a:lnTo>
                    <a:pt x="80" y="177"/>
                  </a:lnTo>
                  <a:lnTo>
                    <a:pt x="80" y="179"/>
                  </a:lnTo>
                  <a:lnTo>
                    <a:pt x="78" y="179"/>
                  </a:lnTo>
                  <a:lnTo>
                    <a:pt x="80" y="181"/>
                  </a:lnTo>
                  <a:lnTo>
                    <a:pt x="80" y="181"/>
                  </a:lnTo>
                  <a:lnTo>
                    <a:pt x="80" y="181"/>
                  </a:lnTo>
                  <a:lnTo>
                    <a:pt x="80" y="181"/>
                  </a:lnTo>
                  <a:lnTo>
                    <a:pt x="82" y="181"/>
                  </a:lnTo>
                  <a:lnTo>
                    <a:pt x="82" y="181"/>
                  </a:lnTo>
                  <a:lnTo>
                    <a:pt x="82" y="179"/>
                  </a:lnTo>
                  <a:lnTo>
                    <a:pt x="84" y="179"/>
                  </a:lnTo>
                  <a:lnTo>
                    <a:pt x="86" y="179"/>
                  </a:lnTo>
                  <a:lnTo>
                    <a:pt x="86" y="179"/>
                  </a:lnTo>
                  <a:lnTo>
                    <a:pt x="86" y="181"/>
                  </a:lnTo>
                  <a:lnTo>
                    <a:pt x="88" y="182"/>
                  </a:lnTo>
                  <a:lnTo>
                    <a:pt x="88" y="184"/>
                  </a:lnTo>
                  <a:lnTo>
                    <a:pt x="88" y="184"/>
                  </a:lnTo>
                  <a:lnTo>
                    <a:pt x="88" y="184"/>
                  </a:lnTo>
                  <a:lnTo>
                    <a:pt x="88" y="186"/>
                  </a:lnTo>
                  <a:lnTo>
                    <a:pt x="86" y="186"/>
                  </a:lnTo>
                  <a:lnTo>
                    <a:pt x="86" y="186"/>
                  </a:lnTo>
                  <a:lnTo>
                    <a:pt x="86" y="186"/>
                  </a:lnTo>
                  <a:lnTo>
                    <a:pt x="84" y="186"/>
                  </a:lnTo>
                  <a:lnTo>
                    <a:pt x="84" y="188"/>
                  </a:lnTo>
                  <a:lnTo>
                    <a:pt x="84" y="188"/>
                  </a:lnTo>
                  <a:lnTo>
                    <a:pt x="84" y="188"/>
                  </a:lnTo>
                  <a:lnTo>
                    <a:pt x="84" y="190"/>
                  </a:lnTo>
                  <a:lnTo>
                    <a:pt x="86" y="190"/>
                  </a:lnTo>
                  <a:lnTo>
                    <a:pt x="86" y="192"/>
                  </a:lnTo>
                  <a:lnTo>
                    <a:pt x="86" y="192"/>
                  </a:lnTo>
                  <a:lnTo>
                    <a:pt x="86" y="192"/>
                  </a:lnTo>
                  <a:lnTo>
                    <a:pt x="86" y="194"/>
                  </a:lnTo>
                  <a:lnTo>
                    <a:pt x="86" y="194"/>
                  </a:lnTo>
                  <a:lnTo>
                    <a:pt x="86" y="196"/>
                  </a:lnTo>
                  <a:lnTo>
                    <a:pt x="88" y="198"/>
                  </a:lnTo>
                  <a:lnTo>
                    <a:pt x="88" y="200"/>
                  </a:lnTo>
                  <a:lnTo>
                    <a:pt x="91" y="203"/>
                  </a:lnTo>
                  <a:lnTo>
                    <a:pt x="91" y="203"/>
                  </a:lnTo>
                  <a:lnTo>
                    <a:pt x="95" y="205"/>
                  </a:lnTo>
                  <a:lnTo>
                    <a:pt x="97" y="205"/>
                  </a:lnTo>
                  <a:lnTo>
                    <a:pt x="97" y="205"/>
                  </a:lnTo>
                  <a:lnTo>
                    <a:pt x="97" y="207"/>
                  </a:lnTo>
                  <a:lnTo>
                    <a:pt x="97" y="209"/>
                  </a:lnTo>
                  <a:lnTo>
                    <a:pt x="97" y="209"/>
                  </a:lnTo>
                  <a:lnTo>
                    <a:pt x="97" y="211"/>
                  </a:lnTo>
                  <a:lnTo>
                    <a:pt x="95" y="211"/>
                  </a:lnTo>
                  <a:lnTo>
                    <a:pt x="95" y="211"/>
                  </a:lnTo>
                  <a:lnTo>
                    <a:pt x="95" y="213"/>
                  </a:lnTo>
                  <a:lnTo>
                    <a:pt x="93" y="213"/>
                  </a:lnTo>
                  <a:lnTo>
                    <a:pt x="93" y="213"/>
                  </a:lnTo>
                  <a:lnTo>
                    <a:pt x="95" y="215"/>
                  </a:lnTo>
                  <a:lnTo>
                    <a:pt x="95" y="219"/>
                  </a:lnTo>
                  <a:lnTo>
                    <a:pt x="95" y="221"/>
                  </a:lnTo>
                  <a:lnTo>
                    <a:pt x="97" y="222"/>
                  </a:lnTo>
                  <a:lnTo>
                    <a:pt x="97" y="224"/>
                  </a:lnTo>
                  <a:lnTo>
                    <a:pt x="97" y="226"/>
                  </a:lnTo>
                  <a:lnTo>
                    <a:pt x="99" y="228"/>
                  </a:lnTo>
                  <a:lnTo>
                    <a:pt x="99" y="232"/>
                  </a:lnTo>
                  <a:lnTo>
                    <a:pt x="103" y="241"/>
                  </a:lnTo>
                  <a:lnTo>
                    <a:pt x="105" y="243"/>
                  </a:lnTo>
                  <a:lnTo>
                    <a:pt x="105" y="245"/>
                  </a:lnTo>
                  <a:lnTo>
                    <a:pt x="107" y="247"/>
                  </a:lnTo>
                  <a:lnTo>
                    <a:pt x="109" y="251"/>
                  </a:lnTo>
                  <a:lnTo>
                    <a:pt x="111" y="251"/>
                  </a:lnTo>
                  <a:lnTo>
                    <a:pt x="111" y="251"/>
                  </a:lnTo>
                  <a:lnTo>
                    <a:pt x="111" y="253"/>
                  </a:lnTo>
                  <a:lnTo>
                    <a:pt x="114" y="257"/>
                  </a:lnTo>
                  <a:lnTo>
                    <a:pt x="118" y="260"/>
                  </a:lnTo>
                  <a:lnTo>
                    <a:pt x="120" y="260"/>
                  </a:lnTo>
                  <a:lnTo>
                    <a:pt x="120" y="262"/>
                  </a:lnTo>
                  <a:lnTo>
                    <a:pt x="120" y="262"/>
                  </a:lnTo>
                  <a:lnTo>
                    <a:pt x="120" y="262"/>
                  </a:lnTo>
                  <a:lnTo>
                    <a:pt x="120" y="264"/>
                  </a:lnTo>
                  <a:lnTo>
                    <a:pt x="120" y="266"/>
                  </a:lnTo>
                  <a:lnTo>
                    <a:pt x="122" y="266"/>
                  </a:lnTo>
                  <a:lnTo>
                    <a:pt x="122" y="266"/>
                  </a:lnTo>
                  <a:lnTo>
                    <a:pt x="124" y="266"/>
                  </a:lnTo>
                  <a:lnTo>
                    <a:pt x="124" y="266"/>
                  </a:lnTo>
                  <a:lnTo>
                    <a:pt x="124" y="266"/>
                  </a:lnTo>
                  <a:lnTo>
                    <a:pt x="126" y="266"/>
                  </a:lnTo>
                  <a:lnTo>
                    <a:pt x="128" y="268"/>
                  </a:lnTo>
                  <a:lnTo>
                    <a:pt x="130" y="268"/>
                  </a:lnTo>
                  <a:lnTo>
                    <a:pt x="131" y="268"/>
                  </a:lnTo>
                  <a:lnTo>
                    <a:pt x="133" y="270"/>
                  </a:lnTo>
                  <a:lnTo>
                    <a:pt x="137" y="276"/>
                  </a:lnTo>
                  <a:lnTo>
                    <a:pt x="145" y="283"/>
                  </a:lnTo>
                  <a:lnTo>
                    <a:pt x="145" y="285"/>
                  </a:lnTo>
                  <a:lnTo>
                    <a:pt x="147" y="287"/>
                  </a:lnTo>
                  <a:lnTo>
                    <a:pt x="147" y="289"/>
                  </a:lnTo>
                  <a:lnTo>
                    <a:pt x="147" y="289"/>
                  </a:lnTo>
                  <a:lnTo>
                    <a:pt x="149" y="291"/>
                  </a:lnTo>
                  <a:lnTo>
                    <a:pt x="149" y="293"/>
                  </a:lnTo>
                  <a:lnTo>
                    <a:pt x="149" y="293"/>
                  </a:lnTo>
                  <a:lnTo>
                    <a:pt x="149" y="295"/>
                  </a:lnTo>
                  <a:lnTo>
                    <a:pt x="147" y="295"/>
                  </a:lnTo>
                  <a:lnTo>
                    <a:pt x="147" y="293"/>
                  </a:lnTo>
                  <a:lnTo>
                    <a:pt x="145" y="291"/>
                  </a:lnTo>
                  <a:lnTo>
                    <a:pt x="145" y="291"/>
                  </a:lnTo>
                  <a:lnTo>
                    <a:pt x="145" y="291"/>
                  </a:lnTo>
                  <a:lnTo>
                    <a:pt x="143" y="293"/>
                  </a:lnTo>
                  <a:lnTo>
                    <a:pt x="143" y="295"/>
                  </a:lnTo>
                  <a:lnTo>
                    <a:pt x="141" y="295"/>
                  </a:lnTo>
                  <a:lnTo>
                    <a:pt x="141" y="295"/>
                  </a:lnTo>
                  <a:lnTo>
                    <a:pt x="139" y="297"/>
                  </a:lnTo>
                  <a:lnTo>
                    <a:pt x="137" y="297"/>
                  </a:lnTo>
                  <a:lnTo>
                    <a:pt x="137" y="297"/>
                  </a:lnTo>
                  <a:lnTo>
                    <a:pt x="137" y="297"/>
                  </a:lnTo>
                  <a:lnTo>
                    <a:pt x="135" y="298"/>
                  </a:lnTo>
                  <a:lnTo>
                    <a:pt x="137" y="298"/>
                  </a:lnTo>
                  <a:lnTo>
                    <a:pt x="137" y="300"/>
                  </a:lnTo>
                  <a:lnTo>
                    <a:pt x="139" y="302"/>
                  </a:lnTo>
                  <a:lnTo>
                    <a:pt x="139" y="302"/>
                  </a:lnTo>
                  <a:lnTo>
                    <a:pt x="141" y="302"/>
                  </a:lnTo>
                  <a:lnTo>
                    <a:pt x="141" y="300"/>
                  </a:lnTo>
                  <a:lnTo>
                    <a:pt x="141" y="300"/>
                  </a:lnTo>
                  <a:lnTo>
                    <a:pt x="141" y="300"/>
                  </a:lnTo>
                  <a:lnTo>
                    <a:pt x="143" y="298"/>
                  </a:lnTo>
                  <a:lnTo>
                    <a:pt x="143" y="298"/>
                  </a:lnTo>
                  <a:lnTo>
                    <a:pt x="143" y="298"/>
                  </a:lnTo>
                  <a:lnTo>
                    <a:pt x="145" y="300"/>
                  </a:lnTo>
                  <a:lnTo>
                    <a:pt x="145" y="300"/>
                  </a:lnTo>
                  <a:lnTo>
                    <a:pt x="145" y="302"/>
                  </a:lnTo>
                  <a:lnTo>
                    <a:pt x="143" y="304"/>
                  </a:lnTo>
                  <a:lnTo>
                    <a:pt x="141" y="306"/>
                  </a:lnTo>
                  <a:lnTo>
                    <a:pt x="141" y="306"/>
                  </a:lnTo>
                  <a:lnTo>
                    <a:pt x="141" y="308"/>
                  </a:lnTo>
                  <a:lnTo>
                    <a:pt x="139" y="308"/>
                  </a:lnTo>
                  <a:lnTo>
                    <a:pt x="139" y="310"/>
                  </a:lnTo>
                  <a:lnTo>
                    <a:pt x="139" y="310"/>
                  </a:lnTo>
                  <a:lnTo>
                    <a:pt x="139" y="310"/>
                  </a:lnTo>
                  <a:lnTo>
                    <a:pt x="139" y="310"/>
                  </a:lnTo>
                  <a:lnTo>
                    <a:pt x="139" y="310"/>
                  </a:lnTo>
                  <a:lnTo>
                    <a:pt x="139" y="312"/>
                  </a:lnTo>
                  <a:lnTo>
                    <a:pt x="139" y="312"/>
                  </a:lnTo>
                  <a:lnTo>
                    <a:pt x="141" y="314"/>
                  </a:lnTo>
                  <a:lnTo>
                    <a:pt x="141" y="314"/>
                  </a:lnTo>
                  <a:lnTo>
                    <a:pt x="139" y="314"/>
                  </a:lnTo>
                  <a:lnTo>
                    <a:pt x="139" y="316"/>
                  </a:lnTo>
                  <a:lnTo>
                    <a:pt x="139" y="316"/>
                  </a:lnTo>
                  <a:lnTo>
                    <a:pt x="137" y="316"/>
                  </a:lnTo>
                  <a:lnTo>
                    <a:pt x="135" y="316"/>
                  </a:lnTo>
                  <a:lnTo>
                    <a:pt x="135" y="316"/>
                  </a:lnTo>
                  <a:lnTo>
                    <a:pt x="135" y="318"/>
                  </a:lnTo>
                  <a:lnTo>
                    <a:pt x="135" y="319"/>
                  </a:lnTo>
                  <a:lnTo>
                    <a:pt x="139" y="321"/>
                  </a:lnTo>
                  <a:lnTo>
                    <a:pt x="139" y="321"/>
                  </a:lnTo>
                  <a:lnTo>
                    <a:pt x="139" y="323"/>
                  </a:lnTo>
                  <a:lnTo>
                    <a:pt x="139" y="323"/>
                  </a:lnTo>
                  <a:lnTo>
                    <a:pt x="139" y="325"/>
                  </a:lnTo>
                  <a:lnTo>
                    <a:pt x="139" y="325"/>
                  </a:lnTo>
                  <a:lnTo>
                    <a:pt x="141" y="327"/>
                  </a:lnTo>
                  <a:lnTo>
                    <a:pt x="141" y="327"/>
                  </a:lnTo>
                  <a:lnTo>
                    <a:pt x="151" y="325"/>
                  </a:lnTo>
                  <a:lnTo>
                    <a:pt x="152" y="327"/>
                  </a:lnTo>
                  <a:lnTo>
                    <a:pt x="154" y="329"/>
                  </a:lnTo>
                  <a:lnTo>
                    <a:pt x="158" y="331"/>
                  </a:lnTo>
                  <a:lnTo>
                    <a:pt x="160" y="329"/>
                  </a:lnTo>
                  <a:lnTo>
                    <a:pt x="162" y="327"/>
                  </a:lnTo>
                  <a:lnTo>
                    <a:pt x="162" y="327"/>
                  </a:lnTo>
                  <a:lnTo>
                    <a:pt x="162" y="327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0" y="323"/>
                  </a:lnTo>
                  <a:lnTo>
                    <a:pt x="160" y="323"/>
                  </a:lnTo>
                  <a:lnTo>
                    <a:pt x="160" y="321"/>
                  </a:lnTo>
                  <a:lnTo>
                    <a:pt x="158" y="321"/>
                  </a:lnTo>
                  <a:lnTo>
                    <a:pt x="158" y="319"/>
                  </a:lnTo>
                  <a:lnTo>
                    <a:pt x="158" y="319"/>
                  </a:lnTo>
                  <a:lnTo>
                    <a:pt x="158" y="318"/>
                  </a:lnTo>
                  <a:lnTo>
                    <a:pt x="158" y="316"/>
                  </a:lnTo>
                  <a:lnTo>
                    <a:pt x="156" y="312"/>
                  </a:lnTo>
                  <a:lnTo>
                    <a:pt x="156" y="308"/>
                  </a:lnTo>
                  <a:lnTo>
                    <a:pt x="156" y="308"/>
                  </a:lnTo>
                  <a:lnTo>
                    <a:pt x="156" y="306"/>
                  </a:lnTo>
                  <a:lnTo>
                    <a:pt x="156" y="304"/>
                  </a:lnTo>
                  <a:lnTo>
                    <a:pt x="156" y="304"/>
                  </a:lnTo>
                  <a:lnTo>
                    <a:pt x="158" y="304"/>
                  </a:lnTo>
                  <a:lnTo>
                    <a:pt x="158" y="302"/>
                  </a:lnTo>
                  <a:lnTo>
                    <a:pt x="158" y="302"/>
                  </a:lnTo>
                  <a:lnTo>
                    <a:pt x="158" y="302"/>
                  </a:lnTo>
                  <a:lnTo>
                    <a:pt x="160" y="304"/>
                  </a:lnTo>
                  <a:lnTo>
                    <a:pt x="162" y="304"/>
                  </a:lnTo>
                  <a:lnTo>
                    <a:pt x="162" y="304"/>
                  </a:lnTo>
                  <a:lnTo>
                    <a:pt x="164" y="304"/>
                  </a:lnTo>
                  <a:lnTo>
                    <a:pt x="164" y="302"/>
                  </a:lnTo>
                  <a:lnTo>
                    <a:pt x="164" y="302"/>
                  </a:lnTo>
                  <a:lnTo>
                    <a:pt x="166" y="302"/>
                  </a:lnTo>
                  <a:lnTo>
                    <a:pt x="166" y="302"/>
                  </a:lnTo>
                  <a:lnTo>
                    <a:pt x="170" y="306"/>
                  </a:lnTo>
                  <a:lnTo>
                    <a:pt x="172" y="306"/>
                  </a:lnTo>
                  <a:lnTo>
                    <a:pt x="172" y="306"/>
                  </a:lnTo>
                  <a:lnTo>
                    <a:pt x="173" y="304"/>
                  </a:lnTo>
                  <a:lnTo>
                    <a:pt x="173" y="302"/>
                  </a:lnTo>
                  <a:lnTo>
                    <a:pt x="173" y="302"/>
                  </a:lnTo>
                  <a:lnTo>
                    <a:pt x="173" y="300"/>
                  </a:lnTo>
                  <a:lnTo>
                    <a:pt x="172" y="300"/>
                  </a:lnTo>
                  <a:lnTo>
                    <a:pt x="170" y="300"/>
                  </a:lnTo>
                  <a:lnTo>
                    <a:pt x="170" y="298"/>
                  </a:lnTo>
                  <a:lnTo>
                    <a:pt x="170" y="298"/>
                  </a:lnTo>
                  <a:lnTo>
                    <a:pt x="170" y="298"/>
                  </a:lnTo>
                  <a:lnTo>
                    <a:pt x="172" y="298"/>
                  </a:lnTo>
                  <a:lnTo>
                    <a:pt x="172" y="297"/>
                  </a:lnTo>
                  <a:lnTo>
                    <a:pt x="173" y="297"/>
                  </a:lnTo>
                  <a:lnTo>
                    <a:pt x="173" y="297"/>
                  </a:lnTo>
                  <a:lnTo>
                    <a:pt x="173" y="295"/>
                  </a:lnTo>
                  <a:lnTo>
                    <a:pt x="172" y="295"/>
                  </a:lnTo>
                  <a:lnTo>
                    <a:pt x="170" y="295"/>
                  </a:lnTo>
                  <a:lnTo>
                    <a:pt x="170" y="293"/>
                  </a:lnTo>
                  <a:lnTo>
                    <a:pt x="170" y="293"/>
                  </a:lnTo>
                  <a:lnTo>
                    <a:pt x="170" y="291"/>
                  </a:lnTo>
                  <a:lnTo>
                    <a:pt x="170" y="289"/>
                  </a:lnTo>
                  <a:lnTo>
                    <a:pt x="170" y="289"/>
                  </a:lnTo>
                  <a:lnTo>
                    <a:pt x="172" y="291"/>
                  </a:lnTo>
                  <a:lnTo>
                    <a:pt x="172" y="291"/>
                  </a:lnTo>
                  <a:lnTo>
                    <a:pt x="173" y="291"/>
                  </a:lnTo>
                  <a:lnTo>
                    <a:pt x="173" y="291"/>
                  </a:lnTo>
                  <a:lnTo>
                    <a:pt x="173" y="293"/>
                  </a:lnTo>
                  <a:lnTo>
                    <a:pt x="173" y="293"/>
                  </a:lnTo>
                  <a:lnTo>
                    <a:pt x="173" y="293"/>
                  </a:lnTo>
                  <a:lnTo>
                    <a:pt x="175" y="295"/>
                  </a:lnTo>
                  <a:lnTo>
                    <a:pt x="175" y="295"/>
                  </a:lnTo>
                  <a:lnTo>
                    <a:pt x="175" y="295"/>
                  </a:lnTo>
                  <a:lnTo>
                    <a:pt x="179" y="293"/>
                  </a:lnTo>
                  <a:lnTo>
                    <a:pt x="181" y="293"/>
                  </a:lnTo>
                  <a:lnTo>
                    <a:pt x="183" y="293"/>
                  </a:lnTo>
                  <a:lnTo>
                    <a:pt x="183" y="293"/>
                  </a:lnTo>
                  <a:lnTo>
                    <a:pt x="185" y="297"/>
                  </a:lnTo>
                  <a:lnTo>
                    <a:pt x="187" y="298"/>
                  </a:lnTo>
                  <a:lnTo>
                    <a:pt x="187" y="298"/>
                  </a:lnTo>
                  <a:lnTo>
                    <a:pt x="187" y="298"/>
                  </a:lnTo>
                  <a:lnTo>
                    <a:pt x="185" y="298"/>
                  </a:lnTo>
                  <a:lnTo>
                    <a:pt x="185" y="298"/>
                  </a:lnTo>
                  <a:lnTo>
                    <a:pt x="183" y="298"/>
                  </a:lnTo>
                  <a:lnTo>
                    <a:pt x="183" y="298"/>
                  </a:lnTo>
                  <a:lnTo>
                    <a:pt x="183" y="298"/>
                  </a:lnTo>
                  <a:lnTo>
                    <a:pt x="183" y="298"/>
                  </a:lnTo>
                  <a:lnTo>
                    <a:pt x="183" y="298"/>
                  </a:lnTo>
                  <a:lnTo>
                    <a:pt x="183" y="300"/>
                  </a:lnTo>
                  <a:lnTo>
                    <a:pt x="185" y="300"/>
                  </a:lnTo>
                  <a:lnTo>
                    <a:pt x="185" y="302"/>
                  </a:lnTo>
                  <a:lnTo>
                    <a:pt x="185" y="302"/>
                  </a:lnTo>
                  <a:lnTo>
                    <a:pt x="185" y="302"/>
                  </a:lnTo>
                  <a:lnTo>
                    <a:pt x="185" y="302"/>
                  </a:lnTo>
                  <a:lnTo>
                    <a:pt x="183" y="302"/>
                  </a:lnTo>
                  <a:lnTo>
                    <a:pt x="183" y="304"/>
                  </a:lnTo>
                  <a:lnTo>
                    <a:pt x="183" y="304"/>
                  </a:lnTo>
                  <a:lnTo>
                    <a:pt x="183" y="304"/>
                  </a:lnTo>
                  <a:lnTo>
                    <a:pt x="187" y="306"/>
                  </a:lnTo>
                  <a:lnTo>
                    <a:pt x="187" y="306"/>
                  </a:lnTo>
                  <a:lnTo>
                    <a:pt x="189" y="306"/>
                  </a:lnTo>
                  <a:lnTo>
                    <a:pt x="189" y="306"/>
                  </a:lnTo>
                  <a:lnTo>
                    <a:pt x="191" y="306"/>
                  </a:lnTo>
                  <a:lnTo>
                    <a:pt x="191" y="308"/>
                  </a:lnTo>
                  <a:lnTo>
                    <a:pt x="191" y="312"/>
                  </a:lnTo>
                  <a:lnTo>
                    <a:pt x="191" y="312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94" y="314"/>
                  </a:lnTo>
                  <a:lnTo>
                    <a:pt x="196" y="312"/>
                  </a:lnTo>
                  <a:lnTo>
                    <a:pt x="196" y="310"/>
                  </a:lnTo>
                  <a:lnTo>
                    <a:pt x="196" y="310"/>
                  </a:lnTo>
                  <a:lnTo>
                    <a:pt x="198" y="310"/>
                  </a:lnTo>
                  <a:lnTo>
                    <a:pt x="198" y="310"/>
                  </a:lnTo>
                  <a:lnTo>
                    <a:pt x="200" y="310"/>
                  </a:lnTo>
                  <a:lnTo>
                    <a:pt x="202" y="310"/>
                  </a:lnTo>
                  <a:lnTo>
                    <a:pt x="202" y="308"/>
                  </a:lnTo>
                  <a:lnTo>
                    <a:pt x="202" y="308"/>
                  </a:lnTo>
                  <a:lnTo>
                    <a:pt x="202" y="308"/>
                  </a:lnTo>
                  <a:lnTo>
                    <a:pt x="202" y="306"/>
                  </a:lnTo>
                  <a:lnTo>
                    <a:pt x="200" y="304"/>
                  </a:lnTo>
                  <a:lnTo>
                    <a:pt x="200" y="304"/>
                  </a:lnTo>
                  <a:lnTo>
                    <a:pt x="200" y="302"/>
                  </a:lnTo>
                  <a:lnTo>
                    <a:pt x="200" y="302"/>
                  </a:lnTo>
                  <a:lnTo>
                    <a:pt x="202" y="302"/>
                  </a:lnTo>
                  <a:lnTo>
                    <a:pt x="202" y="300"/>
                  </a:lnTo>
                  <a:lnTo>
                    <a:pt x="202" y="300"/>
                  </a:lnTo>
                  <a:lnTo>
                    <a:pt x="204" y="300"/>
                  </a:lnTo>
                  <a:lnTo>
                    <a:pt x="204" y="298"/>
                  </a:lnTo>
                  <a:lnTo>
                    <a:pt x="206" y="298"/>
                  </a:lnTo>
                  <a:lnTo>
                    <a:pt x="206" y="298"/>
                  </a:lnTo>
                  <a:lnTo>
                    <a:pt x="208" y="297"/>
                  </a:lnTo>
                  <a:lnTo>
                    <a:pt x="210" y="297"/>
                  </a:lnTo>
                  <a:lnTo>
                    <a:pt x="210" y="295"/>
                  </a:lnTo>
                  <a:lnTo>
                    <a:pt x="212" y="295"/>
                  </a:lnTo>
                  <a:lnTo>
                    <a:pt x="213" y="291"/>
                  </a:lnTo>
                  <a:lnTo>
                    <a:pt x="215" y="289"/>
                  </a:lnTo>
                  <a:lnTo>
                    <a:pt x="215" y="289"/>
                  </a:lnTo>
                  <a:lnTo>
                    <a:pt x="215" y="287"/>
                  </a:lnTo>
                  <a:lnTo>
                    <a:pt x="217" y="287"/>
                  </a:lnTo>
                  <a:lnTo>
                    <a:pt x="219" y="287"/>
                  </a:lnTo>
                  <a:lnTo>
                    <a:pt x="219" y="287"/>
                  </a:lnTo>
                  <a:lnTo>
                    <a:pt x="219" y="287"/>
                  </a:lnTo>
                  <a:lnTo>
                    <a:pt x="221" y="287"/>
                  </a:lnTo>
                  <a:lnTo>
                    <a:pt x="221" y="287"/>
                  </a:lnTo>
                  <a:lnTo>
                    <a:pt x="221" y="287"/>
                  </a:lnTo>
                  <a:lnTo>
                    <a:pt x="223" y="289"/>
                  </a:lnTo>
                  <a:lnTo>
                    <a:pt x="223" y="291"/>
                  </a:lnTo>
                  <a:lnTo>
                    <a:pt x="227" y="293"/>
                  </a:lnTo>
                  <a:lnTo>
                    <a:pt x="229" y="295"/>
                  </a:lnTo>
                  <a:lnTo>
                    <a:pt x="229" y="295"/>
                  </a:lnTo>
                  <a:lnTo>
                    <a:pt x="229" y="297"/>
                  </a:lnTo>
                  <a:lnTo>
                    <a:pt x="229" y="298"/>
                  </a:lnTo>
                  <a:lnTo>
                    <a:pt x="227" y="304"/>
                  </a:lnTo>
                  <a:lnTo>
                    <a:pt x="227" y="306"/>
                  </a:lnTo>
                  <a:lnTo>
                    <a:pt x="227" y="308"/>
                  </a:lnTo>
                  <a:lnTo>
                    <a:pt x="227" y="310"/>
                  </a:lnTo>
                  <a:lnTo>
                    <a:pt x="227" y="312"/>
                  </a:lnTo>
                  <a:lnTo>
                    <a:pt x="229" y="312"/>
                  </a:lnTo>
                  <a:lnTo>
                    <a:pt x="229" y="312"/>
                  </a:lnTo>
                  <a:lnTo>
                    <a:pt x="229" y="314"/>
                  </a:lnTo>
                  <a:lnTo>
                    <a:pt x="229" y="314"/>
                  </a:lnTo>
                  <a:lnTo>
                    <a:pt x="229" y="316"/>
                  </a:lnTo>
                  <a:lnTo>
                    <a:pt x="229" y="316"/>
                  </a:lnTo>
                  <a:lnTo>
                    <a:pt x="229" y="318"/>
                  </a:lnTo>
                  <a:lnTo>
                    <a:pt x="229" y="319"/>
                  </a:lnTo>
                  <a:lnTo>
                    <a:pt x="229" y="319"/>
                  </a:lnTo>
                  <a:lnTo>
                    <a:pt x="229" y="321"/>
                  </a:lnTo>
                  <a:lnTo>
                    <a:pt x="229" y="325"/>
                  </a:lnTo>
                  <a:lnTo>
                    <a:pt x="229" y="325"/>
                  </a:lnTo>
                  <a:lnTo>
                    <a:pt x="229" y="327"/>
                  </a:lnTo>
                  <a:lnTo>
                    <a:pt x="229" y="327"/>
                  </a:lnTo>
                  <a:lnTo>
                    <a:pt x="227" y="329"/>
                  </a:lnTo>
                  <a:lnTo>
                    <a:pt x="227" y="331"/>
                  </a:lnTo>
                  <a:lnTo>
                    <a:pt x="225" y="337"/>
                  </a:lnTo>
                  <a:lnTo>
                    <a:pt x="225" y="338"/>
                  </a:lnTo>
                  <a:lnTo>
                    <a:pt x="225" y="338"/>
                  </a:lnTo>
                  <a:lnTo>
                    <a:pt x="225" y="340"/>
                  </a:lnTo>
                  <a:lnTo>
                    <a:pt x="227" y="340"/>
                  </a:lnTo>
                  <a:lnTo>
                    <a:pt x="227" y="340"/>
                  </a:lnTo>
                  <a:lnTo>
                    <a:pt x="227" y="340"/>
                  </a:lnTo>
                  <a:lnTo>
                    <a:pt x="227" y="342"/>
                  </a:lnTo>
                  <a:lnTo>
                    <a:pt x="225" y="342"/>
                  </a:lnTo>
                  <a:lnTo>
                    <a:pt x="225" y="342"/>
                  </a:lnTo>
                  <a:lnTo>
                    <a:pt x="223" y="342"/>
                  </a:lnTo>
                  <a:lnTo>
                    <a:pt x="223" y="344"/>
                  </a:lnTo>
                  <a:lnTo>
                    <a:pt x="225" y="344"/>
                  </a:lnTo>
                  <a:lnTo>
                    <a:pt x="225" y="344"/>
                  </a:lnTo>
                  <a:lnTo>
                    <a:pt x="225" y="344"/>
                  </a:lnTo>
                  <a:lnTo>
                    <a:pt x="229" y="344"/>
                  </a:lnTo>
                  <a:lnTo>
                    <a:pt x="231" y="344"/>
                  </a:lnTo>
                  <a:lnTo>
                    <a:pt x="232" y="342"/>
                  </a:lnTo>
                  <a:lnTo>
                    <a:pt x="232" y="340"/>
                  </a:lnTo>
                  <a:lnTo>
                    <a:pt x="234" y="338"/>
                  </a:lnTo>
                  <a:lnTo>
                    <a:pt x="236" y="338"/>
                  </a:lnTo>
                  <a:lnTo>
                    <a:pt x="240" y="338"/>
                  </a:lnTo>
                  <a:lnTo>
                    <a:pt x="240" y="337"/>
                  </a:lnTo>
                  <a:lnTo>
                    <a:pt x="240" y="337"/>
                  </a:lnTo>
                  <a:lnTo>
                    <a:pt x="240" y="337"/>
                  </a:lnTo>
                  <a:lnTo>
                    <a:pt x="238" y="335"/>
                  </a:lnTo>
                  <a:lnTo>
                    <a:pt x="236" y="333"/>
                  </a:lnTo>
                  <a:lnTo>
                    <a:pt x="236" y="333"/>
                  </a:lnTo>
                  <a:lnTo>
                    <a:pt x="238" y="331"/>
                  </a:lnTo>
                  <a:lnTo>
                    <a:pt x="238" y="331"/>
                  </a:lnTo>
                  <a:lnTo>
                    <a:pt x="240" y="331"/>
                  </a:lnTo>
                  <a:lnTo>
                    <a:pt x="244" y="333"/>
                  </a:lnTo>
                  <a:lnTo>
                    <a:pt x="244" y="333"/>
                  </a:lnTo>
                  <a:lnTo>
                    <a:pt x="246" y="333"/>
                  </a:lnTo>
                  <a:lnTo>
                    <a:pt x="248" y="331"/>
                  </a:lnTo>
                  <a:lnTo>
                    <a:pt x="248" y="329"/>
                  </a:lnTo>
                  <a:lnTo>
                    <a:pt x="250" y="329"/>
                  </a:lnTo>
                  <a:lnTo>
                    <a:pt x="250" y="331"/>
                  </a:lnTo>
                  <a:lnTo>
                    <a:pt x="250" y="331"/>
                  </a:lnTo>
                  <a:lnTo>
                    <a:pt x="250" y="331"/>
                  </a:lnTo>
                  <a:lnTo>
                    <a:pt x="252" y="331"/>
                  </a:lnTo>
                  <a:lnTo>
                    <a:pt x="252" y="331"/>
                  </a:lnTo>
                  <a:lnTo>
                    <a:pt x="252" y="329"/>
                  </a:lnTo>
                  <a:lnTo>
                    <a:pt x="253" y="329"/>
                  </a:lnTo>
                  <a:lnTo>
                    <a:pt x="253" y="331"/>
                  </a:lnTo>
                  <a:lnTo>
                    <a:pt x="253" y="331"/>
                  </a:lnTo>
                  <a:lnTo>
                    <a:pt x="255" y="333"/>
                  </a:lnTo>
                  <a:lnTo>
                    <a:pt x="255" y="333"/>
                  </a:lnTo>
                  <a:lnTo>
                    <a:pt x="255" y="333"/>
                  </a:lnTo>
                  <a:lnTo>
                    <a:pt x="255" y="333"/>
                  </a:lnTo>
                  <a:lnTo>
                    <a:pt x="257" y="331"/>
                  </a:lnTo>
                  <a:lnTo>
                    <a:pt x="259" y="331"/>
                  </a:lnTo>
                  <a:lnTo>
                    <a:pt x="263" y="329"/>
                  </a:lnTo>
                  <a:lnTo>
                    <a:pt x="263" y="327"/>
                  </a:lnTo>
                  <a:lnTo>
                    <a:pt x="263" y="327"/>
                  </a:lnTo>
                  <a:lnTo>
                    <a:pt x="265" y="327"/>
                  </a:lnTo>
                  <a:lnTo>
                    <a:pt x="265" y="327"/>
                  </a:lnTo>
                  <a:lnTo>
                    <a:pt x="265" y="327"/>
                  </a:lnTo>
                  <a:lnTo>
                    <a:pt x="267" y="325"/>
                  </a:lnTo>
                  <a:lnTo>
                    <a:pt x="271" y="325"/>
                  </a:lnTo>
                  <a:lnTo>
                    <a:pt x="271" y="325"/>
                  </a:lnTo>
                  <a:lnTo>
                    <a:pt x="273" y="321"/>
                  </a:lnTo>
                  <a:lnTo>
                    <a:pt x="274" y="321"/>
                  </a:lnTo>
                  <a:lnTo>
                    <a:pt x="274" y="321"/>
                  </a:lnTo>
                  <a:lnTo>
                    <a:pt x="276" y="323"/>
                  </a:lnTo>
                  <a:lnTo>
                    <a:pt x="276" y="323"/>
                  </a:lnTo>
                  <a:lnTo>
                    <a:pt x="278" y="321"/>
                  </a:lnTo>
                  <a:lnTo>
                    <a:pt x="278" y="319"/>
                  </a:lnTo>
                  <a:lnTo>
                    <a:pt x="280" y="318"/>
                  </a:lnTo>
                  <a:lnTo>
                    <a:pt x="280" y="318"/>
                  </a:lnTo>
                  <a:lnTo>
                    <a:pt x="282" y="316"/>
                  </a:lnTo>
                  <a:lnTo>
                    <a:pt x="282" y="314"/>
                  </a:lnTo>
                  <a:lnTo>
                    <a:pt x="282" y="310"/>
                  </a:lnTo>
                  <a:lnTo>
                    <a:pt x="280" y="308"/>
                  </a:lnTo>
                  <a:lnTo>
                    <a:pt x="280" y="308"/>
                  </a:lnTo>
                  <a:lnTo>
                    <a:pt x="278" y="306"/>
                  </a:lnTo>
                  <a:lnTo>
                    <a:pt x="276" y="306"/>
                  </a:lnTo>
                  <a:lnTo>
                    <a:pt x="278" y="302"/>
                  </a:lnTo>
                  <a:lnTo>
                    <a:pt x="278" y="300"/>
                  </a:lnTo>
                  <a:lnTo>
                    <a:pt x="276" y="298"/>
                  </a:lnTo>
                  <a:lnTo>
                    <a:pt x="280" y="300"/>
                  </a:lnTo>
                  <a:lnTo>
                    <a:pt x="280" y="298"/>
                  </a:lnTo>
                  <a:lnTo>
                    <a:pt x="280" y="295"/>
                  </a:lnTo>
                  <a:lnTo>
                    <a:pt x="280" y="293"/>
                  </a:lnTo>
                  <a:lnTo>
                    <a:pt x="284" y="291"/>
                  </a:lnTo>
                  <a:lnTo>
                    <a:pt x="282" y="291"/>
                  </a:lnTo>
                  <a:lnTo>
                    <a:pt x="280" y="291"/>
                  </a:lnTo>
                  <a:lnTo>
                    <a:pt x="280" y="289"/>
                  </a:lnTo>
                  <a:lnTo>
                    <a:pt x="280" y="289"/>
                  </a:lnTo>
                  <a:lnTo>
                    <a:pt x="280" y="289"/>
                  </a:lnTo>
                  <a:lnTo>
                    <a:pt x="282" y="287"/>
                  </a:lnTo>
                  <a:lnTo>
                    <a:pt x="282" y="287"/>
                  </a:lnTo>
                  <a:lnTo>
                    <a:pt x="282" y="287"/>
                  </a:lnTo>
                  <a:lnTo>
                    <a:pt x="282" y="285"/>
                  </a:lnTo>
                  <a:lnTo>
                    <a:pt x="284" y="285"/>
                  </a:lnTo>
                  <a:lnTo>
                    <a:pt x="284" y="285"/>
                  </a:lnTo>
                  <a:lnTo>
                    <a:pt x="282" y="283"/>
                  </a:lnTo>
                  <a:lnTo>
                    <a:pt x="280" y="283"/>
                  </a:lnTo>
                  <a:lnTo>
                    <a:pt x="280" y="283"/>
                  </a:lnTo>
                  <a:lnTo>
                    <a:pt x="278" y="281"/>
                  </a:lnTo>
                  <a:lnTo>
                    <a:pt x="278" y="281"/>
                  </a:lnTo>
                  <a:lnTo>
                    <a:pt x="278" y="279"/>
                  </a:lnTo>
                  <a:lnTo>
                    <a:pt x="276" y="278"/>
                  </a:lnTo>
                  <a:lnTo>
                    <a:pt x="278" y="276"/>
                  </a:lnTo>
                  <a:lnTo>
                    <a:pt x="280" y="270"/>
                  </a:lnTo>
                  <a:lnTo>
                    <a:pt x="278" y="270"/>
                  </a:lnTo>
                  <a:lnTo>
                    <a:pt x="276" y="270"/>
                  </a:lnTo>
                  <a:lnTo>
                    <a:pt x="276" y="266"/>
                  </a:lnTo>
                  <a:lnTo>
                    <a:pt x="276" y="266"/>
                  </a:lnTo>
                  <a:lnTo>
                    <a:pt x="276" y="266"/>
                  </a:lnTo>
                  <a:lnTo>
                    <a:pt x="274" y="266"/>
                  </a:lnTo>
                  <a:lnTo>
                    <a:pt x="273" y="266"/>
                  </a:lnTo>
                  <a:lnTo>
                    <a:pt x="273" y="264"/>
                  </a:lnTo>
                  <a:lnTo>
                    <a:pt x="273" y="264"/>
                  </a:lnTo>
                  <a:lnTo>
                    <a:pt x="273" y="262"/>
                  </a:lnTo>
                  <a:lnTo>
                    <a:pt x="273" y="262"/>
                  </a:lnTo>
                  <a:lnTo>
                    <a:pt x="273" y="262"/>
                  </a:lnTo>
                  <a:lnTo>
                    <a:pt x="271" y="262"/>
                  </a:lnTo>
                  <a:lnTo>
                    <a:pt x="271" y="262"/>
                  </a:lnTo>
                  <a:lnTo>
                    <a:pt x="269" y="262"/>
                  </a:lnTo>
                  <a:lnTo>
                    <a:pt x="269" y="262"/>
                  </a:lnTo>
                  <a:lnTo>
                    <a:pt x="269" y="262"/>
                  </a:lnTo>
                  <a:lnTo>
                    <a:pt x="269" y="260"/>
                  </a:lnTo>
                  <a:lnTo>
                    <a:pt x="269" y="260"/>
                  </a:lnTo>
                  <a:lnTo>
                    <a:pt x="267" y="260"/>
                  </a:lnTo>
                  <a:lnTo>
                    <a:pt x="267" y="259"/>
                  </a:lnTo>
                  <a:lnTo>
                    <a:pt x="265" y="259"/>
                  </a:lnTo>
                  <a:lnTo>
                    <a:pt x="265" y="257"/>
                  </a:lnTo>
                  <a:lnTo>
                    <a:pt x="265" y="257"/>
                  </a:lnTo>
                  <a:lnTo>
                    <a:pt x="259" y="257"/>
                  </a:lnTo>
                  <a:lnTo>
                    <a:pt x="257" y="259"/>
                  </a:lnTo>
                  <a:lnTo>
                    <a:pt x="255" y="259"/>
                  </a:lnTo>
                  <a:lnTo>
                    <a:pt x="255" y="260"/>
                  </a:lnTo>
                  <a:lnTo>
                    <a:pt x="255" y="260"/>
                  </a:lnTo>
                  <a:lnTo>
                    <a:pt x="255" y="262"/>
                  </a:lnTo>
                  <a:lnTo>
                    <a:pt x="255" y="262"/>
                  </a:lnTo>
                  <a:lnTo>
                    <a:pt x="255" y="262"/>
                  </a:lnTo>
                  <a:lnTo>
                    <a:pt x="255" y="264"/>
                  </a:lnTo>
                  <a:lnTo>
                    <a:pt x="255" y="264"/>
                  </a:lnTo>
                  <a:lnTo>
                    <a:pt x="255" y="264"/>
                  </a:lnTo>
                  <a:lnTo>
                    <a:pt x="255" y="264"/>
                  </a:lnTo>
                  <a:lnTo>
                    <a:pt x="252" y="266"/>
                  </a:lnTo>
                  <a:lnTo>
                    <a:pt x="248" y="264"/>
                  </a:lnTo>
                  <a:lnTo>
                    <a:pt x="246" y="262"/>
                  </a:lnTo>
                  <a:lnTo>
                    <a:pt x="244" y="262"/>
                  </a:lnTo>
                  <a:lnTo>
                    <a:pt x="244" y="260"/>
                  </a:lnTo>
                  <a:lnTo>
                    <a:pt x="242" y="260"/>
                  </a:lnTo>
                  <a:lnTo>
                    <a:pt x="242" y="259"/>
                  </a:lnTo>
                  <a:lnTo>
                    <a:pt x="242" y="257"/>
                  </a:lnTo>
                  <a:lnTo>
                    <a:pt x="240" y="257"/>
                  </a:lnTo>
                  <a:lnTo>
                    <a:pt x="240" y="255"/>
                  </a:lnTo>
                  <a:lnTo>
                    <a:pt x="234" y="253"/>
                  </a:lnTo>
                  <a:lnTo>
                    <a:pt x="234" y="253"/>
                  </a:lnTo>
                  <a:lnTo>
                    <a:pt x="232" y="253"/>
                  </a:lnTo>
                  <a:lnTo>
                    <a:pt x="232" y="253"/>
                  </a:lnTo>
                  <a:lnTo>
                    <a:pt x="232" y="255"/>
                  </a:lnTo>
                  <a:lnTo>
                    <a:pt x="232" y="255"/>
                  </a:lnTo>
                  <a:lnTo>
                    <a:pt x="231" y="255"/>
                  </a:lnTo>
                  <a:lnTo>
                    <a:pt x="225" y="255"/>
                  </a:lnTo>
                  <a:lnTo>
                    <a:pt x="223" y="257"/>
                  </a:lnTo>
                  <a:lnTo>
                    <a:pt x="221" y="255"/>
                  </a:lnTo>
                  <a:lnTo>
                    <a:pt x="221" y="255"/>
                  </a:lnTo>
                  <a:lnTo>
                    <a:pt x="221" y="255"/>
                  </a:lnTo>
                  <a:lnTo>
                    <a:pt x="221" y="253"/>
                  </a:lnTo>
                  <a:lnTo>
                    <a:pt x="221" y="253"/>
                  </a:lnTo>
                  <a:lnTo>
                    <a:pt x="219" y="251"/>
                  </a:lnTo>
                  <a:lnTo>
                    <a:pt x="219" y="251"/>
                  </a:lnTo>
                  <a:lnTo>
                    <a:pt x="219" y="251"/>
                  </a:lnTo>
                  <a:lnTo>
                    <a:pt x="219" y="249"/>
                  </a:lnTo>
                  <a:lnTo>
                    <a:pt x="221" y="247"/>
                  </a:lnTo>
                  <a:lnTo>
                    <a:pt x="221" y="245"/>
                  </a:lnTo>
                  <a:lnTo>
                    <a:pt x="223" y="245"/>
                  </a:lnTo>
                  <a:lnTo>
                    <a:pt x="223" y="245"/>
                  </a:lnTo>
                  <a:lnTo>
                    <a:pt x="225" y="243"/>
                  </a:lnTo>
                  <a:lnTo>
                    <a:pt x="225" y="243"/>
                  </a:lnTo>
                  <a:lnTo>
                    <a:pt x="227" y="243"/>
                  </a:lnTo>
                  <a:lnTo>
                    <a:pt x="227" y="241"/>
                  </a:lnTo>
                  <a:lnTo>
                    <a:pt x="227" y="240"/>
                  </a:lnTo>
                  <a:lnTo>
                    <a:pt x="229" y="240"/>
                  </a:lnTo>
                  <a:lnTo>
                    <a:pt x="229" y="238"/>
                  </a:lnTo>
                  <a:lnTo>
                    <a:pt x="229" y="236"/>
                  </a:lnTo>
                  <a:lnTo>
                    <a:pt x="229" y="236"/>
                  </a:lnTo>
                  <a:lnTo>
                    <a:pt x="229" y="234"/>
                  </a:lnTo>
                  <a:lnTo>
                    <a:pt x="229" y="234"/>
                  </a:lnTo>
                  <a:lnTo>
                    <a:pt x="229" y="228"/>
                  </a:lnTo>
                  <a:lnTo>
                    <a:pt x="229" y="226"/>
                  </a:lnTo>
                  <a:lnTo>
                    <a:pt x="229" y="226"/>
                  </a:lnTo>
                  <a:lnTo>
                    <a:pt x="229" y="224"/>
                  </a:lnTo>
                  <a:lnTo>
                    <a:pt x="231" y="222"/>
                  </a:lnTo>
                  <a:lnTo>
                    <a:pt x="232" y="222"/>
                  </a:lnTo>
                  <a:lnTo>
                    <a:pt x="234" y="221"/>
                  </a:lnTo>
                  <a:lnTo>
                    <a:pt x="236" y="221"/>
                  </a:lnTo>
                  <a:lnTo>
                    <a:pt x="238" y="221"/>
                  </a:lnTo>
                  <a:lnTo>
                    <a:pt x="240" y="219"/>
                  </a:lnTo>
                  <a:lnTo>
                    <a:pt x="240" y="219"/>
                  </a:lnTo>
                  <a:lnTo>
                    <a:pt x="240" y="219"/>
                  </a:lnTo>
                  <a:lnTo>
                    <a:pt x="246" y="219"/>
                  </a:lnTo>
                  <a:lnTo>
                    <a:pt x="246" y="221"/>
                  </a:lnTo>
                  <a:lnTo>
                    <a:pt x="248" y="221"/>
                  </a:lnTo>
                  <a:lnTo>
                    <a:pt x="248" y="221"/>
                  </a:lnTo>
                  <a:lnTo>
                    <a:pt x="252" y="219"/>
                  </a:lnTo>
                  <a:lnTo>
                    <a:pt x="253" y="217"/>
                  </a:lnTo>
                  <a:lnTo>
                    <a:pt x="253" y="215"/>
                  </a:lnTo>
                  <a:lnTo>
                    <a:pt x="253" y="215"/>
                  </a:lnTo>
                  <a:lnTo>
                    <a:pt x="253" y="215"/>
                  </a:lnTo>
                  <a:lnTo>
                    <a:pt x="253" y="213"/>
                  </a:lnTo>
                  <a:lnTo>
                    <a:pt x="253" y="211"/>
                  </a:lnTo>
                  <a:lnTo>
                    <a:pt x="250" y="209"/>
                  </a:lnTo>
                  <a:lnTo>
                    <a:pt x="250" y="207"/>
                  </a:lnTo>
                  <a:lnTo>
                    <a:pt x="252" y="207"/>
                  </a:lnTo>
                  <a:lnTo>
                    <a:pt x="252" y="205"/>
                  </a:lnTo>
                  <a:lnTo>
                    <a:pt x="250" y="201"/>
                  </a:lnTo>
                  <a:lnTo>
                    <a:pt x="248" y="196"/>
                  </a:lnTo>
                  <a:lnTo>
                    <a:pt x="248" y="196"/>
                  </a:lnTo>
                  <a:lnTo>
                    <a:pt x="248" y="194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8" y="192"/>
                  </a:lnTo>
                  <a:lnTo>
                    <a:pt x="248" y="192"/>
                  </a:lnTo>
                  <a:lnTo>
                    <a:pt x="246" y="177"/>
                  </a:lnTo>
                  <a:lnTo>
                    <a:pt x="246" y="175"/>
                  </a:lnTo>
                  <a:lnTo>
                    <a:pt x="248" y="175"/>
                  </a:lnTo>
                  <a:lnTo>
                    <a:pt x="248" y="173"/>
                  </a:lnTo>
                  <a:lnTo>
                    <a:pt x="248" y="171"/>
                  </a:lnTo>
                  <a:lnTo>
                    <a:pt x="246" y="171"/>
                  </a:lnTo>
                  <a:lnTo>
                    <a:pt x="246" y="169"/>
                  </a:lnTo>
                  <a:lnTo>
                    <a:pt x="246" y="167"/>
                  </a:lnTo>
                  <a:lnTo>
                    <a:pt x="246" y="165"/>
                  </a:lnTo>
                  <a:lnTo>
                    <a:pt x="246" y="165"/>
                  </a:lnTo>
                  <a:lnTo>
                    <a:pt x="248" y="163"/>
                  </a:lnTo>
                  <a:lnTo>
                    <a:pt x="248" y="163"/>
                  </a:lnTo>
                  <a:lnTo>
                    <a:pt x="248" y="162"/>
                  </a:lnTo>
                  <a:lnTo>
                    <a:pt x="246" y="162"/>
                  </a:lnTo>
                  <a:lnTo>
                    <a:pt x="244" y="162"/>
                  </a:lnTo>
                  <a:lnTo>
                    <a:pt x="240" y="162"/>
                  </a:lnTo>
                  <a:lnTo>
                    <a:pt x="240" y="162"/>
                  </a:lnTo>
                  <a:lnTo>
                    <a:pt x="240" y="160"/>
                  </a:lnTo>
                  <a:lnTo>
                    <a:pt x="244" y="156"/>
                  </a:lnTo>
                  <a:lnTo>
                    <a:pt x="246" y="154"/>
                  </a:lnTo>
                  <a:lnTo>
                    <a:pt x="244" y="154"/>
                  </a:lnTo>
                  <a:lnTo>
                    <a:pt x="240" y="154"/>
                  </a:lnTo>
                  <a:lnTo>
                    <a:pt x="240" y="152"/>
                  </a:lnTo>
                  <a:lnTo>
                    <a:pt x="240" y="152"/>
                  </a:lnTo>
                  <a:lnTo>
                    <a:pt x="240" y="152"/>
                  </a:lnTo>
                  <a:lnTo>
                    <a:pt x="240" y="150"/>
                  </a:lnTo>
                  <a:lnTo>
                    <a:pt x="240" y="148"/>
                  </a:lnTo>
                  <a:lnTo>
                    <a:pt x="240" y="148"/>
                  </a:lnTo>
                  <a:lnTo>
                    <a:pt x="240" y="146"/>
                  </a:lnTo>
                  <a:lnTo>
                    <a:pt x="240" y="146"/>
                  </a:lnTo>
                  <a:lnTo>
                    <a:pt x="242" y="144"/>
                  </a:lnTo>
                  <a:lnTo>
                    <a:pt x="242" y="144"/>
                  </a:lnTo>
                  <a:lnTo>
                    <a:pt x="244" y="144"/>
                  </a:lnTo>
                  <a:lnTo>
                    <a:pt x="242" y="143"/>
                  </a:lnTo>
                  <a:lnTo>
                    <a:pt x="242" y="141"/>
                  </a:lnTo>
                  <a:lnTo>
                    <a:pt x="242" y="141"/>
                  </a:lnTo>
                  <a:lnTo>
                    <a:pt x="242" y="139"/>
                  </a:lnTo>
                  <a:lnTo>
                    <a:pt x="242" y="137"/>
                  </a:lnTo>
                  <a:lnTo>
                    <a:pt x="244" y="133"/>
                  </a:lnTo>
                  <a:lnTo>
                    <a:pt x="244" y="131"/>
                  </a:lnTo>
                  <a:lnTo>
                    <a:pt x="246" y="131"/>
                  </a:lnTo>
                  <a:lnTo>
                    <a:pt x="246" y="129"/>
                  </a:lnTo>
                  <a:lnTo>
                    <a:pt x="248" y="129"/>
                  </a:lnTo>
                  <a:lnTo>
                    <a:pt x="246" y="127"/>
                  </a:lnTo>
                  <a:lnTo>
                    <a:pt x="246" y="127"/>
                  </a:lnTo>
                  <a:lnTo>
                    <a:pt x="246" y="125"/>
                  </a:lnTo>
                  <a:lnTo>
                    <a:pt x="246" y="125"/>
                  </a:lnTo>
                  <a:lnTo>
                    <a:pt x="248" y="124"/>
                  </a:lnTo>
                  <a:lnTo>
                    <a:pt x="248" y="124"/>
                  </a:lnTo>
                  <a:lnTo>
                    <a:pt x="248" y="125"/>
                  </a:lnTo>
                  <a:lnTo>
                    <a:pt x="250" y="124"/>
                  </a:lnTo>
                  <a:lnTo>
                    <a:pt x="250" y="122"/>
                  </a:lnTo>
                  <a:lnTo>
                    <a:pt x="253" y="108"/>
                  </a:lnTo>
                  <a:lnTo>
                    <a:pt x="253" y="104"/>
                  </a:lnTo>
                  <a:lnTo>
                    <a:pt x="255" y="103"/>
                  </a:lnTo>
                  <a:lnTo>
                    <a:pt x="255" y="103"/>
                  </a:lnTo>
                  <a:lnTo>
                    <a:pt x="259" y="99"/>
                  </a:lnTo>
                  <a:lnTo>
                    <a:pt x="259" y="97"/>
                  </a:lnTo>
                  <a:lnTo>
                    <a:pt x="259" y="97"/>
                  </a:lnTo>
                  <a:lnTo>
                    <a:pt x="259" y="97"/>
                  </a:lnTo>
                  <a:lnTo>
                    <a:pt x="261" y="95"/>
                  </a:lnTo>
                  <a:lnTo>
                    <a:pt x="261" y="95"/>
                  </a:lnTo>
                  <a:lnTo>
                    <a:pt x="261" y="97"/>
                  </a:lnTo>
                  <a:lnTo>
                    <a:pt x="263" y="95"/>
                  </a:lnTo>
                  <a:lnTo>
                    <a:pt x="263" y="95"/>
                  </a:lnTo>
                  <a:lnTo>
                    <a:pt x="263" y="95"/>
                  </a:lnTo>
                  <a:lnTo>
                    <a:pt x="263" y="95"/>
                  </a:lnTo>
                  <a:lnTo>
                    <a:pt x="263" y="95"/>
                  </a:lnTo>
                  <a:lnTo>
                    <a:pt x="263" y="93"/>
                  </a:lnTo>
                  <a:lnTo>
                    <a:pt x="263" y="93"/>
                  </a:lnTo>
                  <a:lnTo>
                    <a:pt x="265" y="93"/>
                  </a:lnTo>
                  <a:lnTo>
                    <a:pt x="269" y="89"/>
                  </a:lnTo>
                  <a:lnTo>
                    <a:pt x="271" y="87"/>
                  </a:lnTo>
                  <a:lnTo>
                    <a:pt x="271" y="85"/>
                  </a:lnTo>
                  <a:lnTo>
                    <a:pt x="273" y="84"/>
                  </a:lnTo>
                  <a:lnTo>
                    <a:pt x="274" y="82"/>
                  </a:lnTo>
                  <a:lnTo>
                    <a:pt x="280" y="76"/>
                  </a:lnTo>
                  <a:lnTo>
                    <a:pt x="284" y="72"/>
                  </a:lnTo>
                  <a:lnTo>
                    <a:pt x="286" y="70"/>
                  </a:lnTo>
                  <a:lnTo>
                    <a:pt x="288" y="65"/>
                  </a:lnTo>
                  <a:lnTo>
                    <a:pt x="288" y="61"/>
                  </a:lnTo>
                  <a:lnTo>
                    <a:pt x="288" y="5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53" name="Freeform 56">
              <a:extLst>
                <a:ext uri="{FF2B5EF4-FFF2-40B4-BE49-F238E27FC236}">
                  <a16:creationId xmlns:a16="http://schemas.microsoft.com/office/drawing/2014/main" id="{7832E82F-1830-6D6D-A228-56E164F2E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125" y="3048000"/>
              <a:ext cx="925513" cy="735013"/>
            </a:xfrm>
            <a:custGeom>
              <a:avLst/>
              <a:gdLst>
                <a:gd name="T0" fmla="*/ 553 w 583"/>
                <a:gd name="T1" fmla="*/ 158 h 463"/>
                <a:gd name="T2" fmla="*/ 513 w 583"/>
                <a:gd name="T3" fmla="*/ 132 h 463"/>
                <a:gd name="T4" fmla="*/ 493 w 583"/>
                <a:gd name="T5" fmla="*/ 103 h 463"/>
                <a:gd name="T6" fmla="*/ 484 w 583"/>
                <a:gd name="T7" fmla="*/ 71 h 463"/>
                <a:gd name="T8" fmla="*/ 457 w 583"/>
                <a:gd name="T9" fmla="*/ 44 h 463"/>
                <a:gd name="T10" fmla="*/ 457 w 583"/>
                <a:gd name="T11" fmla="*/ 29 h 463"/>
                <a:gd name="T12" fmla="*/ 444 w 583"/>
                <a:gd name="T13" fmla="*/ 35 h 463"/>
                <a:gd name="T14" fmla="*/ 400 w 583"/>
                <a:gd name="T15" fmla="*/ 29 h 463"/>
                <a:gd name="T16" fmla="*/ 381 w 583"/>
                <a:gd name="T17" fmla="*/ 16 h 463"/>
                <a:gd name="T18" fmla="*/ 349 w 583"/>
                <a:gd name="T19" fmla="*/ 6 h 463"/>
                <a:gd name="T20" fmla="*/ 305 w 583"/>
                <a:gd name="T21" fmla="*/ 4 h 463"/>
                <a:gd name="T22" fmla="*/ 261 w 583"/>
                <a:gd name="T23" fmla="*/ 25 h 463"/>
                <a:gd name="T24" fmla="*/ 221 w 583"/>
                <a:gd name="T25" fmla="*/ 37 h 463"/>
                <a:gd name="T26" fmla="*/ 93 w 583"/>
                <a:gd name="T27" fmla="*/ 48 h 463"/>
                <a:gd name="T28" fmla="*/ 21 w 583"/>
                <a:gd name="T29" fmla="*/ 77 h 463"/>
                <a:gd name="T30" fmla="*/ 6 w 583"/>
                <a:gd name="T31" fmla="*/ 84 h 463"/>
                <a:gd name="T32" fmla="*/ 2 w 583"/>
                <a:gd name="T33" fmla="*/ 111 h 463"/>
                <a:gd name="T34" fmla="*/ 49 w 583"/>
                <a:gd name="T35" fmla="*/ 90 h 463"/>
                <a:gd name="T36" fmla="*/ 30 w 583"/>
                <a:gd name="T37" fmla="*/ 111 h 463"/>
                <a:gd name="T38" fmla="*/ 28 w 583"/>
                <a:gd name="T39" fmla="*/ 132 h 463"/>
                <a:gd name="T40" fmla="*/ 38 w 583"/>
                <a:gd name="T41" fmla="*/ 141 h 463"/>
                <a:gd name="T42" fmla="*/ 122 w 583"/>
                <a:gd name="T43" fmla="*/ 194 h 463"/>
                <a:gd name="T44" fmla="*/ 183 w 583"/>
                <a:gd name="T45" fmla="*/ 175 h 463"/>
                <a:gd name="T46" fmla="*/ 204 w 583"/>
                <a:gd name="T47" fmla="*/ 179 h 463"/>
                <a:gd name="T48" fmla="*/ 215 w 583"/>
                <a:gd name="T49" fmla="*/ 177 h 463"/>
                <a:gd name="T50" fmla="*/ 156 w 583"/>
                <a:gd name="T51" fmla="*/ 227 h 463"/>
                <a:gd name="T52" fmla="*/ 129 w 583"/>
                <a:gd name="T53" fmla="*/ 236 h 463"/>
                <a:gd name="T54" fmla="*/ 95 w 583"/>
                <a:gd name="T55" fmla="*/ 238 h 463"/>
                <a:gd name="T56" fmla="*/ 74 w 583"/>
                <a:gd name="T57" fmla="*/ 236 h 463"/>
                <a:gd name="T58" fmla="*/ 131 w 583"/>
                <a:gd name="T59" fmla="*/ 309 h 463"/>
                <a:gd name="T60" fmla="*/ 244 w 583"/>
                <a:gd name="T61" fmla="*/ 402 h 463"/>
                <a:gd name="T62" fmla="*/ 314 w 583"/>
                <a:gd name="T63" fmla="*/ 375 h 463"/>
                <a:gd name="T64" fmla="*/ 366 w 583"/>
                <a:gd name="T65" fmla="*/ 343 h 463"/>
                <a:gd name="T66" fmla="*/ 373 w 583"/>
                <a:gd name="T67" fmla="*/ 297 h 463"/>
                <a:gd name="T68" fmla="*/ 360 w 583"/>
                <a:gd name="T69" fmla="*/ 286 h 463"/>
                <a:gd name="T70" fmla="*/ 362 w 583"/>
                <a:gd name="T71" fmla="*/ 276 h 463"/>
                <a:gd name="T72" fmla="*/ 383 w 583"/>
                <a:gd name="T73" fmla="*/ 267 h 463"/>
                <a:gd name="T74" fmla="*/ 387 w 583"/>
                <a:gd name="T75" fmla="*/ 240 h 463"/>
                <a:gd name="T76" fmla="*/ 423 w 583"/>
                <a:gd name="T77" fmla="*/ 248 h 463"/>
                <a:gd name="T78" fmla="*/ 413 w 583"/>
                <a:gd name="T79" fmla="*/ 251 h 463"/>
                <a:gd name="T80" fmla="*/ 421 w 583"/>
                <a:gd name="T81" fmla="*/ 274 h 463"/>
                <a:gd name="T82" fmla="*/ 432 w 583"/>
                <a:gd name="T83" fmla="*/ 305 h 463"/>
                <a:gd name="T84" fmla="*/ 423 w 583"/>
                <a:gd name="T85" fmla="*/ 318 h 463"/>
                <a:gd name="T86" fmla="*/ 410 w 583"/>
                <a:gd name="T87" fmla="*/ 339 h 463"/>
                <a:gd name="T88" fmla="*/ 419 w 583"/>
                <a:gd name="T89" fmla="*/ 356 h 463"/>
                <a:gd name="T90" fmla="*/ 431 w 583"/>
                <a:gd name="T91" fmla="*/ 373 h 463"/>
                <a:gd name="T92" fmla="*/ 438 w 583"/>
                <a:gd name="T93" fmla="*/ 398 h 463"/>
                <a:gd name="T94" fmla="*/ 425 w 583"/>
                <a:gd name="T95" fmla="*/ 444 h 463"/>
                <a:gd name="T96" fmla="*/ 442 w 583"/>
                <a:gd name="T97" fmla="*/ 457 h 463"/>
                <a:gd name="T98" fmla="*/ 453 w 583"/>
                <a:gd name="T99" fmla="*/ 438 h 463"/>
                <a:gd name="T100" fmla="*/ 457 w 583"/>
                <a:gd name="T101" fmla="*/ 457 h 463"/>
                <a:gd name="T102" fmla="*/ 484 w 583"/>
                <a:gd name="T103" fmla="*/ 451 h 463"/>
                <a:gd name="T104" fmla="*/ 486 w 583"/>
                <a:gd name="T105" fmla="*/ 411 h 463"/>
                <a:gd name="T106" fmla="*/ 505 w 583"/>
                <a:gd name="T107" fmla="*/ 415 h 463"/>
                <a:gd name="T108" fmla="*/ 524 w 583"/>
                <a:gd name="T109" fmla="*/ 371 h 463"/>
                <a:gd name="T110" fmla="*/ 511 w 583"/>
                <a:gd name="T111" fmla="*/ 356 h 463"/>
                <a:gd name="T112" fmla="*/ 545 w 583"/>
                <a:gd name="T113" fmla="*/ 326 h 463"/>
                <a:gd name="T114" fmla="*/ 553 w 583"/>
                <a:gd name="T115" fmla="*/ 316 h 463"/>
                <a:gd name="T116" fmla="*/ 522 w 583"/>
                <a:gd name="T117" fmla="*/ 299 h 463"/>
                <a:gd name="T118" fmla="*/ 545 w 583"/>
                <a:gd name="T119" fmla="*/ 251 h 463"/>
                <a:gd name="T120" fmla="*/ 551 w 583"/>
                <a:gd name="T121" fmla="*/ 232 h 463"/>
                <a:gd name="T122" fmla="*/ 581 w 583"/>
                <a:gd name="T123" fmla="*/ 189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3" h="463">
                  <a:moveTo>
                    <a:pt x="581" y="189"/>
                  </a:moveTo>
                  <a:lnTo>
                    <a:pt x="579" y="187"/>
                  </a:lnTo>
                  <a:lnTo>
                    <a:pt x="577" y="185"/>
                  </a:lnTo>
                  <a:lnTo>
                    <a:pt x="577" y="185"/>
                  </a:lnTo>
                  <a:lnTo>
                    <a:pt x="575" y="185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73" y="187"/>
                  </a:lnTo>
                  <a:lnTo>
                    <a:pt x="573" y="187"/>
                  </a:lnTo>
                  <a:lnTo>
                    <a:pt x="573" y="185"/>
                  </a:lnTo>
                  <a:lnTo>
                    <a:pt x="573" y="183"/>
                  </a:lnTo>
                  <a:lnTo>
                    <a:pt x="572" y="175"/>
                  </a:lnTo>
                  <a:lnTo>
                    <a:pt x="570" y="170"/>
                  </a:lnTo>
                  <a:lnTo>
                    <a:pt x="570" y="168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66" y="164"/>
                  </a:lnTo>
                  <a:lnTo>
                    <a:pt x="566" y="164"/>
                  </a:lnTo>
                  <a:lnTo>
                    <a:pt x="564" y="162"/>
                  </a:lnTo>
                  <a:lnTo>
                    <a:pt x="564" y="160"/>
                  </a:lnTo>
                  <a:lnTo>
                    <a:pt x="562" y="158"/>
                  </a:lnTo>
                  <a:lnTo>
                    <a:pt x="562" y="158"/>
                  </a:lnTo>
                  <a:lnTo>
                    <a:pt x="558" y="156"/>
                  </a:lnTo>
                  <a:lnTo>
                    <a:pt x="558" y="156"/>
                  </a:lnTo>
                  <a:lnTo>
                    <a:pt x="556" y="156"/>
                  </a:lnTo>
                  <a:lnTo>
                    <a:pt x="556" y="156"/>
                  </a:lnTo>
                  <a:lnTo>
                    <a:pt x="554" y="156"/>
                  </a:lnTo>
                  <a:lnTo>
                    <a:pt x="554" y="158"/>
                  </a:lnTo>
                  <a:lnTo>
                    <a:pt x="553" y="158"/>
                  </a:lnTo>
                  <a:lnTo>
                    <a:pt x="553" y="156"/>
                  </a:lnTo>
                  <a:lnTo>
                    <a:pt x="551" y="156"/>
                  </a:lnTo>
                  <a:lnTo>
                    <a:pt x="551" y="154"/>
                  </a:lnTo>
                  <a:lnTo>
                    <a:pt x="551" y="153"/>
                  </a:lnTo>
                  <a:lnTo>
                    <a:pt x="551" y="151"/>
                  </a:lnTo>
                  <a:lnTo>
                    <a:pt x="551" y="151"/>
                  </a:lnTo>
                  <a:lnTo>
                    <a:pt x="551" y="149"/>
                  </a:lnTo>
                  <a:lnTo>
                    <a:pt x="549" y="147"/>
                  </a:lnTo>
                  <a:lnTo>
                    <a:pt x="547" y="147"/>
                  </a:lnTo>
                  <a:lnTo>
                    <a:pt x="543" y="143"/>
                  </a:lnTo>
                  <a:lnTo>
                    <a:pt x="539" y="141"/>
                  </a:lnTo>
                  <a:lnTo>
                    <a:pt x="535" y="137"/>
                  </a:lnTo>
                  <a:lnTo>
                    <a:pt x="535" y="137"/>
                  </a:lnTo>
                  <a:lnTo>
                    <a:pt x="533" y="137"/>
                  </a:lnTo>
                  <a:lnTo>
                    <a:pt x="533" y="137"/>
                  </a:lnTo>
                  <a:lnTo>
                    <a:pt x="533" y="139"/>
                  </a:lnTo>
                  <a:lnTo>
                    <a:pt x="533" y="139"/>
                  </a:lnTo>
                  <a:lnTo>
                    <a:pt x="533" y="139"/>
                  </a:lnTo>
                  <a:lnTo>
                    <a:pt x="532" y="139"/>
                  </a:lnTo>
                  <a:lnTo>
                    <a:pt x="532" y="139"/>
                  </a:lnTo>
                  <a:lnTo>
                    <a:pt x="532" y="139"/>
                  </a:lnTo>
                  <a:lnTo>
                    <a:pt x="530" y="139"/>
                  </a:lnTo>
                  <a:lnTo>
                    <a:pt x="530" y="139"/>
                  </a:lnTo>
                  <a:lnTo>
                    <a:pt x="526" y="135"/>
                  </a:lnTo>
                  <a:lnTo>
                    <a:pt x="524" y="132"/>
                  </a:lnTo>
                  <a:lnTo>
                    <a:pt x="522" y="130"/>
                  </a:lnTo>
                  <a:lnTo>
                    <a:pt x="522" y="130"/>
                  </a:lnTo>
                  <a:lnTo>
                    <a:pt x="520" y="130"/>
                  </a:lnTo>
                  <a:lnTo>
                    <a:pt x="513" y="132"/>
                  </a:lnTo>
                  <a:lnTo>
                    <a:pt x="513" y="132"/>
                  </a:lnTo>
                  <a:lnTo>
                    <a:pt x="511" y="130"/>
                  </a:lnTo>
                  <a:lnTo>
                    <a:pt x="509" y="130"/>
                  </a:lnTo>
                  <a:lnTo>
                    <a:pt x="505" y="130"/>
                  </a:lnTo>
                  <a:lnTo>
                    <a:pt x="505" y="128"/>
                  </a:lnTo>
                  <a:lnTo>
                    <a:pt x="505" y="126"/>
                  </a:lnTo>
                  <a:lnTo>
                    <a:pt x="507" y="124"/>
                  </a:lnTo>
                  <a:lnTo>
                    <a:pt x="505" y="124"/>
                  </a:lnTo>
                  <a:lnTo>
                    <a:pt x="505" y="122"/>
                  </a:lnTo>
                  <a:lnTo>
                    <a:pt x="505" y="120"/>
                  </a:lnTo>
                  <a:lnTo>
                    <a:pt x="505" y="118"/>
                  </a:lnTo>
                  <a:lnTo>
                    <a:pt x="505" y="116"/>
                  </a:lnTo>
                  <a:lnTo>
                    <a:pt x="505" y="115"/>
                  </a:lnTo>
                  <a:lnTo>
                    <a:pt x="505" y="113"/>
                  </a:lnTo>
                  <a:lnTo>
                    <a:pt x="503" y="111"/>
                  </a:lnTo>
                  <a:lnTo>
                    <a:pt x="501" y="109"/>
                  </a:lnTo>
                  <a:lnTo>
                    <a:pt x="499" y="109"/>
                  </a:lnTo>
                  <a:lnTo>
                    <a:pt x="499" y="111"/>
                  </a:lnTo>
                  <a:lnTo>
                    <a:pt x="497" y="113"/>
                  </a:lnTo>
                  <a:lnTo>
                    <a:pt x="495" y="113"/>
                  </a:lnTo>
                  <a:lnTo>
                    <a:pt x="495" y="113"/>
                  </a:lnTo>
                  <a:lnTo>
                    <a:pt x="493" y="113"/>
                  </a:lnTo>
                  <a:lnTo>
                    <a:pt x="493" y="113"/>
                  </a:lnTo>
                  <a:lnTo>
                    <a:pt x="493" y="111"/>
                  </a:lnTo>
                  <a:lnTo>
                    <a:pt x="493" y="109"/>
                  </a:lnTo>
                  <a:lnTo>
                    <a:pt x="493" y="107"/>
                  </a:lnTo>
                  <a:lnTo>
                    <a:pt x="493" y="107"/>
                  </a:lnTo>
                  <a:lnTo>
                    <a:pt x="495" y="105"/>
                  </a:lnTo>
                  <a:lnTo>
                    <a:pt x="495" y="105"/>
                  </a:lnTo>
                  <a:lnTo>
                    <a:pt x="495" y="103"/>
                  </a:lnTo>
                  <a:lnTo>
                    <a:pt x="493" y="103"/>
                  </a:lnTo>
                  <a:lnTo>
                    <a:pt x="493" y="103"/>
                  </a:lnTo>
                  <a:lnTo>
                    <a:pt x="493" y="101"/>
                  </a:lnTo>
                  <a:lnTo>
                    <a:pt x="490" y="101"/>
                  </a:lnTo>
                  <a:lnTo>
                    <a:pt x="490" y="101"/>
                  </a:lnTo>
                  <a:lnTo>
                    <a:pt x="488" y="99"/>
                  </a:lnTo>
                  <a:lnTo>
                    <a:pt x="488" y="99"/>
                  </a:lnTo>
                  <a:lnTo>
                    <a:pt x="486" y="97"/>
                  </a:lnTo>
                  <a:lnTo>
                    <a:pt x="486" y="96"/>
                  </a:lnTo>
                  <a:lnTo>
                    <a:pt x="486" y="96"/>
                  </a:lnTo>
                  <a:lnTo>
                    <a:pt x="484" y="96"/>
                  </a:lnTo>
                  <a:lnTo>
                    <a:pt x="484" y="94"/>
                  </a:lnTo>
                  <a:lnTo>
                    <a:pt x="480" y="96"/>
                  </a:lnTo>
                  <a:lnTo>
                    <a:pt x="480" y="94"/>
                  </a:lnTo>
                  <a:lnTo>
                    <a:pt x="480" y="94"/>
                  </a:lnTo>
                  <a:lnTo>
                    <a:pt x="482" y="90"/>
                  </a:lnTo>
                  <a:lnTo>
                    <a:pt x="482" y="88"/>
                  </a:lnTo>
                  <a:lnTo>
                    <a:pt x="482" y="86"/>
                  </a:lnTo>
                  <a:lnTo>
                    <a:pt x="482" y="84"/>
                  </a:lnTo>
                  <a:lnTo>
                    <a:pt x="482" y="82"/>
                  </a:lnTo>
                  <a:lnTo>
                    <a:pt x="482" y="82"/>
                  </a:lnTo>
                  <a:lnTo>
                    <a:pt x="484" y="80"/>
                  </a:lnTo>
                  <a:lnTo>
                    <a:pt x="486" y="80"/>
                  </a:lnTo>
                  <a:lnTo>
                    <a:pt x="486" y="80"/>
                  </a:lnTo>
                  <a:lnTo>
                    <a:pt x="486" y="78"/>
                  </a:lnTo>
                  <a:lnTo>
                    <a:pt x="486" y="77"/>
                  </a:lnTo>
                  <a:lnTo>
                    <a:pt x="486" y="75"/>
                  </a:lnTo>
                  <a:lnTo>
                    <a:pt x="484" y="73"/>
                  </a:lnTo>
                  <a:lnTo>
                    <a:pt x="484" y="73"/>
                  </a:lnTo>
                  <a:lnTo>
                    <a:pt x="484" y="73"/>
                  </a:lnTo>
                  <a:lnTo>
                    <a:pt x="484" y="71"/>
                  </a:lnTo>
                  <a:lnTo>
                    <a:pt x="484" y="69"/>
                  </a:lnTo>
                  <a:lnTo>
                    <a:pt x="484" y="67"/>
                  </a:lnTo>
                  <a:lnTo>
                    <a:pt x="480" y="63"/>
                  </a:lnTo>
                  <a:lnTo>
                    <a:pt x="480" y="61"/>
                  </a:lnTo>
                  <a:lnTo>
                    <a:pt x="478" y="63"/>
                  </a:lnTo>
                  <a:lnTo>
                    <a:pt x="478" y="63"/>
                  </a:lnTo>
                  <a:lnTo>
                    <a:pt x="476" y="67"/>
                  </a:lnTo>
                  <a:lnTo>
                    <a:pt x="476" y="67"/>
                  </a:lnTo>
                  <a:lnTo>
                    <a:pt x="476" y="69"/>
                  </a:lnTo>
                  <a:lnTo>
                    <a:pt x="474" y="69"/>
                  </a:lnTo>
                  <a:lnTo>
                    <a:pt x="471" y="71"/>
                  </a:lnTo>
                  <a:lnTo>
                    <a:pt x="471" y="71"/>
                  </a:lnTo>
                  <a:lnTo>
                    <a:pt x="469" y="71"/>
                  </a:lnTo>
                  <a:lnTo>
                    <a:pt x="467" y="67"/>
                  </a:lnTo>
                  <a:lnTo>
                    <a:pt x="467" y="67"/>
                  </a:lnTo>
                  <a:lnTo>
                    <a:pt x="467" y="65"/>
                  </a:lnTo>
                  <a:lnTo>
                    <a:pt x="465" y="65"/>
                  </a:lnTo>
                  <a:lnTo>
                    <a:pt x="465" y="63"/>
                  </a:lnTo>
                  <a:lnTo>
                    <a:pt x="463" y="63"/>
                  </a:lnTo>
                  <a:lnTo>
                    <a:pt x="463" y="61"/>
                  </a:lnTo>
                  <a:lnTo>
                    <a:pt x="461" y="61"/>
                  </a:lnTo>
                  <a:lnTo>
                    <a:pt x="461" y="59"/>
                  </a:lnTo>
                  <a:lnTo>
                    <a:pt x="459" y="59"/>
                  </a:lnTo>
                  <a:lnTo>
                    <a:pt x="457" y="57"/>
                  </a:lnTo>
                  <a:lnTo>
                    <a:pt x="457" y="57"/>
                  </a:lnTo>
                  <a:lnTo>
                    <a:pt x="457" y="56"/>
                  </a:lnTo>
                  <a:lnTo>
                    <a:pt x="455" y="52"/>
                  </a:lnTo>
                  <a:lnTo>
                    <a:pt x="455" y="52"/>
                  </a:lnTo>
                  <a:lnTo>
                    <a:pt x="455" y="50"/>
                  </a:lnTo>
                  <a:lnTo>
                    <a:pt x="457" y="44"/>
                  </a:lnTo>
                  <a:lnTo>
                    <a:pt x="457" y="42"/>
                  </a:lnTo>
                  <a:lnTo>
                    <a:pt x="459" y="42"/>
                  </a:lnTo>
                  <a:lnTo>
                    <a:pt x="459" y="40"/>
                  </a:lnTo>
                  <a:lnTo>
                    <a:pt x="459" y="40"/>
                  </a:lnTo>
                  <a:lnTo>
                    <a:pt x="459" y="40"/>
                  </a:lnTo>
                  <a:lnTo>
                    <a:pt x="461" y="38"/>
                  </a:lnTo>
                  <a:lnTo>
                    <a:pt x="461" y="38"/>
                  </a:lnTo>
                  <a:lnTo>
                    <a:pt x="461" y="38"/>
                  </a:lnTo>
                  <a:lnTo>
                    <a:pt x="463" y="38"/>
                  </a:lnTo>
                  <a:lnTo>
                    <a:pt x="465" y="38"/>
                  </a:lnTo>
                  <a:lnTo>
                    <a:pt x="465" y="38"/>
                  </a:lnTo>
                  <a:lnTo>
                    <a:pt x="467" y="38"/>
                  </a:lnTo>
                  <a:lnTo>
                    <a:pt x="467" y="38"/>
                  </a:lnTo>
                  <a:lnTo>
                    <a:pt x="467" y="37"/>
                  </a:lnTo>
                  <a:lnTo>
                    <a:pt x="467" y="35"/>
                  </a:lnTo>
                  <a:lnTo>
                    <a:pt x="467" y="35"/>
                  </a:lnTo>
                  <a:lnTo>
                    <a:pt x="467" y="35"/>
                  </a:lnTo>
                  <a:lnTo>
                    <a:pt x="467" y="33"/>
                  </a:lnTo>
                  <a:lnTo>
                    <a:pt x="465" y="33"/>
                  </a:lnTo>
                  <a:lnTo>
                    <a:pt x="465" y="35"/>
                  </a:lnTo>
                  <a:lnTo>
                    <a:pt x="465" y="35"/>
                  </a:lnTo>
                  <a:lnTo>
                    <a:pt x="463" y="35"/>
                  </a:lnTo>
                  <a:lnTo>
                    <a:pt x="463" y="35"/>
                  </a:lnTo>
                  <a:lnTo>
                    <a:pt x="459" y="33"/>
                  </a:lnTo>
                  <a:lnTo>
                    <a:pt x="457" y="33"/>
                  </a:lnTo>
                  <a:lnTo>
                    <a:pt x="457" y="33"/>
                  </a:lnTo>
                  <a:lnTo>
                    <a:pt x="455" y="31"/>
                  </a:lnTo>
                  <a:lnTo>
                    <a:pt x="455" y="31"/>
                  </a:lnTo>
                  <a:lnTo>
                    <a:pt x="455" y="31"/>
                  </a:lnTo>
                  <a:lnTo>
                    <a:pt x="457" y="29"/>
                  </a:lnTo>
                  <a:lnTo>
                    <a:pt x="457" y="25"/>
                  </a:lnTo>
                  <a:lnTo>
                    <a:pt x="457" y="23"/>
                  </a:lnTo>
                  <a:lnTo>
                    <a:pt x="457" y="23"/>
                  </a:lnTo>
                  <a:lnTo>
                    <a:pt x="457" y="23"/>
                  </a:lnTo>
                  <a:lnTo>
                    <a:pt x="457" y="21"/>
                  </a:lnTo>
                  <a:lnTo>
                    <a:pt x="457" y="21"/>
                  </a:lnTo>
                  <a:lnTo>
                    <a:pt x="455" y="21"/>
                  </a:lnTo>
                  <a:lnTo>
                    <a:pt x="455" y="21"/>
                  </a:lnTo>
                  <a:lnTo>
                    <a:pt x="453" y="21"/>
                  </a:lnTo>
                  <a:lnTo>
                    <a:pt x="450" y="23"/>
                  </a:lnTo>
                  <a:lnTo>
                    <a:pt x="450" y="23"/>
                  </a:lnTo>
                  <a:lnTo>
                    <a:pt x="448" y="23"/>
                  </a:lnTo>
                  <a:lnTo>
                    <a:pt x="448" y="23"/>
                  </a:lnTo>
                  <a:lnTo>
                    <a:pt x="448" y="23"/>
                  </a:lnTo>
                  <a:lnTo>
                    <a:pt x="446" y="25"/>
                  </a:lnTo>
                  <a:lnTo>
                    <a:pt x="446" y="25"/>
                  </a:lnTo>
                  <a:lnTo>
                    <a:pt x="446" y="25"/>
                  </a:lnTo>
                  <a:lnTo>
                    <a:pt x="446" y="27"/>
                  </a:lnTo>
                  <a:lnTo>
                    <a:pt x="446" y="27"/>
                  </a:lnTo>
                  <a:lnTo>
                    <a:pt x="446" y="29"/>
                  </a:lnTo>
                  <a:lnTo>
                    <a:pt x="446" y="29"/>
                  </a:lnTo>
                  <a:lnTo>
                    <a:pt x="444" y="29"/>
                  </a:lnTo>
                  <a:lnTo>
                    <a:pt x="444" y="31"/>
                  </a:lnTo>
                  <a:lnTo>
                    <a:pt x="444" y="31"/>
                  </a:lnTo>
                  <a:lnTo>
                    <a:pt x="444" y="31"/>
                  </a:lnTo>
                  <a:lnTo>
                    <a:pt x="444" y="31"/>
                  </a:lnTo>
                  <a:lnTo>
                    <a:pt x="444" y="33"/>
                  </a:lnTo>
                  <a:lnTo>
                    <a:pt x="444" y="33"/>
                  </a:lnTo>
                  <a:lnTo>
                    <a:pt x="444" y="33"/>
                  </a:lnTo>
                  <a:lnTo>
                    <a:pt x="444" y="35"/>
                  </a:lnTo>
                  <a:lnTo>
                    <a:pt x="442" y="35"/>
                  </a:lnTo>
                  <a:lnTo>
                    <a:pt x="440" y="37"/>
                  </a:lnTo>
                  <a:lnTo>
                    <a:pt x="440" y="37"/>
                  </a:lnTo>
                  <a:lnTo>
                    <a:pt x="438" y="37"/>
                  </a:lnTo>
                  <a:lnTo>
                    <a:pt x="434" y="35"/>
                  </a:lnTo>
                  <a:lnTo>
                    <a:pt x="432" y="35"/>
                  </a:lnTo>
                  <a:lnTo>
                    <a:pt x="429" y="35"/>
                  </a:lnTo>
                  <a:lnTo>
                    <a:pt x="425" y="35"/>
                  </a:lnTo>
                  <a:lnTo>
                    <a:pt x="423" y="35"/>
                  </a:lnTo>
                  <a:lnTo>
                    <a:pt x="421" y="33"/>
                  </a:lnTo>
                  <a:lnTo>
                    <a:pt x="421" y="33"/>
                  </a:lnTo>
                  <a:lnTo>
                    <a:pt x="419" y="31"/>
                  </a:lnTo>
                  <a:lnTo>
                    <a:pt x="419" y="31"/>
                  </a:lnTo>
                  <a:lnTo>
                    <a:pt x="417" y="27"/>
                  </a:lnTo>
                  <a:lnTo>
                    <a:pt x="417" y="27"/>
                  </a:lnTo>
                  <a:lnTo>
                    <a:pt x="417" y="27"/>
                  </a:lnTo>
                  <a:lnTo>
                    <a:pt x="415" y="25"/>
                  </a:lnTo>
                  <a:lnTo>
                    <a:pt x="415" y="25"/>
                  </a:lnTo>
                  <a:lnTo>
                    <a:pt x="413" y="25"/>
                  </a:lnTo>
                  <a:lnTo>
                    <a:pt x="412" y="25"/>
                  </a:lnTo>
                  <a:lnTo>
                    <a:pt x="412" y="25"/>
                  </a:lnTo>
                  <a:lnTo>
                    <a:pt x="406" y="21"/>
                  </a:lnTo>
                  <a:lnTo>
                    <a:pt x="406" y="21"/>
                  </a:lnTo>
                  <a:lnTo>
                    <a:pt x="404" y="21"/>
                  </a:lnTo>
                  <a:lnTo>
                    <a:pt x="402" y="21"/>
                  </a:lnTo>
                  <a:lnTo>
                    <a:pt x="402" y="21"/>
                  </a:lnTo>
                  <a:lnTo>
                    <a:pt x="402" y="21"/>
                  </a:lnTo>
                  <a:lnTo>
                    <a:pt x="402" y="21"/>
                  </a:lnTo>
                  <a:lnTo>
                    <a:pt x="402" y="23"/>
                  </a:lnTo>
                  <a:lnTo>
                    <a:pt x="400" y="29"/>
                  </a:lnTo>
                  <a:lnTo>
                    <a:pt x="400" y="29"/>
                  </a:lnTo>
                  <a:lnTo>
                    <a:pt x="400" y="29"/>
                  </a:lnTo>
                  <a:lnTo>
                    <a:pt x="400" y="29"/>
                  </a:lnTo>
                  <a:lnTo>
                    <a:pt x="398" y="29"/>
                  </a:lnTo>
                  <a:lnTo>
                    <a:pt x="398" y="29"/>
                  </a:lnTo>
                  <a:lnTo>
                    <a:pt x="398" y="29"/>
                  </a:lnTo>
                  <a:lnTo>
                    <a:pt x="396" y="29"/>
                  </a:lnTo>
                  <a:lnTo>
                    <a:pt x="396" y="27"/>
                  </a:lnTo>
                  <a:lnTo>
                    <a:pt x="394" y="25"/>
                  </a:lnTo>
                  <a:lnTo>
                    <a:pt x="394" y="25"/>
                  </a:lnTo>
                  <a:lnTo>
                    <a:pt x="394" y="23"/>
                  </a:lnTo>
                  <a:lnTo>
                    <a:pt x="394" y="23"/>
                  </a:lnTo>
                  <a:lnTo>
                    <a:pt x="394" y="21"/>
                  </a:lnTo>
                  <a:lnTo>
                    <a:pt x="394" y="21"/>
                  </a:lnTo>
                  <a:lnTo>
                    <a:pt x="394" y="21"/>
                  </a:lnTo>
                  <a:lnTo>
                    <a:pt x="394" y="19"/>
                  </a:lnTo>
                  <a:lnTo>
                    <a:pt x="392" y="19"/>
                  </a:lnTo>
                  <a:lnTo>
                    <a:pt x="391" y="19"/>
                  </a:lnTo>
                  <a:lnTo>
                    <a:pt x="391" y="19"/>
                  </a:lnTo>
                  <a:lnTo>
                    <a:pt x="389" y="19"/>
                  </a:lnTo>
                  <a:lnTo>
                    <a:pt x="389" y="19"/>
                  </a:lnTo>
                  <a:lnTo>
                    <a:pt x="387" y="19"/>
                  </a:lnTo>
                  <a:lnTo>
                    <a:pt x="387" y="18"/>
                  </a:lnTo>
                  <a:lnTo>
                    <a:pt x="387" y="18"/>
                  </a:lnTo>
                  <a:lnTo>
                    <a:pt x="387" y="18"/>
                  </a:lnTo>
                  <a:lnTo>
                    <a:pt x="387" y="18"/>
                  </a:lnTo>
                  <a:lnTo>
                    <a:pt x="385" y="16"/>
                  </a:lnTo>
                  <a:lnTo>
                    <a:pt x="383" y="16"/>
                  </a:lnTo>
                  <a:lnTo>
                    <a:pt x="381" y="16"/>
                  </a:lnTo>
                  <a:lnTo>
                    <a:pt x="381" y="16"/>
                  </a:lnTo>
                  <a:lnTo>
                    <a:pt x="379" y="14"/>
                  </a:lnTo>
                  <a:lnTo>
                    <a:pt x="379" y="14"/>
                  </a:lnTo>
                  <a:lnTo>
                    <a:pt x="377" y="12"/>
                  </a:lnTo>
                  <a:lnTo>
                    <a:pt x="379" y="12"/>
                  </a:lnTo>
                  <a:lnTo>
                    <a:pt x="379" y="12"/>
                  </a:lnTo>
                  <a:lnTo>
                    <a:pt x="379" y="12"/>
                  </a:lnTo>
                  <a:lnTo>
                    <a:pt x="383" y="12"/>
                  </a:lnTo>
                  <a:lnTo>
                    <a:pt x="385" y="10"/>
                  </a:lnTo>
                  <a:lnTo>
                    <a:pt x="385" y="10"/>
                  </a:lnTo>
                  <a:lnTo>
                    <a:pt x="387" y="10"/>
                  </a:lnTo>
                  <a:lnTo>
                    <a:pt x="387" y="10"/>
                  </a:lnTo>
                  <a:lnTo>
                    <a:pt x="387" y="8"/>
                  </a:lnTo>
                  <a:lnTo>
                    <a:pt x="385" y="8"/>
                  </a:lnTo>
                  <a:lnTo>
                    <a:pt x="385" y="8"/>
                  </a:lnTo>
                  <a:lnTo>
                    <a:pt x="383" y="8"/>
                  </a:lnTo>
                  <a:lnTo>
                    <a:pt x="379" y="8"/>
                  </a:lnTo>
                  <a:lnTo>
                    <a:pt x="373" y="10"/>
                  </a:lnTo>
                  <a:lnTo>
                    <a:pt x="371" y="8"/>
                  </a:lnTo>
                  <a:lnTo>
                    <a:pt x="364" y="6"/>
                  </a:lnTo>
                  <a:lnTo>
                    <a:pt x="362" y="6"/>
                  </a:lnTo>
                  <a:lnTo>
                    <a:pt x="362" y="2"/>
                  </a:lnTo>
                  <a:lnTo>
                    <a:pt x="360" y="2"/>
                  </a:lnTo>
                  <a:lnTo>
                    <a:pt x="360" y="0"/>
                  </a:lnTo>
                  <a:lnTo>
                    <a:pt x="358" y="2"/>
                  </a:lnTo>
                  <a:lnTo>
                    <a:pt x="354" y="2"/>
                  </a:lnTo>
                  <a:lnTo>
                    <a:pt x="352" y="2"/>
                  </a:lnTo>
                  <a:lnTo>
                    <a:pt x="352" y="4"/>
                  </a:lnTo>
                  <a:lnTo>
                    <a:pt x="351" y="4"/>
                  </a:lnTo>
                  <a:lnTo>
                    <a:pt x="351" y="6"/>
                  </a:lnTo>
                  <a:lnTo>
                    <a:pt x="349" y="6"/>
                  </a:lnTo>
                  <a:lnTo>
                    <a:pt x="349" y="6"/>
                  </a:lnTo>
                  <a:lnTo>
                    <a:pt x="347" y="6"/>
                  </a:lnTo>
                  <a:lnTo>
                    <a:pt x="345" y="6"/>
                  </a:lnTo>
                  <a:lnTo>
                    <a:pt x="345" y="4"/>
                  </a:lnTo>
                  <a:lnTo>
                    <a:pt x="345" y="4"/>
                  </a:lnTo>
                  <a:lnTo>
                    <a:pt x="343" y="4"/>
                  </a:lnTo>
                  <a:lnTo>
                    <a:pt x="343" y="4"/>
                  </a:lnTo>
                  <a:lnTo>
                    <a:pt x="341" y="4"/>
                  </a:lnTo>
                  <a:lnTo>
                    <a:pt x="339" y="4"/>
                  </a:lnTo>
                  <a:lnTo>
                    <a:pt x="339" y="6"/>
                  </a:lnTo>
                  <a:lnTo>
                    <a:pt x="339" y="6"/>
                  </a:lnTo>
                  <a:lnTo>
                    <a:pt x="339" y="8"/>
                  </a:lnTo>
                  <a:lnTo>
                    <a:pt x="339" y="8"/>
                  </a:lnTo>
                  <a:lnTo>
                    <a:pt x="339" y="8"/>
                  </a:lnTo>
                  <a:lnTo>
                    <a:pt x="337" y="8"/>
                  </a:lnTo>
                  <a:lnTo>
                    <a:pt x="335" y="8"/>
                  </a:lnTo>
                  <a:lnTo>
                    <a:pt x="335" y="8"/>
                  </a:lnTo>
                  <a:lnTo>
                    <a:pt x="333" y="6"/>
                  </a:lnTo>
                  <a:lnTo>
                    <a:pt x="333" y="4"/>
                  </a:lnTo>
                  <a:lnTo>
                    <a:pt x="333" y="4"/>
                  </a:lnTo>
                  <a:lnTo>
                    <a:pt x="331" y="4"/>
                  </a:lnTo>
                  <a:lnTo>
                    <a:pt x="324" y="6"/>
                  </a:lnTo>
                  <a:lnTo>
                    <a:pt x="322" y="6"/>
                  </a:lnTo>
                  <a:lnTo>
                    <a:pt x="320" y="6"/>
                  </a:lnTo>
                  <a:lnTo>
                    <a:pt x="320" y="6"/>
                  </a:lnTo>
                  <a:lnTo>
                    <a:pt x="318" y="4"/>
                  </a:lnTo>
                  <a:lnTo>
                    <a:pt x="316" y="4"/>
                  </a:lnTo>
                  <a:lnTo>
                    <a:pt x="312" y="4"/>
                  </a:lnTo>
                  <a:lnTo>
                    <a:pt x="307" y="4"/>
                  </a:lnTo>
                  <a:lnTo>
                    <a:pt x="305" y="4"/>
                  </a:lnTo>
                  <a:lnTo>
                    <a:pt x="303" y="4"/>
                  </a:lnTo>
                  <a:lnTo>
                    <a:pt x="301" y="6"/>
                  </a:lnTo>
                  <a:lnTo>
                    <a:pt x="299" y="8"/>
                  </a:lnTo>
                  <a:lnTo>
                    <a:pt x="297" y="8"/>
                  </a:lnTo>
                  <a:lnTo>
                    <a:pt x="295" y="8"/>
                  </a:lnTo>
                  <a:lnTo>
                    <a:pt x="293" y="6"/>
                  </a:lnTo>
                  <a:lnTo>
                    <a:pt x="293" y="6"/>
                  </a:lnTo>
                  <a:lnTo>
                    <a:pt x="290" y="6"/>
                  </a:lnTo>
                  <a:lnTo>
                    <a:pt x="290" y="6"/>
                  </a:lnTo>
                  <a:lnTo>
                    <a:pt x="288" y="8"/>
                  </a:lnTo>
                  <a:lnTo>
                    <a:pt x="286" y="8"/>
                  </a:lnTo>
                  <a:lnTo>
                    <a:pt x="284" y="8"/>
                  </a:lnTo>
                  <a:lnTo>
                    <a:pt x="284" y="8"/>
                  </a:lnTo>
                  <a:lnTo>
                    <a:pt x="274" y="6"/>
                  </a:lnTo>
                  <a:lnTo>
                    <a:pt x="270" y="4"/>
                  </a:lnTo>
                  <a:lnTo>
                    <a:pt x="269" y="2"/>
                  </a:lnTo>
                  <a:lnTo>
                    <a:pt x="269" y="4"/>
                  </a:lnTo>
                  <a:lnTo>
                    <a:pt x="267" y="6"/>
                  </a:lnTo>
                  <a:lnTo>
                    <a:pt x="261" y="8"/>
                  </a:lnTo>
                  <a:lnTo>
                    <a:pt x="259" y="10"/>
                  </a:lnTo>
                  <a:lnTo>
                    <a:pt x="259" y="14"/>
                  </a:lnTo>
                  <a:lnTo>
                    <a:pt x="259" y="18"/>
                  </a:lnTo>
                  <a:lnTo>
                    <a:pt x="261" y="18"/>
                  </a:lnTo>
                  <a:lnTo>
                    <a:pt x="261" y="19"/>
                  </a:lnTo>
                  <a:lnTo>
                    <a:pt x="261" y="19"/>
                  </a:lnTo>
                  <a:lnTo>
                    <a:pt x="261" y="19"/>
                  </a:lnTo>
                  <a:lnTo>
                    <a:pt x="261" y="21"/>
                  </a:lnTo>
                  <a:lnTo>
                    <a:pt x="261" y="23"/>
                  </a:lnTo>
                  <a:lnTo>
                    <a:pt x="261" y="23"/>
                  </a:lnTo>
                  <a:lnTo>
                    <a:pt x="261" y="25"/>
                  </a:lnTo>
                  <a:lnTo>
                    <a:pt x="261" y="25"/>
                  </a:lnTo>
                  <a:lnTo>
                    <a:pt x="261" y="25"/>
                  </a:lnTo>
                  <a:lnTo>
                    <a:pt x="263" y="27"/>
                  </a:lnTo>
                  <a:lnTo>
                    <a:pt x="267" y="27"/>
                  </a:lnTo>
                  <a:lnTo>
                    <a:pt x="270" y="29"/>
                  </a:lnTo>
                  <a:lnTo>
                    <a:pt x="270" y="31"/>
                  </a:lnTo>
                  <a:lnTo>
                    <a:pt x="270" y="33"/>
                  </a:lnTo>
                  <a:lnTo>
                    <a:pt x="265" y="35"/>
                  </a:lnTo>
                  <a:lnTo>
                    <a:pt x="265" y="35"/>
                  </a:lnTo>
                  <a:lnTo>
                    <a:pt x="263" y="37"/>
                  </a:lnTo>
                  <a:lnTo>
                    <a:pt x="263" y="37"/>
                  </a:lnTo>
                  <a:lnTo>
                    <a:pt x="261" y="37"/>
                  </a:lnTo>
                  <a:lnTo>
                    <a:pt x="259" y="37"/>
                  </a:lnTo>
                  <a:lnTo>
                    <a:pt x="257" y="37"/>
                  </a:lnTo>
                  <a:lnTo>
                    <a:pt x="255" y="37"/>
                  </a:lnTo>
                  <a:lnTo>
                    <a:pt x="250" y="40"/>
                  </a:lnTo>
                  <a:lnTo>
                    <a:pt x="248" y="42"/>
                  </a:lnTo>
                  <a:lnTo>
                    <a:pt x="250" y="44"/>
                  </a:lnTo>
                  <a:lnTo>
                    <a:pt x="250" y="46"/>
                  </a:lnTo>
                  <a:lnTo>
                    <a:pt x="250" y="46"/>
                  </a:lnTo>
                  <a:lnTo>
                    <a:pt x="248" y="46"/>
                  </a:lnTo>
                  <a:lnTo>
                    <a:pt x="246" y="48"/>
                  </a:lnTo>
                  <a:lnTo>
                    <a:pt x="242" y="50"/>
                  </a:lnTo>
                  <a:lnTo>
                    <a:pt x="240" y="50"/>
                  </a:lnTo>
                  <a:lnTo>
                    <a:pt x="229" y="48"/>
                  </a:lnTo>
                  <a:lnTo>
                    <a:pt x="225" y="46"/>
                  </a:lnTo>
                  <a:lnTo>
                    <a:pt x="223" y="46"/>
                  </a:lnTo>
                  <a:lnTo>
                    <a:pt x="223" y="44"/>
                  </a:lnTo>
                  <a:lnTo>
                    <a:pt x="221" y="40"/>
                  </a:lnTo>
                  <a:lnTo>
                    <a:pt x="221" y="37"/>
                  </a:lnTo>
                  <a:lnTo>
                    <a:pt x="221" y="35"/>
                  </a:lnTo>
                  <a:lnTo>
                    <a:pt x="221" y="35"/>
                  </a:lnTo>
                  <a:lnTo>
                    <a:pt x="223" y="33"/>
                  </a:lnTo>
                  <a:lnTo>
                    <a:pt x="223" y="33"/>
                  </a:lnTo>
                  <a:lnTo>
                    <a:pt x="223" y="31"/>
                  </a:lnTo>
                  <a:lnTo>
                    <a:pt x="219" y="31"/>
                  </a:lnTo>
                  <a:lnTo>
                    <a:pt x="210" y="33"/>
                  </a:lnTo>
                  <a:lnTo>
                    <a:pt x="206" y="35"/>
                  </a:lnTo>
                  <a:lnTo>
                    <a:pt x="204" y="37"/>
                  </a:lnTo>
                  <a:lnTo>
                    <a:pt x="198" y="37"/>
                  </a:lnTo>
                  <a:lnTo>
                    <a:pt x="196" y="37"/>
                  </a:lnTo>
                  <a:lnTo>
                    <a:pt x="192" y="40"/>
                  </a:lnTo>
                  <a:lnTo>
                    <a:pt x="190" y="40"/>
                  </a:lnTo>
                  <a:lnTo>
                    <a:pt x="189" y="40"/>
                  </a:lnTo>
                  <a:lnTo>
                    <a:pt x="185" y="42"/>
                  </a:lnTo>
                  <a:lnTo>
                    <a:pt x="181" y="42"/>
                  </a:lnTo>
                  <a:lnTo>
                    <a:pt x="179" y="42"/>
                  </a:lnTo>
                  <a:lnTo>
                    <a:pt x="179" y="44"/>
                  </a:lnTo>
                  <a:lnTo>
                    <a:pt x="177" y="50"/>
                  </a:lnTo>
                  <a:lnTo>
                    <a:pt x="175" y="52"/>
                  </a:lnTo>
                  <a:lnTo>
                    <a:pt x="171" y="56"/>
                  </a:lnTo>
                  <a:lnTo>
                    <a:pt x="168" y="56"/>
                  </a:lnTo>
                  <a:lnTo>
                    <a:pt x="149" y="56"/>
                  </a:lnTo>
                  <a:lnTo>
                    <a:pt x="145" y="56"/>
                  </a:lnTo>
                  <a:lnTo>
                    <a:pt x="141" y="54"/>
                  </a:lnTo>
                  <a:lnTo>
                    <a:pt x="133" y="46"/>
                  </a:lnTo>
                  <a:lnTo>
                    <a:pt x="129" y="44"/>
                  </a:lnTo>
                  <a:lnTo>
                    <a:pt x="105" y="44"/>
                  </a:lnTo>
                  <a:lnTo>
                    <a:pt x="97" y="46"/>
                  </a:lnTo>
                  <a:lnTo>
                    <a:pt x="93" y="48"/>
                  </a:lnTo>
                  <a:lnTo>
                    <a:pt x="91" y="46"/>
                  </a:lnTo>
                  <a:lnTo>
                    <a:pt x="88" y="44"/>
                  </a:lnTo>
                  <a:lnTo>
                    <a:pt x="84" y="44"/>
                  </a:lnTo>
                  <a:lnTo>
                    <a:pt x="82" y="44"/>
                  </a:lnTo>
                  <a:lnTo>
                    <a:pt x="80" y="46"/>
                  </a:lnTo>
                  <a:lnTo>
                    <a:pt x="76" y="48"/>
                  </a:lnTo>
                  <a:lnTo>
                    <a:pt x="74" y="46"/>
                  </a:lnTo>
                  <a:lnTo>
                    <a:pt x="74" y="46"/>
                  </a:lnTo>
                  <a:lnTo>
                    <a:pt x="72" y="42"/>
                  </a:lnTo>
                  <a:lnTo>
                    <a:pt x="70" y="42"/>
                  </a:lnTo>
                  <a:lnTo>
                    <a:pt x="70" y="40"/>
                  </a:lnTo>
                  <a:lnTo>
                    <a:pt x="69" y="40"/>
                  </a:lnTo>
                  <a:lnTo>
                    <a:pt x="69" y="40"/>
                  </a:lnTo>
                  <a:lnTo>
                    <a:pt x="69" y="40"/>
                  </a:lnTo>
                  <a:lnTo>
                    <a:pt x="67" y="42"/>
                  </a:lnTo>
                  <a:lnTo>
                    <a:pt x="67" y="42"/>
                  </a:lnTo>
                  <a:lnTo>
                    <a:pt x="65" y="48"/>
                  </a:lnTo>
                  <a:lnTo>
                    <a:pt x="63" y="50"/>
                  </a:lnTo>
                  <a:lnTo>
                    <a:pt x="61" y="48"/>
                  </a:lnTo>
                  <a:lnTo>
                    <a:pt x="61" y="42"/>
                  </a:lnTo>
                  <a:lnTo>
                    <a:pt x="59" y="40"/>
                  </a:lnTo>
                  <a:lnTo>
                    <a:pt x="55" y="40"/>
                  </a:lnTo>
                  <a:lnTo>
                    <a:pt x="53" y="44"/>
                  </a:lnTo>
                  <a:lnTo>
                    <a:pt x="53" y="52"/>
                  </a:lnTo>
                  <a:lnTo>
                    <a:pt x="53" y="63"/>
                  </a:lnTo>
                  <a:lnTo>
                    <a:pt x="53" y="77"/>
                  </a:lnTo>
                  <a:lnTo>
                    <a:pt x="46" y="77"/>
                  </a:lnTo>
                  <a:lnTo>
                    <a:pt x="36" y="77"/>
                  </a:lnTo>
                  <a:lnTo>
                    <a:pt x="27" y="77"/>
                  </a:lnTo>
                  <a:lnTo>
                    <a:pt x="21" y="77"/>
                  </a:lnTo>
                  <a:lnTo>
                    <a:pt x="19" y="78"/>
                  </a:lnTo>
                  <a:lnTo>
                    <a:pt x="19" y="78"/>
                  </a:lnTo>
                  <a:lnTo>
                    <a:pt x="19" y="77"/>
                  </a:lnTo>
                  <a:lnTo>
                    <a:pt x="19" y="77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7" y="78"/>
                  </a:lnTo>
                  <a:lnTo>
                    <a:pt x="17" y="78"/>
                  </a:lnTo>
                  <a:lnTo>
                    <a:pt x="15" y="80"/>
                  </a:lnTo>
                  <a:lnTo>
                    <a:pt x="15" y="82"/>
                  </a:lnTo>
                  <a:lnTo>
                    <a:pt x="13" y="82"/>
                  </a:lnTo>
                  <a:lnTo>
                    <a:pt x="13" y="82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11" y="78"/>
                  </a:lnTo>
                  <a:lnTo>
                    <a:pt x="9" y="78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8" y="84"/>
                  </a:lnTo>
                  <a:lnTo>
                    <a:pt x="8" y="84"/>
                  </a:lnTo>
                  <a:lnTo>
                    <a:pt x="8" y="84"/>
                  </a:lnTo>
                  <a:lnTo>
                    <a:pt x="6" y="84"/>
                  </a:lnTo>
                  <a:lnTo>
                    <a:pt x="6" y="86"/>
                  </a:lnTo>
                  <a:lnTo>
                    <a:pt x="4" y="88"/>
                  </a:lnTo>
                  <a:lnTo>
                    <a:pt x="4" y="88"/>
                  </a:lnTo>
                  <a:lnTo>
                    <a:pt x="4" y="90"/>
                  </a:lnTo>
                  <a:lnTo>
                    <a:pt x="2" y="90"/>
                  </a:lnTo>
                  <a:lnTo>
                    <a:pt x="2" y="94"/>
                  </a:lnTo>
                  <a:lnTo>
                    <a:pt x="2" y="96"/>
                  </a:lnTo>
                  <a:lnTo>
                    <a:pt x="2" y="97"/>
                  </a:lnTo>
                  <a:lnTo>
                    <a:pt x="2" y="97"/>
                  </a:lnTo>
                  <a:lnTo>
                    <a:pt x="2" y="97"/>
                  </a:lnTo>
                  <a:lnTo>
                    <a:pt x="4" y="96"/>
                  </a:lnTo>
                  <a:lnTo>
                    <a:pt x="4" y="97"/>
                  </a:lnTo>
                  <a:lnTo>
                    <a:pt x="4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8" y="105"/>
                  </a:lnTo>
                  <a:lnTo>
                    <a:pt x="8" y="105"/>
                  </a:lnTo>
                  <a:lnTo>
                    <a:pt x="9" y="105"/>
                  </a:lnTo>
                  <a:lnTo>
                    <a:pt x="11" y="105"/>
                  </a:lnTo>
                  <a:lnTo>
                    <a:pt x="11" y="107"/>
                  </a:lnTo>
                  <a:lnTo>
                    <a:pt x="9" y="107"/>
                  </a:lnTo>
                  <a:lnTo>
                    <a:pt x="9" y="107"/>
                  </a:lnTo>
                  <a:lnTo>
                    <a:pt x="8" y="109"/>
                  </a:lnTo>
                  <a:lnTo>
                    <a:pt x="6" y="107"/>
                  </a:lnTo>
                  <a:lnTo>
                    <a:pt x="6" y="107"/>
                  </a:lnTo>
                  <a:lnTo>
                    <a:pt x="4" y="107"/>
                  </a:lnTo>
                  <a:lnTo>
                    <a:pt x="4" y="109"/>
                  </a:lnTo>
                  <a:lnTo>
                    <a:pt x="4" y="109"/>
                  </a:lnTo>
                  <a:lnTo>
                    <a:pt x="2" y="109"/>
                  </a:lnTo>
                  <a:lnTo>
                    <a:pt x="2" y="111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2" y="115"/>
                  </a:lnTo>
                  <a:lnTo>
                    <a:pt x="8" y="115"/>
                  </a:lnTo>
                  <a:lnTo>
                    <a:pt x="13" y="115"/>
                  </a:lnTo>
                  <a:lnTo>
                    <a:pt x="15" y="115"/>
                  </a:lnTo>
                  <a:lnTo>
                    <a:pt x="15" y="115"/>
                  </a:lnTo>
                  <a:lnTo>
                    <a:pt x="17" y="115"/>
                  </a:lnTo>
                  <a:lnTo>
                    <a:pt x="17" y="113"/>
                  </a:lnTo>
                  <a:lnTo>
                    <a:pt x="19" y="113"/>
                  </a:lnTo>
                  <a:lnTo>
                    <a:pt x="19" y="113"/>
                  </a:lnTo>
                  <a:lnTo>
                    <a:pt x="19" y="111"/>
                  </a:lnTo>
                  <a:lnTo>
                    <a:pt x="17" y="111"/>
                  </a:lnTo>
                  <a:lnTo>
                    <a:pt x="25" y="103"/>
                  </a:lnTo>
                  <a:lnTo>
                    <a:pt x="25" y="101"/>
                  </a:lnTo>
                  <a:lnTo>
                    <a:pt x="27" y="101"/>
                  </a:lnTo>
                  <a:lnTo>
                    <a:pt x="30" y="99"/>
                  </a:lnTo>
                  <a:lnTo>
                    <a:pt x="32" y="99"/>
                  </a:lnTo>
                  <a:lnTo>
                    <a:pt x="34" y="97"/>
                  </a:lnTo>
                  <a:lnTo>
                    <a:pt x="36" y="97"/>
                  </a:lnTo>
                  <a:lnTo>
                    <a:pt x="38" y="96"/>
                  </a:lnTo>
                  <a:lnTo>
                    <a:pt x="40" y="96"/>
                  </a:lnTo>
                  <a:lnTo>
                    <a:pt x="42" y="96"/>
                  </a:lnTo>
                  <a:lnTo>
                    <a:pt x="42" y="94"/>
                  </a:lnTo>
                  <a:lnTo>
                    <a:pt x="44" y="90"/>
                  </a:lnTo>
                  <a:lnTo>
                    <a:pt x="44" y="90"/>
                  </a:lnTo>
                  <a:lnTo>
                    <a:pt x="46" y="90"/>
                  </a:lnTo>
                  <a:lnTo>
                    <a:pt x="49" y="90"/>
                  </a:lnTo>
                  <a:lnTo>
                    <a:pt x="51" y="90"/>
                  </a:lnTo>
                  <a:lnTo>
                    <a:pt x="55" y="88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1" y="84"/>
                  </a:lnTo>
                  <a:lnTo>
                    <a:pt x="61" y="86"/>
                  </a:lnTo>
                  <a:lnTo>
                    <a:pt x="57" y="90"/>
                  </a:lnTo>
                  <a:lnTo>
                    <a:pt x="55" y="90"/>
                  </a:lnTo>
                  <a:lnTo>
                    <a:pt x="55" y="90"/>
                  </a:lnTo>
                  <a:lnTo>
                    <a:pt x="53" y="92"/>
                  </a:lnTo>
                  <a:lnTo>
                    <a:pt x="51" y="92"/>
                  </a:lnTo>
                  <a:lnTo>
                    <a:pt x="49" y="92"/>
                  </a:lnTo>
                  <a:lnTo>
                    <a:pt x="48" y="92"/>
                  </a:lnTo>
                  <a:lnTo>
                    <a:pt x="46" y="94"/>
                  </a:lnTo>
                  <a:lnTo>
                    <a:pt x="46" y="97"/>
                  </a:lnTo>
                  <a:lnTo>
                    <a:pt x="42" y="97"/>
                  </a:lnTo>
                  <a:lnTo>
                    <a:pt x="40" y="99"/>
                  </a:lnTo>
                  <a:lnTo>
                    <a:pt x="38" y="103"/>
                  </a:lnTo>
                  <a:lnTo>
                    <a:pt x="36" y="105"/>
                  </a:lnTo>
                  <a:lnTo>
                    <a:pt x="36" y="105"/>
                  </a:lnTo>
                  <a:lnTo>
                    <a:pt x="34" y="105"/>
                  </a:lnTo>
                  <a:lnTo>
                    <a:pt x="32" y="105"/>
                  </a:lnTo>
                  <a:lnTo>
                    <a:pt x="30" y="107"/>
                  </a:lnTo>
                  <a:lnTo>
                    <a:pt x="28" y="107"/>
                  </a:lnTo>
                  <a:lnTo>
                    <a:pt x="28" y="107"/>
                  </a:lnTo>
                  <a:lnTo>
                    <a:pt x="28" y="109"/>
                  </a:lnTo>
                  <a:lnTo>
                    <a:pt x="30" y="109"/>
                  </a:lnTo>
                  <a:lnTo>
                    <a:pt x="30" y="109"/>
                  </a:lnTo>
                  <a:lnTo>
                    <a:pt x="32" y="109"/>
                  </a:lnTo>
                  <a:lnTo>
                    <a:pt x="30" y="111"/>
                  </a:lnTo>
                  <a:lnTo>
                    <a:pt x="30" y="111"/>
                  </a:lnTo>
                  <a:lnTo>
                    <a:pt x="25" y="111"/>
                  </a:lnTo>
                  <a:lnTo>
                    <a:pt x="23" y="111"/>
                  </a:lnTo>
                  <a:lnTo>
                    <a:pt x="23" y="113"/>
                  </a:lnTo>
                  <a:lnTo>
                    <a:pt x="25" y="118"/>
                  </a:lnTo>
                  <a:lnTo>
                    <a:pt x="23" y="122"/>
                  </a:lnTo>
                  <a:lnTo>
                    <a:pt x="25" y="124"/>
                  </a:lnTo>
                  <a:lnTo>
                    <a:pt x="27" y="124"/>
                  </a:lnTo>
                  <a:lnTo>
                    <a:pt x="27" y="122"/>
                  </a:lnTo>
                  <a:lnTo>
                    <a:pt x="27" y="122"/>
                  </a:lnTo>
                  <a:lnTo>
                    <a:pt x="27" y="120"/>
                  </a:lnTo>
                  <a:lnTo>
                    <a:pt x="27" y="118"/>
                  </a:lnTo>
                  <a:lnTo>
                    <a:pt x="27" y="118"/>
                  </a:lnTo>
                  <a:lnTo>
                    <a:pt x="28" y="120"/>
                  </a:lnTo>
                  <a:lnTo>
                    <a:pt x="28" y="120"/>
                  </a:lnTo>
                  <a:lnTo>
                    <a:pt x="28" y="122"/>
                  </a:lnTo>
                  <a:lnTo>
                    <a:pt x="30" y="120"/>
                  </a:lnTo>
                  <a:lnTo>
                    <a:pt x="30" y="120"/>
                  </a:lnTo>
                  <a:lnTo>
                    <a:pt x="30" y="122"/>
                  </a:lnTo>
                  <a:lnTo>
                    <a:pt x="28" y="122"/>
                  </a:lnTo>
                  <a:lnTo>
                    <a:pt x="27" y="124"/>
                  </a:lnTo>
                  <a:lnTo>
                    <a:pt x="27" y="126"/>
                  </a:lnTo>
                  <a:lnTo>
                    <a:pt x="25" y="128"/>
                  </a:lnTo>
                  <a:lnTo>
                    <a:pt x="27" y="130"/>
                  </a:lnTo>
                  <a:lnTo>
                    <a:pt x="27" y="130"/>
                  </a:lnTo>
                  <a:lnTo>
                    <a:pt x="28" y="130"/>
                  </a:lnTo>
                  <a:lnTo>
                    <a:pt x="28" y="128"/>
                  </a:lnTo>
                  <a:lnTo>
                    <a:pt x="28" y="130"/>
                  </a:lnTo>
                  <a:lnTo>
                    <a:pt x="28" y="132"/>
                  </a:lnTo>
                  <a:lnTo>
                    <a:pt x="28" y="132"/>
                  </a:lnTo>
                  <a:lnTo>
                    <a:pt x="30" y="134"/>
                  </a:lnTo>
                  <a:lnTo>
                    <a:pt x="30" y="132"/>
                  </a:lnTo>
                  <a:lnTo>
                    <a:pt x="32" y="132"/>
                  </a:lnTo>
                  <a:lnTo>
                    <a:pt x="32" y="132"/>
                  </a:lnTo>
                  <a:lnTo>
                    <a:pt x="34" y="132"/>
                  </a:lnTo>
                  <a:lnTo>
                    <a:pt x="34" y="132"/>
                  </a:lnTo>
                  <a:lnTo>
                    <a:pt x="34" y="130"/>
                  </a:lnTo>
                  <a:lnTo>
                    <a:pt x="36" y="132"/>
                  </a:lnTo>
                  <a:lnTo>
                    <a:pt x="36" y="132"/>
                  </a:lnTo>
                  <a:lnTo>
                    <a:pt x="34" y="132"/>
                  </a:lnTo>
                  <a:lnTo>
                    <a:pt x="34" y="132"/>
                  </a:lnTo>
                  <a:lnTo>
                    <a:pt x="34" y="134"/>
                  </a:lnTo>
                  <a:lnTo>
                    <a:pt x="34" y="134"/>
                  </a:lnTo>
                  <a:lnTo>
                    <a:pt x="34" y="135"/>
                  </a:lnTo>
                  <a:lnTo>
                    <a:pt x="34" y="135"/>
                  </a:lnTo>
                  <a:lnTo>
                    <a:pt x="34" y="137"/>
                  </a:lnTo>
                  <a:lnTo>
                    <a:pt x="36" y="137"/>
                  </a:lnTo>
                  <a:lnTo>
                    <a:pt x="36" y="137"/>
                  </a:lnTo>
                  <a:lnTo>
                    <a:pt x="36" y="137"/>
                  </a:lnTo>
                  <a:lnTo>
                    <a:pt x="38" y="137"/>
                  </a:lnTo>
                  <a:lnTo>
                    <a:pt x="38" y="137"/>
                  </a:lnTo>
                  <a:lnTo>
                    <a:pt x="38" y="137"/>
                  </a:lnTo>
                  <a:lnTo>
                    <a:pt x="38" y="137"/>
                  </a:lnTo>
                  <a:lnTo>
                    <a:pt x="38" y="139"/>
                  </a:lnTo>
                  <a:lnTo>
                    <a:pt x="40" y="139"/>
                  </a:lnTo>
                  <a:lnTo>
                    <a:pt x="40" y="139"/>
                  </a:lnTo>
                  <a:lnTo>
                    <a:pt x="42" y="139"/>
                  </a:lnTo>
                  <a:lnTo>
                    <a:pt x="42" y="141"/>
                  </a:lnTo>
                  <a:lnTo>
                    <a:pt x="42" y="141"/>
                  </a:lnTo>
                  <a:lnTo>
                    <a:pt x="38" y="141"/>
                  </a:lnTo>
                  <a:lnTo>
                    <a:pt x="38" y="141"/>
                  </a:lnTo>
                  <a:lnTo>
                    <a:pt x="36" y="145"/>
                  </a:lnTo>
                  <a:lnTo>
                    <a:pt x="36" y="147"/>
                  </a:lnTo>
                  <a:lnTo>
                    <a:pt x="40" y="147"/>
                  </a:lnTo>
                  <a:lnTo>
                    <a:pt x="42" y="147"/>
                  </a:lnTo>
                  <a:lnTo>
                    <a:pt x="44" y="147"/>
                  </a:lnTo>
                  <a:lnTo>
                    <a:pt x="44" y="147"/>
                  </a:lnTo>
                  <a:lnTo>
                    <a:pt x="44" y="149"/>
                  </a:lnTo>
                  <a:lnTo>
                    <a:pt x="42" y="151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42" y="151"/>
                  </a:lnTo>
                  <a:lnTo>
                    <a:pt x="42" y="153"/>
                  </a:lnTo>
                  <a:lnTo>
                    <a:pt x="44" y="154"/>
                  </a:lnTo>
                  <a:lnTo>
                    <a:pt x="46" y="154"/>
                  </a:lnTo>
                  <a:lnTo>
                    <a:pt x="46" y="156"/>
                  </a:lnTo>
                  <a:lnTo>
                    <a:pt x="46" y="156"/>
                  </a:lnTo>
                  <a:lnTo>
                    <a:pt x="46" y="158"/>
                  </a:lnTo>
                  <a:lnTo>
                    <a:pt x="48" y="158"/>
                  </a:lnTo>
                  <a:lnTo>
                    <a:pt x="49" y="160"/>
                  </a:lnTo>
                  <a:lnTo>
                    <a:pt x="67" y="172"/>
                  </a:lnTo>
                  <a:lnTo>
                    <a:pt x="82" y="179"/>
                  </a:lnTo>
                  <a:lnTo>
                    <a:pt x="91" y="185"/>
                  </a:lnTo>
                  <a:lnTo>
                    <a:pt x="97" y="189"/>
                  </a:lnTo>
                  <a:lnTo>
                    <a:pt x="101" y="189"/>
                  </a:lnTo>
                  <a:lnTo>
                    <a:pt x="110" y="191"/>
                  </a:lnTo>
                  <a:lnTo>
                    <a:pt x="112" y="191"/>
                  </a:lnTo>
                  <a:lnTo>
                    <a:pt x="116" y="193"/>
                  </a:lnTo>
                  <a:lnTo>
                    <a:pt x="118" y="193"/>
                  </a:lnTo>
                  <a:lnTo>
                    <a:pt x="122" y="194"/>
                  </a:lnTo>
                  <a:lnTo>
                    <a:pt x="122" y="194"/>
                  </a:lnTo>
                  <a:lnTo>
                    <a:pt x="124" y="194"/>
                  </a:lnTo>
                  <a:lnTo>
                    <a:pt x="124" y="194"/>
                  </a:lnTo>
                  <a:lnTo>
                    <a:pt x="124" y="194"/>
                  </a:lnTo>
                  <a:lnTo>
                    <a:pt x="126" y="194"/>
                  </a:lnTo>
                  <a:lnTo>
                    <a:pt x="129" y="194"/>
                  </a:lnTo>
                  <a:lnTo>
                    <a:pt x="129" y="196"/>
                  </a:lnTo>
                  <a:lnTo>
                    <a:pt x="131" y="196"/>
                  </a:lnTo>
                  <a:lnTo>
                    <a:pt x="133" y="196"/>
                  </a:lnTo>
                  <a:lnTo>
                    <a:pt x="139" y="198"/>
                  </a:lnTo>
                  <a:lnTo>
                    <a:pt x="143" y="198"/>
                  </a:lnTo>
                  <a:lnTo>
                    <a:pt x="145" y="198"/>
                  </a:lnTo>
                  <a:lnTo>
                    <a:pt x="145" y="198"/>
                  </a:lnTo>
                  <a:lnTo>
                    <a:pt x="149" y="193"/>
                  </a:lnTo>
                  <a:lnTo>
                    <a:pt x="150" y="191"/>
                  </a:lnTo>
                  <a:lnTo>
                    <a:pt x="152" y="189"/>
                  </a:lnTo>
                  <a:lnTo>
                    <a:pt x="156" y="187"/>
                  </a:lnTo>
                  <a:lnTo>
                    <a:pt x="156" y="187"/>
                  </a:lnTo>
                  <a:lnTo>
                    <a:pt x="160" y="187"/>
                  </a:lnTo>
                  <a:lnTo>
                    <a:pt x="166" y="185"/>
                  </a:lnTo>
                  <a:lnTo>
                    <a:pt x="170" y="185"/>
                  </a:lnTo>
                  <a:lnTo>
                    <a:pt x="177" y="181"/>
                  </a:lnTo>
                  <a:lnTo>
                    <a:pt x="181" y="181"/>
                  </a:lnTo>
                  <a:lnTo>
                    <a:pt x="183" y="181"/>
                  </a:lnTo>
                  <a:lnTo>
                    <a:pt x="183" y="179"/>
                  </a:lnTo>
                  <a:lnTo>
                    <a:pt x="181" y="177"/>
                  </a:lnTo>
                  <a:lnTo>
                    <a:pt x="181" y="177"/>
                  </a:lnTo>
                  <a:lnTo>
                    <a:pt x="183" y="173"/>
                  </a:lnTo>
                  <a:lnTo>
                    <a:pt x="183" y="175"/>
                  </a:lnTo>
                  <a:lnTo>
                    <a:pt x="183" y="175"/>
                  </a:lnTo>
                  <a:lnTo>
                    <a:pt x="183" y="177"/>
                  </a:lnTo>
                  <a:lnTo>
                    <a:pt x="183" y="177"/>
                  </a:lnTo>
                  <a:lnTo>
                    <a:pt x="185" y="177"/>
                  </a:lnTo>
                  <a:lnTo>
                    <a:pt x="185" y="177"/>
                  </a:lnTo>
                  <a:lnTo>
                    <a:pt x="185" y="177"/>
                  </a:lnTo>
                  <a:lnTo>
                    <a:pt x="185" y="177"/>
                  </a:lnTo>
                  <a:lnTo>
                    <a:pt x="185" y="179"/>
                  </a:lnTo>
                  <a:lnTo>
                    <a:pt x="187" y="179"/>
                  </a:lnTo>
                  <a:lnTo>
                    <a:pt x="187" y="177"/>
                  </a:lnTo>
                  <a:lnTo>
                    <a:pt x="187" y="177"/>
                  </a:lnTo>
                  <a:lnTo>
                    <a:pt x="189" y="177"/>
                  </a:lnTo>
                  <a:lnTo>
                    <a:pt x="190" y="177"/>
                  </a:lnTo>
                  <a:lnTo>
                    <a:pt x="192" y="175"/>
                  </a:lnTo>
                  <a:lnTo>
                    <a:pt x="192" y="173"/>
                  </a:lnTo>
                  <a:lnTo>
                    <a:pt x="194" y="175"/>
                  </a:lnTo>
                  <a:lnTo>
                    <a:pt x="194" y="175"/>
                  </a:lnTo>
                  <a:lnTo>
                    <a:pt x="196" y="177"/>
                  </a:lnTo>
                  <a:lnTo>
                    <a:pt x="198" y="177"/>
                  </a:lnTo>
                  <a:lnTo>
                    <a:pt x="198" y="177"/>
                  </a:lnTo>
                  <a:lnTo>
                    <a:pt x="198" y="179"/>
                  </a:lnTo>
                  <a:lnTo>
                    <a:pt x="198" y="179"/>
                  </a:lnTo>
                  <a:lnTo>
                    <a:pt x="200" y="179"/>
                  </a:lnTo>
                  <a:lnTo>
                    <a:pt x="200" y="179"/>
                  </a:lnTo>
                  <a:lnTo>
                    <a:pt x="200" y="179"/>
                  </a:lnTo>
                  <a:lnTo>
                    <a:pt x="200" y="179"/>
                  </a:lnTo>
                  <a:lnTo>
                    <a:pt x="202" y="179"/>
                  </a:lnTo>
                  <a:lnTo>
                    <a:pt x="202" y="179"/>
                  </a:lnTo>
                  <a:lnTo>
                    <a:pt x="202" y="179"/>
                  </a:lnTo>
                  <a:lnTo>
                    <a:pt x="202" y="181"/>
                  </a:lnTo>
                  <a:lnTo>
                    <a:pt x="204" y="179"/>
                  </a:lnTo>
                  <a:lnTo>
                    <a:pt x="204" y="179"/>
                  </a:lnTo>
                  <a:lnTo>
                    <a:pt x="204" y="179"/>
                  </a:lnTo>
                  <a:lnTo>
                    <a:pt x="206" y="179"/>
                  </a:lnTo>
                  <a:lnTo>
                    <a:pt x="208" y="179"/>
                  </a:lnTo>
                  <a:lnTo>
                    <a:pt x="208" y="179"/>
                  </a:lnTo>
                  <a:lnTo>
                    <a:pt x="208" y="177"/>
                  </a:lnTo>
                  <a:lnTo>
                    <a:pt x="208" y="177"/>
                  </a:lnTo>
                  <a:lnTo>
                    <a:pt x="208" y="175"/>
                  </a:lnTo>
                  <a:lnTo>
                    <a:pt x="208" y="173"/>
                  </a:lnTo>
                  <a:lnTo>
                    <a:pt x="208" y="173"/>
                  </a:lnTo>
                  <a:lnTo>
                    <a:pt x="208" y="172"/>
                  </a:lnTo>
                  <a:lnTo>
                    <a:pt x="208" y="170"/>
                  </a:lnTo>
                  <a:lnTo>
                    <a:pt x="208" y="170"/>
                  </a:lnTo>
                  <a:lnTo>
                    <a:pt x="208" y="168"/>
                  </a:lnTo>
                  <a:lnTo>
                    <a:pt x="208" y="166"/>
                  </a:lnTo>
                  <a:lnTo>
                    <a:pt x="208" y="164"/>
                  </a:lnTo>
                  <a:lnTo>
                    <a:pt x="211" y="162"/>
                  </a:lnTo>
                  <a:lnTo>
                    <a:pt x="213" y="162"/>
                  </a:lnTo>
                  <a:lnTo>
                    <a:pt x="213" y="160"/>
                  </a:lnTo>
                  <a:lnTo>
                    <a:pt x="215" y="160"/>
                  </a:lnTo>
                  <a:lnTo>
                    <a:pt x="217" y="162"/>
                  </a:lnTo>
                  <a:lnTo>
                    <a:pt x="219" y="164"/>
                  </a:lnTo>
                  <a:lnTo>
                    <a:pt x="219" y="166"/>
                  </a:lnTo>
                  <a:lnTo>
                    <a:pt x="219" y="168"/>
                  </a:lnTo>
                  <a:lnTo>
                    <a:pt x="219" y="172"/>
                  </a:lnTo>
                  <a:lnTo>
                    <a:pt x="219" y="173"/>
                  </a:lnTo>
                  <a:lnTo>
                    <a:pt x="217" y="173"/>
                  </a:lnTo>
                  <a:lnTo>
                    <a:pt x="217" y="175"/>
                  </a:lnTo>
                  <a:lnTo>
                    <a:pt x="217" y="177"/>
                  </a:lnTo>
                  <a:lnTo>
                    <a:pt x="215" y="177"/>
                  </a:lnTo>
                  <a:lnTo>
                    <a:pt x="215" y="177"/>
                  </a:lnTo>
                  <a:lnTo>
                    <a:pt x="213" y="177"/>
                  </a:lnTo>
                  <a:lnTo>
                    <a:pt x="213" y="177"/>
                  </a:lnTo>
                  <a:lnTo>
                    <a:pt x="211" y="177"/>
                  </a:lnTo>
                  <a:lnTo>
                    <a:pt x="208" y="181"/>
                  </a:lnTo>
                  <a:lnTo>
                    <a:pt x="206" y="183"/>
                  </a:lnTo>
                  <a:lnTo>
                    <a:pt x="206" y="183"/>
                  </a:lnTo>
                  <a:lnTo>
                    <a:pt x="202" y="189"/>
                  </a:lnTo>
                  <a:lnTo>
                    <a:pt x="200" y="191"/>
                  </a:lnTo>
                  <a:lnTo>
                    <a:pt x="200" y="191"/>
                  </a:lnTo>
                  <a:lnTo>
                    <a:pt x="200" y="193"/>
                  </a:lnTo>
                  <a:lnTo>
                    <a:pt x="200" y="194"/>
                  </a:lnTo>
                  <a:lnTo>
                    <a:pt x="200" y="196"/>
                  </a:lnTo>
                  <a:lnTo>
                    <a:pt x="196" y="202"/>
                  </a:lnTo>
                  <a:lnTo>
                    <a:pt x="192" y="208"/>
                  </a:lnTo>
                  <a:lnTo>
                    <a:pt x="190" y="212"/>
                  </a:lnTo>
                  <a:lnTo>
                    <a:pt x="189" y="215"/>
                  </a:lnTo>
                  <a:lnTo>
                    <a:pt x="187" y="217"/>
                  </a:lnTo>
                  <a:lnTo>
                    <a:pt x="185" y="219"/>
                  </a:lnTo>
                  <a:lnTo>
                    <a:pt x="175" y="217"/>
                  </a:lnTo>
                  <a:lnTo>
                    <a:pt x="173" y="217"/>
                  </a:lnTo>
                  <a:lnTo>
                    <a:pt x="171" y="219"/>
                  </a:lnTo>
                  <a:lnTo>
                    <a:pt x="170" y="219"/>
                  </a:lnTo>
                  <a:lnTo>
                    <a:pt x="168" y="219"/>
                  </a:lnTo>
                  <a:lnTo>
                    <a:pt x="168" y="219"/>
                  </a:lnTo>
                  <a:lnTo>
                    <a:pt x="168" y="219"/>
                  </a:lnTo>
                  <a:lnTo>
                    <a:pt x="162" y="225"/>
                  </a:lnTo>
                  <a:lnTo>
                    <a:pt x="160" y="227"/>
                  </a:lnTo>
                  <a:lnTo>
                    <a:pt x="158" y="227"/>
                  </a:lnTo>
                  <a:lnTo>
                    <a:pt x="156" y="227"/>
                  </a:lnTo>
                  <a:lnTo>
                    <a:pt x="156" y="227"/>
                  </a:lnTo>
                  <a:lnTo>
                    <a:pt x="156" y="227"/>
                  </a:lnTo>
                  <a:lnTo>
                    <a:pt x="154" y="229"/>
                  </a:lnTo>
                  <a:lnTo>
                    <a:pt x="154" y="229"/>
                  </a:lnTo>
                  <a:lnTo>
                    <a:pt x="154" y="231"/>
                  </a:lnTo>
                  <a:lnTo>
                    <a:pt x="152" y="231"/>
                  </a:lnTo>
                  <a:lnTo>
                    <a:pt x="152" y="231"/>
                  </a:lnTo>
                  <a:lnTo>
                    <a:pt x="150" y="231"/>
                  </a:lnTo>
                  <a:lnTo>
                    <a:pt x="147" y="227"/>
                  </a:lnTo>
                  <a:lnTo>
                    <a:pt x="147" y="225"/>
                  </a:lnTo>
                  <a:lnTo>
                    <a:pt x="145" y="227"/>
                  </a:lnTo>
                  <a:lnTo>
                    <a:pt x="143" y="231"/>
                  </a:lnTo>
                  <a:lnTo>
                    <a:pt x="143" y="232"/>
                  </a:lnTo>
                  <a:lnTo>
                    <a:pt x="143" y="232"/>
                  </a:lnTo>
                  <a:lnTo>
                    <a:pt x="141" y="232"/>
                  </a:lnTo>
                  <a:lnTo>
                    <a:pt x="141" y="232"/>
                  </a:lnTo>
                  <a:lnTo>
                    <a:pt x="141" y="232"/>
                  </a:lnTo>
                  <a:lnTo>
                    <a:pt x="139" y="232"/>
                  </a:lnTo>
                  <a:lnTo>
                    <a:pt x="139" y="232"/>
                  </a:lnTo>
                  <a:lnTo>
                    <a:pt x="139" y="234"/>
                  </a:lnTo>
                  <a:lnTo>
                    <a:pt x="139" y="234"/>
                  </a:lnTo>
                  <a:lnTo>
                    <a:pt x="137" y="234"/>
                  </a:lnTo>
                  <a:lnTo>
                    <a:pt x="137" y="236"/>
                  </a:lnTo>
                  <a:lnTo>
                    <a:pt x="137" y="234"/>
                  </a:lnTo>
                  <a:lnTo>
                    <a:pt x="135" y="236"/>
                  </a:lnTo>
                  <a:lnTo>
                    <a:pt x="135" y="236"/>
                  </a:lnTo>
                  <a:lnTo>
                    <a:pt x="135" y="238"/>
                  </a:lnTo>
                  <a:lnTo>
                    <a:pt x="133" y="236"/>
                  </a:lnTo>
                  <a:lnTo>
                    <a:pt x="131" y="236"/>
                  </a:lnTo>
                  <a:lnTo>
                    <a:pt x="129" y="236"/>
                  </a:lnTo>
                  <a:lnTo>
                    <a:pt x="129" y="234"/>
                  </a:lnTo>
                  <a:lnTo>
                    <a:pt x="129" y="232"/>
                  </a:lnTo>
                  <a:lnTo>
                    <a:pt x="129" y="229"/>
                  </a:lnTo>
                  <a:lnTo>
                    <a:pt x="128" y="229"/>
                  </a:lnTo>
                  <a:lnTo>
                    <a:pt x="128" y="229"/>
                  </a:lnTo>
                  <a:lnTo>
                    <a:pt x="126" y="229"/>
                  </a:lnTo>
                  <a:lnTo>
                    <a:pt x="126" y="229"/>
                  </a:lnTo>
                  <a:lnTo>
                    <a:pt x="126" y="231"/>
                  </a:lnTo>
                  <a:lnTo>
                    <a:pt x="126" y="232"/>
                  </a:lnTo>
                  <a:lnTo>
                    <a:pt x="126" y="232"/>
                  </a:lnTo>
                  <a:lnTo>
                    <a:pt x="128" y="234"/>
                  </a:lnTo>
                  <a:lnTo>
                    <a:pt x="126" y="236"/>
                  </a:lnTo>
                  <a:lnTo>
                    <a:pt x="126" y="236"/>
                  </a:lnTo>
                  <a:lnTo>
                    <a:pt x="126" y="236"/>
                  </a:lnTo>
                  <a:lnTo>
                    <a:pt x="124" y="236"/>
                  </a:lnTo>
                  <a:lnTo>
                    <a:pt x="124" y="236"/>
                  </a:lnTo>
                  <a:lnTo>
                    <a:pt x="124" y="238"/>
                  </a:lnTo>
                  <a:lnTo>
                    <a:pt x="122" y="238"/>
                  </a:lnTo>
                  <a:lnTo>
                    <a:pt x="122" y="240"/>
                  </a:lnTo>
                  <a:lnTo>
                    <a:pt x="118" y="240"/>
                  </a:lnTo>
                  <a:lnTo>
                    <a:pt x="112" y="240"/>
                  </a:lnTo>
                  <a:lnTo>
                    <a:pt x="110" y="240"/>
                  </a:lnTo>
                  <a:lnTo>
                    <a:pt x="109" y="242"/>
                  </a:lnTo>
                  <a:lnTo>
                    <a:pt x="105" y="244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95" y="244"/>
                  </a:lnTo>
                  <a:lnTo>
                    <a:pt x="95" y="242"/>
                  </a:lnTo>
                  <a:lnTo>
                    <a:pt x="93" y="240"/>
                  </a:lnTo>
                  <a:lnTo>
                    <a:pt x="95" y="238"/>
                  </a:lnTo>
                  <a:lnTo>
                    <a:pt x="95" y="236"/>
                  </a:lnTo>
                  <a:lnTo>
                    <a:pt x="97" y="234"/>
                  </a:lnTo>
                  <a:lnTo>
                    <a:pt x="97" y="232"/>
                  </a:lnTo>
                  <a:lnTo>
                    <a:pt x="95" y="231"/>
                  </a:lnTo>
                  <a:lnTo>
                    <a:pt x="95" y="231"/>
                  </a:lnTo>
                  <a:lnTo>
                    <a:pt x="93" y="231"/>
                  </a:lnTo>
                  <a:lnTo>
                    <a:pt x="93" y="232"/>
                  </a:lnTo>
                  <a:lnTo>
                    <a:pt x="91" y="232"/>
                  </a:lnTo>
                  <a:lnTo>
                    <a:pt x="91" y="232"/>
                  </a:lnTo>
                  <a:lnTo>
                    <a:pt x="91" y="232"/>
                  </a:lnTo>
                  <a:lnTo>
                    <a:pt x="89" y="232"/>
                  </a:lnTo>
                  <a:lnTo>
                    <a:pt x="89" y="232"/>
                  </a:lnTo>
                  <a:lnTo>
                    <a:pt x="88" y="234"/>
                  </a:lnTo>
                  <a:lnTo>
                    <a:pt x="86" y="234"/>
                  </a:lnTo>
                  <a:lnTo>
                    <a:pt x="86" y="232"/>
                  </a:lnTo>
                  <a:lnTo>
                    <a:pt x="84" y="232"/>
                  </a:lnTo>
                  <a:lnTo>
                    <a:pt x="82" y="231"/>
                  </a:lnTo>
                  <a:lnTo>
                    <a:pt x="84" y="229"/>
                  </a:lnTo>
                  <a:lnTo>
                    <a:pt x="86" y="229"/>
                  </a:lnTo>
                  <a:lnTo>
                    <a:pt x="86" y="227"/>
                  </a:lnTo>
                  <a:lnTo>
                    <a:pt x="86" y="227"/>
                  </a:lnTo>
                  <a:lnTo>
                    <a:pt x="86" y="225"/>
                  </a:lnTo>
                  <a:lnTo>
                    <a:pt x="86" y="225"/>
                  </a:lnTo>
                  <a:lnTo>
                    <a:pt x="82" y="227"/>
                  </a:lnTo>
                  <a:lnTo>
                    <a:pt x="80" y="229"/>
                  </a:lnTo>
                  <a:lnTo>
                    <a:pt x="78" y="231"/>
                  </a:lnTo>
                  <a:lnTo>
                    <a:pt x="76" y="231"/>
                  </a:lnTo>
                  <a:lnTo>
                    <a:pt x="76" y="232"/>
                  </a:lnTo>
                  <a:lnTo>
                    <a:pt x="76" y="234"/>
                  </a:lnTo>
                  <a:lnTo>
                    <a:pt x="74" y="236"/>
                  </a:lnTo>
                  <a:lnTo>
                    <a:pt x="74" y="238"/>
                  </a:lnTo>
                  <a:lnTo>
                    <a:pt x="74" y="240"/>
                  </a:lnTo>
                  <a:lnTo>
                    <a:pt x="72" y="242"/>
                  </a:lnTo>
                  <a:lnTo>
                    <a:pt x="72" y="244"/>
                  </a:lnTo>
                  <a:lnTo>
                    <a:pt x="74" y="246"/>
                  </a:lnTo>
                  <a:lnTo>
                    <a:pt x="76" y="250"/>
                  </a:lnTo>
                  <a:lnTo>
                    <a:pt x="78" y="253"/>
                  </a:lnTo>
                  <a:lnTo>
                    <a:pt x="80" y="255"/>
                  </a:lnTo>
                  <a:lnTo>
                    <a:pt x="82" y="257"/>
                  </a:lnTo>
                  <a:lnTo>
                    <a:pt x="88" y="263"/>
                  </a:lnTo>
                  <a:lnTo>
                    <a:pt x="88" y="265"/>
                  </a:lnTo>
                  <a:lnTo>
                    <a:pt x="89" y="267"/>
                  </a:lnTo>
                  <a:lnTo>
                    <a:pt x="91" y="269"/>
                  </a:lnTo>
                  <a:lnTo>
                    <a:pt x="97" y="274"/>
                  </a:lnTo>
                  <a:lnTo>
                    <a:pt x="97" y="276"/>
                  </a:lnTo>
                  <a:lnTo>
                    <a:pt x="101" y="278"/>
                  </a:lnTo>
                  <a:lnTo>
                    <a:pt x="109" y="288"/>
                  </a:lnTo>
                  <a:lnTo>
                    <a:pt x="110" y="288"/>
                  </a:lnTo>
                  <a:lnTo>
                    <a:pt x="112" y="288"/>
                  </a:lnTo>
                  <a:lnTo>
                    <a:pt x="114" y="286"/>
                  </a:lnTo>
                  <a:lnTo>
                    <a:pt x="114" y="288"/>
                  </a:lnTo>
                  <a:lnTo>
                    <a:pt x="114" y="290"/>
                  </a:lnTo>
                  <a:lnTo>
                    <a:pt x="114" y="291"/>
                  </a:lnTo>
                  <a:lnTo>
                    <a:pt x="118" y="295"/>
                  </a:lnTo>
                  <a:lnTo>
                    <a:pt x="120" y="297"/>
                  </a:lnTo>
                  <a:lnTo>
                    <a:pt x="122" y="297"/>
                  </a:lnTo>
                  <a:lnTo>
                    <a:pt x="124" y="301"/>
                  </a:lnTo>
                  <a:lnTo>
                    <a:pt x="126" y="303"/>
                  </a:lnTo>
                  <a:lnTo>
                    <a:pt x="129" y="307"/>
                  </a:lnTo>
                  <a:lnTo>
                    <a:pt x="131" y="309"/>
                  </a:lnTo>
                  <a:lnTo>
                    <a:pt x="137" y="310"/>
                  </a:lnTo>
                  <a:lnTo>
                    <a:pt x="149" y="324"/>
                  </a:lnTo>
                  <a:lnTo>
                    <a:pt x="150" y="326"/>
                  </a:lnTo>
                  <a:lnTo>
                    <a:pt x="150" y="326"/>
                  </a:lnTo>
                  <a:lnTo>
                    <a:pt x="152" y="326"/>
                  </a:lnTo>
                  <a:lnTo>
                    <a:pt x="154" y="329"/>
                  </a:lnTo>
                  <a:lnTo>
                    <a:pt x="156" y="333"/>
                  </a:lnTo>
                  <a:lnTo>
                    <a:pt x="162" y="341"/>
                  </a:lnTo>
                  <a:lnTo>
                    <a:pt x="168" y="345"/>
                  </a:lnTo>
                  <a:lnTo>
                    <a:pt x="168" y="347"/>
                  </a:lnTo>
                  <a:lnTo>
                    <a:pt x="168" y="347"/>
                  </a:lnTo>
                  <a:lnTo>
                    <a:pt x="175" y="358"/>
                  </a:lnTo>
                  <a:lnTo>
                    <a:pt x="185" y="364"/>
                  </a:lnTo>
                  <a:lnTo>
                    <a:pt x="194" y="373"/>
                  </a:lnTo>
                  <a:lnTo>
                    <a:pt x="198" y="377"/>
                  </a:lnTo>
                  <a:lnTo>
                    <a:pt x="202" y="379"/>
                  </a:lnTo>
                  <a:lnTo>
                    <a:pt x="208" y="381"/>
                  </a:lnTo>
                  <a:lnTo>
                    <a:pt x="210" y="383"/>
                  </a:lnTo>
                  <a:lnTo>
                    <a:pt x="211" y="387"/>
                  </a:lnTo>
                  <a:lnTo>
                    <a:pt x="213" y="387"/>
                  </a:lnTo>
                  <a:lnTo>
                    <a:pt x="215" y="388"/>
                  </a:lnTo>
                  <a:lnTo>
                    <a:pt x="221" y="390"/>
                  </a:lnTo>
                  <a:lnTo>
                    <a:pt x="234" y="398"/>
                  </a:lnTo>
                  <a:lnTo>
                    <a:pt x="238" y="400"/>
                  </a:lnTo>
                  <a:lnTo>
                    <a:pt x="238" y="400"/>
                  </a:lnTo>
                  <a:lnTo>
                    <a:pt x="240" y="400"/>
                  </a:lnTo>
                  <a:lnTo>
                    <a:pt x="242" y="400"/>
                  </a:lnTo>
                  <a:lnTo>
                    <a:pt x="242" y="400"/>
                  </a:lnTo>
                  <a:lnTo>
                    <a:pt x="244" y="400"/>
                  </a:lnTo>
                  <a:lnTo>
                    <a:pt x="244" y="402"/>
                  </a:lnTo>
                  <a:lnTo>
                    <a:pt x="246" y="402"/>
                  </a:lnTo>
                  <a:lnTo>
                    <a:pt x="248" y="402"/>
                  </a:lnTo>
                  <a:lnTo>
                    <a:pt x="261" y="402"/>
                  </a:lnTo>
                  <a:lnTo>
                    <a:pt x="261" y="400"/>
                  </a:lnTo>
                  <a:lnTo>
                    <a:pt x="261" y="400"/>
                  </a:lnTo>
                  <a:lnTo>
                    <a:pt x="261" y="398"/>
                  </a:lnTo>
                  <a:lnTo>
                    <a:pt x="261" y="398"/>
                  </a:lnTo>
                  <a:lnTo>
                    <a:pt x="263" y="398"/>
                  </a:lnTo>
                  <a:lnTo>
                    <a:pt x="263" y="398"/>
                  </a:lnTo>
                  <a:lnTo>
                    <a:pt x="263" y="398"/>
                  </a:lnTo>
                  <a:lnTo>
                    <a:pt x="263" y="398"/>
                  </a:lnTo>
                  <a:lnTo>
                    <a:pt x="265" y="398"/>
                  </a:lnTo>
                  <a:lnTo>
                    <a:pt x="267" y="398"/>
                  </a:lnTo>
                  <a:lnTo>
                    <a:pt x="269" y="398"/>
                  </a:lnTo>
                  <a:lnTo>
                    <a:pt x="270" y="398"/>
                  </a:lnTo>
                  <a:lnTo>
                    <a:pt x="270" y="396"/>
                  </a:lnTo>
                  <a:lnTo>
                    <a:pt x="272" y="396"/>
                  </a:lnTo>
                  <a:lnTo>
                    <a:pt x="272" y="396"/>
                  </a:lnTo>
                  <a:lnTo>
                    <a:pt x="274" y="396"/>
                  </a:lnTo>
                  <a:lnTo>
                    <a:pt x="276" y="396"/>
                  </a:lnTo>
                  <a:lnTo>
                    <a:pt x="291" y="387"/>
                  </a:lnTo>
                  <a:lnTo>
                    <a:pt x="297" y="387"/>
                  </a:lnTo>
                  <a:lnTo>
                    <a:pt x="305" y="383"/>
                  </a:lnTo>
                  <a:lnTo>
                    <a:pt x="307" y="383"/>
                  </a:lnTo>
                  <a:lnTo>
                    <a:pt x="309" y="381"/>
                  </a:lnTo>
                  <a:lnTo>
                    <a:pt x="309" y="379"/>
                  </a:lnTo>
                  <a:lnTo>
                    <a:pt x="312" y="375"/>
                  </a:lnTo>
                  <a:lnTo>
                    <a:pt x="314" y="375"/>
                  </a:lnTo>
                  <a:lnTo>
                    <a:pt x="316" y="375"/>
                  </a:lnTo>
                  <a:lnTo>
                    <a:pt x="314" y="375"/>
                  </a:lnTo>
                  <a:lnTo>
                    <a:pt x="314" y="375"/>
                  </a:lnTo>
                  <a:lnTo>
                    <a:pt x="314" y="377"/>
                  </a:lnTo>
                  <a:lnTo>
                    <a:pt x="316" y="377"/>
                  </a:lnTo>
                  <a:lnTo>
                    <a:pt x="322" y="373"/>
                  </a:lnTo>
                  <a:lnTo>
                    <a:pt x="326" y="371"/>
                  </a:lnTo>
                  <a:lnTo>
                    <a:pt x="330" y="369"/>
                  </a:lnTo>
                  <a:lnTo>
                    <a:pt x="330" y="369"/>
                  </a:lnTo>
                  <a:lnTo>
                    <a:pt x="331" y="369"/>
                  </a:lnTo>
                  <a:lnTo>
                    <a:pt x="333" y="369"/>
                  </a:lnTo>
                  <a:lnTo>
                    <a:pt x="335" y="367"/>
                  </a:lnTo>
                  <a:lnTo>
                    <a:pt x="337" y="366"/>
                  </a:lnTo>
                  <a:lnTo>
                    <a:pt x="349" y="360"/>
                  </a:lnTo>
                  <a:lnTo>
                    <a:pt x="352" y="360"/>
                  </a:lnTo>
                  <a:lnTo>
                    <a:pt x="354" y="358"/>
                  </a:lnTo>
                  <a:lnTo>
                    <a:pt x="360" y="356"/>
                  </a:lnTo>
                  <a:lnTo>
                    <a:pt x="362" y="354"/>
                  </a:lnTo>
                  <a:lnTo>
                    <a:pt x="362" y="354"/>
                  </a:lnTo>
                  <a:lnTo>
                    <a:pt x="362" y="354"/>
                  </a:lnTo>
                  <a:lnTo>
                    <a:pt x="364" y="354"/>
                  </a:lnTo>
                  <a:lnTo>
                    <a:pt x="364" y="354"/>
                  </a:lnTo>
                  <a:lnTo>
                    <a:pt x="366" y="352"/>
                  </a:lnTo>
                  <a:lnTo>
                    <a:pt x="366" y="350"/>
                  </a:lnTo>
                  <a:lnTo>
                    <a:pt x="364" y="348"/>
                  </a:lnTo>
                  <a:lnTo>
                    <a:pt x="364" y="347"/>
                  </a:lnTo>
                  <a:lnTo>
                    <a:pt x="364" y="347"/>
                  </a:lnTo>
                  <a:lnTo>
                    <a:pt x="364" y="347"/>
                  </a:lnTo>
                  <a:lnTo>
                    <a:pt x="364" y="345"/>
                  </a:lnTo>
                  <a:lnTo>
                    <a:pt x="364" y="345"/>
                  </a:lnTo>
                  <a:lnTo>
                    <a:pt x="366" y="343"/>
                  </a:lnTo>
                  <a:lnTo>
                    <a:pt x="366" y="343"/>
                  </a:lnTo>
                  <a:lnTo>
                    <a:pt x="366" y="343"/>
                  </a:lnTo>
                  <a:lnTo>
                    <a:pt x="366" y="341"/>
                  </a:lnTo>
                  <a:lnTo>
                    <a:pt x="366" y="341"/>
                  </a:lnTo>
                  <a:lnTo>
                    <a:pt x="370" y="337"/>
                  </a:lnTo>
                  <a:lnTo>
                    <a:pt x="370" y="335"/>
                  </a:lnTo>
                  <a:lnTo>
                    <a:pt x="371" y="333"/>
                  </a:lnTo>
                  <a:lnTo>
                    <a:pt x="375" y="328"/>
                  </a:lnTo>
                  <a:lnTo>
                    <a:pt x="377" y="324"/>
                  </a:lnTo>
                  <a:lnTo>
                    <a:pt x="381" y="312"/>
                  </a:lnTo>
                  <a:lnTo>
                    <a:pt x="381" y="312"/>
                  </a:lnTo>
                  <a:lnTo>
                    <a:pt x="383" y="312"/>
                  </a:lnTo>
                  <a:lnTo>
                    <a:pt x="383" y="310"/>
                  </a:lnTo>
                  <a:lnTo>
                    <a:pt x="383" y="310"/>
                  </a:lnTo>
                  <a:lnTo>
                    <a:pt x="383" y="309"/>
                  </a:lnTo>
                  <a:lnTo>
                    <a:pt x="383" y="309"/>
                  </a:lnTo>
                  <a:lnTo>
                    <a:pt x="383" y="307"/>
                  </a:lnTo>
                  <a:lnTo>
                    <a:pt x="383" y="307"/>
                  </a:lnTo>
                  <a:lnTo>
                    <a:pt x="381" y="307"/>
                  </a:lnTo>
                  <a:lnTo>
                    <a:pt x="381" y="305"/>
                  </a:lnTo>
                  <a:lnTo>
                    <a:pt x="381" y="305"/>
                  </a:lnTo>
                  <a:lnTo>
                    <a:pt x="379" y="303"/>
                  </a:lnTo>
                  <a:lnTo>
                    <a:pt x="379" y="305"/>
                  </a:lnTo>
                  <a:lnTo>
                    <a:pt x="377" y="303"/>
                  </a:lnTo>
                  <a:lnTo>
                    <a:pt x="377" y="303"/>
                  </a:lnTo>
                  <a:lnTo>
                    <a:pt x="375" y="303"/>
                  </a:lnTo>
                  <a:lnTo>
                    <a:pt x="375" y="303"/>
                  </a:lnTo>
                  <a:lnTo>
                    <a:pt x="375" y="301"/>
                  </a:lnTo>
                  <a:lnTo>
                    <a:pt x="373" y="299"/>
                  </a:lnTo>
                  <a:lnTo>
                    <a:pt x="373" y="297"/>
                  </a:lnTo>
                  <a:lnTo>
                    <a:pt x="373" y="297"/>
                  </a:lnTo>
                  <a:lnTo>
                    <a:pt x="371" y="297"/>
                  </a:lnTo>
                  <a:lnTo>
                    <a:pt x="371" y="295"/>
                  </a:lnTo>
                  <a:lnTo>
                    <a:pt x="371" y="293"/>
                  </a:lnTo>
                  <a:lnTo>
                    <a:pt x="371" y="293"/>
                  </a:lnTo>
                  <a:lnTo>
                    <a:pt x="366" y="295"/>
                  </a:lnTo>
                  <a:lnTo>
                    <a:pt x="364" y="295"/>
                  </a:lnTo>
                  <a:lnTo>
                    <a:pt x="364" y="295"/>
                  </a:lnTo>
                  <a:lnTo>
                    <a:pt x="362" y="293"/>
                  </a:lnTo>
                  <a:lnTo>
                    <a:pt x="360" y="295"/>
                  </a:lnTo>
                  <a:lnTo>
                    <a:pt x="358" y="295"/>
                  </a:lnTo>
                  <a:lnTo>
                    <a:pt x="358" y="295"/>
                  </a:lnTo>
                  <a:lnTo>
                    <a:pt x="358" y="293"/>
                  </a:lnTo>
                  <a:lnTo>
                    <a:pt x="358" y="293"/>
                  </a:lnTo>
                  <a:lnTo>
                    <a:pt x="356" y="293"/>
                  </a:lnTo>
                  <a:lnTo>
                    <a:pt x="356" y="293"/>
                  </a:lnTo>
                  <a:lnTo>
                    <a:pt x="356" y="293"/>
                  </a:lnTo>
                  <a:lnTo>
                    <a:pt x="354" y="293"/>
                  </a:lnTo>
                  <a:lnTo>
                    <a:pt x="354" y="291"/>
                  </a:lnTo>
                  <a:lnTo>
                    <a:pt x="354" y="290"/>
                  </a:lnTo>
                  <a:lnTo>
                    <a:pt x="354" y="288"/>
                  </a:lnTo>
                  <a:lnTo>
                    <a:pt x="356" y="288"/>
                  </a:lnTo>
                  <a:lnTo>
                    <a:pt x="362" y="290"/>
                  </a:lnTo>
                  <a:lnTo>
                    <a:pt x="364" y="290"/>
                  </a:lnTo>
                  <a:lnTo>
                    <a:pt x="366" y="290"/>
                  </a:lnTo>
                  <a:lnTo>
                    <a:pt x="364" y="286"/>
                  </a:lnTo>
                  <a:lnTo>
                    <a:pt x="362" y="286"/>
                  </a:lnTo>
                  <a:lnTo>
                    <a:pt x="362" y="286"/>
                  </a:lnTo>
                  <a:lnTo>
                    <a:pt x="360" y="286"/>
                  </a:lnTo>
                  <a:lnTo>
                    <a:pt x="360" y="286"/>
                  </a:lnTo>
                  <a:lnTo>
                    <a:pt x="360" y="286"/>
                  </a:lnTo>
                  <a:lnTo>
                    <a:pt x="360" y="284"/>
                  </a:lnTo>
                  <a:lnTo>
                    <a:pt x="362" y="284"/>
                  </a:lnTo>
                  <a:lnTo>
                    <a:pt x="364" y="286"/>
                  </a:lnTo>
                  <a:lnTo>
                    <a:pt x="366" y="286"/>
                  </a:lnTo>
                  <a:lnTo>
                    <a:pt x="366" y="288"/>
                  </a:lnTo>
                  <a:lnTo>
                    <a:pt x="368" y="288"/>
                  </a:lnTo>
                  <a:lnTo>
                    <a:pt x="370" y="290"/>
                  </a:lnTo>
                  <a:lnTo>
                    <a:pt x="371" y="290"/>
                  </a:lnTo>
                  <a:lnTo>
                    <a:pt x="370" y="288"/>
                  </a:lnTo>
                  <a:lnTo>
                    <a:pt x="370" y="286"/>
                  </a:lnTo>
                  <a:lnTo>
                    <a:pt x="371" y="286"/>
                  </a:lnTo>
                  <a:lnTo>
                    <a:pt x="371" y="284"/>
                  </a:lnTo>
                  <a:lnTo>
                    <a:pt x="370" y="284"/>
                  </a:lnTo>
                  <a:lnTo>
                    <a:pt x="370" y="282"/>
                  </a:lnTo>
                  <a:lnTo>
                    <a:pt x="370" y="282"/>
                  </a:lnTo>
                  <a:lnTo>
                    <a:pt x="370" y="282"/>
                  </a:lnTo>
                  <a:lnTo>
                    <a:pt x="370" y="280"/>
                  </a:lnTo>
                  <a:lnTo>
                    <a:pt x="368" y="280"/>
                  </a:lnTo>
                  <a:lnTo>
                    <a:pt x="366" y="282"/>
                  </a:lnTo>
                  <a:lnTo>
                    <a:pt x="364" y="282"/>
                  </a:lnTo>
                  <a:lnTo>
                    <a:pt x="358" y="280"/>
                  </a:lnTo>
                  <a:lnTo>
                    <a:pt x="358" y="278"/>
                  </a:lnTo>
                  <a:lnTo>
                    <a:pt x="360" y="278"/>
                  </a:lnTo>
                  <a:lnTo>
                    <a:pt x="362" y="278"/>
                  </a:lnTo>
                  <a:lnTo>
                    <a:pt x="364" y="278"/>
                  </a:lnTo>
                  <a:lnTo>
                    <a:pt x="364" y="278"/>
                  </a:lnTo>
                  <a:lnTo>
                    <a:pt x="364" y="278"/>
                  </a:lnTo>
                  <a:lnTo>
                    <a:pt x="366" y="278"/>
                  </a:lnTo>
                  <a:lnTo>
                    <a:pt x="366" y="278"/>
                  </a:lnTo>
                  <a:lnTo>
                    <a:pt x="362" y="276"/>
                  </a:lnTo>
                  <a:lnTo>
                    <a:pt x="362" y="274"/>
                  </a:lnTo>
                  <a:lnTo>
                    <a:pt x="366" y="276"/>
                  </a:lnTo>
                  <a:lnTo>
                    <a:pt x="368" y="276"/>
                  </a:lnTo>
                  <a:lnTo>
                    <a:pt x="368" y="274"/>
                  </a:lnTo>
                  <a:lnTo>
                    <a:pt x="366" y="274"/>
                  </a:lnTo>
                  <a:lnTo>
                    <a:pt x="364" y="272"/>
                  </a:lnTo>
                  <a:lnTo>
                    <a:pt x="366" y="272"/>
                  </a:lnTo>
                  <a:lnTo>
                    <a:pt x="368" y="272"/>
                  </a:lnTo>
                  <a:lnTo>
                    <a:pt x="370" y="274"/>
                  </a:lnTo>
                  <a:lnTo>
                    <a:pt x="370" y="274"/>
                  </a:lnTo>
                  <a:lnTo>
                    <a:pt x="370" y="276"/>
                  </a:lnTo>
                  <a:lnTo>
                    <a:pt x="371" y="276"/>
                  </a:lnTo>
                  <a:lnTo>
                    <a:pt x="371" y="274"/>
                  </a:lnTo>
                  <a:lnTo>
                    <a:pt x="373" y="274"/>
                  </a:lnTo>
                  <a:lnTo>
                    <a:pt x="373" y="274"/>
                  </a:lnTo>
                  <a:lnTo>
                    <a:pt x="373" y="272"/>
                  </a:lnTo>
                  <a:lnTo>
                    <a:pt x="373" y="272"/>
                  </a:lnTo>
                  <a:lnTo>
                    <a:pt x="373" y="274"/>
                  </a:lnTo>
                  <a:lnTo>
                    <a:pt x="375" y="274"/>
                  </a:lnTo>
                  <a:lnTo>
                    <a:pt x="375" y="272"/>
                  </a:lnTo>
                  <a:lnTo>
                    <a:pt x="375" y="272"/>
                  </a:lnTo>
                  <a:lnTo>
                    <a:pt x="377" y="272"/>
                  </a:lnTo>
                  <a:lnTo>
                    <a:pt x="379" y="272"/>
                  </a:lnTo>
                  <a:lnTo>
                    <a:pt x="379" y="272"/>
                  </a:lnTo>
                  <a:lnTo>
                    <a:pt x="381" y="270"/>
                  </a:lnTo>
                  <a:lnTo>
                    <a:pt x="381" y="270"/>
                  </a:lnTo>
                  <a:lnTo>
                    <a:pt x="381" y="269"/>
                  </a:lnTo>
                  <a:lnTo>
                    <a:pt x="383" y="269"/>
                  </a:lnTo>
                  <a:lnTo>
                    <a:pt x="383" y="269"/>
                  </a:lnTo>
                  <a:lnTo>
                    <a:pt x="383" y="267"/>
                  </a:lnTo>
                  <a:lnTo>
                    <a:pt x="383" y="265"/>
                  </a:lnTo>
                  <a:lnTo>
                    <a:pt x="385" y="255"/>
                  </a:lnTo>
                  <a:lnTo>
                    <a:pt x="383" y="250"/>
                  </a:lnTo>
                  <a:lnTo>
                    <a:pt x="379" y="251"/>
                  </a:lnTo>
                  <a:lnTo>
                    <a:pt x="377" y="250"/>
                  </a:lnTo>
                  <a:lnTo>
                    <a:pt x="377" y="250"/>
                  </a:lnTo>
                  <a:lnTo>
                    <a:pt x="377" y="248"/>
                  </a:lnTo>
                  <a:lnTo>
                    <a:pt x="377" y="246"/>
                  </a:lnTo>
                  <a:lnTo>
                    <a:pt x="377" y="246"/>
                  </a:lnTo>
                  <a:lnTo>
                    <a:pt x="377" y="244"/>
                  </a:lnTo>
                  <a:lnTo>
                    <a:pt x="375" y="248"/>
                  </a:lnTo>
                  <a:lnTo>
                    <a:pt x="373" y="248"/>
                  </a:lnTo>
                  <a:lnTo>
                    <a:pt x="371" y="248"/>
                  </a:lnTo>
                  <a:lnTo>
                    <a:pt x="370" y="246"/>
                  </a:lnTo>
                  <a:lnTo>
                    <a:pt x="370" y="246"/>
                  </a:lnTo>
                  <a:lnTo>
                    <a:pt x="373" y="246"/>
                  </a:lnTo>
                  <a:lnTo>
                    <a:pt x="373" y="244"/>
                  </a:lnTo>
                  <a:lnTo>
                    <a:pt x="375" y="244"/>
                  </a:lnTo>
                  <a:lnTo>
                    <a:pt x="375" y="244"/>
                  </a:lnTo>
                  <a:lnTo>
                    <a:pt x="377" y="244"/>
                  </a:lnTo>
                  <a:lnTo>
                    <a:pt x="379" y="244"/>
                  </a:lnTo>
                  <a:lnTo>
                    <a:pt x="379" y="244"/>
                  </a:lnTo>
                  <a:lnTo>
                    <a:pt x="379" y="246"/>
                  </a:lnTo>
                  <a:lnTo>
                    <a:pt x="381" y="248"/>
                  </a:lnTo>
                  <a:lnTo>
                    <a:pt x="381" y="248"/>
                  </a:lnTo>
                  <a:lnTo>
                    <a:pt x="383" y="248"/>
                  </a:lnTo>
                  <a:lnTo>
                    <a:pt x="385" y="248"/>
                  </a:lnTo>
                  <a:lnTo>
                    <a:pt x="387" y="244"/>
                  </a:lnTo>
                  <a:lnTo>
                    <a:pt x="387" y="244"/>
                  </a:lnTo>
                  <a:lnTo>
                    <a:pt x="387" y="240"/>
                  </a:lnTo>
                  <a:lnTo>
                    <a:pt x="389" y="238"/>
                  </a:lnTo>
                  <a:lnTo>
                    <a:pt x="389" y="238"/>
                  </a:lnTo>
                  <a:lnTo>
                    <a:pt x="392" y="236"/>
                  </a:lnTo>
                  <a:lnTo>
                    <a:pt x="392" y="238"/>
                  </a:lnTo>
                  <a:lnTo>
                    <a:pt x="392" y="240"/>
                  </a:lnTo>
                  <a:lnTo>
                    <a:pt x="391" y="242"/>
                  </a:lnTo>
                  <a:lnTo>
                    <a:pt x="391" y="242"/>
                  </a:lnTo>
                  <a:lnTo>
                    <a:pt x="391" y="244"/>
                  </a:lnTo>
                  <a:lnTo>
                    <a:pt x="391" y="246"/>
                  </a:lnTo>
                  <a:lnTo>
                    <a:pt x="391" y="248"/>
                  </a:lnTo>
                  <a:lnTo>
                    <a:pt x="394" y="248"/>
                  </a:lnTo>
                  <a:lnTo>
                    <a:pt x="394" y="248"/>
                  </a:lnTo>
                  <a:lnTo>
                    <a:pt x="396" y="246"/>
                  </a:lnTo>
                  <a:lnTo>
                    <a:pt x="398" y="248"/>
                  </a:lnTo>
                  <a:lnTo>
                    <a:pt x="398" y="248"/>
                  </a:lnTo>
                  <a:lnTo>
                    <a:pt x="398" y="250"/>
                  </a:lnTo>
                  <a:lnTo>
                    <a:pt x="398" y="250"/>
                  </a:lnTo>
                  <a:lnTo>
                    <a:pt x="398" y="250"/>
                  </a:lnTo>
                  <a:lnTo>
                    <a:pt x="400" y="250"/>
                  </a:lnTo>
                  <a:lnTo>
                    <a:pt x="402" y="250"/>
                  </a:lnTo>
                  <a:lnTo>
                    <a:pt x="404" y="248"/>
                  </a:lnTo>
                  <a:lnTo>
                    <a:pt x="406" y="246"/>
                  </a:lnTo>
                  <a:lnTo>
                    <a:pt x="408" y="244"/>
                  </a:lnTo>
                  <a:lnTo>
                    <a:pt x="410" y="244"/>
                  </a:lnTo>
                  <a:lnTo>
                    <a:pt x="412" y="246"/>
                  </a:lnTo>
                  <a:lnTo>
                    <a:pt x="413" y="246"/>
                  </a:lnTo>
                  <a:lnTo>
                    <a:pt x="413" y="246"/>
                  </a:lnTo>
                  <a:lnTo>
                    <a:pt x="415" y="246"/>
                  </a:lnTo>
                  <a:lnTo>
                    <a:pt x="415" y="246"/>
                  </a:lnTo>
                  <a:lnTo>
                    <a:pt x="423" y="248"/>
                  </a:lnTo>
                  <a:lnTo>
                    <a:pt x="425" y="250"/>
                  </a:lnTo>
                  <a:lnTo>
                    <a:pt x="429" y="248"/>
                  </a:lnTo>
                  <a:lnTo>
                    <a:pt x="429" y="246"/>
                  </a:lnTo>
                  <a:lnTo>
                    <a:pt x="431" y="246"/>
                  </a:lnTo>
                  <a:lnTo>
                    <a:pt x="432" y="246"/>
                  </a:lnTo>
                  <a:lnTo>
                    <a:pt x="434" y="246"/>
                  </a:lnTo>
                  <a:lnTo>
                    <a:pt x="436" y="248"/>
                  </a:lnTo>
                  <a:lnTo>
                    <a:pt x="436" y="248"/>
                  </a:lnTo>
                  <a:lnTo>
                    <a:pt x="438" y="246"/>
                  </a:lnTo>
                  <a:lnTo>
                    <a:pt x="438" y="246"/>
                  </a:lnTo>
                  <a:lnTo>
                    <a:pt x="440" y="246"/>
                  </a:lnTo>
                  <a:lnTo>
                    <a:pt x="440" y="248"/>
                  </a:lnTo>
                  <a:lnTo>
                    <a:pt x="440" y="250"/>
                  </a:lnTo>
                  <a:lnTo>
                    <a:pt x="440" y="251"/>
                  </a:lnTo>
                  <a:lnTo>
                    <a:pt x="438" y="251"/>
                  </a:lnTo>
                  <a:lnTo>
                    <a:pt x="436" y="251"/>
                  </a:lnTo>
                  <a:lnTo>
                    <a:pt x="434" y="250"/>
                  </a:lnTo>
                  <a:lnTo>
                    <a:pt x="434" y="250"/>
                  </a:lnTo>
                  <a:lnTo>
                    <a:pt x="431" y="250"/>
                  </a:lnTo>
                  <a:lnTo>
                    <a:pt x="429" y="251"/>
                  </a:lnTo>
                  <a:lnTo>
                    <a:pt x="425" y="257"/>
                  </a:lnTo>
                  <a:lnTo>
                    <a:pt x="423" y="255"/>
                  </a:lnTo>
                  <a:lnTo>
                    <a:pt x="421" y="255"/>
                  </a:lnTo>
                  <a:lnTo>
                    <a:pt x="421" y="255"/>
                  </a:lnTo>
                  <a:lnTo>
                    <a:pt x="419" y="255"/>
                  </a:lnTo>
                  <a:lnTo>
                    <a:pt x="419" y="255"/>
                  </a:lnTo>
                  <a:lnTo>
                    <a:pt x="419" y="255"/>
                  </a:lnTo>
                  <a:lnTo>
                    <a:pt x="417" y="253"/>
                  </a:lnTo>
                  <a:lnTo>
                    <a:pt x="415" y="253"/>
                  </a:lnTo>
                  <a:lnTo>
                    <a:pt x="413" y="251"/>
                  </a:lnTo>
                  <a:lnTo>
                    <a:pt x="412" y="251"/>
                  </a:lnTo>
                  <a:lnTo>
                    <a:pt x="410" y="253"/>
                  </a:lnTo>
                  <a:lnTo>
                    <a:pt x="408" y="253"/>
                  </a:lnTo>
                  <a:lnTo>
                    <a:pt x="406" y="255"/>
                  </a:lnTo>
                  <a:lnTo>
                    <a:pt x="406" y="257"/>
                  </a:lnTo>
                  <a:lnTo>
                    <a:pt x="404" y="259"/>
                  </a:lnTo>
                  <a:lnTo>
                    <a:pt x="404" y="261"/>
                  </a:lnTo>
                  <a:lnTo>
                    <a:pt x="404" y="263"/>
                  </a:lnTo>
                  <a:lnTo>
                    <a:pt x="404" y="265"/>
                  </a:lnTo>
                  <a:lnTo>
                    <a:pt x="404" y="265"/>
                  </a:lnTo>
                  <a:lnTo>
                    <a:pt x="404" y="267"/>
                  </a:lnTo>
                  <a:lnTo>
                    <a:pt x="404" y="269"/>
                  </a:lnTo>
                  <a:lnTo>
                    <a:pt x="404" y="270"/>
                  </a:lnTo>
                  <a:lnTo>
                    <a:pt x="402" y="274"/>
                  </a:lnTo>
                  <a:lnTo>
                    <a:pt x="402" y="276"/>
                  </a:lnTo>
                  <a:lnTo>
                    <a:pt x="402" y="276"/>
                  </a:lnTo>
                  <a:lnTo>
                    <a:pt x="404" y="282"/>
                  </a:lnTo>
                  <a:lnTo>
                    <a:pt x="406" y="282"/>
                  </a:lnTo>
                  <a:lnTo>
                    <a:pt x="408" y="282"/>
                  </a:lnTo>
                  <a:lnTo>
                    <a:pt x="410" y="280"/>
                  </a:lnTo>
                  <a:lnTo>
                    <a:pt x="412" y="278"/>
                  </a:lnTo>
                  <a:lnTo>
                    <a:pt x="412" y="278"/>
                  </a:lnTo>
                  <a:lnTo>
                    <a:pt x="413" y="276"/>
                  </a:lnTo>
                  <a:lnTo>
                    <a:pt x="419" y="276"/>
                  </a:lnTo>
                  <a:lnTo>
                    <a:pt x="419" y="276"/>
                  </a:lnTo>
                  <a:lnTo>
                    <a:pt x="419" y="274"/>
                  </a:lnTo>
                  <a:lnTo>
                    <a:pt x="419" y="274"/>
                  </a:lnTo>
                  <a:lnTo>
                    <a:pt x="421" y="274"/>
                  </a:lnTo>
                  <a:lnTo>
                    <a:pt x="421" y="274"/>
                  </a:lnTo>
                  <a:lnTo>
                    <a:pt x="421" y="274"/>
                  </a:lnTo>
                  <a:lnTo>
                    <a:pt x="423" y="274"/>
                  </a:lnTo>
                  <a:lnTo>
                    <a:pt x="423" y="274"/>
                  </a:lnTo>
                  <a:lnTo>
                    <a:pt x="423" y="274"/>
                  </a:lnTo>
                  <a:lnTo>
                    <a:pt x="421" y="274"/>
                  </a:lnTo>
                  <a:lnTo>
                    <a:pt x="421" y="276"/>
                  </a:lnTo>
                  <a:lnTo>
                    <a:pt x="421" y="278"/>
                  </a:lnTo>
                  <a:lnTo>
                    <a:pt x="419" y="280"/>
                  </a:lnTo>
                  <a:lnTo>
                    <a:pt x="415" y="278"/>
                  </a:lnTo>
                  <a:lnTo>
                    <a:pt x="413" y="280"/>
                  </a:lnTo>
                  <a:lnTo>
                    <a:pt x="412" y="280"/>
                  </a:lnTo>
                  <a:lnTo>
                    <a:pt x="410" y="286"/>
                  </a:lnTo>
                  <a:lnTo>
                    <a:pt x="410" y="288"/>
                  </a:lnTo>
                  <a:lnTo>
                    <a:pt x="408" y="288"/>
                  </a:lnTo>
                  <a:lnTo>
                    <a:pt x="408" y="290"/>
                  </a:lnTo>
                  <a:lnTo>
                    <a:pt x="406" y="295"/>
                  </a:lnTo>
                  <a:lnTo>
                    <a:pt x="406" y="297"/>
                  </a:lnTo>
                  <a:lnTo>
                    <a:pt x="404" y="301"/>
                  </a:lnTo>
                  <a:lnTo>
                    <a:pt x="404" y="303"/>
                  </a:lnTo>
                  <a:lnTo>
                    <a:pt x="404" y="305"/>
                  </a:lnTo>
                  <a:lnTo>
                    <a:pt x="406" y="307"/>
                  </a:lnTo>
                  <a:lnTo>
                    <a:pt x="408" y="307"/>
                  </a:lnTo>
                  <a:lnTo>
                    <a:pt x="412" y="305"/>
                  </a:lnTo>
                  <a:lnTo>
                    <a:pt x="413" y="305"/>
                  </a:lnTo>
                  <a:lnTo>
                    <a:pt x="415" y="305"/>
                  </a:lnTo>
                  <a:lnTo>
                    <a:pt x="417" y="305"/>
                  </a:lnTo>
                  <a:lnTo>
                    <a:pt x="423" y="305"/>
                  </a:lnTo>
                  <a:lnTo>
                    <a:pt x="425" y="305"/>
                  </a:lnTo>
                  <a:lnTo>
                    <a:pt x="429" y="305"/>
                  </a:lnTo>
                  <a:lnTo>
                    <a:pt x="431" y="305"/>
                  </a:lnTo>
                  <a:lnTo>
                    <a:pt x="432" y="305"/>
                  </a:lnTo>
                  <a:lnTo>
                    <a:pt x="434" y="303"/>
                  </a:lnTo>
                  <a:lnTo>
                    <a:pt x="436" y="303"/>
                  </a:lnTo>
                  <a:lnTo>
                    <a:pt x="440" y="305"/>
                  </a:lnTo>
                  <a:lnTo>
                    <a:pt x="444" y="305"/>
                  </a:lnTo>
                  <a:lnTo>
                    <a:pt x="448" y="303"/>
                  </a:lnTo>
                  <a:lnTo>
                    <a:pt x="450" y="301"/>
                  </a:lnTo>
                  <a:lnTo>
                    <a:pt x="450" y="301"/>
                  </a:lnTo>
                  <a:lnTo>
                    <a:pt x="452" y="299"/>
                  </a:lnTo>
                  <a:lnTo>
                    <a:pt x="452" y="299"/>
                  </a:lnTo>
                  <a:lnTo>
                    <a:pt x="455" y="299"/>
                  </a:lnTo>
                  <a:lnTo>
                    <a:pt x="459" y="297"/>
                  </a:lnTo>
                  <a:lnTo>
                    <a:pt x="459" y="297"/>
                  </a:lnTo>
                  <a:lnTo>
                    <a:pt x="459" y="297"/>
                  </a:lnTo>
                  <a:lnTo>
                    <a:pt x="459" y="299"/>
                  </a:lnTo>
                  <a:lnTo>
                    <a:pt x="459" y="299"/>
                  </a:lnTo>
                  <a:lnTo>
                    <a:pt x="457" y="299"/>
                  </a:lnTo>
                  <a:lnTo>
                    <a:pt x="455" y="299"/>
                  </a:lnTo>
                  <a:lnTo>
                    <a:pt x="450" y="303"/>
                  </a:lnTo>
                  <a:lnTo>
                    <a:pt x="444" y="305"/>
                  </a:lnTo>
                  <a:lnTo>
                    <a:pt x="442" y="307"/>
                  </a:lnTo>
                  <a:lnTo>
                    <a:pt x="438" y="309"/>
                  </a:lnTo>
                  <a:lnTo>
                    <a:pt x="436" y="309"/>
                  </a:lnTo>
                  <a:lnTo>
                    <a:pt x="434" y="309"/>
                  </a:lnTo>
                  <a:lnTo>
                    <a:pt x="432" y="309"/>
                  </a:lnTo>
                  <a:lnTo>
                    <a:pt x="431" y="309"/>
                  </a:lnTo>
                  <a:lnTo>
                    <a:pt x="431" y="309"/>
                  </a:lnTo>
                  <a:lnTo>
                    <a:pt x="429" y="312"/>
                  </a:lnTo>
                  <a:lnTo>
                    <a:pt x="427" y="314"/>
                  </a:lnTo>
                  <a:lnTo>
                    <a:pt x="425" y="316"/>
                  </a:lnTo>
                  <a:lnTo>
                    <a:pt x="423" y="318"/>
                  </a:lnTo>
                  <a:lnTo>
                    <a:pt x="421" y="318"/>
                  </a:lnTo>
                  <a:lnTo>
                    <a:pt x="419" y="318"/>
                  </a:lnTo>
                  <a:lnTo>
                    <a:pt x="415" y="322"/>
                  </a:lnTo>
                  <a:lnTo>
                    <a:pt x="413" y="322"/>
                  </a:lnTo>
                  <a:lnTo>
                    <a:pt x="413" y="324"/>
                  </a:lnTo>
                  <a:lnTo>
                    <a:pt x="410" y="329"/>
                  </a:lnTo>
                  <a:lnTo>
                    <a:pt x="410" y="331"/>
                  </a:lnTo>
                  <a:lnTo>
                    <a:pt x="412" y="331"/>
                  </a:lnTo>
                  <a:lnTo>
                    <a:pt x="417" y="328"/>
                  </a:lnTo>
                  <a:lnTo>
                    <a:pt x="419" y="326"/>
                  </a:lnTo>
                  <a:lnTo>
                    <a:pt x="423" y="324"/>
                  </a:lnTo>
                  <a:lnTo>
                    <a:pt x="425" y="326"/>
                  </a:lnTo>
                  <a:lnTo>
                    <a:pt x="425" y="326"/>
                  </a:lnTo>
                  <a:lnTo>
                    <a:pt x="425" y="328"/>
                  </a:lnTo>
                  <a:lnTo>
                    <a:pt x="423" y="326"/>
                  </a:lnTo>
                  <a:lnTo>
                    <a:pt x="417" y="329"/>
                  </a:lnTo>
                  <a:lnTo>
                    <a:pt x="417" y="329"/>
                  </a:lnTo>
                  <a:lnTo>
                    <a:pt x="413" y="331"/>
                  </a:lnTo>
                  <a:lnTo>
                    <a:pt x="408" y="333"/>
                  </a:lnTo>
                  <a:lnTo>
                    <a:pt x="408" y="333"/>
                  </a:lnTo>
                  <a:lnTo>
                    <a:pt x="408" y="335"/>
                  </a:lnTo>
                  <a:lnTo>
                    <a:pt x="410" y="335"/>
                  </a:lnTo>
                  <a:lnTo>
                    <a:pt x="410" y="337"/>
                  </a:lnTo>
                  <a:lnTo>
                    <a:pt x="413" y="335"/>
                  </a:lnTo>
                  <a:lnTo>
                    <a:pt x="413" y="335"/>
                  </a:lnTo>
                  <a:lnTo>
                    <a:pt x="415" y="337"/>
                  </a:lnTo>
                  <a:lnTo>
                    <a:pt x="413" y="337"/>
                  </a:lnTo>
                  <a:lnTo>
                    <a:pt x="412" y="337"/>
                  </a:lnTo>
                  <a:lnTo>
                    <a:pt x="410" y="337"/>
                  </a:lnTo>
                  <a:lnTo>
                    <a:pt x="410" y="339"/>
                  </a:lnTo>
                  <a:lnTo>
                    <a:pt x="410" y="339"/>
                  </a:lnTo>
                  <a:lnTo>
                    <a:pt x="410" y="341"/>
                  </a:lnTo>
                  <a:lnTo>
                    <a:pt x="412" y="345"/>
                  </a:lnTo>
                  <a:lnTo>
                    <a:pt x="412" y="347"/>
                  </a:lnTo>
                  <a:lnTo>
                    <a:pt x="412" y="347"/>
                  </a:lnTo>
                  <a:lnTo>
                    <a:pt x="413" y="347"/>
                  </a:lnTo>
                  <a:lnTo>
                    <a:pt x="415" y="345"/>
                  </a:lnTo>
                  <a:lnTo>
                    <a:pt x="415" y="347"/>
                  </a:lnTo>
                  <a:lnTo>
                    <a:pt x="415" y="348"/>
                  </a:lnTo>
                  <a:lnTo>
                    <a:pt x="417" y="348"/>
                  </a:lnTo>
                  <a:lnTo>
                    <a:pt x="417" y="350"/>
                  </a:lnTo>
                  <a:lnTo>
                    <a:pt x="419" y="350"/>
                  </a:lnTo>
                  <a:lnTo>
                    <a:pt x="423" y="352"/>
                  </a:lnTo>
                  <a:lnTo>
                    <a:pt x="423" y="352"/>
                  </a:lnTo>
                  <a:lnTo>
                    <a:pt x="421" y="352"/>
                  </a:lnTo>
                  <a:lnTo>
                    <a:pt x="421" y="352"/>
                  </a:lnTo>
                  <a:lnTo>
                    <a:pt x="419" y="354"/>
                  </a:lnTo>
                  <a:lnTo>
                    <a:pt x="413" y="358"/>
                  </a:lnTo>
                  <a:lnTo>
                    <a:pt x="412" y="360"/>
                  </a:lnTo>
                  <a:lnTo>
                    <a:pt x="412" y="362"/>
                  </a:lnTo>
                  <a:lnTo>
                    <a:pt x="413" y="364"/>
                  </a:lnTo>
                  <a:lnTo>
                    <a:pt x="413" y="364"/>
                  </a:lnTo>
                  <a:lnTo>
                    <a:pt x="415" y="362"/>
                  </a:lnTo>
                  <a:lnTo>
                    <a:pt x="417" y="362"/>
                  </a:lnTo>
                  <a:lnTo>
                    <a:pt x="417" y="362"/>
                  </a:lnTo>
                  <a:lnTo>
                    <a:pt x="417" y="362"/>
                  </a:lnTo>
                  <a:lnTo>
                    <a:pt x="417" y="358"/>
                  </a:lnTo>
                  <a:lnTo>
                    <a:pt x="417" y="358"/>
                  </a:lnTo>
                  <a:lnTo>
                    <a:pt x="417" y="356"/>
                  </a:lnTo>
                  <a:lnTo>
                    <a:pt x="419" y="356"/>
                  </a:lnTo>
                  <a:lnTo>
                    <a:pt x="421" y="356"/>
                  </a:lnTo>
                  <a:lnTo>
                    <a:pt x="421" y="356"/>
                  </a:lnTo>
                  <a:lnTo>
                    <a:pt x="423" y="358"/>
                  </a:lnTo>
                  <a:lnTo>
                    <a:pt x="421" y="360"/>
                  </a:lnTo>
                  <a:lnTo>
                    <a:pt x="421" y="362"/>
                  </a:lnTo>
                  <a:lnTo>
                    <a:pt x="419" y="366"/>
                  </a:lnTo>
                  <a:lnTo>
                    <a:pt x="423" y="364"/>
                  </a:lnTo>
                  <a:lnTo>
                    <a:pt x="423" y="364"/>
                  </a:lnTo>
                  <a:lnTo>
                    <a:pt x="423" y="362"/>
                  </a:lnTo>
                  <a:lnTo>
                    <a:pt x="423" y="360"/>
                  </a:lnTo>
                  <a:lnTo>
                    <a:pt x="423" y="360"/>
                  </a:lnTo>
                  <a:lnTo>
                    <a:pt x="425" y="360"/>
                  </a:lnTo>
                  <a:lnTo>
                    <a:pt x="425" y="362"/>
                  </a:lnTo>
                  <a:lnTo>
                    <a:pt x="425" y="362"/>
                  </a:lnTo>
                  <a:lnTo>
                    <a:pt x="429" y="360"/>
                  </a:lnTo>
                  <a:lnTo>
                    <a:pt x="431" y="360"/>
                  </a:lnTo>
                  <a:lnTo>
                    <a:pt x="431" y="360"/>
                  </a:lnTo>
                  <a:lnTo>
                    <a:pt x="434" y="367"/>
                  </a:lnTo>
                  <a:lnTo>
                    <a:pt x="432" y="367"/>
                  </a:lnTo>
                  <a:lnTo>
                    <a:pt x="431" y="369"/>
                  </a:lnTo>
                  <a:lnTo>
                    <a:pt x="427" y="367"/>
                  </a:lnTo>
                  <a:lnTo>
                    <a:pt x="427" y="367"/>
                  </a:lnTo>
                  <a:lnTo>
                    <a:pt x="427" y="369"/>
                  </a:lnTo>
                  <a:lnTo>
                    <a:pt x="427" y="371"/>
                  </a:lnTo>
                  <a:lnTo>
                    <a:pt x="429" y="371"/>
                  </a:lnTo>
                  <a:lnTo>
                    <a:pt x="429" y="371"/>
                  </a:lnTo>
                  <a:lnTo>
                    <a:pt x="431" y="371"/>
                  </a:lnTo>
                  <a:lnTo>
                    <a:pt x="431" y="371"/>
                  </a:lnTo>
                  <a:lnTo>
                    <a:pt x="431" y="373"/>
                  </a:lnTo>
                  <a:lnTo>
                    <a:pt x="431" y="373"/>
                  </a:lnTo>
                  <a:lnTo>
                    <a:pt x="432" y="375"/>
                  </a:lnTo>
                  <a:lnTo>
                    <a:pt x="434" y="375"/>
                  </a:lnTo>
                  <a:lnTo>
                    <a:pt x="436" y="373"/>
                  </a:lnTo>
                  <a:lnTo>
                    <a:pt x="438" y="373"/>
                  </a:lnTo>
                  <a:lnTo>
                    <a:pt x="436" y="375"/>
                  </a:lnTo>
                  <a:lnTo>
                    <a:pt x="434" y="377"/>
                  </a:lnTo>
                  <a:lnTo>
                    <a:pt x="432" y="379"/>
                  </a:lnTo>
                  <a:lnTo>
                    <a:pt x="434" y="383"/>
                  </a:lnTo>
                  <a:lnTo>
                    <a:pt x="434" y="383"/>
                  </a:lnTo>
                  <a:lnTo>
                    <a:pt x="432" y="387"/>
                  </a:lnTo>
                  <a:lnTo>
                    <a:pt x="432" y="388"/>
                  </a:lnTo>
                  <a:lnTo>
                    <a:pt x="436" y="387"/>
                  </a:lnTo>
                  <a:lnTo>
                    <a:pt x="436" y="385"/>
                  </a:lnTo>
                  <a:lnTo>
                    <a:pt x="438" y="385"/>
                  </a:lnTo>
                  <a:lnTo>
                    <a:pt x="438" y="385"/>
                  </a:lnTo>
                  <a:lnTo>
                    <a:pt x="438" y="387"/>
                  </a:lnTo>
                  <a:lnTo>
                    <a:pt x="436" y="388"/>
                  </a:lnTo>
                  <a:lnTo>
                    <a:pt x="436" y="390"/>
                  </a:lnTo>
                  <a:lnTo>
                    <a:pt x="438" y="392"/>
                  </a:lnTo>
                  <a:lnTo>
                    <a:pt x="440" y="390"/>
                  </a:lnTo>
                  <a:lnTo>
                    <a:pt x="440" y="390"/>
                  </a:lnTo>
                  <a:lnTo>
                    <a:pt x="440" y="392"/>
                  </a:lnTo>
                  <a:lnTo>
                    <a:pt x="440" y="392"/>
                  </a:lnTo>
                  <a:lnTo>
                    <a:pt x="440" y="392"/>
                  </a:lnTo>
                  <a:lnTo>
                    <a:pt x="440" y="394"/>
                  </a:lnTo>
                  <a:lnTo>
                    <a:pt x="442" y="394"/>
                  </a:lnTo>
                  <a:lnTo>
                    <a:pt x="442" y="394"/>
                  </a:lnTo>
                  <a:lnTo>
                    <a:pt x="442" y="396"/>
                  </a:lnTo>
                  <a:lnTo>
                    <a:pt x="442" y="396"/>
                  </a:lnTo>
                  <a:lnTo>
                    <a:pt x="438" y="398"/>
                  </a:lnTo>
                  <a:lnTo>
                    <a:pt x="438" y="400"/>
                  </a:lnTo>
                  <a:lnTo>
                    <a:pt x="440" y="402"/>
                  </a:lnTo>
                  <a:lnTo>
                    <a:pt x="438" y="406"/>
                  </a:lnTo>
                  <a:lnTo>
                    <a:pt x="438" y="407"/>
                  </a:lnTo>
                  <a:lnTo>
                    <a:pt x="438" y="409"/>
                  </a:lnTo>
                  <a:lnTo>
                    <a:pt x="436" y="409"/>
                  </a:lnTo>
                  <a:lnTo>
                    <a:pt x="436" y="411"/>
                  </a:lnTo>
                  <a:lnTo>
                    <a:pt x="438" y="413"/>
                  </a:lnTo>
                  <a:lnTo>
                    <a:pt x="438" y="413"/>
                  </a:lnTo>
                  <a:lnTo>
                    <a:pt x="438" y="417"/>
                  </a:lnTo>
                  <a:lnTo>
                    <a:pt x="436" y="419"/>
                  </a:lnTo>
                  <a:lnTo>
                    <a:pt x="436" y="421"/>
                  </a:lnTo>
                  <a:lnTo>
                    <a:pt x="434" y="425"/>
                  </a:lnTo>
                  <a:lnTo>
                    <a:pt x="434" y="425"/>
                  </a:lnTo>
                  <a:lnTo>
                    <a:pt x="436" y="426"/>
                  </a:lnTo>
                  <a:lnTo>
                    <a:pt x="436" y="430"/>
                  </a:lnTo>
                  <a:lnTo>
                    <a:pt x="436" y="432"/>
                  </a:lnTo>
                  <a:lnTo>
                    <a:pt x="434" y="434"/>
                  </a:lnTo>
                  <a:lnTo>
                    <a:pt x="432" y="434"/>
                  </a:lnTo>
                  <a:lnTo>
                    <a:pt x="431" y="434"/>
                  </a:lnTo>
                  <a:lnTo>
                    <a:pt x="431" y="434"/>
                  </a:lnTo>
                  <a:lnTo>
                    <a:pt x="431" y="434"/>
                  </a:lnTo>
                  <a:lnTo>
                    <a:pt x="431" y="434"/>
                  </a:lnTo>
                  <a:lnTo>
                    <a:pt x="429" y="436"/>
                  </a:lnTo>
                  <a:lnTo>
                    <a:pt x="429" y="436"/>
                  </a:lnTo>
                  <a:lnTo>
                    <a:pt x="427" y="436"/>
                  </a:lnTo>
                  <a:lnTo>
                    <a:pt x="427" y="438"/>
                  </a:lnTo>
                  <a:lnTo>
                    <a:pt x="427" y="440"/>
                  </a:lnTo>
                  <a:lnTo>
                    <a:pt x="425" y="442"/>
                  </a:lnTo>
                  <a:lnTo>
                    <a:pt x="425" y="444"/>
                  </a:lnTo>
                  <a:lnTo>
                    <a:pt x="423" y="445"/>
                  </a:lnTo>
                  <a:lnTo>
                    <a:pt x="423" y="447"/>
                  </a:lnTo>
                  <a:lnTo>
                    <a:pt x="423" y="449"/>
                  </a:lnTo>
                  <a:lnTo>
                    <a:pt x="425" y="449"/>
                  </a:lnTo>
                  <a:lnTo>
                    <a:pt x="425" y="449"/>
                  </a:lnTo>
                  <a:lnTo>
                    <a:pt x="425" y="449"/>
                  </a:lnTo>
                  <a:lnTo>
                    <a:pt x="425" y="449"/>
                  </a:lnTo>
                  <a:lnTo>
                    <a:pt x="425" y="451"/>
                  </a:lnTo>
                  <a:lnTo>
                    <a:pt x="423" y="453"/>
                  </a:lnTo>
                  <a:lnTo>
                    <a:pt x="423" y="453"/>
                  </a:lnTo>
                  <a:lnTo>
                    <a:pt x="423" y="457"/>
                  </a:lnTo>
                  <a:lnTo>
                    <a:pt x="421" y="463"/>
                  </a:lnTo>
                  <a:lnTo>
                    <a:pt x="421" y="463"/>
                  </a:lnTo>
                  <a:lnTo>
                    <a:pt x="421" y="463"/>
                  </a:lnTo>
                  <a:lnTo>
                    <a:pt x="423" y="463"/>
                  </a:lnTo>
                  <a:lnTo>
                    <a:pt x="425" y="463"/>
                  </a:lnTo>
                  <a:lnTo>
                    <a:pt x="425" y="461"/>
                  </a:lnTo>
                  <a:lnTo>
                    <a:pt x="427" y="461"/>
                  </a:lnTo>
                  <a:lnTo>
                    <a:pt x="427" y="461"/>
                  </a:lnTo>
                  <a:lnTo>
                    <a:pt x="427" y="461"/>
                  </a:lnTo>
                  <a:lnTo>
                    <a:pt x="431" y="461"/>
                  </a:lnTo>
                  <a:lnTo>
                    <a:pt x="431" y="461"/>
                  </a:lnTo>
                  <a:lnTo>
                    <a:pt x="431" y="461"/>
                  </a:lnTo>
                  <a:lnTo>
                    <a:pt x="431" y="461"/>
                  </a:lnTo>
                  <a:lnTo>
                    <a:pt x="432" y="461"/>
                  </a:lnTo>
                  <a:lnTo>
                    <a:pt x="434" y="461"/>
                  </a:lnTo>
                  <a:lnTo>
                    <a:pt x="436" y="461"/>
                  </a:lnTo>
                  <a:lnTo>
                    <a:pt x="438" y="461"/>
                  </a:lnTo>
                  <a:lnTo>
                    <a:pt x="442" y="459"/>
                  </a:lnTo>
                  <a:lnTo>
                    <a:pt x="442" y="457"/>
                  </a:lnTo>
                  <a:lnTo>
                    <a:pt x="442" y="453"/>
                  </a:lnTo>
                  <a:lnTo>
                    <a:pt x="442" y="453"/>
                  </a:lnTo>
                  <a:lnTo>
                    <a:pt x="442" y="451"/>
                  </a:lnTo>
                  <a:lnTo>
                    <a:pt x="442" y="451"/>
                  </a:lnTo>
                  <a:lnTo>
                    <a:pt x="440" y="451"/>
                  </a:lnTo>
                  <a:lnTo>
                    <a:pt x="438" y="449"/>
                  </a:lnTo>
                  <a:lnTo>
                    <a:pt x="438" y="449"/>
                  </a:lnTo>
                  <a:lnTo>
                    <a:pt x="438" y="447"/>
                  </a:lnTo>
                  <a:lnTo>
                    <a:pt x="438" y="447"/>
                  </a:lnTo>
                  <a:lnTo>
                    <a:pt x="438" y="447"/>
                  </a:lnTo>
                  <a:lnTo>
                    <a:pt x="438" y="447"/>
                  </a:lnTo>
                  <a:lnTo>
                    <a:pt x="438" y="445"/>
                  </a:lnTo>
                  <a:lnTo>
                    <a:pt x="438" y="445"/>
                  </a:lnTo>
                  <a:lnTo>
                    <a:pt x="438" y="445"/>
                  </a:lnTo>
                  <a:lnTo>
                    <a:pt x="440" y="445"/>
                  </a:lnTo>
                  <a:lnTo>
                    <a:pt x="440" y="445"/>
                  </a:lnTo>
                  <a:lnTo>
                    <a:pt x="442" y="445"/>
                  </a:lnTo>
                  <a:lnTo>
                    <a:pt x="442" y="445"/>
                  </a:lnTo>
                  <a:lnTo>
                    <a:pt x="442" y="445"/>
                  </a:lnTo>
                  <a:lnTo>
                    <a:pt x="444" y="442"/>
                  </a:lnTo>
                  <a:lnTo>
                    <a:pt x="444" y="442"/>
                  </a:lnTo>
                  <a:lnTo>
                    <a:pt x="444" y="442"/>
                  </a:lnTo>
                  <a:lnTo>
                    <a:pt x="446" y="442"/>
                  </a:lnTo>
                  <a:lnTo>
                    <a:pt x="446" y="442"/>
                  </a:lnTo>
                  <a:lnTo>
                    <a:pt x="448" y="442"/>
                  </a:lnTo>
                  <a:lnTo>
                    <a:pt x="448" y="442"/>
                  </a:lnTo>
                  <a:lnTo>
                    <a:pt x="450" y="440"/>
                  </a:lnTo>
                  <a:lnTo>
                    <a:pt x="452" y="438"/>
                  </a:lnTo>
                  <a:lnTo>
                    <a:pt x="453" y="438"/>
                  </a:lnTo>
                  <a:lnTo>
                    <a:pt x="453" y="438"/>
                  </a:lnTo>
                  <a:lnTo>
                    <a:pt x="453" y="438"/>
                  </a:lnTo>
                  <a:lnTo>
                    <a:pt x="455" y="438"/>
                  </a:lnTo>
                  <a:lnTo>
                    <a:pt x="455" y="440"/>
                  </a:lnTo>
                  <a:lnTo>
                    <a:pt x="453" y="440"/>
                  </a:lnTo>
                  <a:lnTo>
                    <a:pt x="453" y="442"/>
                  </a:lnTo>
                  <a:lnTo>
                    <a:pt x="455" y="442"/>
                  </a:lnTo>
                  <a:lnTo>
                    <a:pt x="455" y="442"/>
                  </a:lnTo>
                  <a:lnTo>
                    <a:pt x="455" y="442"/>
                  </a:lnTo>
                  <a:lnTo>
                    <a:pt x="457" y="442"/>
                  </a:lnTo>
                  <a:lnTo>
                    <a:pt x="457" y="442"/>
                  </a:lnTo>
                  <a:lnTo>
                    <a:pt x="459" y="442"/>
                  </a:lnTo>
                  <a:lnTo>
                    <a:pt x="459" y="444"/>
                  </a:lnTo>
                  <a:lnTo>
                    <a:pt x="459" y="444"/>
                  </a:lnTo>
                  <a:lnTo>
                    <a:pt x="459" y="444"/>
                  </a:lnTo>
                  <a:lnTo>
                    <a:pt x="459" y="445"/>
                  </a:lnTo>
                  <a:lnTo>
                    <a:pt x="457" y="445"/>
                  </a:lnTo>
                  <a:lnTo>
                    <a:pt x="452" y="449"/>
                  </a:lnTo>
                  <a:lnTo>
                    <a:pt x="452" y="449"/>
                  </a:lnTo>
                  <a:lnTo>
                    <a:pt x="452" y="449"/>
                  </a:lnTo>
                  <a:lnTo>
                    <a:pt x="452" y="449"/>
                  </a:lnTo>
                  <a:lnTo>
                    <a:pt x="452" y="451"/>
                  </a:lnTo>
                  <a:lnTo>
                    <a:pt x="452" y="451"/>
                  </a:lnTo>
                  <a:lnTo>
                    <a:pt x="452" y="451"/>
                  </a:lnTo>
                  <a:lnTo>
                    <a:pt x="452" y="455"/>
                  </a:lnTo>
                  <a:lnTo>
                    <a:pt x="452" y="455"/>
                  </a:lnTo>
                  <a:lnTo>
                    <a:pt x="453" y="457"/>
                  </a:lnTo>
                  <a:lnTo>
                    <a:pt x="453" y="457"/>
                  </a:lnTo>
                  <a:lnTo>
                    <a:pt x="455" y="457"/>
                  </a:lnTo>
                  <a:lnTo>
                    <a:pt x="457" y="457"/>
                  </a:lnTo>
                  <a:lnTo>
                    <a:pt x="457" y="457"/>
                  </a:lnTo>
                  <a:lnTo>
                    <a:pt x="457" y="455"/>
                  </a:lnTo>
                  <a:lnTo>
                    <a:pt x="457" y="455"/>
                  </a:lnTo>
                  <a:lnTo>
                    <a:pt x="457" y="453"/>
                  </a:lnTo>
                  <a:lnTo>
                    <a:pt x="457" y="453"/>
                  </a:lnTo>
                  <a:lnTo>
                    <a:pt x="457" y="453"/>
                  </a:lnTo>
                  <a:lnTo>
                    <a:pt x="459" y="453"/>
                  </a:lnTo>
                  <a:lnTo>
                    <a:pt x="461" y="453"/>
                  </a:lnTo>
                  <a:lnTo>
                    <a:pt x="463" y="453"/>
                  </a:lnTo>
                  <a:lnTo>
                    <a:pt x="463" y="455"/>
                  </a:lnTo>
                  <a:lnTo>
                    <a:pt x="463" y="459"/>
                  </a:lnTo>
                  <a:lnTo>
                    <a:pt x="465" y="459"/>
                  </a:lnTo>
                  <a:lnTo>
                    <a:pt x="467" y="459"/>
                  </a:lnTo>
                  <a:lnTo>
                    <a:pt x="467" y="459"/>
                  </a:lnTo>
                  <a:lnTo>
                    <a:pt x="469" y="459"/>
                  </a:lnTo>
                  <a:lnTo>
                    <a:pt x="469" y="457"/>
                  </a:lnTo>
                  <a:lnTo>
                    <a:pt x="471" y="457"/>
                  </a:lnTo>
                  <a:lnTo>
                    <a:pt x="471" y="457"/>
                  </a:lnTo>
                  <a:lnTo>
                    <a:pt x="471" y="455"/>
                  </a:lnTo>
                  <a:lnTo>
                    <a:pt x="471" y="455"/>
                  </a:lnTo>
                  <a:lnTo>
                    <a:pt x="471" y="455"/>
                  </a:lnTo>
                  <a:lnTo>
                    <a:pt x="471" y="453"/>
                  </a:lnTo>
                  <a:lnTo>
                    <a:pt x="471" y="453"/>
                  </a:lnTo>
                  <a:lnTo>
                    <a:pt x="472" y="451"/>
                  </a:lnTo>
                  <a:lnTo>
                    <a:pt x="472" y="451"/>
                  </a:lnTo>
                  <a:lnTo>
                    <a:pt x="478" y="453"/>
                  </a:lnTo>
                  <a:lnTo>
                    <a:pt x="480" y="453"/>
                  </a:lnTo>
                  <a:lnTo>
                    <a:pt x="482" y="453"/>
                  </a:lnTo>
                  <a:lnTo>
                    <a:pt x="482" y="453"/>
                  </a:lnTo>
                  <a:lnTo>
                    <a:pt x="482" y="453"/>
                  </a:lnTo>
                  <a:lnTo>
                    <a:pt x="484" y="451"/>
                  </a:lnTo>
                  <a:lnTo>
                    <a:pt x="482" y="449"/>
                  </a:lnTo>
                  <a:lnTo>
                    <a:pt x="482" y="449"/>
                  </a:lnTo>
                  <a:lnTo>
                    <a:pt x="482" y="447"/>
                  </a:lnTo>
                  <a:lnTo>
                    <a:pt x="484" y="447"/>
                  </a:lnTo>
                  <a:lnTo>
                    <a:pt x="484" y="445"/>
                  </a:lnTo>
                  <a:lnTo>
                    <a:pt x="484" y="444"/>
                  </a:lnTo>
                  <a:lnTo>
                    <a:pt x="484" y="440"/>
                  </a:lnTo>
                  <a:lnTo>
                    <a:pt x="484" y="438"/>
                  </a:lnTo>
                  <a:lnTo>
                    <a:pt x="484" y="438"/>
                  </a:lnTo>
                  <a:lnTo>
                    <a:pt x="484" y="436"/>
                  </a:lnTo>
                  <a:lnTo>
                    <a:pt x="482" y="436"/>
                  </a:lnTo>
                  <a:lnTo>
                    <a:pt x="482" y="436"/>
                  </a:lnTo>
                  <a:lnTo>
                    <a:pt x="482" y="436"/>
                  </a:lnTo>
                  <a:lnTo>
                    <a:pt x="482" y="434"/>
                  </a:lnTo>
                  <a:lnTo>
                    <a:pt x="480" y="434"/>
                  </a:lnTo>
                  <a:lnTo>
                    <a:pt x="482" y="432"/>
                  </a:lnTo>
                  <a:lnTo>
                    <a:pt x="484" y="430"/>
                  </a:lnTo>
                  <a:lnTo>
                    <a:pt x="488" y="423"/>
                  </a:lnTo>
                  <a:lnTo>
                    <a:pt x="490" y="419"/>
                  </a:lnTo>
                  <a:lnTo>
                    <a:pt x="490" y="417"/>
                  </a:lnTo>
                  <a:lnTo>
                    <a:pt x="490" y="415"/>
                  </a:lnTo>
                  <a:lnTo>
                    <a:pt x="490" y="413"/>
                  </a:lnTo>
                  <a:lnTo>
                    <a:pt x="490" y="413"/>
                  </a:lnTo>
                  <a:lnTo>
                    <a:pt x="488" y="413"/>
                  </a:lnTo>
                  <a:lnTo>
                    <a:pt x="488" y="413"/>
                  </a:lnTo>
                  <a:lnTo>
                    <a:pt x="488" y="413"/>
                  </a:lnTo>
                  <a:lnTo>
                    <a:pt x="486" y="413"/>
                  </a:lnTo>
                  <a:lnTo>
                    <a:pt x="486" y="413"/>
                  </a:lnTo>
                  <a:lnTo>
                    <a:pt x="486" y="411"/>
                  </a:lnTo>
                  <a:lnTo>
                    <a:pt x="486" y="411"/>
                  </a:lnTo>
                  <a:lnTo>
                    <a:pt x="486" y="409"/>
                  </a:lnTo>
                  <a:lnTo>
                    <a:pt x="486" y="409"/>
                  </a:lnTo>
                  <a:lnTo>
                    <a:pt x="484" y="407"/>
                  </a:lnTo>
                  <a:lnTo>
                    <a:pt x="484" y="407"/>
                  </a:lnTo>
                  <a:lnTo>
                    <a:pt x="484" y="407"/>
                  </a:lnTo>
                  <a:lnTo>
                    <a:pt x="482" y="407"/>
                  </a:lnTo>
                  <a:lnTo>
                    <a:pt x="482" y="407"/>
                  </a:lnTo>
                  <a:lnTo>
                    <a:pt x="482" y="407"/>
                  </a:lnTo>
                  <a:lnTo>
                    <a:pt x="482" y="407"/>
                  </a:lnTo>
                  <a:lnTo>
                    <a:pt x="482" y="406"/>
                  </a:lnTo>
                  <a:lnTo>
                    <a:pt x="482" y="406"/>
                  </a:lnTo>
                  <a:lnTo>
                    <a:pt x="486" y="406"/>
                  </a:lnTo>
                  <a:lnTo>
                    <a:pt x="486" y="404"/>
                  </a:lnTo>
                  <a:lnTo>
                    <a:pt x="488" y="400"/>
                  </a:lnTo>
                  <a:lnTo>
                    <a:pt x="488" y="400"/>
                  </a:lnTo>
                  <a:lnTo>
                    <a:pt x="488" y="400"/>
                  </a:lnTo>
                  <a:lnTo>
                    <a:pt x="490" y="400"/>
                  </a:lnTo>
                  <a:lnTo>
                    <a:pt x="490" y="400"/>
                  </a:lnTo>
                  <a:lnTo>
                    <a:pt x="490" y="400"/>
                  </a:lnTo>
                  <a:lnTo>
                    <a:pt x="490" y="402"/>
                  </a:lnTo>
                  <a:lnTo>
                    <a:pt x="492" y="404"/>
                  </a:lnTo>
                  <a:lnTo>
                    <a:pt x="492" y="404"/>
                  </a:lnTo>
                  <a:lnTo>
                    <a:pt x="493" y="406"/>
                  </a:lnTo>
                  <a:lnTo>
                    <a:pt x="493" y="406"/>
                  </a:lnTo>
                  <a:lnTo>
                    <a:pt x="493" y="406"/>
                  </a:lnTo>
                  <a:lnTo>
                    <a:pt x="497" y="407"/>
                  </a:lnTo>
                  <a:lnTo>
                    <a:pt x="501" y="409"/>
                  </a:lnTo>
                  <a:lnTo>
                    <a:pt x="501" y="409"/>
                  </a:lnTo>
                  <a:lnTo>
                    <a:pt x="503" y="411"/>
                  </a:lnTo>
                  <a:lnTo>
                    <a:pt x="505" y="415"/>
                  </a:lnTo>
                  <a:lnTo>
                    <a:pt x="505" y="415"/>
                  </a:lnTo>
                  <a:lnTo>
                    <a:pt x="507" y="415"/>
                  </a:lnTo>
                  <a:lnTo>
                    <a:pt x="507" y="415"/>
                  </a:lnTo>
                  <a:lnTo>
                    <a:pt x="513" y="415"/>
                  </a:lnTo>
                  <a:lnTo>
                    <a:pt x="513" y="415"/>
                  </a:lnTo>
                  <a:lnTo>
                    <a:pt x="516" y="413"/>
                  </a:lnTo>
                  <a:lnTo>
                    <a:pt x="518" y="413"/>
                  </a:lnTo>
                  <a:lnTo>
                    <a:pt x="520" y="411"/>
                  </a:lnTo>
                  <a:lnTo>
                    <a:pt x="520" y="411"/>
                  </a:lnTo>
                  <a:lnTo>
                    <a:pt x="522" y="409"/>
                  </a:lnTo>
                  <a:lnTo>
                    <a:pt x="522" y="409"/>
                  </a:lnTo>
                  <a:lnTo>
                    <a:pt x="522" y="407"/>
                  </a:lnTo>
                  <a:lnTo>
                    <a:pt x="522" y="407"/>
                  </a:lnTo>
                  <a:lnTo>
                    <a:pt x="522" y="406"/>
                  </a:lnTo>
                  <a:lnTo>
                    <a:pt x="522" y="404"/>
                  </a:lnTo>
                  <a:lnTo>
                    <a:pt x="526" y="402"/>
                  </a:lnTo>
                  <a:lnTo>
                    <a:pt x="530" y="398"/>
                  </a:lnTo>
                  <a:lnTo>
                    <a:pt x="530" y="396"/>
                  </a:lnTo>
                  <a:lnTo>
                    <a:pt x="532" y="396"/>
                  </a:lnTo>
                  <a:lnTo>
                    <a:pt x="532" y="394"/>
                  </a:lnTo>
                  <a:lnTo>
                    <a:pt x="532" y="392"/>
                  </a:lnTo>
                  <a:lnTo>
                    <a:pt x="532" y="390"/>
                  </a:lnTo>
                  <a:lnTo>
                    <a:pt x="532" y="383"/>
                  </a:lnTo>
                  <a:lnTo>
                    <a:pt x="530" y="381"/>
                  </a:lnTo>
                  <a:lnTo>
                    <a:pt x="530" y="379"/>
                  </a:lnTo>
                  <a:lnTo>
                    <a:pt x="528" y="375"/>
                  </a:lnTo>
                  <a:lnTo>
                    <a:pt x="528" y="375"/>
                  </a:lnTo>
                  <a:lnTo>
                    <a:pt x="528" y="373"/>
                  </a:lnTo>
                  <a:lnTo>
                    <a:pt x="526" y="373"/>
                  </a:lnTo>
                  <a:lnTo>
                    <a:pt x="524" y="371"/>
                  </a:lnTo>
                  <a:lnTo>
                    <a:pt x="522" y="369"/>
                  </a:lnTo>
                  <a:lnTo>
                    <a:pt x="522" y="367"/>
                  </a:lnTo>
                  <a:lnTo>
                    <a:pt x="520" y="366"/>
                  </a:lnTo>
                  <a:lnTo>
                    <a:pt x="518" y="366"/>
                  </a:lnTo>
                  <a:lnTo>
                    <a:pt x="516" y="366"/>
                  </a:lnTo>
                  <a:lnTo>
                    <a:pt x="514" y="364"/>
                  </a:lnTo>
                  <a:lnTo>
                    <a:pt x="514" y="362"/>
                  </a:lnTo>
                  <a:lnTo>
                    <a:pt x="514" y="362"/>
                  </a:lnTo>
                  <a:lnTo>
                    <a:pt x="513" y="360"/>
                  </a:lnTo>
                  <a:lnTo>
                    <a:pt x="513" y="360"/>
                  </a:lnTo>
                  <a:lnTo>
                    <a:pt x="511" y="360"/>
                  </a:lnTo>
                  <a:lnTo>
                    <a:pt x="511" y="360"/>
                  </a:lnTo>
                  <a:lnTo>
                    <a:pt x="509" y="360"/>
                  </a:lnTo>
                  <a:lnTo>
                    <a:pt x="509" y="360"/>
                  </a:lnTo>
                  <a:lnTo>
                    <a:pt x="507" y="360"/>
                  </a:lnTo>
                  <a:lnTo>
                    <a:pt x="503" y="358"/>
                  </a:lnTo>
                  <a:lnTo>
                    <a:pt x="499" y="354"/>
                  </a:lnTo>
                  <a:lnTo>
                    <a:pt x="499" y="354"/>
                  </a:lnTo>
                  <a:lnTo>
                    <a:pt x="499" y="354"/>
                  </a:lnTo>
                  <a:lnTo>
                    <a:pt x="499" y="352"/>
                  </a:lnTo>
                  <a:lnTo>
                    <a:pt x="499" y="352"/>
                  </a:lnTo>
                  <a:lnTo>
                    <a:pt x="499" y="352"/>
                  </a:lnTo>
                  <a:lnTo>
                    <a:pt x="501" y="352"/>
                  </a:lnTo>
                  <a:lnTo>
                    <a:pt x="507" y="356"/>
                  </a:lnTo>
                  <a:lnTo>
                    <a:pt x="507" y="356"/>
                  </a:lnTo>
                  <a:lnTo>
                    <a:pt x="507" y="356"/>
                  </a:lnTo>
                  <a:lnTo>
                    <a:pt x="509" y="356"/>
                  </a:lnTo>
                  <a:lnTo>
                    <a:pt x="509" y="354"/>
                  </a:lnTo>
                  <a:lnTo>
                    <a:pt x="509" y="356"/>
                  </a:lnTo>
                  <a:lnTo>
                    <a:pt x="511" y="356"/>
                  </a:lnTo>
                  <a:lnTo>
                    <a:pt x="511" y="356"/>
                  </a:lnTo>
                  <a:lnTo>
                    <a:pt x="513" y="356"/>
                  </a:lnTo>
                  <a:lnTo>
                    <a:pt x="513" y="356"/>
                  </a:lnTo>
                  <a:lnTo>
                    <a:pt x="513" y="356"/>
                  </a:lnTo>
                  <a:lnTo>
                    <a:pt x="514" y="354"/>
                  </a:lnTo>
                  <a:lnTo>
                    <a:pt x="514" y="354"/>
                  </a:lnTo>
                  <a:lnTo>
                    <a:pt x="514" y="354"/>
                  </a:lnTo>
                  <a:lnTo>
                    <a:pt x="516" y="352"/>
                  </a:lnTo>
                  <a:lnTo>
                    <a:pt x="518" y="352"/>
                  </a:lnTo>
                  <a:lnTo>
                    <a:pt x="518" y="352"/>
                  </a:lnTo>
                  <a:lnTo>
                    <a:pt x="520" y="350"/>
                  </a:lnTo>
                  <a:lnTo>
                    <a:pt x="520" y="347"/>
                  </a:lnTo>
                  <a:lnTo>
                    <a:pt x="522" y="345"/>
                  </a:lnTo>
                  <a:lnTo>
                    <a:pt x="522" y="345"/>
                  </a:lnTo>
                  <a:lnTo>
                    <a:pt x="522" y="345"/>
                  </a:lnTo>
                  <a:lnTo>
                    <a:pt x="524" y="345"/>
                  </a:lnTo>
                  <a:lnTo>
                    <a:pt x="526" y="347"/>
                  </a:lnTo>
                  <a:lnTo>
                    <a:pt x="526" y="347"/>
                  </a:lnTo>
                  <a:lnTo>
                    <a:pt x="532" y="345"/>
                  </a:lnTo>
                  <a:lnTo>
                    <a:pt x="532" y="343"/>
                  </a:lnTo>
                  <a:lnTo>
                    <a:pt x="533" y="341"/>
                  </a:lnTo>
                  <a:lnTo>
                    <a:pt x="535" y="335"/>
                  </a:lnTo>
                  <a:lnTo>
                    <a:pt x="535" y="333"/>
                  </a:lnTo>
                  <a:lnTo>
                    <a:pt x="537" y="331"/>
                  </a:lnTo>
                  <a:lnTo>
                    <a:pt x="539" y="331"/>
                  </a:lnTo>
                  <a:lnTo>
                    <a:pt x="541" y="329"/>
                  </a:lnTo>
                  <a:lnTo>
                    <a:pt x="543" y="328"/>
                  </a:lnTo>
                  <a:lnTo>
                    <a:pt x="543" y="326"/>
                  </a:lnTo>
                  <a:lnTo>
                    <a:pt x="545" y="326"/>
                  </a:lnTo>
                  <a:lnTo>
                    <a:pt x="545" y="326"/>
                  </a:lnTo>
                  <a:lnTo>
                    <a:pt x="549" y="328"/>
                  </a:lnTo>
                  <a:lnTo>
                    <a:pt x="549" y="328"/>
                  </a:lnTo>
                  <a:lnTo>
                    <a:pt x="551" y="328"/>
                  </a:lnTo>
                  <a:lnTo>
                    <a:pt x="562" y="324"/>
                  </a:lnTo>
                  <a:lnTo>
                    <a:pt x="564" y="324"/>
                  </a:lnTo>
                  <a:lnTo>
                    <a:pt x="566" y="322"/>
                  </a:lnTo>
                  <a:lnTo>
                    <a:pt x="568" y="322"/>
                  </a:lnTo>
                  <a:lnTo>
                    <a:pt x="568" y="320"/>
                  </a:lnTo>
                  <a:lnTo>
                    <a:pt x="568" y="320"/>
                  </a:lnTo>
                  <a:lnTo>
                    <a:pt x="568" y="320"/>
                  </a:lnTo>
                  <a:lnTo>
                    <a:pt x="568" y="318"/>
                  </a:lnTo>
                  <a:lnTo>
                    <a:pt x="568" y="318"/>
                  </a:lnTo>
                  <a:lnTo>
                    <a:pt x="566" y="316"/>
                  </a:lnTo>
                  <a:lnTo>
                    <a:pt x="566" y="316"/>
                  </a:lnTo>
                  <a:lnTo>
                    <a:pt x="566" y="316"/>
                  </a:lnTo>
                  <a:lnTo>
                    <a:pt x="566" y="316"/>
                  </a:lnTo>
                  <a:lnTo>
                    <a:pt x="566" y="316"/>
                  </a:lnTo>
                  <a:lnTo>
                    <a:pt x="564" y="316"/>
                  </a:lnTo>
                  <a:lnTo>
                    <a:pt x="562" y="316"/>
                  </a:lnTo>
                  <a:lnTo>
                    <a:pt x="562" y="318"/>
                  </a:lnTo>
                  <a:lnTo>
                    <a:pt x="562" y="318"/>
                  </a:lnTo>
                  <a:lnTo>
                    <a:pt x="558" y="318"/>
                  </a:lnTo>
                  <a:lnTo>
                    <a:pt x="556" y="318"/>
                  </a:lnTo>
                  <a:lnTo>
                    <a:pt x="556" y="318"/>
                  </a:lnTo>
                  <a:lnTo>
                    <a:pt x="556" y="316"/>
                  </a:lnTo>
                  <a:lnTo>
                    <a:pt x="554" y="316"/>
                  </a:lnTo>
                  <a:lnTo>
                    <a:pt x="554" y="316"/>
                  </a:lnTo>
                  <a:lnTo>
                    <a:pt x="553" y="316"/>
                  </a:lnTo>
                  <a:lnTo>
                    <a:pt x="553" y="316"/>
                  </a:lnTo>
                  <a:lnTo>
                    <a:pt x="553" y="316"/>
                  </a:lnTo>
                  <a:lnTo>
                    <a:pt x="553" y="316"/>
                  </a:lnTo>
                  <a:lnTo>
                    <a:pt x="551" y="316"/>
                  </a:lnTo>
                  <a:lnTo>
                    <a:pt x="551" y="318"/>
                  </a:lnTo>
                  <a:lnTo>
                    <a:pt x="551" y="318"/>
                  </a:lnTo>
                  <a:lnTo>
                    <a:pt x="543" y="316"/>
                  </a:lnTo>
                  <a:lnTo>
                    <a:pt x="541" y="316"/>
                  </a:lnTo>
                  <a:lnTo>
                    <a:pt x="539" y="318"/>
                  </a:lnTo>
                  <a:lnTo>
                    <a:pt x="535" y="318"/>
                  </a:lnTo>
                  <a:lnTo>
                    <a:pt x="533" y="320"/>
                  </a:lnTo>
                  <a:lnTo>
                    <a:pt x="526" y="320"/>
                  </a:lnTo>
                  <a:lnTo>
                    <a:pt x="524" y="322"/>
                  </a:lnTo>
                  <a:lnTo>
                    <a:pt x="524" y="322"/>
                  </a:lnTo>
                  <a:lnTo>
                    <a:pt x="522" y="322"/>
                  </a:lnTo>
                  <a:lnTo>
                    <a:pt x="522" y="322"/>
                  </a:lnTo>
                  <a:lnTo>
                    <a:pt x="522" y="318"/>
                  </a:lnTo>
                  <a:lnTo>
                    <a:pt x="520" y="318"/>
                  </a:lnTo>
                  <a:lnTo>
                    <a:pt x="518" y="314"/>
                  </a:lnTo>
                  <a:lnTo>
                    <a:pt x="518" y="312"/>
                  </a:lnTo>
                  <a:lnTo>
                    <a:pt x="516" y="312"/>
                  </a:lnTo>
                  <a:lnTo>
                    <a:pt x="516" y="310"/>
                  </a:lnTo>
                  <a:lnTo>
                    <a:pt x="518" y="310"/>
                  </a:lnTo>
                  <a:lnTo>
                    <a:pt x="520" y="310"/>
                  </a:lnTo>
                  <a:lnTo>
                    <a:pt x="522" y="309"/>
                  </a:lnTo>
                  <a:lnTo>
                    <a:pt x="524" y="309"/>
                  </a:lnTo>
                  <a:lnTo>
                    <a:pt x="526" y="305"/>
                  </a:lnTo>
                  <a:lnTo>
                    <a:pt x="524" y="303"/>
                  </a:lnTo>
                  <a:lnTo>
                    <a:pt x="524" y="303"/>
                  </a:lnTo>
                  <a:lnTo>
                    <a:pt x="522" y="301"/>
                  </a:lnTo>
                  <a:lnTo>
                    <a:pt x="522" y="301"/>
                  </a:lnTo>
                  <a:lnTo>
                    <a:pt x="522" y="299"/>
                  </a:lnTo>
                  <a:lnTo>
                    <a:pt x="522" y="297"/>
                  </a:lnTo>
                  <a:lnTo>
                    <a:pt x="522" y="297"/>
                  </a:lnTo>
                  <a:lnTo>
                    <a:pt x="522" y="293"/>
                  </a:lnTo>
                  <a:lnTo>
                    <a:pt x="522" y="293"/>
                  </a:lnTo>
                  <a:lnTo>
                    <a:pt x="522" y="291"/>
                  </a:lnTo>
                  <a:lnTo>
                    <a:pt x="522" y="290"/>
                  </a:lnTo>
                  <a:lnTo>
                    <a:pt x="524" y="290"/>
                  </a:lnTo>
                  <a:lnTo>
                    <a:pt x="524" y="290"/>
                  </a:lnTo>
                  <a:lnTo>
                    <a:pt x="528" y="288"/>
                  </a:lnTo>
                  <a:lnTo>
                    <a:pt x="532" y="286"/>
                  </a:lnTo>
                  <a:lnTo>
                    <a:pt x="532" y="286"/>
                  </a:lnTo>
                  <a:lnTo>
                    <a:pt x="535" y="286"/>
                  </a:lnTo>
                  <a:lnTo>
                    <a:pt x="537" y="284"/>
                  </a:lnTo>
                  <a:lnTo>
                    <a:pt x="537" y="284"/>
                  </a:lnTo>
                  <a:lnTo>
                    <a:pt x="545" y="278"/>
                  </a:lnTo>
                  <a:lnTo>
                    <a:pt x="553" y="278"/>
                  </a:lnTo>
                  <a:lnTo>
                    <a:pt x="553" y="270"/>
                  </a:lnTo>
                  <a:lnTo>
                    <a:pt x="553" y="267"/>
                  </a:lnTo>
                  <a:lnTo>
                    <a:pt x="553" y="267"/>
                  </a:lnTo>
                  <a:lnTo>
                    <a:pt x="553" y="265"/>
                  </a:lnTo>
                  <a:lnTo>
                    <a:pt x="551" y="263"/>
                  </a:lnTo>
                  <a:lnTo>
                    <a:pt x="551" y="263"/>
                  </a:lnTo>
                  <a:lnTo>
                    <a:pt x="551" y="261"/>
                  </a:lnTo>
                  <a:lnTo>
                    <a:pt x="551" y="259"/>
                  </a:lnTo>
                  <a:lnTo>
                    <a:pt x="551" y="257"/>
                  </a:lnTo>
                  <a:lnTo>
                    <a:pt x="549" y="255"/>
                  </a:lnTo>
                  <a:lnTo>
                    <a:pt x="549" y="255"/>
                  </a:lnTo>
                  <a:lnTo>
                    <a:pt x="547" y="253"/>
                  </a:lnTo>
                  <a:lnTo>
                    <a:pt x="547" y="253"/>
                  </a:lnTo>
                  <a:lnTo>
                    <a:pt x="545" y="251"/>
                  </a:lnTo>
                  <a:lnTo>
                    <a:pt x="547" y="250"/>
                  </a:lnTo>
                  <a:lnTo>
                    <a:pt x="545" y="248"/>
                  </a:lnTo>
                  <a:lnTo>
                    <a:pt x="545" y="246"/>
                  </a:lnTo>
                  <a:lnTo>
                    <a:pt x="545" y="244"/>
                  </a:lnTo>
                  <a:lnTo>
                    <a:pt x="545" y="242"/>
                  </a:lnTo>
                  <a:lnTo>
                    <a:pt x="547" y="240"/>
                  </a:lnTo>
                  <a:lnTo>
                    <a:pt x="547" y="238"/>
                  </a:lnTo>
                  <a:lnTo>
                    <a:pt x="547" y="238"/>
                  </a:lnTo>
                  <a:lnTo>
                    <a:pt x="547" y="238"/>
                  </a:lnTo>
                  <a:lnTo>
                    <a:pt x="549" y="238"/>
                  </a:lnTo>
                  <a:lnTo>
                    <a:pt x="549" y="238"/>
                  </a:lnTo>
                  <a:lnTo>
                    <a:pt x="551" y="240"/>
                  </a:lnTo>
                  <a:lnTo>
                    <a:pt x="551" y="240"/>
                  </a:lnTo>
                  <a:lnTo>
                    <a:pt x="553" y="240"/>
                  </a:lnTo>
                  <a:lnTo>
                    <a:pt x="553" y="242"/>
                  </a:lnTo>
                  <a:lnTo>
                    <a:pt x="554" y="242"/>
                  </a:lnTo>
                  <a:lnTo>
                    <a:pt x="556" y="240"/>
                  </a:lnTo>
                  <a:lnTo>
                    <a:pt x="558" y="240"/>
                  </a:lnTo>
                  <a:lnTo>
                    <a:pt x="560" y="240"/>
                  </a:lnTo>
                  <a:lnTo>
                    <a:pt x="560" y="238"/>
                  </a:lnTo>
                  <a:lnTo>
                    <a:pt x="562" y="238"/>
                  </a:lnTo>
                  <a:lnTo>
                    <a:pt x="562" y="236"/>
                  </a:lnTo>
                  <a:lnTo>
                    <a:pt x="562" y="236"/>
                  </a:lnTo>
                  <a:lnTo>
                    <a:pt x="562" y="234"/>
                  </a:lnTo>
                  <a:lnTo>
                    <a:pt x="562" y="234"/>
                  </a:lnTo>
                  <a:lnTo>
                    <a:pt x="562" y="232"/>
                  </a:lnTo>
                  <a:lnTo>
                    <a:pt x="560" y="232"/>
                  </a:lnTo>
                  <a:lnTo>
                    <a:pt x="558" y="232"/>
                  </a:lnTo>
                  <a:lnTo>
                    <a:pt x="554" y="232"/>
                  </a:lnTo>
                  <a:lnTo>
                    <a:pt x="551" y="232"/>
                  </a:lnTo>
                  <a:lnTo>
                    <a:pt x="551" y="232"/>
                  </a:lnTo>
                  <a:lnTo>
                    <a:pt x="549" y="232"/>
                  </a:lnTo>
                  <a:lnTo>
                    <a:pt x="547" y="231"/>
                  </a:lnTo>
                  <a:lnTo>
                    <a:pt x="543" y="227"/>
                  </a:lnTo>
                  <a:lnTo>
                    <a:pt x="543" y="225"/>
                  </a:lnTo>
                  <a:lnTo>
                    <a:pt x="543" y="225"/>
                  </a:lnTo>
                  <a:lnTo>
                    <a:pt x="543" y="223"/>
                  </a:lnTo>
                  <a:lnTo>
                    <a:pt x="543" y="221"/>
                  </a:lnTo>
                  <a:lnTo>
                    <a:pt x="545" y="221"/>
                  </a:lnTo>
                  <a:lnTo>
                    <a:pt x="545" y="221"/>
                  </a:lnTo>
                  <a:lnTo>
                    <a:pt x="545" y="221"/>
                  </a:lnTo>
                  <a:lnTo>
                    <a:pt x="551" y="223"/>
                  </a:lnTo>
                  <a:lnTo>
                    <a:pt x="553" y="223"/>
                  </a:lnTo>
                  <a:lnTo>
                    <a:pt x="553" y="223"/>
                  </a:lnTo>
                  <a:lnTo>
                    <a:pt x="554" y="223"/>
                  </a:lnTo>
                  <a:lnTo>
                    <a:pt x="554" y="221"/>
                  </a:lnTo>
                  <a:lnTo>
                    <a:pt x="558" y="217"/>
                  </a:lnTo>
                  <a:lnTo>
                    <a:pt x="566" y="212"/>
                  </a:lnTo>
                  <a:lnTo>
                    <a:pt x="566" y="212"/>
                  </a:lnTo>
                  <a:lnTo>
                    <a:pt x="568" y="212"/>
                  </a:lnTo>
                  <a:lnTo>
                    <a:pt x="570" y="212"/>
                  </a:lnTo>
                  <a:lnTo>
                    <a:pt x="570" y="212"/>
                  </a:lnTo>
                  <a:lnTo>
                    <a:pt x="572" y="212"/>
                  </a:lnTo>
                  <a:lnTo>
                    <a:pt x="572" y="212"/>
                  </a:lnTo>
                  <a:lnTo>
                    <a:pt x="573" y="210"/>
                  </a:lnTo>
                  <a:lnTo>
                    <a:pt x="573" y="210"/>
                  </a:lnTo>
                  <a:lnTo>
                    <a:pt x="575" y="208"/>
                  </a:lnTo>
                  <a:lnTo>
                    <a:pt x="583" y="193"/>
                  </a:lnTo>
                  <a:lnTo>
                    <a:pt x="583" y="191"/>
                  </a:lnTo>
                  <a:lnTo>
                    <a:pt x="581" y="189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54" name="Freeform 57">
              <a:extLst>
                <a:ext uri="{FF2B5EF4-FFF2-40B4-BE49-F238E27FC236}">
                  <a16:creationId xmlns:a16="http://schemas.microsoft.com/office/drawing/2014/main" id="{67435290-AAF8-69AF-7612-26FA0F111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125" y="3048000"/>
              <a:ext cx="925513" cy="735013"/>
            </a:xfrm>
            <a:custGeom>
              <a:avLst/>
              <a:gdLst>
                <a:gd name="T0" fmla="*/ 553 w 583"/>
                <a:gd name="T1" fmla="*/ 158 h 463"/>
                <a:gd name="T2" fmla="*/ 513 w 583"/>
                <a:gd name="T3" fmla="*/ 132 h 463"/>
                <a:gd name="T4" fmla="*/ 493 w 583"/>
                <a:gd name="T5" fmla="*/ 103 h 463"/>
                <a:gd name="T6" fmla="*/ 484 w 583"/>
                <a:gd name="T7" fmla="*/ 71 h 463"/>
                <a:gd name="T8" fmla="*/ 457 w 583"/>
                <a:gd name="T9" fmla="*/ 44 h 463"/>
                <a:gd name="T10" fmla="*/ 457 w 583"/>
                <a:gd name="T11" fmla="*/ 29 h 463"/>
                <a:gd name="T12" fmla="*/ 444 w 583"/>
                <a:gd name="T13" fmla="*/ 35 h 463"/>
                <a:gd name="T14" fmla="*/ 400 w 583"/>
                <a:gd name="T15" fmla="*/ 29 h 463"/>
                <a:gd name="T16" fmla="*/ 381 w 583"/>
                <a:gd name="T17" fmla="*/ 16 h 463"/>
                <a:gd name="T18" fmla="*/ 349 w 583"/>
                <a:gd name="T19" fmla="*/ 6 h 463"/>
                <a:gd name="T20" fmla="*/ 305 w 583"/>
                <a:gd name="T21" fmla="*/ 4 h 463"/>
                <a:gd name="T22" fmla="*/ 261 w 583"/>
                <a:gd name="T23" fmla="*/ 25 h 463"/>
                <a:gd name="T24" fmla="*/ 221 w 583"/>
                <a:gd name="T25" fmla="*/ 37 h 463"/>
                <a:gd name="T26" fmla="*/ 93 w 583"/>
                <a:gd name="T27" fmla="*/ 48 h 463"/>
                <a:gd name="T28" fmla="*/ 21 w 583"/>
                <a:gd name="T29" fmla="*/ 77 h 463"/>
                <a:gd name="T30" fmla="*/ 6 w 583"/>
                <a:gd name="T31" fmla="*/ 84 h 463"/>
                <a:gd name="T32" fmla="*/ 2 w 583"/>
                <a:gd name="T33" fmla="*/ 111 h 463"/>
                <a:gd name="T34" fmla="*/ 49 w 583"/>
                <a:gd name="T35" fmla="*/ 90 h 463"/>
                <a:gd name="T36" fmla="*/ 30 w 583"/>
                <a:gd name="T37" fmla="*/ 111 h 463"/>
                <a:gd name="T38" fmla="*/ 28 w 583"/>
                <a:gd name="T39" fmla="*/ 132 h 463"/>
                <a:gd name="T40" fmla="*/ 38 w 583"/>
                <a:gd name="T41" fmla="*/ 141 h 463"/>
                <a:gd name="T42" fmla="*/ 122 w 583"/>
                <a:gd name="T43" fmla="*/ 194 h 463"/>
                <a:gd name="T44" fmla="*/ 183 w 583"/>
                <a:gd name="T45" fmla="*/ 175 h 463"/>
                <a:gd name="T46" fmla="*/ 204 w 583"/>
                <a:gd name="T47" fmla="*/ 179 h 463"/>
                <a:gd name="T48" fmla="*/ 215 w 583"/>
                <a:gd name="T49" fmla="*/ 177 h 463"/>
                <a:gd name="T50" fmla="*/ 156 w 583"/>
                <a:gd name="T51" fmla="*/ 227 h 463"/>
                <a:gd name="T52" fmla="*/ 129 w 583"/>
                <a:gd name="T53" fmla="*/ 236 h 463"/>
                <a:gd name="T54" fmla="*/ 95 w 583"/>
                <a:gd name="T55" fmla="*/ 238 h 463"/>
                <a:gd name="T56" fmla="*/ 74 w 583"/>
                <a:gd name="T57" fmla="*/ 236 h 463"/>
                <a:gd name="T58" fmla="*/ 131 w 583"/>
                <a:gd name="T59" fmla="*/ 309 h 463"/>
                <a:gd name="T60" fmla="*/ 244 w 583"/>
                <a:gd name="T61" fmla="*/ 402 h 463"/>
                <a:gd name="T62" fmla="*/ 314 w 583"/>
                <a:gd name="T63" fmla="*/ 375 h 463"/>
                <a:gd name="T64" fmla="*/ 366 w 583"/>
                <a:gd name="T65" fmla="*/ 343 h 463"/>
                <a:gd name="T66" fmla="*/ 373 w 583"/>
                <a:gd name="T67" fmla="*/ 297 h 463"/>
                <a:gd name="T68" fmla="*/ 360 w 583"/>
                <a:gd name="T69" fmla="*/ 286 h 463"/>
                <a:gd name="T70" fmla="*/ 362 w 583"/>
                <a:gd name="T71" fmla="*/ 276 h 463"/>
                <a:gd name="T72" fmla="*/ 383 w 583"/>
                <a:gd name="T73" fmla="*/ 267 h 463"/>
                <a:gd name="T74" fmla="*/ 387 w 583"/>
                <a:gd name="T75" fmla="*/ 240 h 463"/>
                <a:gd name="T76" fmla="*/ 423 w 583"/>
                <a:gd name="T77" fmla="*/ 248 h 463"/>
                <a:gd name="T78" fmla="*/ 413 w 583"/>
                <a:gd name="T79" fmla="*/ 251 h 463"/>
                <a:gd name="T80" fmla="*/ 421 w 583"/>
                <a:gd name="T81" fmla="*/ 274 h 463"/>
                <a:gd name="T82" fmla="*/ 432 w 583"/>
                <a:gd name="T83" fmla="*/ 305 h 463"/>
                <a:gd name="T84" fmla="*/ 423 w 583"/>
                <a:gd name="T85" fmla="*/ 318 h 463"/>
                <a:gd name="T86" fmla="*/ 410 w 583"/>
                <a:gd name="T87" fmla="*/ 339 h 463"/>
                <a:gd name="T88" fmla="*/ 419 w 583"/>
                <a:gd name="T89" fmla="*/ 356 h 463"/>
                <a:gd name="T90" fmla="*/ 431 w 583"/>
                <a:gd name="T91" fmla="*/ 373 h 463"/>
                <a:gd name="T92" fmla="*/ 438 w 583"/>
                <a:gd name="T93" fmla="*/ 398 h 463"/>
                <a:gd name="T94" fmla="*/ 425 w 583"/>
                <a:gd name="T95" fmla="*/ 444 h 463"/>
                <a:gd name="T96" fmla="*/ 442 w 583"/>
                <a:gd name="T97" fmla="*/ 457 h 463"/>
                <a:gd name="T98" fmla="*/ 453 w 583"/>
                <a:gd name="T99" fmla="*/ 438 h 463"/>
                <a:gd name="T100" fmla="*/ 457 w 583"/>
                <a:gd name="T101" fmla="*/ 457 h 463"/>
                <a:gd name="T102" fmla="*/ 484 w 583"/>
                <a:gd name="T103" fmla="*/ 451 h 463"/>
                <a:gd name="T104" fmla="*/ 486 w 583"/>
                <a:gd name="T105" fmla="*/ 411 h 463"/>
                <a:gd name="T106" fmla="*/ 505 w 583"/>
                <a:gd name="T107" fmla="*/ 415 h 463"/>
                <a:gd name="T108" fmla="*/ 524 w 583"/>
                <a:gd name="T109" fmla="*/ 371 h 463"/>
                <a:gd name="T110" fmla="*/ 511 w 583"/>
                <a:gd name="T111" fmla="*/ 356 h 463"/>
                <a:gd name="T112" fmla="*/ 545 w 583"/>
                <a:gd name="T113" fmla="*/ 326 h 463"/>
                <a:gd name="T114" fmla="*/ 553 w 583"/>
                <a:gd name="T115" fmla="*/ 316 h 463"/>
                <a:gd name="T116" fmla="*/ 522 w 583"/>
                <a:gd name="T117" fmla="*/ 299 h 463"/>
                <a:gd name="T118" fmla="*/ 545 w 583"/>
                <a:gd name="T119" fmla="*/ 251 h 463"/>
                <a:gd name="T120" fmla="*/ 551 w 583"/>
                <a:gd name="T121" fmla="*/ 232 h 463"/>
                <a:gd name="T122" fmla="*/ 581 w 583"/>
                <a:gd name="T123" fmla="*/ 189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3" h="463">
                  <a:moveTo>
                    <a:pt x="581" y="189"/>
                  </a:moveTo>
                  <a:lnTo>
                    <a:pt x="579" y="187"/>
                  </a:lnTo>
                  <a:lnTo>
                    <a:pt x="577" y="185"/>
                  </a:lnTo>
                  <a:lnTo>
                    <a:pt x="577" y="185"/>
                  </a:lnTo>
                  <a:lnTo>
                    <a:pt x="575" y="185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73" y="187"/>
                  </a:lnTo>
                  <a:lnTo>
                    <a:pt x="573" y="187"/>
                  </a:lnTo>
                  <a:lnTo>
                    <a:pt x="573" y="185"/>
                  </a:lnTo>
                  <a:lnTo>
                    <a:pt x="573" y="183"/>
                  </a:lnTo>
                  <a:lnTo>
                    <a:pt x="572" y="175"/>
                  </a:lnTo>
                  <a:lnTo>
                    <a:pt x="570" y="170"/>
                  </a:lnTo>
                  <a:lnTo>
                    <a:pt x="570" y="168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66" y="164"/>
                  </a:lnTo>
                  <a:lnTo>
                    <a:pt x="566" y="164"/>
                  </a:lnTo>
                  <a:lnTo>
                    <a:pt x="564" y="162"/>
                  </a:lnTo>
                  <a:lnTo>
                    <a:pt x="564" y="160"/>
                  </a:lnTo>
                  <a:lnTo>
                    <a:pt x="562" y="158"/>
                  </a:lnTo>
                  <a:lnTo>
                    <a:pt x="562" y="158"/>
                  </a:lnTo>
                  <a:lnTo>
                    <a:pt x="558" y="156"/>
                  </a:lnTo>
                  <a:lnTo>
                    <a:pt x="558" y="156"/>
                  </a:lnTo>
                  <a:lnTo>
                    <a:pt x="556" y="156"/>
                  </a:lnTo>
                  <a:lnTo>
                    <a:pt x="556" y="156"/>
                  </a:lnTo>
                  <a:lnTo>
                    <a:pt x="554" y="156"/>
                  </a:lnTo>
                  <a:lnTo>
                    <a:pt x="554" y="158"/>
                  </a:lnTo>
                  <a:lnTo>
                    <a:pt x="553" y="158"/>
                  </a:lnTo>
                  <a:lnTo>
                    <a:pt x="553" y="156"/>
                  </a:lnTo>
                  <a:lnTo>
                    <a:pt x="551" y="156"/>
                  </a:lnTo>
                  <a:lnTo>
                    <a:pt x="551" y="154"/>
                  </a:lnTo>
                  <a:lnTo>
                    <a:pt x="551" y="153"/>
                  </a:lnTo>
                  <a:lnTo>
                    <a:pt x="551" y="151"/>
                  </a:lnTo>
                  <a:lnTo>
                    <a:pt x="551" y="151"/>
                  </a:lnTo>
                  <a:lnTo>
                    <a:pt x="551" y="149"/>
                  </a:lnTo>
                  <a:lnTo>
                    <a:pt x="549" y="147"/>
                  </a:lnTo>
                  <a:lnTo>
                    <a:pt x="547" y="147"/>
                  </a:lnTo>
                  <a:lnTo>
                    <a:pt x="543" y="143"/>
                  </a:lnTo>
                  <a:lnTo>
                    <a:pt x="539" y="141"/>
                  </a:lnTo>
                  <a:lnTo>
                    <a:pt x="535" y="137"/>
                  </a:lnTo>
                  <a:lnTo>
                    <a:pt x="535" y="137"/>
                  </a:lnTo>
                  <a:lnTo>
                    <a:pt x="533" y="137"/>
                  </a:lnTo>
                  <a:lnTo>
                    <a:pt x="533" y="137"/>
                  </a:lnTo>
                  <a:lnTo>
                    <a:pt x="533" y="139"/>
                  </a:lnTo>
                  <a:lnTo>
                    <a:pt x="533" y="139"/>
                  </a:lnTo>
                  <a:lnTo>
                    <a:pt x="533" y="139"/>
                  </a:lnTo>
                  <a:lnTo>
                    <a:pt x="532" y="139"/>
                  </a:lnTo>
                  <a:lnTo>
                    <a:pt x="532" y="139"/>
                  </a:lnTo>
                  <a:lnTo>
                    <a:pt x="532" y="139"/>
                  </a:lnTo>
                  <a:lnTo>
                    <a:pt x="530" y="139"/>
                  </a:lnTo>
                  <a:lnTo>
                    <a:pt x="530" y="139"/>
                  </a:lnTo>
                  <a:lnTo>
                    <a:pt x="526" y="135"/>
                  </a:lnTo>
                  <a:lnTo>
                    <a:pt x="524" y="132"/>
                  </a:lnTo>
                  <a:lnTo>
                    <a:pt x="522" y="130"/>
                  </a:lnTo>
                  <a:lnTo>
                    <a:pt x="522" y="130"/>
                  </a:lnTo>
                  <a:lnTo>
                    <a:pt x="520" y="130"/>
                  </a:lnTo>
                  <a:lnTo>
                    <a:pt x="513" y="132"/>
                  </a:lnTo>
                  <a:lnTo>
                    <a:pt x="513" y="132"/>
                  </a:lnTo>
                  <a:lnTo>
                    <a:pt x="511" y="130"/>
                  </a:lnTo>
                  <a:lnTo>
                    <a:pt x="509" y="130"/>
                  </a:lnTo>
                  <a:lnTo>
                    <a:pt x="505" y="130"/>
                  </a:lnTo>
                  <a:lnTo>
                    <a:pt x="505" y="128"/>
                  </a:lnTo>
                  <a:lnTo>
                    <a:pt x="505" y="126"/>
                  </a:lnTo>
                  <a:lnTo>
                    <a:pt x="507" y="124"/>
                  </a:lnTo>
                  <a:lnTo>
                    <a:pt x="505" y="124"/>
                  </a:lnTo>
                  <a:lnTo>
                    <a:pt x="505" y="122"/>
                  </a:lnTo>
                  <a:lnTo>
                    <a:pt x="505" y="120"/>
                  </a:lnTo>
                  <a:lnTo>
                    <a:pt x="505" y="118"/>
                  </a:lnTo>
                  <a:lnTo>
                    <a:pt x="505" y="116"/>
                  </a:lnTo>
                  <a:lnTo>
                    <a:pt x="505" y="115"/>
                  </a:lnTo>
                  <a:lnTo>
                    <a:pt x="505" y="113"/>
                  </a:lnTo>
                  <a:lnTo>
                    <a:pt x="503" y="111"/>
                  </a:lnTo>
                  <a:lnTo>
                    <a:pt x="501" y="109"/>
                  </a:lnTo>
                  <a:lnTo>
                    <a:pt x="499" y="109"/>
                  </a:lnTo>
                  <a:lnTo>
                    <a:pt x="499" y="111"/>
                  </a:lnTo>
                  <a:lnTo>
                    <a:pt x="497" y="113"/>
                  </a:lnTo>
                  <a:lnTo>
                    <a:pt x="495" y="113"/>
                  </a:lnTo>
                  <a:lnTo>
                    <a:pt x="495" y="113"/>
                  </a:lnTo>
                  <a:lnTo>
                    <a:pt x="493" y="113"/>
                  </a:lnTo>
                  <a:lnTo>
                    <a:pt x="493" y="113"/>
                  </a:lnTo>
                  <a:lnTo>
                    <a:pt x="493" y="111"/>
                  </a:lnTo>
                  <a:lnTo>
                    <a:pt x="493" y="109"/>
                  </a:lnTo>
                  <a:lnTo>
                    <a:pt x="493" y="107"/>
                  </a:lnTo>
                  <a:lnTo>
                    <a:pt x="493" y="107"/>
                  </a:lnTo>
                  <a:lnTo>
                    <a:pt x="495" y="105"/>
                  </a:lnTo>
                  <a:lnTo>
                    <a:pt x="495" y="105"/>
                  </a:lnTo>
                  <a:lnTo>
                    <a:pt x="495" y="103"/>
                  </a:lnTo>
                  <a:lnTo>
                    <a:pt x="493" y="103"/>
                  </a:lnTo>
                  <a:lnTo>
                    <a:pt x="493" y="103"/>
                  </a:lnTo>
                  <a:lnTo>
                    <a:pt x="493" y="101"/>
                  </a:lnTo>
                  <a:lnTo>
                    <a:pt x="490" y="101"/>
                  </a:lnTo>
                  <a:lnTo>
                    <a:pt x="490" y="101"/>
                  </a:lnTo>
                  <a:lnTo>
                    <a:pt x="488" y="99"/>
                  </a:lnTo>
                  <a:lnTo>
                    <a:pt x="488" y="99"/>
                  </a:lnTo>
                  <a:lnTo>
                    <a:pt x="486" y="97"/>
                  </a:lnTo>
                  <a:lnTo>
                    <a:pt x="486" y="96"/>
                  </a:lnTo>
                  <a:lnTo>
                    <a:pt x="486" y="96"/>
                  </a:lnTo>
                  <a:lnTo>
                    <a:pt x="484" y="96"/>
                  </a:lnTo>
                  <a:lnTo>
                    <a:pt x="484" y="94"/>
                  </a:lnTo>
                  <a:lnTo>
                    <a:pt x="480" y="96"/>
                  </a:lnTo>
                  <a:lnTo>
                    <a:pt x="480" y="94"/>
                  </a:lnTo>
                  <a:lnTo>
                    <a:pt x="480" y="94"/>
                  </a:lnTo>
                  <a:lnTo>
                    <a:pt x="482" y="90"/>
                  </a:lnTo>
                  <a:lnTo>
                    <a:pt x="482" y="88"/>
                  </a:lnTo>
                  <a:lnTo>
                    <a:pt x="482" y="86"/>
                  </a:lnTo>
                  <a:lnTo>
                    <a:pt x="482" y="84"/>
                  </a:lnTo>
                  <a:lnTo>
                    <a:pt x="482" y="82"/>
                  </a:lnTo>
                  <a:lnTo>
                    <a:pt x="482" y="82"/>
                  </a:lnTo>
                  <a:lnTo>
                    <a:pt x="484" y="80"/>
                  </a:lnTo>
                  <a:lnTo>
                    <a:pt x="486" y="80"/>
                  </a:lnTo>
                  <a:lnTo>
                    <a:pt x="486" y="80"/>
                  </a:lnTo>
                  <a:lnTo>
                    <a:pt x="486" y="78"/>
                  </a:lnTo>
                  <a:lnTo>
                    <a:pt x="486" y="77"/>
                  </a:lnTo>
                  <a:lnTo>
                    <a:pt x="486" y="75"/>
                  </a:lnTo>
                  <a:lnTo>
                    <a:pt x="484" y="73"/>
                  </a:lnTo>
                  <a:lnTo>
                    <a:pt x="484" y="73"/>
                  </a:lnTo>
                  <a:lnTo>
                    <a:pt x="484" y="73"/>
                  </a:lnTo>
                  <a:lnTo>
                    <a:pt x="484" y="71"/>
                  </a:lnTo>
                  <a:lnTo>
                    <a:pt x="484" y="69"/>
                  </a:lnTo>
                  <a:lnTo>
                    <a:pt x="484" y="67"/>
                  </a:lnTo>
                  <a:lnTo>
                    <a:pt x="480" y="63"/>
                  </a:lnTo>
                  <a:lnTo>
                    <a:pt x="480" y="61"/>
                  </a:lnTo>
                  <a:lnTo>
                    <a:pt x="478" y="63"/>
                  </a:lnTo>
                  <a:lnTo>
                    <a:pt x="478" y="63"/>
                  </a:lnTo>
                  <a:lnTo>
                    <a:pt x="476" y="67"/>
                  </a:lnTo>
                  <a:lnTo>
                    <a:pt x="476" y="67"/>
                  </a:lnTo>
                  <a:lnTo>
                    <a:pt x="476" y="69"/>
                  </a:lnTo>
                  <a:lnTo>
                    <a:pt x="474" y="69"/>
                  </a:lnTo>
                  <a:lnTo>
                    <a:pt x="471" y="71"/>
                  </a:lnTo>
                  <a:lnTo>
                    <a:pt x="471" y="71"/>
                  </a:lnTo>
                  <a:lnTo>
                    <a:pt x="469" y="71"/>
                  </a:lnTo>
                  <a:lnTo>
                    <a:pt x="467" y="67"/>
                  </a:lnTo>
                  <a:lnTo>
                    <a:pt x="467" y="67"/>
                  </a:lnTo>
                  <a:lnTo>
                    <a:pt x="467" y="65"/>
                  </a:lnTo>
                  <a:lnTo>
                    <a:pt x="465" y="65"/>
                  </a:lnTo>
                  <a:lnTo>
                    <a:pt x="465" y="63"/>
                  </a:lnTo>
                  <a:lnTo>
                    <a:pt x="463" y="63"/>
                  </a:lnTo>
                  <a:lnTo>
                    <a:pt x="463" y="61"/>
                  </a:lnTo>
                  <a:lnTo>
                    <a:pt x="461" y="61"/>
                  </a:lnTo>
                  <a:lnTo>
                    <a:pt x="461" y="59"/>
                  </a:lnTo>
                  <a:lnTo>
                    <a:pt x="459" y="59"/>
                  </a:lnTo>
                  <a:lnTo>
                    <a:pt x="457" y="57"/>
                  </a:lnTo>
                  <a:lnTo>
                    <a:pt x="457" y="57"/>
                  </a:lnTo>
                  <a:lnTo>
                    <a:pt x="457" y="56"/>
                  </a:lnTo>
                  <a:lnTo>
                    <a:pt x="455" y="52"/>
                  </a:lnTo>
                  <a:lnTo>
                    <a:pt x="455" y="52"/>
                  </a:lnTo>
                  <a:lnTo>
                    <a:pt x="455" y="50"/>
                  </a:lnTo>
                  <a:lnTo>
                    <a:pt x="457" y="44"/>
                  </a:lnTo>
                  <a:lnTo>
                    <a:pt x="457" y="42"/>
                  </a:lnTo>
                  <a:lnTo>
                    <a:pt x="459" y="42"/>
                  </a:lnTo>
                  <a:lnTo>
                    <a:pt x="459" y="40"/>
                  </a:lnTo>
                  <a:lnTo>
                    <a:pt x="459" y="40"/>
                  </a:lnTo>
                  <a:lnTo>
                    <a:pt x="459" y="40"/>
                  </a:lnTo>
                  <a:lnTo>
                    <a:pt x="461" y="38"/>
                  </a:lnTo>
                  <a:lnTo>
                    <a:pt x="461" y="38"/>
                  </a:lnTo>
                  <a:lnTo>
                    <a:pt x="461" y="38"/>
                  </a:lnTo>
                  <a:lnTo>
                    <a:pt x="463" y="38"/>
                  </a:lnTo>
                  <a:lnTo>
                    <a:pt x="465" y="38"/>
                  </a:lnTo>
                  <a:lnTo>
                    <a:pt x="465" y="38"/>
                  </a:lnTo>
                  <a:lnTo>
                    <a:pt x="467" y="38"/>
                  </a:lnTo>
                  <a:lnTo>
                    <a:pt x="467" y="38"/>
                  </a:lnTo>
                  <a:lnTo>
                    <a:pt x="467" y="37"/>
                  </a:lnTo>
                  <a:lnTo>
                    <a:pt x="467" y="35"/>
                  </a:lnTo>
                  <a:lnTo>
                    <a:pt x="467" y="35"/>
                  </a:lnTo>
                  <a:lnTo>
                    <a:pt x="467" y="35"/>
                  </a:lnTo>
                  <a:lnTo>
                    <a:pt x="467" y="33"/>
                  </a:lnTo>
                  <a:lnTo>
                    <a:pt x="465" y="33"/>
                  </a:lnTo>
                  <a:lnTo>
                    <a:pt x="465" y="35"/>
                  </a:lnTo>
                  <a:lnTo>
                    <a:pt x="465" y="35"/>
                  </a:lnTo>
                  <a:lnTo>
                    <a:pt x="463" y="35"/>
                  </a:lnTo>
                  <a:lnTo>
                    <a:pt x="463" y="35"/>
                  </a:lnTo>
                  <a:lnTo>
                    <a:pt x="459" y="33"/>
                  </a:lnTo>
                  <a:lnTo>
                    <a:pt x="457" y="33"/>
                  </a:lnTo>
                  <a:lnTo>
                    <a:pt x="457" y="33"/>
                  </a:lnTo>
                  <a:lnTo>
                    <a:pt x="455" y="31"/>
                  </a:lnTo>
                  <a:lnTo>
                    <a:pt x="455" y="31"/>
                  </a:lnTo>
                  <a:lnTo>
                    <a:pt x="455" y="31"/>
                  </a:lnTo>
                  <a:lnTo>
                    <a:pt x="457" y="29"/>
                  </a:lnTo>
                  <a:lnTo>
                    <a:pt x="457" y="25"/>
                  </a:lnTo>
                  <a:lnTo>
                    <a:pt x="457" y="23"/>
                  </a:lnTo>
                  <a:lnTo>
                    <a:pt x="457" y="23"/>
                  </a:lnTo>
                  <a:lnTo>
                    <a:pt x="457" y="23"/>
                  </a:lnTo>
                  <a:lnTo>
                    <a:pt x="457" y="21"/>
                  </a:lnTo>
                  <a:lnTo>
                    <a:pt x="457" y="21"/>
                  </a:lnTo>
                  <a:lnTo>
                    <a:pt x="455" y="21"/>
                  </a:lnTo>
                  <a:lnTo>
                    <a:pt x="455" y="21"/>
                  </a:lnTo>
                  <a:lnTo>
                    <a:pt x="453" y="21"/>
                  </a:lnTo>
                  <a:lnTo>
                    <a:pt x="450" y="23"/>
                  </a:lnTo>
                  <a:lnTo>
                    <a:pt x="450" y="23"/>
                  </a:lnTo>
                  <a:lnTo>
                    <a:pt x="448" y="23"/>
                  </a:lnTo>
                  <a:lnTo>
                    <a:pt x="448" y="23"/>
                  </a:lnTo>
                  <a:lnTo>
                    <a:pt x="448" y="23"/>
                  </a:lnTo>
                  <a:lnTo>
                    <a:pt x="446" y="25"/>
                  </a:lnTo>
                  <a:lnTo>
                    <a:pt x="446" y="25"/>
                  </a:lnTo>
                  <a:lnTo>
                    <a:pt x="446" y="25"/>
                  </a:lnTo>
                  <a:lnTo>
                    <a:pt x="446" y="27"/>
                  </a:lnTo>
                  <a:lnTo>
                    <a:pt x="446" y="27"/>
                  </a:lnTo>
                  <a:lnTo>
                    <a:pt x="446" y="29"/>
                  </a:lnTo>
                  <a:lnTo>
                    <a:pt x="446" y="29"/>
                  </a:lnTo>
                  <a:lnTo>
                    <a:pt x="444" y="29"/>
                  </a:lnTo>
                  <a:lnTo>
                    <a:pt x="444" y="31"/>
                  </a:lnTo>
                  <a:lnTo>
                    <a:pt x="444" y="31"/>
                  </a:lnTo>
                  <a:lnTo>
                    <a:pt x="444" y="31"/>
                  </a:lnTo>
                  <a:lnTo>
                    <a:pt x="444" y="31"/>
                  </a:lnTo>
                  <a:lnTo>
                    <a:pt x="444" y="33"/>
                  </a:lnTo>
                  <a:lnTo>
                    <a:pt x="444" y="33"/>
                  </a:lnTo>
                  <a:lnTo>
                    <a:pt x="444" y="33"/>
                  </a:lnTo>
                  <a:lnTo>
                    <a:pt x="444" y="35"/>
                  </a:lnTo>
                  <a:lnTo>
                    <a:pt x="442" y="35"/>
                  </a:lnTo>
                  <a:lnTo>
                    <a:pt x="440" y="37"/>
                  </a:lnTo>
                  <a:lnTo>
                    <a:pt x="440" y="37"/>
                  </a:lnTo>
                  <a:lnTo>
                    <a:pt x="438" y="37"/>
                  </a:lnTo>
                  <a:lnTo>
                    <a:pt x="434" y="35"/>
                  </a:lnTo>
                  <a:lnTo>
                    <a:pt x="432" y="35"/>
                  </a:lnTo>
                  <a:lnTo>
                    <a:pt x="429" y="35"/>
                  </a:lnTo>
                  <a:lnTo>
                    <a:pt x="425" y="35"/>
                  </a:lnTo>
                  <a:lnTo>
                    <a:pt x="423" y="35"/>
                  </a:lnTo>
                  <a:lnTo>
                    <a:pt x="421" y="33"/>
                  </a:lnTo>
                  <a:lnTo>
                    <a:pt x="421" y="33"/>
                  </a:lnTo>
                  <a:lnTo>
                    <a:pt x="419" y="31"/>
                  </a:lnTo>
                  <a:lnTo>
                    <a:pt x="419" y="31"/>
                  </a:lnTo>
                  <a:lnTo>
                    <a:pt x="417" y="27"/>
                  </a:lnTo>
                  <a:lnTo>
                    <a:pt x="417" y="27"/>
                  </a:lnTo>
                  <a:lnTo>
                    <a:pt x="417" y="27"/>
                  </a:lnTo>
                  <a:lnTo>
                    <a:pt x="415" y="25"/>
                  </a:lnTo>
                  <a:lnTo>
                    <a:pt x="415" y="25"/>
                  </a:lnTo>
                  <a:lnTo>
                    <a:pt x="413" y="25"/>
                  </a:lnTo>
                  <a:lnTo>
                    <a:pt x="412" y="25"/>
                  </a:lnTo>
                  <a:lnTo>
                    <a:pt x="412" y="25"/>
                  </a:lnTo>
                  <a:lnTo>
                    <a:pt x="406" y="21"/>
                  </a:lnTo>
                  <a:lnTo>
                    <a:pt x="406" y="21"/>
                  </a:lnTo>
                  <a:lnTo>
                    <a:pt x="404" y="21"/>
                  </a:lnTo>
                  <a:lnTo>
                    <a:pt x="402" y="21"/>
                  </a:lnTo>
                  <a:lnTo>
                    <a:pt x="402" y="21"/>
                  </a:lnTo>
                  <a:lnTo>
                    <a:pt x="402" y="21"/>
                  </a:lnTo>
                  <a:lnTo>
                    <a:pt x="402" y="21"/>
                  </a:lnTo>
                  <a:lnTo>
                    <a:pt x="402" y="23"/>
                  </a:lnTo>
                  <a:lnTo>
                    <a:pt x="400" y="29"/>
                  </a:lnTo>
                  <a:lnTo>
                    <a:pt x="400" y="29"/>
                  </a:lnTo>
                  <a:lnTo>
                    <a:pt x="400" y="29"/>
                  </a:lnTo>
                  <a:lnTo>
                    <a:pt x="400" y="29"/>
                  </a:lnTo>
                  <a:lnTo>
                    <a:pt x="398" y="29"/>
                  </a:lnTo>
                  <a:lnTo>
                    <a:pt x="398" y="29"/>
                  </a:lnTo>
                  <a:lnTo>
                    <a:pt x="398" y="29"/>
                  </a:lnTo>
                  <a:lnTo>
                    <a:pt x="396" y="29"/>
                  </a:lnTo>
                  <a:lnTo>
                    <a:pt x="396" y="27"/>
                  </a:lnTo>
                  <a:lnTo>
                    <a:pt x="394" y="25"/>
                  </a:lnTo>
                  <a:lnTo>
                    <a:pt x="394" y="25"/>
                  </a:lnTo>
                  <a:lnTo>
                    <a:pt x="394" y="23"/>
                  </a:lnTo>
                  <a:lnTo>
                    <a:pt x="394" y="23"/>
                  </a:lnTo>
                  <a:lnTo>
                    <a:pt x="394" y="21"/>
                  </a:lnTo>
                  <a:lnTo>
                    <a:pt x="394" y="21"/>
                  </a:lnTo>
                  <a:lnTo>
                    <a:pt x="394" y="21"/>
                  </a:lnTo>
                  <a:lnTo>
                    <a:pt x="394" y="19"/>
                  </a:lnTo>
                  <a:lnTo>
                    <a:pt x="392" y="19"/>
                  </a:lnTo>
                  <a:lnTo>
                    <a:pt x="391" y="19"/>
                  </a:lnTo>
                  <a:lnTo>
                    <a:pt x="391" y="19"/>
                  </a:lnTo>
                  <a:lnTo>
                    <a:pt x="389" y="19"/>
                  </a:lnTo>
                  <a:lnTo>
                    <a:pt x="389" y="19"/>
                  </a:lnTo>
                  <a:lnTo>
                    <a:pt x="387" y="19"/>
                  </a:lnTo>
                  <a:lnTo>
                    <a:pt x="387" y="18"/>
                  </a:lnTo>
                  <a:lnTo>
                    <a:pt x="387" y="18"/>
                  </a:lnTo>
                  <a:lnTo>
                    <a:pt x="387" y="18"/>
                  </a:lnTo>
                  <a:lnTo>
                    <a:pt x="387" y="18"/>
                  </a:lnTo>
                  <a:lnTo>
                    <a:pt x="385" y="16"/>
                  </a:lnTo>
                  <a:lnTo>
                    <a:pt x="383" y="16"/>
                  </a:lnTo>
                  <a:lnTo>
                    <a:pt x="381" y="16"/>
                  </a:lnTo>
                  <a:lnTo>
                    <a:pt x="381" y="16"/>
                  </a:lnTo>
                  <a:lnTo>
                    <a:pt x="379" y="14"/>
                  </a:lnTo>
                  <a:lnTo>
                    <a:pt x="379" y="14"/>
                  </a:lnTo>
                  <a:lnTo>
                    <a:pt x="377" y="12"/>
                  </a:lnTo>
                  <a:lnTo>
                    <a:pt x="379" y="12"/>
                  </a:lnTo>
                  <a:lnTo>
                    <a:pt x="379" y="12"/>
                  </a:lnTo>
                  <a:lnTo>
                    <a:pt x="379" y="12"/>
                  </a:lnTo>
                  <a:lnTo>
                    <a:pt x="383" y="12"/>
                  </a:lnTo>
                  <a:lnTo>
                    <a:pt x="385" y="10"/>
                  </a:lnTo>
                  <a:lnTo>
                    <a:pt x="385" y="10"/>
                  </a:lnTo>
                  <a:lnTo>
                    <a:pt x="387" y="10"/>
                  </a:lnTo>
                  <a:lnTo>
                    <a:pt x="387" y="10"/>
                  </a:lnTo>
                  <a:lnTo>
                    <a:pt x="387" y="8"/>
                  </a:lnTo>
                  <a:lnTo>
                    <a:pt x="385" y="8"/>
                  </a:lnTo>
                  <a:lnTo>
                    <a:pt x="385" y="8"/>
                  </a:lnTo>
                  <a:lnTo>
                    <a:pt x="383" y="8"/>
                  </a:lnTo>
                  <a:lnTo>
                    <a:pt x="379" y="8"/>
                  </a:lnTo>
                  <a:lnTo>
                    <a:pt x="373" y="10"/>
                  </a:lnTo>
                  <a:lnTo>
                    <a:pt x="371" y="8"/>
                  </a:lnTo>
                  <a:lnTo>
                    <a:pt x="364" y="6"/>
                  </a:lnTo>
                  <a:lnTo>
                    <a:pt x="362" y="6"/>
                  </a:lnTo>
                  <a:lnTo>
                    <a:pt x="362" y="2"/>
                  </a:lnTo>
                  <a:lnTo>
                    <a:pt x="360" y="2"/>
                  </a:lnTo>
                  <a:lnTo>
                    <a:pt x="360" y="0"/>
                  </a:lnTo>
                  <a:lnTo>
                    <a:pt x="358" y="2"/>
                  </a:lnTo>
                  <a:lnTo>
                    <a:pt x="354" y="2"/>
                  </a:lnTo>
                  <a:lnTo>
                    <a:pt x="352" y="2"/>
                  </a:lnTo>
                  <a:lnTo>
                    <a:pt x="352" y="4"/>
                  </a:lnTo>
                  <a:lnTo>
                    <a:pt x="351" y="4"/>
                  </a:lnTo>
                  <a:lnTo>
                    <a:pt x="351" y="6"/>
                  </a:lnTo>
                  <a:lnTo>
                    <a:pt x="349" y="6"/>
                  </a:lnTo>
                  <a:lnTo>
                    <a:pt x="349" y="6"/>
                  </a:lnTo>
                  <a:lnTo>
                    <a:pt x="347" y="6"/>
                  </a:lnTo>
                  <a:lnTo>
                    <a:pt x="345" y="6"/>
                  </a:lnTo>
                  <a:lnTo>
                    <a:pt x="345" y="4"/>
                  </a:lnTo>
                  <a:lnTo>
                    <a:pt x="345" y="4"/>
                  </a:lnTo>
                  <a:lnTo>
                    <a:pt x="343" y="4"/>
                  </a:lnTo>
                  <a:lnTo>
                    <a:pt x="343" y="4"/>
                  </a:lnTo>
                  <a:lnTo>
                    <a:pt x="341" y="4"/>
                  </a:lnTo>
                  <a:lnTo>
                    <a:pt x="339" y="4"/>
                  </a:lnTo>
                  <a:lnTo>
                    <a:pt x="339" y="6"/>
                  </a:lnTo>
                  <a:lnTo>
                    <a:pt x="339" y="6"/>
                  </a:lnTo>
                  <a:lnTo>
                    <a:pt x="339" y="8"/>
                  </a:lnTo>
                  <a:lnTo>
                    <a:pt x="339" y="8"/>
                  </a:lnTo>
                  <a:lnTo>
                    <a:pt x="339" y="8"/>
                  </a:lnTo>
                  <a:lnTo>
                    <a:pt x="337" y="8"/>
                  </a:lnTo>
                  <a:lnTo>
                    <a:pt x="335" y="8"/>
                  </a:lnTo>
                  <a:lnTo>
                    <a:pt x="335" y="8"/>
                  </a:lnTo>
                  <a:lnTo>
                    <a:pt x="333" y="6"/>
                  </a:lnTo>
                  <a:lnTo>
                    <a:pt x="333" y="4"/>
                  </a:lnTo>
                  <a:lnTo>
                    <a:pt x="333" y="4"/>
                  </a:lnTo>
                  <a:lnTo>
                    <a:pt x="331" y="4"/>
                  </a:lnTo>
                  <a:lnTo>
                    <a:pt x="324" y="6"/>
                  </a:lnTo>
                  <a:lnTo>
                    <a:pt x="322" y="6"/>
                  </a:lnTo>
                  <a:lnTo>
                    <a:pt x="320" y="6"/>
                  </a:lnTo>
                  <a:lnTo>
                    <a:pt x="320" y="6"/>
                  </a:lnTo>
                  <a:lnTo>
                    <a:pt x="318" y="4"/>
                  </a:lnTo>
                  <a:lnTo>
                    <a:pt x="316" y="4"/>
                  </a:lnTo>
                  <a:lnTo>
                    <a:pt x="312" y="4"/>
                  </a:lnTo>
                  <a:lnTo>
                    <a:pt x="307" y="4"/>
                  </a:lnTo>
                  <a:lnTo>
                    <a:pt x="305" y="4"/>
                  </a:lnTo>
                  <a:lnTo>
                    <a:pt x="303" y="4"/>
                  </a:lnTo>
                  <a:lnTo>
                    <a:pt x="301" y="6"/>
                  </a:lnTo>
                  <a:lnTo>
                    <a:pt x="299" y="8"/>
                  </a:lnTo>
                  <a:lnTo>
                    <a:pt x="297" y="8"/>
                  </a:lnTo>
                  <a:lnTo>
                    <a:pt x="295" y="8"/>
                  </a:lnTo>
                  <a:lnTo>
                    <a:pt x="293" y="6"/>
                  </a:lnTo>
                  <a:lnTo>
                    <a:pt x="293" y="6"/>
                  </a:lnTo>
                  <a:lnTo>
                    <a:pt x="290" y="6"/>
                  </a:lnTo>
                  <a:lnTo>
                    <a:pt x="290" y="6"/>
                  </a:lnTo>
                  <a:lnTo>
                    <a:pt x="288" y="8"/>
                  </a:lnTo>
                  <a:lnTo>
                    <a:pt x="286" y="8"/>
                  </a:lnTo>
                  <a:lnTo>
                    <a:pt x="284" y="8"/>
                  </a:lnTo>
                  <a:lnTo>
                    <a:pt x="284" y="8"/>
                  </a:lnTo>
                  <a:lnTo>
                    <a:pt x="274" y="6"/>
                  </a:lnTo>
                  <a:lnTo>
                    <a:pt x="270" y="4"/>
                  </a:lnTo>
                  <a:lnTo>
                    <a:pt x="269" y="2"/>
                  </a:lnTo>
                  <a:lnTo>
                    <a:pt x="269" y="4"/>
                  </a:lnTo>
                  <a:lnTo>
                    <a:pt x="267" y="6"/>
                  </a:lnTo>
                  <a:lnTo>
                    <a:pt x="261" y="8"/>
                  </a:lnTo>
                  <a:lnTo>
                    <a:pt x="259" y="10"/>
                  </a:lnTo>
                  <a:lnTo>
                    <a:pt x="259" y="14"/>
                  </a:lnTo>
                  <a:lnTo>
                    <a:pt x="259" y="18"/>
                  </a:lnTo>
                  <a:lnTo>
                    <a:pt x="261" y="18"/>
                  </a:lnTo>
                  <a:lnTo>
                    <a:pt x="261" y="19"/>
                  </a:lnTo>
                  <a:lnTo>
                    <a:pt x="261" y="19"/>
                  </a:lnTo>
                  <a:lnTo>
                    <a:pt x="261" y="19"/>
                  </a:lnTo>
                  <a:lnTo>
                    <a:pt x="261" y="21"/>
                  </a:lnTo>
                  <a:lnTo>
                    <a:pt x="261" y="23"/>
                  </a:lnTo>
                  <a:lnTo>
                    <a:pt x="261" y="23"/>
                  </a:lnTo>
                  <a:lnTo>
                    <a:pt x="261" y="25"/>
                  </a:lnTo>
                  <a:lnTo>
                    <a:pt x="261" y="25"/>
                  </a:lnTo>
                  <a:lnTo>
                    <a:pt x="261" y="25"/>
                  </a:lnTo>
                  <a:lnTo>
                    <a:pt x="263" y="27"/>
                  </a:lnTo>
                  <a:lnTo>
                    <a:pt x="267" y="27"/>
                  </a:lnTo>
                  <a:lnTo>
                    <a:pt x="270" y="29"/>
                  </a:lnTo>
                  <a:lnTo>
                    <a:pt x="270" y="31"/>
                  </a:lnTo>
                  <a:lnTo>
                    <a:pt x="270" y="33"/>
                  </a:lnTo>
                  <a:lnTo>
                    <a:pt x="265" y="35"/>
                  </a:lnTo>
                  <a:lnTo>
                    <a:pt x="265" y="35"/>
                  </a:lnTo>
                  <a:lnTo>
                    <a:pt x="263" y="37"/>
                  </a:lnTo>
                  <a:lnTo>
                    <a:pt x="263" y="37"/>
                  </a:lnTo>
                  <a:lnTo>
                    <a:pt x="261" y="37"/>
                  </a:lnTo>
                  <a:lnTo>
                    <a:pt x="259" y="37"/>
                  </a:lnTo>
                  <a:lnTo>
                    <a:pt x="257" y="37"/>
                  </a:lnTo>
                  <a:lnTo>
                    <a:pt x="255" y="37"/>
                  </a:lnTo>
                  <a:lnTo>
                    <a:pt x="250" y="40"/>
                  </a:lnTo>
                  <a:lnTo>
                    <a:pt x="248" y="42"/>
                  </a:lnTo>
                  <a:lnTo>
                    <a:pt x="250" y="44"/>
                  </a:lnTo>
                  <a:lnTo>
                    <a:pt x="250" y="46"/>
                  </a:lnTo>
                  <a:lnTo>
                    <a:pt x="250" y="46"/>
                  </a:lnTo>
                  <a:lnTo>
                    <a:pt x="248" y="46"/>
                  </a:lnTo>
                  <a:lnTo>
                    <a:pt x="246" y="48"/>
                  </a:lnTo>
                  <a:lnTo>
                    <a:pt x="242" y="50"/>
                  </a:lnTo>
                  <a:lnTo>
                    <a:pt x="240" y="50"/>
                  </a:lnTo>
                  <a:lnTo>
                    <a:pt x="229" y="48"/>
                  </a:lnTo>
                  <a:lnTo>
                    <a:pt x="225" y="46"/>
                  </a:lnTo>
                  <a:lnTo>
                    <a:pt x="223" y="46"/>
                  </a:lnTo>
                  <a:lnTo>
                    <a:pt x="223" y="44"/>
                  </a:lnTo>
                  <a:lnTo>
                    <a:pt x="221" y="40"/>
                  </a:lnTo>
                  <a:lnTo>
                    <a:pt x="221" y="37"/>
                  </a:lnTo>
                  <a:lnTo>
                    <a:pt x="221" y="35"/>
                  </a:lnTo>
                  <a:lnTo>
                    <a:pt x="221" y="35"/>
                  </a:lnTo>
                  <a:lnTo>
                    <a:pt x="223" y="33"/>
                  </a:lnTo>
                  <a:lnTo>
                    <a:pt x="223" y="33"/>
                  </a:lnTo>
                  <a:lnTo>
                    <a:pt x="223" y="31"/>
                  </a:lnTo>
                  <a:lnTo>
                    <a:pt x="219" y="31"/>
                  </a:lnTo>
                  <a:lnTo>
                    <a:pt x="210" y="33"/>
                  </a:lnTo>
                  <a:lnTo>
                    <a:pt x="206" y="35"/>
                  </a:lnTo>
                  <a:lnTo>
                    <a:pt x="204" y="37"/>
                  </a:lnTo>
                  <a:lnTo>
                    <a:pt x="198" y="37"/>
                  </a:lnTo>
                  <a:lnTo>
                    <a:pt x="196" y="37"/>
                  </a:lnTo>
                  <a:lnTo>
                    <a:pt x="192" y="40"/>
                  </a:lnTo>
                  <a:lnTo>
                    <a:pt x="190" y="40"/>
                  </a:lnTo>
                  <a:lnTo>
                    <a:pt x="189" y="40"/>
                  </a:lnTo>
                  <a:lnTo>
                    <a:pt x="185" y="42"/>
                  </a:lnTo>
                  <a:lnTo>
                    <a:pt x="181" y="42"/>
                  </a:lnTo>
                  <a:lnTo>
                    <a:pt x="179" y="42"/>
                  </a:lnTo>
                  <a:lnTo>
                    <a:pt x="179" y="44"/>
                  </a:lnTo>
                  <a:lnTo>
                    <a:pt x="177" y="50"/>
                  </a:lnTo>
                  <a:lnTo>
                    <a:pt x="175" y="52"/>
                  </a:lnTo>
                  <a:lnTo>
                    <a:pt x="171" y="56"/>
                  </a:lnTo>
                  <a:lnTo>
                    <a:pt x="168" y="56"/>
                  </a:lnTo>
                  <a:lnTo>
                    <a:pt x="149" y="56"/>
                  </a:lnTo>
                  <a:lnTo>
                    <a:pt x="145" y="56"/>
                  </a:lnTo>
                  <a:lnTo>
                    <a:pt x="141" y="54"/>
                  </a:lnTo>
                  <a:lnTo>
                    <a:pt x="133" y="46"/>
                  </a:lnTo>
                  <a:lnTo>
                    <a:pt x="129" y="44"/>
                  </a:lnTo>
                  <a:lnTo>
                    <a:pt x="105" y="44"/>
                  </a:lnTo>
                  <a:lnTo>
                    <a:pt x="97" y="46"/>
                  </a:lnTo>
                  <a:lnTo>
                    <a:pt x="93" y="48"/>
                  </a:lnTo>
                  <a:lnTo>
                    <a:pt x="91" y="46"/>
                  </a:lnTo>
                  <a:lnTo>
                    <a:pt x="88" y="44"/>
                  </a:lnTo>
                  <a:lnTo>
                    <a:pt x="84" y="44"/>
                  </a:lnTo>
                  <a:lnTo>
                    <a:pt x="82" y="44"/>
                  </a:lnTo>
                  <a:lnTo>
                    <a:pt x="80" y="46"/>
                  </a:lnTo>
                  <a:lnTo>
                    <a:pt x="76" y="48"/>
                  </a:lnTo>
                  <a:lnTo>
                    <a:pt x="74" y="46"/>
                  </a:lnTo>
                  <a:lnTo>
                    <a:pt x="74" y="46"/>
                  </a:lnTo>
                  <a:lnTo>
                    <a:pt x="72" y="42"/>
                  </a:lnTo>
                  <a:lnTo>
                    <a:pt x="70" y="42"/>
                  </a:lnTo>
                  <a:lnTo>
                    <a:pt x="70" y="40"/>
                  </a:lnTo>
                  <a:lnTo>
                    <a:pt x="69" y="40"/>
                  </a:lnTo>
                  <a:lnTo>
                    <a:pt x="69" y="40"/>
                  </a:lnTo>
                  <a:lnTo>
                    <a:pt x="69" y="40"/>
                  </a:lnTo>
                  <a:lnTo>
                    <a:pt x="67" y="42"/>
                  </a:lnTo>
                  <a:lnTo>
                    <a:pt x="67" y="42"/>
                  </a:lnTo>
                  <a:lnTo>
                    <a:pt x="65" y="48"/>
                  </a:lnTo>
                  <a:lnTo>
                    <a:pt x="63" y="50"/>
                  </a:lnTo>
                  <a:lnTo>
                    <a:pt x="61" y="48"/>
                  </a:lnTo>
                  <a:lnTo>
                    <a:pt x="61" y="42"/>
                  </a:lnTo>
                  <a:lnTo>
                    <a:pt x="59" y="40"/>
                  </a:lnTo>
                  <a:lnTo>
                    <a:pt x="55" y="40"/>
                  </a:lnTo>
                  <a:lnTo>
                    <a:pt x="53" y="44"/>
                  </a:lnTo>
                  <a:lnTo>
                    <a:pt x="53" y="52"/>
                  </a:lnTo>
                  <a:lnTo>
                    <a:pt x="53" y="63"/>
                  </a:lnTo>
                  <a:lnTo>
                    <a:pt x="53" y="77"/>
                  </a:lnTo>
                  <a:lnTo>
                    <a:pt x="46" y="77"/>
                  </a:lnTo>
                  <a:lnTo>
                    <a:pt x="36" y="77"/>
                  </a:lnTo>
                  <a:lnTo>
                    <a:pt x="27" y="77"/>
                  </a:lnTo>
                  <a:lnTo>
                    <a:pt x="21" y="77"/>
                  </a:lnTo>
                  <a:lnTo>
                    <a:pt x="19" y="78"/>
                  </a:lnTo>
                  <a:lnTo>
                    <a:pt x="19" y="78"/>
                  </a:lnTo>
                  <a:lnTo>
                    <a:pt x="19" y="77"/>
                  </a:lnTo>
                  <a:lnTo>
                    <a:pt x="19" y="77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7" y="78"/>
                  </a:lnTo>
                  <a:lnTo>
                    <a:pt x="17" y="78"/>
                  </a:lnTo>
                  <a:lnTo>
                    <a:pt x="15" y="80"/>
                  </a:lnTo>
                  <a:lnTo>
                    <a:pt x="15" y="82"/>
                  </a:lnTo>
                  <a:lnTo>
                    <a:pt x="13" y="82"/>
                  </a:lnTo>
                  <a:lnTo>
                    <a:pt x="13" y="82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11" y="78"/>
                  </a:lnTo>
                  <a:lnTo>
                    <a:pt x="9" y="78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8" y="84"/>
                  </a:lnTo>
                  <a:lnTo>
                    <a:pt x="8" y="84"/>
                  </a:lnTo>
                  <a:lnTo>
                    <a:pt x="8" y="84"/>
                  </a:lnTo>
                  <a:lnTo>
                    <a:pt x="6" y="84"/>
                  </a:lnTo>
                  <a:lnTo>
                    <a:pt x="6" y="86"/>
                  </a:lnTo>
                  <a:lnTo>
                    <a:pt x="4" y="88"/>
                  </a:lnTo>
                  <a:lnTo>
                    <a:pt x="4" y="88"/>
                  </a:lnTo>
                  <a:lnTo>
                    <a:pt x="4" y="90"/>
                  </a:lnTo>
                  <a:lnTo>
                    <a:pt x="2" y="90"/>
                  </a:lnTo>
                  <a:lnTo>
                    <a:pt x="2" y="94"/>
                  </a:lnTo>
                  <a:lnTo>
                    <a:pt x="2" y="96"/>
                  </a:lnTo>
                  <a:lnTo>
                    <a:pt x="2" y="97"/>
                  </a:lnTo>
                  <a:lnTo>
                    <a:pt x="2" y="97"/>
                  </a:lnTo>
                  <a:lnTo>
                    <a:pt x="2" y="97"/>
                  </a:lnTo>
                  <a:lnTo>
                    <a:pt x="4" y="96"/>
                  </a:lnTo>
                  <a:lnTo>
                    <a:pt x="4" y="97"/>
                  </a:lnTo>
                  <a:lnTo>
                    <a:pt x="4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8" y="105"/>
                  </a:lnTo>
                  <a:lnTo>
                    <a:pt x="8" y="105"/>
                  </a:lnTo>
                  <a:lnTo>
                    <a:pt x="9" y="105"/>
                  </a:lnTo>
                  <a:lnTo>
                    <a:pt x="11" y="105"/>
                  </a:lnTo>
                  <a:lnTo>
                    <a:pt x="11" y="107"/>
                  </a:lnTo>
                  <a:lnTo>
                    <a:pt x="9" y="107"/>
                  </a:lnTo>
                  <a:lnTo>
                    <a:pt x="9" y="107"/>
                  </a:lnTo>
                  <a:lnTo>
                    <a:pt x="8" y="109"/>
                  </a:lnTo>
                  <a:lnTo>
                    <a:pt x="6" y="107"/>
                  </a:lnTo>
                  <a:lnTo>
                    <a:pt x="6" y="107"/>
                  </a:lnTo>
                  <a:lnTo>
                    <a:pt x="4" y="107"/>
                  </a:lnTo>
                  <a:lnTo>
                    <a:pt x="4" y="109"/>
                  </a:lnTo>
                  <a:lnTo>
                    <a:pt x="4" y="109"/>
                  </a:lnTo>
                  <a:lnTo>
                    <a:pt x="2" y="109"/>
                  </a:lnTo>
                  <a:lnTo>
                    <a:pt x="2" y="111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2" y="115"/>
                  </a:lnTo>
                  <a:lnTo>
                    <a:pt x="8" y="115"/>
                  </a:lnTo>
                  <a:lnTo>
                    <a:pt x="13" y="115"/>
                  </a:lnTo>
                  <a:lnTo>
                    <a:pt x="15" y="115"/>
                  </a:lnTo>
                  <a:lnTo>
                    <a:pt x="15" y="115"/>
                  </a:lnTo>
                  <a:lnTo>
                    <a:pt x="17" y="115"/>
                  </a:lnTo>
                  <a:lnTo>
                    <a:pt x="17" y="113"/>
                  </a:lnTo>
                  <a:lnTo>
                    <a:pt x="19" y="113"/>
                  </a:lnTo>
                  <a:lnTo>
                    <a:pt x="19" y="113"/>
                  </a:lnTo>
                  <a:lnTo>
                    <a:pt x="19" y="111"/>
                  </a:lnTo>
                  <a:lnTo>
                    <a:pt x="17" y="111"/>
                  </a:lnTo>
                  <a:lnTo>
                    <a:pt x="25" y="103"/>
                  </a:lnTo>
                  <a:lnTo>
                    <a:pt x="25" y="101"/>
                  </a:lnTo>
                  <a:lnTo>
                    <a:pt x="27" y="101"/>
                  </a:lnTo>
                  <a:lnTo>
                    <a:pt x="30" y="99"/>
                  </a:lnTo>
                  <a:lnTo>
                    <a:pt x="32" y="99"/>
                  </a:lnTo>
                  <a:lnTo>
                    <a:pt x="34" y="97"/>
                  </a:lnTo>
                  <a:lnTo>
                    <a:pt x="36" y="97"/>
                  </a:lnTo>
                  <a:lnTo>
                    <a:pt x="38" y="96"/>
                  </a:lnTo>
                  <a:lnTo>
                    <a:pt x="40" y="96"/>
                  </a:lnTo>
                  <a:lnTo>
                    <a:pt x="42" y="96"/>
                  </a:lnTo>
                  <a:lnTo>
                    <a:pt x="42" y="94"/>
                  </a:lnTo>
                  <a:lnTo>
                    <a:pt x="44" y="90"/>
                  </a:lnTo>
                  <a:lnTo>
                    <a:pt x="44" y="90"/>
                  </a:lnTo>
                  <a:lnTo>
                    <a:pt x="46" y="90"/>
                  </a:lnTo>
                  <a:lnTo>
                    <a:pt x="49" y="90"/>
                  </a:lnTo>
                  <a:lnTo>
                    <a:pt x="51" y="90"/>
                  </a:lnTo>
                  <a:lnTo>
                    <a:pt x="55" y="88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1" y="84"/>
                  </a:lnTo>
                  <a:lnTo>
                    <a:pt x="61" y="86"/>
                  </a:lnTo>
                  <a:lnTo>
                    <a:pt x="57" y="90"/>
                  </a:lnTo>
                  <a:lnTo>
                    <a:pt x="55" y="90"/>
                  </a:lnTo>
                  <a:lnTo>
                    <a:pt x="55" y="90"/>
                  </a:lnTo>
                  <a:lnTo>
                    <a:pt x="53" y="92"/>
                  </a:lnTo>
                  <a:lnTo>
                    <a:pt x="51" y="92"/>
                  </a:lnTo>
                  <a:lnTo>
                    <a:pt x="49" y="92"/>
                  </a:lnTo>
                  <a:lnTo>
                    <a:pt x="48" y="92"/>
                  </a:lnTo>
                  <a:lnTo>
                    <a:pt x="46" y="94"/>
                  </a:lnTo>
                  <a:lnTo>
                    <a:pt x="46" y="97"/>
                  </a:lnTo>
                  <a:lnTo>
                    <a:pt x="42" y="97"/>
                  </a:lnTo>
                  <a:lnTo>
                    <a:pt x="40" y="99"/>
                  </a:lnTo>
                  <a:lnTo>
                    <a:pt x="38" y="103"/>
                  </a:lnTo>
                  <a:lnTo>
                    <a:pt x="36" y="105"/>
                  </a:lnTo>
                  <a:lnTo>
                    <a:pt x="36" y="105"/>
                  </a:lnTo>
                  <a:lnTo>
                    <a:pt x="34" y="105"/>
                  </a:lnTo>
                  <a:lnTo>
                    <a:pt x="32" y="105"/>
                  </a:lnTo>
                  <a:lnTo>
                    <a:pt x="30" y="107"/>
                  </a:lnTo>
                  <a:lnTo>
                    <a:pt x="28" y="107"/>
                  </a:lnTo>
                  <a:lnTo>
                    <a:pt x="28" y="107"/>
                  </a:lnTo>
                  <a:lnTo>
                    <a:pt x="28" y="109"/>
                  </a:lnTo>
                  <a:lnTo>
                    <a:pt x="30" y="109"/>
                  </a:lnTo>
                  <a:lnTo>
                    <a:pt x="30" y="109"/>
                  </a:lnTo>
                  <a:lnTo>
                    <a:pt x="32" y="109"/>
                  </a:lnTo>
                  <a:lnTo>
                    <a:pt x="30" y="111"/>
                  </a:lnTo>
                  <a:lnTo>
                    <a:pt x="30" y="111"/>
                  </a:lnTo>
                  <a:lnTo>
                    <a:pt x="25" y="111"/>
                  </a:lnTo>
                  <a:lnTo>
                    <a:pt x="23" y="111"/>
                  </a:lnTo>
                  <a:lnTo>
                    <a:pt x="23" y="113"/>
                  </a:lnTo>
                  <a:lnTo>
                    <a:pt x="25" y="118"/>
                  </a:lnTo>
                  <a:lnTo>
                    <a:pt x="23" y="122"/>
                  </a:lnTo>
                  <a:lnTo>
                    <a:pt x="25" y="124"/>
                  </a:lnTo>
                  <a:lnTo>
                    <a:pt x="27" y="124"/>
                  </a:lnTo>
                  <a:lnTo>
                    <a:pt x="27" y="122"/>
                  </a:lnTo>
                  <a:lnTo>
                    <a:pt x="27" y="122"/>
                  </a:lnTo>
                  <a:lnTo>
                    <a:pt x="27" y="120"/>
                  </a:lnTo>
                  <a:lnTo>
                    <a:pt x="27" y="118"/>
                  </a:lnTo>
                  <a:lnTo>
                    <a:pt x="27" y="118"/>
                  </a:lnTo>
                  <a:lnTo>
                    <a:pt x="28" y="120"/>
                  </a:lnTo>
                  <a:lnTo>
                    <a:pt x="28" y="120"/>
                  </a:lnTo>
                  <a:lnTo>
                    <a:pt x="28" y="122"/>
                  </a:lnTo>
                  <a:lnTo>
                    <a:pt x="30" y="120"/>
                  </a:lnTo>
                  <a:lnTo>
                    <a:pt x="30" y="120"/>
                  </a:lnTo>
                  <a:lnTo>
                    <a:pt x="30" y="122"/>
                  </a:lnTo>
                  <a:lnTo>
                    <a:pt x="28" y="122"/>
                  </a:lnTo>
                  <a:lnTo>
                    <a:pt x="27" y="124"/>
                  </a:lnTo>
                  <a:lnTo>
                    <a:pt x="27" y="126"/>
                  </a:lnTo>
                  <a:lnTo>
                    <a:pt x="25" y="128"/>
                  </a:lnTo>
                  <a:lnTo>
                    <a:pt x="27" y="130"/>
                  </a:lnTo>
                  <a:lnTo>
                    <a:pt x="27" y="130"/>
                  </a:lnTo>
                  <a:lnTo>
                    <a:pt x="28" y="130"/>
                  </a:lnTo>
                  <a:lnTo>
                    <a:pt x="28" y="128"/>
                  </a:lnTo>
                  <a:lnTo>
                    <a:pt x="28" y="130"/>
                  </a:lnTo>
                  <a:lnTo>
                    <a:pt x="28" y="132"/>
                  </a:lnTo>
                  <a:lnTo>
                    <a:pt x="28" y="132"/>
                  </a:lnTo>
                  <a:lnTo>
                    <a:pt x="30" y="134"/>
                  </a:lnTo>
                  <a:lnTo>
                    <a:pt x="30" y="132"/>
                  </a:lnTo>
                  <a:lnTo>
                    <a:pt x="32" y="132"/>
                  </a:lnTo>
                  <a:lnTo>
                    <a:pt x="32" y="132"/>
                  </a:lnTo>
                  <a:lnTo>
                    <a:pt x="34" y="132"/>
                  </a:lnTo>
                  <a:lnTo>
                    <a:pt x="34" y="132"/>
                  </a:lnTo>
                  <a:lnTo>
                    <a:pt x="34" y="130"/>
                  </a:lnTo>
                  <a:lnTo>
                    <a:pt x="36" y="132"/>
                  </a:lnTo>
                  <a:lnTo>
                    <a:pt x="36" y="132"/>
                  </a:lnTo>
                  <a:lnTo>
                    <a:pt x="34" y="132"/>
                  </a:lnTo>
                  <a:lnTo>
                    <a:pt x="34" y="132"/>
                  </a:lnTo>
                  <a:lnTo>
                    <a:pt x="34" y="134"/>
                  </a:lnTo>
                  <a:lnTo>
                    <a:pt x="34" y="134"/>
                  </a:lnTo>
                  <a:lnTo>
                    <a:pt x="34" y="135"/>
                  </a:lnTo>
                  <a:lnTo>
                    <a:pt x="34" y="135"/>
                  </a:lnTo>
                  <a:lnTo>
                    <a:pt x="34" y="137"/>
                  </a:lnTo>
                  <a:lnTo>
                    <a:pt x="36" y="137"/>
                  </a:lnTo>
                  <a:lnTo>
                    <a:pt x="36" y="137"/>
                  </a:lnTo>
                  <a:lnTo>
                    <a:pt x="36" y="137"/>
                  </a:lnTo>
                  <a:lnTo>
                    <a:pt x="38" y="137"/>
                  </a:lnTo>
                  <a:lnTo>
                    <a:pt x="38" y="137"/>
                  </a:lnTo>
                  <a:lnTo>
                    <a:pt x="38" y="137"/>
                  </a:lnTo>
                  <a:lnTo>
                    <a:pt x="38" y="137"/>
                  </a:lnTo>
                  <a:lnTo>
                    <a:pt x="38" y="139"/>
                  </a:lnTo>
                  <a:lnTo>
                    <a:pt x="40" y="139"/>
                  </a:lnTo>
                  <a:lnTo>
                    <a:pt x="40" y="139"/>
                  </a:lnTo>
                  <a:lnTo>
                    <a:pt x="42" y="139"/>
                  </a:lnTo>
                  <a:lnTo>
                    <a:pt x="42" y="141"/>
                  </a:lnTo>
                  <a:lnTo>
                    <a:pt x="42" y="141"/>
                  </a:lnTo>
                  <a:lnTo>
                    <a:pt x="38" y="141"/>
                  </a:lnTo>
                  <a:lnTo>
                    <a:pt x="38" y="141"/>
                  </a:lnTo>
                  <a:lnTo>
                    <a:pt x="36" y="145"/>
                  </a:lnTo>
                  <a:lnTo>
                    <a:pt x="36" y="147"/>
                  </a:lnTo>
                  <a:lnTo>
                    <a:pt x="40" y="147"/>
                  </a:lnTo>
                  <a:lnTo>
                    <a:pt x="42" y="147"/>
                  </a:lnTo>
                  <a:lnTo>
                    <a:pt x="44" y="147"/>
                  </a:lnTo>
                  <a:lnTo>
                    <a:pt x="44" y="147"/>
                  </a:lnTo>
                  <a:lnTo>
                    <a:pt x="44" y="149"/>
                  </a:lnTo>
                  <a:lnTo>
                    <a:pt x="42" y="151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42" y="151"/>
                  </a:lnTo>
                  <a:lnTo>
                    <a:pt x="42" y="153"/>
                  </a:lnTo>
                  <a:lnTo>
                    <a:pt x="44" y="154"/>
                  </a:lnTo>
                  <a:lnTo>
                    <a:pt x="46" y="154"/>
                  </a:lnTo>
                  <a:lnTo>
                    <a:pt x="46" y="156"/>
                  </a:lnTo>
                  <a:lnTo>
                    <a:pt x="46" y="156"/>
                  </a:lnTo>
                  <a:lnTo>
                    <a:pt x="46" y="158"/>
                  </a:lnTo>
                  <a:lnTo>
                    <a:pt x="48" y="158"/>
                  </a:lnTo>
                  <a:lnTo>
                    <a:pt x="49" y="160"/>
                  </a:lnTo>
                  <a:lnTo>
                    <a:pt x="67" y="172"/>
                  </a:lnTo>
                  <a:lnTo>
                    <a:pt x="82" y="179"/>
                  </a:lnTo>
                  <a:lnTo>
                    <a:pt x="91" y="185"/>
                  </a:lnTo>
                  <a:lnTo>
                    <a:pt x="97" y="189"/>
                  </a:lnTo>
                  <a:lnTo>
                    <a:pt x="101" y="189"/>
                  </a:lnTo>
                  <a:lnTo>
                    <a:pt x="110" y="191"/>
                  </a:lnTo>
                  <a:lnTo>
                    <a:pt x="112" y="191"/>
                  </a:lnTo>
                  <a:lnTo>
                    <a:pt x="116" y="193"/>
                  </a:lnTo>
                  <a:lnTo>
                    <a:pt x="118" y="193"/>
                  </a:lnTo>
                  <a:lnTo>
                    <a:pt x="122" y="194"/>
                  </a:lnTo>
                  <a:lnTo>
                    <a:pt x="122" y="194"/>
                  </a:lnTo>
                  <a:lnTo>
                    <a:pt x="124" y="194"/>
                  </a:lnTo>
                  <a:lnTo>
                    <a:pt x="124" y="194"/>
                  </a:lnTo>
                  <a:lnTo>
                    <a:pt x="124" y="194"/>
                  </a:lnTo>
                  <a:lnTo>
                    <a:pt x="126" y="194"/>
                  </a:lnTo>
                  <a:lnTo>
                    <a:pt x="129" y="194"/>
                  </a:lnTo>
                  <a:lnTo>
                    <a:pt x="129" y="196"/>
                  </a:lnTo>
                  <a:lnTo>
                    <a:pt x="131" y="196"/>
                  </a:lnTo>
                  <a:lnTo>
                    <a:pt x="133" y="196"/>
                  </a:lnTo>
                  <a:lnTo>
                    <a:pt x="139" y="198"/>
                  </a:lnTo>
                  <a:lnTo>
                    <a:pt x="143" y="198"/>
                  </a:lnTo>
                  <a:lnTo>
                    <a:pt x="145" y="198"/>
                  </a:lnTo>
                  <a:lnTo>
                    <a:pt x="145" y="198"/>
                  </a:lnTo>
                  <a:lnTo>
                    <a:pt x="149" y="193"/>
                  </a:lnTo>
                  <a:lnTo>
                    <a:pt x="150" y="191"/>
                  </a:lnTo>
                  <a:lnTo>
                    <a:pt x="152" y="189"/>
                  </a:lnTo>
                  <a:lnTo>
                    <a:pt x="156" y="187"/>
                  </a:lnTo>
                  <a:lnTo>
                    <a:pt x="156" y="187"/>
                  </a:lnTo>
                  <a:lnTo>
                    <a:pt x="160" y="187"/>
                  </a:lnTo>
                  <a:lnTo>
                    <a:pt x="166" y="185"/>
                  </a:lnTo>
                  <a:lnTo>
                    <a:pt x="170" y="185"/>
                  </a:lnTo>
                  <a:lnTo>
                    <a:pt x="177" y="181"/>
                  </a:lnTo>
                  <a:lnTo>
                    <a:pt x="181" y="181"/>
                  </a:lnTo>
                  <a:lnTo>
                    <a:pt x="183" y="181"/>
                  </a:lnTo>
                  <a:lnTo>
                    <a:pt x="183" y="179"/>
                  </a:lnTo>
                  <a:lnTo>
                    <a:pt x="181" y="177"/>
                  </a:lnTo>
                  <a:lnTo>
                    <a:pt x="181" y="177"/>
                  </a:lnTo>
                  <a:lnTo>
                    <a:pt x="183" y="173"/>
                  </a:lnTo>
                  <a:lnTo>
                    <a:pt x="183" y="175"/>
                  </a:lnTo>
                  <a:lnTo>
                    <a:pt x="183" y="175"/>
                  </a:lnTo>
                  <a:lnTo>
                    <a:pt x="183" y="177"/>
                  </a:lnTo>
                  <a:lnTo>
                    <a:pt x="183" y="177"/>
                  </a:lnTo>
                  <a:lnTo>
                    <a:pt x="185" y="177"/>
                  </a:lnTo>
                  <a:lnTo>
                    <a:pt x="185" y="177"/>
                  </a:lnTo>
                  <a:lnTo>
                    <a:pt x="185" y="177"/>
                  </a:lnTo>
                  <a:lnTo>
                    <a:pt x="185" y="177"/>
                  </a:lnTo>
                  <a:lnTo>
                    <a:pt x="185" y="179"/>
                  </a:lnTo>
                  <a:lnTo>
                    <a:pt x="187" y="179"/>
                  </a:lnTo>
                  <a:lnTo>
                    <a:pt x="187" y="177"/>
                  </a:lnTo>
                  <a:lnTo>
                    <a:pt x="187" y="177"/>
                  </a:lnTo>
                  <a:lnTo>
                    <a:pt x="189" y="177"/>
                  </a:lnTo>
                  <a:lnTo>
                    <a:pt x="190" y="177"/>
                  </a:lnTo>
                  <a:lnTo>
                    <a:pt x="192" y="175"/>
                  </a:lnTo>
                  <a:lnTo>
                    <a:pt x="192" y="173"/>
                  </a:lnTo>
                  <a:lnTo>
                    <a:pt x="194" y="175"/>
                  </a:lnTo>
                  <a:lnTo>
                    <a:pt x="194" y="175"/>
                  </a:lnTo>
                  <a:lnTo>
                    <a:pt x="196" y="177"/>
                  </a:lnTo>
                  <a:lnTo>
                    <a:pt x="198" y="177"/>
                  </a:lnTo>
                  <a:lnTo>
                    <a:pt x="198" y="177"/>
                  </a:lnTo>
                  <a:lnTo>
                    <a:pt x="198" y="179"/>
                  </a:lnTo>
                  <a:lnTo>
                    <a:pt x="198" y="179"/>
                  </a:lnTo>
                  <a:lnTo>
                    <a:pt x="200" y="179"/>
                  </a:lnTo>
                  <a:lnTo>
                    <a:pt x="200" y="179"/>
                  </a:lnTo>
                  <a:lnTo>
                    <a:pt x="200" y="179"/>
                  </a:lnTo>
                  <a:lnTo>
                    <a:pt x="200" y="179"/>
                  </a:lnTo>
                  <a:lnTo>
                    <a:pt x="202" y="179"/>
                  </a:lnTo>
                  <a:lnTo>
                    <a:pt x="202" y="179"/>
                  </a:lnTo>
                  <a:lnTo>
                    <a:pt x="202" y="179"/>
                  </a:lnTo>
                  <a:lnTo>
                    <a:pt x="202" y="181"/>
                  </a:lnTo>
                  <a:lnTo>
                    <a:pt x="204" y="179"/>
                  </a:lnTo>
                  <a:lnTo>
                    <a:pt x="204" y="179"/>
                  </a:lnTo>
                  <a:lnTo>
                    <a:pt x="204" y="179"/>
                  </a:lnTo>
                  <a:lnTo>
                    <a:pt x="206" y="179"/>
                  </a:lnTo>
                  <a:lnTo>
                    <a:pt x="208" y="179"/>
                  </a:lnTo>
                  <a:lnTo>
                    <a:pt x="208" y="179"/>
                  </a:lnTo>
                  <a:lnTo>
                    <a:pt x="208" y="177"/>
                  </a:lnTo>
                  <a:lnTo>
                    <a:pt x="208" y="177"/>
                  </a:lnTo>
                  <a:lnTo>
                    <a:pt x="208" y="175"/>
                  </a:lnTo>
                  <a:lnTo>
                    <a:pt x="208" y="173"/>
                  </a:lnTo>
                  <a:lnTo>
                    <a:pt x="208" y="173"/>
                  </a:lnTo>
                  <a:lnTo>
                    <a:pt x="208" y="172"/>
                  </a:lnTo>
                  <a:lnTo>
                    <a:pt x="208" y="170"/>
                  </a:lnTo>
                  <a:lnTo>
                    <a:pt x="208" y="170"/>
                  </a:lnTo>
                  <a:lnTo>
                    <a:pt x="208" y="168"/>
                  </a:lnTo>
                  <a:lnTo>
                    <a:pt x="208" y="166"/>
                  </a:lnTo>
                  <a:lnTo>
                    <a:pt x="208" y="164"/>
                  </a:lnTo>
                  <a:lnTo>
                    <a:pt x="211" y="162"/>
                  </a:lnTo>
                  <a:lnTo>
                    <a:pt x="213" y="162"/>
                  </a:lnTo>
                  <a:lnTo>
                    <a:pt x="213" y="160"/>
                  </a:lnTo>
                  <a:lnTo>
                    <a:pt x="215" y="160"/>
                  </a:lnTo>
                  <a:lnTo>
                    <a:pt x="217" y="162"/>
                  </a:lnTo>
                  <a:lnTo>
                    <a:pt x="219" y="164"/>
                  </a:lnTo>
                  <a:lnTo>
                    <a:pt x="219" y="166"/>
                  </a:lnTo>
                  <a:lnTo>
                    <a:pt x="219" y="168"/>
                  </a:lnTo>
                  <a:lnTo>
                    <a:pt x="219" y="172"/>
                  </a:lnTo>
                  <a:lnTo>
                    <a:pt x="219" y="173"/>
                  </a:lnTo>
                  <a:lnTo>
                    <a:pt x="217" y="173"/>
                  </a:lnTo>
                  <a:lnTo>
                    <a:pt x="217" y="175"/>
                  </a:lnTo>
                  <a:lnTo>
                    <a:pt x="217" y="177"/>
                  </a:lnTo>
                  <a:lnTo>
                    <a:pt x="215" y="177"/>
                  </a:lnTo>
                  <a:lnTo>
                    <a:pt x="215" y="177"/>
                  </a:lnTo>
                  <a:lnTo>
                    <a:pt x="213" y="177"/>
                  </a:lnTo>
                  <a:lnTo>
                    <a:pt x="213" y="177"/>
                  </a:lnTo>
                  <a:lnTo>
                    <a:pt x="211" y="177"/>
                  </a:lnTo>
                  <a:lnTo>
                    <a:pt x="208" y="181"/>
                  </a:lnTo>
                  <a:lnTo>
                    <a:pt x="206" y="183"/>
                  </a:lnTo>
                  <a:lnTo>
                    <a:pt x="206" y="183"/>
                  </a:lnTo>
                  <a:lnTo>
                    <a:pt x="202" y="189"/>
                  </a:lnTo>
                  <a:lnTo>
                    <a:pt x="200" y="191"/>
                  </a:lnTo>
                  <a:lnTo>
                    <a:pt x="200" y="191"/>
                  </a:lnTo>
                  <a:lnTo>
                    <a:pt x="200" y="193"/>
                  </a:lnTo>
                  <a:lnTo>
                    <a:pt x="200" y="194"/>
                  </a:lnTo>
                  <a:lnTo>
                    <a:pt x="200" y="196"/>
                  </a:lnTo>
                  <a:lnTo>
                    <a:pt x="196" y="202"/>
                  </a:lnTo>
                  <a:lnTo>
                    <a:pt x="192" y="208"/>
                  </a:lnTo>
                  <a:lnTo>
                    <a:pt x="190" y="212"/>
                  </a:lnTo>
                  <a:lnTo>
                    <a:pt x="189" y="215"/>
                  </a:lnTo>
                  <a:lnTo>
                    <a:pt x="187" y="217"/>
                  </a:lnTo>
                  <a:lnTo>
                    <a:pt x="185" y="219"/>
                  </a:lnTo>
                  <a:lnTo>
                    <a:pt x="175" y="217"/>
                  </a:lnTo>
                  <a:lnTo>
                    <a:pt x="173" y="217"/>
                  </a:lnTo>
                  <a:lnTo>
                    <a:pt x="171" y="219"/>
                  </a:lnTo>
                  <a:lnTo>
                    <a:pt x="170" y="219"/>
                  </a:lnTo>
                  <a:lnTo>
                    <a:pt x="168" y="219"/>
                  </a:lnTo>
                  <a:lnTo>
                    <a:pt x="168" y="219"/>
                  </a:lnTo>
                  <a:lnTo>
                    <a:pt x="168" y="219"/>
                  </a:lnTo>
                  <a:lnTo>
                    <a:pt x="162" y="225"/>
                  </a:lnTo>
                  <a:lnTo>
                    <a:pt x="160" y="227"/>
                  </a:lnTo>
                  <a:lnTo>
                    <a:pt x="158" y="227"/>
                  </a:lnTo>
                  <a:lnTo>
                    <a:pt x="156" y="227"/>
                  </a:lnTo>
                  <a:lnTo>
                    <a:pt x="156" y="227"/>
                  </a:lnTo>
                  <a:lnTo>
                    <a:pt x="156" y="227"/>
                  </a:lnTo>
                  <a:lnTo>
                    <a:pt x="154" y="229"/>
                  </a:lnTo>
                  <a:lnTo>
                    <a:pt x="154" y="229"/>
                  </a:lnTo>
                  <a:lnTo>
                    <a:pt x="154" y="231"/>
                  </a:lnTo>
                  <a:lnTo>
                    <a:pt x="152" y="231"/>
                  </a:lnTo>
                  <a:lnTo>
                    <a:pt x="152" y="231"/>
                  </a:lnTo>
                  <a:lnTo>
                    <a:pt x="150" y="231"/>
                  </a:lnTo>
                  <a:lnTo>
                    <a:pt x="147" y="227"/>
                  </a:lnTo>
                  <a:lnTo>
                    <a:pt x="147" y="225"/>
                  </a:lnTo>
                  <a:lnTo>
                    <a:pt x="145" y="227"/>
                  </a:lnTo>
                  <a:lnTo>
                    <a:pt x="143" y="231"/>
                  </a:lnTo>
                  <a:lnTo>
                    <a:pt x="143" y="232"/>
                  </a:lnTo>
                  <a:lnTo>
                    <a:pt x="143" y="232"/>
                  </a:lnTo>
                  <a:lnTo>
                    <a:pt x="141" y="232"/>
                  </a:lnTo>
                  <a:lnTo>
                    <a:pt x="141" y="232"/>
                  </a:lnTo>
                  <a:lnTo>
                    <a:pt x="141" y="232"/>
                  </a:lnTo>
                  <a:lnTo>
                    <a:pt x="139" y="232"/>
                  </a:lnTo>
                  <a:lnTo>
                    <a:pt x="139" y="232"/>
                  </a:lnTo>
                  <a:lnTo>
                    <a:pt x="139" y="234"/>
                  </a:lnTo>
                  <a:lnTo>
                    <a:pt x="139" y="234"/>
                  </a:lnTo>
                  <a:lnTo>
                    <a:pt x="137" y="234"/>
                  </a:lnTo>
                  <a:lnTo>
                    <a:pt x="137" y="236"/>
                  </a:lnTo>
                  <a:lnTo>
                    <a:pt x="137" y="234"/>
                  </a:lnTo>
                  <a:lnTo>
                    <a:pt x="135" y="236"/>
                  </a:lnTo>
                  <a:lnTo>
                    <a:pt x="135" y="236"/>
                  </a:lnTo>
                  <a:lnTo>
                    <a:pt x="135" y="238"/>
                  </a:lnTo>
                  <a:lnTo>
                    <a:pt x="133" y="236"/>
                  </a:lnTo>
                  <a:lnTo>
                    <a:pt x="131" y="236"/>
                  </a:lnTo>
                  <a:lnTo>
                    <a:pt x="129" y="236"/>
                  </a:lnTo>
                  <a:lnTo>
                    <a:pt x="129" y="234"/>
                  </a:lnTo>
                  <a:lnTo>
                    <a:pt x="129" y="232"/>
                  </a:lnTo>
                  <a:lnTo>
                    <a:pt x="129" y="229"/>
                  </a:lnTo>
                  <a:lnTo>
                    <a:pt x="128" y="229"/>
                  </a:lnTo>
                  <a:lnTo>
                    <a:pt x="128" y="229"/>
                  </a:lnTo>
                  <a:lnTo>
                    <a:pt x="126" y="229"/>
                  </a:lnTo>
                  <a:lnTo>
                    <a:pt x="126" y="229"/>
                  </a:lnTo>
                  <a:lnTo>
                    <a:pt x="126" y="231"/>
                  </a:lnTo>
                  <a:lnTo>
                    <a:pt x="126" y="232"/>
                  </a:lnTo>
                  <a:lnTo>
                    <a:pt x="126" y="232"/>
                  </a:lnTo>
                  <a:lnTo>
                    <a:pt x="128" y="234"/>
                  </a:lnTo>
                  <a:lnTo>
                    <a:pt x="126" y="236"/>
                  </a:lnTo>
                  <a:lnTo>
                    <a:pt x="126" y="236"/>
                  </a:lnTo>
                  <a:lnTo>
                    <a:pt x="126" y="236"/>
                  </a:lnTo>
                  <a:lnTo>
                    <a:pt x="124" y="236"/>
                  </a:lnTo>
                  <a:lnTo>
                    <a:pt x="124" y="236"/>
                  </a:lnTo>
                  <a:lnTo>
                    <a:pt x="124" y="238"/>
                  </a:lnTo>
                  <a:lnTo>
                    <a:pt x="122" y="238"/>
                  </a:lnTo>
                  <a:lnTo>
                    <a:pt x="122" y="240"/>
                  </a:lnTo>
                  <a:lnTo>
                    <a:pt x="118" y="240"/>
                  </a:lnTo>
                  <a:lnTo>
                    <a:pt x="112" y="240"/>
                  </a:lnTo>
                  <a:lnTo>
                    <a:pt x="110" y="240"/>
                  </a:lnTo>
                  <a:lnTo>
                    <a:pt x="109" y="242"/>
                  </a:lnTo>
                  <a:lnTo>
                    <a:pt x="105" y="244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95" y="244"/>
                  </a:lnTo>
                  <a:lnTo>
                    <a:pt x="95" y="242"/>
                  </a:lnTo>
                  <a:lnTo>
                    <a:pt x="93" y="240"/>
                  </a:lnTo>
                  <a:lnTo>
                    <a:pt x="95" y="238"/>
                  </a:lnTo>
                  <a:lnTo>
                    <a:pt x="95" y="236"/>
                  </a:lnTo>
                  <a:lnTo>
                    <a:pt x="97" y="234"/>
                  </a:lnTo>
                  <a:lnTo>
                    <a:pt x="97" y="232"/>
                  </a:lnTo>
                  <a:lnTo>
                    <a:pt x="95" y="231"/>
                  </a:lnTo>
                  <a:lnTo>
                    <a:pt x="95" y="231"/>
                  </a:lnTo>
                  <a:lnTo>
                    <a:pt x="93" y="231"/>
                  </a:lnTo>
                  <a:lnTo>
                    <a:pt x="93" y="232"/>
                  </a:lnTo>
                  <a:lnTo>
                    <a:pt x="91" y="232"/>
                  </a:lnTo>
                  <a:lnTo>
                    <a:pt x="91" y="232"/>
                  </a:lnTo>
                  <a:lnTo>
                    <a:pt x="91" y="232"/>
                  </a:lnTo>
                  <a:lnTo>
                    <a:pt x="89" y="232"/>
                  </a:lnTo>
                  <a:lnTo>
                    <a:pt x="89" y="232"/>
                  </a:lnTo>
                  <a:lnTo>
                    <a:pt x="88" y="234"/>
                  </a:lnTo>
                  <a:lnTo>
                    <a:pt x="86" y="234"/>
                  </a:lnTo>
                  <a:lnTo>
                    <a:pt x="86" y="232"/>
                  </a:lnTo>
                  <a:lnTo>
                    <a:pt x="84" y="232"/>
                  </a:lnTo>
                  <a:lnTo>
                    <a:pt x="82" y="231"/>
                  </a:lnTo>
                  <a:lnTo>
                    <a:pt x="84" y="229"/>
                  </a:lnTo>
                  <a:lnTo>
                    <a:pt x="86" y="229"/>
                  </a:lnTo>
                  <a:lnTo>
                    <a:pt x="86" y="227"/>
                  </a:lnTo>
                  <a:lnTo>
                    <a:pt x="86" y="227"/>
                  </a:lnTo>
                  <a:lnTo>
                    <a:pt x="86" y="225"/>
                  </a:lnTo>
                  <a:lnTo>
                    <a:pt x="86" y="225"/>
                  </a:lnTo>
                  <a:lnTo>
                    <a:pt x="82" y="227"/>
                  </a:lnTo>
                  <a:lnTo>
                    <a:pt x="80" y="229"/>
                  </a:lnTo>
                  <a:lnTo>
                    <a:pt x="78" y="231"/>
                  </a:lnTo>
                  <a:lnTo>
                    <a:pt x="76" y="231"/>
                  </a:lnTo>
                  <a:lnTo>
                    <a:pt x="76" y="232"/>
                  </a:lnTo>
                  <a:lnTo>
                    <a:pt x="76" y="234"/>
                  </a:lnTo>
                  <a:lnTo>
                    <a:pt x="74" y="236"/>
                  </a:lnTo>
                  <a:lnTo>
                    <a:pt x="74" y="238"/>
                  </a:lnTo>
                  <a:lnTo>
                    <a:pt x="74" y="240"/>
                  </a:lnTo>
                  <a:lnTo>
                    <a:pt x="72" y="242"/>
                  </a:lnTo>
                  <a:lnTo>
                    <a:pt x="72" y="244"/>
                  </a:lnTo>
                  <a:lnTo>
                    <a:pt x="74" y="246"/>
                  </a:lnTo>
                  <a:lnTo>
                    <a:pt x="76" y="250"/>
                  </a:lnTo>
                  <a:lnTo>
                    <a:pt x="78" y="253"/>
                  </a:lnTo>
                  <a:lnTo>
                    <a:pt x="80" y="255"/>
                  </a:lnTo>
                  <a:lnTo>
                    <a:pt x="82" y="257"/>
                  </a:lnTo>
                  <a:lnTo>
                    <a:pt x="88" y="263"/>
                  </a:lnTo>
                  <a:lnTo>
                    <a:pt x="88" y="265"/>
                  </a:lnTo>
                  <a:lnTo>
                    <a:pt x="89" y="267"/>
                  </a:lnTo>
                  <a:lnTo>
                    <a:pt x="91" y="269"/>
                  </a:lnTo>
                  <a:lnTo>
                    <a:pt x="97" y="274"/>
                  </a:lnTo>
                  <a:lnTo>
                    <a:pt x="97" y="276"/>
                  </a:lnTo>
                  <a:lnTo>
                    <a:pt x="101" y="278"/>
                  </a:lnTo>
                  <a:lnTo>
                    <a:pt x="109" y="288"/>
                  </a:lnTo>
                  <a:lnTo>
                    <a:pt x="110" y="288"/>
                  </a:lnTo>
                  <a:lnTo>
                    <a:pt x="112" y="288"/>
                  </a:lnTo>
                  <a:lnTo>
                    <a:pt x="114" y="286"/>
                  </a:lnTo>
                  <a:lnTo>
                    <a:pt x="114" y="288"/>
                  </a:lnTo>
                  <a:lnTo>
                    <a:pt x="114" y="290"/>
                  </a:lnTo>
                  <a:lnTo>
                    <a:pt x="114" y="291"/>
                  </a:lnTo>
                  <a:lnTo>
                    <a:pt x="118" y="295"/>
                  </a:lnTo>
                  <a:lnTo>
                    <a:pt x="120" y="297"/>
                  </a:lnTo>
                  <a:lnTo>
                    <a:pt x="122" y="297"/>
                  </a:lnTo>
                  <a:lnTo>
                    <a:pt x="124" y="301"/>
                  </a:lnTo>
                  <a:lnTo>
                    <a:pt x="126" y="303"/>
                  </a:lnTo>
                  <a:lnTo>
                    <a:pt x="129" y="307"/>
                  </a:lnTo>
                  <a:lnTo>
                    <a:pt x="131" y="309"/>
                  </a:lnTo>
                  <a:lnTo>
                    <a:pt x="137" y="310"/>
                  </a:lnTo>
                  <a:lnTo>
                    <a:pt x="149" y="324"/>
                  </a:lnTo>
                  <a:lnTo>
                    <a:pt x="150" y="326"/>
                  </a:lnTo>
                  <a:lnTo>
                    <a:pt x="150" y="326"/>
                  </a:lnTo>
                  <a:lnTo>
                    <a:pt x="152" y="326"/>
                  </a:lnTo>
                  <a:lnTo>
                    <a:pt x="154" y="329"/>
                  </a:lnTo>
                  <a:lnTo>
                    <a:pt x="156" y="333"/>
                  </a:lnTo>
                  <a:lnTo>
                    <a:pt x="162" y="341"/>
                  </a:lnTo>
                  <a:lnTo>
                    <a:pt x="168" y="345"/>
                  </a:lnTo>
                  <a:lnTo>
                    <a:pt x="168" y="347"/>
                  </a:lnTo>
                  <a:lnTo>
                    <a:pt x="168" y="347"/>
                  </a:lnTo>
                  <a:lnTo>
                    <a:pt x="175" y="358"/>
                  </a:lnTo>
                  <a:lnTo>
                    <a:pt x="185" y="364"/>
                  </a:lnTo>
                  <a:lnTo>
                    <a:pt x="194" y="373"/>
                  </a:lnTo>
                  <a:lnTo>
                    <a:pt x="198" y="377"/>
                  </a:lnTo>
                  <a:lnTo>
                    <a:pt x="202" y="379"/>
                  </a:lnTo>
                  <a:lnTo>
                    <a:pt x="208" y="381"/>
                  </a:lnTo>
                  <a:lnTo>
                    <a:pt x="210" y="383"/>
                  </a:lnTo>
                  <a:lnTo>
                    <a:pt x="211" y="387"/>
                  </a:lnTo>
                  <a:lnTo>
                    <a:pt x="213" y="387"/>
                  </a:lnTo>
                  <a:lnTo>
                    <a:pt x="215" y="388"/>
                  </a:lnTo>
                  <a:lnTo>
                    <a:pt x="221" y="390"/>
                  </a:lnTo>
                  <a:lnTo>
                    <a:pt x="234" y="398"/>
                  </a:lnTo>
                  <a:lnTo>
                    <a:pt x="238" y="400"/>
                  </a:lnTo>
                  <a:lnTo>
                    <a:pt x="238" y="400"/>
                  </a:lnTo>
                  <a:lnTo>
                    <a:pt x="240" y="400"/>
                  </a:lnTo>
                  <a:lnTo>
                    <a:pt x="242" y="400"/>
                  </a:lnTo>
                  <a:lnTo>
                    <a:pt x="242" y="400"/>
                  </a:lnTo>
                  <a:lnTo>
                    <a:pt x="244" y="400"/>
                  </a:lnTo>
                  <a:lnTo>
                    <a:pt x="244" y="402"/>
                  </a:lnTo>
                  <a:lnTo>
                    <a:pt x="246" y="402"/>
                  </a:lnTo>
                  <a:lnTo>
                    <a:pt x="248" y="402"/>
                  </a:lnTo>
                  <a:lnTo>
                    <a:pt x="261" y="402"/>
                  </a:lnTo>
                  <a:lnTo>
                    <a:pt x="261" y="400"/>
                  </a:lnTo>
                  <a:lnTo>
                    <a:pt x="261" y="400"/>
                  </a:lnTo>
                  <a:lnTo>
                    <a:pt x="261" y="398"/>
                  </a:lnTo>
                  <a:lnTo>
                    <a:pt x="261" y="398"/>
                  </a:lnTo>
                  <a:lnTo>
                    <a:pt x="263" y="398"/>
                  </a:lnTo>
                  <a:lnTo>
                    <a:pt x="263" y="398"/>
                  </a:lnTo>
                  <a:lnTo>
                    <a:pt x="263" y="398"/>
                  </a:lnTo>
                  <a:lnTo>
                    <a:pt x="263" y="398"/>
                  </a:lnTo>
                  <a:lnTo>
                    <a:pt x="265" y="398"/>
                  </a:lnTo>
                  <a:lnTo>
                    <a:pt x="267" y="398"/>
                  </a:lnTo>
                  <a:lnTo>
                    <a:pt x="269" y="398"/>
                  </a:lnTo>
                  <a:lnTo>
                    <a:pt x="270" y="398"/>
                  </a:lnTo>
                  <a:lnTo>
                    <a:pt x="270" y="396"/>
                  </a:lnTo>
                  <a:lnTo>
                    <a:pt x="272" y="396"/>
                  </a:lnTo>
                  <a:lnTo>
                    <a:pt x="272" y="396"/>
                  </a:lnTo>
                  <a:lnTo>
                    <a:pt x="274" y="396"/>
                  </a:lnTo>
                  <a:lnTo>
                    <a:pt x="276" y="396"/>
                  </a:lnTo>
                  <a:lnTo>
                    <a:pt x="291" y="387"/>
                  </a:lnTo>
                  <a:lnTo>
                    <a:pt x="297" y="387"/>
                  </a:lnTo>
                  <a:lnTo>
                    <a:pt x="305" y="383"/>
                  </a:lnTo>
                  <a:lnTo>
                    <a:pt x="307" y="383"/>
                  </a:lnTo>
                  <a:lnTo>
                    <a:pt x="309" y="381"/>
                  </a:lnTo>
                  <a:lnTo>
                    <a:pt x="309" y="379"/>
                  </a:lnTo>
                  <a:lnTo>
                    <a:pt x="312" y="375"/>
                  </a:lnTo>
                  <a:lnTo>
                    <a:pt x="314" y="375"/>
                  </a:lnTo>
                  <a:lnTo>
                    <a:pt x="316" y="375"/>
                  </a:lnTo>
                  <a:lnTo>
                    <a:pt x="314" y="375"/>
                  </a:lnTo>
                  <a:lnTo>
                    <a:pt x="314" y="375"/>
                  </a:lnTo>
                  <a:lnTo>
                    <a:pt x="314" y="377"/>
                  </a:lnTo>
                  <a:lnTo>
                    <a:pt x="316" y="377"/>
                  </a:lnTo>
                  <a:lnTo>
                    <a:pt x="322" y="373"/>
                  </a:lnTo>
                  <a:lnTo>
                    <a:pt x="326" y="371"/>
                  </a:lnTo>
                  <a:lnTo>
                    <a:pt x="330" y="369"/>
                  </a:lnTo>
                  <a:lnTo>
                    <a:pt x="330" y="369"/>
                  </a:lnTo>
                  <a:lnTo>
                    <a:pt x="331" y="369"/>
                  </a:lnTo>
                  <a:lnTo>
                    <a:pt x="333" y="369"/>
                  </a:lnTo>
                  <a:lnTo>
                    <a:pt x="335" y="367"/>
                  </a:lnTo>
                  <a:lnTo>
                    <a:pt x="337" y="366"/>
                  </a:lnTo>
                  <a:lnTo>
                    <a:pt x="349" y="360"/>
                  </a:lnTo>
                  <a:lnTo>
                    <a:pt x="352" y="360"/>
                  </a:lnTo>
                  <a:lnTo>
                    <a:pt x="354" y="358"/>
                  </a:lnTo>
                  <a:lnTo>
                    <a:pt x="360" y="356"/>
                  </a:lnTo>
                  <a:lnTo>
                    <a:pt x="362" y="354"/>
                  </a:lnTo>
                  <a:lnTo>
                    <a:pt x="362" y="354"/>
                  </a:lnTo>
                  <a:lnTo>
                    <a:pt x="362" y="354"/>
                  </a:lnTo>
                  <a:lnTo>
                    <a:pt x="364" y="354"/>
                  </a:lnTo>
                  <a:lnTo>
                    <a:pt x="364" y="354"/>
                  </a:lnTo>
                  <a:lnTo>
                    <a:pt x="366" y="352"/>
                  </a:lnTo>
                  <a:lnTo>
                    <a:pt x="366" y="350"/>
                  </a:lnTo>
                  <a:lnTo>
                    <a:pt x="364" y="348"/>
                  </a:lnTo>
                  <a:lnTo>
                    <a:pt x="364" y="347"/>
                  </a:lnTo>
                  <a:lnTo>
                    <a:pt x="364" y="347"/>
                  </a:lnTo>
                  <a:lnTo>
                    <a:pt x="364" y="347"/>
                  </a:lnTo>
                  <a:lnTo>
                    <a:pt x="364" y="345"/>
                  </a:lnTo>
                  <a:lnTo>
                    <a:pt x="364" y="345"/>
                  </a:lnTo>
                  <a:lnTo>
                    <a:pt x="366" y="343"/>
                  </a:lnTo>
                  <a:lnTo>
                    <a:pt x="366" y="343"/>
                  </a:lnTo>
                  <a:lnTo>
                    <a:pt x="366" y="343"/>
                  </a:lnTo>
                  <a:lnTo>
                    <a:pt x="366" y="341"/>
                  </a:lnTo>
                  <a:lnTo>
                    <a:pt x="366" y="341"/>
                  </a:lnTo>
                  <a:lnTo>
                    <a:pt x="370" y="337"/>
                  </a:lnTo>
                  <a:lnTo>
                    <a:pt x="370" y="335"/>
                  </a:lnTo>
                  <a:lnTo>
                    <a:pt x="371" y="333"/>
                  </a:lnTo>
                  <a:lnTo>
                    <a:pt x="375" y="328"/>
                  </a:lnTo>
                  <a:lnTo>
                    <a:pt x="377" y="324"/>
                  </a:lnTo>
                  <a:lnTo>
                    <a:pt x="381" y="312"/>
                  </a:lnTo>
                  <a:lnTo>
                    <a:pt x="381" y="312"/>
                  </a:lnTo>
                  <a:lnTo>
                    <a:pt x="383" y="312"/>
                  </a:lnTo>
                  <a:lnTo>
                    <a:pt x="383" y="310"/>
                  </a:lnTo>
                  <a:lnTo>
                    <a:pt x="383" y="310"/>
                  </a:lnTo>
                  <a:lnTo>
                    <a:pt x="383" y="309"/>
                  </a:lnTo>
                  <a:lnTo>
                    <a:pt x="383" y="309"/>
                  </a:lnTo>
                  <a:lnTo>
                    <a:pt x="383" y="307"/>
                  </a:lnTo>
                  <a:lnTo>
                    <a:pt x="383" y="307"/>
                  </a:lnTo>
                  <a:lnTo>
                    <a:pt x="381" y="307"/>
                  </a:lnTo>
                  <a:lnTo>
                    <a:pt x="381" y="305"/>
                  </a:lnTo>
                  <a:lnTo>
                    <a:pt x="381" y="305"/>
                  </a:lnTo>
                  <a:lnTo>
                    <a:pt x="379" y="303"/>
                  </a:lnTo>
                  <a:lnTo>
                    <a:pt x="379" y="305"/>
                  </a:lnTo>
                  <a:lnTo>
                    <a:pt x="377" y="303"/>
                  </a:lnTo>
                  <a:lnTo>
                    <a:pt x="377" y="303"/>
                  </a:lnTo>
                  <a:lnTo>
                    <a:pt x="375" y="303"/>
                  </a:lnTo>
                  <a:lnTo>
                    <a:pt x="375" y="303"/>
                  </a:lnTo>
                  <a:lnTo>
                    <a:pt x="375" y="301"/>
                  </a:lnTo>
                  <a:lnTo>
                    <a:pt x="373" y="299"/>
                  </a:lnTo>
                  <a:lnTo>
                    <a:pt x="373" y="297"/>
                  </a:lnTo>
                  <a:lnTo>
                    <a:pt x="373" y="297"/>
                  </a:lnTo>
                  <a:lnTo>
                    <a:pt x="371" y="297"/>
                  </a:lnTo>
                  <a:lnTo>
                    <a:pt x="371" y="295"/>
                  </a:lnTo>
                  <a:lnTo>
                    <a:pt x="371" y="293"/>
                  </a:lnTo>
                  <a:lnTo>
                    <a:pt x="371" y="293"/>
                  </a:lnTo>
                  <a:lnTo>
                    <a:pt x="366" y="295"/>
                  </a:lnTo>
                  <a:lnTo>
                    <a:pt x="364" y="295"/>
                  </a:lnTo>
                  <a:lnTo>
                    <a:pt x="364" y="295"/>
                  </a:lnTo>
                  <a:lnTo>
                    <a:pt x="362" y="293"/>
                  </a:lnTo>
                  <a:lnTo>
                    <a:pt x="360" y="295"/>
                  </a:lnTo>
                  <a:lnTo>
                    <a:pt x="358" y="295"/>
                  </a:lnTo>
                  <a:lnTo>
                    <a:pt x="358" y="295"/>
                  </a:lnTo>
                  <a:lnTo>
                    <a:pt x="358" y="293"/>
                  </a:lnTo>
                  <a:lnTo>
                    <a:pt x="358" y="293"/>
                  </a:lnTo>
                  <a:lnTo>
                    <a:pt x="356" y="293"/>
                  </a:lnTo>
                  <a:lnTo>
                    <a:pt x="356" y="293"/>
                  </a:lnTo>
                  <a:lnTo>
                    <a:pt x="356" y="293"/>
                  </a:lnTo>
                  <a:lnTo>
                    <a:pt x="354" y="293"/>
                  </a:lnTo>
                  <a:lnTo>
                    <a:pt x="354" y="291"/>
                  </a:lnTo>
                  <a:lnTo>
                    <a:pt x="354" y="290"/>
                  </a:lnTo>
                  <a:lnTo>
                    <a:pt x="354" y="288"/>
                  </a:lnTo>
                  <a:lnTo>
                    <a:pt x="356" y="288"/>
                  </a:lnTo>
                  <a:lnTo>
                    <a:pt x="362" y="290"/>
                  </a:lnTo>
                  <a:lnTo>
                    <a:pt x="364" y="290"/>
                  </a:lnTo>
                  <a:lnTo>
                    <a:pt x="366" y="290"/>
                  </a:lnTo>
                  <a:lnTo>
                    <a:pt x="364" y="286"/>
                  </a:lnTo>
                  <a:lnTo>
                    <a:pt x="362" y="286"/>
                  </a:lnTo>
                  <a:lnTo>
                    <a:pt x="362" y="286"/>
                  </a:lnTo>
                  <a:lnTo>
                    <a:pt x="360" y="286"/>
                  </a:lnTo>
                  <a:lnTo>
                    <a:pt x="360" y="286"/>
                  </a:lnTo>
                  <a:lnTo>
                    <a:pt x="360" y="286"/>
                  </a:lnTo>
                  <a:lnTo>
                    <a:pt x="360" y="284"/>
                  </a:lnTo>
                  <a:lnTo>
                    <a:pt x="362" y="284"/>
                  </a:lnTo>
                  <a:lnTo>
                    <a:pt x="364" y="286"/>
                  </a:lnTo>
                  <a:lnTo>
                    <a:pt x="366" y="286"/>
                  </a:lnTo>
                  <a:lnTo>
                    <a:pt x="366" y="288"/>
                  </a:lnTo>
                  <a:lnTo>
                    <a:pt x="368" y="288"/>
                  </a:lnTo>
                  <a:lnTo>
                    <a:pt x="370" y="290"/>
                  </a:lnTo>
                  <a:lnTo>
                    <a:pt x="371" y="290"/>
                  </a:lnTo>
                  <a:lnTo>
                    <a:pt x="370" y="288"/>
                  </a:lnTo>
                  <a:lnTo>
                    <a:pt x="370" y="286"/>
                  </a:lnTo>
                  <a:lnTo>
                    <a:pt x="371" y="286"/>
                  </a:lnTo>
                  <a:lnTo>
                    <a:pt x="371" y="284"/>
                  </a:lnTo>
                  <a:lnTo>
                    <a:pt x="370" y="284"/>
                  </a:lnTo>
                  <a:lnTo>
                    <a:pt x="370" y="282"/>
                  </a:lnTo>
                  <a:lnTo>
                    <a:pt x="370" y="282"/>
                  </a:lnTo>
                  <a:lnTo>
                    <a:pt x="370" y="282"/>
                  </a:lnTo>
                  <a:lnTo>
                    <a:pt x="370" y="280"/>
                  </a:lnTo>
                  <a:lnTo>
                    <a:pt x="368" y="280"/>
                  </a:lnTo>
                  <a:lnTo>
                    <a:pt x="366" y="282"/>
                  </a:lnTo>
                  <a:lnTo>
                    <a:pt x="364" y="282"/>
                  </a:lnTo>
                  <a:lnTo>
                    <a:pt x="358" y="280"/>
                  </a:lnTo>
                  <a:lnTo>
                    <a:pt x="358" y="278"/>
                  </a:lnTo>
                  <a:lnTo>
                    <a:pt x="360" y="278"/>
                  </a:lnTo>
                  <a:lnTo>
                    <a:pt x="362" y="278"/>
                  </a:lnTo>
                  <a:lnTo>
                    <a:pt x="364" y="278"/>
                  </a:lnTo>
                  <a:lnTo>
                    <a:pt x="364" y="278"/>
                  </a:lnTo>
                  <a:lnTo>
                    <a:pt x="364" y="278"/>
                  </a:lnTo>
                  <a:lnTo>
                    <a:pt x="366" y="278"/>
                  </a:lnTo>
                  <a:lnTo>
                    <a:pt x="366" y="278"/>
                  </a:lnTo>
                  <a:lnTo>
                    <a:pt x="362" y="276"/>
                  </a:lnTo>
                  <a:lnTo>
                    <a:pt x="362" y="274"/>
                  </a:lnTo>
                  <a:lnTo>
                    <a:pt x="366" y="276"/>
                  </a:lnTo>
                  <a:lnTo>
                    <a:pt x="368" y="276"/>
                  </a:lnTo>
                  <a:lnTo>
                    <a:pt x="368" y="274"/>
                  </a:lnTo>
                  <a:lnTo>
                    <a:pt x="366" y="274"/>
                  </a:lnTo>
                  <a:lnTo>
                    <a:pt x="364" y="272"/>
                  </a:lnTo>
                  <a:lnTo>
                    <a:pt x="366" y="272"/>
                  </a:lnTo>
                  <a:lnTo>
                    <a:pt x="368" y="272"/>
                  </a:lnTo>
                  <a:lnTo>
                    <a:pt x="370" y="274"/>
                  </a:lnTo>
                  <a:lnTo>
                    <a:pt x="370" y="274"/>
                  </a:lnTo>
                  <a:lnTo>
                    <a:pt x="370" y="276"/>
                  </a:lnTo>
                  <a:lnTo>
                    <a:pt x="371" y="276"/>
                  </a:lnTo>
                  <a:lnTo>
                    <a:pt x="371" y="274"/>
                  </a:lnTo>
                  <a:lnTo>
                    <a:pt x="373" y="274"/>
                  </a:lnTo>
                  <a:lnTo>
                    <a:pt x="373" y="274"/>
                  </a:lnTo>
                  <a:lnTo>
                    <a:pt x="373" y="272"/>
                  </a:lnTo>
                  <a:lnTo>
                    <a:pt x="373" y="272"/>
                  </a:lnTo>
                  <a:lnTo>
                    <a:pt x="373" y="274"/>
                  </a:lnTo>
                  <a:lnTo>
                    <a:pt x="375" y="274"/>
                  </a:lnTo>
                  <a:lnTo>
                    <a:pt x="375" y="272"/>
                  </a:lnTo>
                  <a:lnTo>
                    <a:pt x="375" y="272"/>
                  </a:lnTo>
                  <a:lnTo>
                    <a:pt x="377" y="272"/>
                  </a:lnTo>
                  <a:lnTo>
                    <a:pt x="379" y="272"/>
                  </a:lnTo>
                  <a:lnTo>
                    <a:pt x="379" y="272"/>
                  </a:lnTo>
                  <a:lnTo>
                    <a:pt x="381" y="270"/>
                  </a:lnTo>
                  <a:lnTo>
                    <a:pt x="381" y="270"/>
                  </a:lnTo>
                  <a:lnTo>
                    <a:pt x="381" y="269"/>
                  </a:lnTo>
                  <a:lnTo>
                    <a:pt x="383" y="269"/>
                  </a:lnTo>
                  <a:lnTo>
                    <a:pt x="383" y="269"/>
                  </a:lnTo>
                  <a:lnTo>
                    <a:pt x="383" y="267"/>
                  </a:lnTo>
                  <a:lnTo>
                    <a:pt x="383" y="265"/>
                  </a:lnTo>
                  <a:lnTo>
                    <a:pt x="385" y="255"/>
                  </a:lnTo>
                  <a:lnTo>
                    <a:pt x="383" y="250"/>
                  </a:lnTo>
                  <a:lnTo>
                    <a:pt x="379" y="251"/>
                  </a:lnTo>
                  <a:lnTo>
                    <a:pt x="377" y="250"/>
                  </a:lnTo>
                  <a:lnTo>
                    <a:pt x="377" y="250"/>
                  </a:lnTo>
                  <a:lnTo>
                    <a:pt x="377" y="248"/>
                  </a:lnTo>
                  <a:lnTo>
                    <a:pt x="377" y="246"/>
                  </a:lnTo>
                  <a:lnTo>
                    <a:pt x="377" y="246"/>
                  </a:lnTo>
                  <a:lnTo>
                    <a:pt x="377" y="244"/>
                  </a:lnTo>
                  <a:lnTo>
                    <a:pt x="375" y="248"/>
                  </a:lnTo>
                  <a:lnTo>
                    <a:pt x="373" y="248"/>
                  </a:lnTo>
                  <a:lnTo>
                    <a:pt x="371" y="248"/>
                  </a:lnTo>
                  <a:lnTo>
                    <a:pt x="370" y="246"/>
                  </a:lnTo>
                  <a:lnTo>
                    <a:pt x="370" y="246"/>
                  </a:lnTo>
                  <a:lnTo>
                    <a:pt x="373" y="246"/>
                  </a:lnTo>
                  <a:lnTo>
                    <a:pt x="373" y="244"/>
                  </a:lnTo>
                  <a:lnTo>
                    <a:pt x="375" y="244"/>
                  </a:lnTo>
                  <a:lnTo>
                    <a:pt x="375" y="244"/>
                  </a:lnTo>
                  <a:lnTo>
                    <a:pt x="377" y="244"/>
                  </a:lnTo>
                  <a:lnTo>
                    <a:pt x="379" y="244"/>
                  </a:lnTo>
                  <a:lnTo>
                    <a:pt x="379" y="244"/>
                  </a:lnTo>
                  <a:lnTo>
                    <a:pt x="379" y="246"/>
                  </a:lnTo>
                  <a:lnTo>
                    <a:pt x="381" y="248"/>
                  </a:lnTo>
                  <a:lnTo>
                    <a:pt x="381" y="248"/>
                  </a:lnTo>
                  <a:lnTo>
                    <a:pt x="383" y="248"/>
                  </a:lnTo>
                  <a:lnTo>
                    <a:pt x="385" y="248"/>
                  </a:lnTo>
                  <a:lnTo>
                    <a:pt x="387" y="244"/>
                  </a:lnTo>
                  <a:lnTo>
                    <a:pt x="387" y="244"/>
                  </a:lnTo>
                  <a:lnTo>
                    <a:pt x="387" y="240"/>
                  </a:lnTo>
                  <a:lnTo>
                    <a:pt x="389" y="238"/>
                  </a:lnTo>
                  <a:lnTo>
                    <a:pt x="389" y="238"/>
                  </a:lnTo>
                  <a:lnTo>
                    <a:pt x="392" y="236"/>
                  </a:lnTo>
                  <a:lnTo>
                    <a:pt x="392" y="238"/>
                  </a:lnTo>
                  <a:lnTo>
                    <a:pt x="392" y="240"/>
                  </a:lnTo>
                  <a:lnTo>
                    <a:pt x="391" y="242"/>
                  </a:lnTo>
                  <a:lnTo>
                    <a:pt x="391" y="242"/>
                  </a:lnTo>
                  <a:lnTo>
                    <a:pt x="391" y="244"/>
                  </a:lnTo>
                  <a:lnTo>
                    <a:pt x="391" y="246"/>
                  </a:lnTo>
                  <a:lnTo>
                    <a:pt x="391" y="248"/>
                  </a:lnTo>
                  <a:lnTo>
                    <a:pt x="394" y="248"/>
                  </a:lnTo>
                  <a:lnTo>
                    <a:pt x="394" y="248"/>
                  </a:lnTo>
                  <a:lnTo>
                    <a:pt x="396" y="246"/>
                  </a:lnTo>
                  <a:lnTo>
                    <a:pt x="398" y="248"/>
                  </a:lnTo>
                  <a:lnTo>
                    <a:pt x="398" y="248"/>
                  </a:lnTo>
                  <a:lnTo>
                    <a:pt x="398" y="250"/>
                  </a:lnTo>
                  <a:lnTo>
                    <a:pt x="398" y="250"/>
                  </a:lnTo>
                  <a:lnTo>
                    <a:pt x="398" y="250"/>
                  </a:lnTo>
                  <a:lnTo>
                    <a:pt x="400" y="250"/>
                  </a:lnTo>
                  <a:lnTo>
                    <a:pt x="402" y="250"/>
                  </a:lnTo>
                  <a:lnTo>
                    <a:pt x="404" y="248"/>
                  </a:lnTo>
                  <a:lnTo>
                    <a:pt x="406" y="246"/>
                  </a:lnTo>
                  <a:lnTo>
                    <a:pt x="408" y="244"/>
                  </a:lnTo>
                  <a:lnTo>
                    <a:pt x="410" y="244"/>
                  </a:lnTo>
                  <a:lnTo>
                    <a:pt x="412" y="246"/>
                  </a:lnTo>
                  <a:lnTo>
                    <a:pt x="413" y="246"/>
                  </a:lnTo>
                  <a:lnTo>
                    <a:pt x="413" y="246"/>
                  </a:lnTo>
                  <a:lnTo>
                    <a:pt x="415" y="246"/>
                  </a:lnTo>
                  <a:lnTo>
                    <a:pt x="415" y="246"/>
                  </a:lnTo>
                  <a:lnTo>
                    <a:pt x="423" y="248"/>
                  </a:lnTo>
                  <a:lnTo>
                    <a:pt x="425" y="250"/>
                  </a:lnTo>
                  <a:lnTo>
                    <a:pt x="429" y="248"/>
                  </a:lnTo>
                  <a:lnTo>
                    <a:pt x="429" y="246"/>
                  </a:lnTo>
                  <a:lnTo>
                    <a:pt x="431" y="246"/>
                  </a:lnTo>
                  <a:lnTo>
                    <a:pt x="432" y="246"/>
                  </a:lnTo>
                  <a:lnTo>
                    <a:pt x="434" y="246"/>
                  </a:lnTo>
                  <a:lnTo>
                    <a:pt x="436" y="248"/>
                  </a:lnTo>
                  <a:lnTo>
                    <a:pt x="436" y="248"/>
                  </a:lnTo>
                  <a:lnTo>
                    <a:pt x="438" y="246"/>
                  </a:lnTo>
                  <a:lnTo>
                    <a:pt x="438" y="246"/>
                  </a:lnTo>
                  <a:lnTo>
                    <a:pt x="440" y="246"/>
                  </a:lnTo>
                  <a:lnTo>
                    <a:pt x="440" y="248"/>
                  </a:lnTo>
                  <a:lnTo>
                    <a:pt x="440" y="250"/>
                  </a:lnTo>
                  <a:lnTo>
                    <a:pt x="440" y="251"/>
                  </a:lnTo>
                  <a:lnTo>
                    <a:pt x="438" y="251"/>
                  </a:lnTo>
                  <a:lnTo>
                    <a:pt x="436" y="251"/>
                  </a:lnTo>
                  <a:lnTo>
                    <a:pt x="434" y="250"/>
                  </a:lnTo>
                  <a:lnTo>
                    <a:pt x="434" y="250"/>
                  </a:lnTo>
                  <a:lnTo>
                    <a:pt x="431" y="250"/>
                  </a:lnTo>
                  <a:lnTo>
                    <a:pt x="429" y="251"/>
                  </a:lnTo>
                  <a:lnTo>
                    <a:pt x="425" y="257"/>
                  </a:lnTo>
                  <a:lnTo>
                    <a:pt x="423" y="255"/>
                  </a:lnTo>
                  <a:lnTo>
                    <a:pt x="421" y="255"/>
                  </a:lnTo>
                  <a:lnTo>
                    <a:pt x="421" y="255"/>
                  </a:lnTo>
                  <a:lnTo>
                    <a:pt x="419" y="255"/>
                  </a:lnTo>
                  <a:lnTo>
                    <a:pt x="419" y="255"/>
                  </a:lnTo>
                  <a:lnTo>
                    <a:pt x="419" y="255"/>
                  </a:lnTo>
                  <a:lnTo>
                    <a:pt x="417" y="253"/>
                  </a:lnTo>
                  <a:lnTo>
                    <a:pt x="415" y="253"/>
                  </a:lnTo>
                  <a:lnTo>
                    <a:pt x="413" y="251"/>
                  </a:lnTo>
                  <a:lnTo>
                    <a:pt x="412" y="251"/>
                  </a:lnTo>
                  <a:lnTo>
                    <a:pt x="410" y="253"/>
                  </a:lnTo>
                  <a:lnTo>
                    <a:pt x="408" y="253"/>
                  </a:lnTo>
                  <a:lnTo>
                    <a:pt x="406" y="255"/>
                  </a:lnTo>
                  <a:lnTo>
                    <a:pt x="406" y="257"/>
                  </a:lnTo>
                  <a:lnTo>
                    <a:pt x="404" y="259"/>
                  </a:lnTo>
                  <a:lnTo>
                    <a:pt x="404" y="261"/>
                  </a:lnTo>
                  <a:lnTo>
                    <a:pt x="404" y="263"/>
                  </a:lnTo>
                  <a:lnTo>
                    <a:pt x="404" y="265"/>
                  </a:lnTo>
                  <a:lnTo>
                    <a:pt x="404" y="265"/>
                  </a:lnTo>
                  <a:lnTo>
                    <a:pt x="404" y="267"/>
                  </a:lnTo>
                  <a:lnTo>
                    <a:pt x="404" y="269"/>
                  </a:lnTo>
                  <a:lnTo>
                    <a:pt x="404" y="270"/>
                  </a:lnTo>
                  <a:lnTo>
                    <a:pt x="402" y="274"/>
                  </a:lnTo>
                  <a:lnTo>
                    <a:pt x="402" y="276"/>
                  </a:lnTo>
                  <a:lnTo>
                    <a:pt x="402" y="276"/>
                  </a:lnTo>
                  <a:lnTo>
                    <a:pt x="404" y="282"/>
                  </a:lnTo>
                  <a:lnTo>
                    <a:pt x="406" y="282"/>
                  </a:lnTo>
                  <a:lnTo>
                    <a:pt x="408" y="282"/>
                  </a:lnTo>
                  <a:lnTo>
                    <a:pt x="410" y="280"/>
                  </a:lnTo>
                  <a:lnTo>
                    <a:pt x="412" y="278"/>
                  </a:lnTo>
                  <a:lnTo>
                    <a:pt x="412" y="278"/>
                  </a:lnTo>
                  <a:lnTo>
                    <a:pt x="413" y="276"/>
                  </a:lnTo>
                  <a:lnTo>
                    <a:pt x="419" y="276"/>
                  </a:lnTo>
                  <a:lnTo>
                    <a:pt x="419" y="276"/>
                  </a:lnTo>
                  <a:lnTo>
                    <a:pt x="419" y="274"/>
                  </a:lnTo>
                  <a:lnTo>
                    <a:pt x="419" y="274"/>
                  </a:lnTo>
                  <a:lnTo>
                    <a:pt x="421" y="274"/>
                  </a:lnTo>
                  <a:lnTo>
                    <a:pt x="421" y="274"/>
                  </a:lnTo>
                  <a:lnTo>
                    <a:pt x="421" y="274"/>
                  </a:lnTo>
                  <a:lnTo>
                    <a:pt x="423" y="274"/>
                  </a:lnTo>
                  <a:lnTo>
                    <a:pt x="423" y="274"/>
                  </a:lnTo>
                  <a:lnTo>
                    <a:pt x="423" y="274"/>
                  </a:lnTo>
                  <a:lnTo>
                    <a:pt x="421" y="274"/>
                  </a:lnTo>
                  <a:lnTo>
                    <a:pt x="421" y="276"/>
                  </a:lnTo>
                  <a:lnTo>
                    <a:pt x="421" y="278"/>
                  </a:lnTo>
                  <a:lnTo>
                    <a:pt x="419" y="280"/>
                  </a:lnTo>
                  <a:lnTo>
                    <a:pt x="415" y="278"/>
                  </a:lnTo>
                  <a:lnTo>
                    <a:pt x="413" y="280"/>
                  </a:lnTo>
                  <a:lnTo>
                    <a:pt x="412" y="280"/>
                  </a:lnTo>
                  <a:lnTo>
                    <a:pt x="410" y="286"/>
                  </a:lnTo>
                  <a:lnTo>
                    <a:pt x="410" y="288"/>
                  </a:lnTo>
                  <a:lnTo>
                    <a:pt x="408" y="288"/>
                  </a:lnTo>
                  <a:lnTo>
                    <a:pt x="408" y="290"/>
                  </a:lnTo>
                  <a:lnTo>
                    <a:pt x="406" y="295"/>
                  </a:lnTo>
                  <a:lnTo>
                    <a:pt x="406" y="297"/>
                  </a:lnTo>
                  <a:lnTo>
                    <a:pt x="404" y="301"/>
                  </a:lnTo>
                  <a:lnTo>
                    <a:pt x="404" y="303"/>
                  </a:lnTo>
                  <a:lnTo>
                    <a:pt x="404" y="305"/>
                  </a:lnTo>
                  <a:lnTo>
                    <a:pt x="406" y="307"/>
                  </a:lnTo>
                  <a:lnTo>
                    <a:pt x="408" y="307"/>
                  </a:lnTo>
                  <a:lnTo>
                    <a:pt x="412" y="305"/>
                  </a:lnTo>
                  <a:lnTo>
                    <a:pt x="413" y="305"/>
                  </a:lnTo>
                  <a:lnTo>
                    <a:pt x="415" y="305"/>
                  </a:lnTo>
                  <a:lnTo>
                    <a:pt x="417" y="305"/>
                  </a:lnTo>
                  <a:lnTo>
                    <a:pt x="423" y="305"/>
                  </a:lnTo>
                  <a:lnTo>
                    <a:pt x="425" y="305"/>
                  </a:lnTo>
                  <a:lnTo>
                    <a:pt x="429" y="305"/>
                  </a:lnTo>
                  <a:lnTo>
                    <a:pt x="431" y="305"/>
                  </a:lnTo>
                  <a:lnTo>
                    <a:pt x="432" y="305"/>
                  </a:lnTo>
                  <a:lnTo>
                    <a:pt x="434" y="303"/>
                  </a:lnTo>
                  <a:lnTo>
                    <a:pt x="436" y="303"/>
                  </a:lnTo>
                  <a:lnTo>
                    <a:pt x="440" y="305"/>
                  </a:lnTo>
                  <a:lnTo>
                    <a:pt x="444" y="305"/>
                  </a:lnTo>
                  <a:lnTo>
                    <a:pt x="448" y="303"/>
                  </a:lnTo>
                  <a:lnTo>
                    <a:pt x="450" y="301"/>
                  </a:lnTo>
                  <a:lnTo>
                    <a:pt x="450" y="301"/>
                  </a:lnTo>
                  <a:lnTo>
                    <a:pt x="452" y="299"/>
                  </a:lnTo>
                  <a:lnTo>
                    <a:pt x="452" y="299"/>
                  </a:lnTo>
                  <a:lnTo>
                    <a:pt x="455" y="299"/>
                  </a:lnTo>
                  <a:lnTo>
                    <a:pt x="459" y="297"/>
                  </a:lnTo>
                  <a:lnTo>
                    <a:pt x="459" y="297"/>
                  </a:lnTo>
                  <a:lnTo>
                    <a:pt x="459" y="297"/>
                  </a:lnTo>
                  <a:lnTo>
                    <a:pt x="459" y="299"/>
                  </a:lnTo>
                  <a:lnTo>
                    <a:pt x="459" y="299"/>
                  </a:lnTo>
                  <a:lnTo>
                    <a:pt x="457" y="299"/>
                  </a:lnTo>
                  <a:lnTo>
                    <a:pt x="455" y="299"/>
                  </a:lnTo>
                  <a:lnTo>
                    <a:pt x="450" y="303"/>
                  </a:lnTo>
                  <a:lnTo>
                    <a:pt x="444" y="305"/>
                  </a:lnTo>
                  <a:lnTo>
                    <a:pt x="442" y="307"/>
                  </a:lnTo>
                  <a:lnTo>
                    <a:pt x="438" y="309"/>
                  </a:lnTo>
                  <a:lnTo>
                    <a:pt x="436" y="309"/>
                  </a:lnTo>
                  <a:lnTo>
                    <a:pt x="434" y="309"/>
                  </a:lnTo>
                  <a:lnTo>
                    <a:pt x="432" y="309"/>
                  </a:lnTo>
                  <a:lnTo>
                    <a:pt x="431" y="309"/>
                  </a:lnTo>
                  <a:lnTo>
                    <a:pt x="431" y="309"/>
                  </a:lnTo>
                  <a:lnTo>
                    <a:pt x="429" y="312"/>
                  </a:lnTo>
                  <a:lnTo>
                    <a:pt x="427" y="314"/>
                  </a:lnTo>
                  <a:lnTo>
                    <a:pt x="425" y="316"/>
                  </a:lnTo>
                  <a:lnTo>
                    <a:pt x="423" y="318"/>
                  </a:lnTo>
                  <a:lnTo>
                    <a:pt x="421" y="318"/>
                  </a:lnTo>
                  <a:lnTo>
                    <a:pt x="419" y="318"/>
                  </a:lnTo>
                  <a:lnTo>
                    <a:pt x="415" y="322"/>
                  </a:lnTo>
                  <a:lnTo>
                    <a:pt x="413" y="322"/>
                  </a:lnTo>
                  <a:lnTo>
                    <a:pt x="413" y="324"/>
                  </a:lnTo>
                  <a:lnTo>
                    <a:pt x="410" y="329"/>
                  </a:lnTo>
                  <a:lnTo>
                    <a:pt x="410" y="331"/>
                  </a:lnTo>
                  <a:lnTo>
                    <a:pt x="412" y="331"/>
                  </a:lnTo>
                  <a:lnTo>
                    <a:pt x="417" y="328"/>
                  </a:lnTo>
                  <a:lnTo>
                    <a:pt x="419" y="326"/>
                  </a:lnTo>
                  <a:lnTo>
                    <a:pt x="423" y="324"/>
                  </a:lnTo>
                  <a:lnTo>
                    <a:pt x="425" y="326"/>
                  </a:lnTo>
                  <a:lnTo>
                    <a:pt x="425" y="326"/>
                  </a:lnTo>
                  <a:lnTo>
                    <a:pt x="425" y="328"/>
                  </a:lnTo>
                  <a:lnTo>
                    <a:pt x="423" y="326"/>
                  </a:lnTo>
                  <a:lnTo>
                    <a:pt x="417" y="329"/>
                  </a:lnTo>
                  <a:lnTo>
                    <a:pt x="417" y="329"/>
                  </a:lnTo>
                  <a:lnTo>
                    <a:pt x="413" y="331"/>
                  </a:lnTo>
                  <a:lnTo>
                    <a:pt x="408" y="333"/>
                  </a:lnTo>
                  <a:lnTo>
                    <a:pt x="408" y="333"/>
                  </a:lnTo>
                  <a:lnTo>
                    <a:pt x="408" y="335"/>
                  </a:lnTo>
                  <a:lnTo>
                    <a:pt x="410" y="335"/>
                  </a:lnTo>
                  <a:lnTo>
                    <a:pt x="410" y="337"/>
                  </a:lnTo>
                  <a:lnTo>
                    <a:pt x="413" y="335"/>
                  </a:lnTo>
                  <a:lnTo>
                    <a:pt x="413" y="335"/>
                  </a:lnTo>
                  <a:lnTo>
                    <a:pt x="415" y="337"/>
                  </a:lnTo>
                  <a:lnTo>
                    <a:pt x="413" y="337"/>
                  </a:lnTo>
                  <a:lnTo>
                    <a:pt x="412" y="337"/>
                  </a:lnTo>
                  <a:lnTo>
                    <a:pt x="410" y="337"/>
                  </a:lnTo>
                  <a:lnTo>
                    <a:pt x="410" y="339"/>
                  </a:lnTo>
                  <a:lnTo>
                    <a:pt x="410" y="339"/>
                  </a:lnTo>
                  <a:lnTo>
                    <a:pt x="410" y="341"/>
                  </a:lnTo>
                  <a:lnTo>
                    <a:pt x="412" y="345"/>
                  </a:lnTo>
                  <a:lnTo>
                    <a:pt x="412" y="347"/>
                  </a:lnTo>
                  <a:lnTo>
                    <a:pt x="412" y="347"/>
                  </a:lnTo>
                  <a:lnTo>
                    <a:pt x="413" y="347"/>
                  </a:lnTo>
                  <a:lnTo>
                    <a:pt x="415" y="345"/>
                  </a:lnTo>
                  <a:lnTo>
                    <a:pt x="415" y="347"/>
                  </a:lnTo>
                  <a:lnTo>
                    <a:pt x="415" y="348"/>
                  </a:lnTo>
                  <a:lnTo>
                    <a:pt x="417" y="348"/>
                  </a:lnTo>
                  <a:lnTo>
                    <a:pt x="417" y="350"/>
                  </a:lnTo>
                  <a:lnTo>
                    <a:pt x="419" y="350"/>
                  </a:lnTo>
                  <a:lnTo>
                    <a:pt x="423" y="352"/>
                  </a:lnTo>
                  <a:lnTo>
                    <a:pt x="423" y="352"/>
                  </a:lnTo>
                  <a:lnTo>
                    <a:pt x="421" y="352"/>
                  </a:lnTo>
                  <a:lnTo>
                    <a:pt x="421" y="352"/>
                  </a:lnTo>
                  <a:lnTo>
                    <a:pt x="419" y="354"/>
                  </a:lnTo>
                  <a:lnTo>
                    <a:pt x="413" y="358"/>
                  </a:lnTo>
                  <a:lnTo>
                    <a:pt x="412" y="360"/>
                  </a:lnTo>
                  <a:lnTo>
                    <a:pt x="412" y="362"/>
                  </a:lnTo>
                  <a:lnTo>
                    <a:pt x="413" y="364"/>
                  </a:lnTo>
                  <a:lnTo>
                    <a:pt x="413" y="364"/>
                  </a:lnTo>
                  <a:lnTo>
                    <a:pt x="415" y="362"/>
                  </a:lnTo>
                  <a:lnTo>
                    <a:pt x="417" y="362"/>
                  </a:lnTo>
                  <a:lnTo>
                    <a:pt x="417" y="362"/>
                  </a:lnTo>
                  <a:lnTo>
                    <a:pt x="417" y="362"/>
                  </a:lnTo>
                  <a:lnTo>
                    <a:pt x="417" y="358"/>
                  </a:lnTo>
                  <a:lnTo>
                    <a:pt x="417" y="358"/>
                  </a:lnTo>
                  <a:lnTo>
                    <a:pt x="417" y="356"/>
                  </a:lnTo>
                  <a:lnTo>
                    <a:pt x="419" y="356"/>
                  </a:lnTo>
                  <a:lnTo>
                    <a:pt x="421" y="356"/>
                  </a:lnTo>
                  <a:lnTo>
                    <a:pt x="421" y="356"/>
                  </a:lnTo>
                  <a:lnTo>
                    <a:pt x="423" y="358"/>
                  </a:lnTo>
                  <a:lnTo>
                    <a:pt x="421" y="360"/>
                  </a:lnTo>
                  <a:lnTo>
                    <a:pt x="421" y="362"/>
                  </a:lnTo>
                  <a:lnTo>
                    <a:pt x="419" y="366"/>
                  </a:lnTo>
                  <a:lnTo>
                    <a:pt x="423" y="364"/>
                  </a:lnTo>
                  <a:lnTo>
                    <a:pt x="423" y="364"/>
                  </a:lnTo>
                  <a:lnTo>
                    <a:pt x="423" y="362"/>
                  </a:lnTo>
                  <a:lnTo>
                    <a:pt x="423" y="360"/>
                  </a:lnTo>
                  <a:lnTo>
                    <a:pt x="423" y="360"/>
                  </a:lnTo>
                  <a:lnTo>
                    <a:pt x="425" y="360"/>
                  </a:lnTo>
                  <a:lnTo>
                    <a:pt x="425" y="362"/>
                  </a:lnTo>
                  <a:lnTo>
                    <a:pt x="425" y="362"/>
                  </a:lnTo>
                  <a:lnTo>
                    <a:pt x="429" y="360"/>
                  </a:lnTo>
                  <a:lnTo>
                    <a:pt x="431" y="360"/>
                  </a:lnTo>
                  <a:lnTo>
                    <a:pt x="431" y="360"/>
                  </a:lnTo>
                  <a:lnTo>
                    <a:pt x="434" y="367"/>
                  </a:lnTo>
                  <a:lnTo>
                    <a:pt x="432" y="367"/>
                  </a:lnTo>
                  <a:lnTo>
                    <a:pt x="431" y="369"/>
                  </a:lnTo>
                  <a:lnTo>
                    <a:pt x="427" y="367"/>
                  </a:lnTo>
                  <a:lnTo>
                    <a:pt x="427" y="367"/>
                  </a:lnTo>
                  <a:lnTo>
                    <a:pt x="427" y="369"/>
                  </a:lnTo>
                  <a:lnTo>
                    <a:pt x="427" y="371"/>
                  </a:lnTo>
                  <a:lnTo>
                    <a:pt x="429" y="371"/>
                  </a:lnTo>
                  <a:lnTo>
                    <a:pt x="429" y="371"/>
                  </a:lnTo>
                  <a:lnTo>
                    <a:pt x="431" y="371"/>
                  </a:lnTo>
                  <a:lnTo>
                    <a:pt x="431" y="371"/>
                  </a:lnTo>
                  <a:lnTo>
                    <a:pt x="431" y="373"/>
                  </a:lnTo>
                  <a:lnTo>
                    <a:pt x="431" y="373"/>
                  </a:lnTo>
                  <a:lnTo>
                    <a:pt x="432" y="375"/>
                  </a:lnTo>
                  <a:lnTo>
                    <a:pt x="434" y="375"/>
                  </a:lnTo>
                  <a:lnTo>
                    <a:pt x="436" y="373"/>
                  </a:lnTo>
                  <a:lnTo>
                    <a:pt x="438" y="373"/>
                  </a:lnTo>
                  <a:lnTo>
                    <a:pt x="436" y="375"/>
                  </a:lnTo>
                  <a:lnTo>
                    <a:pt x="434" y="377"/>
                  </a:lnTo>
                  <a:lnTo>
                    <a:pt x="432" y="379"/>
                  </a:lnTo>
                  <a:lnTo>
                    <a:pt x="434" y="383"/>
                  </a:lnTo>
                  <a:lnTo>
                    <a:pt x="434" y="383"/>
                  </a:lnTo>
                  <a:lnTo>
                    <a:pt x="432" y="387"/>
                  </a:lnTo>
                  <a:lnTo>
                    <a:pt x="432" y="388"/>
                  </a:lnTo>
                  <a:lnTo>
                    <a:pt x="436" y="387"/>
                  </a:lnTo>
                  <a:lnTo>
                    <a:pt x="436" y="385"/>
                  </a:lnTo>
                  <a:lnTo>
                    <a:pt x="438" y="385"/>
                  </a:lnTo>
                  <a:lnTo>
                    <a:pt x="438" y="385"/>
                  </a:lnTo>
                  <a:lnTo>
                    <a:pt x="438" y="387"/>
                  </a:lnTo>
                  <a:lnTo>
                    <a:pt x="436" y="388"/>
                  </a:lnTo>
                  <a:lnTo>
                    <a:pt x="436" y="390"/>
                  </a:lnTo>
                  <a:lnTo>
                    <a:pt x="438" y="392"/>
                  </a:lnTo>
                  <a:lnTo>
                    <a:pt x="440" y="390"/>
                  </a:lnTo>
                  <a:lnTo>
                    <a:pt x="440" y="390"/>
                  </a:lnTo>
                  <a:lnTo>
                    <a:pt x="440" y="392"/>
                  </a:lnTo>
                  <a:lnTo>
                    <a:pt x="440" y="392"/>
                  </a:lnTo>
                  <a:lnTo>
                    <a:pt x="440" y="392"/>
                  </a:lnTo>
                  <a:lnTo>
                    <a:pt x="440" y="394"/>
                  </a:lnTo>
                  <a:lnTo>
                    <a:pt x="442" y="394"/>
                  </a:lnTo>
                  <a:lnTo>
                    <a:pt x="442" y="394"/>
                  </a:lnTo>
                  <a:lnTo>
                    <a:pt x="442" y="396"/>
                  </a:lnTo>
                  <a:lnTo>
                    <a:pt x="442" y="396"/>
                  </a:lnTo>
                  <a:lnTo>
                    <a:pt x="438" y="398"/>
                  </a:lnTo>
                  <a:lnTo>
                    <a:pt x="438" y="400"/>
                  </a:lnTo>
                  <a:lnTo>
                    <a:pt x="440" y="402"/>
                  </a:lnTo>
                  <a:lnTo>
                    <a:pt x="438" y="406"/>
                  </a:lnTo>
                  <a:lnTo>
                    <a:pt x="438" y="407"/>
                  </a:lnTo>
                  <a:lnTo>
                    <a:pt x="438" y="409"/>
                  </a:lnTo>
                  <a:lnTo>
                    <a:pt x="436" y="409"/>
                  </a:lnTo>
                  <a:lnTo>
                    <a:pt x="436" y="411"/>
                  </a:lnTo>
                  <a:lnTo>
                    <a:pt x="438" y="413"/>
                  </a:lnTo>
                  <a:lnTo>
                    <a:pt x="438" y="413"/>
                  </a:lnTo>
                  <a:lnTo>
                    <a:pt x="438" y="417"/>
                  </a:lnTo>
                  <a:lnTo>
                    <a:pt x="436" y="419"/>
                  </a:lnTo>
                  <a:lnTo>
                    <a:pt x="436" y="421"/>
                  </a:lnTo>
                  <a:lnTo>
                    <a:pt x="434" y="425"/>
                  </a:lnTo>
                  <a:lnTo>
                    <a:pt x="434" y="425"/>
                  </a:lnTo>
                  <a:lnTo>
                    <a:pt x="436" y="426"/>
                  </a:lnTo>
                  <a:lnTo>
                    <a:pt x="436" y="430"/>
                  </a:lnTo>
                  <a:lnTo>
                    <a:pt x="436" y="432"/>
                  </a:lnTo>
                  <a:lnTo>
                    <a:pt x="434" y="434"/>
                  </a:lnTo>
                  <a:lnTo>
                    <a:pt x="432" y="434"/>
                  </a:lnTo>
                  <a:lnTo>
                    <a:pt x="431" y="434"/>
                  </a:lnTo>
                  <a:lnTo>
                    <a:pt x="431" y="434"/>
                  </a:lnTo>
                  <a:lnTo>
                    <a:pt x="431" y="434"/>
                  </a:lnTo>
                  <a:lnTo>
                    <a:pt x="431" y="434"/>
                  </a:lnTo>
                  <a:lnTo>
                    <a:pt x="429" y="436"/>
                  </a:lnTo>
                  <a:lnTo>
                    <a:pt x="429" y="436"/>
                  </a:lnTo>
                  <a:lnTo>
                    <a:pt x="427" y="436"/>
                  </a:lnTo>
                  <a:lnTo>
                    <a:pt x="427" y="438"/>
                  </a:lnTo>
                  <a:lnTo>
                    <a:pt x="427" y="440"/>
                  </a:lnTo>
                  <a:lnTo>
                    <a:pt x="425" y="442"/>
                  </a:lnTo>
                  <a:lnTo>
                    <a:pt x="425" y="444"/>
                  </a:lnTo>
                  <a:lnTo>
                    <a:pt x="423" y="445"/>
                  </a:lnTo>
                  <a:lnTo>
                    <a:pt x="423" y="447"/>
                  </a:lnTo>
                  <a:lnTo>
                    <a:pt x="423" y="449"/>
                  </a:lnTo>
                  <a:lnTo>
                    <a:pt x="425" y="449"/>
                  </a:lnTo>
                  <a:lnTo>
                    <a:pt x="425" y="449"/>
                  </a:lnTo>
                  <a:lnTo>
                    <a:pt x="425" y="449"/>
                  </a:lnTo>
                  <a:lnTo>
                    <a:pt x="425" y="449"/>
                  </a:lnTo>
                  <a:lnTo>
                    <a:pt x="425" y="451"/>
                  </a:lnTo>
                  <a:lnTo>
                    <a:pt x="423" y="453"/>
                  </a:lnTo>
                  <a:lnTo>
                    <a:pt x="423" y="453"/>
                  </a:lnTo>
                  <a:lnTo>
                    <a:pt x="423" y="457"/>
                  </a:lnTo>
                  <a:lnTo>
                    <a:pt x="421" y="463"/>
                  </a:lnTo>
                  <a:lnTo>
                    <a:pt x="421" y="463"/>
                  </a:lnTo>
                  <a:lnTo>
                    <a:pt x="421" y="463"/>
                  </a:lnTo>
                  <a:lnTo>
                    <a:pt x="423" y="463"/>
                  </a:lnTo>
                  <a:lnTo>
                    <a:pt x="425" y="463"/>
                  </a:lnTo>
                  <a:lnTo>
                    <a:pt x="425" y="461"/>
                  </a:lnTo>
                  <a:lnTo>
                    <a:pt x="427" y="461"/>
                  </a:lnTo>
                  <a:lnTo>
                    <a:pt x="427" y="461"/>
                  </a:lnTo>
                  <a:lnTo>
                    <a:pt x="427" y="461"/>
                  </a:lnTo>
                  <a:lnTo>
                    <a:pt x="431" y="461"/>
                  </a:lnTo>
                  <a:lnTo>
                    <a:pt x="431" y="461"/>
                  </a:lnTo>
                  <a:lnTo>
                    <a:pt x="431" y="461"/>
                  </a:lnTo>
                  <a:lnTo>
                    <a:pt x="431" y="461"/>
                  </a:lnTo>
                  <a:lnTo>
                    <a:pt x="432" y="461"/>
                  </a:lnTo>
                  <a:lnTo>
                    <a:pt x="434" y="461"/>
                  </a:lnTo>
                  <a:lnTo>
                    <a:pt x="436" y="461"/>
                  </a:lnTo>
                  <a:lnTo>
                    <a:pt x="438" y="461"/>
                  </a:lnTo>
                  <a:lnTo>
                    <a:pt x="442" y="459"/>
                  </a:lnTo>
                  <a:lnTo>
                    <a:pt x="442" y="457"/>
                  </a:lnTo>
                  <a:lnTo>
                    <a:pt x="442" y="453"/>
                  </a:lnTo>
                  <a:lnTo>
                    <a:pt x="442" y="453"/>
                  </a:lnTo>
                  <a:lnTo>
                    <a:pt x="442" y="451"/>
                  </a:lnTo>
                  <a:lnTo>
                    <a:pt x="442" y="451"/>
                  </a:lnTo>
                  <a:lnTo>
                    <a:pt x="440" y="451"/>
                  </a:lnTo>
                  <a:lnTo>
                    <a:pt x="438" y="449"/>
                  </a:lnTo>
                  <a:lnTo>
                    <a:pt x="438" y="449"/>
                  </a:lnTo>
                  <a:lnTo>
                    <a:pt x="438" y="447"/>
                  </a:lnTo>
                  <a:lnTo>
                    <a:pt x="438" y="447"/>
                  </a:lnTo>
                  <a:lnTo>
                    <a:pt x="438" y="447"/>
                  </a:lnTo>
                  <a:lnTo>
                    <a:pt x="438" y="447"/>
                  </a:lnTo>
                  <a:lnTo>
                    <a:pt x="438" y="445"/>
                  </a:lnTo>
                  <a:lnTo>
                    <a:pt x="438" y="445"/>
                  </a:lnTo>
                  <a:lnTo>
                    <a:pt x="438" y="445"/>
                  </a:lnTo>
                  <a:lnTo>
                    <a:pt x="440" y="445"/>
                  </a:lnTo>
                  <a:lnTo>
                    <a:pt x="440" y="445"/>
                  </a:lnTo>
                  <a:lnTo>
                    <a:pt x="442" y="445"/>
                  </a:lnTo>
                  <a:lnTo>
                    <a:pt x="442" y="445"/>
                  </a:lnTo>
                  <a:lnTo>
                    <a:pt x="442" y="445"/>
                  </a:lnTo>
                  <a:lnTo>
                    <a:pt x="444" y="442"/>
                  </a:lnTo>
                  <a:lnTo>
                    <a:pt x="444" y="442"/>
                  </a:lnTo>
                  <a:lnTo>
                    <a:pt x="444" y="442"/>
                  </a:lnTo>
                  <a:lnTo>
                    <a:pt x="446" y="442"/>
                  </a:lnTo>
                  <a:lnTo>
                    <a:pt x="446" y="442"/>
                  </a:lnTo>
                  <a:lnTo>
                    <a:pt x="448" y="442"/>
                  </a:lnTo>
                  <a:lnTo>
                    <a:pt x="448" y="442"/>
                  </a:lnTo>
                  <a:lnTo>
                    <a:pt x="450" y="440"/>
                  </a:lnTo>
                  <a:lnTo>
                    <a:pt x="452" y="438"/>
                  </a:lnTo>
                  <a:lnTo>
                    <a:pt x="453" y="438"/>
                  </a:lnTo>
                  <a:lnTo>
                    <a:pt x="453" y="438"/>
                  </a:lnTo>
                  <a:lnTo>
                    <a:pt x="453" y="438"/>
                  </a:lnTo>
                  <a:lnTo>
                    <a:pt x="455" y="438"/>
                  </a:lnTo>
                  <a:lnTo>
                    <a:pt x="455" y="440"/>
                  </a:lnTo>
                  <a:lnTo>
                    <a:pt x="453" y="440"/>
                  </a:lnTo>
                  <a:lnTo>
                    <a:pt x="453" y="442"/>
                  </a:lnTo>
                  <a:lnTo>
                    <a:pt x="455" y="442"/>
                  </a:lnTo>
                  <a:lnTo>
                    <a:pt x="455" y="442"/>
                  </a:lnTo>
                  <a:lnTo>
                    <a:pt x="455" y="442"/>
                  </a:lnTo>
                  <a:lnTo>
                    <a:pt x="457" y="442"/>
                  </a:lnTo>
                  <a:lnTo>
                    <a:pt x="457" y="442"/>
                  </a:lnTo>
                  <a:lnTo>
                    <a:pt x="459" y="442"/>
                  </a:lnTo>
                  <a:lnTo>
                    <a:pt x="459" y="444"/>
                  </a:lnTo>
                  <a:lnTo>
                    <a:pt x="459" y="444"/>
                  </a:lnTo>
                  <a:lnTo>
                    <a:pt x="459" y="444"/>
                  </a:lnTo>
                  <a:lnTo>
                    <a:pt x="459" y="445"/>
                  </a:lnTo>
                  <a:lnTo>
                    <a:pt x="457" y="445"/>
                  </a:lnTo>
                  <a:lnTo>
                    <a:pt x="452" y="449"/>
                  </a:lnTo>
                  <a:lnTo>
                    <a:pt x="452" y="449"/>
                  </a:lnTo>
                  <a:lnTo>
                    <a:pt x="452" y="449"/>
                  </a:lnTo>
                  <a:lnTo>
                    <a:pt x="452" y="449"/>
                  </a:lnTo>
                  <a:lnTo>
                    <a:pt x="452" y="451"/>
                  </a:lnTo>
                  <a:lnTo>
                    <a:pt x="452" y="451"/>
                  </a:lnTo>
                  <a:lnTo>
                    <a:pt x="452" y="451"/>
                  </a:lnTo>
                  <a:lnTo>
                    <a:pt x="452" y="455"/>
                  </a:lnTo>
                  <a:lnTo>
                    <a:pt x="452" y="455"/>
                  </a:lnTo>
                  <a:lnTo>
                    <a:pt x="453" y="457"/>
                  </a:lnTo>
                  <a:lnTo>
                    <a:pt x="453" y="457"/>
                  </a:lnTo>
                  <a:lnTo>
                    <a:pt x="455" y="457"/>
                  </a:lnTo>
                  <a:lnTo>
                    <a:pt x="457" y="457"/>
                  </a:lnTo>
                  <a:lnTo>
                    <a:pt x="457" y="457"/>
                  </a:lnTo>
                  <a:lnTo>
                    <a:pt x="457" y="455"/>
                  </a:lnTo>
                  <a:lnTo>
                    <a:pt x="457" y="455"/>
                  </a:lnTo>
                  <a:lnTo>
                    <a:pt x="457" y="453"/>
                  </a:lnTo>
                  <a:lnTo>
                    <a:pt x="457" y="453"/>
                  </a:lnTo>
                  <a:lnTo>
                    <a:pt x="457" y="453"/>
                  </a:lnTo>
                  <a:lnTo>
                    <a:pt x="459" y="453"/>
                  </a:lnTo>
                  <a:lnTo>
                    <a:pt x="461" y="453"/>
                  </a:lnTo>
                  <a:lnTo>
                    <a:pt x="463" y="453"/>
                  </a:lnTo>
                  <a:lnTo>
                    <a:pt x="463" y="455"/>
                  </a:lnTo>
                  <a:lnTo>
                    <a:pt x="463" y="459"/>
                  </a:lnTo>
                  <a:lnTo>
                    <a:pt x="465" y="459"/>
                  </a:lnTo>
                  <a:lnTo>
                    <a:pt x="467" y="459"/>
                  </a:lnTo>
                  <a:lnTo>
                    <a:pt x="467" y="459"/>
                  </a:lnTo>
                  <a:lnTo>
                    <a:pt x="469" y="459"/>
                  </a:lnTo>
                  <a:lnTo>
                    <a:pt x="469" y="457"/>
                  </a:lnTo>
                  <a:lnTo>
                    <a:pt x="471" y="457"/>
                  </a:lnTo>
                  <a:lnTo>
                    <a:pt x="471" y="457"/>
                  </a:lnTo>
                  <a:lnTo>
                    <a:pt x="471" y="455"/>
                  </a:lnTo>
                  <a:lnTo>
                    <a:pt x="471" y="455"/>
                  </a:lnTo>
                  <a:lnTo>
                    <a:pt x="471" y="455"/>
                  </a:lnTo>
                  <a:lnTo>
                    <a:pt x="471" y="453"/>
                  </a:lnTo>
                  <a:lnTo>
                    <a:pt x="471" y="453"/>
                  </a:lnTo>
                  <a:lnTo>
                    <a:pt x="472" y="451"/>
                  </a:lnTo>
                  <a:lnTo>
                    <a:pt x="472" y="451"/>
                  </a:lnTo>
                  <a:lnTo>
                    <a:pt x="478" y="453"/>
                  </a:lnTo>
                  <a:lnTo>
                    <a:pt x="480" y="453"/>
                  </a:lnTo>
                  <a:lnTo>
                    <a:pt x="482" y="453"/>
                  </a:lnTo>
                  <a:lnTo>
                    <a:pt x="482" y="453"/>
                  </a:lnTo>
                  <a:lnTo>
                    <a:pt x="482" y="453"/>
                  </a:lnTo>
                  <a:lnTo>
                    <a:pt x="484" y="451"/>
                  </a:lnTo>
                  <a:lnTo>
                    <a:pt x="482" y="449"/>
                  </a:lnTo>
                  <a:lnTo>
                    <a:pt x="482" y="449"/>
                  </a:lnTo>
                  <a:lnTo>
                    <a:pt x="482" y="447"/>
                  </a:lnTo>
                  <a:lnTo>
                    <a:pt x="484" y="447"/>
                  </a:lnTo>
                  <a:lnTo>
                    <a:pt x="484" y="445"/>
                  </a:lnTo>
                  <a:lnTo>
                    <a:pt x="484" y="444"/>
                  </a:lnTo>
                  <a:lnTo>
                    <a:pt x="484" y="440"/>
                  </a:lnTo>
                  <a:lnTo>
                    <a:pt x="484" y="438"/>
                  </a:lnTo>
                  <a:lnTo>
                    <a:pt x="484" y="438"/>
                  </a:lnTo>
                  <a:lnTo>
                    <a:pt x="484" y="436"/>
                  </a:lnTo>
                  <a:lnTo>
                    <a:pt x="482" y="436"/>
                  </a:lnTo>
                  <a:lnTo>
                    <a:pt x="482" y="436"/>
                  </a:lnTo>
                  <a:lnTo>
                    <a:pt x="482" y="436"/>
                  </a:lnTo>
                  <a:lnTo>
                    <a:pt x="482" y="434"/>
                  </a:lnTo>
                  <a:lnTo>
                    <a:pt x="480" y="434"/>
                  </a:lnTo>
                  <a:lnTo>
                    <a:pt x="482" y="432"/>
                  </a:lnTo>
                  <a:lnTo>
                    <a:pt x="484" y="430"/>
                  </a:lnTo>
                  <a:lnTo>
                    <a:pt x="488" y="423"/>
                  </a:lnTo>
                  <a:lnTo>
                    <a:pt x="490" y="419"/>
                  </a:lnTo>
                  <a:lnTo>
                    <a:pt x="490" y="417"/>
                  </a:lnTo>
                  <a:lnTo>
                    <a:pt x="490" y="415"/>
                  </a:lnTo>
                  <a:lnTo>
                    <a:pt x="490" y="413"/>
                  </a:lnTo>
                  <a:lnTo>
                    <a:pt x="490" y="413"/>
                  </a:lnTo>
                  <a:lnTo>
                    <a:pt x="488" y="413"/>
                  </a:lnTo>
                  <a:lnTo>
                    <a:pt x="488" y="413"/>
                  </a:lnTo>
                  <a:lnTo>
                    <a:pt x="488" y="413"/>
                  </a:lnTo>
                  <a:lnTo>
                    <a:pt x="486" y="413"/>
                  </a:lnTo>
                  <a:lnTo>
                    <a:pt x="486" y="413"/>
                  </a:lnTo>
                  <a:lnTo>
                    <a:pt x="486" y="411"/>
                  </a:lnTo>
                  <a:lnTo>
                    <a:pt x="486" y="411"/>
                  </a:lnTo>
                  <a:lnTo>
                    <a:pt x="486" y="409"/>
                  </a:lnTo>
                  <a:lnTo>
                    <a:pt x="486" y="409"/>
                  </a:lnTo>
                  <a:lnTo>
                    <a:pt x="484" y="407"/>
                  </a:lnTo>
                  <a:lnTo>
                    <a:pt x="484" y="407"/>
                  </a:lnTo>
                  <a:lnTo>
                    <a:pt x="484" y="407"/>
                  </a:lnTo>
                  <a:lnTo>
                    <a:pt x="482" y="407"/>
                  </a:lnTo>
                  <a:lnTo>
                    <a:pt x="482" y="407"/>
                  </a:lnTo>
                  <a:lnTo>
                    <a:pt x="482" y="407"/>
                  </a:lnTo>
                  <a:lnTo>
                    <a:pt x="482" y="407"/>
                  </a:lnTo>
                  <a:lnTo>
                    <a:pt x="482" y="406"/>
                  </a:lnTo>
                  <a:lnTo>
                    <a:pt x="482" y="406"/>
                  </a:lnTo>
                  <a:lnTo>
                    <a:pt x="486" y="406"/>
                  </a:lnTo>
                  <a:lnTo>
                    <a:pt x="486" y="404"/>
                  </a:lnTo>
                  <a:lnTo>
                    <a:pt x="488" y="400"/>
                  </a:lnTo>
                  <a:lnTo>
                    <a:pt x="488" y="400"/>
                  </a:lnTo>
                  <a:lnTo>
                    <a:pt x="488" y="400"/>
                  </a:lnTo>
                  <a:lnTo>
                    <a:pt x="490" y="400"/>
                  </a:lnTo>
                  <a:lnTo>
                    <a:pt x="490" y="400"/>
                  </a:lnTo>
                  <a:lnTo>
                    <a:pt x="490" y="400"/>
                  </a:lnTo>
                  <a:lnTo>
                    <a:pt x="490" y="402"/>
                  </a:lnTo>
                  <a:lnTo>
                    <a:pt x="492" y="404"/>
                  </a:lnTo>
                  <a:lnTo>
                    <a:pt x="492" y="404"/>
                  </a:lnTo>
                  <a:lnTo>
                    <a:pt x="493" y="406"/>
                  </a:lnTo>
                  <a:lnTo>
                    <a:pt x="493" y="406"/>
                  </a:lnTo>
                  <a:lnTo>
                    <a:pt x="493" y="406"/>
                  </a:lnTo>
                  <a:lnTo>
                    <a:pt x="497" y="407"/>
                  </a:lnTo>
                  <a:lnTo>
                    <a:pt x="501" y="409"/>
                  </a:lnTo>
                  <a:lnTo>
                    <a:pt x="501" y="409"/>
                  </a:lnTo>
                  <a:lnTo>
                    <a:pt x="503" y="411"/>
                  </a:lnTo>
                  <a:lnTo>
                    <a:pt x="505" y="415"/>
                  </a:lnTo>
                  <a:lnTo>
                    <a:pt x="505" y="415"/>
                  </a:lnTo>
                  <a:lnTo>
                    <a:pt x="507" y="415"/>
                  </a:lnTo>
                  <a:lnTo>
                    <a:pt x="507" y="415"/>
                  </a:lnTo>
                  <a:lnTo>
                    <a:pt x="513" y="415"/>
                  </a:lnTo>
                  <a:lnTo>
                    <a:pt x="513" y="415"/>
                  </a:lnTo>
                  <a:lnTo>
                    <a:pt x="516" y="413"/>
                  </a:lnTo>
                  <a:lnTo>
                    <a:pt x="518" y="413"/>
                  </a:lnTo>
                  <a:lnTo>
                    <a:pt x="520" y="411"/>
                  </a:lnTo>
                  <a:lnTo>
                    <a:pt x="520" y="411"/>
                  </a:lnTo>
                  <a:lnTo>
                    <a:pt x="522" y="409"/>
                  </a:lnTo>
                  <a:lnTo>
                    <a:pt x="522" y="409"/>
                  </a:lnTo>
                  <a:lnTo>
                    <a:pt x="522" y="407"/>
                  </a:lnTo>
                  <a:lnTo>
                    <a:pt x="522" y="407"/>
                  </a:lnTo>
                  <a:lnTo>
                    <a:pt x="522" y="406"/>
                  </a:lnTo>
                  <a:lnTo>
                    <a:pt x="522" y="404"/>
                  </a:lnTo>
                  <a:lnTo>
                    <a:pt x="526" y="402"/>
                  </a:lnTo>
                  <a:lnTo>
                    <a:pt x="530" y="398"/>
                  </a:lnTo>
                  <a:lnTo>
                    <a:pt x="530" y="396"/>
                  </a:lnTo>
                  <a:lnTo>
                    <a:pt x="532" y="396"/>
                  </a:lnTo>
                  <a:lnTo>
                    <a:pt x="532" y="394"/>
                  </a:lnTo>
                  <a:lnTo>
                    <a:pt x="532" y="392"/>
                  </a:lnTo>
                  <a:lnTo>
                    <a:pt x="532" y="390"/>
                  </a:lnTo>
                  <a:lnTo>
                    <a:pt x="532" y="383"/>
                  </a:lnTo>
                  <a:lnTo>
                    <a:pt x="530" y="381"/>
                  </a:lnTo>
                  <a:lnTo>
                    <a:pt x="530" y="379"/>
                  </a:lnTo>
                  <a:lnTo>
                    <a:pt x="528" y="375"/>
                  </a:lnTo>
                  <a:lnTo>
                    <a:pt x="528" y="375"/>
                  </a:lnTo>
                  <a:lnTo>
                    <a:pt x="528" y="373"/>
                  </a:lnTo>
                  <a:lnTo>
                    <a:pt x="526" y="373"/>
                  </a:lnTo>
                  <a:lnTo>
                    <a:pt x="524" y="371"/>
                  </a:lnTo>
                  <a:lnTo>
                    <a:pt x="522" y="369"/>
                  </a:lnTo>
                  <a:lnTo>
                    <a:pt x="522" y="367"/>
                  </a:lnTo>
                  <a:lnTo>
                    <a:pt x="520" y="366"/>
                  </a:lnTo>
                  <a:lnTo>
                    <a:pt x="518" y="366"/>
                  </a:lnTo>
                  <a:lnTo>
                    <a:pt x="516" y="366"/>
                  </a:lnTo>
                  <a:lnTo>
                    <a:pt x="514" y="364"/>
                  </a:lnTo>
                  <a:lnTo>
                    <a:pt x="514" y="362"/>
                  </a:lnTo>
                  <a:lnTo>
                    <a:pt x="514" y="362"/>
                  </a:lnTo>
                  <a:lnTo>
                    <a:pt x="513" y="360"/>
                  </a:lnTo>
                  <a:lnTo>
                    <a:pt x="513" y="360"/>
                  </a:lnTo>
                  <a:lnTo>
                    <a:pt x="511" y="360"/>
                  </a:lnTo>
                  <a:lnTo>
                    <a:pt x="511" y="360"/>
                  </a:lnTo>
                  <a:lnTo>
                    <a:pt x="509" y="360"/>
                  </a:lnTo>
                  <a:lnTo>
                    <a:pt x="509" y="360"/>
                  </a:lnTo>
                  <a:lnTo>
                    <a:pt x="507" y="360"/>
                  </a:lnTo>
                  <a:lnTo>
                    <a:pt x="503" y="358"/>
                  </a:lnTo>
                  <a:lnTo>
                    <a:pt x="499" y="354"/>
                  </a:lnTo>
                  <a:lnTo>
                    <a:pt x="499" y="354"/>
                  </a:lnTo>
                  <a:lnTo>
                    <a:pt x="499" y="354"/>
                  </a:lnTo>
                  <a:lnTo>
                    <a:pt x="499" y="352"/>
                  </a:lnTo>
                  <a:lnTo>
                    <a:pt x="499" y="352"/>
                  </a:lnTo>
                  <a:lnTo>
                    <a:pt x="499" y="352"/>
                  </a:lnTo>
                  <a:lnTo>
                    <a:pt x="501" y="352"/>
                  </a:lnTo>
                  <a:lnTo>
                    <a:pt x="507" y="356"/>
                  </a:lnTo>
                  <a:lnTo>
                    <a:pt x="507" y="356"/>
                  </a:lnTo>
                  <a:lnTo>
                    <a:pt x="507" y="356"/>
                  </a:lnTo>
                  <a:lnTo>
                    <a:pt x="509" y="356"/>
                  </a:lnTo>
                  <a:lnTo>
                    <a:pt x="509" y="354"/>
                  </a:lnTo>
                  <a:lnTo>
                    <a:pt x="509" y="356"/>
                  </a:lnTo>
                  <a:lnTo>
                    <a:pt x="511" y="356"/>
                  </a:lnTo>
                  <a:lnTo>
                    <a:pt x="511" y="356"/>
                  </a:lnTo>
                  <a:lnTo>
                    <a:pt x="513" y="356"/>
                  </a:lnTo>
                  <a:lnTo>
                    <a:pt x="513" y="356"/>
                  </a:lnTo>
                  <a:lnTo>
                    <a:pt x="513" y="356"/>
                  </a:lnTo>
                  <a:lnTo>
                    <a:pt x="514" y="354"/>
                  </a:lnTo>
                  <a:lnTo>
                    <a:pt x="514" y="354"/>
                  </a:lnTo>
                  <a:lnTo>
                    <a:pt x="514" y="354"/>
                  </a:lnTo>
                  <a:lnTo>
                    <a:pt x="516" y="352"/>
                  </a:lnTo>
                  <a:lnTo>
                    <a:pt x="518" y="352"/>
                  </a:lnTo>
                  <a:lnTo>
                    <a:pt x="518" y="352"/>
                  </a:lnTo>
                  <a:lnTo>
                    <a:pt x="520" y="350"/>
                  </a:lnTo>
                  <a:lnTo>
                    <a:pt x="520" y="347"/>
                  </a:lnTo>
                  <a:lnTo>
                    <a:pt x="522" y="345"/>
                  </a:lnTo>
                  <a:lnTo>
                    <a:pt x="522" y="345"/>
                  </a:lnTo>
                  <a:lnTo>
                    <a:pt x="522" y="345"/>
                  </a:lnTo>
                  <a:lnTo>
                    <a:pt x="524" y="345"/>
                  </a:lnTo>
                  <a:lnTo>
                    <a:pt x="526" y="347"/>
                  </a:lnTo>
                  <a:lnTo>
                    <a:pt x="526" y="347"/>
                  </a:lnTo>
                  <a:lnTo>
                    <a:pt x="532" y="345"/>
                  </a:lnTo>
                  <a:lnTo>
                    <a:pt x="532" y="343"/>
                  </a:lnTo>
                  <a:lnTo>
                    <a:pt x="533" y="341"/>
                  </a:lnTo>
                  <a:lnTo>
                    <a:pt x="535" y="335"/>
                  </a:lnTo>
                  <a:lnTo>
                    <a:pt x="535" y="333"/>
                  </a:lnTo>
                  <a:lnTo>
                    <a:pt x="537" y="331"/>
                  </a:lnTo>
                  <a:lnTo>
                    <a:pt x="539" y="331"/>
                  </a:lnTo>
                  <a:lnTo>
                    <a:pt x="541" y="329"/>
                  </a:lnTo>
                  <a:lnTo>
                    <a:pt x="543" y="328"/>
                  </a:lnTo>
                  <a:lnTo>
                    <a:pt x="543" y="326"/>
                  </a:lnTo>
                  <a:lnTo>
                    <a:pt x="545" y="326"/>
                  </a:lnTo>
                  <a:lnTo>
                    <a:pt x="545" y="326"/>
                  </a:lnTo>
                  <a:lnTo>
                    <a:pt x="549" y="328"/>
                  </a:lnTo>
                  <a:lnTo>
                    <a:pt x="549" y="328"/>
                  </a:lnTo>
                  <a:lnTo>
                    <a:pt x="551" y="328"/>
                  </a:lnTo>
                  <a:lnTo>
                    <a:pt x="562" y="324"/>
                  </a:lnTo>
                  <a:lnTo>
                    <a:pt x="564" y="324"/>
                  </a:lnTo>
                  <a:lnTo>
                    <a:pt x="566" y="322"/>
                  </a:lnTo>
                  <a:lnTo>
                    <a:pt x="568" y="322"/>
                  </a:lnTo>
                  <a:lnTo>
                    <a:pt x="568" y="320"/>
                  </a:lnTo>
                  <a:lnTo>
                    <a:pt x="568" y="320"/>
                  </a:lnTo>
                  <a:lnTo>
                    <a:pt x="568" y="320"/>
                  </a:lnTo>
                  <a:lnTo>
                    <a:pt x="568" y="318"/>
                  </a:lnTo>
                  <a:lnTo>
                    <a:pt x="568" y="318"/>
                  </a:lnTo>
                  <a:lnTo>
                    <a:pt x="566" y="316"/>
                  </a:lnTo>
                  <a:lnTo>
                    <a:pt x="566" y="316"/>
                  </a:lnTo>
                  <a:lnTo>
                    <a:pt x="566" y="316"/>
                  </a:lnTo>
                  <a:lnTo>
                    <a:pt x="566" y="316"/>
                  </a:lnTo>
                  <a:lnTo>
                    <a:pt x="566" y="316"/>
                  </a:lnTo>
                  <a:lnTo>
                    <a:pt x="564" y="316"/>
                  </a:lnTo>
                  <a:lnTo>
                    <a:pt x="562" y="316"/>
                  </a:lnTo>
                  <a:lnTo>
                    <a:pt x="562" y="318"/>
                  </a:lnTo>
                  <a:lnTo>
                    <a:pt x="562" y="318"/>
                  </a:lnTo>
                  <a:lnTo>
                    <a:pt x="558" y="318"/>
                  </a:lnTo>
                  <a:lnTo>
                    <a:pt x="556" y="318"/>
                  </a:lnTo>
                  <a:lnTo>
                    <a:pt x="556" y="318"/>
                  </a:lnTo>
                  <a:lnTo>
                    <a:pt x="556" y="316"/>
                  </a:lnTo>
                  <a:lnTo>
                    <a:pt x="554" y="316"/>
                  </a:lnTo>
                  <a:lnTo>
                    <a:pt x="554" y="316"/>
                  </a:lnTo>
                  <a:lnTo>
                    <a:pt x="553" y="316"/>
                  </a:lnTo>
                  <a:lnTo>
                    <a:pt x="553" y="316"/>
                  </a:lnTo>
                  <a:lnTo>
                    <a:pt x="553" y="316"/>
                  </a:lnTo>
                  <a:lnTo>
                    <a:pt x="553" y="316"/>
                  </a:lnTo>
                  <a:lnTo>
                    <a:pt x="551" y="316"/>
                  </a:lnTo>
                  <a:lnTo>
                    <a:pt x="551" y="318"/>
                  </a:lnTo>
                  <a:lnTo>
                    <a:pt x="551" y="318"/>
                  </a:lnTo>
                  <a:lnTo>
                    <a:pt x="543" y="316"/>
                  </a:lnTo>
                  <a:lnTo>
                    <a:pt x="541" y="316"/>
                  </a:lnTo>
                  <a:lnTo>
                    <a:pt x="539" y="318"/>
                  </a:lnTo>
                  <a:lnTo>
                    <a:pt x="535" y="318"/>
                  </a:lnTo>
                  <a:lnTo>
                    <a:pt x="533" y="320"/>
                  </a:lnTo>
                  <a:lnTo>
                    <a:pt x="526" y="320"/>
                  </a:lnTo>
                  <a:lnTo>
                    <a:pt x="524" y="322"/>
                  </a:lnTo>
                  <a:lnTo>
                    <a:pt x="524" y="322"/>
                  </a:lnTo>
                  <a:lnTo>
                    <a:pt x="522" y="322"/>
                  </a:lnTo>
                  <a:lnTo>
                    <a:pt x="522" y="322"/>
                  </a:lnTo>
                  <a:lnTo>
                    <a:pt x="522" y="318"/>
                  </a:lnTo>
                  <a:lnTo>
                    <a:pt x="520" y="318"/>
                  </a:lnTo>
                  <a:lnTo>
                    <a:pt x="518" y="314"/>
                  </a:lnTo>
                  <a:lnTo>
                    <a:pt x="518" y="312"/>
                  </a:lnTo>
                  <a:lnTo>
                    <a:pt x="516" y="312"/>
                  </a:lnTo>
                  <a:lnTo>
                    <a:pt x="516" y="310"/>
                  </a:lnTo>
                  <a:lnTo>
                    <a:pt x="518" y="310"/>
                  </a:lnTo>
                  <a:lnTo>
                    <a:pt x="520" y="310"/>
                  </a:lnTo>
                  <a:lnTo>
                    <a:pt x="522" y="309"/>
                  </a:lnTo>
                  <a:lnTo>
                    <a:pt x="524" y="309"/>
                  </a:lnTo>
                  <a:lnTo>
                    <a:pt x="526" y="305"/>
                  </a:lnTo>
                  <a:lnTo>
                    <a:pt x="524" y="303"/>
                  </a:lnTo>
                  <a:lnTo>
                    <a:pt x="524" y="303"/>
                  </a:lnTo>
                  <a:lnTo>
                    <a:pt x="522" y="301"/>
                  </a:lnTo>
                  <a:lnTo>
                    <a:pt x="522" y="301"/>
                  </a:lnTo>
                  <a:lnTo>
                    <a:pt x="522" y="299"/>
                  </a:lnTo>
                  <a:lnTo>
                    <a:pt x="522" y="297"/>
                  </a:lnTo>
                  <a:lnTo>
                    <a:pt x="522" y="297"/>
                  </a:lnTo>
                  <a:lnTo>
                    <a:pt x="522" y="293"/>
                  </a:lnTo>
                  <a:lnTo>
                    <a:pt x="522" y="293"/>
                  </a:lnTo>
                  <a:lnTo>
                    <a:pt x="522" y="291"/>
                  </a:lnTo>
                  <a:lnTo>
                    <a:pt x="522" y="290"/>
                  </a:lnTo>
                  <a:lnTo>
                    <a:pt x="524" y="290"/>
                  </a:lnTo>
                  <a:lnTo>
                    <a:pt x="524" y="290"/>
                  </a:lnTo>
                  <a:lnTo>
                    <a:pt x="528" y="288"/>
                  </a:lnTo>
                  <a:lnTo>
                    <a:pt x="532" y="286"/>
                  </a:lnTo>
                  <a:lnTo>
                    <a:pt x="532" y="286"/>
                  </a:lnTo>
                  <a:lnTo>
                    <a:pt x="535" y="286"/>
                  </a:lnTo>
                  <a:lnTo>
                    <a:pt x="537" y="284"/>
                  </a:lnTo>
                  <a:lnTo>
                    <a:pt x="537" y="284"/>
                  </a:lnTo>
                  <a:lnTo>
                    <a:pt x="545" y="278"/>
                  </a:lnTo>
                  <a:lnTo>
                    <a:pt x="553" y="278"/>
                  </a:lnTo>
                  <a:lnTo>
                    <a:pt x="553" y="270"/>
                  </a:lnTo>
                  <a:lnTo>
                    <a:pt x="553" y="267"/>
                  </a:lnTo>
                  <a:lnTo>
                    <a:pt x="553" y="267"/>
                  </a:lnTo>
                  <a:lnTo>
                    <a:pt x="553" y="265"/>
                  </a:lnTo>
                  <a:lnTo>
                    <a:pt x="551" y="263"/>
                  </a:lnTo>
                  <a:lnTo>
                    <a:pt x="551" y="263"/>
                  </a:lnTo>
                  <a:lnTo>
                    <a:pt x="551" y="261"/>
                  </a:lnTo>
                  <a:lnTo>
                    <a:pt x="551" y="259"/>
                  </a:lnTo>
                  <a:lnTo>
                    <a:pt x="551" y="257"/>
                  </a:lnTo>
                  <a:lnTo>
                    <a:pt x="549" y="255"/>
                  </a:lnTo>
                  <a:lnTo>
                    <a:pt x="549" y="255"/>
                  </a:lnTo>
                  <a:lnTo>
                    <a:pt x="547" y="253"/>
                  </a:lnTo>
                  <a:lnTo>
                    <a:pt x="547" y="253"/>
                  </a:lnTo>
                  <a:lnTo>
                    <a:pt x="545" y="251"/>
                  </a:lnTo>
                  <a:lnTo>
                    <a:pt x="547" y="250"/>
                  </a:lnTo>
                  <a:lnTo>
                    <a:pt x="545" y="248"/>
                  </a:lnTo>
                  <a:lnTo>
                    <a:pt x="545" y="246"/>
                  </a:lnTo>
                  <a:lnTo>
                    <a:pt x="545" y="244"/>
                  </a:lnTo>
                  <a:lnTo>
                    <a:pt x="545" y="242"/>
                  </a:lnTo>
                  <a:lnTo>
                    <a:pt x="547" y="240"/>
                  </a:lnTo>
                  <a:lnTo>
                    <a:pt x="547" y="238"/>
                  </a:lnTo>
                  <a:lnTo>
                    <a:pt x="547" y="238"/>
                  </a:lnTo>
                  <a:lnTo>
                    <a:pt x="547" y="238"/>
                  </a:lnTo>
                  <a:lnTo>
                    <a:pt x="549" y="238"/>
                  </a:lnTo>
                  <a:lnTo>
                    <a:pt x="549" y="238"/>
                  </a:lnTo>
                  <a:lnTo>
                    <a:pt x="551" y="240"/>
                  </a:lnTo>
                  <a:lnTo>
                    <a:pt x="551" y="240"/>
                  </a:lnTo>
                  <a:lnTo>
                    <a:pt x="553" y="240"/>
                  </a:lnTo>
                  <a:lnTo>
                    <a:pt x="553" y="242"/>
                  </a:lnTo>
                  <a:lnTo>
                    <a:pt x="554" y="242"/>
                  </a:lnTo>
                  <a:lnTo>
                    <a:pt x="556" y="240"/>
                  </a:lnTo>
                  <a:lnTo>
                    <a:pt x="558" y="240"/>
                  </a:lnTo>
                  <a:lnTo>
                    <a:pt x="560" y="240"/>
                  </a:lnTo>
                  <a:lnTo>
                    <a:pt x="560" y="238"/>
                  </a:lnTo>
                  <a:lnTo>
                    <a:pt x="562" y="238"/>
                  </a:lnTo>
                  <a:lnTo>
                    <a:pt x="562" y="236"/>
                  </a:lnTo>
                  <a:lnTo>
                    <a:pt x="562" y="236"/>
                  </a:lnTo>
                  <a:lnTo>
                    <a:pt x="562" y="234"/>
                  </a:lnTo>
                  <a:lnTo>
                    <a:pt x="562" y="234"/>
                  </a:lnTo>
                  <a:lnTo>
                    <a:pt x="562" y="232"/>
                  </a:lnTo>
                  <a:lnTo>
                    <a:pt x="560" y="232"/>
                  </a:lnTo>
                  <a:lnTo>
                    <a:pt x="558" y="232"/>
                  </a:lnTo>
                  <a:lnTo>
                    <a:pt x="554" y="232"/>
                  </a:lnTo>
                  <a:lnTo>
                    <a:pt x="551" y="232"/>
                  </a:lnTo>
                  <a:lnTo>
                    <a:pt x="551" y="232"/>
                  </a:lnTo>
                  <a:lnTo>
                    <a:pt x="549" y="232"/>
                  </a:lnTo>
                  <a:lnTo>
                    <a:pt x="547" y="231"/>
                  </a:lnTo>
                  <a:lnTo>
                    <a:pt x="543" y="227"/>
                  </a:lnTo>
                  <a:lnTo>
                    <a:pt x="543" y="225"/>
                  </a:lnTo>
                  <a:lnTo>
                    <a:pt x="543" y="225"/>
                  </a:lnTo>
                  <a:lnTo>
                    <a:pt x="543" y="223"/>
                  </a:lnTo>
                  <a:lnTo>
                    <a:pt x="543" y="221"/>
                  </a:lnTo>
                  <a:lnTo>
                    <a:pt x="545" y="221"/>
                  </a:lnTo>
                  <a:lnTo>
                    <a:pt x="545" y="221"/>
                  </a:lnTo>
                  <a:lnTo>
                    <a:pt x="545" y="221"/>
                  </a:lnTo>
                  <a:lnTo>
                    <a:pt x="551" y="223"/>
                  </a:lnTo>
                  <a:lnTo>
                    <a:pt x="553" y="223"/>
                  </a:lnTo>
                  <a:lnTo>
                    <a:pt x="553" y="223"/>
                  </a:lnTo>
                  <a:lnTo>
                    <a:pt x="554" y="223"/>
                  </a:lnTo>
                  <a:lnTo>
                    <a:pt x="554" y="221"/>
                  </a:lnTo>
                  <a:lnTo>
                    <a:pt x="558" y="217"/>
                  </a:lnTo>
                  <a:lnTo>
                    <a:pt x="566" y="212"/>
                  </a:lnTo>
                  <a:lnTo>
                    <a:pt x="566" y="212"/>
                  </a:lnTo>
                  <a:lnTo>
                    <a:pt x="568" y="212"/>
                  </a:lnTo>
                  <a:lnTo>
                    <a:pt x="570" y="212"/>
                  </a:lnTo>
                  <a:lnTo>
                    <a:pt x="570" y="212"/>
                  </a:lnTo>
                  <a:lnTo>
                    <a:pt x="572" y="212"/>
                  </a:lnTo>
                  <a:lnTo>
                    <a:pt x="572" y="212"/>
                  </a:lnTo>
                  <a:lnTo>
                    <a:pt x="573" y="210"/>
                  </a:lnTo>
                  <a:lnTo>
                    <a:pt x="573" y="210"/>
                  </a:lnTo>
                  <a:lnTo>
                    <a:pt x="575" y="208"/>
                  </a:lnTo>
                  <a:lnTo>
                    <a:pt x="583" y="193"/>
                  </a:lnTo>
                  <a:lnTo>
                    <a:pt x="583" y="191"/>
                  </a:lnTo>
                  <a:lnTo>
                    <a:pt x="581" y="18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55" name="Freeform 58">
              <a:extLst>
                <a:ext uri="{FF2B5EF4-FFF2-40B4-BE49-F238E27FC236}">
                  <a16:creationId xmlns:a16="http://schemas.microsoft.com/office/drawing/2014/main" id="{80F35AC8-EAA1-ECC6-F0CD-6E9AA1DE2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338" y="4443413"/>
              <a:ext cx="90488" cy="136525"/>
            </a:xfrm>
            <a:custGeom>
              <a:avLst/>
              <a:gdLst>
                <a:gd name="T0" fmla="*/ 57 w 57"/>
                <a:gd name="T1" fmla="*/ 42 h 86"/>
                <a:gd name="T2" fmla="*/ 53 w 57"/>
                <a:gd name="T3" fmla="*/ 36 h 86"/>
                <a:gd name="T4" fmla="*/ 53 w 57"/>
                <a:gd name="T5" fmla="*/ 32 h 86"/>
                <a:gd name="T6" fmla="*/ 51 w 57"/>
                <a:gd name="T7" fmla="*/ 29 h 86"/>
                <a:gd name="T8" fmla="*/ 51 w 57"/>
                <a:gd name="T9" fmla="*/ 19 h 86"/>
                <a:gd name="T10" fmla="*/ 47 w 57"/>
                <a:gd name="T11" fmla="*/ 13 h 86"/>
                <a:gd name="T12" fmla="*/ 43 w 57"/>
                <a:gd name="T13" fmla="*/ 13 h 86"/>
                <a:gd name="T14" fmla="*/ 40 w 57"/>
                <a:gd name="T15" fmla="*/ 13 h 86"/>
                <a:gd name="T16" fmla="*/ 28 w 57"/>
                <a:gd name="T17" fmla="*/ 15 h 86"/>
                <a:gd name="T18" fmla="*/ 22 w 57"/>
                <a:gd name="T19" fmla="*/ 13 h 86"/>
                <a:gd name="T20" fmla="*/ 21 w 57"/>
                <a:gd name="T21" fmla="*/ 6 h 86"/>
                <a:gd name="T22" fmla="*/ 15 w 57"/>
                <a:gd name="T23" fmla="*/ 4 h 86"/>
                <a:gd name="T24" fmla="*/ 13 w 57"/>
                <a:gd name="T25" fmla="*/ 0 h 86"/>
                <a:gd name="T26" fmla="*/ 11 w 57"/>
                <a:gd name="T27" fmla="*/ 0 h 86"/>
                <a:gd name="T28" fmla="*/ 7 w 57"/>
                <a:gd name="T29" fmla="*/ 4 h 86"/>
                <a:gd name="T30" fmla="*/ 0 w 57"/>
                <a:gd name="T31" fmla="*/ 8 h 86"/>
                <a:gd name="T32" fmla="*/ 3 w 57"/>
                <a:gd name="T33" fmla="*/ 15 h 86"/>
                <a:gd name="T34" fmla="*/ 9 w 57"/>
                <a:gd name="T35" fmla="*/ 13 h 86"/>
                <a:gd name="T36" fmla="*/ 15 w 57"/>
                <a:gd name="T37" fmla="*/ 11 h 86"/>
                <a:gd name="T38" fmla="*/ 5 w 57"/>
                <a:gd name="T39" fmla="*/ 17 h 86"/>
                <a:gd name="T40" fmla="*/ 5 w 57"/>
                <a:gd name="T41" fmla="*/ 21 h 86"/>
                <a:gd name="T42" fmla="*/ 7 w 57"/>
                <a:gd name="T43" fmla="*/ 27 h 86"/>
                <a:gd name="T44" fmla="*/ 17 w 57"/>
                <a:gd name="T45" fmla="*/ 25 h 86"/>
                <a:gd name="T46" fmla="*/ 17 w 57"/>
                <a:gd name="T47" fmla="*/ 27 h 86"/>
                <a:gd name="T48" fmla="*/ 11 w 57"/>
                <a:gd name="T49" fmla="*/ 29 h 86"/>
                <a:gd name="T50" fmla="*/ 15 w 57"/>
                <a:gd name="T51" fmla="*/ 32 h 86"/>
                <a:gd name="T52" fmla="*/ 17 w 57"/>
                <a:gd name="T53" fmla="*/ 32 h 86"/>
                <a:gd name="T54" fmla="*/ 22 w 57"/>
                <a:gd name="T55" fmla="*/ 36 h 86"/>
                <a:gd name="T56" fmla="*/ 26 w 57"/>
                <a:gd name="T57" fmla="*/ 40 h 86"/>
                <a:gd name="T58" fmla="*/ 22 w 57"/>
                <a:gd name="T59" fmla="*/ 36 h 86"/>
                <a:gd name="T60" fmla="*/ 17 w 57"/>
                <a:gd name="T61" fmla="*/ 36 h 86"/>
                <a:gd name="T62" fmla="*/ 11 w 57"/>
                <a:gd name="T63" fmla="*/ 38 h 86"/>
                <a:gd name="T64" fmla="*/ 19 w 57"/>
                <a:gd name="T65" fmla="*/ 40 h 86"/>
                <a:gd name="T66" fmla="*/ 26 w 57"/>
                <a:gd name="T67" fmla="*/ 61 h 86"/>
                <a:gd name="T68" fmla="*/ 22 w 57"/>
                <a:gd name="T69" fmla="*/ 65 h 86"/>
                <a:gd name="T70" fmla="*/ 28 w 57"/>
                <a:gd name="T71" fmla="*/ 74 h 86"/>
                <a:gd name="T72" fmla="*/ 32 w 57"/>
                <a:gd name="T73" fmla="*/ 76 h 86"/>
                <a:gd name="T74" fmla="*/ 36 w 57"/>
                <a:gd name="T75" fmla="*/ 84 h 86"/>
                <a:gd name="T76" fmla="*/ 43 w 57"/>
                <a:gd name="T77" fmla="*/ 82 h 86"/>
                <a:gd name="T78" fmla="*/ 47 w 57"/>
                <a:gd name="T79" fmla="*/ 82 h 86"/>
                <a:gd name="T80" fmla="*/ 51 w 57"/>
                <a:gd name="T81" fmla="*/ 78 h 86"/>
                <a:gd name="T82" fmla="*/ 53 w 57"/>
                <a:gd name="T83" fmla="*/ 74 h 86"/>
                <a:gd name="T84" fmla="*/ 53 w 57"/>
                <a:gd name="T85" fmla="*/ 70 h 86"/>
                <a:gd name="T86" fmla="*/ 53 w 57"/>
                <a:gd name="T87" fmla="*/ 65 h 86"/>
                <a:gd name="T88" fmla="*/ 57 w 57"/>
                <a:gd name="T89" fmla="*/ 57 h 86"/>
                <a:gd name="T90" fmla="*/ 55 w 57"/>
                <a:gd name="T91" fmla="*/ 55 h 86"/>
                <a:gd name="T92" fmla="*/ 51 w 57"/>
                <a:gd name="T93" fmla="*/ 51 h 86"/>
                <a:gd name="T94" fmla="*/ 55 w 57"/>
                <a:gd name="T95" fmla="*/ 50 h 86"/>
                <a:gd name="T96" fmla="*/ 57 w 57"/>
                <a:gd name="T97" fmla="*/ 4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7" h="86">
                  <a:moveTo>
                    <a:pt x="57" y="44"/>
                  </a:moveTo>
                  <a:lnTo>
                    <a:pt x="57" y="42"/>
                  </a:lnTo>
                  <a:lnTo>
                    <a:pt x="57" y="42"/>
                  </a:lnTo>
                  <a:lnTo>
                    <a:pt x="57" y="42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3" y="34"/>
                  </a:lnTo>
                  <a:lnTo>
                    <a:pt x="53" y="34"/>
                  </a:lnTo>
                  <a:lnTo>
                    <a:pt x="53" y="32"/>
                  </a:lnTo>
                  <a:lnTo>
                    <a:pt x="53" y="32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1" y="19"/>
                  </a:lnTo>
                  <a:lnTo>
                    <a:pt x="51" y="15"/>
                  </a:lnTo>
                  <a:lnTo>
                    <a:pt x="51" y="15"/>
                  </a:lnTo>
                  <a:lnTo>
                    <a:pt x="49" y="15"/>
                  </a:lnTo>
                  <a:lnTo>
                    <a:pt x="47" y="13"/>
                  </a:lnTo>
                  <a:lnTo>
                    <a:pt x="45" y="13"/>
                  </a:lnTo>
                  <a:lnTo>
                    <a:pt x="45" y="11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2" y="13"/>
                  </a:lnTo>
                  <a:lnTo>
                    <a:pt x="42" y="13"/>
                  </a:lnTo>
                  <a:lnTo>
                    <a:pt x="40" y="13"/>
                  </a:lnTo>
                  <a:lnTo>
                    <a:pt x="38" y="13"/>
                  </a:lnTo>
                  <a:lnTo>
                    <a:pt x="34" y="13"/>
                  </a:lnTo>
                  <a:lnTo>
                    <a:pt x="30" y="15"/>
                  </a:lnTo>
                  <a:lnTo>
                    <a:pt x="28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4" y="15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7" y="4"/>
                  </a:lnTo>
                  <a:lnTo>
                    <a:pt x="3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7" y="13"/>
                  </a:lnTo>
                  <a:lnTo>
                    <a:pt x="9" y="13"/>
                  </a:lnTo>
                  <a:lnTo>
                    <a:pt x="9" y="11"/>
                  </a:lnTo>
                  <a:lnTo>
                    <a:pt x="11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9" y="13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5" y="27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1" y="27"/>
                  </a:lnTo>
                  <a:lnTo>
                    <a:pt x="17" y="23"/>
                  </a:lnTo>
                  <a:lnTo>
                    <a:pt x="17" y="25"/>
                  </a:lnTo>
                  <a:lnTo>
                    <a:pt x="17" y="25"/>
                  </a:lnTo>
                  <a:lnTo>
                    <a:pt x="17" y="25"/>
                  </a:lnTo>
                  <a:lnTo>
                    <a:pt x="17" y="25"/>
                  </a:lnTo>
                  <a:lnTo>
                    <a:pt x="17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9" y="31"/>
                  </a:lnTo>
                  <a:lnTo>
                    <a:pt x="11" y="32"/>
                  </a:lnTo>
                  <a:lnTo>
                    <a:pt x="11" y="32"/>
                  </a:lnTo>
                  <a:lnTo>
                    <a:pt x="15" y="32"/>
                  </a:lnTo>
                  <a:lnTo>
                    <a:pt x="15" y="32"/>
                  </a:lnTo>
                  <a:lnTo>
                    <a:pt x="15" y="32"/>
                  </a:lnTo>
                  <a:lnTo>
                    <a:pt x="17" y="32"/>
                  </a:lnTo>
                  <a:lnTo>
                    <a:pt x="17" y="32"/>
                  </a:lnTo>
                  <a:lnTo>
                    <a:pt x="19" y="32"/>
                  </a:lnTo>
                  <a:lnTo>
                    <a:pt x="19" y="32"/>
                  </a:lnTo>
                  <a:lnTo>
                    <a:pt x="22" y="34"/>
                  </a:lnTo>
                  <a:lnTo>
                    <a:pt x="22" y="36"/>
                  </a:lnTo>
                  <a:lnTo>
                    <a:pt x="24" y="38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1" y="36"/>
                  </a:lnTo>
                  <a:lnTo>
                    <a:pt x="19" y="36"/>
                  </a:lnTo>
                  <a:lnTo>
                    <a:pt x="17" y="36"/>
                  </a:lnTo>
                  <a:lnTo>
                    <a:pt x="17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9" y="36"/>
                  </a:lnTo>
                  <a:lnTo>
                    <a:pt x="11" y="38"/>
                  </a:lnTo>
                  <a:lnTo>
                    <a:pt x="13" y="40"/>
                  </a:lnTo>
                  <a:lnTo>
                    <a:pt x="15" y="40"/>
                  </a:lnTo>
                  <a:lnTo>
                    <a:pt x="17" y="40"/>
                  </a:lnTo>
                  <a:lnTo>
                    <a:pt x="19" y="40"/>
                  </a:lnTo>
                  <a:lnTo>
                    <a:pt x="19" y="42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6" y="61"/>
                  </a:lnTo>
                  <a:lnTo>
                    <a:pt x="24" y="61"/>
                  </a:lnTo>
                  <a:lnTo>
                    <a:pt x="22" y="63"/>
                  </a:lnTo>
                  <a:lnTo>
                    <a:pt x="22" y="63"/>
                  </a:lnTo>
                  <a:lnTo>
                    <a:pt x="22" y="65"/>
                  </a:lnTo>
                  <a:lnTo>
                    <a:pt x="21" y="67"/>
                  </a:lnTo>
                  <a:lnTo>
                    <a:pt x="26" y="69"/>
                  </a:lnTo>
                  <a:lnTo>
                    <a:pt x="26" y="69"/>
                  </a:lnTo>
                  <a:lnTo>
                    <a:pt x="28" y="74"/>
                  </a:lnTo>
                  <a:lnTo>
                    <a:pt x="30" y="74"/>
                  </a:lnTo>
                  <a:lnTo>
                    <a:pt x="30" y="74"/>
                  </a:lnTo>
                  <a:lnTo>
                    <a:pt x="32" y="76"/>
                  </a:lnTo>
                  <a:lnTo>
                    <a:pt x="32" y="76"/>
                  </a:lnTo>
                  <a:lnTo>
                    <a:pt x="32" y="80"/>
                  </a:lnTo>
                  <a:lnTo>
                    <a:pt x="32" y="82"/>
                  </a:lnTo>
                  <a:lnTo>
                    <a:pt x="32" y="82"/>
                  </a:lnTo>
                  <a:lnTo>
                    <a:pt x="36" y="84"/>
                  </a:lnTo>
                  <a:lnTo>
                    <a:pt x="36" y="86"/>
                  </a:lnTo>
                  <a:lnTo>
                    <a:pt x="38" y="86"/>
                  </a:lnTo>
                  <a:lnTo>
                    <a:pt x="40" y="84"/>
                  </a:lnTo>
                  <a:lnTo>
                    <a:pt x="43" y="82"/>
                  </a:lnTo>
                  <a:lnTo>
                    <a:pt x="43" y="82"/>
                  </a:lnTo>
                  <a:lnTo>
                    <a:pt x="43" y="82"/>
                  </a:lnTo>
                  <a:lnTo>
                    <a:pt x="45" y="82"/>
                  </a:lnTo>
                  <a:lnTo>
                    <a:pt x="47" y="82"/>
                  </a:lnTo>
                  <a:lnTo>
                    <a:pt x="49" y="82"/>
                  </a:lnTo>
                  <a:lnTo>
                    <a:pt x="49" y="80"/>
                  </a:lnTo>
                  <a:lnTo>
                    <a:pt x="51" y="78"/>
                  </a:lnTo>
                  <a:lnTo>
                    <a:pt x="51" y="78"/>
                  </a:lnTo>
                  <a:lnTo>
                    <a:pt x="51" y="78"/>
                  </a:lnTo>
                  <a:lnTo>
                    <a:pt x="51" y="76"/>
                  </a:lnTo>
                  <a:lnTo>
                    <a:pt x="53" y="74"/>
                  </a:lnTo>
                  <a:lnTo>
                    <a:pt x="53" y="74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53" y="70"/>
                  </a:lnTo>
                  <a:lnTo>
                    <a:pt x="53" y="70"/>
                  </a:lnTo>
                  <a:lnTo>
                    <a:pt x="53" y="67"/>
                  </a:lnTo>
                  <a:lnTo>
                    <a:pt x="53" y="67"/>
                  </a:lnTo>
                  <a:lnTo>
                    <a:pt x="53" y="65"/>
                  </a:lnTo>
                  <a:lnTo>
                    <a:pt x="53" y="65"/>
                  </a:lnTo>
                  <a:lnTo>
                    <a:pt x="53" y="63"/>
                  </a:lnTo>
                  <a:lnTo>
                    <a:pt x="55" y="59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5" y="55"/>
                  </a:lnTo>
                  <a:lnTo>
                    <a:pt x="55" y="55"/>
                  </a:lnTo>
                  <a:lnTo>
                    <a:pt x="55" y="55"/>
                  </a:lnTo>
                  <a:lnTo>
                    <a:pt x="55" y="55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55" y="50"/>
                  </a:lnTo>
                  <a:lnTo>
                    <a:pt x="55" y="50"/>
                  </a:lnTo>
                  <a:lnTo>
                    <a:pt x="57" y="50"/>
                  </a:lnTo>
                  <a:lnTo>
                    <a:pt x="57" y="48"/>
                  </a:lnTo>
                  <a:lnTo>
                    <a:pt x="57" y="48"/>
                  </a:lnTo>
                  <a:lnTo>
                    <a:pt x="57" y="44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56" name="Freeform 59">
              <a:extLst>
                <a:ext uri="{FF2B5EF4-FFF2-40B4-BE49-F238E27FC236}">
                  <a16:creationId xmlns:a16="http://schemas.microsoft.com/office/drawing/2014/main" id="{F327A0B2-0C12-51ED-1EDF-8031AC1AD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338" y="4443413"/>
              <a:ext cx="90488" cy="136525"/>
            </a:xfrm>
            <a:custGeom>
              <a:avLst/>
              <a:gdLst>
                <a:gd name="T0" fmla="*/ 57 w 57"/>
                <a:gd name="T1" fmla="*/ 42 h 86"/>
                <a:gd name="T2" fmla="*/ 53 w 57"/>
                <a:gd name="T3" fmla="*/ 36 h 86"/>
                <a:gd name="T4" fmla="*/ 53 w 57"/>
                <a:gd name="T5" fmla="*/ 32 h 86"/>
                <a:gd name="T6" fmla="*/ 51 w 57"/>
                <a:gd name="T7" fmla="*/ 29 h 86"/>
                <a:gd name="T8" fmla="*/ 51 w 57"/>
                <a:gd name="T9" fmla="*/ 19 h 86"/>
                <a:gd name="T10" fmla="*/ 47 w 57"/>
                <a:gd name="T11" fmla="*/ 13 h 86"/>
                <a:gd name="T12" fmla="*/ 43 w 57"/>
                <a:gd name="T13" fmla="*/ 13 h 86"/>
                <a:gd name="T14" fmla="*/ 40 w 57"/>
                <a:gd name="T15" fmla="*/ 13 h 86"/>
                <a:gd name="T16" fmla="*/ 28 w 57"/>
                <a:gd name="T17" fmla="*/ 15 h 86"/>
                <a:gd name="T18" fmla="*/ 22 w 57"/>
                <a:gd name="T19" fmla="*/ 13 h 86"/>
                <a:gd name="T20" fmla="*/ 21 w 57"/>
                <a:gd name="T21" fmla="*/ 6 h 86"/>
                <a:gd name="T22" fmla="*/ 15 w 57"/>
                <a:gd name="T23" fmla="*/ 4 h 86"/>
                <a:gd name="T24" fmla="*/ 13 w 57"/>
                <a:gd name="T25" fmla="*/ 0 h 86"/>
                <a:gd name="T26" fmla="*/ 11 w 57"/>
                <a:gd name="T27" fmla="*/ 0 h 86"/>
                <a:gd name="T28" fmla="*/ 7 w 57"/>
                <a:gd name="T29" fmla="*/ 4 h 86"/>
                <a:gd name="T30" fmla="*/ 0 w 57"/>
                <a:gd name="T31" fmla="*/ 8 h 86"/>
                <a:gd name="T32" fmla="*/ 3 w 57"/>
                <a:gd name="T33" fmla="*/ 15 h 86"/>
                <a:gd name="T34" fmla="*/ 9 w 57"/>
                <a:gd name="T35" fmla="*/ 13 h 86"/>
                <a:gd name="T36" fmla="*/ 15 w 57"/>
                <a:gd name="T37" fmla="*/ 11 h 86"/>
                <a:gd name="T38" fmla="*/ 5 w 57"/>
                <a:gd name="T39" fmla="*/ 17 h 86"/>
                <a:gd name="T40" fmla="*/ 5 w 57"/>
                <a:gd name="T41" fmla="*/ 21 h 86"/>
                <a:gd name="T42" fmla="*/ 7 w 57"/>
                <a:gd name="T43" fmla="*/ 27 h 86"/>
                <a:gd name="T44" fmla="*/ 17 w 57"/>
                <a:gd name="T45" fmla="*/ 25 h 86"/>
                <a:gd name="T46" fmla="*/ 17 w 57"/>
                <a:gd name="T47" fmla="*/ 27 h 86"/>
                <a:gd name="T48" fmla="*/ 11 w 57"/>
                <a:gd name="T49" fmla="*/ 29 h 86"/>
                <a:gd name="T50" fmla="*/ 15 w 57"/>
                <a:gd name="T51" fmla="*/ 32 h 86"/>
                <a:gd name="T52" fmla="*/ 17 w 57"/>
                <a:gd name="T53" fmla="*/ 32 h 86"/>
                <a:gd name="T54" fmla="*/ 22 w 57"/>
                <a:gd name="T55" fmla="*/ 36 h 86"/>
                <a:gd name="T56" fmla="*/ 26 w 57"/>
                <a:gd name="T57" fmla="*/ 40 h 86"/>
                <a:gd name="T58" fmla="*/ 22 w 57"/>
                <a:gd name="T59" fmla="*/ 36 h 86"/>
                <a:gd name="T60" fmla="*/ 17 w 57"/>
                <a:gd name="T61" fmla="*/ 36 h 86"/>
                <a:gd name="T62" fmla="*/ 11 w 57"/>
                <a:gd name="T63" fmla="*/ 38 h 86"/>
                <a:gd name="T64" fmla="*/ 19 w 57"/>
                <a:gd name="T65" fmla="*/ 40 h 86"/>
                <a:gd name="T66" fmla="*/ 26 w 57"/>
                <a:gd name="T67" fmla="*/ 61 h 86"/>
                <a:gd name="T68" fmla="*/ 22 w 57"/>
                <a:gd name="T69" fmla="*/ 65 h 86"/>
                <a:gd name="T70" fmla="*/ 28 w 57"/>
                <a:gd name="T71" fmla="*/ 74 h 86"/>
                <a:gd name="T72" fmla="*/ 32 w 57"/>
                <a:gd name="T73" fmla="*/ 76 h 86"/>
                <a:gd name="T74" fmla="*/ 36 w 57"/>
                <a:gd name="T75" fmla="*/ 84 h 86"/>
                <a:gd name="T76" fmla="*/ 43 w 57"/>
                <a:gd name="T77" fmla="*/ 82 h 86"/>
                <a:gd name="T78" fmla="*/ 47 w 57"/>
                <a:gd name="T79" fmla="*/ 82 h 86"/>
                <a:gd name="T80" fmla="*/ 51 w 57"/>
                <a:gd name="T81" fmla="*/ 78 h 86"/>
                <a:gd name="T82" fmla="*/ 53 w 57"/>
                <a:gd name="T83" fmla="*/ 74 h 86"/>
                <a:gd name="T84" fmla="*/ 53 w 57"/>
                <a:gd name="T85" fmla="*/ 70 h 86"/>
                <a:gd name="T86" fmla="*/ 53 w 57"/>
                <a:gd name="T87" fmla="*/ 65 h 86"/>
                <a:gd name="T88" fmla="*/ 57 w 57"/>
                <a:gd name="T89" fmla="*/ 57 h 86"/>
                <a:gd name="T90" fmla="*/ 55 w 57"/>
                <a:gd name="T91" fmla="*/ 55 h 86"/>
                <a:gd name="T92" fmla="*/ 51 w 57"/>
                <a:gd name="T93" fmla="*/ 51 h 86"/>
                <a:gd name="T94" fmla="*/ 55 w 57"/>
                <a:gd name="T95" fmla="*/ 50 h 86"/>
                <a:gd name="T96" fmla="*/ 57 w 57"/>
                <a:gd name="T97" fmla="*/ 4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7" h="86">
                  <a:moveTo>
                    <a:pt x="57" y="44"/>
                  </a:moveTo>
                  <a:lnTo>
                    <a:pt x="57" y="42"/>
                  </a:lnTo>
                  <a:lnTo>
                    <a:pt x="57" y="42"/>
                  </a:lnTo>
                  <a:lnTo>
                    <a:pt x="57" y="42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3" y="34"/>
                  </a:lnTo>
                  <a:lnTo>
                    <a:pt x="53" y="34"/>
                  </a:lnTo>
                  <a:lnTo>
                    <a:pt x="53" y="32"/>
                  </a:lnTo>
                  <a:lnTo>
                    <a:pt x="53" y="32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1" y="19"/>
                  </a:lnTo>
                  <a:lnTo>
                    <a:pt x="51" y="15"/>
                  </a:lnTo>
                  <a:lnTo>
                    <a:pt x="51" y="15"/>
                  </a:lnTo>
                  <a:lnTo>
                    <a:pt x="49" y="15"/>
                  </a:lnTo>
                  <a:lnTo>
                    <a:pt x="47" y="13"/>
                  </a:lnTo>
                  <a:lnTo>
                    <a:pt x="45" y="13"/>
                  </a:lnTo>
                  <a:lnTo>
                    <a:pt x="45" y="11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2" y="13"/>
                  </a:lnTo>
                  <a:lnTo>
                    <a:pt x="42" y="13"/>
                  </a:lnTo>
                  <a:lnTo>
                    <a:pt x="40" y="13"/>
                  </a:lnTo>
                  <a:lnTo>
                    <a:pt x="38" y="13"/>
                  </a:lnTo>
                  <a:lnTo>
                    <a:pt x="34" y="13"/>
                  </a:lnTo>
                  <a:lnTo>
                    <a:pt x="30" y="15"/>
                  </a:lnTo>
                  <a:lnTo>
                    <a:pt x="28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4" y="15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7" y="4"/>
                  </a:lnTo>
                  <a:lnTo>
                    <a:pt x="3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7" y="13"/>
                  </a:lnTo>
                  <a:lnTo>
                    <a:pt x="9" y="13"/>
                  </a:lnTo>
                  <a:lnTo>
                    <a:pt x="9" y="11"/>
                  </a:lnTo>
                  <a:lnTo>
                    <a:pt x="11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9" y="13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5" y="27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1" y="27"/>
                  </a:lnTo>
                  <a:lnTo>
                    <a:pt x="17" y="23"/>
                  </a:lnTo>
                  <a:lnTo>
                    <a:pt x="17" y="25"/>
                  </a:lnTo>
                  <a:lnTo>
                    <a:pt x="17" y="25"/>
                  </a:lnTo>
                  <a:lnTo>
                    <a:pt x="17" y="25"/>
                  </a:lnTo>
                  <a:lnTo>
                    <a:pt x="17" y="25"/>
                  </a:lnTo>
                  <a:lnTo>
                    <a:pt x="17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9" y="31"/>
                  </a:lnTo>
                  <a:lnTo>
                    <a:pt x="11" y="32"/>
                  </a:lnTo>
                  <a:lnTo>
                    <a:pt x="11" y="32"/>
                  </a:lnTo>
                  <a:lnTo>
                    <a:pt x="15" y="32"/>
                  </a:lnTo>
                  <a:lnTo>
                    <a:pt x="15" y="32"/>
                  </a:lnTo>
                  <a:lnTo>
                    <a:pt x="15" y="32"/>
                  </a:lnTo>
                  <a:lnTo>
                    <a:pt x="17" y="32"/>
                  </a:lnTo>
                  <a:lnTo>
                    <a:pt x="17" y="32"/>
                  </a:lnTo>
                  <a:lnTo>
                    <a:pt x="19" y="32"/>
                  </a:lnTo>
                  <a:lnTo>
                    <a:pt x="19" y="32"/>
                  </a:lnTo>
                  <a:lnTo>
                    <a:pt x="22" y="34"/>
                  </a:lnTo>
                  <a:lnTo>
                    <a:pt x="22" y="36"/>
                  </a:lnTo>
                  <a:lnTo>
                    <a:pt x="24" y="38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1" y="36"/>
                  </a:lnTo>
                  <a:lnTo>
                    <a:pt x="19" y="36"/>
                  </a:lnTo>
                  <a:lnTo>
                    <a:pt x="17" y="36"/>
                  </a:lnTo>
                  <a:lnTo>
                    <a:pt x="17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9" y="36"/>
                  </a:lnTo>
                  <a:lnTo>
                    <a:pt x="11" y="38"/>
                  </a:lnTo>
                  <a:lnTo>
                    <a:pt x="13" y="40"/>
                  </a:lnTo>
                  <a:lnTo>
                    <a:pt x="15" y="40"/>
                  </a:lnTo>
                  <a:lnTo>
                    <a:pt x="17" y="40"/>
                  </a:lnTo>
                  <a:lnTo>
                    <a:pt x="19" y="40"/>
                  </a:lnTo>
                  <a:lnTo>
                    <a:pt x="19" y="42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6" y="61"/>
                  </a:lnTo>
                  <a:lnTo>
                    <a:pt x="24" y="61"/>
                  </a:lnTo>
                  <a:lnTo>
                    <a:pt x="22" y="63"/>
                  </a:lnTo>
                  <a:lnTo>
                    <a:pt x="22" y="63"/>
                  </a:lnTo>
                  <a:lnTo>
                    <a:pt x="22" y="65"/>
                  </a:lnTo>
                  <a:lnTo>
                    <a:pt x="21" y="67"/>
                  </a:lnTo>
                  <a:lnTo>
                    <a:pt x="26" y="69"/>
                  </a:lnTo>
                  <a:lnTo>
                    <a:pt x="26" y="69"/>
                  </a:lnTo>
                  <a:lnTo>
                    <a:pt x="28" y="74"/>
                  </a:lnTo>
                  <a:lnTo>
                    <a:pt x="30" y="74"/>
                  </a:lnTo>
                  <a:lnTo>
                    <a:pt x="30" y="74"/>
                  </a:lnTo>
                  <a:lnTo>
                    <a:pt x="32" y="76"/>
                  </a:lnTo>
                  <a:lnTo>
                    <a:pt x="32" y="76"/>
                  </a:lnTo>
                  <a:lnTo>
                    <a:pt x="32" y="80"/>
                  </a:lnTo>
                  <a:lnTo>
                    <a:pt x="32" y="82"/>
                  </a:lnTo>
                  <a:lnTo>
                    <a:pt x="32" y="82"/>
                  </a:lnTo>
                  <a:lnTo>
                    <a:pt x="36" y="84"/>
                  </a:lnTo>
                  <a:lnTo>
                    <a:pt x="36" y="86"/>
                  </a:lnTo>
                  <a:lnTo>
                    <a:pt x="38" y="86"/>
                  </a:lnTo>
                  <a:lnTo>
                    <a:pt x="40" y="84"/>
                  </a:lnTo>
                  <a:lnTo>
                    <a:pt x="43" y="82"/>
                  </a:lnTo>
                  <a:lnTo>
                    <a:pt x="43" y="82"/>
                  </a:lnTo>
                  <a:lnTo>
                    <a:pt x="43" y="82"/>
                  </a:lnTo>
                  <a:lnTo>
                    <a:pt x="45" y="82"/>
                  </a:lnTo>
                  <a:lnTo>
                    <a:pt x="47" y="82"/>
                  </a:lnTo>
                  <a:lnTo>
                    <a:pt x="49" y="82"/>
                  </a:lnTo>
                  <a:lnTo>
                    <a:pt x="49" y="80"/>
                  </a:lnTo>
                  <a:lnTo>
                    <a:pt x="51" y="78"/>
                  </a:lnTo>
                  <a:lnTo>
                    <a:pt x="51" y="78"/>
                  </a:lnTo>
                  <a:lnTo>
                    <a:pt x="51" y="78"/>
                  </a:lnTo>
                  <a:lnTo>
                    <a:pt x="51" y="76"/>
                  </a:lnTo>
                  <a:lnTo>
                    <a:pt x="53" y="74"/>
                  </a:lnTo>
                  <a:lnTo>
                    <a:pt x="53" y="74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53" y="70"/>
                  </a:lnTo>
                  <a:lnTo>
                    <a:pt x="53" y="70"/>
                  </a:lnTo>
                  <a:lnTo>
                    <a:pt x="53" y="67"/>
                  </a:lnTo>
                  <a:lnTo>
                    <a:pt x="53" y="67"/>
                  </a:lnTo>
                  <a:lnTo>
                    <a:pt x="53" y="65"/>
                  </a:lnTo>
                  <a:lnTo>
                    <a:pt x="53" y="65"/>
                  </a:lnTo>
                  <a:lnTo>
                    <a:pt x="53" y="63"/>
                  </a:lnTo>
                  <a:lnTo>
                    <a:pt x="55" y="59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5" y="55"/>
                  </a:lnTo>
                  <a:lnTo>
                    <a:pt x="55" y="55"/>
                  </a:lnTo>
                  <a:lnTo>
                    <a:pt x="55" y="55"/>
                  </a:lnTo>
                  <a:lnTo>
                    <a:pt x="55" y="55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55" y="50"/>
                  </a:lnTo>
                  <a:lnTo>
                    <a:pt x="55" y="50"/>
                  </a:lnTo>
                  <a:lnTo>
                    <a:pt x="57" y="50"/>
                  </a:lnTo>
                  <a:lnTo>
                    <a:pt x="57" y="48"/>
                  </a:lnTo>
                  <a:lnTo>
                    <a:pt x="57" y="48"/>
                  </a:lnTo>
                  <a:lnTo>
                    <a:pt x="57" y="4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57" name="Freeform 60">
              <a:extLst>
                <a:ext uri="{FF2B5EF4-FFF2-40B4-BE49-F238E27FC236}">
                  <a16:creationId xmlns:a16="http://schemas.microsoft.com/office/drawing/2014/main" id="{F10209FC-8C49-4D71-C467-2B5562AD71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35463" y="3679825"/>
              <a:ext cx="277813" cy="57150"/>
            </a:xfrm>
            <a:custGeom>
              <a:avLst/>
              <a:gdLst>
                <a:gd name="T0" fmla="*/ 175 w 175"/>
                <a:gd name="T1" fmla="*/ 28 h 36"/>
                <a:gd name="T2" fmla="*/ 173 w 175"/>
                <a:gd name="T3" fmla="*/ 27 h 36"/>
                <a:gd name="T4" fmla="*/ 173 w 175"/>
                <a:gd name="T5" fmla="*/ 27 h 36"/>
                <a:gd name="T6" fmla="*/ 171 w 175"/>
                <a:gd name="T7" fmla="*/ 27 h 36"/>
                <a:gd name="T8" fmla="*/ 171 w 175"/>
                <a:gd name="T9" fmla="*/ 30 h 36"/>
                <a:gd name="T10" fmla="*/ 170 w 175"/>
                <a:gd name="T11" fmla="*/ 32 h 36"/>
                <a:gd name="T12" fmla="*/ 170 w 175"/>
                <a:gd name="T13" fmla="*/ 34 h 36"/>
                <a:gd name="T14" fmla="*/ 170 w 175"/>
                <a:gd name="T15" fmla="*/ 36 h 36"/>
                <a:gd name="T16" fmla="*/ 170 w 175"/>
                <a:gd name="T17" fmla="*/ 36 h 36"/>
                <a:gd name="T18" fmla="*/ 171 w 175"/>
                <a:gd name="T19" fmla="*/ 36 h 36"/>
                <a:gd name="T20" fmla="*/ 173 w 175"/>
                <a:gd name="T21" fmla="*/ 36 h 36"/>
                <a:gd name="T22" fmla="*/ 175 w 175"/>
                <a:gd name="T23" fmla="*/ 34 h 36"/>
                <a:gd name="T24" fmla="*/ 175 w 175"/>
                <a:gd name="T25" fmla="*/ 32 h 36"/>
                <a:gd name="T26" fmla="*/ 175 w 175"/>
                <a:gd name="T27" fmla="*/ 28 h 36"/>
                <a:gd name="T28" fmla="*/ 2 w 175"/>
                <a:gd name="T29" fmla="*/ 0 h 36"/>
                <a:gd name="T30" fmla="*/ 0 w 175"/>
                <a:gd name="T31" fmla="*/ 0 h 36"/>
                <a:gd name="T32" fmla="*/ 0 w 175"/>
                <a:gd name="T33" fmla="*/ 0 h 36"/>
                <a:gd name="T34" fmla="*/ 0 w 175"/>
                <a:gd name="T35" fmla="*/ 2 h 36"/>
                <a:gd name="T36" fmla="*/ 0 w 175"/>
                <a:gd name="T37" fmla="*/ 2 h 36"/>
                <a:gd name="T38" fmla="*/ 0 w 175"/>
                <a:gd name="T39" fmla="*/ 4 h 36"/>
                <a:gd name="T40" fmla="*/ 0 w 175"/>
                <a:gd name="T41" fmla="*/ 2 h 36"/>
                <a:gd name="T42" fmla="*/ 2 w 175"/>
                <a:gd name="T43" fmla="*/ 2 h 36"/>
                <a:gd name="T44" fmla="*/ 2 w 175"/>
                <a:gd name="T45" fmla="*/ 0 h 36"/>
                <a:gd name="T46" fmla="*/ 2 w 175"/>
                <a:gd name="T47" fmla="*/ 0 h 36"/>
                <a:gd name="T48" fmla="*/ 2 w 175"/>
                <a:gd name="T4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5" h="36">
                  <a:moveTo>
                    <a:pt x="175" y="28"/>
                  </a:moveTo>
                  <a:lnTo>
                    <a:pt x="173" y="27"/>
                  </a:lnTo>
                  <a:lnTo>
                    <a:pt x="173" y="27"/>
                  </a:lnTo>
                  <a:lnTo>
                    <a:pt x="171" y="27"/>
                  </a:lnTo>
                  <a:lnTo>
                    <a:pt x="171" y="30"/>
                  </a:lnTo>
                  <a:lnTo>
                    <a:pt x="170" y="32"/>
                  </a:lnTo>
                  <a:lnTo>
                    <a:pt x="170" y="34"/>
                  </a:lnTo>
                  <a:lnTo>
                    <a:pt x="170" y="36"/>
                  </a:lnTo>
                  <a:lnTo>
                    <a:pt x="170" y="36"/>
                  </a:lnTo>
                  <a:lnTo>
                    <a:pt x="171" y="36"/>
                  </a:lnTo>
                  <a:lnTo>
                    <a:pt x="173" y="36"/>
                  </a:lnTo>
                  <a:lnTo>
                    <a:pt x="175" y="34"/>
                  </a:lnTo>
                  <a:lnTo>
                    <a:pt x="175" y="32"/>
                  </a:lnTo>
                  <a:lnTo>
                    <a:pt x="175" y="28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58" name="Freeform 61">
              <a:extLst>
                <a:ext uri="{FF2B5EF4-FFF2-40B4-BE49-F238E27FC236}">
                  <a16:creationId xmlns:a16="http://schemas.microsoft.com/office/drawing/2014/main" id="{FBC4B3CC-AE6E-F66F-5D8F-E11C38608A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35463" y="3679825"/>
              <a:ext cx="277813" cy="57150"/>
            </a:xfrm>
            <a:custGeom>
              <a:avLst/>
              <a:gdLst>
                <a:gd name="T0" fmla="*/ 175 w 175"/>
                <a:gd name="T1" fmla="*/ 28 h 36"/>
                <a:gd name="T2" fmla="*/ 173 w 175"/>
                <a:gd name="T3" fmla="*/ 27 h 36"/>
                <a:gd name="T4" fmla="*/ 173 w 175"/>
                <a:gd name="T5" fmla="*/ 27 h 36"/>
                <a:gd name="T6" fmla="*/ 171 w 175"/>
                <a:gd name="T7" fmla="*/ 27 h 36"/>
                <a:gd name="T8" fmla="*/ 171 w 175"/>
                <a:gd name="T9" fmla="*/ 30 h 36"/>
                <a:gd name="T10" fmla="*/ 170 w 175"/>
                <a:gd name="T11" fmla="*/ 32 h 36"/>
                <a:gd name="T12" fmla="*/ 170 w 175"/>
                <a:gd name="T13" fmla="*/ 34 h 36"/>
                <a:gd name="T14" fmla="*/ 170 w 175"/>
                <a:gd name="T15" fmla="*/ 36 h 36"/>
                <a:gd name="T16" fmla="*/ 170 w 175"/>
                <a:gd name="T17" fmla="*/ 36 h 36"/>
                <a:gd name="T18" fmla="*/ 171 w 175"/>
                <a:gd name="T19" fmla="*/ 36 h 36"/>
                <a:gd name="T20" fmla="*/ 173 w 175"/>
                <a:gd name="T21" fmla="*/ 36 h 36"/>
                <a:gd name="T22" fmla="*/ 175 w 175"/>
                <a:gd name="T23" fmla="*/ 34 h 36"/>
                <a:gd name="T24" fmla="*/ 175 w 175"/>
                <a:gd name="T25" fmla="*/ 32 h 36"/>
                <a:gd name="T26" fmla="*/ 175 w 175"/>
                <a:gd name="T27" fmla="*/ 28 h 36"/>
                <a:gd name="T28" fmla="*/ 2 w 175"/>
                <a:gd name="T29" fmla="*/ 0 h 36"/>
                <a:gd name="T30" fmla="*/ 0 w 175"/>
                <a:gd name="T31" fmla="*/ 0 h 36"/>
                <a:gd name="T32" fmla="*/ 0 w 175"/>
                <a:gd name="T33" fmla="*/ 0 h 36"/>
                <a:gd name="T34" fmla="*/ 0 w 175"/>
                <a:gd name="T35" fmla="*/ 2 h 36"/>
                <a:gd name="T36" fmla="*/ 0 w 175"/>
                <a:gd name="T37" fmla="*/ 2 h 36"/>
                <a:gd name="T38" fmla="*/ 0 w 175"/>
                <a:gd name="T39" fmla="*/ 4 h 36"/>
                <a:gd name="T40" fmla="*/ 0 w 175"/>
                <a:gd name="T41" fmla="*/ 2 h 36"/>
                <a:gd name="T42" fmla="*/ 2 w 175"/>
                <a:gd name="T43" fmla="*/ 2 h 36"/>
                <a:gd name="T44" fmla="*/ 2 w 175"/>
                <a:gd name="T45" fmla="*/ 0 h 36"/>
                <a:gd name="T46" fmla="*/ 2 w 175"/>
                <a:gd name="T47" fmla="*/ 0 h 36"/>
                <a:gd name="T48" fmla="*/ 2 w 175"/>
                <a:gd name="T4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5" h="36">
                  <a:moveTo>
                    <a:pt x="175" y="28"/>
                  </a:moveTo>
                  <a:lnTo>
                    <a:pt x="173" y="27"/>
                  </a:lnTo>
                  <a:lnTo>
                    <a:pt x="173" y="27"/>
                  </a:lnTo>
                  <a:lnTo>
                    <a:pt x="171" y="27"/>
                  </a:lnTo>
                  <a:lnTo>
                    <a:pt x="171" y="30"/>
                  </a:lnTo>
                  <a:lnTo>
                    <a:pt x="170" y="32"/>
                  </a:lnTo>
                  <a:lnTo>
                    <a:pt x="170" y="34"/>
                  </a:lnTo>
                  <a:lnTo>
                    <a:pt x="170" y="36"/>
                  </a:lnTo>
                  <a:lnTo>
                    <a:pt x="170" y="36"/>
                  </a:lnTo>
                  <a:lnTo>
                    <a:pt x="171" y="36"/>
                  </a:lnTo>
                  <a:lnTo>
                    <a:pt x="173" y="36"/>
                  </a:lnTo>
                  <a:lnTo>
                    <a:pt x="175" y="34"/>
                  </a:lnTo>
                  <a:lnTo>
                    <a:pt x="175" y="32"/>
                  </a:lnTo>
                  <a:lnTo>
                    <a:pt x="175" y="28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59" name="Freeform 62">
              <a:extLst>
                <a:ext uri="{FF2B5EF4-FFF2-40B4-BE49-F238E27FC236}">
                  <a16:creationId xmlns:a16="http://schemas.microsoft.com/office/drawing/2014/main" id="{6CF7089E-75BF-093B-BFF4-87EE4F553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450" y="3743325"/>
              <a:ext cx="39688" cy="47625"/>
            </a:xfrm>
            <a:custGeom>
              <a:avLst/>
              <a:gdLst>
                <a:gd name="T0" fmla="*/ 25 w 25"/>
                <a:gd name="T1" fmla="*/ 15 h 30"/>
                <a:gd name="T2" fmla="*/ 21 w 25"/>
                <a:gd name="T3" fmla="*/ 15 h 30"/>
                <a:gd name="T4" fmla="*/ 19 w 25"/>
                <a:gd name="T5" fmla="*/ 15 h 30"/>
                <a:gd name="T6" fmla="*/ 19 w 25"/>
                <a:gd name="T7" fmla="*/ 17 h 30"/>
                <a:gd name="T8" fmla="*/ 19 w 25"/>
                <a:gd name="T9" fmla="*/ 19 h 30"/>
                <a:gd name="T10" fmla="*/ 17 w 25"/>
                <a:gd name="T11" fmla="*/ 19 h 30"/>
                <a:gd name="T12" fmla="*/ 15 w 25"/>
                <a:gd name="T13" fmla="*/ 19 h 30"/>
                <a:gd name="T14" fmla="*/ 14 w 25"/>
                <a:gd name="T15" fmla="*/ 17 h 30"/>
                <a:gd name="T16" fmla="*/ 14 w 25"/>
                <a:gd name="T17" fmla="*/ 13 h 30"/>
                <a:gd name="T18" fmla="*/ 14 w 25"/>
                <a:gd name="T19" fmla="*/ 11 h 30"/>
                <a:gd name="T20" fmla="*/ 14 w 25"/>
                <a:gd name="T21" fmla="*/ 11 h 30"/>
                <a:gd name="T22" fmla="*/ 19 w 25"/>
                <a:gd name="T23" fmla="*/ 7 h 30"/>
                <a:gd name="T24" fmla="*/ 21 w 25"/>
                <a:gd name="T25" fmla="*/ 6 h 30"/>
                <a:gd name="T26" fmla="*/ 21 w 25"/>
                <a:gd name="T27" fmla="*/ 6 h 30"/>
                <a:gd name="T28" fmla="*/ 19 w 25"/>
                <a:gd name="T29" fmla="*/ 4 h 30"/>
                <a:gd name="T30" fmla="*/ 17 w 25"/>
                <a:gd name="T31" fmla="*/ 4 h 30"/>
                <a:gd name="T32" fmla="*/ 17 w 25"/>
                <a:gd name="T33" fmla="*/ 4 h 30"/>
                <a:gd name="T34" fmla="*/ 15 w 25"/>
                <a:gd name="T35" fmla="*/ 2 h 30"/>
                <a:gd name="T36" fmla="*/ 17 w 25"/>
                <a:gd name="T37" fmla="*/ 0 h 30"/>
                <a:gd name="T38" fmla="*/ 15 w 25"/>
                <a:gd name="T39" fmla="*/ 0 h 30"/>
                <a:gd name="T40" fmla="*/ 14 w 25"/>
                <a:gd name="T41" fmla="*/ 0 h 30"/>
                <a:gd name="T42" fmla="*/ 10 w 25"/>
                <a:gd name="T43" fmla="*/ 4 h 30"/>
                <a:gd name="T44" fmla="*/ 8 w 25"/>
                <a:gd name="T45" fmla="*/ 4 h 30"/>
                <a:gd name="T46" fmla="*/ 6 w 25"/>
                <a:gd name="T47" fmla="*/ 4 h 30"/>
                <a:gd name="T48" fmla="*/ 6 w 25"/>
                <a:gd name="T49" fmla="*/ 4 h 30"/>
                <a:gd name="T50" fmla="*/ 4 w 25"/>
                <a:gd name="T51" fmla="*/ 7 h 30"/>
                <a:gd name="T52" fmla="*/ 2 w 25"/>
                <a:gd name="T53" fmla="*/ 7 h 30"/>
                <a:gd name="T54" fmla="*/ 0 w 25"/>
                <a:gd name="T55" fmla="*/ 7 h 30"/>
                <a:gd name="T56" fmla="*/ 0 w 25"/>
                <a:gd name="T57" fmla="*/ 7 h 30"/>
                <a:gd name="T58" fmla="*/ 0 w 25"/>
                <a:gd name="T59" fmla="*/ 9 h 30"/>
                <a:gd name="T60" fmla="*/ 0 w 25"/>
                <a:gd name="T61" fmla="*/ 9 h 30"/>
                <a:gd name="T62" fmla="*/ 0 w 25"/>
                <a:gd name="T63" fmla="*/ 11 h 30"/>
                <a:gd name="T64" fmla="*/ 4 w 25"/>
                <a:gd name="T65" fmla="*/ 13 h 30"/>
                <a:gd name="T66" fmla="*/ 4 w 25"/>
                <a:gd name="T67" fmla="*/ 15 h 30"/>
                <a:gd name="T68" fmla="*/ 4 w 25"/>
                <a:gd name="T69" fmla="*/ 19 h 30"/>
                <a:gd name="T70" fmla="*/ 6 w 25"/>
                <a:gd name="T71" fmla="*/ 25 h 30"/>
                <a:gd name="T72" fmla="*/ 8 w 25"/>
                <a:gd name="T73" fmla="*/ 28 h 30"/>
                <a:gd name="T74" fmla="*/ 10 w 25"/>
                <a:gd name="T75" fmla="*/ 28 h 30"/>
                <a:gd name="T76" fmla="*/ 12 w 25"/>
                <a:gd name="T77" fmla="*/ 28 h 30"/>
                <a:gd name="T78" fmla="*/ 14 w 25"/>
                <a:gd name="T79" fmla="*/ 26 h 30"/>
                <a:gd name="T80" fmla="*/ 14 w 25"/>
                <a:gd name="T81" fmla="*/ 28 h 30"/>
                <a:gd name="T82" fmla="*/ 15 w 25"/>
                <a:gd name="T83" fmla="*/ 28 h 30"/>
                <a:gd name="T84" fmla="*/ 15 w 25"/>
                <a:gd name="T85" fmla="*/ 28 h 30"/>
                <a:gd name="T86" fmla="*/ 17 w 25"/>
                <a:gd name="T87" fmla="*/ 26 h 30"/>
                <a:gd name="T88" fmla="*/ 19 w 25"/>
                <a:gd name="T89" fmla="*/ 26 h 30"/>
                <a:gd name="T90" fmla="*/ 21 w 25"/>
                <a:gd name="T91" fmla="*/ 28 h 30"/>
                <a:gd name="T92" fmla="*/ 23 w 25"/>
                <a:gd name="T93" fmla="*/ 30 h 30"/>
                <a:gd name="T94" fmla="*/ 23 w 25"/>
                <a:gd name="T95" fmla="*/ 28 h 30"/>
                <a:gd name="T96" fmla="*/ 25 w 25"/>
                <a:gd name="T97" fmla="*/ 26 h 30"/>
                <a:gd name="T98" fmla="*/ 25 w 25"/>
                <a:gd name="T99" fmla="*/ 2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" h="30">
                  <a:moveTo>
                    <a:pt x="25" y="17"/>
                  </a:moveTo>
                  <a:lnTo>
                    <a:pt x="25" y="15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19" y="15"/>
                  </a:lnTo>
                  <a:lnTo>
                    <a:pt x="19" y="15"/>
                  </a:lnTo>
                  <a:lnTo>
                    <a:pt x="19" y="15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17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4" y="17"/>
                  </a:lnTo>
                  <a:lnTo>
                    <a:pt x="14" y="17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9" y="7"/>
                  </a:lnTo>
                  <a:lnTo>
                    <a:pt x="21" y="7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5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10" y="28"/>
                  </a:lnTo>
                  <a:lnTo>
                    <a:pt x="10" y="28"/>
                  </a:lnTo>
                  <a:lnTo>
                    <a:pt x="10" y="28"/>
                  </a:lnTo>
                  <a:lnTo>
                    <a:pt x="12" y="28"/>
                  </a:lnTo>
                  <a:lnTo>
                    <a:pt x="12" y="26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4" y="28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21" y="28"/>
                  </a:lnTo>
                  <a:lnTo>
                    <a:pt x="21" y="28"/>
                  </a:lnTo>
                  <a:lnTo>
                    <a:pt x="23" y="30"/>
                  </a:lnTo>
                  <a:lnTo>
                    <a:pt x="23" y="30"/>
                  </a:lnTo>
                  <a:lnTo>
                    <a:pt x="23" y="30"/>
                  </a:lnTo>
                  <a:lnTo>
                    <a:pt x="23" y="28"/>
                  </a:lnTo>
                  <a:lnTo>
                    <a:pt x="25" y="28"/>
                  </a:lnTo>
                  <a:lnTo>
                    <a:pt x="25" y="26"/>
                  </a:lnTo>
                  <a:lnTo>
                    <a:pt x="25" y="25"/>
                  </a:lnTo>
                  <a:lnTo>
                    <a:pt x="25" y="21"/>
                  </a:lnTo>
                  <a:lnTo>
                    <a:pt x="25" y="17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60" name="Freeform 63">
              <a:extLst>
                <a:ext uri="{FF2B5EF4-FFF2-40B4-BE49-F238E27FC236}">
                  <a16:creationId xmlns:a16="http://schemas.microsoft.com/office/drawing/2014/main" id="{AA88C595-4F90-1320-0292-39379081B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450" y="3743325"/>
              <a:ext cx="39688" cy="47625"/>
            </a:xfrm>
            <a:custGeom>
              <a:avLst/>
              <a:gdLst>
                <a:gd name="T0" fmla="*/ 25 w 25"/>
                <a:gd name="T1" fmla="*/ 15 h 30"/>
                <a:gd name="T2" fmla="*/ 21 w 25"/>
                <a:gd name="T3" fmla="*/ 15 h 30"/>
                <a:gd name="T4" fmla="*/ 19 w 25"/>
                <a:gd name="T5" fmla="*/ 15 h 30"/>
                <a:gd name="T6" fmla="*/ 19 w 25"/>
                <a:gd name="T7" fmla="*/ 17 h 30"/>
                <a:gd name="T8" fmla="*/ 19 w 25"/>
                <a:gd name="T9" fmla="*/ 19 h 30"/>
                <a:gd name="T10" fmla="*/ 17 w 25"/>
                <a:gd name="T11" fmla="*/ 19 h 30"/>
                <a:gd name="T12" fmla="*/ 15 w 25"/>
                <a:gd name="T13" fmla="*/ 19 h 30"/>
                <a:gd name="T14" fmla="*/ 14 w 25"/>
                <a:gd name="T15" fmla="*/ 17 h 30"/>
                <a:gd name="T16" fmla="*/ 14 w 25"/>
                <a:gd name="T17" fmla="*/ 13 h 30"/>
                <a:gd name="T18" fmla="*/ 14 w 25"/>
                <a:gd name="T19" fmla="*/ 11 h 30"/>
                <a:gd name="T20" fmla="*/ 14 w 25"/>
                <a:gd name="T21" fmla="*/ 11 h 30"/>
                <a:gd name="T22" fmla="*/ 19 w 25"/>
                <a:gd name="T23" fmla="*/ 7 h 30"/>
                <a:gd name="T24" fmla="*/ 21 w 25"/>
                <a:gd name="T25" fmla="*/ 6 h 30"/>
                <a:gd name="T26" fmla="*/ 21 w 25"/>
                <a:gd name="T27" fmla="*/ 6 h 30"/>
                <a:gd name="T28" fmla="*/ 19 w 25"/>
                <a:gd name="T29" fmla="*/ 4 h 30"/>
                <a:gd name="T30" fmla="*/ 17 w 25"/>
                <a:gd name="T31" fmla="*/ 4 h 30"/>
                <a:gd name="T32" fmla="*/ 17 w 25"/>
                <a:gd name="T33" fmla="*/ 4 h 30"/>
                <a:gd name="T34" fmla="*/ 15 w 25"/>
                <a:gd name="T35" fmla="*/ 2 h 30"/>
                <a:gd name="T36" fmla="*/ 17 w 25"/>
                <a:gd name="T37" fmla="*/ 0 h 30"/>
                <a:gd name="T38" fmla="*/ 15 w 25"/>
                <a:gd name="T39" fmla="*/ 0 h 30"/>
                <a:gd name="T40" fmla="*/ 14 w 25"/>
                <a:gd name="T41" fmla="*/ 0 h 30"/>
                <a:gd name="T42" fmla="*/ 10 w 25"/>
                <a:gd name="T43" fmla="*/ 4 h 30"/>
                <a:gd name="T44" fmla="*/ 8 w 25"/>
                <a:gd name="T45" fmla="*/ 4 h 30"/>
                <a:gd name="T46" fmla="*/ 6 w 25"/>
                <a:gd name="T47" fmla="*/ 4 h 30"/>
                <a:gd name="T48" fmla="*/ 6 w 25"/>
                <a:gd name="T49" fmla="*/ 4 h 30"/>
                <a:gd name="T50" fmla="*/ 4 w 25"/>
                <a:gd name="T51" fmla="*/ 7 h 30"/>
                <a:gd name="T52" fmla="*/ 2 w 25"/>
                <a:gd name="T53" fmla="*/ 7 h 30"/>
                <a:gd name="T54" fmla="*/ 0 w 25"/>
                <a:gd name="T55" fmla="*/ 7 h 30"/>
                <a:gd name="T56" fmla="*/ 0 w 25"/>
                <a:gd name="T57" fmla="*/ 7 h 30"/>
                <a:gd name="T58" fmla="*/ 0 w 25"/>
                <a:gd name="T59" fmla="*/ 9 h 30"/>
                <a:gd name="T60" fmla="*/ 0 w 25"/>
                <a:gd name="T61" fmla="*/ 9 h 30"/>
                <a:gd name="T62" fmla="*/ 0 w 25"/>
                <a:gd name="T63" fmla="*/ 11 h 30"/>
                <a:gd name="T64" fmla="*/ 4 w 25"/>
                <a:gd name="T65" fmla="*/ 13 h 30"/>
                <a:gd name="T66" fmla="*/ 4 w 25"/>
                <a:gd name="T67" fmla="*/ 15 h 30"/>
                <a:gd name="T68" fmla="*/ 4 w 25"/>
                <a:gd name="T69" fmla="*/ 19 h 30"/>
                <a:gd name="T70" fmla="*/ 6 w 25"/>
                <a:gd name="T71" fmla="*/ 25 h 30"/>
                <a:gd name="T72" fmla="*/ 8 w 25"/>
                <a:gd name="T73" fmla="*/ 28 h 30"/>
                <a:gd name="T74" fmla="*/ 10 w 25"/>
                <a:gd name="T75" fmla="*/ 28 h 30"/>
                <a:gd name="T76" fmla="*/ 12 w 25"/>
                <a:gd name="T77" fmla="*/ 28 h 30"/>
                <a:gd name="T78" fmla="*/ 14 w 25"/>
                <a:gd name="T79" fmla="*/ 26 h 30"/>
                <a:gd name="T80" fmla="*/ 14 w 25"/>
                <a:gd name="T81" fmla="*/ 28 h 30"/>
                <a:gd name="T82" fmla="*/ 15 w 25"/>
                <a:gd name="T83" fmla="*/ 28 h 30"/>
                <a:gd name="T84" fmla="*/ 15 w 25"/>
                <a:gd name="T85" fmla="*/ 28 h 30"/>
                <a:gd name="T86" fmla="*/ 17 w 25"/>
                <a:gd name="T87" fmla="*/ 26 h 30"/>
                <a:gd name="T88" fmla="*/ 19 w 25"/>
                <a:gd name="T89" fmla="*/ 26 h 30"/>
                <a:gd name="T90" fmla="*/ 21 w 25"/>
                <a:gd name="T91" fmla="*/ 28 h 30"/>
                <a:gd name="T92" fmla="*/ 23 w 25"/>
                <a:gd name="T93" fmla="*/ 30 h 30"/>
                <a:gd name="T94" fmla="*/ 23 w 25"/>
                <a:gd name="T95" fmla="*/ 28 h 30"/>
                <a:gd name="T96" fmla="*/ 25 w 25"/>
                <a:gd name="T97" fmla="*/ 26 h 30"/>
                <a:gd name="T98" fmla="*/ 25 w 25"/>
                <a:gd name="T99" fmla="*/ 2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" h="30">
                  <a:moveTo>
                    <a:pt x="25" y="17"/>
                  </a:moveTo>
                  <a:lnTo>
                    <a:pt x="25" y="15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19" y="15"/>
                  </a:lnTo>
                  <a:lnTo>
                    <a:pt x="19" y="15"/>
                  </a:lnTo>
                  <a:lnTo>
                    <a:pt x="19" y="15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17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4" y="17"/>
                  </a:lnTo>
                  <a:lnTo>
                    <a:pt x="14" y="17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9" y="7"/>
                  </a:lnTo>
                  <a:lnTo>
                    <a:pt x="21" y="7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5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10" y="28"/>
                  </a:lnTo>
                  <a:lnTo>
                    <a:pt x="10" y="28"/>
                  </a:lnTo>
                  <a:lnTo>
                    <a:pt x="10" y="28"/>
                  </a:lnTo>
                  <a:lnTo>
                    <a:pt x="12" y="28"/>
                  </a:lnTo>
                  <a:lnTo>
                    <a:pt x="12" y="26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4" y="28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21" y="28"/>
                  </a:lnTo>
                  <a:lnTo>
                    <a:pt x="21" y="28"/>
                  </a:lnTo>
                  <a:lnTo>
                    <a:pt x="23" y="30"/>
                  </a:lnTo>
                  <a:lnTo>
                    <a:pt x="23" y="30"/>
                  </a:lnTo>
                  <a:lnTo>
                    <a:pt x="23" y="30"/>
                  </a:lnTo>
                  <a:lnTo>
                    <a:pt x="23" y="28"/>
                  </a:lnTo>
                  <a:lnTo>
                    <a:pt x="25" y="28"/>
                  </a:lnTo>
                  <a:lnTo>
                    <a:pt x="25" y="26"/>
                  </a:lnTo>
                  <a:lnTo>
                    <a:pt x="25" y="25"/>
                  </a:lnTo>
                  <a:lnTo>
                    <a:pt x="25" y="21"/>
                  </a:lnTo>
                  <a:lnTo>
                    <a:pt x="25" y="1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61" name="Freeform 64">
              <a:extLst>
                <a:ext uri="{FF2B5EF4-FFF2-40B4-BE49-F238E27FC236}">
                  <a16:creationId xmlns:a16="http://schemas.microsoft.com/office/drawing/2014/main" id="{D6EB4C2C-A17C-05C0-F397-95792600B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950" y="3141663"/>
              <a:ext cx="600075" cy="996950"/>
            </a:xfrm>
            <a:custGeom>
              <a:avLst/>
              <a:gdLst>
                <a:gd name="T0" fmla="*/ 359 w 378"/>
                <a:gd name="T1" fmla="*/ 113 h 628"/>
                <a:gd name="T2" fmla="*/ 347 w 378"/>
                <a:gd name="T3" fmla="*/ 95 h 628"/>
                <a:gd name="T4" fmla="*/ 340 w 378"/>
                <a:gd name="T5" fmla="*/ 67 h 628"/>
                <a:gd name="T6" fmla="*/ 338 w 378"/>
                <a:gd name="T7" fmla="*/ 52 h 628"/>
                <a:gd name="T8" fmla="*/ 323 w 378"/>
                <a:gd name="T9" fmla="*/ 54 h 628"/>
                <a:gd name="T10" fmla="*/ 300 w 378"/>
                <a:gd name="T11" fmla="*/ 6 h 628"/>
                <a:gd name="T12" fmla="*/ 271 w 378"/>
                <a:gd name="T13" fmla="*/ 19 h 628"/>
                <a:gd name="T14" fmla="*/ 231 w 378"/>
                <a:gd name="T15" fmla="*/ 21 h 628"/>
                <a:gd name="T16" fmla="*/ 168 w 378"/>
                <a:gd name="T17" fmla="*/ 35 h 628"/>
                <a:gd name="T18" fmla="*/ 132 w 378"/>
                <a:gd name="T19" fmla="*/ 44 h 628"/>
                <a:gd name="T20" fmla="*/ 134 w 378"/>
                <a:gd name="T21" fmla="*/ 63 h 628"/>
                <a:gd name="T22" fmla="*/ 174 w 378"/>
                <a:gd name="T23" fmla="*/ 78 h 628"/>
                <a:gd name="T24" fmla="*/ 145 w 378"/>
                <a:gd name="T25" fmla="*/ 128 h 628"/>
                <a:gd name="T26" fmla="*/ 122 w 378"/>
                <a:gd name="T27" fmla="*/ 162 h 628"/>
                <a:gd name="T28" fmla="*/ 88 w 378"/>
                <a:gd name="T29" fmla="*/ 170 h 628"/>
                <a:gd name="T30" fmla="*/ 67 w 378"/>
                <a:gd name="T31" fmla="*/ 202 h 628"/>
                <a:gd name="T32" fmla="*/ 44 w 378"/>
                <a:gd name="T33" fmla="*/ 240 h 628"/>
                <a:gd name="T34" fmla="*/ 16 w 378"/>
                <a:gd name="T35" fmla="*/ 310 h 628"/>
                <a:gd name="T36" fmla="*/ 27 w 378"/>
                <a:gd name="T37" fmla="*/ 335 h 628"/>
                <a:gd name="T38" fmla="*/ 29 w 378"/>
                <a:gd name="T39" fmla="*/ 350 h 628"/>
                <a:gd name="T40" fmla="*/ 33 w 378"/>
                <a:gd name="T41" fmla="*/ 377 h 628"/>
                <a:gd name="T42" fmla="*/ 16 w 378"/>
                <a:gd name="T43" fmla="*/ 398 h 628"/>
                <a:gd name="T44" fmla="*/ 18 w 378"/>
                <a:gd name="T45" fmla="*/ 419 h 628"/>
                <a:gd name="T46" fmla="*/ 14 w 378"/>
                <a:gd name="T47" fmla="*/ 432 h 628"/>
                <a:gd name="T48" fmla="*/ 25 w 378"/>
                <a:gd name="T49" fmla="*/ 430 h 628"/>
                <a:gd name="T50" fmla="*/ 52 w 378"/>
                <a:gd name="T51" fmla="*/ 455 h 628"/>
                <a:gd name="T52" fmla="*/ 46 w 378"/>
                <a:gd name="T53" fmla="*/ 480 h 628"/>
                <a:gd name="T54" fmla="*/ 20 w 378"/>
                <a:gd name="T55" fmla="*/ 478 h 628"/>
                <a:gd name="T56" fmla="*/ 0 w 378"/>
                <a:gd name="T57" fmla="*/ 533 h 628"/>
                <a:gd name="T58" fmla="*/ 12 w 378"/>
                <a:gd name="T59" fmla="*/ 548 h 628"/>
                <a:gd name="T60" fmla="*/ 46 w 378"/>
                <a:gd name="T61" fmla="*/ 580 h 628"/>
                <a:gd name="T62" fmla="*/ 52 w 378"/>
                <a:gd name="T63" fmla="*/ 586 h 628"/>
                <a:gd name="T64" fmla="*/ 63 w 378"/>
                <a:gd name="T65" fmla="*/ 599 h 628"/>
                <a:gd name="T66" fmla="*/ 90 w 378"/>
                <a:gd name="T67" fmla="*/ 626 h 628"/>
                <a:gd name="T68" fmla="*/ 109 w 378"/>
                <a:gd name="T69" fmla="*/ 615 h 628"/>
                <a:gd name="T70" fmla="*/ 117 w 378"/>
                <a:gd name="T71" fmla="*/ 590 h 628"/>
                <a:gd name="T72" fmla="*/ 132 w 378"/>
                <a:gd name="T73" fmla="*/ 575 h 628"/>
                <a:gd name="T74" fmla="*/ 153 w 378"/>
                <a:gd name="T75" fmla="*/ 546 h 628"/>
                <a:gd name="T76" fmla="*/ 170 w 378"/>
                <a:gd name="T77" fmla="*/ 531 h 628"/>
                <a:gd name="T78" fmla="*/ 181 w 378"/>
                <a:gd name="T79" fmla="*/ 518 h 628"/>
                <a:gd name="T80" fmla="*/ 174 w 378"/>
                <a:gd name="T81" fmla="*/ 485 h 628"/>
                <a:gd name="T82" fmla="*/ 170 w 378"/>
                <a:gd name="T83" fmla="*/ 466 h 628"/>
                <a:gd name="T84" fmla="*/ 159 w 378"/>
                <a:gd name="T85" fmla="*/ 432 h 628"/>
                <a:gd name="T86" fmla="*/ 155 w 378"/>
                <a:gd name="T87" fmla="*/ 402 h 628"/>
                <a:gd name="T88" fmla="*/ 170 w 378"/>
                <a:gd name="T89" fmla="*/ 407 h 628"/>
                <a:gd name="T90" fmla="*/ 191 w 378"/>
                <a:gd name="T91" fmla="*/ 424 h 628"/>
                <a:gd name="T92" fmla="*/ 214 w 378"/>
                <a:gd name="T93" fmla="*/ 434 h 628"/>
                <a:gd name="T94" fmla="*/ 225 w 378"/>
                <a:gd name="T95" fmla="*/ 413 h 628"/>
                <a:gd name="T96" fmla="*/ 212 w 378"/>
                <a:gd name="T97" fmla="*/ 409 h 628"/>
                <a:gd name="T98" fmla="*/ 199 w 378"/>
                <a:gd name="T99" fmla="*/ 369 h 628"/>
                <a:gd name="T100" fmla="*/ 191 w 378"/>
                <a:gd name="T101" fmla="*/ 358 h 628"/>
                <a:gd name="T102" fmla="*/ 199 w 378"/>
                <a:gd name="T103" fmla="*/ 326 h 628"/>
                <a:gd name="T104" fmla="*/ 216 w 378"/>
                <a:gd name="T105" fmla="*/ 310 h 628"/>
                <a:gd name="T106" fmla="*/ 250 w 378"/>
                <a:gd name="T107" fmla="*/ 295 h 628"/>
                <a:gd name="T108" fmla="*/ 277 w 378"/>
                <a:gd name="T109" fmla="*/ 284 h 628"/>
                <a:gd name="T110" fmla="*/ 288 w 378"/>
                <a:gd name="T111" fmla="*/ 274 h 628"/>
                <a:gd name="T112" fmla="*/ 300 w 378"/>
                <a:gd name="T113" fmla="*/ 234 h 628"/>
                <a:gd name="T114" fmla="*/ 302 w 378"/>
                <a:gd name="T115" fmla="*/ 219 h 628"/>
                <a:gd name="T116" fmla="*/ 311 w 378"/>
                <a:gd name="T117" fmla="*/ 192 h 628"/>
                <a:gd name="T118" fmla="*/ 342 w 378"/>
                <a:gd name="T119" fmla="*/ 160 h 628"/>
                <a:gd name="T120" fmla="*/ 364 w 378"/>
                <a:gd name="T121" fmla="*/ 137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78" h="628">
                  <a:moveTo>
                    <a:pt x="378" y="124"/>
                  </a:moveTo>
                  <a:lnTo>
                    <a:pt x="378" y="122"/>
                  </a:lnTo>
                  <a:lnTo>
                    <a:pt x="376" y="120"/>
                  </a:lnTo>
                  <a:lnTo>
                    <a:pt x="376" y="120"/>
                  </a:lnTo>
                  <a:lnTo>
                    <a:pt x="376" y="116"/>
                  </a:lnTo>
                  <a:lnTo>
                    <a:pt x="376" y="116"/>
                  </a:lnTo>
                  <a:lnTo>
                    <a:pt x="374" y="116"/>
                  </a:lnTo>
                  <a:lnTo>
                    <a:pt x="372" y="114"/>
                  </a:lnTo>
                  <a:lnTo>
                    <a:pt x="372" y="114"/>
                  </a:lnTo>
                  <a:lnTo>
                    <a:pt x="370" y="114"/>
                  </a:lnTo>
                  <a:lnTo>
                    <a:pt x="370" y="114"/>
                  </a:lnTo>
                  <a:lnTo>
                    <a:pt x="368" y="114"/>
                  </a:lnTo>
                  <a:lnTo>
                    <a:pt x="368" y="114"/>
                  </a:lnTo>
                  <a:lnTo>
                    <a:pt x="368" y="114"/>
                  </a:lnTo>
                  <a:lnTo>
                    <a:pt x="366" y="114"/>
                  </a:lnTo>
                  <a:lnTo>
                    <a:pt x="366" y="114"/>
                  </a:lnTo>
                  <a:lnTo>
                    <a:pt x="364" y="114"/>
                  </a:lnTo>
                  <a:lnTo>
                    <a:pt x="364" y="114"/>
                  </a:lnTo>
                  <a:lnTo>
                    <a:pt x="363" y="114"/>
                  </a:lnTo>
                  <a:lnTo>
                    <a:pt x="361" y="113"/>
                  </a:lnTo>
                  <a:lnTo>
                    <a:pt x="359" y="113"/>
                  </a:lnTo>
                  <a:lnTo>
                    <a:pt x="359" y="113"/>
                  </a:lnTo>
                  <a:lnTo>
                    <a:pt x="359" y="113"/>
                  </a:lnTo>
                  <a:lnTo>
                    <a:pt x="359" y="114"/>
                  </a:lnTo>
                  <a:lnTo>
                    <a:pt x="359" y="114"/>
                  </a:lnTo>
                  <a:lnTo>
                    <a:pt x="359" y="114"/>
                  </a:lnTo>
                  <a:lnTo>
                    <a:pt x="359" y="114"/>
                  </a:lnTo>
                  <a:lnTo>
                    <a:pt x="359" y="114"/>
                  </a:lnTo>
                  <a:lnTo>
                    <a:pt x="357" y="114"/>
                  </a:lnTo>
                  <a:lnTo>
                    <a:pt x="357" y="114"/>
                  </a:lnTo>
                  <a:lnTo>
                    <a:pt x="357" y="114"/>
                  </a:lnTo>
                  <a:lnTo>
                    <a:pt x="355" y="114"/>
                  </a:lnTo>
                  <a:lnTo>
                    <a:pt x="355" y="114"/>
                  </a:lnTo>
                  <a:lnTo>
                    <a:pt x="355" y="113"/>
                  </a:lnTo>
                  <a:lnTo>
                    <a:pt x="355" y="111"/>
                  </a:lnTo>
                  <a:lnTo>
                    <a:pt x="355" y="109"/>
                  </a:lnTo>
                  <a:lnTo>
                    <a:pt x="353" y="107"/>
                  </a:lnTo>
                  <a:lnTo>
                    <a:pt x="353" y="105"/>
                  </a:lnTo>
                  <a:lnTo>
                    <a:pt x="353" y="105"/>
                  </a:lnTo>
                  <a:lnTo>
                    <a:pt x="349" y="101"/>
                  </a:lnTo>
                  <a:lnTo>
                    <a:pt x="347" y="99"/>
                  </a:lnTo>
                  <a:lnTo>
                    <a:pt x="347" y="95"/>
                  </a:lnTo>
                  <a:lnTo>
                    <a:pt x="347" y="92"/>
                  </a:lnTo>
                  <a:lnTo>
                    <a:pt x="349" y="84"/>
                  </a:lnTo>
                  <a:lnTo>
                    <a:pt x="347" y="78"/>
                  </a:lnTo>
                  <a:lnTo>
                    <a:pt x="347" y="76"/>
                  </a:lnTo>
                  <a:lnTo>
                    <a:pt x="347" y="76"/>
                  </a:lnTo>
                  <a:lnTo>
                    <a:pt x="345" y="75"/>
                  </a:lnTo>
                  <a:lnTo>
                    <a:pt x="345" y="75"/>
                  </a:lnTo>
                  <a:lnTo>
                    <a:pt x="343" y="76"/>
                  </a:lnTo>
                  <a:lnTo>
                    <a:pt x="342" y="78"/>
                  </a:lnTo>
                  <a:lnTo>
                    <a:pt x="342" y="78"/>
                  </a:lnTo>
                  <a:lnTo>
                    <a:pt x="342" y="78"/>
                  </a:lnTo>
                  <a:lnTo>
                    <a:pt x="340" y="78"/>
                  </a:lnTo>
                  <a:lnTo>
                    <a:pt x="340" y="76"/>
                  </a:lnTo>
                  <a:lnTo>
                    <a:pt x="340" y="76"/>
                  </a:lnTo>
                  <a:lnTo>
                    <a:pt x="340" y="75"/>
                  </a:lnTo>
                  <a:lnTo>
                    <a:pt x="340" y="75"/>
                  </a:lnTo>
                  <a:lnTo>
                    <a:pt x="342" y="71"/>
                  </a:lnTo>
                  <a:lnTo>
                    <a:pt x="342" y="71"/>
                  </a:lnTo>
                  <a:lnTo>
                    <a:pt x="342" y="69"/>
                  </a:lnTo>
                  <a:lnTo>
                    <a:pt x="342" y="69"/>
                  </a:lnTo>
                  <a:lnTo>
                    <a:pt x="340" y="67"/>
                  </a:lnTo>
                  <a:lnTo>
                    <a:pt x="342" y="67"/>
                  </a:lnTo>
                  <a:lnTo>
                    <a:pt x="342" y="65"/>
                  </a:lnTo>
                  <a:lnTo>
                    <a:pt x="342" y="65"/>
                  </a:lnTo>
                  <a:lnTo>
                    <a:pt x="345" y="61"/>
                  </a:lnTo>
                  <a:lnTo>
                    <a:pt x="345" y="61"/>
                  </a:lnTo>
                  <a:lnTo>
                    <a:pt x="345" y="59"/>
                  </a:lnTo>
                  <a:lnTo>
                    <a:pt x="347" y="59"/>
                  </a:lnTo>
                  <a:lnTo>
                    <a:pt x="347" y="57"/>
                  </a:lnTo>
                  <a:lnTo>
                    <a:pt x="347" y="57"/>
                  </a:lnTo>
                  <a:lnTo>
                    <a:pt x="345" y="54"/>
                  </a:lnTo>
                  <a:lnTo>
                    <a:pt x="345" y="54"/>
                  </a:lnTo>
                  <a:lnTo>
                    <a:pt x="345" y="52"/>
                  </a:lnTo>
                  <a:lnTo>
                    <a:pt x="343" y="52"/>
                  </a:lnTo>
                  <a:lnTo>
                    <a:pt x="343" y="50"/>
                  </a:lnTo>
                  <a:lnTo>
                    <a:pt x="343" y="50"/>
                  </a:lnTo>
                  <a:lnTo>
                    <a:pt x="342" y="50"/>
                  </a:lnTo>
                  <a:lnTo>
                    <a:pt x="342" y="50"/>
                  </a:lnTo>
                  <a:lnTo>
                    <a:pt x="340" y="50"/>
                  </a:lnTo>
                  <a:lnTo>
                    <a:pt x="340" y="52"/>
                  </a:lnTo>
                  <a:lnTo>
                    <a:pt x="340" y="52"/>
                  </a:lnTo>
                  <a:lnTo>
                    <a:pt x="338" y="52"/>
                  </a:lnTo>
                  <a:lnTo>
                    <a:pt x="338" y="52"/>
                  </a:lnTo>
                  <a:lnTo>
                    <a:pt x="338" y="52"/>
                  </a:lnTo>
                  <a:lnTo>
                    <a:pt x="338" y="52"/>
                  </a:lnTo>
                  <a:lnTo>
                    <a:pt x="338" y="54"/>
                  </a:lnTo>
                  <a:lnTo>
                    <a:pt x="338" y="54"/>
                  </a:lnTo>
                  <a:lnTo>
                    <a:pt x="338" y="57"/>
                  </a:lnTo>
                  <a:lnTo>
                    <a:pt x="338" y="57"/>
                  </a:lnTo>
                  <a:lnTo>
                    <a:pt x="338" y="57"/>
                  </a:lnTo>
                  <a:lnTo>
                    <a:pt x="338" y="57"/>
                  </a:lnTo>
                  <a:lnTo>
                    <a:pt x="338" y="57"/>
                  </a:lnTo>
                  <a:lnTo>
                    <a:pt x="336" y="57"/>
                  </a:lnTo>
                  <a:lnTo>
                    <a:pt x="330" y="56"/>
                  </a:lnTo>
                  <a:lnTo>
                    <a:pt x="330" y="56"/>
                  </a:lnTo>
                  <a:lnTo>
                    <a:pt x="328" y="56"/>
                  </a:lnTo>
                  <a:lnTo>
                    <a:pt x="328" y="56"/>
                  </a:lnTo>
                  <a:lnTo>
                    <a:pt x="326" y="56"/>
                  </a:lnTo>
                  <a:lnTo>
                    <a:pt x="326" y="56"/>
                  </a:lnTo>
                  <a:lnTo>
                    <a:pt x="324" y="56"/>
                  </a:lnTo>
                  <a:lnTo>
                    <a:pt x="324" y="56"/>
                  </a:lnTo>
                  <a:lnTo>
                    <a:pt x="323" y="54"/>
                  </a:lnTo>
                  <a:lnTo>
                    <a:pt x="323" y="54"/>
                  </a:lnTo>
                  <a:lnTo>
                    <a:pt x="321" y="52"/>
                  </a:lnTo>
                  <a:lnTo>
                    <a:pt x="321" y="48"/>
                  </a:lnTo>
                  <a:lnTo>
                    <a:pt x="319" y="46"/>
                  </a:lnTo>
                  <a:lnTo>
                    <a:pt x="319" y="46"/>
                  </a:lnTo>
                  <a:lnTo>
                    <a:pt x="319" y="44"/>
                  </a:lnTo>
                  <a:lnTo>
                    <a:pt x="319" y="44"/>
                  </a:lnTo>
                  <a:lnTo>
                    <a:pt x="321" y="40"/>
                  </a:lnTo>
                  <a:lnTo>
                    <a:pt x="321" y="40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19" y="35"/>
                  </a:lnTo>
                  <a:lnTo>
                    <a:pt x="317" y="33"/>
                  </a:lnTo>
                  <a:lnTo>
                    <a:pt x="303" y="21"/>
                  </a:lnTo>
                  <a:lnTo>
                    <a:pt x="303" y="18"/>
                  </a:lnTo>
                  <a:lnTo>
                    <a:pt x="302" y="18"/>
                  </a:lnTo>
                  <a:lnTo>
                    <a:pt x="302" y="16"/>
                  </a:lnTo>
                  <a:lnTo>
                    <a:pt x="302" y="14"/>
                  </a:lnTo>
                  <a:lnTo>
                    <a:pt x="302" y="12"/>
                  </a:lnTo>
                  <a:lnTo>
                    <a:pt x="302" y="8"/>
                  </a:lnTo>
                  <a:lnTo>
                    <a:pt x="302" y="8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296" y="4"/>
                  </a:lnTo>
                  <a:lnTo>
                    <a:pt x="296" y="2"/>
                  </a:lnTo>
                  <a:lnTo>
                    <a:pt x="294" y="2"/>
                  </a:lnTo>
                  <a:lnTo>
                    <a:pt x="294" y="2"/>
                  </a:lnTo>
                  <a:lnTo>
                    <a:pt x="288" y="0"/>
                  </a:lnTo>
                  <a:lnTo>
                    <a:pt x="284" y="0"/>
                  </a:lnTo>
                  <a:lnTo>
                    <a:pt x="282" y="0"/>
                  </a:lnTo>
                  <a:lnTo>
                    <a:pt x="282" y="4"/>
                  </a:lnTo>
                  <a:lnTo>
                    <a:pt x="281" y="6"/>
                  </a:lnTo>
                  <a:lnTo>
                    <a:pt x="281" y="6"/>
                  </a:lnTo>
                  <a:lnTo>
                    <a:pt x="277" y="8"/>
                  </a:lnTo>
                  <a:lnTo>
                    <a:pt x="277" y="10"/>
                  </a:lnTo>
                  <a:lnTo>
                    <a:pt x="277" y="10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5" y="14"/>
                  </a:lnTo>
                  <a:lnTo>
                    <a:pt x="273" y="18"/>
                  </a:lnTo>
                  <a:lnTo>
                    <a:pt x="273" y="19"/>
                  </a:lnTo>
                  <a:lnTo>
                    <a:pt x="273" y="19"/>
                  </a:lnTo>
                  <a:lnTo>
                    <a:pt x="271" y="19"/>
                  </a:lnTo>
                  <a:lnTo>
                    <a:pt x="269" y="19"/>
                  </a:lnTo>
                  <a:lnTo>
                    <a:pt x="267" y="21"/>
                  </a:lnTo>
                  <a:lnTo>
                    <a:pt x="265" y="21"/>
                  </a:lnTo>
                  <a:lnTo>
                    <a:pt x="263" y="23"/>
                  </a:lnTo>
                  <a:lnTo>
                    <a:pt x="262" y="23"/>
                  </a:lnTo>
                  <a:lnTo>
                    <a:pt x="262" y="23"/>
                  </a:lnTo>
                  <a:lnTo>
                    <a:pt x="256" y="23"/>
                  </a:lnTo>
                  <a:lnTo>
                    <a:pt x="254" y="21"/>
                  </a:lnTo>
                  <a:lnTo>
                    <a:pt x="250" y="23"/>
                  </a:lnTo>
                  <a:lnTo>
                    <a:pt x="250" y="23"/>
                  </a:lnTo>
                  <a:lnTo>
                    <a:pt x="246" y="21"/>
                  </a:lnTo>
                  <a:lnTo>
                    <a:pt x="244" y="21"/>
                  </a:lnTo>
                  <a:lnTo>
                    <a:pt x="242" y="19"/>
                  </a:lnTo>
                  <a:lnTo>
                    <a:pt x="239" y="16"/>
                  </a:lnTo>
                  <a:lnTo>
                    <a:pt x="235" y="14"/>
                  </a:lnTo>
                  <a:lnTo>
                    <a:pt x="233" y="16"/>
                  </a:lnTo>
                  <a:lnTo>
                    <a:pt x="233" y="16"/>
                  </a:lnTo>
                  <a:lnTo>
                    <a:pt x="233" y="18"/>
                  </a:lnTo>
                  <a:lnTo>
                    <a:pt x="233" y="19"/>
                  </a:lnTo>
                  <a:lnTo>
                    <a:pt x="233" y="19"/>
                  </a:lnTo>
                  <a:lnTo>
                    <a:pt x="231" y="21"/>
                  </a:lnTo>
                  <a:lnTo>
                    <a:pt x="229" y="23"/>
                  </a:lnTo>
                  <a:lnTo>
                    <a:pt x="227" y="23"/>
                  </a:lnTo>
                  <a:lnTo>
                    <a:pt x="223" y="23"/>
                  </a:lnTo>
                  <a:lnTo>
                    <a:pt x="222" y="25"/>
                  </a:lnTo>
                  <a:lnTo>
                    <a:pt x="222" y="25"/>
                  </a:lnTo>
                  <a:lnTo>
                    <a:pt x="222" y="27"/>
                  </a:lnTo>
                  <a:lnTo>
                    <a:pt x="222" y="29"/>
                  </a:lnTo>
                  <a:lnTo>
                    <a:pt x="222" y="29"/>
                  </a:lnTo>
                  <a:lnTo>
                    <a:pt x="220" y="31"/>
                  </a:lnTo>
                  <a:lnTo>
                    <a:pt x="218" y="33"/>
                  </a:lnTo>
                  <a:lnTo>
                    <a:pt x="212" y="33"/>
                  </a:lnTo>
                  <a:lnTo>
                    <a:pt x="212" y="35"/>
                  </a:lnTo>
                  <a:lnTo>
                    <a:pt x="210" y="37"/>
                  </a:lnTo>
                  <a:lnTo>
                    <a:pt x="210" y="37"/>
                  </a:lnTo>
                  <a:lnTo>
                    <a:pt x="206" y="37"/>
                  </a:lnTo>
                  <a:lnTo>
                    <a:pt x="199" y="37"/>
                  </a:lnTo>
                  <a:lnTo>
                    <a:pt x="185" y="35"/>
                  </a:lnTo>
                  <a:lnTo>
                    <a:pt x="183" y="35"/>
                  </a:lnTo>
                  <a:lnTo>
                    <a:pt x="180" y="35"/>
                  </a:lnTo>
                  <a:lnTo>
                    <a:pt x="170" y="35"/>
                  </a:lnTo>
                  <a:lnTo>
                    <a:pt x="168" y="35"/>
                  </a:lnTo>
                  <a:lnTo>
                    <a:pt x="162" y="31"/>
                  </a:lnTo>
                  <a:lnTo>
                    <a:pt x="161" y="31"/>
                  </a:lnTo>
                  <a:lnTo>
                    <a:pt x="155" y="31"/>
                  </a:lnTo>
                  <a:lnTo>
                    <a:pt x="153" y="31"/>
                  </a:lnTo>
                  <a:lnTo>
                    <a:pt x="147" y="33"/>
                  </a:lnTo>
                  <a:lnTo>
                    <a:pt x="145" y="35"/>
                  </a:lnTo>
                  <a:lnTo>
                    <a:pt x="143" y="35"/>
                  </a:lnTo>
                  <a:lnTo>
                    <a:pt x="140" y="35"/>
                  </a:lnTo>
                  <a:lnTo>
                    <a:pt x="138" y="31"/>
                  </a:lnTo>
                  <a:lnTo>
                    <a:pt x="134" y="27"/>
                  </a:lnTo>
                  <a:lnTo>
                    <a:pt x="132" y="25"/>
                  </a:lnTo>
                  <a:lnTo>
                    <a:pt x="128" y="25"/>
                  </a:lnTo>
                  <a:lnTo>
                    <a:pt x="126" y="27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31"/>
                  </a:lnTo>
                  <a:lnTo>
                    <a:pt x="126" y="31"/>
                  </a:lnTo>
                  <a:lnTo>
                    <a:pt x="128" y="33"/>
                  </a:lnTo>
                  <a:lnTo>
                    <a:pt x="130" y="38"/>
                  </a:lnTo>
                  <a:lnTo>
                    <a:pt x="132" y="42"/>
                  </a:lnTo>
                  <a:lnTo>
                    <a:pt x="132" y="44"/>
                  </a:lnTo>
                  <a:lnTo>
                    <a:pt x="132" y="46"/>
                  </a:lnTo>
                  <a:lnTo>
                    <a:pt x="130" y="46"/>
                  </a:lnTo>
                  <a:lnTo>
                    <a:pt x="130" y="48"/>
                  </a:lnTo>
                  <a:lnTo>
                    <a:pt x="128" y="50"/>
                  </a:lnTo>
                  <a:lnTo>
                    <a:pt x="128" y="50"/>
                  </a:lnTo>
                  <a:lnTo>
                    <a:pt x="126" y="50"/>
                  </a:lnTo>
                  <a:lnTo>
                    <a:pt x="126" y="52"/>
                  </a:lnTo>
                  <a:lnTo>
                    <a:pt x="124" y="56"/>
                  </a:lnTo>
                  <a:lnTo>
                    <a:pt x="124" y="56"/>
                  </a:lnTo>
                  <a:lnTo>
                    <a:pt x="124" y="57"/>
                  </a:lnTo>
                  <a:lnTo>
                    <a:pt x="122" y="57"/>
                  </a:lnTo>
                  <a:lnTo>
                    <a:pt x="122" y="57"/>
                  </a:lnTo>
                  <a:lnTo>
                    <a:pt x="122" y="59"/>
                  </a:lnTo>
                  <a:lnTo>
                    <a:pt x="124" y="61"/>
                  </a:lnTo>
                  <a:lnTo>
                    <a:pt x="124" y="63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28" y="67"/>
                  </a:lnTo>
                  <a:lnTo>
                    <a:pt x="128" y="65"/>
                  </a:lnTo>
                  <a:lnTo>
                    <a:pt x="132" y="63"/>
                  </a:lnTo>
                  <a:lnTo>
                    <a:pt x="134" y="63"/>
                  </a:lnTo>
                  <a:lnTo>
                    <a:pt x="136" y="61"/>
                  </a:lnTo>
                  <a:lnTo>
                    <a:pt x="138" y="59"/>
                  </a:lnTo>
                  <a:lnTo>
                    <a:pt x="138" y="59"/>
                  </a:lnTo>
                  <a:lnTo>
                    <a:pt x="140" y="61"/>
                  </a:lnTo>
                  <a:lnTo>
                    <a:pt x="141" y="61"/>
                  </a:lnTo>
                  <a:lnTo>
                    <a:pt x="147" y="63"/>
                  </a:lnTo>
                  <a:lnTo>
                    <a:pt x="151" y="63"/>
                  </a:lnTo>
                  <a:lnTo>
                    <a:pt x="153" y="65"/>
                  </a:lnTo>
                  <a:lnTo>
                    <a:pt x="157" y="67"/>
                  </a:lnTo>
                  <a:lnTo>
                    <a:pt x="159" y="73"/>
                  </a:lnTo>
                  <a:lnTo>
                    <a:pt x="161" y="75"/>
                  </a:lnTo>
                  <a:lnTo>
                    <a:pt x="161" y="75"/>
                  </a:lnTo>
                  <a:lnTo>
                    <a:pt x="162" y="75"/>
                  </a:lnTo>
                  <a:lnTo>
                    <a:pt x="162" y="75"/>
                  </a:lnTo>
                  <a:lnTo>
                    <a:pt x="162" y="76"/>
                  </a:lnTo>
                  <a:lnTo>
                    <a:pt x="164" y="78"/>
                  </a:lnTo>
                  <a:lnTo>
                    <a:pt x="164" y="78"/>
                  </a:lnTo>
                  <a:lnTo>
                    <a:pt x="170" y="76"/>
                  </a:lnTo>
                  <a:lnTo>
                    <a:pt x="170" y="76"/>
                  </a:lnTo>
                  <a:lnTo>
                    <a:pt x="172" y="78"/>
                  </a:lnTo>
                  <a:lnTo>
                    <a:pt x="174" y="78"/>
                  </a:lnTo>
                  <a:lnTo>
                    <a:pt x="176" y="82"/>
                  </a:lnTo>
                  <a:lnTo>
                    <a:pt x="178" y="84"/>
                  </a:lnTo>
                  <a:lnTo>
                    <a:pt x="178" y="86"/>
                  </a:lnTo>
                  <a:lnTo>
                    <a:pt x="176" y="94"/>
                  </a:lnTo>
                  <a:lnTo>
                    <a:pt x="176" y="97"/>
                  </a:lnTo>
                  <a:lnTo>
                    <a:pt x="176" y="99"/>
                  </a:lnTo>
                  <a:lnTo>
                    <a:pt x="174" y="103"/>
                  </a:lnTo>
                  <a:lnTo>
                    <a:pt x="172" y="105"/>
                  </a:lnTo>
                  <a:lnTo>
                    <a:pt x="170" y="105"/>
                  </a:lnTo>
                  <a:lnTo>
                    <a:pt x="168" y="103"/>
                  </a:lnTo>
                  <a:lnTo>
                    <a:pt x="166" y="105"/>
                  </a:lnTo>
                  <a:lnTo>
                    <a:pt x="162" y="107"/>
                  </a:lnTo>
                  <a:lnTo>
                    <a:pt x="157" y="109"/>
                  </a:lnTo>
                  <a:lnTo>
                    <a:pt x="155" y="111"/>
                  </a:lnTo>
                  <a:lnTo>
                    <a:pt x="155" y="113"/>
                  </a:lnTo>
                  <a:lnTo>
                    <a:pt x="155" y="114"/>
                  </a:lnTo>
                  <a:lnTo>
                    <a:pt x="155" y="118"/>
                  </a:lnTo>
                  <a:lnTo>
                    <a:pt x="155" y="120"/>
                  </a:lnTo>
                  <a:lnTo>
                    <a:pt x="151" y="124"/>
                  </a:lnTo>
                  <a:lnTo>
                    <a:pt x="147" y="126"/>
                  </a:lnTo>
                  <a:lnTo>
                    <a:pt x="145" y="128"/>
                  </a:lnTo>
                  <a:lnTo>
                    <a:pt x="143" y="128"/>
                  </a:lnTo>
                  <a:lnTo>
                    <a:pt x="141" y="130"/>
                  </a:lnTo>
                  <a:lnTo>
                    <a:pt x="140" y="132"/>
                  </a:lnTo>
                  <a:lnTo>
                    <a:pt x="140" y="134"/>
                  </a:lnTo>
                  <a:lnTo>
                    <a:pt x="140" y="135"/>
                  </a:lnTo>
                  <a:lnTo>
                    <a:pt x="141" y="139"/>
                  </a:lnTo>
                  <a:lnTo>
                    <a:pt x="140" y="141"/>
                  </a:lnTo>
                  <a:lnTo>
                    <a:pt x="138" y="143"/>
                  </a:lnTo>
                  <a:lnTo>
                    <a:pt x="138" y="145"/>
                  </a:lnTo>
                  <a:lnTo>
                    <a:pt x="140" y="147"/>
                  </a:lnTo>
                  <a:lnTo>
                    <a:pt x="140" y="149"/>
                  </a:lnTo>
                  <a:lnTo>
                    <a:pt x="138" y="149"/>
                  </a:lnTo>
                  <a:lnTo>
                    <a:pt x="136" y="149"/>
                  </a:lnTo>
                  <a:lnTo>
                    <a:pt x="130" y="153"/>
                  </a:lnTo>
                  <a:lnTo>
                    <a:pt x="128" y="154"/>
                  </a:lnTo>
                  <a:lnTo>
                    <a:pt x="128" y="156"/>
                  </a:lnTo>
                  <a:lnTo>
                    <a:pt x="128" y="158"/>
                  </a:lnTo>
                  <a:lnTo>
                    <a:pt x="128" y="160"/>
                  </a:lnTo>
                  <a:lnTo>
                    <a:pt x="126" y="160"/>
                  </a:lnTo>
                  <a:lnTo>
                    <a:pt x="124" y="160"/>
                  </a:lnTo>
                  <a:lnTo>
                    <a:pt x="122" y="162"/>
                  </a:lnTo>
                  <a:lnTo>
                    <a:pt x="121" y="162"/>
                  </a:lnTo>
                  <a:lnTo>
                    <a:pt x="119" y="162"/>
                  </a:lnTo>
                  <a:lnTo>
                    <a:pt x="115" y="164"/>
                  </a:lnTo>
                  <a:lnTo>
                    <a:pt x="113" y="166"/>
                  </a:lnTo>
                  <a:lnTo>
                    <a:pt x="113" y="168"/>
                  </a:lnTo>
                  <a:lnTo>
                    <a:pt x="111" y="168"/>
                  </a:lnTo>
                  <a:lnTo>
                    <a:pt x="109" y="170"/>
                  </a:lnTo>
                  <a:lnTo>
                    <a:pt x="107" y="170"/>
                  </a:lnTo>
                  <a:lnTo>
                    <a:pt x="107" y="170"/>
                  </a:lnTo>
                  <a:lnTo>
                    <a:pt x="105" y="170"/>
                  </a:lnTo>
                  <a:lnTo>
                    <a:pt x="103" y="166"/>
                  </a:lnTo>
                  <a:lnTo>
                    <a:pt x="103" y="166"/>
                  </a:lnTo>
                  <a:lnTo>
                    <a:pt x="101" y="164"/>
                  </a:lnTo>
                  <a:lnTo>
                    <a:pt x="100" y="164"/>
                  </a:lnTo>
                  <a:lnTo>
                    <a:pt x="98" y="166"/>
                  </a:lnTo>
                  <a:lnTo>
                    <a:pt x="96" y="168"/>
                  </a:lnTo>
                  <a:lnTo>
                    <a:pt x="94" y="168"/>
                  </a:lnTo>
                  <a:lnTo>
                    <a:pt x="92" y="170"/>
                  </a:lnTo>
                  <a:lnTo>
                    <a:pt x="90" y="170"/>
                  </a:lnTo>
                  <a:lnTo>
                    <a:pt x="88" y="170"/>
                  </a:lnTo>
                  <a:lnTo>
                    <a:pt x="88" y="170"/>
                  </a:lnTo>
                  <a:lnTo>
                    <a:pt x="86" y="168"/>
                  </a:lnTo>
                  <a:lnTo>
                    <a:pt x="86" y="166"/>
                  </a:lnTo>
                  <a:lnTo>
                    <a:pt x="86" y="166"/>
                  </a:lnTo>
                  <a:lnTo>
                    <a:pt x="84" y="166"/>
                  </a:lnTo>
                  <a:lnTo>
                    <a:pt x="84" y="168"/>
                  </a:lnTo>
                  <a:lnTo>
                    <a:pt x="81" y="172"/>
                  </a:lnTo>
                  <a:lnTo>
                    <a:pt x="79" y="173"/>
                  </a:lnTo>
                  <a:lnTo>
                    <a:pt x="79" y="177"/>
                  </a:lnTo>
                  <a:lnTo>
                    <a:pt x="81" y="181"/>
                  </a:lnTo>
                  <a:lnTo>
                    <a:pt x="79" y="183"/>
                  </a:lnTo>
                  <a:lnTo>
                    <a:pt x="79" y="185"/>
                  </a:lnTo>
                  <a:lnTo>
                    <a:pt x="77" y="189"/>
                  </a:lnTo>
                  <a:lnTo>
                    <a:pt x="73" y="191"/>
                  </a:lnTo>
                  <a:lnTo>
                    <a:pt x="73" y="192"/>
                  </a:lnTo>
                  <a:lnTo>
                    <a:pt x="71" y="192"/>
                  </a:lnTo>
                  <a:lnTo>
                    <a:pt x="71" y="194"/>
                  </a:lnTo>
                  <a:lnTo>
                    <a:pt x="71" y="200"/>
                  </a:lnTo>
                  <a:lnTo>
                    <a:pt x="69" y="202"/>
                  </a:lnTo>
                  <a:lnTo>
                    <a:pt x="69" y="202"/>
                  </a:lnTo>
                  <a:lnTo>
                    <a:pt x="67" y="202"/>
                  </a:lnTo>
                  <a:lnTo>
                    <a:pt x="67" y="202"/>
                  </a:lnTo>
                  <a:lnTo>
                    <a:pt x="67" y="204"/>
                  </a:lnTo>
                  <a:lnTo>
                    <a:pt x="67" y="206"/>
                  </a:lnTo>
                  <a:lnTo>
                    <a:pt x="69" y="206"/>
                  </a:lnTo>
                  <a:lnTo>
                    <a:pt x="69" y="208"/>
                  </a:lnTo>
                  <a:lnTo>
                    <a:pt x="67" y="210"/>
                  </a:lnTo>
                  <a:lnTo>
                    <a:pt x="67" y="210"/>
                  </a:lnTo>
                  <a:lnTo>
                    <a:pt x="65" y="210"/>
                  </a:lnTo>
                  <a:lnTo>
                    <a:pt x="63" y="206"/>
                  </a:lnTo>
                  <a:lnTo>
                    <a:pt x="61" y="204"/>
                  </a:lnTo>
                  <a:lnTo>
                    <a:pt x="61" y="204"/>
                  </a:lnTo>
                  <a:lnTo>
                    <a:pt x="60" y="206"/>
                  </a:lnTo>
                  <a:lnTo>
                    <a:pt x="58" y="208"/>
                  </a:lnTo>
                  <a:lnTo>
                    <a:pt x="54" y="217"/>
                  </a:lnTo>
                  <a:lnTo>
                    <a:pt x="54" y="219"/>
                  </a:lnTo>
                  <a:lnTo>
                    <a:pt x="52" y="223"/>
                  </a:lnTo>
                  <a:lnTo>
                    <a:pt x="54" y="229"/>
                  </a:lnTo>
                  <a:lnTo>
                    <a:pt x="52" y="234"/>
                  </a:lnTo>
                  <a:lnTo>
                    <a:pt x="50" y="236"/>
                  </a:lnTo>
                  <a:lnTo>
                    <a:pt x="48" y="238"/>
                  </a:lnTo>
                  <a:lnTo>
                    <a:pt x="46" y="238"/>
                  </a:lnTo>
                  <a:lnTo>
                    <a:pt x="44" y="240"/>
                  </a:lnTo>
                  <a:lnTo>
                    <a:pt x="42" y="242"/>
                  </a:lnTo>
                  <a:lnTo>
                    <a:pt x="42" y="251"/>
                  </a:lnTo>
                  <a:lnTo>
                    <a:pt x="42" y="253"/>
                  </a:lnTo>
                  <a:lnTo>
                    <a:pt x="42" y="255"/>
                  </a:lnTo>
                  <a:lnTo>
                    <a:pt x="42" y="265"/>
                  </a:lnTo>
                  <a:lnTo>
                    <a:pt x="42" y="267"/>
                  </a:lnTo>
                  <a:lnTo>
                    <a:pt x="40" y="270"/>
                  </a:lnTo>
                  <a:lnTo>
                    <a:pt x="40" y="274"/>
                  </a:lnTo>
                  <a:lnTo>
                    <a:pt x="39" y="278"/>
                  </a:lnTo>
                  <a:lnTo>
                    <a:pt x="39" y="284"/>
                  </a:lnTo>
                  <a:lnTo>
                    <a:pt x="37" y="286"/>
                  </a:lnTo>
                  <a:lnTo>
                    <a:pt x="35" y="288"/>
                  </a:lnTo>
                  <a:lnTo>
                    <a:pt x="33" y="289"/>
                  </a:lnTo>
                  <a:lnTo>
                    <a:pt x="27" y="293"/>
                  </a:lnTo>
                  <a:lnTo>
                    <a:pt x="21" y="297"/>
                  </a:lnTo>
                  <a:lnTo>
                    <a:pt x="20" y="297"/>
                  </a:lnTo>
                  <a:lnTo>
                    <a:pt x="20" y="299"/>
                  </a:lnTo>
                  <a:lnTo>
                    <a:pt x="18" y="299"/>
                  </a:lnTo>
                  <a:lnTo>
                    <a:pt x="18" y="301"/>
                  </a:lnTo>
                  <a:lnTo>
                    <a:pt x="18" y="307"/>
                  </a:lnTo>
                  <a:lnTo>
                    <a:pt x="16" y="310"/>
                  </a:lnTo>
                  <a:lnTo>
                    <a:pt x="16" y="312"/>
                  </a:lnTo>
                  <a:lnTo>
                    <a:pt x="16" y="312"/>
                  </a:lnTo>
                  <a:lnTo>
                    <a:pt x="16" y="316"/>
                  </a:lnTo>
                  <a:lnTo>
                    <a:pt x="18" y="318"/>
                  </a:lnTo>
                  <a:lnTo>
                    <a:pt x="18" y="318"/>
                  </a:lnTo>
                  <a:lnTo>
                    <a:pt x="20" y="318"/>
                  </a:lnTo>
                  <a:lnTo>
                    <a:pt x="20" y="320"/>
                  </a:lnTo>
                  <a:lnTo>
                    <a:pt x="20" y="320"/>
                  </a:lnTo>
                  <a:lnTo>
                    <a:pt x="21" y="320"/>
                  </a:lnTo>
                  <a:lnTo>
                    <a:pt x="21" y="320"/>
                  </a:lnTo>
                  <a:lnTo>
                    <a:pt x="21" y="320"/>
                  </a:lnTo>
                  <a:lnTo>
                    <a:pt x="23" y="320"/>
                  </a:lnTo>
                  <a:lnTo>
                    <a:pt x="25" y="320"/>
                  </a:lnTo>
                  <a:lnTo>
                    <a:pt x="25" y="320"/>
                  </a:lnTo>
                  <a:lnTo>
                    <a:pt x="25" y="320"/>
                  </a:lnTo>
                  <a:lnTo>
                    <a:pt x="27" y="320"/>
                  </a:lnTo>
                  <a:lnTo>
                    <a:pt x="27" y="322"/>
                  </a:lnTo>
                  <a:lnTo>
                    <a:pt x="27" y="322"/>
                  </a:lnTo>
                  <a:lnTo>
                    <a:pt x="27" y="324"/>
                  </a:lnTo>
                  <a:lnTo>
                    <a:pt x="27" y="326"/>
                  </a:lnTo>
                  <a:lnTo>
                    <a:pt x="27" y="335"/>
                  </a:lnTo>
                  <a:lnTo>
                    <a:pt x="29" y="343"/>
                  </a:lnTo>
                  <a:lnTo>
                    <a:pt x="29" y="345"/>
                  </a:lnTo>
                  <a:lnTo>
                    <a:pt x="27" y="345"/>
                  </a:lnTo>
                  <a:lnTo>
                    <a:pt x="27" y="347"/>
                  </a:lnTo>
                  <a:lnTo>
                    <a:pt x="23" y="348"/>
                  </a:lnTo>
                  <a:lnTo>
                    <a:pt x="23" y="348"/>
                  </a:lnTo>
                  <a:lnTo>
                    <a:pt x="21" y="348"/>
                  </a:lnTo>
                  <a:lnTo>
                    <a:pt x="21" y="350"/>
                  </a:lnTo>
                  <a:lnTo>
                    <a:pt x="21" y="352"/>
                  </a:lnTo>
                  <a:lnTo>
                    <a:pt x="21" y="352"/>
                  </a:lnTo>
                  <a:lnTo>
                    <a:pt x="21" y="352"/>
                  </a:lnTo>
                  <a:lnTo>
                    <a:pt x="21" y="354"/>
                  </a:lnTo>
                  <a:lnTo>
                    <a:pt x="23" y="354"/>
                  </a:lnTo>
                  <a:lnTo>
                    <a:pt x="23" y="354"/>
                  </a:lnTo>
                  <a:lnTo>
                    <a:pt x="23" y="354"/>
                  </a:lnTo>
                  <a:lnTo>
                    <a:pt x="25" y="354"/>
                  </a:lnTo>
                  <a:lnTo>
                    <a:pt x="27" y="352"/>
                  </a:lnTo>
                  <a:lnTo>
                    <a:pt x="27" y="350"/>
                  </a:lnTo>
                  <a:lnTo>
                    <a:pt x="29" y="350"/>
                  </a:lnTo>
                  <a:lnTo>
                    <a:pt x="29" y="350"/>
                  </a:lnTo>
                  <a:lnTo>
                    <a:pt x="29" y="350"/>
                  </a:lnTo>
                  <a:lnTo>
                    <a:pt x="31" y="352"/>
                  </a:lnTo>
                  <a:lnTo>
                    <a:pt x="33" y="352"/>
                  </a:lnTo>
                  <a:lnTo>
                    <a:pt x="33" y="352"/>
                  </a:lnTo>
                  <a:lnTo>
                    <a:pt x="33" y="352"/>
                  </a:lnTo>
                  <a:lnTo>
                    <a:pt x="33" y="352"/>
                  </a:lnTo>
                  <a:lnTo>
                    <a:pt x="33" y="354"/>
                  </a:lnTo>
                  <a:lnTo>
                    <a:pt x="33" y="354"/>
                  </a:lnTo>
                  <a:lnTo>
                    <a:pt x="33" y="358"/>
                  </a:lnTo>
                  <a:lnTo>
                    <a:pt x="33" y="360"/>
                  </a:lnTo>
                  <a:lnTo>
                    <a:pt x="33" y="360"/>
                  </a:lnTo>
                  <a:lnTo>
                    <a:pt x="35" y="360"/>
                  </a:lnTo>
                  <a:lnTo>
                    <a:pt x="35" y="362"/>
                  </a:lnTo>
                  <a:lnTo>
                    <a:pt x="35" y="362"/>
                  </a:lnTo>
                  <a:lnTo>
                    <a:pt x="33" y="364"/>
                  </a:lnTo>
                  <a:lnTo>
                    <a:pt x="33" y="366"/>
                  </a:lnTo>
                  <a:lnTo>
                    <a:pt x="33" y="366"/>
                  </a:lnTo>
                  <a:lnTo>
                    <a:pt x="33" y="371"/>
                  </a:lnTo>
                  <a:lnTo>
                    <a:pt x="33" y="373"/>
                  </a:lnTo>
                  <a:lnTo>
                    <a:pt x="33" y="375"/>
                  </a:lnTo>
                  <a:lnTo>
                    <a:pt x="33" y="377"/>
                  </a:lnTo>
                  <a:lnTo>
                    <a:pt x="33" y="377"/>
                  </a:lnTo>
                  <a:lnTo>
                    <a:pt x="33" y="379"/>
                  </a:lnTo>
                  <a:lnTo>
                    <a:pt x="33" y="379"/>
                  </a:lnTo>
                  <a:lnTo>
                    <a:pt x="33" y="381"/>
                  </a:lnTo>
                  <a:lnTo>
                    <a:pt x="31" y="381"/>
                  </a:lnTo>
                  <a:lnTo>
                    <a:pt x="29" y="381"/>
                  </a:lnTo>
                  <a:lnTo>
                    <a:pt x="29" y="383"/>
                  </a:lnTo>
                  <a:lnTo>
                    <a:pt x="27" y="385"/>
                  </a:lnTo>
                  <a:lnTo>
                    <a:pt x="25" y="385"/>
                  </a:lnTo>
                  <a:lnTo>
                    <a:pt x="23" y="385"/>
                  </a:lnTo>
                  <a:lnTo>
                    <a:pt x="23" y="386"/>
                  </a:lnTo>
                  <a:lnTo>
                    <a:pt x="18" y="386"/>
                  </a:lnTo>
                  <a:lnTo>
                    <a:pt x="16" y="386"/>
                  </a:lnTo>
                  <a:lnTo>
                    <a:pt x="16" y="386"/>
                  </a:lnTo>
                  <a:lnTo>
                    <a:pt x="16" y="388"/>
                  </a:lnTo>
                  <a:lnTo>
                    <a:pt x="16" y="390"/>
                  </a:lnTo>
                  <a:lnTo>
                    <a:pt x="16" y="390"/>
                  </a:lnTo>
                  <a:lnTo>
                    <a:pt x="16" y="392"/>
                  </a:lnTo>
                  <a:lnTo>
                    <a:pt x="14" y="396"/>
                  </a:lnTo>
                  <a:lnTo>
                    <a:pt x="14" y="396"/>
                  </a:lnTo>
                  <a:lnTo>
                    <a:pt x="14" y="396"/>
                  </a:lnTo>
                  <a:lnTo>
                    <a:pt x="16" y="398"/>
                  </a:lnTo>
                  <a:lnTo>
                    <a:pt x="23" y="398"/>
                  </a:lnTo>
                  <a:lnTo>
                    <a:pt x="23" y="398"/>
                  </a:lnTo>
                  <a:lnTo>
                    <a:pt x="23" y="398"/>
                  </a:lnTo>
                  <a:lnTo>
                    <a:pt x="25" y="398"/>
                  </a:lnTo>
                  <a:lnTo>
                    <a:pt x="27" y="404"/>
                  </a:lnTo>
                  <a:lnTo>
                    <a:pt x="27" y="407"/>
                  </a:lnTo>
                  <a:lnTo>
                    <a:pt x="27" y="407"/>
                  </a:lnTo>
                  <a:lnTo>
                    <a:pt x="27" y="409"/>
                  </a:lnTo>
                  <a:lnTo>
                    <a:pt x="27" y="409"/>
                  </a:lnTo>
                  <a:lnTo>
                    <a:pt x="25" y="411"/>
                  </a:lnTo>
                  <a:lnTo>
                    <a:pt x="25" y="417"/>
                  </a:lnTo>
                  <a:lnTo>
                    <a:pt x="25" y="419"/>
                  </a:lnTo>
                  <a:lnTo>
                    <a:pt x="25" y="419"/>
                  </a:lnTo>
                  <a:lnTo>
                    <a:pt x="25" y="419"/>
                  </a:lnTo>
                  <a:lnTo>
                    <a:pt x="23" y="419"/>
                  </a:lnTo>
                  <a:lnTo>
                    <a:pt x="23" y="419"/>
                  </a:lnTo>
                  <a:lnTo>
                    <a:pt x="21" y="419"/>
                  </a:lnTo>
                  <a:lnTo>
                    <a:pt x="20" y="417"/>
                  </a:lnTo>
                  <a:lnTo>
                    <a:pt x="18" y="417"/>
                  </a:lnTo>
                  <a:lnTo>
                    <a:pt x="18" y="417"/>
                  </a:lnTo>
                  <a:lnTo>
                    <a:pt x="18" y="419"/>
                  </a:lnTo>
                  <a:lnTo>
                    <a:pt x="16" y="421"/>
                  </a:lnTo>
                  <a:lnTo>
                    <a:pt x="16" y="421"/>
                  </a:lnTo>
                  <a:lnTo>
                    <a:pt x="16" y="423"/>
                  </a:lnTo>
                  <a:lnTo>
                    <a:pt x="16" y="423"/>
                  </a:lnTo>
                  <a:lnTo>
                    <a:pt x="16" y="423"/>
                  </a:lnTo>
                  <a:lnTo>
                    <a:pt x="16" y="423"/>
                  </a:lnTo>
                  <a:lnTo>
                    <a:pt x="18" y="423"/>
                  </a:lnTo>
                  <a:lnTo>
                    <a:pt x="20" y="424"/>
                  </a:lnTo>
                  <a:lnTo>
                    <a:pt x="20" y="424"/>
                  </a:lnTo>
                  <a:lnTo>
                    <a:pt x="21" y="424"/>
                  </a:lnTo>
                  <a:lnTo>
                    <a:pt x="21" y="426"/>
                  </a:lnTo>
                  <a:lnTo>
                    <a:pt x="20" y="426"/>
                  </a:lnTo>
                  <a:lnTo>
                    <a:pt x="20" y="426"/>
                  </a:lnTo>
                  <a:lnTo>
                    <a:pt x="20" y="428"/>
                  </a:lnTo>
                  <a:lnTo>
                    <a:pt x="20" y="428"/>
                  </a:lnTo>
                  <a:lnTo>
                    <a:pt x="20" y="428"/>
                  </a:lnTo>
                  <a:lnTo>
                    <a:pt x="18" y="430"/>
                  </a:lnTo>
                  <a:lnTo>
                    <a:pt x="16" y="430"/>
                  </a:lnTo>
                  <a:lnTo>
                    <a:pt x="14" y="430"/>
                  </a:lnTo>
                  <a:lnTo>
                    <a:pt x="14" y="432"/>
                  </a:lnTo>
                  <a:lnTo>
                    <a:pt x="14" y="432"/>
                  </a:lnTo>
                  <a:lnTo>
                    <a:pt x="14" y="432"/>
                  </a:lnTo>
                  <a:lnTo>
                    <a:pt x="14" y="434"/>
                  </a:lnTo>
                  <a:lnTo>
                    <a:pt x="16" y="434"/>
                  </a:lnTo>
                  <a:lnTo>
                    <a:pt x="18" y="434"/>
                  </a:lnTo>
                  <a:lnTo>
                    <a:pt x="20" y="434"/>
                  </a:lnTo>
                  <a:lnTo>
                    <a:pt x="20" y="434"/>
                  </a:lnTo>
                  <a:lnTo>
                    <a:pt x="21" y="434"/>
                  </a:lnTo>
                  <a:lnTo>
                    <a:pt x="21" y="434"/>
                  </a:lnTo>
                  <a:lnTo>
                    <a:pt x="21" y="434"/>
                  </a:lnTo>
                  <a:lnTo>
                    <a:pt x="21" y="434"/>
                  </a:lnTo>
                  <a:lnTo>
                    <a:pt x="21" y="432"/>
                  </a:lnTo>
                  <a:lnTo>
                    <a:pt x="21" y="432"/>
                  </a:lnTo>
                  <a:lnTo>
                    <a:pt x="21" y="432"/>
                  </a:lnTo>
                  <a:lnTo>
                    <a:pt x="21" y="432"/>
                  </a:lnTo>
                  <a:lnTo>
                    <a:pt x="21" y="430"/>
                  </a:lnTo>
                  <a:lnTo>
                    <a:pt x="21" y="430"/>
                  </a:lnTo>
                  <a:lnTo>
                    <a:pt x="23" y="430"/>
                  </a:lnTo>
                  <a:lnTo>
                    <a:pt x="23" y="430"/>
                  </a:lnTo>
                  <a:lnTo>
                    <a:pt x="25" y="430"/>
                  </a:lnTo>
                  <a:lnTo>
                    <a:pt x="25" y="430"/>
                  </a:lnTo>
                  <a:lnTo>
                    <a:pt x="25" y="430"/>
                  </a:lnTo>
                  <a:lnTo>
                    <a:pt x="27" y="432"/>
                  </a:lnTo>
                  <a:lnTo>
                    <a:pt x="27" y="436"/>
                  </a:lnTo>
                  <a:lnTo>
                    <a:pt x="27" y="438"/>
                  </a:lnTo>
                  <a:lnTo>
                    <a:pt x="29" y="438"/>
                  </a:lnTo>
                  <a:lnTo>
                    <a:pt x="31" y="440"/>
                  </a:lnTo>
                  <a:lnTo>
                    <a:pt x="31" y="440"/>
                  </a:lnTo>
                  <a:lnTo>
                    <a:pt x="35" y="440"/>
                  </a:lnTo>
                  <a:lnTo>
                    <a:pt x="37" y="442"/>
                  </a:lnTo>
                  <a:lnTo>
                    <a:pt x="37" y="442"/>
                  </a:lnTo>
                  <a:lnTo>
                    <a:pt x="37" y="442"/>
                  </a:lnTo>
                  <a:lnTo>
                    <a:pt x="39" y="444"/>
                  </a:lnTo>
                  <a:lnTo>
                    <a:pt x="39" y="449"/>
                  </a:lnTo>
                  <a:lnTo>
                    <a:pt x="40" y="449"/>
                  </a:lnTo>
                  <a:lnTo>
                    <a:pt x="40" y="451"/>
                  </a:lnTo>
                  <a:lnTo>
                    <a:pt x="42" y="451"/>
                  </a:lnTo>
                  <a:lnTo>
                    <a:pt x="46" y="453"/>
                  </a:lnTo>
                  <a:lnTo>
                    <a:pt x="48" y="453"/>
                  </a:lnTo>
                  <a:lnTo>
                    <a:pt x="50" y="455"/>
                  </a:lnTo>
                  <a:lnTo>
                    <a:pt x="52" y="455"/>
                  </a:lnTo>
                  <a:lnTo>
                    <a:pt x="52" y="455"/>
                  </a:lnTo>
                  <a:lnTo>
                    <a:pt x="52" y="455"/>
                  </a:lnTo>
                  <a:lnTo>
                    <a:pt x="54" y="457"/>
                  </a:lnTo>
                  <a:lnTo>
                    <a:pt x="54" y="459"/>
                  </a:lnTo>
                  <a:lnTo>
                    <a:pt x="58" y="461"/>
                  </a:lnTo>
                  <a:lnTo>
                    <a:pt x="58" y="463"/>
                  </a:lnTo>
                  <a:lnTo>
                    <a:pt x="60" y="464"/>
                  </a:lnTo>
                  <a:lnTo>
                    <a:pt x="58" y="464"/>
                  </a:lnTo>
                  <a:lnTo>
                    <a:pt x="58" y="466"/>
                  </a:lnTo>
                  <a:lnTo>
                    <a:pt x="58" y="468"/>
                  </a:lnTo>
                  <a:lnTo>
                    <a:pt x="56" y="468"/>
                  </a:lnTo>
                  <a:lnTo>
                    <a:pt x="54" y="468"/>
                  </a:lnTo>
                  <a:lnTo>
                    <a:pt x="52" y="468"/>
                  </a:lnTo>
                  <a:lnTo>
                    <a:pt x="52" y="470"/>
                  </a:lnTo>
                  <a:lnTo>
                    <a:pt x="50" y="470"/>
                  </a:lnTo>
                  <a:lnTo>
                    <a:pt x="50" y="470"/>
                  </a:lnTo>
                  <a:lnTo>
                    <a:pt x="50" y="472"/>
                  </a:lnTo>
                  <a:lnTo>
                    <a:pt x="52" y="474"/>
                  </a:lnTo>
                  <a:lnTo>
                    <a:pt x="52" y="476"/>
                  </a:lnTo>
                  <a:lnTo>
                    <a:pt x="52" y="476"/>
                  </a:lnTo>
                  <a:lnTo>
                    <a:pt x="52" y="478"/>
                  </a:lnTo>
                  <a:lnTo>
                    <a:pt x="48" y="480"/>
                  </a:lnTo>
                  <a:lnTo>
                    <a:pt x="46" y="480"/>
                  </a:lnTo>
                  <a:lnTo>
                    <a:pt x="44" y="482"/>
                  </a:lnTo>
                  <a:lnTo>
                    <a:pt x="44" y="482"/>
                  </a:lnTo>
                  <a:lnTo>
                    <a:pt x="42" y="483"/>
                  </a:lnTo>
                  <a:lnTo>
                    <a:pt x="42" y="483"/>
                  </a:lnTo>
                  <a:lnTo>
                    <a:pt x="42" y="483"/>
                  </a:lnTo>
                  <a:lnTo>
                    <a:pt x="40" y="482"/>
                  </a:lnTo>
                  <a:lnTo>
                    <a:pt x="40" y="480"/>
                  </a:lnTo>
                  <a:lnTo>
                    <a:pt x="39" y="478"/>
                  </a:lnTo>
                  <a:lnTo>
                    <a:pt x="37" y="478"/>
                  </a:lnTo>
                  <a:lnTo>
                    <a:pt x="35" y="478"/>
                  </a:lnTo>
                  <a:lnTo>
                    <a:pt x="33" y="478"/>
                  </a:lnTo>
                  <a:lnTo>
                    <a:pt x="31" y="476"/>
                  </a:lnTo>
                  <a:lnTo>
                    <a:pt x="31" y="472"/>
                  </a:lnTo>
                  <a:lnTo>
                    <a:pt x="29" y="470"/>
                  </a:lnTo>
                  <a:lnTo>
                    <a:pt x="27" y="472"/>
                  </a:lnTo>
                  <a:lnTo>
                    <a:pt x="25" y="472"/>
                  </a:lnTo>
                  <a:lnTo>
                    <a:pt x="25" y="474"/>
                  </a:lnTo>
                  <a:lnTo>
                    <a:pt x="23" y="476"/>
                  </a:lnTo>
                  <a:lnTo>
                    <a:pt x="23" y="476"/>
                  </a:lnTo>
                  <a:lnTo>
                    <a:pt x="21" y="476"/>
                  </a:lnTo>
                  <a:lnTo>
                    <a:pt x="20" y="478"/>
                  </a:lnTo>
                  <a:lnTo>
                    <a:pt x="20" y="478"/>
                  </a:lnTo>
                  <a:lnTo>
                    <a:pt x="18" y="482"/>
                  </a:lnTo>
                  <a:lnTo>
                    <a:pt x="18" y="483"/>
                  </a:lnTo>
                  <a:lnTo>
                    <a:pt x="16" y="483"/>
                  </a:lnTo>
                  <a:lnTo>
                    <a:pt x="14" y="483"/>
                  </a:lnTo>
                  <a:lnTo>
                    <a:pt x="14" y="485"/>
                  </a:lnTo>
                  <a:lnTo>
                    <a:pt x="12" y="487"/>
                  </a:lnTo>
                  <a:lnTo>
                    <a:pt x="10" y="495"/>
                  </a:lnTo>
                  <a:lnTo>
                    <a:pt x="10" y="497"/>
                  </a:lnTo>
                  <a:lnTo>
                    <a:pt x="10" y="499"/>
                  </a:lnTo>
                  <a:lnTo>
                    <a:pt x="8" y="501"/>
                  </a:lnTo>
                  <a:lnTo>
                    <a:pt x="2" y="508"/>
                  </a:lnTo>
                  <a:lnTo>
                    <a:pt x="0" y="512"/>
                  </a:lnTo>
                  <a:lnTo>
                    <a:pt x="0" y="514"/>
                  </a:lnTo>
                  <a:lnTo>
                    <a:pt x="2" y="518"/>
                  </a:lnTo>
                  <a:lnTo>
                    <a:pt x="8" y="523"/>
                  </a:lnTo>
                  <a:lnTo>
                    <a:pt x="8" y="525"/>
                  </a:lnTo>
                  <a:lnTo>
                    <a:pt x="6" y="527"/>
                  </a:lnTo>
                  <a:lnTo>
                    <a:pt x="0" y="531"/>
                  </a:lnTo>
                  <a:lnTo>
                    <a:pt x="0" y="531"/>
                  </a:lnTo>
                  <a:lnTo>
                    <a:pt x="0" y="533"/>
                  </a:lnTo>
                  <a:lnTo>
                    <a:pt x="0" y="535"/>
                  </a:lnTo>
                  <a:lnTo>
                    <a:pt x="0" y="535"/>
                  </a:lnTo>
                  <a:lnTo>
                    <a:pt x="0" y="537"/>
                  </a:lnTo>
                  <a:lnTo>
                    <a:pt x="2" y="537"/>
                  </a:lnTo>
                  <a:lnTo>
                    <a:pt x="2" y="537"/>
                  </a:lnTo>
                  <a:lnTo>
                    <a:pt x="4" y="539"/>
                  </a:lnTo>
                  <a:lnTo>
                    <a:pt x="4" y="539"/>
                  </a:lnTo>
                  <a:lnTo>
                    <a:pt x="4" y="541"/>
                  </a:lnTo>
                  <a:lnTo>
                    <a:pt x="4" y="541"/>
                  </a:lnTo>
                  <a:lnTo>
                    <a:pt x="4" y="542"/>
                  </a:lnTo>
                  <a:lnTo>
                    <a:pt x="6" y="544"/>
                  </a:lnTo>
                  <a:lnTo>
                    <a:pt x="6" y="544"/>
                  </a:lnTo>
                  <a:lnTo>
                    <a:pt x="6" y="546"/>
                  </a:lnTo>
                  <a:lnTo>
                    <a:pt x="8" y="546"/>
                  </a:lnTo>
                  <a:lnTo>
                    <a:pt x="8" y="548"/>
                  </a:lnTo>
                  <a:lnTo>
                    <a:pt x="8" y="548"/>
                  </a:lnTo>
                  <a:lnTo>
                    <a:pt x="10" y="548"/>
                  </a:lnTo>
                  <a:lnTo>
                    <a:pt x="10" y="548"/>
                  </a:lnTo>
                  <a:lnTo>
                    <a:pt x="10" y="546"/>
                  </a:lnTo>
                  <a:lnTo>
                    <a:pt x="12" y="546"/>
                  </a:lnTo>
                  <a:lnTo>
                    <a:pt x="12" y="548"/>
                  </a:lnTo>
                  <a:lnTo>
                    <a:pt x="12" y="548"/>
                  </a:lnTo>
                  <a:lnTo>
                    <a:pt x="14" y="550"/>
                  </a:lnTo>
                  <a:lnTo>
                    <a:pt x="16" y="548"/>
                  </a:lnTo>
                  <a:lnTo>
                    <a:pt x="20" y="548"/>
                  </a:lnTo>
                  <a:lnTo>
                    <a:pt x="21" y="548"/>
                  </a:lnTo>
                  <a:lnTo>
                    <a:pt x="21" y="548"/>
                  </a:lnTo>
                  <a:lnTo>
                    <a:pt x="23" y="550"/>
                  </a:lnTo>
                  <a:lnTo>
                    <a:pt x="25" y="550"/>
                  </a:lnTo>
                  <a:lnTo>
                    <a:pt x="27" y="552"/>
                  </a:lnTo>
                  <a:lnTo>
                    <a:pt x="27" y="552"/>
                  </a:lnTo>
                  <a:lnTo>
                    <a:pt x="29" y="554"/>
                  </a:lnTo>
                  <a:lnTo>
                    <a:pt x="35" y="560"/>
                  </a:lnTo>
                  <a:lnTo>
                    <a:pt x="35" y="561"/>
                  </a:lnTo>
                  <a:lnTo>
                    <a:pt x="37" y="563"/>
                  </a:lnTo>
                  <a:lnTo>
                    <a:pt x="39" y="565"/>
                  </a:lnTo>
                  <a:lnTo>
                    <a:pt x="40" y="567"/>
                  </a:lnTo>
                  <a:lnTo>
                    <a:pt x="40" y="567"/>
                  </a:lnTo>
                  <a:lnTo>
                    <a:pt x="42" y="569"/>
                  </a:lnTo>
                  <a:lnTo>
                    <a:pt x="42" y="573"/>
                  </a:lnTo>
                  <a:lnTo>
                    <a:pt x="44" y="579"/>
                  </a:lnTo>
                  <a:lnTo>
                    <a:pt x="46" y="580"/>
                  </a:lnTo>
                  <a:lnTo>
                    <a:pt x="48" y="582"/>
                  </a:lnTo>
                  <a:lnTo>
                    <a:pt x="48" y="582"/>
                  </a:lnTo>
                  <a:lnTo>
                    <a:pt x="46" y="584"/>
                  </a:lnTo>
                  <a:lnTo>
                    <a:pt x="46" y="584"/>
                  </a:lnTo>
                  <a:lnTo>
                    <a:pt x="44" y="584"/>
                  </a:lnTo>
                  <a:lnTo>
                    <a:pt x="44" y="586"/>
                  </a:lnTo>
                  <a:lnTo>
                    <a:pt x="44" y="586"/>
                  </a:lnTo>
                  <a:lnTo>
                    <a:pt x="42" y="588"/>
                  </a:lnTo>
                  <a:lnTo>
                    <a:pt x="42" y="588"/>
                  </a:lnTo>
                  <a:lnTo>
                    <a:pt x="44" y="590"/>
                  </a:lnTo>
                  <a:lnTo>
                    <a:pt x="44" y="590"/>
                  </a:lnTo>
                  <a:lnTo>
                    <a:pt x="46" y="590"/>
                  </a:lnTo>
                  <a:lnTo>
                    <a:pt x="48" y="590"/>
                  </a:lnTo>
                  <a:lnTo>
                    <a:pt x="48" y="590"/>
                  </a:lnTo>
                  <a:lnTo>
                    <a:pt x="50" y="590"/>
                  </a:lnTo>
                  <a:lnTo>
                    <a:pt x="50" y="590"/>
                  </a:lnTo>
                  <a:lnTo>
                    <a:pt x="50" y="590"/>
                  </a:lnTo>
                  <a:lnTo>
                    <a:pt x="50" y="588"/>
                  </a:lnTo>
                  <a:lnTo>
                    <a:pt x="50" y="586"/>
                  </a:lnTo>
                  <a:lnTo>
                    <a:pt x="52" y="586"/>
                  </a:lnTo>
                  <a:lnTo>
                    <a:pt x="52" y="586"/>
                  </a:lnTo>
                  <a:lnTo>
                    <a:pt x="52" y="586"/>
                  </a:lnTo>
                  <a:lnTo>
                    <a:pt x="54" y="586"/>
                  </a:lnTo>
                  <a:lnTo>
                    <a:pt x="54" y="586"/>
                  </a:lnTo>
                  <a:lnTo>
                    <a:pt x="54" y="588"/>
                  </a:lnTo>
                  <a:lnTo>
                    <a:pt x="54" y="588"/>
                  </a:lnTo>
                  <a:lnTo>
                    <a:pt x="54" y="590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6" y="594"/>
                  </a:lnTo>
                  <a:lnTo>
                    <a:pt x="58" y="594"/>
                  </a:lnTo>
                  <a:lnTo>
                    <a:pt x="60" y="592"/>
                  </a:lnTo>
                  <a:lnTo>
                    <a:pt x="61" y="592"/>
                  </a:lnTo>
                  <a:lnTo>
                    <a:pt x="61" y="592"/>
                  </a:lnTo>
                  <a:lnTo>
                    <a:pt x="63" y="592"/>
                  </a:lnTo>
                  <a:lnTo>
                    <a:pt x="65" y="592"/>
                  </a:lnTo>
                  <a:lnTo>
                    <a:pt x="65" y="594"/>
                  </a:lnTo>
                  <a:lnTo>
                    <a:pt x="63" y="594"/>
                  </a:lnTo>
                  <a:lnTo>
                    <a:pt x="63" y="596"/>
                  </a:lnTo>
                  <a:lnTo>
                    <a:pt x="63" y="596"/>
                  </a:lnTo>
                  <a:lnTo>
                    <a:pt x="61" y="598"/>
                  </a:lnTo>
                  <a:lnTo>
                    <a:pt x="63" y="599"/>
                  </a:lnTo>
                  <a:lnTo>
                    <a:pt x="63" y="601"/>
                  </a:lnTo>
                  <a:lnTo>
                    <a:pt x="63" y="603"/>
                  </a:lnTo>
                  <a:lnTo>
                    <a:pt x="63" y="605"/>
                  </a:lnTo>
                  <a:lnTo>
                    <a:pt x="65" y="609"/>
                  </a:lnTo>
                  <a:lnTo>
                    <a:pt x="67" y="609"/>
                  </a:lnTo>
                  <a:lnTo>
                    <a:pt x="67" y="622"/>
                  </a:lnTo>
                  <a:lnTo>
                    <a:pt x="69" y="624"/>
                  </a:lnTo>
                  <a:lnTo>
                    <a:pt x="69" y="628"/>
                  </a:lnTo>
                  <a:lnTo>
                    <a:pt x="71" y="628"/>
                  </a:lnTo>
                  <a:lnTo>
                    <a:pt x="73" y="628"/>
                  </a:lnTo>
                  <a:lnTo>
                    <a:pt x="73" y="628"/>
                  </a:lnTo>
                  <a:lnTo>
                    <a:pt x="77" y="626"/>
                  </a:lnTo>
                  <a:lnTo>
                    <a:pt x="79" y="624"/>
                  </a:lnTo>
                  <a:lnTo>
                    <a:pt x="81" y="622"/>
                  </a:lnTo>
                  <a:lnTo>
                    <a:pt x="82" y="622"/>
                  </a:lnTo>
                  <a:lnTo>
                    <a:pt x="82" y="622"/>
                  </a:lnTo>
                  <a:lnTo>
                    <a:pt x="84" y="622"/>
                  </a:lnTo>
                  <a:lnTo>
                    <a:pt x="84" y="622"/>
                  </a:lnTo>
                  <a:lnTo>
                    <a:pt x="86" y="624"/>
                  </a:lnTo>
                  <a:lnTo>
                    <a:pt x="88" y="624"/>
                  </a:lnTo>
                  <a:lnTo>
                    <a:pt x="90" y="626"/>
                  </a:lnTo>
                  <a:lnTo>
                    <a:pt x="94" y="626"/>
                  </a:lnTo>
                  <a:lnTo>
                    <a:pt x="98" y="624"/>
                  </a:lnTo>
                  <a:lnTo>
                    <a:pt x="105" y="626"/>
                  </a:lnTo>
                  <a:lnTo>
                    <a:pt x="103" y="624"/>
                  </a:lnTo>
                  <a:lnTo>
                    <a:pt x="103" y="622"/>
                  </a:lnTo>
                  <a:lnTo>
                    <a:pt x="105" y="620"/>
                  </a:lnTo>
                  <a:lnTo>
                    <a:pt x="105" y="618"/>
                  </a:lnTo>
                  <a:lnTo>
                    <a:pt x="105" y="618"/>
                  </a:lnTo>
                  <a:lnTo>
                    <a:pt x="105" y="618"/>
                  </a:lnTo>
                  <a:lnTo>
                    <a:pt x="105" y="617"/>
                  </a:lnTo>
                  <a:lnTo>
                    <a:pt x="105" y="617"/>
                  </a:lnTo>
                  <a:lnTo>
                    <a:pt x="107" y="617"/>
                  </a:lnTo>
                  <a:lnTo>
                    <a:pt x="107" y="617"/>
                  </a:lnTo>
                  <a:lnTo>
                    <a:pt x="107" y="618"/>
                  </a:lnTo>
                  <a:lnTo>
                    <a:pt x="107" y="618"/>
                  </a:lnTo>
                  <a:lnTo>
                    <a:pt x="109" y="618"/>
                  </a:lnTo>
                  <a:lnTo>
                    <a:pt x="109" y="618"/>
                  </a:lnTo>
                  <a:lnTo>
                    <a:pt x="109" y="618"/>
                  </a:lnTo>
                  <a:lnTo>
                    <a:pt x="109" y="618"/>
                  </a:lnTo>
                  <a:lnTo>
                    <a:pt x="109" y="617"/>
                  </a:lnTo>
                  <a:lnTo>
                    <a:pt x="109" y="615"/>
                  </a:lnTo>
                  <a:lnTo>
                    <a:pt x="109" y="615"/>
                  </a:lnTo>
                  <a:lnTo>
                    <a:pt x="109" y="613"/>
                  </a:lnTo>
                  <a:lnTo>
                    <a:pt x="111" y="613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3" y="611"/>
                  </a:lnTo>
                  <a:lnTo>
                    <a:pt x="113" y="609"/>
                  </a:lnTo>
                  <a:lnTo>
                    <a:pt x="113" y="607"/>
                  </a:lnTo>
                  <a:lnTo>
                    <a:pt x="113" y="603"/>
                  </a:lnTo>
                  <a:lnTo>
                    <a:pt x="113" y="603"/>
                  </a:lnTo>
                  <a:lnTo>
                    <a:pt x="113" y="601"/>
                  </a:lnTo>
                  <a:lnTo>
                    <a:pt x="113" y="601"/>
                  </a:lnTo>
                  <a:lnTo>
                    <a:pt x="113" y="601"/>
                  </a:lnTo>
                  <a:lnTo>
                    <a:pt x="115" y="599"/>
                  </a:lnTo>
                  <a:lnTo>
                    <a:pt x="115" y="599"/>
                  </a:lnTo>
                  <a:lnTo>
                    <a:pt x="115" y="599"/>
                  </a:lnTo>
                  <a:lnTo>
                    <a:pt x="115" y="598"/>
                  </a:lnTo>
                  <a:lnTo>
                    <a:pt x="117" y="596"/>
                  </a:lnTo>
                  <a:lnTo>
                    <a:pt x="117" y="594"/>
                  </a:lnTo>
                  <a:lnTo>
                    <a:pt x="117" y="592"/>
                  </a:lnTo>
                  <a:lnTo>
                    <a:pt x="117" y="590"/>
                  </a:lnTo>
                  <a:lnTo>
                    <a:pt x="117" y="590"/>
                  </a:lnTo>
                  <a:lnTo>
                    <a:pt x="115" y="588"/>
                  </a:lnTo>
                  <a:lnTo>
                    <a:pt x="115" y="588"/>
                  </a:lnTo>
                  <a:lnTo>
                    <a:pt x="115" y="588"/>
                  </a:lnTo>
                  <a:lnTo>
                    <a:pt x="115" y="586"/>
                  </a:lnTo>
                  <a:lnTo>
                    <a:pt x="117" y="586"/>
                  </a:lnTo>
                  <a:lnTo>
                    <a:pt x="117" y="586"/>
                  </a:lnTo>
                  <a:lnTo>
                    <a:pt x="117" y="584"/>
                  </a:lnTo>
                  <a:lnTo>
                    <a:pt x="119" y="580"/>
                  </a:lnTo>
                  <a:lnTo>
                    <a:pt x="119" y="580"/>
                  </a:lnTo>
                  <a:lnTo>
                    <a:pt x="119" y="580"/>
                  </a:lnTo>
                  <a:lnTo>
                    <a:pt x="121" y="580"/>
                  </a:lnTo>
                  <a:lnTo>
                    <a:pt x="121" y="580"/>
                  </a:lnTo>
                  <a:lnTo>
                    <a:pt x="121" y="580"/>
                  </a:lnTo>
                  <a:lnTo>
                    <a:pt x="122" y="580"/>
                  </a:lnTo>
                  <a:lnTo>
                    <a:pt x="128" y="579"/>
                  </a:lnTo>
                  <a:lnTo>
                    <a:pt x="128" y="577"/>
                  </a:lnTo>
                  <a:lnTo>
                    <a:pt x="128" y="577"/>
                  </a:lnTo>
                  <a:lnTo>
                    <a:pt x="130" y="575"/>
                  </a:lnTo>
                  <a:lnTo>
                    <a:pt x="130" y="575"/>
                  </a:lnTo>
                  <a:lnTo>
                    <a:pt x="132" y="575"/>
                  </a:lnTo>
                  <a:lnTo>
                    <a:pt x="132" y="573"/>
                  </a:lnTo>
                  <a:lnTo>
                    <a:pt x="134" y="573"/>
                  </a:lnTo>
                  <a:lnTo>
                    <a:pt x="136" y="573"/>
                  </a:lnTo>
                  <a:lnTo>
                    <a:pt x="136" y="573"/>
                  </a:lnTo>
                  <a:lnTo>
                    <a:pt x="136" y="571"/>
                  </a:lnTo>
                  <a:lnTo>
                    <a:pt x="140" y="567"/>
                  </a:lnTo>
                  <a:lnTo>
                    <a:pt x="141" y="563"/>
                  </a:lnTo>
                  <a:lnTo>
                    <a:pt x="143" y="563"/>
                  </a:lnTo>
                  <a:lnTo>
                    <a:pt x="145" y="560"/>
                  </a:lnTo>
                  <a:lnTo>
                    <a:pt x="149" y="558"/>
                  </a:lnTo>
                  <a:lnTo>
                    <a:pt x="151" y="556"/>
                  </a:lnTo>
                  <a:lnTo>
                    <a:pt x="153" y="554"/>
                  </a:lnTo>
                  <a:lnTo>
                    <a:pt x="153" y="554"/>
                  </a:lnTo>
                  <a:lnTo>
                    <a:pt x="155" y="552"/>
                  </a:lnTo>
                  <a:lnTo>
                    <a:pt x="155" y="552"/>
                  </a:lnTo>
                  <a:lnTo>
                    <a:pt x="155" y="552"/>
                  </a:lnTo>
                  <a:lnTo>
                    <a:pt x="155" y="550"/>
                  </a:lnTo>
                  <a:lnTo>
                    <a:pt x="155" y="548"/>
                  </a:lnTo>
                  <a:lnTo>
                    <a:pt x="155" y="548"/>
                  </a:lnTo>
                  <a:lnTo>
                    <a:pt x="153" y="546"/>
                  </a:lnTo>
                  <a:lnTo>
                    <a:pt x="153" y="546"/>
                  </a:lnTo>
                  <a:lnTo>
                    <a:pt x="151" y="546"/>
                  </a:lnTo>
                  <a:lnTo>
                    <a:pt x="151" y="546"/>
                  </a:lnTo>
                  <a:lnTo>
                    <a:pt x="151" y="544"/>
                  </a:lnTo>
                  <a:lnTo>
                    <a:pt x="153" y="544"/>
                  </a:lnTo>
                  <a:lnTo>
                    <a:pt x="153" y="544"/>
                  </a:lnTo>
                  <a:lnTo>
                    <a:pt x="153" y="544"/>
                  </a:lnTo>
                  <a:lnTo>
                    <a:pt x="155" y="544"/>
                  </a:lnTo>
                  <a:lnTo>
                    <a:pt x="155" y="542"/>
                  </a:lnTo>
                  <a:lnTo>
                    <a:pt x="155" y="542"/>
                  </a:lnTo>
                  <a:lnTo>
                    <a:pt x="157" y="541"/>
                  </a:lnTo>
                  <a:lnTo>
                    <a:pt x="157" y="541"/>
                  </a:lnTo>
                  <a:lnTo>
                    <a:pt x="159" y="539"/>
                  </a:lnTo>
                  <a:lnTo>
                    <a:pt x="159" y="539"/>
                  </a:lnTo>
                  <a:lnTo>
                    <a:pt x="161" y="539"/>
                  </a:lnTo>
                  <a:lnTo>
                    <a:pt x="161" y="539"/>
                  </a:lnTo>
                  <a:lnTo>
                    <a:pt x="164" y="537"/>
                  </a:lnTo>
                  <a:lnTo>
                    <a:pt x="166" y="537"/>
                  </a:lnTo>
                  <a:lnTo>
                    <a:pt x="166" y="537"/>
                  </a:lnTo>
                  <a:lnTo>
                    <a:pt x="168" y="535"/>
                  </a:lnTo>
                  <a:lnTo>
                    <a:pt x="168" y="533"/>
                  </a:lnTo>
                  <a:lnTo>
                    <a:pt x="170" y="531"/>
                  </a:lnTo>
                  <a:lnTo>
                    <a:pt x="170" y="531"/>
                  </a:lnTo>
                  <a:lnTo>
                    <a:pt x="170" y="531"/>
                  </a:lnTo>
                  <a:lnTo>
                    <a:pt x="170" y="531"/>
                  </a:lnTo>
                  <a:lnTo>
                    <a:pt x="172" y="533"/>
                  </a:lnTo>
                  <a:lnTo>
                    <a:pt x="172" y="533"/>
                  </a:lnTo>
                  <a:lnTo>
                    <a:pt x="174" y="535"/>
                  </a:lnTo>
                  <a:lnTo>
                    <a:pt x="174" y="533"/>
                  </a:lnTo>
                  <a:lnTo>
                    <a:pt x="174" y="531"/>
                  </a:lnTo>
                  <a:lnTo>
                    <a:pt x="174" y="529"/>
                  </a:lnTo>
                  <a:lnTo>
                    <a:pt x="174" y="529"/>
                  </a:lnTo>
                  <a:lnTo>
                    <a:pt x="176" y="525"/>
                  </a:lnTo>
                  <a:lnTo>
                    <a:pt x="176" y="521"/>
                  </a:lnTo>
                  <a:lnTo>
                    <a:pt x="176" y="521"/>
                  </a:lnTo>
                  <a:lnTo>
                    <a:pt x="176" y="521"/>
                  </a:lnTo>
                  <a:lnTo>
                    <a:pt x="176" y="520"/>
                  </a:lnTo>
                  <a:lnTo>
                    <a:pt x="178" y="520"/>
                  </a:lnTo>
                  <a:lnTo>
                    <a:pt x="178" y="520"/>
                  </a:lnTo>
                  <a:lnTo>
                    <a:pt x="178" y="520"/>
                  </a:lnTo>
                  <a:lnTo>
                    <a:pt x="178" y="520"/>
                  </a:lnTo>
                  <a:lnTo>
                    <a:pt x="180" y="518"/>
                  </a:lnTo>
                  <a:lnTo>
                    <a:pt x="181" y="518"/>
                  </a:lnTo>
                  <a:lnTo>
                    <a:pt x="181" y="518"/>
                  </a:lnTo>
                  <a:lnTo>
                    <a:pt x="181" y="516"/>
                  </a:lnTo>
                  <a:lnTo>
                    <a:pt x="181" y="510"/>
                  </a:lnTo>
                  <a:lnTo>
                    <a:pt x="181" y="508"/>
                  </a:lnTo>
                  <a:lnTo>
                    <a:pt x="181" y="508"/>
                  </a:lnTo>
                  <a:lnTo>
                    <a:pt x="181" y="506"/>
                  </a:lnTo>
                  <a:lnTo>
                    <a:pt x="180" y="504"/>
                  </a:lnTo>
                  <a:lnTo>
                    <a:pt x="180" y="504"/>
                  </a:lnTo>
                  <a:lnTo>
                    <a:pt x="180" y="501"/>
                  </a:lnTo>
                  <a:lnTo>
                    <a:pt x="178" y="501"/>
                  </a:lnTo>
                  <a:lnTo>
                    <a:pt x="178" y="499"/>
                  </a:lnTo>
                  <a:lnTo>
                    <a:pt x="176" y="499"/>
                  </a:lnTo>
                  <a:lnTo>
                    <a:pt x="176" y="497"/>
                  </a:lnTo>
                  <a:lnTo>
                    <a:pt x="176" y="497"/>
                  </a:lnTo>
                  <a:lnTo>
                    <a:pt x="176" y="495"/>
                  </a:lnTo>
                  <a:lnTo>
                    <a:pt x="176" y="493"/>
                  </a:lnTo>
                  <a:lnTo>
                    <a:pt x="176" y="491"/>
                  </a:lnTo>
                  <a:lnTo>
                    <a:pt x="174" y="489"/>
                  </a:lnTo>
                  <a:lnTo>
                    <a:pt x="174" y="489"/>
                  </a:lnTo>
                  <a:lnTo>
                    <a:pt x="174" y="487"/>
                  </a:lnTo>
                  <a:lnTo>
                    <a:pt x="174" y="485"/>
                  </a:lnTo>
                  <a:lnTo>
                    <a:pt x="174" y="483"/>
                  </a:lnTo>
                  <a:lnTo>
                    <a:pt x="174" y="483"/>
                  </a:lnTo>
                  <a:lnTo>
                    <a:pt x="176" y="480"/>
                  </a:lnTo>
                  <a:lnTo>
                    <a:pt x="176" y="478"/>
                  </a:lnTo>
                  <a:lnTo>
                    <a:pt x="176" y="478"/>
                  </a:lnTo>
                  <a:lnTo>
                    <a:pt x="176" y="476"/>
                  </a:lnTo>
                  <a:lnTo>
                    <a:pt x="174" y="476"/>
                  </a:lnTo>
                  <a:lnTo>
                    <a:pt x="174" y="476"/>
                  </a:lnTo>
                  <a:lnTo>
                    <a:pt x="174" y="474"/>
                  </a:lnTo>
                  <a:lnTo>
                    <a:pt x="174" y="474"/>
                  </a:lnTo>
                  <a:lnTo>
                    <a:pt x="174" y="474"/>
                  </a:lnTo>
                  <a:lnTo>
                    <a:pt x="176" y="472"/>
                  </a:lnTo>
                  <a:lnTo>
                    <a:pt x="176" y="472"/>
                  </a:lnTo>
                  <a:lnTo>
                    <a:pt x="176" y="470"/>
                  </a:lnTo>
                  <a:lnTo>
                    <a:pt x="176" y="470"/>
                  </a:lnTo>
                  <a:lnTo>
                    <a:pt x="176" y="468"/>
                  </a:lnTo>
                  <a:lnTo>
                    <a:pt x="174" y="468"/>
                  </a:lnTo>
                  <a:lnTo>
                    <a:pt x="174" y="468"/>
                  </a:lnTo>
                  <a:lnTo>
                    <a:pt x="172" y="466"/>
                  </a:lnTo>
                  <a:lnTo>
                    <a:pt x="170" y="466"/>
                  </a:lnTo>
                  <a:lnTo>
                    <a:pt x="170" y="466"/>
                  </a:lnTo>
                  <a:lnTo>
                    <a:pt x="170" y="466"/>
                  </a:lnTo>
                  <a:lnTo>
                    <a:pt x="168" y="463"/>
                  </a:lnTo>
                  <a:lnTo>
                    <a:pt x="168" y="461"/>
                  </a:lnTo>
                  <a:lnTo>
                    <a:pt x="168" y="461"/>
                  </a:lnTo>
                  <a:lnTo>
                    <a:pt x="166" y="461"/>
                  </a:lnTo>
                  <a:lnTo>
                    <a:pt x="164" y="461"/>
                  </a:lnTo>
                  <a:lnTo>
                    <a:pt x="164" y="459"/>
                  </a:lnTo>
                  <a:lnTo>
                    <a:pt x="162" y="459"/>
                  </a:lnTo>
                  <a:lnTo>
                    <a:pt x="164" y="451"/>
                  </a:lnTo>
                  <a:lnTo>
                    <a:pt x="164" y="449"/>
                  </a:lnTo>
                  <a:lnTo>
                    <a:pt x="164" y="447"/>
                  </a:lnTo>
                  <a:lnTo>
                    <a:pt x="164" y="445"/>
                  </a:lnTo>
                  <a:lnTo>
                    <a:pt x="162" y="444"/>
                  </a:lnTo>
                  <a:lnTo>
                    <a:pt x="162" y="442"/>
                  </a:lnTo>
                  <a:lnTo>
                    <a:pt x="162" y="440"/>
                  </a:lnTo>
                  <a:lnTo>
                    <a:pt x="164" y="436"/>
                  </a:lnTo>
                  <a:lnTo>
                    <a:pt x="164" y="434"/>
                  </a:lnTo>
                  <a:lnTo>
                    <a:pt x="162" y="434"/>
                  </a:lnTo>
                  <a:lnTo>
                    <a:pt x="162" y="432"/>
                  </a:lnTo>
                  <a:lnTo>
                    <a:pt x="162" y="432"/>
                  </a:lnTo>
                  <a:lnTo>
                    <a:pt x="159" y="432"/>
                  </a:lnTo>
                  <a:lnTo>
                    <a:pt x="157" y="432"/>
                  </a:lnTo>
                  <a:lnTo>
                    <a:pt x="157" y="432"/>
                  </a:lnTo>
                  <a:lnTo>
                    <a:pt x="157" y="430"/>
                  </a:lnTo>
                  <a:lnTo>
                    <a:pt x="155" y="428"/>
                  </a:lnTo>
                  <a:lnTo>
                    <a:pt x="155" y="426"/>
                  </a:lnTo>
                  <a:lnTo>
                    <a:pt x="155" y="426"/>
                  </a:lnTo>
                  <a:lnTo>
                    <a:pt x="145" y="423"/>
                  </a:lnTo>
                  <a:lnTo>
                    <a:pt x="145" y="421"/>
                  </a:lnTo>
                  <a:lnTo>
                    <a:pt x="143" y="421"/>
                  </a:lnTo>
                  <a:lnTo>
                    <a:pt x="143" y="419"/>
                  </a:lnTo>
                  <a:lnTo>
                    <a:pt x="143" y="419"/>
                  </a:lnTo>
                  <a:lnTo>
                    <a:pt x="143" y="417"/>
                  </a:lnTo>
                  <a:lnTo>
                    <a:pt x="143" y="415"/>
                  </a:lnTo>
                  <a:lnTo>
                    <a:pt x="143" y="415"/>
                  </a:lnTo>
                  <a:lnTo>
                    <a:pt x="147" y="407"/>
                  </a:lnTo>
                  <a:lnTo>
                    <a:pt x="149" y="407"/>
                  </a:lnTo>
                  <a:lnTo>
                    <a:pt x="149" y="407"/>
                  </a:lnTo>
                  <a:lnTo>
                    <a:pt x="151" y="405"/>
                  </a:lnTo>
                  <a:lnTo>
                    <a:pt x="155" y="402"/>
                  </a:lnTo>
                  <a:lnTo>
                    <a:pt x="155" y="402"/>
                  </a:lnTo>
                  <a:lnTo>
                    <a:pt x="155" y="402"/>
                  </a:lnTo>
                  <a:lnTo>
                    <a:pt x="157" y="402"/>
                  </a:lnTo>
                  <a:lnTo>
                    <a:pt x="157" y="402"/>
                  </a:lnTo>
                  <a:lnTo>
                    <a:pt x="161" y="407"/>
                  </a:lnTo>
                  <a:lnTo>
                    <a:pt x="162" y="407"/>
                  </a:lnTo>
                  <a:lnTo>
                    <a:pt x="162" y="409"/>
                  </a:lnTo>
                  <a:lnTo>
                    <a:pt x="162" y="409"/>
                  </a:lnTo>
                  <a:lnTo>
                    <a:pt x="162" y="409"/>
                  </a:lnTo>
                  <a:lnTo>
                    <a:pt x="162" y="411"/>
                  </a:lnTo>
                  <a:lnTo>
                    <a:pt x="164" y="411"/>
                  </a:lnTo>
                  <a:lnTo>
                    <a:pt x="164" y="409"/>
                  </a:lnTo>
                  <a:lnTo>
                    <a:pt x="164" y="409"/>
                  </a:lnTo>
                  <a:lnTo>
                    <a:pt x="164" y="409"/>
                  </a:lnTo>
                  <a:lnTo>
                    <a:pt x="166" y="407"/>
                  </a:lnTo>
                  <a:lnTo>
                    <a:pt x="166" y="407"/>
                  </a:lnTo>
                  <a:lnTo>
                    <a:pt x="166" y="405"/>
                  </a:lnTo>
                  <a:lnTo>
                    <a:pt x="166" y="405"/>
                  </a:lnTo>
                  <a:lnTo>
                    <a:pt x="168" y="405"/>
                  </a:lnTo>
                  <a:lnTo>
                    <a:pt x="168" y="405"/>
                  </a:lnTo>
                  <a:lnTo>
                    <a:pt x="168" y="405"/>
                  </a:lnTo>
                  <a:lnTo>
                    <a:pt x="168" y="405"/>
                  </a:lnTo>
                  <a:lnTo>
                    <a:pt x="170" y="407"/>
                  </a:lnTo>
                  <a:lnTo>
                    <a:pt x="172" y="409"/>
                  </a:lnTo>
                  <a:lnTo>
                    <a:pt x="174" y="411"/>
                  </a:lnTo>
                  <a:lnTo>
                    <a:pt x="174" y="411"/>
                  </a:lnTo>
                  <a:lnTo>
                    <a:pt x="174" y="411"/>
                  </a:lnTo>
                  <a:lnTo>
                    <a:pt x="174" y="411"/>
                  </a:lnTo>
                  <a:lnTo>
                    <a:pt x="176" y="413"/>
                  </a:lnTo>
                  <a:lnTo>
                    <a:pt x="176" y="413"/>
                  </a:lnTo>
                  <a:lnTo>
                    <a:pt x="176" y="413"/>
                  </a:lnTo>
                  <a:lnTo>
                    <a:pt x="176" y="413"/>
                  </a:lnTo>
                  <a:lnTo>
                    <a:pt x="176" y="413"/>
                  </a:lnTo>
                  <a:lnTo>
                    <a:pt x="178" y="413"/>
                  </a:lnTo>
                  <a:lnTo>
                    <a:pt x="180" y="413"/>
                  </a:lnTo>
                  <a:lnTo>
                    <a:pt x="180" y="413"/>
                  </a:lnTo>
                  <a:lnTo>
                    <a:pt x="181" y="415"/>
                  </a:lnTo>
                  <a:lnTo>
                    <a:pt x="181" y="415"/>
                  </a:lnTo>
                  <a:lnTo>
                    <a:pt x="187" y="428"/>
                  </a:lnTo>
                  <a:lnTo>
                    <a:pt x="187" y="428"/>
                  </a:lnTo>
                  <a:lnTo>
                    <a:pt x="189" y="428"/>
                  </a:lnTo>
                  <a:lnTo>
                    <a:pt x="189" y="428"/>
                  </a:lnTo>
                  <a:lnTo>
                    <a:pt x="189" y="428"/>
                  </a:lnTo>
                  <a:lnTo>
                    <a:pt x="191" y="424"/>
                  </a:lnTo>
                  <a:lnTo>
                    <a:pt x="191" y="424"/>
                  </a:lnTo>
                  <a:lnTo>
                    <a:pt x="193" y="424"/>
                  </a:lnTo>
                  <a:lnTo>
                    <a:pt x="193" y="424"/>
                  </a:lnTo>
                  <a:lnTo>
                    <a:pt x="193" y="423"/>
                  </a:lnTo>
                  <a:lnTo>
                    <a:pt x="193" y="423"/>
                  </a:lnTo>
                  <a:lnTo>
                    <a:pt x="195" y="423"/>
                  </a:lnTo>
                  <a:lnTo>
                    <a:pt x="195" y="423"/>
                  </a:lnTo>
                  <a:lnTo>
                    <a:pt x="204" y="424"/>
                  </a:lnTo>
                  <a:lnTo>
                    <a:pt x="206" y="424"/>
                  </a:lnTo>
                  <a:lnTo>
                    <a:pt x="208" y="426"/>
                  </a:lnTo>
                  <a:lnTo>
                    <a:pt x="208" y="426"/>
                  </a:lnTo>
                  <a:lnTo>
                    <a:pt x="212" y="426"/>
                  </a:lnTo>
                  <a:lnTo>
                    <a:pt x="214" y="426"/>
                  </a:lnTo>
                  <a:lnTo>
                    <a:pt x="214" y="426"/>
                  </a:lnTo>
                  <a:lnTo>
                    <a:pt x="214" y="428"/>
                  </a:lnTo>
                  <a:lnTo>
                    <a:pt x="214" y="428"/>
                  </a:lnTo>
                  <a:lnTo>
                    <a:pt x="214" y="430"/>
                  </a:lnTo>
                  <a:lnTo>
                    <a:pt x="214" y="430"/>
                  </a:lnTo>
                  <a:lnTo>
                    <a:pt x="214" y="432"/>
                  </a:lnTo>
                  <a:lnTo>
                    <a:pt x="214" y="432"/>
                  </a:lnTo>
                  <a:lnTo>
                    <a:pt x="214" y="434"/>
                  </a:lnTo>
                  <a:lnTo>
                    <a:pt x="214" y="434"/>
                  </a:lnTo>
                  <a:lnTo>
                    <a:pt x="214" y="434"/>
                  </a:lnTo>
                  <a:lnTo>
                    <a:pt x="216" y="434"/>
                  </a:lnTo>
                  <a:lnTo>
                    <a:pt x="216" y="434"/>
                  </a:lnTo>
                  <a:lnTo>
                    <a:pt x="220" y="430"/>
                  </a:lnTo>
                  <a:lnTo>
                    <a:pt x="220" y="430"/>
                  </a:lnTo>
                  <a:lnTo>
                    <a:pt x="222" y="430"/>
                  </a:lnTo>
                  <a:lnTo>
                    <a:pt x="223" y="428"/>
                  </a:lnTo>
                  <a:lnTo>
                    <a:pt x="223" y="428"/>
                  </a:lnTo>
                  <a:lnTo>
                    <a:pt x="225" y="426"/>
                  </a:lnTo>
                  <a:lnTo>
                    <a:pt x="227" y="426"/>
                  </a:lnTo>
                  <a:lnTo>
                    <a:pt x="227" y="426"/>
                  </a:lnTo>
                  <a:lnTo>
                    <a:pt x="225" y="424"/>
                  </a:lnTo>
                  <a:lnTo>
                    <a:pt x="223" y="423"/>
                  </a:lnTo>
                  <a:lnTo>
                    <a:pt x="223" y="423"/>
                  </a:lnTo>
                  <a:lnTo>
                    <a:pt x="223" y="423"/>
                  </a:lnTo>
                  <a:lnTo>
                    <a:pt x="223" y="423"/>
                  </a:lnTo>
                  <a:lnTo>
                    <a:pt x="223" y="421"/>
                  </a:lnTo>
                  <a:lnTo>
                    <a:pt x="225" y="415"/>
                  </a:lnTo>
                  <a:lnTo>
                    <a:pt x="225" y="415"/>
                  </a:lnTo>
                  <a:lnTo>
                    <a:pt x="225" y="413"/>
                  </a:lnTo>
                  <a:lnTo>
                    <a:pt x="225" y="411"/>
                  </a:lnTo>
                  <a:lnTo>
                    <a:pt x="225" y="411"/>
                  </a:lnTo>
                  <a:lnTo>
                    <a:pt x="225" y="411"/>
                  </a:lnTo>
                  <a:lnTo>
                    <a:pt x="223" y="411"/>
                  </a:lnTo>
                  <a:lnTo>
                    <a:pt x="222" y="411"/>
                  </a:lnTo>
                  <a:lnTo>
                    <a:pt x="222" y="411"/>
                  </a:lnTo>
                  <a:lnTo>
                    <a:pt x="220" y="411"/>
                  </a:lnTo>
                  <a:lnTo>
                    <a:pt x="220" y="411"/>
                  </a:lnTo>
                  <a:lnTo>
                    <a:pt x="220" y="411"/>
                  </a:lnTo>
                  <a:lnTo>
                    <a:pt x="220" y="411"/>
                  </a:lnTo>
                  <a:lnTo>
                    <a:pt x="218" y="413"/>
                  </a:lnTo>
                  <a:lnTo>
                    <a:pt x="218" y="413"/>
                  </a:lnTo>
                  <a:lnTo>
                    <a:pt x="218" y="413"/>
                  </a:lnTo>
                  <a:lnTo>
                    <a:pt x="216" y="413"/>
                  </a:lnTo>
                  <a:lnTo>
                    <a:pt x="216" y="413"/>
                  </a:lnTo>
                  <a:lnTo>
                    <a:pt x="216" y="411"/>
                  </a:lnTo>
                  <a:lnTo>
                    <a:pt x="216" y="411"/>
                  </a:lnTo>
                  <a:lnTo>
                    <a:pt x="214" y="409"/>
                  </a:lnTo>
                  <a:lnTo>
                    <a:pt x="214" y="409"/>
                  </a:lnTo>
                  <a:lnTo>
                    <a:pt x="212" y="409"/>
                  </a:lnTo>
                  <a:lnTo>
                    <a:pt x="212" y="409"/>
                  </a:lnTo>
                  <a:lnTo>
                    <a:pt x="212" y="409"/>
                  </a:lnTo>
                  <a:lnTo>
                    <a:pt x="208" y="409"/>
                  </a:lnTo>
                  <a:lnTo>
                    <a:pt x="206" y="409"/>
                  </a:lnTo>
                  <a:lnTo>
                    <a:pt x="206" y="409"/>
                  </a:lnTo>
                  <a:lnTo>
                    <a:pt x="206" y="409"/>
                  </a:lnTo>
                  <a:lnTo>
                    <a:pt x="204" y="407"/>
                  </a:lnTo>
                  <a:lnTo>
                    <a:pt x="202" y="407"/>
                  </a:lnTo>
                  <a:lnTo>
                    <a:pt x="199" y="405"/>
                  </a:lnTo>
                  <a:lnTo>
                    <a:pt x="199" y="404"/>
                  </a:lnTo>
                  <a:lnTo>
                    <a:pt x="199" y="402"/>
                  </a:lnTo>
                  <a:lnTo>
                    <a:pt x="201" y="396"/>
                  </a:lnTo>
                  <a:lnTo>
                    <a:pt x="201" y="394"/>
                  </a:lnTo>
                  <a:lnTo>
                    <a:pt x="201" y="392"/>
                  </a:lnTo>
                  <a:lnTo>
                    <a:pt x="201" y="388"/>
                  </a:lnTo>
                  <a:lnTo>
                    <a:pt x="201" y="383"/>
                  </a:lnTo>
                  <a:lnTo>
                    <a:pt x="199" y="381"/>
                  </a:lnTo>
                  <a:lnTo>
                    <a:pt x="199" y="381"/>
                  </a:lnTo>
                  <a:lnTo>
                    <a:pt x="199" y="381"/>
                  </a:lnTo>
                  <a:lnTo>
                    <a:pt x="199" y="379"/>
                  </a:lnTo>
                  <a:lnTo>
                    <a:pt x="199" y="377"/>
                  </a:lnTo>
                  <a:lnTo>
                    <a:pt x="199" y="369"/>
                  </a:lnTo>
                  <a:lnTo>
                    <a:pt x="199" y="367"/>
                  </a:lnTo>
                  <a:lnTo>
                    <a:pt x="199" y="366"/>
                  </a:lnTo>
                  <a:lnTo>
                    <a:pt x="199" y="366"/>
                  </a:lnTo>
                  <a:lnTo>
                    <a:pt x="199" y="367"/>
                  </a:lnTo>
                  <a:lnTo>
                    <a:pt x="197" y="367"/>
                  </a:lnTo>
                  <a:lnTo>
                    <a:pt x="197" y="367"/>
                  </a:lnTo>
                  <a:lnTo>
                    <a:pt x="197" y="367"/>
                  </a:lnTo>
                  <a:lnTo>
                    <a:pt x="197" y="366"/>
                  </a:lnTo>
                  <a:lnTo>
                    <a:pt x="197" y="364"/>
                  </a:lnTo>
                  <a:lnTo>
                    <a:pt x="195" y="362"/>
                  </a:lnTo>
                  <a:lnTo>
                    <a:pt x="195" y="362"/>
                  </a:lnTo>
                  <a:lnTo>
                    <a:pt x="195" y="362"/>
                  </a:lnTo>
                  <a:lnTo>
                    <a:pt x="195" y="362"/>
                  </a:lnTo>
                  <a:lnTo>
                    <a:pt x="195" y="362"/>
                  </a:lnTo>
                  <a:lnTo>
                    <a:pt x="195" y="362"/>
                  </a:lnTo>
                  <a:lnTo>
                    <a:pt x="195" y="362"/>
                  </a:lnTo>
                  <a:lnTo>
                    <a:pt x="193" y="362"/>
                  </a:lnTo>
                  <a:lnTo>
                    <a:pt x="193" y="362"/>
                  </a:lnTo>
                  <a:lnTo>
                    <a:pt x="193" y="362"/>
                  </a:lnTo>
                  <a:lnTo>
                    <a:pt x="193" y="360"/>
                  </a:lnTo>
                  <a:lnTo>
                    <a:pt x="191" y="358"/>
                  </a:lnTo>
                  <a:lnTo>
                    <a:pt x="191" y="356"/>
                  </a:lnTo>
                  <a:lnTo>
                    <a:pt x="193" y="350"/>
                  </a:lnTo>
                  <a:lnTo>
                    <a:pt x="195" y="348"/>
                  </a:lnTo>
                  <a:lnTo>
                    <a:pt x="195" y="347"/>
                  </a:lnTo>
                  <a:lnTo>
                    <a:pt x="195" y="347"/>
                  </a:lnTo>
                  <a:lnTo>
                    <a:pt x="195" y="345"/>
                  </a:lnTo>
                  <a:lnTo>
                    <a:pt x="195" y="343"/>
                  </a:lnTo>
                  <a:lnTo>
                    <a:pt x="193" y="343"/>
                  </a:lnTo>
                  <a:lnTo>
                    <a:pt x="193" y="341"/>
                  </a:lnTo>
                  <a:lnTo>
                    <a:pt x="193" y="339"/>
                  </a:lnTo>
                  <a:lnTo>
                    <a:pt x="193" y="339"/>
                  </a:lnTo>
                  <a:lnTo>
                    <a:pt x="193" y="328"/>
                  </a:lnTo>
                  <a:lnTo>
                    <a:pt x="193" y="326"/>
                  </a:lnTo>
                  <a:lnTo>
                    <a:pt x="193" y="326"/>
                  </a:lnTo>
                  <a:lnTo>
                    <a:pt x="193" y="326"/>
                  </a:lnTo>
                  <a:lnTo>
                    <a:pt x="193" y="326"/>
                  </a:lnTo>
                  <a:lnTo>
                    <a:pt x="193" y="326"/>
                  </a:lnTo>
                  <a:lnTo>
                    <a:pt x="195" y="326"/>
                  </a:lnTo>
                  <a:lnTo>
                    <a:pt x="197" y="326"/>
                  </a:lnTo>
                  <a:lnTo>
                    <a:pt x="197" y="326"/>
                  </a:lnTo>
                  <a:lnTo>
                    <a:pt x="199" y="326"/>
                  </a:lnTo>
                  <a:lnTo>
                    <a:pt x="199" y="326"/>
                  </a:lnTo>
                  <a:lnTo>
                    <a:pt x="199" y="328"/>
                  </a:lnTo>
                  <a:lnTo>
                    <a:pt x="199" y="328"/>
                  </a:lnTo>
                  <a:lnTo>
                    <a:pt x="199" y="329"/>
                  </a:lnTo>
                  <a:lnTo>
                    <a:pt x="199" y="329"/>
                  </a:lnTo>
                  <a:lnTo>
                    <a:pt x="199" y="329"/>
                  </a:lnTo>
                  <a:lnTo>
                    <a:pt x="199" y="329"/>
                  </a:lnTo>
                  <a:lnTo>
                    <a:pt x="199" y="329"/>
                  </a:lnTo>
                  <a:lnTo>
                    <a:pt x="201" y="329"/>
                  </a:lnTo>
                  <a:lnTo>
                    <a:pt x="202" y="328"/>
                  </a:lnTo>
                  <a:lnTo>
                    <a:pt x="202" y="328"/>
                  </a:lnTo>
                  <a:lnTo>
                    <a:pt x="204" y="326"/>
                  </a:lnTo>
                  <a:lnTo>
                    <a:pt x="206" y="324"/>
                  </a:lnTo>
                  <a:lnTo>
                    <a:pt x="206" y="322"/>
                  </a:lnTo>
                  <a:lnTo>
                    <a:pt x="208" y="320"/>
                  </a:lnTo>
                  <a:lnTo>
                    <a:pt x="208" y="320"/>
                  </a:lnTo>
                  <a:lnTo>
                    <a:pt x="210" y="320"/>
                  </a:lnTo>
                  <a:lnTo>
                    <a:pt x="210" y="320"/>
                  </a:lnTo>
                  <a:lnTo>
                    <a:pt x="212" y="320"/>
                  </a:lnTo>
                  <a:lnTo>
                    <a:pt x="212" y="318"/>
                  </a:lnTo>
                  <a:lnTo>
                    <a:pt x="216" y="310"/>
                  </a:lnTo>
                  <a:lnTo>
                    <a:pt x="218" y="305"/>
                  </a:lnTo>
                  <a:lnTo>
                    <a:pt x="220" y="303"/>
                  </a:lnTo>
                  <a:lnTo>
                    <a:pt x="220" y="301"/>
                  </a:lnTo>
                  <a:lnTo>
                    <a:pt x="220" y="299"/>
                  </a:lnTo>
                  <a:lnTo>
                    <a:pt x="220" y="299"/>
                  </a:lnTo>
                  <a:lnTo>
                    <a:pt x="220" y="299"/>
                  </a:lnTo>
                  <a:lnTo>
                    <a:pt x="220" y="299"/>
                  </a:lnTo>
                  <a:lnTo>
                    <a:pt x="222" y="299"/>
                  </a:lnTo>
                  <a:lnTo>
                    <a:pt x="222" y="297"/>
                  </a:lnTo>
                  <a:lnTo>
                    <a:pt x="229" y="297"/>
                  </a:lnTo>
                  <a:lnTo>
                    <a:pt x="231" y="297"/>
                  </a:lnTo>
                  <a:lnTo>
                    <a:pt x="231" y="297"/>
                  </a:lnTo>
                  <a:lnTo>
                    <a:pt x="233" y="299"/>
                  </a:lnTo>
                  <a:lnTo>
                    <a:pt x="233" y="299"/>
                  </a:lnTo>
                  <a:lnTo>
                    <a:pt x="233" y="299"/>
                  </a:lnTo>
                  <a:lnTo>
                    <a:pt x="235" y="299"/>
                  </a:lnTo>
                  <a:lnTo>
                    <a:pt x="235" y="297"/>
                  </a:lnTo>
                  <a:lnTo>
                    <a:pt x="237" y="297"/>
                  </a:lnTo>
                  <a:lnTo>
                    <a:pt x="239" y="297"/>
                  </a:lnTo>
                  <a:lnTo>
                    <a:pt x="241" y="297"/>
                  </a:lnTo>
                  <a:lnTo>
                    <a:pt x="250" y="295"/>
                  </a:lnTo>
                  <a:lnTo>
                    <a:pt x="250" y="295"/>
                  </a:lnTo>
                  <a:lnTo>
                    <a:pt x="252" y="297"/>
                  </a:lnTo>
                  <a:lnTo>
                    <a:pt x="252" y="297"/>
                  </a:lnTo>
                  <a:lnTo>
                    <a:pt x="252" y="297"/>
                  </a:lnTo>
                  <a:lnTo>
                    <a:pt x="254" y="299"/>
                  </a:lnTo>
                  <a:lnTo>
                    <a:pt x="254" y="299"/>
                  </a:lnTo>
                  <a:lnTo>
                    <a:pt x="256" y="299"/>
                  </a:lnTo>
                  <a:lnTo>
                    <a:pt x="256" y="299"/>
                  </a:lnTo>
                  <a:lnTo>
                    <a:pt x="258" y="299"/>
                  </a:lnTo>
                  <a:lnTo>
                    <a:pt x="258" y="301"/>
                  </a:lnTo>
                  <a:lnTo>
                    <a:pt x="260" y="301"/>
                  </a:lnTo>
                  <a:lnTo>
                    <a:pt x="260" y="301"/>
                  </a:lnTo>
                  <a:lnTo>
                    <a:pt x="265" y="301"/>
                  </a:lnTo>
                  <a:lnTo>
                    <a:pt x="265" y="301"/>
                  </a:lnTo>
                  <a:lnTo>
                    <a:pt x="267" y="301"/>
                  </a:lnTo>
                  <a:lnTo>
                    <a:pt x="269" y="299"/>
                  </a:lnTo>
                  <a:lnTo>
                    <a:pt x="269" y="297"/>
                  </a:lnTo>
                  <a:lnTo>
                    <a:pt x="271" y="295"/>
                  </a:lnTo>
                  <a:lnTo>
                    <a:pt x="273" y="288"/>
                  </a:lnTo>
                  <a:lnTo>
                    <a:pt x="275" y="288"/>
                  </a:lnTo>
                  <a:lnTo>
                    <a:pt x="277" y="284"/>
                  </a:lnTo>
                  <a:lnTo>
                    <a:pt x="277" y="284"/>
                  </a:lnTo>
                  <a:lnTo>
                    <a:pt x="277" y="284"/>
                  </a:lnTo>
                  <a:lnTo>
                    <a:pt x="277" y="282"/>
                  </a:lnTo>
                  <a:lnTo>
                    <a:pt x="277" y="282"/>
                  </a:lnTo>
                  <a:lnTo>
                    <a:pt x="277" y="282"/>
                  </a:lnTo>
                  <a:lnTo>
                    <a:pt x="277" y="282"/>
                  </a:lnTo>
                  <a:lnTo>
                    <a:pt x="277" y="280"/>
                  </a:lnTo>
                  <a:lnTo>
                    <a:pt x="277" y="280"/>
                  </a:lnTo>
                  <a:lnTo>
                    <a:pt x="279" y="278"/>
                  </a:lnTo>
                  <a:lnTo>
                    <a:pt x="279" y="278"/>
                  </a:lnTo>
                  <a:lnTo>
                    <a:pt x="279" y="278"/>
                  </a:lnTo>
                  <a:lnTo>
                    <a:pt x="281" y="278"/>
                  </a:lnTo>
                  <a:lnTo>
                    <a:pt x="284" y="280"/>
                  </a:lnTo>
                  <a:lnTo>
                    <a:pt x="286" y="280"/>
                  </a:lnTo>
                  <a:lnTo>
                    <a:pt x="286" y="280"/>
                  </a:lnTo>
                  <a:lnTo>
                    <a:pt x="286" y="280"/>
                  </a:lnTo>
                  <a:lnTo>
                    <a:pt x="288" y="280"/>
                  </a:lnTo>
                  <a:lnTo>
                    <a:pt x="288" y="278"/>
                  </a:lnTo>
                  <a:lnTo>
                    <a:pt x="288" y="278"/>
                  </a:lnTo>
                  <a:lnTo>
                    <a:pt x="288" y="276"/>
                  </a:lnTo>
                  <a:lnTo>
                    <a:pt x="288" y="274"/>
                  </a:lnTo>
                  <a:lnTo>
                    <a:pt x="288" y="274"/>
                  </a:lnTo>
                  <a:lnTo>
                    <a:pt x="288" y="272"/>
                  </a:lnTo>
                  <a:lnTo>
                    <a:pt x="284" y="270"/>
                  </a:lnTo>
                  <a:lnTo>
                    <a:pt x="284" y="269"/>
                  </a:lnTo>
                  <a:lnTo>
                    <a:pt x="282" y="269"/>
                  </a:lnTo>
                  <a:lnTo>
                    <a:pt x="282" y="267"/>
                  </a:lnTo>
                  <a:lnTo>
                    <a:pt x="282" y="265"/>
                  </a:lnTo>
                  <a:lnTo>
                    <a:pt x="282" y="263"/>
                  </a:lnTo>
                  <a:lnTo>
                    <a:pt x="284" y="261"/>
                  </a:lnTo>
                  <a:lnTo>
                    <a:pt x="284" y="259"/>
                  </a:lnTo>
                  <a:lnTo>
                    <a:pt x="284" y="257"/>
                  </a:lnTo>
                  <a:lnTo>
                    <a:pt x="284" y="255"/>
                  </a:lnTo>
                  <a:lnTo>
                    <a:pt x="294" y="242"/>
                  </a:lnTo>
                  <a:lnTo>
                    <a:pt x="296" y="240"/>
                  </a:lnTo>
                  <a:lnTo>
                    <a:pt x="296" y="238"/>
                  </a:lnTo>
                  <a:lnTo>
                    <a:pt x="296" y="234"/>
                  </a:lnTo>
                  <a:lnTo>
                    <a:pt x="296" y="234"/>
                  </a:lnTo>
                  <a:lnTo>
                    <a:pt x="296" y="232"/>
                  </a:lnTo>
                  <a:lnTo>
                    <a:pt x="298" y="232"/>
                  </a:lnTo>
                  <a:lnTo>
                    <a:pt x="298" y="232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2" y="232"/>
                  </a:lnTo>
                  <a:lnTo>
                    <a:pt x="302" y="231"/>
                  </a:lnTo>
                  <a:lnTo>
                    <a:pt x="302" y="231"/>
                  </a:lnTo>
                  <a:lnTo>
                    <a:pt x="302" y="231"/>
                  </a:lnTo>
                  <a:lnTo>
                    <a:pt x="303" y="231"/>
                  </a:lnTo>
                  <a:lnTo>
                    <a:pt x="303" y="231"/>
                  </a:lnTo>
                  <a:lnTo>
                    <a:pt x="303" y="231"/>
                  </a:lnTo>
                  <a:lnTo>
                    <a:pt x="305" y="229"/>
                  </a:lnTo>
                  <a:lnTo>
                    <a:pt x="305" y="227"/>
                  </a:lnTo>
                  <a:lnTo>
                    <a:pt x="305" y="227"/>
                  </a:lnTo>
                  <a:lnTo>
                    <a:pt x="305" y="225"/>
                  </a:lnTo>
                  <a:lnTo>
                    <a:pt x="305" y="223"/>
                  </a:lnTo>
                  <a:lnTo>
                    <a:pt x="305" y="223"/>
                  </a:lnTo>
                  <a:lnTo>
                    <a:pt x="305" y="221"/>
                  </a:lnTo>
                  <a:lnTo>
                    <a:pt x="305" y="221"/>
                  </a:lnTo>
                  <a:lnTo>
                    <a:pt x="303" y="221"/>
                  </a:lnTo>
                  <a:lnTo>
                    <a:pt x="302" y="219"/>
                  </a:lnTo>
                  <a:lnTo>
                    <a:pt x="302" y="219"/>
                  </a:lnTo>
                  <a:lnTo>
                    <a:pt x="300" y="217"/>
                  </a:lnTo>
                  <a:lnTo>
                    <a:pt x="300" y="217"/>
                  </a:lnTo>
                  <a:lnTo>
                    <a:pt x="300" y="215"/>
                  </a:lnTo>
                  <a:lnTo>
                    <a:pt x="302" y="211"/>
                  </a:lnTo>
                  <a:lnTo>
                    <a:pt x="302" y="211"/>
                  </a:lnTo>
                  <a:lnTo>
                    <a:pt x="302" y="211"/>
                  </a:lnTo>
                  <a:lnTo>
                    <a:pt x="303" y="210"/>
                  </a:lnTo>
                  <a:lnTo>
                    <a:pt x="303" y="210"/>
                  </a:lnTo>
                  <a:lnTo>
                    <a:pt x="305" y="210"/>
                  </a:lnTo>
                  <a:lnTo>
                    <a:pt x="305" y="208"/>
                  </a:lnTo>
                  <a:lnTo>
                    <a:pt x="305" y="208"/>
                  </a:lnTo>
                  <a:lnTo>
                    <a:pt x="305" y="206"/>
                  </a:lnTo>
                  <a:lnTo>
                    <a:pt x="305" y="206"/>
                  </a:lnTo>
                  <a:lnTo>
                    <a:pt x="305" y="206"/>
                  </a:lnTo>
                  <a:lnTo>
                    <a:pt x="303" y="204"/>
                  </a:lnTo>
                  <a:lnTo>
                    <a:pt x="303" y="204"/>
                  </a:lnTo>
                  <a:lnTo>
                    <a:pt x="303" y="202"/>
                  </a:lnTo>
                  <a:lnTo>
                    <a:pt x="303" y="202"/>
                  </a:lnTo>
                  <a:lnTo>
                    <a:pt x="309" y="194"/>
                  </a:lnTo>
                  <a:lnTo>
                    <a:pt x="311" y="192"/>
                  </a:lnTo>
                  <a:lnTo>
                    <a:pt x="311" y="192"/>
                  </a:lnTo>
                  <a:lnTo>
                    <a:pt x="315" y="191"/>
                  </a:lnTo>
                  <a:lnTo>
                    <a:pt x="319" y="189"/>
                  </a:lnTo>
                  <a:lnTo>
                    <a:pt x="321" y="189"/>
                  </a:lnTo>
                  <a:lnTo>
                    <a:pt x="328" y="181"/>
                  </a:lnTo>
                  <a:lnTo>
                    <a:pt x="330" y="179"/>
                  </a:lnTo>
                  <a:lnTo>
                    <a:pt x="334" y="179"/>
                  </a:lnTo>
                  <a:lnTo>
                    <a:pt x="338" y="177"/>
                  </a:lnTo>
                  <a:lnTo>
                    <a:pt x="340" y="177"/>
                  </a:lnTo>
                  <a:lnTo>
                    <a:pt x="340" y="177"/>
                  </a:lnTo>
                  <a:lnTo>
                    <a:pt x="342" y="177"/>
                  </a:lnTo>
                  <a:lnTo>
                    <a:pt x="343" y="173"/>
                  </a:lnTo>
                  <a:lnTo>
                    <a:pt x="343" y="173"/>
                  </a:lnTo>
                  <a:lnTo>
                    <a:pt x="345" y="172"/>
                  </a:lnTo>
                  <a:lnTo>
                    <a:pt x="345" y="172"/>
                  </a:lnTo>
                  <a:lnTo>
                    <a:pt x="345" y="170"/>
                  </a:lnTo>
                  <a:lnTo>
                    <a:pt x="345" y="170"/>
                  </a:lnTo>
                  <a:lnTo>
                    <a:pt x="345" y="168"/>
                  </a:lnTo>
                  <a:lnTo>
                    <a:pt x="343" y="166"/>
                  </a:lnTo>
                  <a:lnTo>
                    <a:pt x="342" y="162"/>
                  </a:lnTo>
                  <a:lnTo>
                    <a:pt x="342" y="162"/>
                  </a:lnTo>
                  <a:lnTo>
                    <a:pt x="342" y="160"/>
                  </a:lnTo>
                  <a:lnTo>
                    <a:pt x="343" y="158"/>
                  </a:lnTo>
                  <a:lnTo>
                    <a:pt x="343" y="156"/>
                  </a:lnTo>
                  <a:lnTo>
                    <a:pt x="343" y="156"/>
                  </a:lnTo>
                  <a:lnTo>
                    <a:pt x="343" y="156"/>
                  </a:lnTo>
                  <a:lnTo>
                    <a:pt x="343" y="154"/>
                  </a:lnTo>
                  <a:lnTo>
                    <a:pt x="345" y="154"/>
                  </a:lnTo>
                  <a:lnTo>
                    <a:pt x="347" y="154"/>
                  </a:lnTo>
                  <a:lnTo>
                    <a:pt x="347" y="154"/>
                  </a:lnTo>
                  <a:lnTo>
                    <a:pt x="347" y="153"/>
                  </a:lnTo>
                  <a:lnTo>
                    <a:pt x="349" y="151"/>
                  </a:lnTo>
                  <a:lnTo>
                    <a:pt x="351" y="151"/>
                  </a:lnTo>
                  <a:lnTo>
                    <a:pt x="351" y="151"/>
                  </a:lnTo>
                  <a:lnTo>
                    <a:pt x="353" y="151"/>
                  </a:lnTo>
                  <a:lnTo>
                    <a:pt x="355" y="151"/>
                  </a:lnTo>
                  <a:lnTo>
                    <a:pt x="355" y="151"/>
                  </a:lnTo>
                  <a:lnTo>
                    <a:pt x="357" y="149"/>
                  </a:lnTo>
                  <a:lnTo>
                    <a:pt x="359" y="147"/>
                  </a:lnTo>
                  <a:lnTo>
                    <a:pt x="363" y="145"/>
                  </a:lnTo>
                  <a:lnTo>
                    <a:pt x="363" y="143"/>
                  </a:lnTo>
                  <a:lnTo>
                    <a:pt x="364" y="143"/>
                  </a:lnTo>
                  <a:lnTo>
                    <a:pt x="364" y="137"/>
                  </a:lnTo>
                  <a:lnTo>
                    <a:pt x="366" y="137"/>
                  </a:lnTo>
                  <a:lnTo>
                    <a:pt x="366" y="135"/>
                  </a:lnTo>
                  <a:lnTo>
                    <a:pt x="366" y="135"/>
                  </a:lnTo>
                  <a:lnTo>
                    <a:pt x="368" y="135"/>
                  </a:lnTo>
                  <a:lnTo>
                    <a:pt x="368" y="134"/>
                  </a:lnTo>
                  <a:lnTo>
                    <a:pt x="370" y="134"/>
                  </a:lnTo>
                  <a:lnTo>
                    <a:pt x="370" y="134"/>
                  </a:lnTo>
                  <a:lnTo>
                    <a:pt x="372" y="132"/>
                  </a:lnTo>
                  <a:lnTo>
                    <a:pt x="376" y="130"/>
                  </a:lnTo>
                  <a:lnTo>
                    <a:pt x="376" y="128"/>
                  </a:lnTo>
                  <a:lnTo>
                    <a:pt x="378" y="128"/>
                  </a:lnTo>
                  <a:lnTo>
                    <a:pt x="378" y="126"/>
                  </a:lnTo>
                  <a:lnTo>
                    <a:pt x="378" y="124"/>
                  </a:lnTo>
                  <a:lnTo>
                    <a:pt x="378" y="124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62" name="Freeform 65">
              <a:extLst>
                <a:ext uri="{FF2B5EF4-FFF2-40B4-BE49-F238E27FC236}">
                  <a16:creationId xmlns:a16="http://schemas.microsoft.com/office/drawing/2014/main" id="{CE91789C-4A8C-8DAF-31D2-42BEA2FAC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950" y="3141663"/>
              <a:ext cx="600075" cy="996950"/>
            </a:xfrm>
            <a:custGeom>
              <a:avLst/>
              <a:gdLst>
                <a:gd name="T0" fmla="*/ 359 w 378"/>
                <a:gd name="T1" fmla="*/ 113 h 628"/>
                <a:gd name="T2" fmla="*/ 347 w 378"/>
                <a:gd name="T3" fmla="*/ 95 h 628"/>
                <a:gd name="T4" fmla="*/ 340 w 378"/>
                <a:gd name="T5" fmla="*/ 67 h 628"/>
                <a:gd name="T6" fmla="*/ 338 w 378"/>
                <a:gd name="T7" fmla="*/ 52 h 628"/>
                <a:gd name="T8" fmla="*/ 323 w 378"/>
                <a:gd name="T9" fmla="*/ 54 h 628"/>
                <a:gd name="T10" fmla="*/ 300 w 378"/>
                <a:gd name="T11" fmla="*/ 6 h 628"/>
                <a:gd name="T12" fmla="*/ 271 w 378"/>
                <a:gd name="T13" fmla="*/ 19 h 628"/>
                <a:gd name="T14" fmla="*/ 231 w 378"/>
                <a:gd name="T15" fmla="*/ 21 h 628"/>
                <a:gd name="T16" fmla="*/ 168 w 378"/>
                <a:gd name="T17" fmla="*/ 35 h 628"/>
                <a:gd name="T18" fmla="*/ 132 w 378"/>
                <a:gd name="T19" fmla="*/ 44 h 628"/>
                <a:gd name="T20" fmla="*/ 134 w 378"/>
                <a:gd name="T21" fmla="*/ 63 h 628"/>
                <a:gd name="T22" fmla="*/ 174 w 378"/>
                <a:gd name="T23" fmla="*/ 78 h 628"/>
                <a:gd name="T24" fmla="*/ 145 w 378"/>
                <a:gd name="T25" fmla="*/ 128 h 628"/>
                <a:gd name="T26" fmla="*/ 122 w 378"/>
                <a:gd name="T27" fmla="*/ 162 h 628"/>
                <a:gd name="T28" fmla="*/ 88 w 378"/>
                <a:gd name="T29" fmla="*/ 170 h 628"/>
                <a:gd name="T30" fmla="*/ 67 w 378"/>
                <a:gd name="T31" fmla="*/ 202 h 628"/>
                <a:gd name="T32" fmla="*/ 44 w 378"/>
                <a:gd name="T33" fmla="*/ 240 h 628"/>
                <a:gd name="T34" fmla="*/ 16 w 378"/>
                <a:gd name="T35" fmla="*/ 310 h 628"/>
                <a:gd name="T36" fmla="*/ 27 w 378"/>
                <a:gd name="T37" fmla="*/ 335 h 628"/>
                <a:gd name="T38" fmla="*/ 29 w 378"/>
                <a:gd name="T39" fmla="*/ 350 h 628"/>
                <a:gd name="T40" fmla="*/ 33 w 378"/>
                <a:gd name="T41" fmla="*/ 377 h 628"/>
                <a:gd name="T42" fmla="*/ 16 w 378"/>
                <a:gd name="T43" fmla="*/ 398 h 628"/>
                <a:gd name="T44" fmla="*/ 18 w 378"/>
                <a:gd name="T45" fmla="*/ 419 h 628"/>
                <a:gd name="T46" fmla="*/ 14 w 378"/>
                <a:gd name="T47" fmla="*/ 432 h 628"/>
                <a:gd name="T48" fmla="*/ 25 w 378"/>
                <a:gd name="T49" fmla="*/ 430 h 628"/>
                <a:gd name="T50" fmla="*/ 52 w 378"/>
                <a:gd name="T51" fmla="*/ 455 h 628"/>
                <a:gd name="T52" fmla="*/ 46 w 378"/>
                <a:gd name="T53" fmla="*/ 480 h 628"/>
                <a:gd name="T54" fmla="*/ 20 w 378"/>
                <a:gd name="T55" fmla="*/ 478 h 628"/>
                <a:gd name="T56" fmla="*/ 0 w 378"/>
                <a:gd name="T57" fmla="*/ 533 h 628"/>
                <a:gd name="T58" fmla="*/ 12 w 378"/>
                <a:gd name="T59" fmla="*/ 548 h 628"/>
                <a:gd name="T60" fmla="*/ 46 w 378"/>
                <a:gd name="T61" fmla="*/ 580 h 628"/>
                <a:gd name="T62" fmla="*/ 52 w 378"/>
                <a:gd name="T63" fmla="*/ 586 h 628"/>
                <a:gd name="T64" fmla="*/ 63 w 378"/>
                <a:gd name="T65" fmla="*/ 599 h 628"/>
                <a:gd name="T66" fmla="*/ 90 w 378"/>
                <a:gd name="T67" fmla="*/ 626 h 628"/>
                <a:gd name="T68" fmla="*/ 109 w 378"/>
                <a:gd name="T69" fmla="*/ 615 h 628"/>
                <a:gd name="T70" fmla="*/ 117 w 378"/>
                <a:gd name="T71" fmla="*/ 590 h 628"/>
                <a:gd name="T72" fmla="*/ 132 w 378"/>
                <a:gd name="T73" fmla="*/ 575 h 628"/>
                <a:gd name="T74" fmla="*/ 153 w 378"/>
                <a:gd name="T75" fmla="*/ 546 h 628"/>
                <a:gd name="T76" fmla="*/ 170 w 378"/>
                <a:gd name="T77" fmla="*/ 531 h 628"/>
                <a:gd name="T78" fmla="*/ 181 w 378"/>
                <a:gd name="T79" fmla="*/ 518 h 628"/>
                <a:gd name="T80" fmla="*/ 174 w 378"/>
                <a:gd name="T81" fmla="*/ 485 h 628"/>
                <a:gd name="T82" fmla="*/ 170 w 378"/>
                <a:gd name="T83" fmla="*/ 466 h 628"/>
                <a:gd name="T84" fmla="*/ 159 w 378"/>
                <a:gd name="T85" fmla="*/ 432 h 628"/>
                <a:gd name="T86" fmla="*/ 155 w 378"/>
                <a:gd name="T87" fmla="*/ 402 h 628"/>
                <a:gd name="T88" fmla="*/ 170 w 378"/>
                <a:gd name="T89" fmla="*/ 407 h 628"/>
                <a:gd name="T90" fmla="*/ 191 w 378"/>
                <a:gd name="T91" fmla="*/ 424 h 628"/>
                <a:gd name="T92" fmla="*/ 214 w 378"/>
                <a:gd name="T93" fmla="*/ 434 h 628"/>
                <a:gd name="T94" fmla="*/ 225 w 378"/>
                <a:gd name="T95" fmla="*/ 413 h 628"/>
                <a:gd name="T96" fmla="*/ 212 w 378"/>
                <a:gd name="T97" fmla="*/ 409 h 628"/>
                <a:gd name="T98" fmla="*/ 199 w 378"/>
                <a:gd name="T99" fmla="*/ 369 h 628"/>
                <a:gd name="T100" fmla="*/ 191 w 378"/>
                <a:gd name="T101" fmla="*/ 358 h 628"/>
                <a:gd name="T102" fmla="*/ 199 w 378"/>
                <a:gd name="T103" fmla="*/ 326 h 628"/>
                <a:gd name="T104" fmla="*/ 216 w 378"/>
                <a:gd name="T105" fmla="*/ 310 h 628"/>
                <a:gd name="T106" fmla="*/ 250 w 378"/>
                <a:gd name="T107" fmla="*/ 295 h 628"/>
                <a:gd name="T108" fmla="*/ 277 w 378"/>
                <a:gd name="T109" fmla="*/ 284 h 628"/>
                <a:gd name="T110" fmla="*/ 288 w 378"/>
                <a:gd name="T111" fmla="*/ 274 h 628"/>
                <a:gd name="T112" fmla="*/ 300 w 378"/>
                <a:gd name="T113" fmla="*/ 234 h 628"/>
                <a:gd name="T114" fmla="*/ 302 w 378"/>
                <a:gd name="T115" fmla="*/ 219 h 628"/>
                <a:gd name="T116" fmla="*/ 311 w 378"/>
                <a:gd name="T117" fmla="*/ 192 h 628"/>
                <a:gd name="T118" fmla="*/ 342 w 378"/>
                <a:gd name="T119" fmla="*/ 160 h 628"/>
                <a:gd name="T120" fmla="*/ 364 w 378"/>
                <a:gd name="T121" fmla="*/ 137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78" h="628">
                  <a:moveTo>
                    <a:pt x="378" y="124"/>
                  </a:moveTo>
                  <a:lnTo>
                    <a:pt x="378" y="122"/>
                  </a:lnTo>
                  <a:lnTo>
                    <a:pt x="376" y="120"/>
                  </a:lnTo>
                  <a:lnTo>
                    <a:pt x="376" y="120"/>
                  </a:lnTo>
                  <a:lnTo>
                    <a:pt x="376" y="116"/>
                  </a:lnTo>
                  <a:lnTo>
                    <a:pt x="376" y="116"/>
                  </a:lnTo>
                  <a:lnTo>
                    <a:pt x="374" y="116"/>
                  </a:lnTo>
                  <a:lnTo>
                    <a:pt x="372" y="114"/>
                  </a:lnTo>
                  <a:lnTo>
                    <a:pt x="372" y="114"/>
                  </a:lnTo>
                  <a:lnTo>
                    <a:pt x="370" y="114"/>
                  </a:lnTo>
                  <a:lnTo>
                    <a:pt x="370" y="114"/>
                  </a:lnTo>
                  <a:lnTo>
                    <a:pt x="368" y="114"/>
                  </a:lnTo>
                  <a:lnTo>
                    <a:pt x="368" y="114"/>
                  </a:lnTo>
                  <a:lnTo>
                    <a:pt x="368" y="114"/>
                  </a:lnTo>
                  <a:lnTo>
                    <a:pt x="366" y="114"/>
                  </a:lnTo>
                  <a:lnTo>
                    <a:pt x="366" y="114"/>
                  </a:lnTo>
                  <a:lnTo>
                    <a:pt x="364" y="114"/>
                  </a:lnTo>
                  <a:lnTo>
                    <a:pt x="364" y="114"/>
                  </a:lnTo>
                  <a:lnTo>
                    <a:pt x="363" y="114"/>
                  </a:lnTo>
                  <a:lnTo>
                    <a:pt x="361" y="113"/>
                  </a:lnTo>
                  <a:lnTo>
                    <a:pt x="359" y="113"/>
                  </a:lnTo>
                  <a:lnTo>
                    <a:pt x="359" y="113"/>
                  </a:lnTo>
                  <a:lnTo>
                    <a:pt x="359" y="113"/>
                  </a:lnTo>
                  <a:lnTo>
                    <a:pt x="359" y="114"/>
                  </a:lnTo>
                  <a:lnTo>
                    <a:pt x="359" y="114"/>
                  </a:lnTo>
                  <a:lnTo>
                    <a:pt x="359" y="114"/>
                  </a:lnTo>
                  <a:lnTo>
                    <a:pt x="359" y="114"/>
                  </a:lnTo>
                  <a:lnTo>
                    <a:pt x="359" y="114"/>
                  </a:lnTo>
                  <a:lnTo>
                    <a:pt x="357" y="114"/>
                  </a:lnTo>
                  <a:lnTo>
                    <a:pt x="357" y="114"/>
                  </a:lnTo>
                  <a:lnTo>
                    <a:pt x="357" y="114"/>
                  </a:lnTo>
                  <a:lnTo>
                    <a:pt x="355" y="114"/>
                  </a:lnTo>
                  <a:lnTo>
                    <a:pt x="355" y="114"/>
                  </a:lnTo>
                  <a:lnTo>
                    <a:pt x="355" y="113"/>
                  </a:lnTo>
                  <a:lnTo>
                    <a:pt x="355" y="111"/>
                  </a:lnTo>
                  <a:lnTo>
                    <a:pt x="355" y="109"/>
                  </a:lnTo>
                  <a:lnTo>
                    <a:pt x="353" y="107"/>
                  </a:lnTo>
                  <a:lnTo>
                    <a:pt x="353" y="105"/>
                  </a:lnTo>
                  <a:lnTo>
                    <a:pt x="353" y="105"/>
                  </a:lnTo>
                  <a:lnTo>
                    <a:pt x="349" y="101"/>
                  </a:lnTo>
                  <a:lnTo>
                    <a:pt x="347" y="99"/>
                  </a:lnTo>
                  <a:lnTo>
                    <a:pt x="347" y="95"/>
                  </a:lnTo>
                  <a:lnTo>
                    <a:pt x="347" y="92"/>
                  </a:lnTo>
                  <a:lnTo>
                    <a:pt x="349" y="84"/>
                  </a:lnTo>
                  <a:lnTo>
                    <a:pt x="347" y="78"/>
                  </a:lnTo>
                  <a:lnTo>
                    <a:pt x="347" y="76"/>
                  </a:lnTo>
                  <a:lnTo>
                    <a:pt x="347" y="76"/>
                  </a:lnTo>
                  <a:lnTo>
                    <a:pt x="345" y="75"/>
                  </a:lnTo>
                  <a:lnTo>
                    <a:pt x="345" y="75"/>
                  </a:lnTo>
                  <a:lnTo>
                    <a:pt x="343" y="76"/>
                  </a:lnTo>
                  <a:lnTo>
                    <a:pt x="342" y="78"/>
                  </a:lnTo>
                  <a:lnTo>
                    <a:pt x="342" y="78"/>
                  </a:lnTo>
                  <a:lnTo>
                    <a:pt x="342" y="78"/>
                  </a:lnTo>
                  <a:lnTo>
                    <a:pt x="340" y="78"/>
                  </a:lnTo>
                  <a:lnTo>
                    <a:pt x="340" y="76"/>
                  </a:lnTo>
                  <a:lnTo>
                    <a:pt x="340" y="76"/>
                  </a:lnTo>
                  <a:lnTo>
                    <a:pt x="340" y="75"/>
                  </a:lnTo>
                  <a:lnTo>
                    <a:pt x="340" y="75"/>
                  </a:lnTo>
                  <a:lnTo>
                    <a:pt x="342" y="71"/>
                  </a:lnTo>
                  <a:lnTo>
                    <a:pt x="342" y="71"/>
                  </a:lnTo>
                  <a:lnTo>
                    <a:pt x="342" y="69"/>
                  </a:lnTo>
                  <a:lnTo>
                    <a:pt x="342" y="69"/>
                  </a:lnTo>
                  <a:lnTo>
                    <a:pt x="340" y="67"/>
                  </a:lnTo>
                  <a:lnTo>
                    <a:pt x="342" y="67"/>
                  </a:lnTo>
                  <a:lnTo>
                    <a:pt x="342" y="65"/>
                  </a:lnTo>
                  <a:lnTo>
                    <a:pt x="342" y="65"/>
                  </a:lnTo>
                  <a:lnTo>
                    <a:pt x="345" y="61"/>
                  </a:lnTo>
                  <a:lnTo>
                    <a:pt x="345" y="61"/>
                  </a:lnTo>
                  <a:lnTo>
                    <a:pt x="345" y="59"/>
                  </a:lnTo>
                  <a:lnTo>
                    <a:pt x="347" y="59"/>
                  </a:lnTo>
                  <a:lnTo>
                    <a:pt x="347" y="57"/>
                  </a:lnTo>
                  <a:lnTo>
                    <a:pt x="347" y="57"/>
                  </a:lnTo>
                  <a:lnTo>
                    <a:pt x="345" y="54"/>
                  </a:lnTo>
                  <a:lnTo>
                    <a:pt x="345" y="54"/>
                  </a:lnTo>
                  <a:lnTo>
                    <a:pt x="345" y="52"/>
                  </a:lnTo>
                  <a:lnTo>
                    <a:pt x="343" y="52"/>
                  </a:lnTo>
                  <a:lnTo>
                    <a:pt x="343" y="50"/>
                  </a:lnTo>
                  <a:lnTo>
                    <a:pt x="343" y="50"/>
                  </a:lnTo>
                  <a:lnTo>
                    <a:pt x="342" y="50"/>
                  </a:lnTo>
                  <a:lnTo>
                    <a:pt x="342" y="50"/>
                  </a:lnTo>
                  <a:lnTo>
                    <a:pt x="340" y="50"/>
                  </a:lnTo>
                  <a:lnTo>
                    <a:pt x="340" y="52"/>
                  </a:lnTo>
                  <a:lnTo>
                    <a:pt x="340" y="52"/>
                  </a:lnTo>
                  <a:lnTo>
                    <a:pt x="338" y="52"/>
                  </a:lnTo>
                  <a:lnTo>
                    <a:pt x="338" y="52"/>
                  </a:lnTo>
                  <a:lnTo>
                    <a:pt x="338" y="52"/>
                  </a:lnTo>
                  <a:lnTo>
                    <a:pt x="338" y="52"/>
                  </a:lnTo>
                  <a:lnTo>
                    <a:pt x="338" y="54"/>
                  </a:lnTo>
                  <a:lnTo>
                    <a:pt x="338" y="54"/>
                  </a:lnTo>
                  <a:lnTo>
                    <a:pt x="338" y="57"/>
                  </a:lnTo>
                  <a:lnTo>
                    <a:pt x="338" y="57"/>
                  </a:lnTo>
                  <a:lnTo>
                    <a:pt x="338" y="57"/>
                  </a:lnTo>
                  <a:lnTo>
                    <a:pt x="338" y="57"/>
                  </a:lnTo>
                  <a:lnTo>
                    <a:pt x="338" y="57"/>
                  </a:lnTo>
                  <a:lnTo>
                    <a:pt x="336" y="57"/>
                  </a:lnTo>
                  <a:lnTo>
                    <a:pt x="330" y="56"/>
                  </a:lnTo>
                  <a:lnTo>
                    <a:pt x="330" y="56"/>
                  </a:lnTo>
                  <a:lnTo>
                    <a:pt x="328" y="56"/>
                  </a:lnTo>
                  <a:lnTo>
                    <a:pt x="328" y="56"/>
                  </a:lnTo>
                  <a:lnTo>
                    <a:pt x="326" y="56"/>
                  </a:lnTo>
                  <a:lnTo>
                    <a:pt x="326" y="56"/>
                  </a:lnTo>
                  <a:lnTo>
                    <a:pt x="324" y="56"/>
                  </a:lnTo>
                  <a:lnTo>
                    <a:pt x="324" y="56"/>
                  </a:lnTo>
                  <a:lnTo>
                    <a:pt x="323" y="54"/>
                  </a:lnTo>
                  <a:lnTo>
                    <a:pt x="323" y="54"/>
                  </a:lnTo>
                  <a:lnTo>
                    <a:pt x="321" y="52"/>
                  </a:lnTo>
                  <a:lnTo>
                    <a:pt x="321" y="48"/>
                  </a:lnTo>
                  <a:lnTo>
                    <a:pt x="319" y="46"/>
                  </a:lnTo>
                  <a:lnTo>
                    <a:pt x="319" y="46"/>
                  </a:lnTo>
                  <a:lnTo>
                    <a:pt x="319" y="44"/>
                  </a:lnTo>
                  <a:lnTo>
                    <a:pt x="319" y="44"/>
                  </a:lnTo>
                  <a:lnTo>
                    <a:pt x="321" y="40"/>
                  </a:lnTo>
                  <a:lnTo>
                    <a:pt x="321" y="40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19" y="35"/>
                  </a:lnTo>
                  <a:lnTo>
                    <a:pt x="317" y="33"/>
                  </a:lnTo>
                  <a:lnTo>
                    <a:pt x="303" y="21"/>
                  </a:lnTo>
                  <a:lnTo>
                    <a:pt x="303" y="18"/>
                  </a:lnTo>
                  <a:lnTo>
                    <a:pt x="302" y="18"/>
                  </a:lnTo>
                  <a:lnTo>
                    <a:pt x="302" y="16"/>
                  </a:lnTo>
                  <a:lnTo>
                    <a:pt x="302" y="14"/>
                  </a:lnTo>
                  <a:lnTo>
                    <a:pt x="302" y="12"/>
                  </a:lnTo>
                  <a:lnTo>
                    <a:pt x="302" y="8"/>
                  </a:lnTo>
                  <a:lnTo>
                    <a:pt x="302" y="8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296" y="4"/>
                  </a:lnTo>
                  <a:lnTo>
                    <a:pt x="296" y="2"/>
                  </a:lnTo>
                  <a:lnTo>
                    <a:pt x="294" y="2"/>
                  </a:lnTo>
                  <a:lnTo>
                    <a:pt x="294" y="2"/>
                  </a:lnTo>
                  <a:lnTo>
                    <a:pt x="288" y="0"/>
                  </a:lnTo>
                  <a:lnTo>
                    <a:pt x="284" y="0"/>
                  </a:lnTo>
                  <a:lnTo>
                    <a:pt x="282" y="0"/>
                  </a:lnTo>
                  <a:lnTo>
                    <a:pt x="282" y="4"/>
                  </a:lnTo>
                  <a:lnTo>
                    <a:pt x="281" y="6"/>
                  </a:lnTo>
                  <a:lnTo>
                    <a:pt x="281" y="6"/>
                  </a:lnTo>
                  <a:lnTo>
                    <a:pt x="277" y="8"/>
                  </a:lnTo>
                  <a:lnTo>
                    <a:pt x="277" y="10"/>
                  </a:lnTo>
                  <a:lnTo>
                    <a:pt x="277" y="10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5" y="14"/>
                  </a:lnTo>
                  <a:lnTo>
                    <a:pt x="273" y="18"/>
                  </a:lnTo>
                  <a:lnTo>
                    <a:pt x="273" y="19"/>
                  </a:lnTo>
                  <a:lnTo>
                    <a:pt x="273" y="19"/>
                  </a:lnTo>
                  <a:lnTo>
                    <a:pt x="271" y="19"/>
                  </a:lnTo>
                  <a:lnTo>
                    <a:pt x="269" y="19"/>
                  </a:lnTo>
                  <a:lnTo>
                    <a:pt x="267" y="21"/>
                  </a:lnTo>
                  <a:lnTo>
                    <a:pt x="265" y="21"/>
                  </a:lnTo>
                  <a:lnTo>
                    <a:pt x="263" y="23"/>
                  </a:lnTo>
                  <a:lnTo>
                    <a:pt x="262" y="23"/>
                  </a:lnTo>
                  <a:lnTo>
                    <a:pt x="262" y="23"/>
                  </a:lnTo>
                  <a:lnTo>
                    <a:pt x="256" y="23"/>
                  </a:lnTo>
                  <a:lnTo>
                    <a:pt x="254" y="21"/>
                  </a:lnTo>
                  <a:lnTo>
                    <a:pt x="250" y="23"/>
                  </a:lnTo>
                  <a:lnTo>
                    <a:pt x="250" y="23"/>
                  </a:lnTo>
                  <a:lnTo>
                    <a:pt x="246" y="21"/>
                  </a:lnTo>
                  <a:lnTo>
                    <a:pt x="244" y="21"/>
                  </a:lnTo>
                  <a:lnTo>
                    <a:pt x="242" y="19"/>
                  </a:lnTo>
                  <a:lnTo>
                    <a:pt x="239" y="16"/>
                  </a:lnTo>
                  <a:lnTo>
                    <a:pt x="235" y="14"/>
                  </a:lnTo>
                  <a:lnTo>
                    <a:pt x="233" y="16"/>
                  </a:lnTo>
                  <a:lnTo>
                    <a:pt x="233" y="16"/>
                  </a:lnTo>
                  <a:lnTo>
                    <a:pt x="233" y="18"/>
                  </a:lnTo>
                  <a:lnTo>
                    <a:pt x="233" y="19"/>
                  </a:lnTo>
                  <a:lnTo>
                    <a:pt x="233" y="19"/>
                  </a:lnTo>
                  <a:lnTo>
                    <a:pt x="231" y="21"/>
                  </a:lnTo>
                  <a:lnTo>
                    <a:pt x="229" y="23"/>
                  </a:lnTo>
                  <a:lnTo>
                    <a:pt x="227" y="23"/>
                  </a:lnTo>
                  <a:lnTo>
                    <a:pt x="223" y="23"/>
                  </a:lnTo>
                  <a:lnTo>
                    <a:pt x="222" y="25"/>
                  </a:lnTo>
                  <a:lnTo>
                    <a:pt x="222" y="25"/>
                  </a:lnTo>
                  <a:lnTo>
                    <a:pt x="222" y="27"/>
                  </a:lnTo>
                  <a:lnTo>
                    <a:pt x="222" y="29"/>
                  </a:lnTo>
                  <a:lnTo>
                    <a:pt x="222" y="29"/>
                  </a:lnTo>
                  <a:lnTo>
                    <a:pt x="220" y="31"/>
                  </a:lnTo>
                  <a:lnTo>
                    <a:pt x="218" y="33"/>
                  </a:lnTo>
                  <a:lnTo>
                    <a:pt x="212" y="33"/>
                  </a:lnTo>
                  <a:lnTo>
                    <a:pt x="212" y="35"/>
                  </a:lnTo>
                  <a:lnTo>
                    <a:pt x="210" y="37"/>
                  </a:lnTo>
                  <a:lnTo>
                    <a:pt x="210" y="37"/>
                  </a:lnTo>
                  <a:lnTo>
                    <a:pt x="206" y="37"/>
                  </a:lnTo>
                  <a:lnTo>
                    <a:pt x="199" y="37"/>
                  </a:lnTo>
                  <a:lnTo>
                    <a:pt x="185" y="35"/>
                  </a:lnTo>
                  <a:lnTo>
                    <a:pt x="183" y="35"/>
                  </a:lnTo>
                  <a:lnTo>
                    <a:pt x="180" y="35"/>
                  </a:lnTo>
                  <a:lnTo>
                    <a:pt x="170" y="35"/>
                  </a:lnTo>
                  <a:lnTo>
                    <a:pt x="168" y="35"/>
                  </a:lnTo>
                  <a:lnTo>
                    <a:pt x="162" y="31"/>
                  </a:lnTo>
                  <a:lnTo>
                    <a:pt x="161" y="31"/>
                  </a:lnTo>
                  <a:lnTo>
                    <a:pt x="155" y="31"/>
                  </a:lnTo>
                  <a:lnTo>
                    <a:pt x="153" y="31"/>
                  </a:lnTo>
                  <a:lnTo>
                    <a:pt x="147" y="33"/>
                  </a:lnTo>
                  <a:lnTo>
                    <a:pt x="145" y="35"/>
                  </a:lnTo>
                  <a:lnTo>
                    <a:pt x="143" y="35"/>
                  </a:lnTo>
                  <a:lnTo>
                    <a:pt x="140" y="35"/>
                  </a:lnTo>
                  <a:lnTo>
                    <a:pt x="138" y="31"/>
                  </a:lnTo>
                  <a:lnTo>
                    <a:pt x="134" y="27"/>
                  </a:lnTo>
                  <a:lnTo>
                    <a:pt x="132" y="25"/>
                  </a:lnTo>
                  <a:lnTo>
                    <a:pt x="128" y="25"/>
                  </a:lnTo>
                  <a:lnTo>
                    <a:pt x="126" y="27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31"/>
                  </a:lnTo>
                  <a:lnTo>
                    <a:pt x="126" y="31"/>
                  </a:lnTo>
                  <a:lnTo>
                    <a:pt x="128" y="33"/>
                  </a:lnTo>
                  <a:lnTo>
                    <a:pt x="130" y="38"/>
                  </a:lnTo>
                  <a:lnTo>
                    <a:pt x="132" y="42"/>
                  </a:lnTo>
                  <a:lnTo>
                    <a:pt x="132" y="44"/>
                  </a:lnTo>
                  <a:lnTo>
                    <a:pt x="132" y="46"/>
                  </a:lnTo>
                  <a:lnTo>
                    <a:pt x="130" y="46"/>
                  </a:lnTo>
                  <a:lnTo>
                    <a:pt x="130" y="48"/>
                  </a:lnTo>
                  <a:lnTo>
                    <a:pt x="128" y="50"/>
                  </a:lnTo>
                  <a:lnTo>
                    <a:pt x="128" y="50"/>
                  </a:lnTo>
                  <a:lnTo>
                    <a:pt x="126" y="50"/>
                  </a:lnTo>
                  <a:lnTo>
                    <a:pt x="126" y="52"/>
                  </a:lnTo>
                  <a:lnTo>
                    <a:pt x="124" y="56"/>
                  </a:lnTo>
                  <a:lnTo>
                    <a:pt x="124" y="56"/>
                  </a:lnTo>
                  <a:lnTo>
                    <a:pt x="124" y="57"/>
                  </a:lnTo>
                  <a:lnTo>
                    <a:pt x="122" y="57"/>
                  </a:lnTo>
                  <a:lnTo>
                    <a:pt x="122" y="57"/>
                  </a:lnTo>
                  <a:lnTo>
                    <a:pt x="122" y="59"/>
                  </a:lnTo>
                  <a:lnTo>
                    <a:pt x="124" y="61"/>
                  </a:lnTo>
                  <a:lnTo>
                    <a:pt x="124" y="63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28" y="67"/>
                  </a:lnTo>
                  <a:lnTo>
                    <a:pt x="128" y="65"/>
                  </a:lnTo>
                  <a:lnTo>
                    <a:pt x="132" y="63"/>
                  </a:lnTo>
                  <a:lnTo>
                    <a:pt x="134" y="63"/>
                  </a:lnTo>
                  <a:lnTo>
                    <a:pt x="136" y="61"/>
                  </a:lnTo>
                  <a:lnTo>
                    <a:pt x="138" y="59"/>
                  </a:lnTo>
                  <a:lnTo>
                    <a:pt x="138" y="59"/>
                  </a:lnTo>
                  <a:lnTo>
                    <a:pt x="140" y="61"/>
                  </a:lnTo>
                  <a:lnTo>
                    <a:pt x="141" y="61"/>
                  </a:lnTo>
                  <a:lnTo>
                    <a:pt x="147" y="63"/>
                  </a:lnTo>
                  <a:lnTo>
                    <a:pt x="151" y="63"/>
                  </a:lnTo>
                  <a:lnTo>
                    <a:pt x="153" y="65"/>
                  </a:lnTo>
                  <a:lnTo>
                    <a:pt x="157" y="67"/>
                  </a:lnTo>
                  <a:lnTo>
                    <a:pt x="159" y="73"/>
                  </a:lnTo>
                  <a:lnTo>
                    <a:pt x="161" y="75"/>
                  </a:lnTo>
                  <a:lnTo>
                    <a:pt x="161" y="75"/>
                  </a:lnTo>
                  <a:lnTo>
                    <a:pt x="162" y="75"/>
                  </a:lnTo>
                  <a:lnTo>
                    <a:pt x="162" y="75"/>
                  </a:lnTo>
                  <a:lnTo>
                    <a:pt x="162" y="76"/>
                  </a:lnTo>
                  <a:lnTo>
                    <a:pt x="164" y="78"/>
                  </a:lnTo>
                  <a:lnTo>
                    <a:pt x="164" y="78"/>
                  </a:lnTo>
                  <a:lnTo>
                    <a:pt x="170" y="76"/>
                  </a:lnTo>
                  <a:lnTo>
                    <a:pt x="170" y="76"/>
                  </a:lnTo>
                  <a:lnTo>
                    <a:pt x="172" y="78"/>
                  </a:lnTo>
                  <a:lnTo>
                    <a:pt x="174" y="78"/>
                  </a:lnTo>
                  <a:lnTo>
                    <a:pt x="176" y="82"/>
                  </a:lnTo>
                  <a:lnTo>
                    <a:pt x="178" y="84"/>
                  </a:lnTo>
                  <a:lnTo>
                    <a:pt x="178" y="86"/>
                  </a:lnTo>
                  <a:lnTo>
                    <a:pt x="176" y="94"/>
                  </a:lnTo>
                  <a:lnTo>
                    <a:pt x="176" y="97"/>
                  </a:lnTo>
                  <a:lnTo>
                    <a:pt x="176" y="99"/>
                  </a:lnTo>
                  <a:lnTo>
                    <a:pt x="174" y="103"/>
                  </a:lnTo>
                  <a:lnTo>
                    <a:pt x="172" y="105"/>
                  </a:lnTo>
                  <a:lnTo>
                    <a:pt x="170" y="105"/>
                  </a:lnTo>
                  <a:lnTo>
                    <a:pt x="168" y="103"/>
                  </a:lnTo>
                  <a:lnTo>
                    <a:pt x="166" y="105"/>
                  </a:lnTo>
                  <a:lnTo>
                    <a:pt x="162" y="107"/>
                  </a:lnTo>
                  <a:lnTo>
                    <a:pt x="157" y="109"/>
                  </a:lnTo>
                  <a:lnTo>
                    <a:pt x="155" y="111"/>
                  </a:lnTo>
                  <a:lnTo>
                    <a:pt x="155" y="113"/>
                  </a:lnTo>
                  <a:lnTo>
                    <a:pt x="155" y="114"/>
                  </a:lnTo>
                  <a:lnTo>
                    <a:pt x="155" y="118"/>
                  </a:lnTo>
                  <a:lnTo>
                    <a:pt x="155" y="120"/>
                  </a:lnTo>
                  <a:lnTo>
                    <a:pt x="151" y="124"/>
                  </a:lnTo>
                  <a:lnTo>
                    <a:pt x="147" y="126"/>
                  </a:lnTo>
                  <a:lnTo>
                    <a:pt x="145" y="128"/>
                  </a:lnTo>
                  <a:lnTo>
                    <a:pt x="143" y="128"/>
                  </a:lnTo>
                  <a:lnTo>
                    <a:pt x="141" y="130"/>
                  </a:lnTo>
                  <a:lnTo>
                    <a:pt x="140" y="132"/>
                  </a:lnTo>
                  <a:lnTo>
                    <a:pt x="140" y="134"/>
                  </a:lnTo>
                  <a:lnTo>
                    <a:pt x="140" y="135"/>
                  </a:lnTo>
                  <a:lnTo>
                    <a:pt x="141" y="139"/>
                  </a:lnTo>
                  <a:lnTo>
                    <a:pt x="140" y="141"/>
                  </a:lnTo>
                  <a:lnTo>
                    <a:pt x="138" y="143"/>
                  </a:lnTo>
                  <a:lnTo>
                    <a:pt x="138" y="145"/>
                  </a:lnTo>
                  <a:lnTo>
                    <a:pt x="140" y="147"/>
                  </a:lnTo>
                  <a:lnTo>
                    <a:pt x="140" y="149"/>
                  </a:lnTo>
                  <a:lnTo>
                    <a:pt x="138" y="149"/>
                  </a:lnTo>
                  <a:lnTo>
                    <a:pt x="136" y="149"/>
                  </a:lnTo>
                  <a:lnTo>
                    <a:pt x="130" y="153"/>
                  </a:lnTo>
                  <a:lnTo>
                    <a:pt x="128" y="154"/>
                  </a:lnTo>
                  <a:lnTo>
                    <a:pt x="128" y="156"/>
                  </a:lnTo>
                  <a:lnTo>
                    <a:pt x="128" y="158"/>
                  </a:lnTo>
                  <a:lnTo>
                    <a:pt x="128" y="160"/>
                  </a:lnTo>
                  <a:lnTo>
                    <a:pt x="126" y="160"/>
                  </a:lnTo>
                  <a:lnTo>
                    <a:pt x="124" y="160"/>
                  </a:lnTo>
                  <a:lnTo>
                    <a:pt x="122" y="162"/>
                  </a:lnTo>
                  <a:lnTo>
                    <a:pt x="121" y="162"/>
                  </a:lnTo>
                  <a:lnTo>
                    <a:pt x="119" y="162"/>
                  </a:lnTo>
                  <a:lnTo>
                    <a:pt x="115" y="164"/>
                  </a:lnTo>
                  <a:lnTo>
                    <a:pt x="113" y="166"/>
                  </a:lnTo>
                  <a:lnTo>
                    <a:pt x="113" y="168"/>
                  </a:lnTo>
                  <a:lnTo>
                    <a:pt x="111" y="168"/>
                  </a:lnTo>
                  <a:lnTo>
                    <a:pt x="109" y="170"/>
                  </a:lnTo>
                  <a:lnTo>
                    <a:pt x="107" y="170"/>
                  </a:lnTo>
                  <a:lnTo>
                    <a:pt x="107" y="170"/>
                  </a:lnTo>
                  <a:lnTo>
                    <a:pt x="105" y="170"/>
                  </a:lnTo>
                  <a:lnTo>
                    <a:pt x="103" y="166"/>
                  </a:lnTo>
                  <a:lnTo>
                    <a:pt x="103" y="166"/>
                  </a:lnTo>
                  <a:lnTo>
                    <a:pt x="101" y="164"/>
                  </a:lnTo>
                  <a:lnTo>
                    <a:pt x="100" y="164"/>
                  </a:lnTo>
                  <a:lnTo>
                    <a:pt x="98" y="166"/>
                  </a:lnTo>
                  <a:lnTo>
                    <a:pt x="96" y="168"/>
                  </a:lnTo>
                  <a:lnTo>
                    <a:pt x="94" y="168"/>
                  </a:lnTo>
                  <a:lnTo>
                    <a:pt x="92" y="170"/>
                  </a:lnTo>
                  <a:lnTo>
                    <a:pt x="90" y="170"/>
                  </a:lnTo>
                  <a:lnTo>
                    <a:pt x="88" y="170"/>
                  </a:lnTo>
                  <a:lnTo>
                    <a:pt x="88" y="170"/>
                  </a:lnTo>
                  <a:lnTo>
                    <a:pt x="86" y="168"/>
                  </a:lnTo>
                  <a:lnTo>
                    <a:pt x="86" y="166"/>
                  </a:lnTo>
                  <a:lnTo>
                    <a:pt x="86" y="166"/>
                  </a:lnTo>
                  <a:lnTo>
                    <a:pt x="84" y="166"/>
                  </a:lnTo>
                  <a:lnTo>
                    <a:pt x="84" y="168"/>
                  </a:lnTo>
                  <a:lnTo>
                    <a:pt x="81" y="172"/>
                  </a:lnTo>
                  <a:lnTo>
                    <a:pt x="79" y="173"/>
                  </a:lnTo>
                  <a:lnTo>
                    <a:pt x="79" y="177"/>
                  </a:lnTo>
                  <a:lnTo>
                    <a:pt x="81" y="181"/>
                  </a:lnTo>
                  <a:lnTo>
                    <a:pt x="79" y="183"/>
                  </a:lnTo>
                  <a:lnTo>
                    <a:pt x="79" y="185"/>
                  </a:lnTo>
                  <a:lnTo>
                    <a:pt x="77" y="189"/>
                  </a:lnTo>
                  <a:lnTo>
                    <a:pt x="73" y="191"/>
                  </a:lnTo>
                  <a:lnTo>
                    <a:pt x="73" y="192"/>
                  </a:lnTo>
                  <a:lnTo>
                    <a:pt x="71" y="192"/>
                  </a:lnTo>
                  <a:lnTo>
                    <a:pt x="71" y="194"/>
                  </a:lnTo>
                  <a:lnTo>
                    <a:pt x="71" y="200"/>
                  </a:lnTo>
                  <a:lnTo>
                    <a:pt x="69" y="202"/>
                  </a:lnTo>
                  <a:lnTo>
                    <a:pt x="69" y="202"/>
                  </a:lnTo>
                  <a:lnTo>
                    <a:pt x="67" y="202"/>
                  </a:lnTo>
                  <a:lnTo>
                    <a:pt x="67" y="202"/>
                  </a:lnTo>
                  <a:lnTo>
                    <a:pt x="67" y="204"/>
                  </a:lnTo>
                  <a:lnTo>
                    <a:pt x="67" y="206"/>
                  </a:lnTo>
                  <a:lnTo>
                    <a:pt x="69" y="206"/>
                  </a:lnTo>
                  <a:lnTo>
                    <a:pt x="69" y="208"/>
                  </a:lnTo>
                  <a:lnTo>
                    <a:pt x="67" y="210"/>
                  </a:lnTo>
                  <a:lnTo>
                    <a:pt x="67" y="210"/>
                  </a:lnTo>
                  <a:lnTo>
                    <a:pt x="65" y="210"/>
                  </a:lnTo>
                  <a:lnTo>
                    <a:pt x="63" y="206"/>
                  </a:lnTo>
                  <a:lnTo>
                    <a:pt x="61" y="204"/>
                  </a:lnTo>
                  <a:lnTo>
                    <a:pt x="61" y="204"/>
                  </a:lnTo>
                  <a:lnTo>
                    <a:pt x="60" y="206"/>
                  </a:lnTo>
                  <a:lnTo>
                    <a:pt x="58" y="208"/>
                  </a:lnTo>
                  <a:lnTo>
                    <a:pt x="54" y="217"/>
                  </a:lnTo>
                  <a:lnTo>
                    <a:pt x="54" y="219"/>
                  </a:lnTo>
                  <a:lnTo>
                    <a:pt x="52" y="223"/>
                  </a:lnTo>
                  <a:lnTo>
                    <a:pt x="54" y="229"/>
                  </a:lnTo>
                  <a:lnTo>
                    <a:pt x="52" y="234"/>
                  </a:lnTo>
                  <a:lnTo>
                    <a:pt x="50" y="236"/>
                  </a:lnTo>
                  <a:lnTo>
                    <a:pt x="48" y="238"/>
                  </a:lnTo>
                  <a:lnTo>
                    <a:pt x="46" y="238"/>
                  </a:lnTo>
                  <a:lnTo>
                    <a:pt x="44" y="240"/>
                  </a:lnTo>
                  <a:lnTo>
                    <a:pt x="42" y="242"/>
                  </a:lnTo>
                  <a:lnTo>
                    <a:pt x="42" y="251"/>
                  </a:lnTo>
                  <a:lnTo>
                    <a:pt x="42" y="253"/>
                  </a:lnTo>
                  <a:lnTo>
                    <a:pt x="42" y="255"/>
                  </a:lnTo>
                  <a:lnTo>
                    <a:pt x="42" y="265"/>
                  </a:lnTo>
                  <a:lnTo>
                    <a:pt x="42" y="267"/>
                  </a:lnTo>
                  <a:lnTo>
                    <a:pt x="40" y="270"/>
                  </a:lnTo>
                  <a:lnTo>
                    <a:pt x="40" y="274"/>
                  </a:lnTo>
                  <a:lnTo>
                    <a:pt x="39" y="278"/>
                  </a:lnTo>
                  <a:lnTo>
                    <a:pt x="39" y="284"/>
                  </a:lnTo>
                  <a:lnTo>
                    <a:pt x="37" y="286"/>
                  </a:lnTo>
                  <a:lnTo>
                    <a:pt x="35" y="288"/>
                  </a:lnTo>
                  <a:lnTo>
                    <a:pt x="33" y="289"/>
                  </a:lnTo>
                  <a:lnTo>
                    <a:pt x="27" y="293"/>
                  </a:lnTo>
                  <a:lnTo>
                    <a:pt x="21" y="297"/>
                  </a:lnTo>
                  <a:lnTo>
                    <a:pt x="20" y="297"/>
                  </a:lnTo>
                  <a:lnTo>
                    <a:pt x="20" y="299"/>
                  </a:lnTo>
                  <a:lnTo>
                    <a:pt x="18" y="299"/>
                  </a:lnTo>
                  <a:lnTo>
                    <a:pt x="18" y="301"/>
                  </a:lnTo>
                  <a:lnTo>
                    <a:pt x="18" y="307"/>
                  </a:lnTo>
                  <a:lnTo>
                    <a:pt x="16" y="310"/>
                  </a:lnTo>
                  <a:lnTo>
                    <a:pt x="16" y="312"/>
                  </a:lnTo>
                  <a:lnTo>
                    <a:pt x="16" y="312"/>
                  </a:lnTo>
                  <a:lnTo>
                    <a:pt x="16" y="316"/>
                  </a:lnTo>
                  <a:lnTo>
                    <a:pt x="18" y="318"/>
                  </a:lnTo>
                  <a:lnTo>
                    <a:pt x="18" y="318"/>
                  </a:lnTo>
                  <a:lnTo>
                    <a:pt x="20" y="318"/>
                  </a:lnTo>
                  <a:lnTo>
                    <a:pt x="20" y="320"/>
                  </a:lnTo>
                  <a:lnTo>
                    <a:pt x="20" y="320"/>
                  </a:lnTo>
                  <a:lnTo>
                    <a:pt x="21" y="320"/>
                  </a:lnTo>
                  <a:lnTo>
                    <a:pt x="21" y="320"/>
                  </a:lnTo>
                  <a:lnTo>
                    <a:pt x="21" y="320"/>
                  </a:lnTo>
                  <a:lnTo>
                    <a:pt x="23" y="320"/>
                  </a:lnTo>
                  <a:lnTo>
                    <a:pt x="25" y="320"/>
                  </a:lnTo>
                  <a:lnTo>
                    <a:pt x="25" y="320"/>
                  </a:lnTo>
                  <a:lnTo>
                    <a:pt x="25" y="320"/>
                  </a:lnTo>
                  <a:lnTo>
                    <a:pt x="27" y="320"/>
                  </a:lnTo>
                  <a:lnTo>
                    <a:pt x="27" y="322"/>
                  </a:lnTo>
                  <a:lnTo>
                    <a:pt x="27" y="322"/>
                  </a:lnTo>
                  <a:lnTo>
                    <a:pt x="27" y="324"/>
                  </a:lnTo>
                  <a:lnTo>
                    <a:pt x="27" y="326"/>
                  </a:lnTo>
                  <a:lnTo>
                    <a:pt x="27" y="335"/>
                  </a:lnTo>
                  <a:lnTo>
                    <a:pt x="29" y="343"/>
                  </a:lnTo>
                  <a:lnTo>
                    <a:pt x="29" y="345"/>
                  </a:lnTo>
                  <a:lnTo>
                    <a:pt x="27" y="345"/>
                  </a:lnTo>
                  <a:lnTo>
                    <a:pt x="27" y="347"/>
                  </a:lnTo>
                  <a:lnTo>
                    <a:pt x="23" y="348"/>
                  </a:lnTo>
                  <a:lnTo>
                    <a:pt x="23" y="348"/>
                  </a:lnTo>
                  <a:lnTo>
                    <a:pt x="21" y="348"/>
                  </a:lnTo>
                  <a:lnTo>
                    <a:pt x="21" y="350"/>
                  </a:lnTo>
                  <a:lnTo>
                    <a:pt x="21" y="352"/>
                  </a:lnTo>
                  <a:lnTo>
                    <a:pt x="21" y="352"/>
                  </a:lnTo>
                  <a:lnTo>
                    <a:pt x="21" y="352"/>
                  </a:lnTo>
                  <a:lnTo>
                    <a:pt x="21" y="354"/>
                  </a:lnTo>
                  <a:lnTo>
                    <a:pt x="23" y="354"/>
                  </a:lnTo>
                  <a:lnTo>
                    <a:pt x="23" y="354"/>
                  </a:lnTo>
                  <a:lnTo>
                    <a:pt x="23" y="354"/>
                  </a:lnTo>
                  <a:lnTo>
                    <a:pt x="25" y="354"/>
                  </a:lnTo>
                  <a:lnTo>
                    <a:pt x="27" y="352"/>
                  </a:lnTo>
                  <a:lnTo>
                    <a:pt x="27" y="350"/>
                  </a:lnTo>
                  <a:lnTo>
                    <a:pt x="29" y="350"/>
                  </a:lnTo>
                  <a:lnTo>
                    <a:pt x="29" y="350"/>
                  </a:lnTo>
                  <a:lnTo>
                    <a:pt x="29" y="350"/>
                  </a:lnTo>
                  <a:lnTo>
                    <a:pt x="31" y="352"/>
                  </a:lnTo>
                  <a:lnTo>
                    <a:pt x="33" y="352"/>
                  </a:lnTo>
                  <a:lnTo>
                    <a:pt x="33" y="352"/>
                  </a:lnTo>
                  <a:lnTo>
                    <a:pt x="33" y="352"/>
                  </a:lnTo>
                  <a:lnTo>
                    <a:pt x="33" y="352"/>
                  </a:lnTo>
                  <a:lnTo>
                    <a:pt x="33" y="354"/>
                  </a:lnTo>
                  <a:lnTo>
                    <a:pt x="33" y="354"/>
                  </a:lnTo>
                  <a:lnTo>
                    <a:pt x="33" y="358"/>
                  </a:lnTo>
                  <a:lnTo>
                    <a:pt x="33" y="360"/>
                  </a:lnTo>
                  <a:lnTo>
                    <a:pt x="33" y="360"/>
                  </a:lnTo>
                  <a:lnTo>
                    <a:pt x="35" y="360"/>
                  </a:lnTo>
                  <a:lnTo>
                    <a:pt x="35" y="362"/>
                  </a:lnTo>
                  <a:lnTo>
                    <a:pt x="35" y="362"/>
                  </a:lnTo>
                  <a:lnTo>
                    <a:pt x="33" y="364"/>
                  </a:lnTo>
                  <a:lnTo>
                    <a:pt x="33" y="366"/>
                  </a:lnTo>
                  <a:lnTo>
                    <a:pt x="33" y="366"/>
                  </a:lnTo>
                  <a:lnTo>
                    <a:pt x="33" y="371"/>
                  </a:lnTo>
                  <a:lnTo>
                    <a:pt x="33" y="373"/>
                  </a:lnTo>
                  <a:lnTo>
                    <a:pt x="33" y="375"/>
                  </a:lnTo>
                  <a:lnTo>
                    <a:pt x="33" y="377"/>
                  </a:lnTo>
                  <a:lnTo>
                    <a:pt x="33" y="377"/>
                  </a:lnTo>
                  <a:lnTo>
                    <a:pt x="33" y="379"/>
                  </a:lnTo>
                  <a:lnTo>
                    <a:pt x="33" y="379"/>
                  </a:lnTo>
                  <a:lnTo>
                    <a:pt x="33" y="381"/>
                  </a:lnTo>
                  <a:lnTo>
                    <a:pt x="31" y="381"/>
                  </a:lnTo>
                  <a:lnTo>
                    <a:pt x="29" y="381"/>
                  </a:lnTo>
                  <a:lnTo>
                    <a:pt x="29" y="383"/>
                  </a:lnTo>
                  <a:lnTo>
                    <a:pt x="27" y="385"/>
                  </a:lnTo>
                  <a:lnTo>
                    <a:pt x="25" y="385"/>
                  </a:lnTo>
                  <a:lnTo>
                    <a:pt x="23" y="385"/>
                  </a:lnTo>
                  <a:lnTo>
                    <a:pt x="23" y="386"/>
                  </a:lnTo>
                  <a:lnTo>
                    <a:pt x="18" y="386"/>
                  </a:lnTo>
                  <a:lnTo>
                    <a:pt x="16" y="386"/>
                  </a:lnTo>
                  <a:lnTo>
                    <a:pt x="16" y="386"/>
                  </a:lnTo>
                  <a:lnTo>
                    <a:pt x="16" y="388"/>
                  </a:lnTo>
                  <a:lnTo>
                    <a:pt x="16" y="390"/>
                  </a:lnTo>
                  <a:lnTo>
                    <a:pt x="16" y="390"/>
                  </a:lnTo>
                  <a:lnTo>
                    <a:pt x="16" y="392"/>
                  </a:lnTo>
                  <a:lnTo>
                    <a:pt x="14" y="396"/>
                  </a:lnTo>
                  <a:lnTo>
                    <a:pt x="14" y="396"/>
                  </a:lnTo>
                  <a:lnTo>
                    <a:pt x="14" y="396"/>
                  </a:lnTo>
                  <a:lnTo>
                    <a:pt x="16" y="398"/>
                  </a:lnTo>
                  <a:lnTo>
                    <a:pt x="23" y="398"/>
                  </a:lnTo>
                  <a:lnTo>
                    <a:pt x="23" y="398"/>
                  </a:lnTo>
                  <a:lnTo>
                    <a:pt x="23" y="398"/>
                  </a:lnTo>
                  <a:lnTo>
                    <a:pt x="25" y="398"/>
                  </a:lnTo>
                  <a:lnTo>
                    <a:pt x="27" y="404"/>
                  </a:lnTo>
                  <a:lnTo>
                    <a:pt x="27" y="407"/>
                  </a:lnTo>
                  <a:lnTo>
                    <a:pt x="27" y="407"/>
                  </a:lnTo>
                  <a:lnTo>
                    <a:pt x="27" y="409"/>
                  </a:lnTo>
                  <a:lnTo>
                    <a:pt x="27" y="409"/>
                  </a:lnTo>
                  <a:lnTo>
                    <a:pt x="25" y="411"/>
                  </a:lnTo>
                  <a:lnTo>
                    <a:pt x="25" y="417"/>
                  </a:lnTo>
                  <a:lnTo>
                    <a:pt x="25" y="419"/>
                  </a:lnTo>
                  <a:lnTo>
                    <a:pt x="25" y="419"/>
                  </a:lnTo>
                  <a:lnTo>
                    <a:pt x="25" y="419"/>
                  </a:lnTo>
                  <a:lnTo>
                    <a:pt x="23" y="419"/>
                  </a:lnTo>
                  <a:lnTo>
                    <a:pt x="23" y="419"/>
                  </a:lnTo>
                  <a:lnTo>
                    <a:pt x="21" y="419"/>
                  </a:lnTo>
                  <a:lnTo>
                    <a:pt x="20" y="417"/>
                  </a:lnTo>
                  <a:lnTo>
                    <a:pt x="18" y="417"/>
                  </a:lnTo>
                  <a:lnTo>
                    <a:pt x="18" y="417"/>
                  </a:lnTo>
                  <a:lnTo>
                    <a:pt x="18" y="419"/>
                  </a:lnTo>
                  <a:lnTo>
                    <a:pt x="16" y="421"/>
                  </a:lnTo>
                  <a:lnTo>
                    <a:pt x="16" y="421"/>
                  </a:lnTo>
                  <a:lnTo>
                    <a:pt x="16" y="423"/>
                  </a:lnTo>
                  <a:lnTo>
                    <a:pt x="16" y="423"/>
                  </a:lnTo>
                  <a:lnTo>
                    <a:pt x="16" y="423"/>
                  </a:lnTo>
                  <a:lnTo>
                    <a:pt x="16" y="423"/>
                  </a:lnTo>
                  <a:lnTo>
                    <a:pt x="18" y="423"/>
                  </a:lnTo>
                  <a:lnTo>
                    <a:pt x="20" y="424"/>
                  </a:lnTo>
                  <a:lnTo>
                    <a:pt x="20" y="424"/>
                  </a:lnTo>
                  <a:lnTo>
                    <a:pt x="21" y="424"/>
                  </a:lnTo>
                  <a:lnTo>
                    <a:pt x="21" y="426"/>
                  </a:lnTo>
                  <a:lnTo>
                    <a:pt x="20" y="426"/>
                  </a:lnTo>
                  <a:lnTo>
                    <a:pt x="20" y="426"/>
                  </a:lnTo>
                  <a:lnTo>
                    <a:pt x="20" y="428"/>
                  </a:lnTo>
                  <a:lnTo>
                    <a:pt x="20" y="428"/>
                  </a:lnTo>
                  <a:lnTo>
                    <a:pt x="20" y="428"/>
                  </a:lnTo>
                  <a:lnTo>
                    <a:pt x="18" y="430"/>
                  </a:lnTo>
                  <a:lnTo>
                    <a:pt x="16" y="430"/>
                  </a:lnTo>
                  <a:lnTo>
                    <a:pt x="14" y="430"/>
                  </a:lnTo>
                  <a:lnTo>
                    <a:pt x="14" y="432"/>
                  </a:lnTo>
                  <a:lnTo>
                    <a:pt x="14" y="432"/>
                  </a:lnTo>
                  <a:lnTo>
                    <a:pt x="14" y="432"/>
                  </a:lnTo>
                  <a:lnTo>
                    <a:pt x="14" y="434"/>
                  </a:lnTo>
                  <a:lnTo>
                    <a:pt x="16" y="434"/>
                  </a:lnTo>
                  <a:lnTo>
                    <a:pt x="18" y="434"/>
                  </a:lnTo>
                  <a:lnTo>
                    <a:pt x="20" y="434"/>
                  </a:lnTo>
                  <a:lnTo>
                    <a:pt x="20" y="434"/>
                  </a:lnTo>
                  <a:lnTo>
                    <a:pt x="21" y="434"/>
                  </a:lnTo>
                  <a:lnTo>
                    <a:pt x="21" y="434"/>
                  </a:lnTo>
                  <a:lnTo>
                    <a:pt x="21" y="434"/>
                  </a:lnTo>
                  <a:lnTo>
                    <a:pt x="21" y="434"/>
                  </a:lnTo>
                  <a:lnTo>
                    <a:pt x="21" y="432"/>
                  </a:lnTo>
                  <a:lnTo>
                    <a:pt x="21" y="432"/>
                  </a:lnTo>
                  <a:lnTo>
                    <a:pt x="21" y="432"/>
                  </a:lnTo>
                  <a:lnTo>
                    <a:pt x="21" y="432"/>
                  </a:lnTo>
                  <a:lnTo>
                    <a:pt x="21" y="430"/>
                  </a:lnTo>
                  <a:lnTo>
                    <a:pt x="21" y="430"/>
                  </a:lnTo>
                  <a:lnTo>
                    <a:pt x="23" y="430"/>
                  </a:lnTo>
                  <a:lnTo>
                    <a:pt x="23" y="430"/>
                  </a:lnTo>
                  <a:lnTo>
                    <a:pt x="25" y="430"/>
                  </a:lnTo>
                  <a:lnTo>
                    <a:pt x="25" y="430"/>
                  </a:lnTo>
                  <a:lnTo>
                    <a:pt x="25" y="430"/>
                  </a:lnTo>
                  <a:lnTo>
                    <a:pt x="27" y="432"/>
                  </a:lnTo>
                  <a:lnTo>
                    <a:pt x="27" y="436"/>
                  </a:lnTo>
                  <a:lnTo>
                    <a:pt x="27" y="438"/>
                  </a:lnTo>
                  <a:lnTo>
                    <a:pt x="29" y="438"/>
                  </a:lnTo>
                  <a:lnTo>
                    <a:pt x="31" y="440"/>
                  </a:lnTo>
                  <a:lnTo>
                    <a:pt x="31" y="440"/>
                  </a:lnTo>
                  <a:lnTo>
                    <a:pt x="35" y="440"/>
                  </a:lnTo>
                  <a:lnTo>
                    <a:pt x="37" y="442"/>
                  </a:lnTo>
                  <a:lnTo>
                    <a:pt x="37" y="442"/>
                  </a:lnTo>
                  <a:lnTo>
                    <a:pt x="37" y="442"/>
                  </a:lnTo>
                  <a:lnTo>
                    <a:pt x="39" y="444"/>
                  </a:lnTo>
                  <a:lnTo>
                    <a:pt x="39" y="449"/>
                  </a:lnTo>
                  <a:lnTo>
                    <a:pt x="40" y="449"/>
                  </a:lnTo>
                  <a:lnTo>
                    <a:pt x="40" y="451"/>
                  </a:lnTo>
                  <a:lnTo>
                    <a:pt x="42" y="451"/>
                  </a:lnTo>
                  <a:lnTo>
                    <a:pt x="46" y="453"/>
                  </a:lnTo>
                  <a:lnTo>
                    <a:pt x="48" y="453"/>
                  </a:lnTo>
                  <a:lnTo>
                    <a:pt x="50" y="455"/>
                  </a:lnTo>
                  <a:lnTo>
                    <a:pt x="52" y="455"/>
                  </a:lnTo>
                  <a:lnTo>
                    <a:pt x="52" y="455"/>
                  </a:lnTo>
                  <a:lnTo>
                    <a:pt x="52" y="455"/>
                  </a:lnTo>
                  <a:lnTo>
                    <a:pt x="54" y="457"/>
                  </a:lnTo>
                  <a:lnTo>
                    <a:pt x="54" y="459"/>
                  </a:lnTo>
                  <a:lnTo>
                    <a:pt x="58" y="461"/>
                  </a:lnTo>
                  <a:lnTo>
                    <a:pt x="58" y="463"/>
                  </a:lnTo>
                  <a:lnTo>
                    <a:pt x="60" y="464"/>
                  </a:lnTo>
                  <a:lnTo>
                    <a:pt x="58" y="464"/>
                  </a:lnTo>
                  <a:lnTo>
                    <a:pt x="58" y="466"/>
                  </a:lnTo>
                  <a:lnTo>
                    <a:pt x="58" y="468"/>
                  </a:lnTo>
                  <a:lnTo>
                    <a:pt x="56" y="468"/>
                  </a:lnTo>
                  <a:lnTo>
                    <a:pt x="54" y="468"/>
                  </a:lnTo>
                  <a:lnTo>
                    <a:pt x="52" y="468"/>
                  </a:lnTo>
                  <a:lnTo>
                    <a:pt x="52" y="470"/>
                  </a:lnTo>
                  <a:lnTo>
                    <a:pt x="50" y="470"/>
                  </a:lnTo>
                  <a:lnTo>
                    <a:pt x="50" y="470"/>
                  </a:lnTo>
                  <a:lnTo>
                    <a:pt x="50" y="472"/>
                  </a:lnTo>
                  <a:lnTo>
                    <a:pt x="52" y="474"/>
                  </a:lnTo>
                  <a:lnTo>
                    <a:pt x="52" y="476"/>
                  </a:lnTo>
                  <a:lnTo>
                    <a:pt x="52" y="476"/>
                  </a:lnTo>
                  <a:lnTo>
                    <a:pt x="52" y="478"/>
                  </a:lnTo>
                  <a:lnTo>
                    <a:pt x="48" y="480"/>
                  </a:lnTo>
                  <a:lnTo>
                    <a:pt x="46" y="480"/>
                  </a:lnTo>
                  <a:lnTo>
                    <a:pt x="44" y="482"/>
                  </a:lnTo>
                  <a:lnTo>
                    <a:pt x="44" y="482"/>
                  </a:lnTo>
                  <a:lnTo>
                    <a:pt x="42" y="483"/>
                  </a:lnTo>
                  <a:lnTo>
                    <a:pt x="42" y="483"/>
                  </a:lnTo>
                  <a:lnTo>
                    <a:pt x="42" y="483"/>
                  </a:lnTo>
                  <a:lnTo>
                    <a:pt x="40" y="482"/>
                  </a:lnTo>
                  <a:lnTo>
                    <a:pt x="40" y="480"/>
                  </a:lnTo>
                  <a:lnTo>
                    <a:pt x="39" y="478"/>
                  </a:lnTo>
                  <a:lnTo>
                    <a:pt x="37" y="478"/>
                  </a:lnTo>
                  <a:lnTo>
                    <a:pt x="35" y="478"/>
                  </a:lnTo>
                  <a:lnTo>
                    <a:pt x="33" y="478"/>
                  </a:lnTo>
                  <a:lnTo>
                    <a:pt x="31" y="476"/>
                  </a:lnTo>
                  <a:lnTo>
                    <a:pt x="31" y="472"/>
                  </a:lnTo>
                  <a:lnTo>
                    <a:pt x="29" y="470"/>
                  </a:lnTo>
                  <a:lnTo>
                    <a:pt x="27" y="472"/>
                  </a:lnTo>
                  <a:lnTo>
                    <a:pt x="25" y="472"/>
                  </a:lnTo>
                  <a:lnTo>
                    <a:pt x="25" y="474"/>
                  </a:lnTo>
                  <a:lnTo>
                    <a:pt x="23" y="476"/>
                  </a:lnTo>
                  <a:lnTo>
                    <a:pt x="23" y="476"/>
                  </a:lnTo>
                  <a:lnTo>
                    <a:pt x="21" y="476"/>
                  </a:lnTo>
                  <a:lnTo>
                    <a:pt x="20" y="478"/>
                  </a:lnTo>
                  <a:lnTo>
                    <a:pt x="20" y="478"/>
                  </a:lnTo>
                  <a:lnTo>
                    <a:pt x="18" y="482"/>
                  </a:lnTo>
                  <a:lnTo>
                    <a:pt x="18" y="483"/>
                  </a:lnTo>
                  <a:lnTo>
                    <a:pt x="16" y="483"/>
                  </a:lnTo>
                  <a:lnTo>
                    <a:pt x="14" y="483"/>
                  </a:lnTo>
                  <a:lnTo>
                    <a:pt x="14" y="485"/>
                  </a:lnTo>
                  <a:lnTo>
                    <a:pt x="12" y="487"/>
                  </a:lnTo>
                  <a:lnTo>
                    <a:pt x="10" y="495"/>
                  </a:lnTo>
                  <a:lnTo>
                    <a:pt x="10" y="497"/>
                  </a:lnTo>
                  <a:lnTo>
                    <a:pt x="10" y="499"/>
                  </a:lnTo>
                  <a:lnTo>
                    <a:pt x="8" y="501"/>
                  </a:lnTo>
                  <a:lnTo>
                    <a:pt x="2" y="508"/>
                  </a:lnTo>
                  <a:lnTo>
                    <a:pt x="0" y="512"/>
                  </a:lnTo>
                  <a:lnTo>
                    <a:pt x="0" y="514"/>
                  </a:lnTo>
                  <a:lnTo>
                    <a:pt x="2" y="518"/>
                  </a:lnTo>
                  <a:lnTo>
                    <a:pt x="8" y="523"/>
                  </a:lnTo>
                  <a:lnTo>
                    <a:pt x="8" y="525"/>
                  </a:lnTo>
                  <a:lnTo>
                    <a:pt x="6" y="527"/>
                  </a:lnTo>
                  <a:lnTo>
                    <a:pt x="0" y="531"/>
                  </a:lnTo>
                  <a:lnTo>
                    <a:pt x="0" y="531"/>
                  </a:lnTo>
                  <a:lnTo>
                    <a:pt x="0" y="533"/>
                  </a:lnTo>
                  <a:lnTo>
                    <a:pt x="0" y="535"/>
                  </a:lnTo>
                  <a:lnTo>
                    <a:pt x="0" y="535"/>
                  </a:lnTo>
                  <a:lnTo>
                    <a:pt x="0" y="537"/>
                  </a:lnTo>
                  <a:lnTo>
                    <a:pt x="2" y="537"/>
                  </a:lnTo>
                  <a:lnTo>
                    <a:pt x="2" y="537"/>
                  </a:lnTo>
                  <a:lnTo>
                    <a:pt x="4" y="539"/>
                  </a:lnTo>
                  <a:lnTo>
                    <a:pt x="4" y="539"/>
                  </a:lnTo>
                  <a:lnTo>
                    <a:pt x="4" y="541"/>
                  </a:lnTo>
                  <a:lnTo>
                    <a:pt x="4" y="541"/>
                  </a:lnTo>
                  <a:lnTo>
                    <a:pt x="4" y="542"/>
                  </a:lnTo>
                  <a:lnTo>
                    <a:pt x="6" y="544"/>
                  </a:lnTo>
                  <a:lnTo>
                    <a:pt x="6" y="544"/>
                  </a:lnTo>
                  <a:lnTo>
                    <a:pt x="6" y="546"/>
                  </a:lnTo>
                  <a:lnTo>
                    <a:pt x="8" y="546"/>
                  </a:lnTo>
                  <a:lnTo>
                    <a:pt x="8" y="548"/>
                  </a:lnTo>
                  <a:lnTo>
                    <a:pt x="8" y="548"/>
                  </a:lnTo>
                  <a:lnTo>
                    <a:pt x="10" y="548"/>
                  </a:lnTo>
                  <a:lnTo>
                    <a:pt x="10" y="548"/>
                  </a:lnTo>
                  <a:lnTo>
                    <a:pt x="10" y="546"/>
                  </a:lnTo>
                  <a:lnTo>
                    <a:pt x="12" y="546"/>
                  </a:lnTo>
                  <a:lnTo>
                    <a:pt x="12" y="548"/>
                  </a:lnTo>
                  <a:lnTo>
                    <a:pt x="12" y="548"/>
                  </a:lnTo>
                  <a:lnTo>
                    <a:pt x="14" y="550"/>
                  </a:lnTo>
                  <a:lnTo>
                    <a:pt x="16" y="548"/>
                  </a:lnTo>
                  <a:lnTo>
                    <a:pt x="20" y="548"/>
                  </a:lnTo>
                  <a:lnTo>
                    <a:pt x="21" y="548"/>
                  </a:lnTo>
                  <a:lnTo>
                    <a:pt x="21" y="548"/>
                  </a:lnTo>
                  <a:lnTo>
                    <a:pt x="23" y="550"/>
                  </a:lnTo>
                  <a:lnTo>
                    <a:pt x="25" y="550"/>
                  </a:lnTo>
                  <a:lnTo>
                    <a:pt x="27" y="552"/>
                  </a:lnTo>
                  <a:lnTo>
                    <a:pt x="27" y="552"/>
                  </a:lnTo>
                  <a:lnTo>
                    <a:pt x="29" y="554"/>
                  </a:lnTo>
                  <a:lnTo>
                    <a:pt x="35" y="560"/>
                  </a:lnTo>
                  <a:lnTo>
                    <a:pt x="35" y="561"/>
                  </a:lnTo>
                  <a:lnTo>
                    <a:pt x="37" y="563"/>
                  </a:lnTo>
                  <a:lnTo>
                    <a:pt x="39" y="565"/>
                  </a:lnTo>
                  <a:lnTo>
                    <a:pt x="40" y="567"/>
                  </a:lnTo>
                  <a:lnTo>
                    <a:pt x="40" y="567"/>
                  </a:lnTo>
                  <a:lnTo>
                    <a:pt x="42" y="569"/>
                  </a:lnTo>
                  <a:lnTo>
                    <a:pt x="42" y="573"/>
                  </a:lnTo>
                  <a:lnTo>
                    <a:pt x="44" y="579"/>
                  </a:lnTo>
                  <a:lnTo>
                    <a:pt x="46" y="580"/>
                  </a:lnTo>
                  <a:lnTo>
                    <a:pt x="48" y="582"/>
                  </a:lnTo>
                  <a:lnTo>
                    <a:pt x="48" y="582"/>
                  </a:lnTo>
                  <a:lnTo>
                    <a:pt x="46" y="584"/>
                  </a:lnTo>
                  <a:lnTo>
                    <a:pt x="46" y="584"/>
                  </a:lnTo>
                  <a:lnTo>
                    <a:pt x="44" y="584"/>
                  </a:lnTo>
                  <a:lnTo>
                    <a:pt x="44" y="586"/>
                  </a:lnTo>
                  <a:lnTo>
                    <a:pt x="44" y="586"/>
                  </a:lnTo>
                  <a:lnTo>
                    <a:pt x="42" y="588"/>
                  </a:lnTo>
                  <a:lnTo>
                    <a:pt x="42" y="588"/>
                  </a:lnTo>
                  <a:lnTo>
                    <a:pt x="44" y="590"/>
                  </a:lnTo>
                  <a:lnTo>
                    <a:pt x="44" y="590"/>
                  </a:lnTo>
                  <a:lnTo>
                    <a:pt x="46" y="590"/>
                  </a:lnTo>
                  <a:lnTo>
                    <a:pt x="48" y="590"/>
                  </a:lnTo>
                  <a:lnTo>
                    <a:pt x="48" y="590"/>
                  </a:lnTo>
                  <a:lnTo>
                    <a:pt x="50" y="590"/>
                  </a:lnTo>
                  <a:lnTo>
                    <a:pt x="50" y="590"/>
                  </a:lnTo>
                  <a:lnTo>
                    <a:pt x="50" y="590"/>
                  </a:lnTo>
                  <a:lnTo>
                    <a:pt x="50" y="588"/>
                  </a:lnTo>
                  <a:lnTo>
                    <a:pt x="50" y="586"/>
                  </a:lnTo>
                  <a:lnTo>
                    <a:pt x="52" y="586"/>
                  </a:lnTo>
                  <a:lnTo>
                    <a:pt x="52" y="586"/>
                  </a:lnTo>
                  <a:lnTo>
                    <a:pt x="52" y="586"/>
                  </a:lnTo>
                  <a:lnTo>
                    <a:pt x="54" y="586"/>
                  </a:lnTo>
                  <a:lnTo>
                    <a:pt x="54" y="586"/>
                  </a:lnTo>
                  <a:lnTo>
                    <a:pt x="54" y="588"/>
                  </a:lnTo>
                  <a:lnTo>
                    <a:pt x="54" y="588"/>
                  </a:lnTo>
                  <a:lnTo>
                    <a:pt x="54" y="590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6" y="594"/>
                  </a:lnTo>
                  <a:lnTo>
                    <a:pt x="58" y="594"/>
                  </a:lnTo>
                  <a:lnTo>
                    <a:pt x="60" y="592"/>
                  </a:lnTo>
                  <a:lnTo>
                    <a:pt x="61" y="592"/>
                  </a:lnTo>
                  <a:lnTo>
                    <a:pt x="61" y="592"/>
                  </a:lnTo>
                  <a:lnTo>
                    <a:pt x="63" y="592"/>
                  </a:lnTo>
                  <a:lnTo>
                    <a:pt x="65" y="592"/>
                  </a:lnTo>
                  <a:lnTo>
                    <a:pt x="65" y="594"/>
                  </a:lnTo>
                  <a:lnTo>
                    <a:pt x="63" y="594"/>
                  </a:lnTo>
                  <a:lnTo>
                    <a:pt x="63" y="596"/>
                  </a:lnTo>
                  <a:lnTo>
                    <a:pt x="63" y="596"/>
                  </a:lnTo>
                  <a:lnTo>
                    <a:pt x="61" y="598"/>
                  </a:lnTo>
                  <a:lnTo>
                    <a:pt x="63" y="599"/>
                  </a:lnTo>
                  <a:lnTo>
                    <a:pt x="63" y="601"/>
                  </a:lnTo>
                  <a:lnTo>
                    <a:pt x="63" y="603"/>
                  </a:lnTo>
                  <a:lnTo>
                    <a:pt x="63" y="605"/>
                  </a:lnTo>
                  <a:lnTo>
                    <a:pt x="65" y="609"/>
                  </a:lnTo>
                  <a:lnTo>
                    <a:pt x="67" y="609"/>
                  </a:lnTo>
                  <a:lnTo>
                    <a:pt x="67" y="622"/>
                  </a:lnTo>
                  <a:lnTo>
                    <a:pt x="69" y="624"/>
                  </a:lnTo>
                  <a:lnTo>
                    <a:pt x="69" y="628"/>
                  </a:lnTo>
                  <a:lnTo>
                    <a:pt x="71" y="628"/>
                  </a:lnTo>
                  <a:lnTo>
                    <a:pt x="73" y="628"/>
                  </a:lnTo>
                  <a:lnTo>
                    <a:pt x="73" y="628"/>
                  </a:lnTo>
                  <a:lnTo>
                    <a:pt x="77" y="626"/>
                  </a:lnTo>
                  <a:lnTo>
                    <a:pt x="79" y="624"/>
                  </a:lnTo>
                  <a:lnTo>
                    <a:pt x="81" y="622"/>
                  </a:lnTo>
                  <a:lnTo>
                    <a:pt x="82" y="622"/>
                  </a:lnTo>
                  <a:lnTo>
                    <a:pt x="82" y="622"/>
                  </a:lnTo>
                  <a:lnTo>
                    <a:pt x="84" y="622"/>
                  </a:lnTo>
                  <a:lnTo>
                    <a:pt x="84" y="622"/>
                  </a:lnTo>
                  <a:lnTo>
                    <a:pt x="86" y="624"/>
                  </a:lnTo>
                  <a:lnTo>
                    <a:pt x="88" y="624"/>
                  </a:lnTo>
                  <a:lnTo>
                    <a:pt x="90" y="626"/>
                  </a:lnTo>
                  <a:lnTo>
                    <a:pt x="94" y="626"/>
                  </a:lnTo>
                  <a:lnTo>
                    <a:pt x="98" y="624"/>
                  </a:lnTo>
                  <a:lnTo>
                    <a:pt x="105" y="626"/>
                  </a:lnTo>
                  <a:lnTo>
                    <a:pt x="103" y="624"/>
                  </a:lnTo>
                  <a:lnTo>
                    <a:pt x="103" y="622"/>
                  </a:lnTo>
                  <a:lnTo>
                    <a:pt x="105" y="620"/>
                  </a:lnTo>
                  <a:lnTo>
                    <a:pt x="105" y="618"/>
                  </a:lnTo>
                  <a:lnTo>
                    <a:pt x="105" y="618"/>
                  </a:lnTo>
                  <a:lnTo>
                    <a:pt x="105" y="618"/>
                  </a:lnTo>
                  <a:lnTo>
                    <a:pt x="105" y="617"/>
                  </a:lnTo>
                  <a:lnTo>
                    <a:pt x="105" y="617"/>
                  </a:lnTo>
                  <a:lnTo>
                    <a:pt x="107" y="617"/>
                  </a:lnTo>
                  <a:lnTo>
                    <a:pt x="107" y="617"/>
                  </a:lnTo>
                  <a:lnTo>
                    <a:pt x="107" y="618"/>
                  </a:lnTo>
                  <a:lnTo>
                    <a:pt x="107" y="618"/>
                  </a:lnTo>
                  <a:lnTo>
                    <a:pt x="109" y="618"/>
                  </a:lnTo>
                  <a:lnTo>
                    <a:pt x="109" y="618"/>
                  </a:lnTo>
                  <a:lnTo>
                    <a:pt x="109" y="618"/>
                  </a:lnTo>
                  <a:lnTo>
                    <a:pt x="109" y="618"/>
                  </a:lnTo>
                  <a:lnTo>
                    <a:pt x="109" y="617"/>
                  </a:lnTo>
                  <a:lnTo>
                    <a:pt x="109" y="615"/>
                  </a:lnTo>
                  <a:lnTo>
                    <a:pt x="109" y="615"/>
                  </a:lnTo>
                  <a:lnTo>
                    <a:pt x="109" y="613"/>
                  </a:lnTo>
                  <a:lnTo>
                    <a:pt x="111" y="613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3" y="611"/>
                  </a:lnTo>
                  <a:lnTo>
                    <a:pt x="113" y="609"/>
                  </a:lnTo>
                  <a:lnTo>
                    <a:pt x="113" y="607"/>
                  </a:lnTo>
                  <a:lnTo>
                    <a:pt x="113" y="603"/>
                  </a:lnTo>
                  <a:lnTo>
                    <a:pt x="113" y="603"/>
                  </a:lnTo>
                  <a:lnTo>
                    <a:pt x="113" y="601"/>
                  </a:lnTo>
                  <a:lnTo>
                    <a:pt x="113" y="601"/>
                  </a:lnTo>
                  <a:lnTo>
                    <a:pt x="113" y="601"/>
                  </a:lnTo>
                  <a:lnTo>
                    <a:pt x="115" y="599"/>
                  </a:lnTo>
                  <a:lnTo>
                    <a:pt x="115" y="599"/>
                  </a:lnTo>
                  <a:lnTo>
                    <a:pt x="115" y="599"/>
                  </a:lnTo>
                  <a:lnTo>
                    <a:pt x="115" y="598"/>
                  </a:lnTo>
                  <a:lnTo>
                    <a:pt x="117" y="596"/>
                  </a:lnTo>
                  <a:lnTo>
                    <a:pt x="117" y="594"/>
                  </a:lnTo>
                  <a:lnTo>
                    <a:pt x="117" y="592"/>
                  </a:lnTo>
                  <a:lnTo>
                    <a:pt x="117" y="590"/>
                  </a:lnTo>
                  <a:lnTo>
                    <a:pt x="117" y="590"/>
                  </a:lnTo>
                  <a:lnTo>
                    <a:pt x="115" y="588"/>
                  </a:lnTo>
                  <a:lnTo>
                    <a:pt x="115" y="588"/>
                  </a:lnTo>
                  <a:lnTo>
                    <a:pt x="115" y="588"/>
                  </a:lnTo>
                  <a:lnTo>
                    <a:pt x="115" y="586"/>
                  </a:lnTo>
                  <a:lnTo>
                    <a:pt x="117" y="586"/>
                  </a:lnTo>
                  <a:lnTo>
                    <a:pt x="117" y="586"/>
                  </a:lnTo>
                  <a:lnTo>
                    <a:pt x="117" y="584"/>
                  </a:lnTo>
                  <a:lnTo>
                    <a:pt x="119" y="580"/>
                  </a:lnTo>
                  <a:lnTo>
                    <a:pt x="119" y="580"/>
                  </a:lnTo>
                  <a:lnTo>
                    <a:pt x="119" y="580"/>
                  </a:lnTo>
                  <a:lnTo>
                    <a:pt x="121" y="580"/>
                  </a:lnTo>
                  <a:lnTo>
                    <a:pt x="121" y="580"/>
                  </a:lnTo>
                  <a:lnTo>
                    <a:pt x="121" y="580"/>
                  </a:lnTo>
                  <a:lnTo>
                    <a:pt x="122" y="580"/>
                  </a:lnTo>
                  <a:lnTo>
                    <a:pt x="128" y="579"/>
                  </a:lnTo>
                  <a:lnTo>
                    <a:pt x="128" y="577"/>
                  </a:lnTo>
                  <a:lnTo>
                    <a:pt x="128" y="577"/>
                  </a:lnTo>
                  <a:lnTo>
                    <a:pt x="130" y="575"/>
                  </a:lnTo>
                  <a:lnTo>
                    <a:pt x="130" y="575"/>
                  </a:lnTo>
                  <a:lnTo>
                    <a:pt x="132" y="575"/>
                  </a:lnTo>
                  <a:lnTo>
                    <a:pt x="132" y="573"/>
                  </a:lnTo>
                  <a:lnTo>
                    <a:pt x="134" y="573"/>
                  </a:lnTo>
                  <a:lnTo>
                    <a:pt x="136" y="573"/>
                  </a:lnTo>
                  <a:lnTo>
                    <a:pt x="136" y="573"/>
                  </a:lnTo>
                  <a:lnTo>
                    <a:pt x="136" y="571"/>
                  </a:lnTo>
                  <a:lnTo>
                    <a:pt x="140" y="567"/>
                  </a:lnTo>
                  <a:lnTo>
                    <a:pt x="141" y="563"/>
                  </a:lnTo>
                  <a:lnTo>
                    <a:pt x="143" y="563"/>
                  </a:lnTo>
                  <a:lnTo>
                    <a:pt x="145" y="560"/>
                  </a:lnTo>
                  <a:lnTo>
                    <a:pt x="149" y="558"/>
                  </a:lnTo>
                  <a:lnTo>
                    <a:pt x="151" y="556"/>
                  </a:lnTo>
                  <a:lnTo>
                    <a:pt x="153" y="554"/>
                  </a:lnTo>
                  <a:lnTo>
                    <a:pt x="153" y="554"/>
                  </a:lnTo>
                  <a:lnTo>
                    <a:pt x="155" y="552"/>
                  </a:lnTo>
                  <a:lnTo>
                    <a:pt x="155" y="552"/>
                  </a:lnTo>
                  <a:lnTo>
                    <a:pt x="155" y="552"/>
                  </a:lnTo>
                  <a:lnTo>
                    <a:pt x="155" y="550"/>
                  </a:lnTo>
                  <a:lnTo>
                    <a:pt x="155" y="548"/>
                  </a:lnTo>
                  <a:lnTo>
                    <a:pt x="155" y="548"/>
                  </a:lnTo>
                  <a:lnTo>
                    <a:pt x="153" y="546"/>
                  </a:lnTo>
                  <a:lnTo>
                    <a:pt x="153" y="546"/>
                  </a:lnTo>
                  <a:lnTo>
                    <a:pt x="151" y="546"/>
                  </a:lnTo>
                  <a:lnTo>
                    <a:pt x="151" y="546"/>
                  </a:lnTo>
                  <a:lnTo>
                    <a:pt x="151" y="544"/>
                  </a:lnTo>
                  <a:lnTo>
                    <a:pt x="153" y="544"/>
                  </a:lnTo>
                  <a:lnTo>
                    <a:pt x="153" y="544"/>
                  </a:lnTo>
                  <a:lnTo>
                    <a:pt x="153" y="544"/>
                  </a:lnTo>
                  <a:lnTo>
                    <a:pt x="155" y="544"/>
                  </a:lnTo>
                  <a:lnTo>
                    <a:pt x="155" y="542"/>
                  </a:lnTo>
                  <a:lnTo>
                    <a:pt x="155" y="542"/>
                  </a:lnTo>
                  <a:lnTo>
                    <a:pt x="157" y="541"/>
                  </a:lnTo>
                  <a:lnTo>
                    <a:pt x="157" y="541"/>
                  </a:lnTo>
                  <a:lnTo>
                    <a:pt x="159" y="539"/>
                  </a:lnTo>
                  <a:lnTo>
                    <a:pt x="159" y="539"/>
                  </a:lnTo>
                  <a:lnTo>
                    <a:pt x="161" y="539"/>
                  </a:lnTo>
                  <a:lnTo>
                    <a:pt x="161" y="539"/>
                  </a:lnTo>
                  <a:lnTo>
                    <a:pt x="164" y="537"/>
                  </a:lnTo>
                  <a:lnTo>
                    <a:pt x="166" y="537"/>
                  </a:lnTo>
                  <a:lnTo>
                    <a:pt x="166" y="537"/>
                  </a:lnTo>
                  <a:lnTo>
                    <a:pt x="168" y="535"/>
                  </a:lnTo>
                  <a:lnTo>
                    <a:pt x="168" y="533"/>
                  </a:lnTo>
                  <a:lnTo>
                    <a:pt x="170" y="531"/>
                  </a:lnTo>
                  <a:lnTo>
                    <a:pt x="170" y="531"/>
                  </a:lnTo>
                  <a:lnTo>
                    <a:pt x="170" y="531"/>
                  </a:lnTo>
                  <a:lnTo>
                    <a:pt x="170" y="531"/>
                  </a:lnTo>
                  <a:lnTo>
                    <a:pt x="172" y="533"/>
                  </a:lnTo>
                  <a:lnTo>
                    <a:pt x="172" y="533"/>
                  </a:lnTo>
                  <a:lnTo>
                    <a:pt x="174" y="535"/>
                  </a:lnTo>
                  <a:lnTo>
                    <a:pt x="174" y="533"/>
                  </a:lnTo>
                  <a:lnTo>
                    <a:pt x="174" y="531"/>
                  </a:lnTo>
                  <a:lnTo>
                    <a:pt x="174" y="529"/>
                  </a:lnTo>
                  <a:lnTo>
                    <a:pt x="174" y="529"/>
                  </a:lnTo>
                  <a:lnTo>
                    <a:pt x="176" y="525"/>
                  </a:lnTo>
                  <a:lnTo>
                    <a:pt x="176" y="521"/>
                  </a:lnTo>
                  <a:lnTo>
                    <a:pt x="176" y="521"/>
                  </a:lnTo>
                  <a:lnTo>
                    <a:pt x="176" y="521"/>
                  </a:lnTo>
                  <a:lnTo>
                    <a:pt x="176" y="520"/>
                  </a:lnTo>
                  <a:lnTo>
                    <a:pt x="178" y="520"/>
                  </a:lnTo>
                  <a:lnTo>
                    <a:pt x="178" y="520"/>
                  </a:lnTo>
                  <a:lnTo>
                    <a:pt x="178" y="520"/>
                  </a:lnTo>
                  <a:lnTo>
                    <a:pt x="178" y="520"/>
                  </a:lnTo>
                  <a:lnTo>
                    <a:pt x="180" y="518"/>
                  </a:lnTo>
                  <a:lnTo>
                    <a:pt x="181" y="518"/>
                  </a:lnTo>
                  <a:lnTo>
                    <a:pt x="181" y="518"/>
                  </a:lnTo>
                  <a:lnTo>
                    <a:pt x="181" y="516"/>
                  </a:lnTo>
                  <a:lnTo>
                    <a:pt x="181" y="510"/>
                  </a:lnTo>
                  <a:lnTo>
                    <a:pt x="181" y="508"/>
                  </a:lnTo>
                  <a:lnTo>
                    <a:pt x="181" y="508"/>
                  </a:lnTo>
                  <a:lnTo>
                    <a:pt x="181" y="506"/>
                  </a:lnTo>
                  <a:lnTo>
                    <a:pt x="180" y="504"/>
                  </a:lnTo>
                  <a:lnTo>
                    <a:pt x="180" y="504"/>
                  </a:lnTo>
                  <a:lnTo>
                    <a:pt x="180" y="501"/>
                  </a:lnTo>
                  <a:lnTo>
                    <a:pt x="178" y="501"/>
                  </a:lnTo>
                  <a:lnTo>
                    <a:pt x="178" y="499"/>
                  </a:lnTo>
                  <a:lnTo>
                    <a:pt x="176" y="499"/>
                  </a:lnTo>
                  <a:lnTo>
                    <a:pt x="176" y="497"/>
                  </a:lnTo>
                  <a:lnTo>
                    <a:pt x="176" y="497"/>
                  </a:lnTo>
                  <a:lnTo>
                    <a:pt x="176" y="495"/>
                  </a:lnTo>
                  <a:lnTo>
                    <a:pt x="176" y="493"/>
                  </a:lnTo>
                  <a:lnTo>
                    <a:pt x="176" y="491"/>
                  </a:lnTo>
                  <a:lnTo>
                    <a:pt x="174" y="489"/>
                  </a:lnTo>
                  <a:lnTo>
                    <a:pt x="174" y="489"/>
                  </a:lnTo>
                  <a:lnTo>
                    <a:pt x="174" y="487"/>
                  </a:lnTo>
                  <a:lnTo>
                    <a:pt x="174" y="485"/>
                  </a:lnTo>
                  <a:lnTo>
                    <a:pt x="174" y="483"/>
                  </a:lnTo>
                  <a:lnTo>
                    <a:pt x="174" y="483"/>
                  </a:lnTo>
                  <a:lnTo>
                    <a:pt x="176" y="480"/>
                  </a:lnTo>
                  <a:lnTo>
                    <a:pt x="176" y="478"/>
                  </a:lnTo>
                  <a:lnTo>
                    <a:pt x="176" y="478"/>
                  </a:lnTo>
                  <a:lnTo>
                    <a:pt x="176" y="476"/>
                  </a:lnTo>
                  <a:lnTo>
                    <a:pt x="174" y="476"/>
                  </a:lnTo>
                  <a:lnTo>
                    <a:pt x="174" y="476"/>
                  </a:lnTo>
                  <a:lnTo>
                    <a:pt x="174" y="474"/>
                  </a:lnTo>
                  <a:lnTo>
                    <a:pt x="174" y="474"/>
                  </a:lnTo>
                  <a:lnTo>
                    <a:pt x="174" y="474"/>
                  </a:lnTo>
                  <a:lnTo>
                    <a:pt x="176" y="472"/>
                  </a:lnTo>
                  <a:lnTo>
                    <a:pt x="176" y="472"/>
                  </a:lnTo>
                  <a:lnTo>
                    <a:pt x="176" y="470"/>
                  </a:lnTo>
                  <a:lnTo>
                    <a:pt x="176" y="470"/>
                  </a:lnTo>
                  <a:lnTo>
                    <a:pt x="176" y="468"/>
                  </a:lnTo>
                  <a:lnTo>
                    <a:pt x="174" y="468"/>
                  </a:lnTo>
                  <a:lnTo>
                    <a:pt x="174" y="468"/>
                  </a:lnTo>
                  <a:lnTo>
                    <a:pt x="172" y="466"/>
                  </a:lnTo>
                  <a:lnTo>
                    <a:pt x="170" y="466"/>
                  </a:lnTo>
                  <a:lnTo>
                    <a:pt x="170" y="466"/>
                  </a:lnTo>
                  <a:lnTo>
                    <a:pt x="170" y="466"/>
                  </a:lnTo>
                  <a:lnTo>
                    <a:pt x="168" y="463"/>
                  </a:lnTo>
                  <a:lnTo>
                    <a:pt x="168" y="461"/>
                  </a:lnTo>
                  <a:lnTo>
                    <a:pt x="168" y="461"/>
                  </a:lnTo>
                  <a:lnTo>
                    <a:pt x="166" y="461"/>
                  </a:lnTo>
                  <a:lnTo>
                    <a:pt x="164" y="461"/>
                  </a:lnTo>
                  <a:lnTo>
                    <a:pt x="164" y="459"/>
                  </a:lnTo>
                  <a:lnTo>
                    <a:pt x="162" y="459"/>
                  </a:lnTo>
                  <a:lnTo>
                    <a:pt x="164" y="451"/>
                  </a:lnTo>
                  <a:lnTo>
                    <a:pt x="164" y="449"/>
                  </a:lnTo>
                  <a:lnTo>
                    <a:pt x="164" y="447"/>
                  </a:lnTo>
                  <a:lnTo>
                    <a:pt x="164" y="445"/>
                  </a:lnTo>
                  <a:lnTo>
                    <a:pt x="162" y="444"/>
                  </a:lnTo>
                  <a:lnTo>
                    <a:pt x="162" y="442"/>
                  </a:lnTo>
                  <a:lnTo>
                    <a:pt x="162" y="440"/>
                  </a:lnTo>
                  <a:lnTo>
                    <a:pt x="164" y="436"/>
                  </a:lnTo>
                  <a:lnTo>
                    <a:pt x="164" y="434"/>
                  </a:lnTo>
                  <a:lnTo>
                    <a:pt x="162" y="434"/>
                  </a:lnTo>
                  <a:lnTo>
                    <a:pt x="162" y="432"/>
                  </a:lnTo>
                  <a:lnTo>
                    <a:pt x="162" y="432"/>
                  </a:lnTo>
                  <a:lnTo>
                    <a:pt x="159" y="432"/>
                  </a:lnTo>
                  <a:lnTo>
                    <a:pt x="157" y="432"/>
                  </a:lnTo>
                  <a:lnTo>
                    <a:pt x="157" y="432"/>
                  </a:lnTo>
                  <a:lnTo>
                    <a:pt x="157" y="430"/>
                  </a:lnTo>
                  <a:lnTo>
                    <a:pt x="155" y="428"/>
                  </a:lnTo>
                  <a:lnTo>
                    <a:pt x="155" y="426"/>
                  </a:lnTo>
                  <a:lnTo>
                    <a:pt x="155" y="426"/>
                  </a:lnTo>
                  <a:lnTo>
                    <a:pt x="145" y="423"/>
                  </a:lnTo>
                  <a:lnTo>
                    <a:pt x="145" y="421"/>
                  </a:lnTo>
                  <a:lnTo>
                    <a:pt x="143" y="421"/>
                  </a:lnTo>
                  <a:lnTo>
                    <a:pt x="143" y="419"/>
                  </a:lnTo>
                  <a:lnTo>
                    <a:pt x="143" y="419"/>
                  </a:lnTo>
                  <a:lnTo>
                    <a:pt x="143" y="417"/>
                  </a:lnTo>
                  <a:lnTo>
                    <a:pt x="143" y="415"/>
                  </a:lnTo>
                  <a:lnTo>
                    <a:pt x="143" y="415"/>
                  </a:lnTo>
                  <a:lnTo>
                    <a:pt x="147" y="407"/>
                  </a:lnTo>
                  <a:lnTo>
                    <a:pt x="149" y="407"/>
                  </a:lnTo>
                  <a:lnTo>
                    <a:pt x="149" y="407"/>
                  </a:lnTo>
                  <a:lnTo>
                    <a:pt x="151" y="405"/>
                  </a:lnTo>
                  <a:lnTo>
                    <a:pt x="155" y="402"/>
                  </a:lnTo>
                  <a:lnTo>
                    <a:pt x="155" y="402"/>
                  </a:lnTo>
                  <a:lnTo>
                    <a:pt x="155" y="402"/>
                  </a:lnTo>
                  <a:lnTo>
                    <a:pt x="157" y="402"/>
                  </a:lnTo>
                  <a:lnTo>
                    <a:pt x="157" y="402"/>
                  </a:lnTo>
                  <a:lnTo>
                    <a:pt x="161" y="407"/>
                  </a:lnTo>
                  <a:lnTo>
                    <a:pt x="162" y="407"/>
                  </a:lnTo>
                  <a:lnTo>
                    <a:pt x="162" y="409"/>
                  </a:lnTo>
                  <a:lnTo>
                    <a:pt x="162" y="409"/>
                  </a:lnTo>
                  <a:lnTo>
                    <a:pt x="162" y="409"/>
                  </a:lnTo>
                  <a:lnTo>
                    <a:pt x="162" y="411"/>
                  </a:lnTo>
                  <a:lnTo>
                    <a:pt x="164" y="411"/>
                  </a:lnTo>
                  <a:lnTo>
                    <a:pt x="164" y="409"/>
                  </a:lnTo>
                  <a:lnTo>
                    <a:pt x="164" y="409"/>
                  </a:lnTo>
                  <a:lnTo>
                    <a:pt x="164" y="409"/>
                  </a:lnTo>
                  <a:lnTo>
                    <a:pt x="166" y="407"/>
                  </a:lnTo>
                  <a:lnTo>
                    <a:pt x="166" y="407"/>
                  </a:lnTo>
                  <a:lnTo>
                    <a:pt x="166" y="405"/>
                  </a:lnTo>
                  <a:lnTo>
                    <a:pt x="166" y="405"/>
                  </a:lnTo>
                  <a:lnTo>
                    <a:pt x="168" y="405"/>
                  </a:lnTo>
                  <a:lnTo>
                    <a:pt x="168" y="405"/>
                  </a:lnTo>
                  <a:lnTo>
                    <a:pt x="168" y="405"/>
                  </a:lnTo>
                  <a:lnTo>
                    <a:pt x="168" y="405"/>
                  </a:lnTo>
                  <a:lnTo>
                    <a:pt x="170" y="407"/>
                  </a:lnTo>
                  <a:lnTo>
                    <a:pt x="172" y="409"/>
                  </a:lnTo>
                  <a:lnTo>
                    <a:pt x="174" y="411"/>
                  </a:lnTo>
                  <a:lnTo>
                    <a:pt x="174" y="411"/>
                  </a:lnTo>
                  <a:lnTo>
                    <a:pt x="174" y="411"/>
                  </a:lnTo>
                  <a:lnTo>
                    <a:pt x="174" y="411"/>
                  </a:lnTo>
                  <a:lnTo>
                    <a:pt x="176" y="413"/>
                  </a:lnTo>
                  <a:lnTo>
                    <a:pt x="176" y="413"/>
                  </a:lnTo>
                  <a:lnTo>
                    <a:pt x="176" y="413"/>
                  </a:lnTo>
                  <a:lnTo>
                    <a:pt x="176" y="413"/>
                  </a:lnTo>
                  <a:lnTo>
                    <a:pt x="176" y="413"/>
                  </a:lnTo>
                  <a:lnTo>
                    <a:pt x="178" y="413"/>
                  </a:lnTo>
                  <a:lnTo>
                    <a:pt x="180" y="413"/>
                  </a:lnTo>
                  <a:lnTo>
                    <a:pt x="180" y="413"/>
                  </a:lnTo>
                  <a:lnTo>
                    <a:pt x="181" y="415"/>
                  </a:lnTo>
                  <a:lnTo>
                    <a:pt x="181" y="415"/>
                  </a:lnTo>
                  <a:lnTo>
                    <a:pt x="187" y="428"/>
                  </a:lnTo>
                  <a:lnTo>
                    <a:pt x="187" y="428"/>
                  </a:lnTo>
                  <a:lnTo>
                    <a:pt x="189" y="428"/>
                  </a:lnTo>
                  <a:lnTo>
                    <a:pt x="189" y="428"/>
                  </a:lnTo>
                  <a:lnTo>
                    <a:pt x="189" y="428"/>
                  </a:lnTo>
                  <a:lnTo>
                    <a:pt x="191" y="424"/>
                  </a:lnTo>
                  <a:lnTo>
                    <a:pt x="191" y="424"/>
                  </a:lnTo>
                  <a:lnTo>
                    <a:pt x="193" y="424"/>
                  </a:lnTo>
                  <a:lnTo>
                    <a:pt x="193" y="424"/>
                  </a:lnTo>
                  <a:lnTo>
                    <a:pt x="193" y="423"/>
                  </a:lnTo>
                  <a:lnTo>
                    <a:pt x="193" y="423"/>
                  </a:lnTo>
                  <a:lnTo>
                    <a:pt x="195" y="423"/>
                  </a:lnTo>
                  <a:lnTo>
                    <a:pt x="195" y="423"/>
                  </a:lnTo>
                  <a:lnTo>
                    <a:pt x="204" y="424"/>
                  </a:lnTo>
                  <a:lnTo>
                    <a:pt x="206" y="424"/>
                  </a:lnTo>
                  <a:lnTo>
                    <a:pt x="208" y="426"/>
                  </a:lnTo>
                  <a:lnTo>
                    <a:pt x="208" y="426"/>
                  </a:lnTo>
                  <a:lnTo>
                    <a:pt x="212" y="426"/>
                  </a:lnTo>
                  <a:lnTo>
                    <a:pt x="214" y="426"/>
                  </a:lnTo>
                  <a:lnTo>
                    <a:pt x="214" y="426"/>
                  </a:lnTo>
                  <a:lnTo>
                    <a:pt x="214" y="428"/>
                  </a:lnTo>
                  <a:lnTo>
                    <a:pt x="214" y="428"/>
                  </a:lnTo>
                  <a:lnTo>
                    <a:pt x="214" y="430"/>
                  </a:lnTo>
                  <a:lnTo>
                    <a:pt x="214" y="430"/>
                  </a:lnTo>
                  <a:lnTo>
                    <a:pt x="214" y="432"/>
                  </a:lnTo>
                  <a:lnTo>
                    <a:pt x="214" y="432"/>
                  </a:lnTo>
                  <a:lnTo>
                    <a:pt x="214" y="434"/>
                  </a:lnTo>
                  <a:lnTo>
                    <a:pt x="214" y="434"/>
                  </a:lnTo>
                  <a:lnTo>
                    <a:pt x="214" y="434"/>
                  </a:lnTo>
                  <a:lnTo>
                    <a:pt x="216" y="434"/>
                  </a:lnTo>
                  <a:lnTo>
                    <a:pt x="216" y="434"/>
                  </a:lnTo>
                  <a:lnTo>
                    <a:pt x="220" y="430"/>
                  </a:lnTo>
                  <a:lnTo>
                    <a:pt x="220" y="430"/>
                  </a:lnTo>
                  <a:lnTo>
                    <a:pt x="222" y="430"/>
                  </a:lnTo>
                  <a:lnTo>
                    <a:pt x="223" y="428"/>
                  </a:lnTo>
                  <a:lnTo>
                    <a:pt x="223" y="428"/>
                  </a:lnTo>
                  <a:lnTo>
                    <a:pt x="225" y="426"/>
                  </a:lnTo>
                  <a:lnTo>
                    <a:pt x="227" y="426"/>
                  </a:lnTo>
                  <a:lnTo>
                    <a:pt x="227" y="426"/>
                  </a:lnTo>
                  <a:lnTo>
                    <a:pt x="225" y="424"/>
                  </a:lnTo>
                  <a:lnTo>
                    <a:pt x="223" y="423"/>
                  </a:lnTo>
                  <a:lnTo>
                    <a:pt x="223" y="423"/>
                  </a:lnTo>
                  <a:lnTo>
                    <a:pt x="223" y="423"/>
                  </a:lnTo>
                  <a:lnTo>
                    <a:pt x="223" y="423"/>
                  </a:lnTo>
                  <a:lnTo>
                    <a:pt x="223" y="421"/>
                  </a:lnTo>
                  <a:lnTo>
                    <a:pt x="225" y="415"/>
                  </a:lnTo>
                  <a:lnTo>
                    <a:pt x="225" y="415"/>
                  </a:lnTo>
                  <a:lnTo>
                    <a:pt x="225" y="413"/>
                  </a:lnTo>
                  <a:lnTo>
                    <a:pt x="225" y="411"/>
                  </a:lnTo>
                  <a:lnTo>
                    <a:pt x="225" y="411"/>
                  </a:lnTo>
                  <a:lnTo>
                    <a:pt x="225" y="411"/>
                  </a:lnTo>
                  <a:lnTo>
                    <a:pt x="223" y="411"/>
                  </a:lnTo>
                  <a:lnTo>
                    <a:pt x="222" y="411"/>
                  </a:lnTo>
                  <a:lnTo>
                    <a:pt x="222" y="411"/>
                  </a:lnTo>
                  <a:lnTo>
                    <a:pt x="220" y="411"/>
                  </a:lnTo>
                  <a:lnTo>
                    <a:pt x="220" y="411"/>
                  </a:lnTo>
                  <a:lnTo>
                    <a:pt x="220" y="411"/>
                  </a:lnTo>
                  <a:lnTo>
                    <a:pt x="220" y="411"/>
                  </a:lnTo>
                  <a:lnTo>
                    <a:pt x="218" y="413"/>
                  </a:lnTo>
                  <a:lnTo>
                    <a:pt x="218" y="413"/>
                  </a:lnTo>
                  <a:lnTo>
                    <a:pt x="218" y="413"/>
                  </a:lnTo>
                  <a:lnTo>
                    <a:pt x="216" y="413"/>
                  </a:lnTo>
                  <a:lnTo>
                    <a:pt x="216" y="413"/>
                  </a:lnTo>
                  <a:lnTo>
                    <a:pt x="216" y="411"/>
                  </a:lnTo>
                  <a:lnTo>
                    <a:pt x="216" y="411"/>
                  </a:lnTo>
                  <a:lnTo>
                    <a:pt x="214" y="409"/>
                  </a:lnTo>
                  <a:lnTo>
                    <a:pt x="214" y="409"/>
                  </a:lnTo>
                  <a:lnTo>
                    <a:pt x="212" y="409"/>
                  </a:lnTo>
                  <a:lnTo>
                    <a:pt x="212" y="409"/>
                  </a:lnTo>
                  <a:lnTo>
                    <a:pt x="212" y="409"/>
                  </a:lnTo>
                  <a:lnTo>
                    <a:pt x="208" y="409"/>
                  </a:lnTo>
                  <a:lnTo>
                    <a:pt x="206" y="409"/>
                  </a:lnTo>
                  <a:lnTo>
                    <a:pt x="206" y="409"/>
                  </a:lnTo>
                  <a:lnTo>
                    <a:pt x="206" y="409"/>
                  </a:lnTo>
                  <a:lnTo>
                    <a:pt x="204" y="407"/>
                  </a:lnTo>
                  <a:lnTo>
                    <a:pt x="202" y="407"/>
                  </a:lnTo>
                  <a:lnTo>
                    <a:pt x="199" y="405"/>
                  </a:lnTo>
                  <a:lnTo>
                    <a:pt x="199" y="404"/>
                  </a:lnTo>
                  <a:lnTo>
                    <a:pt x="199" y="402"/>
                  </a:lnTo>
                  <a:lnTo>
                    <a:pt x="201" y="396"/>
                  </a:lnTo>
                  <a:lnTo>
                    <a:pt x="201" y="394"/>
                  </a:lnTo>
                  <a:lnTo>
                    <a:pt x="201" y="392"/>
                  </a:lnTo>
                  <a:lnTo>
                    <a:pt x="201" y="388"/>
                  </a:lnTo>
                  <a:lnTo>
                    <a:pt x="201" y="383"/>
                  </a:lnTo>
                  <a:lnTo>
                    <a:pt x="199" y="381"/>
                  </a:lnTo>
                  <a:lnTo>
                    <a:pt x="199" y="381"/>
                  </a:lnTo>
                  <a:lnTo>
                    <a:pt x="199" y="381"/>
                  </a:lnTo>
                  <a:lnTo>
                    <a:pt x="199" y="379"/>
                  </a:lnTo>
                  <a:lnTo>
                    <a:pt x="199" y="377"/>
                  </a:lnTo>
                  <a:lnTo>
                    <a:pt x="199" y="369"/>
                  </a:lnTo>
                  <a:lnTo>
                    <a:pt x="199" y="367"/>
                  </a:lnTo>
                  <a:lnTo>
                    <a:pt x="199" y="366"/>
                  </a:lnTo>
                  <a:lnTo>
                    <a:pt x="199" y="366"/>
                  </a:lnTo>
                  <a:lnTo>
                    <a:pt x="199" y="367"/>
                  </a:lnTo>
                  <a:lnTo>
                    <a:pt x="197" y="367"/>
                  </a:lnTo>
                  <a:lnTo>
                    <a:pt x="197" y="367"/>
                  </a:lnTo>
                  <a:lnTo>
                    <a:pt x="197" y="367"/>
                  </a:lnTo>
                  <a:lnTo>
                    <a:pt x="197" y="366"/>
                  </a:lnTo>
                  <a:lnTo>
                    <a:pt x="197" y="364"/>
                  </a:lnTo>
                  <a:lnTo>
                    <a:pt x="195" y="362"/>
                  </a:lnTo>
                  <a:lnTo>
                    <a:pt x="195" y="362"/>
                  </a:lnTo>
                  <a:lnTo>
                    <a:pt x="195" y="362"/>
                  </a:lnTo>
                  <a:lnTo>
                    <a:pt x="195" y="362"/>
                  </a:lnTo>
                  <a:lnTo>
                    <a:pt x="195" y="362"/>
                  </a:lnTo>
                  <a:lnTo>
                    <a:pt x="195" y="362"/>
                  </a:lnTo>
                  <a:lnTo>
                    <a:pt x="195" y="362"/>
                  </a:lnTo>
                  <a:lnTo>
                    <a:pt x="193" y="362"/>
                  </a:lnTo>
                  <a:lnTo>
                    <a:pt x="193" y="362"/>
                  </a:lnTo>
                  <a:lnTo>
                    <a:pt x="193" y="362"/>
                  </a:lnTo>
                  <a:lnTo>
                    <a:pt x="193" y="360"/>
                  </a:lnTo>
                  <a:lnTo>
                    <a:pt x="191" y="358"/>
                  </a:lnTo>
                  <a:lnTo>
                    <a:pt x="191" y="356"/>
                  </a:lnTo>
                  <a:lnTo>
                    <a:pt x="193" y="350"/>
                  </a:lnTo>
                  <a:lnTo>
                    <a:pt x="195" y="348"/>
                  </a:lnTo>
                  <a:lnTo>
                    <a:pt x="195" y="347"/>
                  </a:lnTo>
                  <a:lnTo>
                    <a:pt x="195" y="347"/>
                  </a:lnTo>
                  <a:lnTo>
                    <a:pt x="195" y="345"/>
                  </a:lnTo>
                  <a:lnTo>
                    <a:pt x="195" y="343"/>
                  </a:lnTo>
                  <a:lnTo>
                    <a:pt x="193" y="343"/>
                  </a:lnTo>
                  <a:lnTo>
                    <a:pt x="193" y="341"/>
                  </a:lnTo>
                  <a:lnTo>
                    <a:pt x="193" y="339"/>
                  </a:lnTo>
                  <a:lnTo>
                    <a:pt x="193" y="339"/>
                  </a:lnTo>
                  <a:lnTo>
                    <a:pt x="193" y="328"/>
                  </a:lnTo>
                  <a:lnTo>
                    <a:pt x="193" y="326"/>
                  </a:lnTo>
                  <a:lnTo>
                    <a:pt x="193" y="326"/>
                  </a:lnTo>
                  <a:lnTo>
                    <a:pt x="193" y="326"/>
                  </a:lnTo>
                  <a:lnTo>
                    <a:pt x="193" y="326"/>
                  </a:lnTo>
                  <a:lnTo>
                    <a:pt x="193" y="326"/>
                  </a:lnTo>
                  <a:lnTo>
                    <a:pt x="195" y="326"/>
                  </a:lnTo>
                  <a:lnTo>
                    <a:pt x="197" y="326"/>
                  </a:lnTo>
                  <a:lnTo>
                    <a:pt x="197" y="326"/>
                  </a:lnTo>
                  <a:lnTo>
                    <a:pt x="199" y="326"/>
                  </a:lnTo>
                  <a:lnTo>
                    <a:pt x="199" y="326"/>
                  </a:lnTo>
                  <a:lnTo>
                    <a:pt x="199" y="328"/>
                  </a:lnTo>
                  <a:lnTo>
                    <a:pt x="199" y="328"/>
                  </a:lnTo>
                  <a:lnTo>
                    <a:pt x="199" y="329"/>
                  </a:lnTo>
                  <a:lnTo>
                    <a:pt x="199" y="329"/>
                  </a:lnTo>
                  <a:lnTo>
                    <a:pt x="199" y="329"/>
                  </a:lnTo>
                  <a:lnTo>
                    <a:pt x="199" y="329"/>
                  </a:lnTo>
                  <a:lnTo>
                    <a:pt x="199" y="329"/>
                  </a:lnTo>
                  <a:lnTo>
                    <a:pt x="201" y="329"/>
                  </a:lnTo>
                  <a:lnTo>
                    <a:pt x="202" y="328"/>
                  </a:lnTo>
                  <a:lnTo>
                    <a:pt x="202" y="328"/>
                  </a:lnTo>
                  <a:lnTo>
                    <a:pt x="204" y="326"/>
                  </a:lnTo>
                  <a:lnTo>
                    <a:pt x="206" y="324"/>
                  </a:lnTo>
                  <a:lnTo>
                    <a:pt x="206" y="322"/>
                  </a:lnTo>
                  <a:lnTo>
                    <a:pt x="208" y="320"/>
                  </a:lnTo>
                  <a:lnTo>
                    <a:pt x="208" y="320"/>
                  </a:lnTo>
                  <a:lnTo>
                    <a:pt x="210" y="320"/>
                  </a:lnTo>
                  <a:lnTo>
                    <a:pt x="210" y="320"/>
                  </a:lnTo>
                  <a:lnTo>
                    <a:pt x="212" y="320"/>
                  </a:lnTo>
                  <a:lnTo>
                    <a:pt x="212" y="318"/>
                  </a:lnTo>
                  <a:lnTo>
                    <a:pt x="216" y="310"/>
                  </a:lnTo>
                  <a:lnTo>
                    <a:pt x="218" y="305"/>
                  </a:lnTo>
                  <a:lnTo>
                    <a:pt x="220" y="303"/>
                  </a:lnTo>
                  <a:lnTo>
                    <a:pt x="220" y="301"/>
                  </a:lnTo>
                  <a:lnTo>
                    <a:pt x="220" y="299"/>
                  </a:lnTo>
                  <a:lnTo>
                    <a:pt x="220" y="299"/>
                  </a:lnTo>
                  <a:lnTo>
                    <a:pt x="220" y="299"/>
                  </a:lnTo>
                  <a:lnTo>
                    <a:pt x="220" y="299"/>
                  </a:lnTo>
                  <a:lnTo>
                    <a:pt x="222" y="299"/>
                  </a:lnTo>
                  <a:lnTo>
                    <a:pt x="222" y="297"/>
                  </a:lnTo>
                  <a:lnTo>
                    <a:pt x="229" y="297"/>
                  </a:lnTo>
                  <a:lnTo>
                    <a:pt x="231" y="297"/>
                  </a:lnTo>
                  <a:lnTo>
                    <a:pt x="231" y="297"/>
                  </a:lnTo>
                  <a:lnTo>
                    <a:pt x="233" y="299"/>
                  </a:lnTo>
                  <a:lnTo>
                    <a:pt x="233" y="299"/>
                  </a:lnTo>
                  <a:lnTo>
                    <a:pt x="233" y="299"/>
                  </a:lnTo>
                  <a:lnTo>
                    <a:pt x="235" y="299"/>
                  </a:lnTo>
                  <a:lnTo>
                    <a:pt x="235" y="297"/>
                  </a:lnTo>
                  <a:lnTo>
                    <a:pt x="237" y="297"/>
                  </a:lnTo>
                  <a:lnTo>
                    <a:pt x="239" y="297"/>
                  </a:lnTo>
                  <a:lnTo>
                    <a:pt x="241" y="297"/>
                  </a:lnTo>
                  <a:lnTo>
                    <a:pt x="250" y="295"/>
                  </a:lnTo>
                  <a:lnTo>
                    <a:pt x="250" y="295"/>
                  </a:lnTo>
                  <a:lnTo>
                    <a:pt x="252" y="297"/>
                  </a:lnTo>
                  <a:lnTo>
                    <a:pt x="252" y="297"/>
                  </a:lnTo>
                  <a:lnTo>
                    <a:pt x="252" y="297"/>
                  </a:lnTo>
                  <a:lnTo>
                    <a:pt x="254" y="299"/>
                  </a:lnTo>
                  <a:lnTo>
                    <a:pt x="254" y="299"/>
                  </a:lnTo>
                  <a:lnTo>
                    <a:pt x="256" y="299"/>
                  </a:lnTo>
                  <a:lnTo>
                    <a:pt x="256" y="299"/>
                  </a:lnTo>
                  <a:lnTo>
                    <a:pt x="258" y="299"/>
                  </a:lnTo>
                  <a:lnTo>
                    <a:pt x="258" y="301"/>
                  </a:lnTo>
                  <a:lnTo>
                    <a:pt x="260" y="301"/>
                  </a:lnTo>
                  <a:lnTo>
                    <a:pt x="260" y="301"/>
                  </a:lnTo>
                  <a:lnTo>
                    <a:pt x="265" y="301"/>
                  </a:lnTo>
                  <a:lnTo>
                    <a:pt x="265" y="301"/>
                  </a:lnTo>
                  <a:lnTo>
                    <a:pt x="267" y="301"/>
                  </a:lnTo>
                  <a:lnTo>
                    <a:pt x="269" y="299"/>
                  </a:lnTo>
                  <a:lnTo>
                    <a:pt x="269" y="297"/>
                  </a:lnTo>
                  <a:lnTo>
                    <a:pt x="271" y="295"/>
                  </a:lnTo>
                  <a:lnTo>
                    <a:pt x="273" y="288"/>
                  </a:lnTo>
                  <a:lnTo>
                    <a:pt x="275" y="288"/>
                  </a:lnTo>
                  <a:lnTo>
                    <a:pt x="277" y="284"/>
                  </a:lnTo>
                  <a:lnTo>
                    <a:pt x="277" y="284"/>
                  </a:lnTo>
                  <a:lnTo>
                    <a:pt x="277" y="284"/>
                  </a:lnTo>
                  <a:lnTo>
                    <a:pt x="277" y="282"/>
                  </a:lnTo>
                  <a:lnTo>
                    <a:pt x="277" y="282"/>
                  </a:lnTo>
                  <a:lnTo>
                    <a:pt x="277" y="282"/>
                  </a:lnTo>
                  <a:lnTo>
                    <a:pt x="277" y="282"/>
                  </a:lnTo>
                  <a:lnTo>
                    <a:pt x="277" y="280"/>
                  </a:lnTo>
                  <a:lnTo>
                    <a:pt x="277" y="280"/>
                  </a:lnTo>
                  <a:lnTo>
                    <a:pt x="279" y="278"/>
                  </a:lnTo>
                  <a:lnTo>
                    <a:pt x="279" y="278"/>
                  </a:lnTo>
                  <a:lnTo>
                    <a:pt x="279" y="278"/>
                  </a:lnTo>
                  <a:lnTo>
                    <a:pt x="281" y="278"/>
                  </a:lnTo>
                  <a:lnTo>
                    <a:pt x="284" y="280"/>
                  </a:lnTo>
                  <a:lnTo>
                    <a:pt x="286" y="280"/>
                  </a:lnTo>
                  <a:lnTo>
                    <a:pt x="286" y="280"/>
                  </a:lnTo>
                  <a:lnTo>
                    <a:pt x="286" y="280"/>
                  </a:lnTo>
                  <a:lnTo>
                    <a:pt x="288" y="280"/>
                  </a:lnTo>
                  <a:lnTo>
                    <a:pt x="288" y="278"/>
                  </a:lnTo>
                  <a:lnTo>
                    <a:pt x="288" y="278"/>
                  </a:lnTo>
                  <a:lnTo>
                    <a:pt x="288" y="276"/>
                  </a:lnTo>
                  <a:lnTo>
                    <a:pt x="288" y="274"/>
                  </a:lnTo>
                  <a:lnTo>
                    <a:pt x="288" y="274"/>
                  </a:lnTo>
                  <a:lnTo>
                    <a:pt x="288" y="272"/>
                  </a:lnTo>
                  <a:lnTo>
                    <a:pt x="284" y="270"/>
                  </a:lnTo>
                  <a:lnTo>
                    <a:pt x="284" y="269"/>
                  </a:lnTo>
                  <a:lnTo>
                    <a:pt x="282" y="269"/>
                  </a:lnTo>
                  <a:lnTo>
                    <a:pt x="282" y="267"/>
                  </a:lnTo>
                  <a:lnTo>
                    <a:pt x="282" y="265"/>
                  </a:lnTo>
                  <a:lnTo>
                    <a:pt x="282" y="263"/>
                  </a:lnTo>
                  <a:lnTo>
                    <a:pt x="284" y="261"/>
                  </a:lnTo>
                  <a:lnTo>
                    <a:pt x="284" y="259"/>
                  </a:lnTo>
                  <a:lnTo>
                    <a:pt x="284" y="257"/>
                  </a:lnTo>
                  <a:lnTo>
                    <a:pt x="284" y="255"/>
                  </a:lnTo>
                  <a:lnTo>
                    <a:pt x="294" y="242"/>
                  </a:lnTo>
                  <a:lnTo>
                    <a:pt x="296" y="240"/>
                  </a:lnTo>
                  <a:lnTo>
                    <a:pt x="296" y="238"/>
                  </a:lnTo>
                  <a:lnTo>
                    <a:pt x="296" y="234"/>
                  </a:lnTo>
                  <a:lnTo>
                    <a:pt x="296" y="234"/>
                  </a:lnTo>
                  <a:lnTo>
                    <a:pt x="296" y="232"/>
                  </a:lnTo>
                  <a:lnTo>
                    <a:pt x="298" y="232"/>
                  </a:lnTo>
                  <a:lnTo>
                    <a:pt x="298" y="232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2" y="232"/>
                  </a:lnTo>
                  <a:lnTo>
                    <a:pt x="302" y="231"/>
                  </a:lnTo>
                  <a:lnTo>
                    <a:pt x="302" y="231"/>
                  </a:lnTo>
                  <a:lnTo>
                    <a:pt x="302" y="231"/>
                  </a:lnTo>
                  <a:lnTo>
                    <a:pt x="303" y="231"/>
                  </a:lnTo>
                  <a:lnTo>
                    <a:pt x="303" y="231"/>
                  </a:lnTo>
                  <a:lnTo>
                    <a:pt x="303" y="231"/>
                  </a:lnTo>
                  <a:lnTo>
                    <a:pt x="305" y="229"/>
                  </a:lnTo>
                  <a:lnTo>
                    <a:pt x="305" y="227"/>
                  </a:lnTo>
                  <a:lnTo>
                    <a:pt x="305" y="227"/>
                  </a:lnTo>
                  <a:lnTo>
                    <a:pt x="305" y="225"/>
                  </a:lnTo>
                  <a:lnTo>
                    <a:pt x="305" y="223"/>
                  </a:lnTo>
                  <a:lnTo>
                    <a:pt x="305" y="223"/>
                  </a:lnTo>
                  <a:lnTo>
                    <a:pt x="305" y="221"/>
                  </a:lnTo>
                  <a:lnTo>
                    <a:pt x="305" y="221"/>
                  </a:lnTo>
                  <a:lnTo>
                    <a:pt x="303" y="221"/>
                  </a:lnTo>
                  <a:lnTo>
                    <a:pt x="302" y="219"/>
                  </a:lnTo>
                  <a:lnTo>
                    <a:pt x="302" y="219"/>
                  </a:lnTo>
                  <a:lnTo>
                    <a:pt x="300" y="217"/>
                  </a:lnTo>
                  <a:lnTo>
                    <a:pt x="300" y="217"/>
                  </a:lnTo>
                  <a:lnTo>
                    <a:pt x="300" y="215"/>
                  </a:lnTo>
                  <a:lnTo>
                    <a:pt x="302" y="211"/>
                  </a:lnTo>
                  <a:lnTo>
                    <a:pt x="302" y="211"/>
                  </a:lnTo>
                  <a:lnTo>
                    <a:pt x="302" y="211"/>
                  </a:lnTo>
                  <a:lnTo>
                    <a:pt x="303" y="210"/>
                  </a:lnTo>
                  <a:lnTo>
                    <a:pt x="303" y="210"/>
                  </a:lnTo>
                  <a:lnTo>
                    <a:pt x="305" y="210"/>
                  </a:lnTo>
                  <a:lnTo>
                    <a:pt x="305" y="208"/>
                  </a:lnTo>
                  <a:lnTo>
                    <a:pt x="305" y="208"/>
                  </a:lnTo>
                  <a:lnTo>
                    <a:pt x="305" y="206"/>
                  </a:lnTo>
                  <a:lnTo>
                    <a:pt x="305" y="206"/>
                  </a:lnTo>
                  <a:lnTo>
                    <a:pt x="305" y="206"/>
                  </a:lnTo>
                  <a:lnTo>
                    <a:pt x="303" y="204"/>
                  </a:lnTo>
                  <a:lnTo>
                    <a:pt x="303" y="204"/>
                  </a:lnTo>
                  <a:lnTo>
                    <a:pt x="303" y="202"/>
                  </a:lnTo>
                  <a:lnTo>
                    <a:pt x="303" y="202"/>
                  </a:lnTo>
                  <a:lnTo>
                    <a:pt x="309" y="194"/>
                  </a:lnTo>
                  <a:lnTo>
                    <a:pt x="311" y="192"/>
                  </a:lnTo>
                  <a:lnTo>
                    <a:pt x="311" y="192"/>
                  </a:lnTo>
                  <a:lnTo>
                    <a:pt x="315" y="191"/>
                  </a:lnTo>
                  <a:lnTo>
                    <a:pt x="319" y="189"/>
                  </a:lnTo>
                  <a:lnTo>
                    <a:pt x="321" y="189"/>
                  </a:lnTo>
                  <a:lnTo>
                    <a:pt x="328" y="181"/>
                  </a:lnTo>
                  <a:lnTo>
                    <a:pt x="330" y="179"/>
                  </a:lnTo>
                  <a:lnTo>
                    <a:pt x="334" y="179"/>
                  </a:lnTo>
                  <a:lnTo>
                    <a:pt x="338" y="177"/>
                  </a:lnTo>
                  <a:lnTo>
                    <a:pt x="340" y="177"/>
                  </a:lnTo>
                  <a:lnTo>
                    <a:pt x="340" y="177"/>
                  </a:lnTo>
                  <a:lnTo>
                    <a:pt x="342" y="177"/>
                  </a:lnTo>
                  <a:lnTo>
                    <a:pt x="343" y="173"/>
                  </a:lnTo>
                  <a:lnTo>
                    <a:pt x="343" y="173"/>
                  </a:lnTo>
                  <a:lnTo>
                    <a:pt x="345" y="172"/>
                  </a:lnTo>
                  <a:lnTo>
                    <a:pt x="345" y="172"/>
                  </a:lnTo>
                  <a:lnTo>
                    <a:pt x="345" y="170"/>
                  </a:lnTo>
                  <a:lnTo>
                    <a:pt x="345" y="170"/>
                  </a:lnTo>
                  <a:lnTo>
                    <a:pt x="345" y="168"/>
                  </a:lnTo>
                  <a:lnTo>
                    <a:pt x="343" y="166"/>
                  </a:lnTo>
                  <a:lnTo>
                    <a:pt x="342" y="162"/>
                  </a:lnTo>
                  <a:lnTo>
                    <a:pt x="342" y="162"/>
                  </a:lnTo>
                  <a:lnTo>
                    <a:pt x="342" y="160"/>
                  </a:lnTo>
                  <a:lnTo>
                    <a:pt x="343" y="158"/>
                  </a:lnTo>
                  <a:lnTo>
                    <a:pt x="343" y="156"/>
                  </a:lnTo>
                  <a:lnTo>
                    <a:pt x="343" y="156"/>
                  </a:lnTo>
                  <a:lnTo>
                    <a:pt x="343" y="156"/>
                  </a:lnTo>
                  <a:lnTo>
                    <a:pt x="343" y="154"/>
                  </a:lnTo>
                  <a:lnTo>
                    <a:pt x="345" y="154"/>
                  </a:lnTo>
                  <a:lnTo>
                    <a:pt x="347" y="154"/>
                  </a:lnTo>
                  <a:lnTo>
                    <a:pt x="347" y="154"/>
                  </a:lnTo>
                  <a:lnTo>
                    <a:pt x="347" y="153"/>
                  </a:lnTo>
                  <a:lnTo>
                    <a:pt x="349" y="151"/>
                  </a:lnTo>
                  <a:lnTo>
                    <a:pt x="351" y="151"/>
                  </a:lnTo>
                  <a:lnTo>
                    <a:pt x="351" y="151"/>
                  </a:lnTo>
                  <a:lnTo>
                    <a:pt x="353" y="151"/>
                  </a:lnTo>
                  <a:lnTo>
                    <a:pt x="355" y="151"/>
                  </a:lnTo>
                  <a:lnTo>
                    <a:pt x="355" y="151"/>
                  </a:lnTo>
                  <a:lnTo>
                    <a:pt x="357" y="149"/>
                  </a:lnTo>
                  <a:lnTo>
                    <a:pt x="359" y="147"/>
                  </a:lnTo>
                  <a:lnTo>
                    <a:pt x="363" y="145"/>
                  </a:lnTo>
                  <a:lnTo>
                    <a:pt x="363" y="143"/>
                  </a:lnTo>
                  <a:lnTo>
                    <a:pt x="364" y="143"/>
                  </a:lnTo>
                  <a:lnTo>
                    <a:pt x="364" y="137"/>
                  </a:lnTo>
                  <a:lnTo>
                    <a:pt x="366" y="137"/>
                  </a:lnTo>
                  <a:lnTo>
                    <a:pt x="366" y="135"/>
                  </a:lnTo>
                  <a:lnTo>
                    <a:pt x="366" y="135"/>
                  </a:lnTo>
                  <a:lnTo>
                    <a:pt x="368" y="135"/>
                  </a:lnTo>
                  <a:lnTo>
                    <a:pt x="368" y="134"/>
                  </a:lnTo>
                  <a:lnTo>
                    <a:pt x="370" y="134"/>
                  </a:lnTo>
                  <a:lnTo>
                    <a:pt x="370" y="134"/>
                  </a:lnTo>
                  <a:lnTo>
                    <a:pt x="372" y="132"/>
                  </a:lnTo>
                  <a:lnTo>
                    <a:pt x="376" y="130"/>
                  </a:lnTo>
                  <a:lnTo>
                    <a:pt x="376" y="128"/>
                  </a:lnTo>
                  <a:lnTo>
                    <a:pt x="378" y="128"/>
                  </a:lnTo>
                  <a:lnTo>
                    <a:pt x="378" y="126"/>
                  </a:lnTo>
                  <a:lnTo>
                    <a:pt x="378" y="124"/>
                  </a:lnTo>
                  <a:lnTo>
                    <a:pt x="378" y="12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63" name="Freeform 66">
              <a:extLst>
                <a:ext uri="{FF2B5EF4-FFF2-40B4-BE49-F238E27FC236}">
                  <a16:creationId xmlns:a16="http://schemas.microsoft.com/office/drawing/2014/main" id="{3EF0AA02-104E-6825-5A81-71CC16DAA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663" y="2043113"/>
              <a:ext cx="17463" cy="20638"/>
            </a:xfrm>
            <a:custGeom>
              <a:avLst/>
              <a:gdLst>
                <a:gd name="T0" fmla="*/ 11 w 11"/>
                <a:gd name="T1" fmla="*/ 10 h 13"/>
                <a:gd name="T2" fmla="*/ 11 w 11"/>
                <a:gd name="T3" fmla="*/ 8 h 13"/>
                <a:gd name="T4" fmla="*/ 11 w 11"/>
                <a:gd name="T5" fmla="*/ 6 h 13"/>
                <a:gd name="T6" fmla="*/ 11 w 11"/>
                <a:gd name="T7" fmla="*/ 6 h 13"/>
                <a:gd name="T8" fmla="*/ 11 w 11"/>
                <a:gd name="T9" fmla="*/ 6 h 13"/>
                <a:gd name="T10" fmla="*/ 11 w 11"/>
                <a:gd name="T11" fmla="*/ 4 h 13"/>
                <a:gd name="T12" fmla="*/ 11 w 11"/>
                <a:gd name="T13" fmla="*/ 2 h 13"/>
                <a:gd name="T14" fmla="*/ 11 w 11"/>
                <a:gd name="T15" fmla="*/ 2 h 13"/>
                <a:gd name="T16" fmla="*/ 11 w 11"/>
                <a:gd name="T17" fmla="*/ 0 h 13"/>
                <a:gd name="T18" fmla="*/ 7 w 11"/>
                <a:gd name="T19" fmla="*/ 0 h 13"/>
                <a:gd name="T20" fmla="*/ 6 w 11"/>
                <a:gd name="T21" fmla="*/ 0 h 13"/>
                <a:gd name="T22" fmla="*/ 4 w 11"/>
                <a:gd name="T23" fmla="*/ 0 h 13"/>
                <a:gd name="T24" fmla="*/ 0 w 11"/>
                <a:gd name="T25" fmla="*/ 2 h 13"/>
                <a:gd name="T26" fmla="*/ 0 w 11"/>
                <a:gd name="T27" fmla="*/ 2 h 13"/>
                <a:gd name="T28" fmla="*/ 0 w 11"/>
                <a:gd name="T29" fmla="*/ 2 h 13"/>
                <a:gd name="T30" fmla="*/ 0 w 11"/>
                <a:gd name="T31" fmla="*/ 4 h 13"/>
                <a:gd name="T32" fmla="*/ 0 w 11"/>
                <a:gd name="T33" fmla="*/ 4 h 13"/>
                <a:gd name="T34" fmla="*/ 0 w 11"/>
                <a:gd name="T35" fmla="*/ 6 h 13"/>
                <a:gd name="T36" fmla="*/ 0 w 11"/>
                <a:gd name="T37" fmla="*/ 6 h 13"/>
                <a:gd name="T38" fmla="*/ 4 w 11"/>
                <a:gd name="T39" fmla="*/ 8 h 13"/>
                <a:gd name="T40" fmla="*/ 6 w 11"/>
                <a:gd name="T41" fmla="*/ 12 h 13"/>
                <a:gd name="T42" fmla="*/ 7 w 11"/>
                <a:gd name="T43" fmla="*/ 12 h 13"/>
                <a:gd name="T44" fmla="*/ 7 w 11"/>
                <a:gd name="T45" fmla="*/ 13 h 13"/>
                <a:gd name="T46" fmla="*/ 7 w 11"/>
                <a:gd name="T47" fmla="*/ 13 h 13"/>
                <a:gd name="T48" fmla="*/ 7 w 11"/>
                <a:gd name="T49" fmla="*/ 13 h 13"/>
                <a:gd name="T50" fmla="*/ 9 w 11"/>
                <a:gd name="T51" fmla="*/ 12 h 13"/>
                <a:gd name="T52" fmla="*/ 9 w 11"/>
                <a:gd name="T53" fmla="*/ 12 h 13"/>
                <a:gd name="T54" fmla="*/ 9 w 11"/>
                <a:gd name="T55" fmla="*/ 12 h 13"/>
                <a:gd name="T56" fmla="*/ 11 w 11"/>
                <a:gd name="T57" fmla="*/ 12 h 13"/>
                <a:gd name="T58" fmla="*/ 11 w 11"/>
                <a:gd name="T59" fmla="*/ 12 h 13"/>
                <a:gd name="T60" fmla="*/ 11 w 11"/>
                <a:gd name="T61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" h="13">
                  <a:moveTo>
                    <a:pt x="11" y="10"/>
                  </a:moveTo>
                  <a:lnTo>
                    <a:pt x="11" y="8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1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8"/>
                  </a:lnTo>
                  <a:lnTo>
                    <a:pt x="6" y="12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64" name="Freeform 67">
              <a:extLst>
                <a:ext uri="{FF2B5EF4-FFF2-40B4-BE49-F238E27FC236}">
                  <a16:creationId xmlns:a16="http://schemas.microsoft.com/office/drawing/2014/main" id="{652660A6-A179-771F-FCF4-5167035E8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663" y="2043113"/>
              <a:ext cx="17463" cy="20638"/>
            </a:xfrm>
            <a:custGeom>
              <a:avLst/>
              <a:gdLst>
                <a:gd name="T0" fmla="*/ 11 w 11"/>
                <a:gd name="T1" fmla="*/ 10 h 13"/>
                <a:gd name="T2" fmla="*/ 11 w 11"/>
                <a:gd name="T3" fmla="*/ 8 h 13"/>
                <a:gd name="T4" fmla="*/ 11 w 11"/>
                <a:gd name="T5" fmla="*/ 6 h 13"/>
                <a:gd name="T6" fmla="*/ 11 w 11"/>
                <a:gd name="T7" fmla="*/ 6 h 13"/>
                <a:gd name="T8" fmla="*/ 11 w 11"/>
                <a:gd name="T9" fmla="*/ 6 h 13"/>
                <a:gd name="T10" fmla="*/ 11 w 11"/>
                <a:gd name="T11" fmla="*/ 4 h 13"/>
                <a:gd name="T12" fmla="*/ 11 w 11"/>
                <a:gd name="T13" fmla="*/ 2 h 13"/>
                <a:gd name="T14" fmla="*/ 11 w 11"/>
                <a:gd name="T15" fmla="*/ 2 h 13"/>
                <a:gd name="T16" fmla="*/ 11 w 11"/>
                <a:gd name="T17" fmla="*/ 0 h 13"/>
                <a:gd name="T18" fmla="*/ 7 w 11"/>
                <a:gd name="T19" fmla="*/ 0 h 13"/>
                <a:gd name="T20" fmla="*/ 6 w 11"/>
                <a:gd name="T21" fmla="*/ 0 h 13"/>
                <a:gd name="T22" fmla="*/ 4 w 11"/>
                <a:gd name="T23" fmla="*/ 0 h 13"/>
                <a:gd name="T24" fmla="*/ 0 w 11"/>
                <a:gd name="T25" fmla="*/ 2 h 13"/>
                <a:gd name="T26" fmla="*/ 0 w 11"/>
                <a:gd name="T27" fmla="*/ 2 h 13"/>
                <a:gd name="T28" fmla="*/ 0 w 11"/>
                <a:gd name="T29" fmla="*/ 2 h 13"/>
                <a:gd name="T30" fmla="*/ 0 w 11"/>
                <a:gd name="T31" fmla="*/ 4 h 13"/>
                <a:gd name="T32" fmla="*/ 0 w 11"/>
                <a:gd name="T33" fmla="*/ 4 h 13"/>
                <a:gd name="T34" fmla="*/ 0 w 11"/>
                <a:gd name="T35" fmla="*/ 6 h 13"/>
                <a:gd name="T36" fmla="*/ 0 w 11"/>
                <a:gd name="T37" fmla="*/ 6 h 13"/>
                <a:gd name="T38" fmla="*/ 4 w 11"/>
                <a:gd name="T39" fmla="*/ 8 h 13"/>
                <a:gd name="T40" fmla="*/ 6 w 11"/>
                <a:gd name="T41" fmla="*/ 12 h 13"/>
                <a:gd name="T42" fmla="*/ 7 w 11"/>
                <a:gd name="T43" fmla="*/ 12 h 13"/>
                <a:gd name="T44" fmla="*/ 7 w 11"/>
                <a:gd name="T45" fmla="*/ 13 h 13"/>
                <a:gd name="T46" fmla="*/ 7 w 11"/>
                <a:gd name="T47" fmla="*/ 13 h 13"/>
                <a:gd name="T48" fmla="*/ 7 w 11"/>
                <a:gd name="T49" fmla="*/ 13 h 13"/>
                <a:gd name="T50" fmla="*/ 9 w 11"/>
                <a:gd name="T51" fmla="*/ 12 h 13"/>
                <a:gd name="T52" fmla="*/ 9 w 11"/>
                <a:gd name="T53" fmla="*/ 12 h 13"/>
                <a:gd name="T54" fmla="*/ 9 w 11"/>
                <a:gd name="T55" fmla="*/ 12 h 13"/>
                <a:gd name="T56" fmla="*/ 11 w 11"/>
                <a:gd name="T57" fmla="*/ 12 h 13"/>
                <a:gd name="T58" fmla="*/ 11 w 11"/>
                <a:gd name="T59" fmla="*/ 12 h 13"/>
                <a:gd name="T60" fmla="*/ 11 w 11"/>
                <a:gd name="T61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" h="13">
                  <a:moveTo>
                    <a:pt x="11" y="10"/>
                  </a:moveTo>
                  <a:lnTo>
                    <a:pt x="11" y="8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1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8"/>
                  </a:lnTo>
                  <a:lnTo>
                    <a:pt x="6" y="12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65" name="Freeform 68">
              <a:extLst>
                <a:ext uri="{FF2B5EF4-FFF2-40B4-BE49-F238E27FC236}">
                  <a16:creationId xmlns:a16="http://schemas.microsoft.com/office/drawing/2014/main" id="{0B71A905-E8FF-C4EA-2F97-28DF35F8A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3625" y="2592388"/>
              <a:ext cx="730250" cy="522288"/>
            </a:xfrm>
            <a:custGeom>
              <a:avLst/>
              <a:gdLst>
                <a:gd name="T0" fmla="*/ 454 w 460"/>
                <a:gd name="T1" fmla="*/ 107 h 329"/>
                <a:gd name="T2" fmla="*/ 441 w 460"/>
                <a:gd name="T3" fmla="*/ 103 h 329"/>
                <a:gd name="T4" fmla="*/ 420 w 460"/>
                <a:gd name="T5" fmla="*/ 109 h 329"/>
                <a:gd name="T6" fmla="*/ 391 w 460"/>
                <a:gd name="T7" fmla="*/ 116 h 329"/>
                <a:gd name="T8" fmla="*/ 353 w 460"/>
                <a:gd name="T9" fmla="*/ 116 h 329"/>
                <a:gd name="T10" fmla="*/ 328 w 460"/>
                <a:gd name="T11" fmla="*/ 109 h 329"/>
                <a:gd name="T12" fmla="*/ 296 w 460"/>
                <a:gd name="T13" fmla="*/ 103 h 329"/>
                <a:gd name="T14" fmla="*/ 265 w 460"/>
                <a:gd name="T15" fmla="*/ 97 h 329"/>
                <a:gd name="T16" fmla="*/ 235 w 460"/>
                <a:gd name="T17" fmla="*/ 97 h 329"/>
                <a:gd name="T18" fmla="*/ 220 w 460"/>
                <a:gd name="T19" fmla="*/ 73 h 329"/>
                <a:gd name="T20" fmla="*/ 170 w 460"/>
                <a:gd name="T21" fmla="*/ 76 h 329"/>
                <a:gd name="T22" fmla="*/ 147 w 460"/>
                <a:gd name="T23" fmla="*/ 57 h 329"/>
                <a:gd name="T24" fmla="*/ 124 w 460"/>
                <a:gd name="T25" fmla="*/ 33 h 329"/>
                <a:gd name="T26" fmla="*/ 75 w 460"/>
                <a:gd name="T27" fmla="*/ 2 h 329"/>
                <a:gd name="T28" fmla="*/ 52 w 460"/>
                <a:gd name="T29" fmla="*/ 15 h 329"/>
                <a:gd name="T30" fmla="*/ 52 w 460"/>
                <a:gd name="T31" fmla="*/ 25 h 329"/>
                <a:gd name="T32" fmla="*/ 65 w 460"/>
                <a:gd name="T33" fmla="*/ 46 h 329"/>
                <a:gd name="T34" fmla="*/ 81 w 460"/>
                <a:gd name="T35" fmla="*/ 65 h 329"/>
                <a:gd name="T36" fmla="*/ 90 w 460"/>
                <a:gd name="T37" fmla="*/ 78 h 329"/>
                <a:gd name="T38" fmla="*/ 71 w 460"/>
                <a:gd name="T39" fmla="*/ 90 h 329"/>
                <a:gd name="T40" fmla="*/ 60 w 460"/>
                <a:gd name="T41" fmla="*/ 103 h 329"/>
                <a:gd name="T42" fmla="*/ 56 w 460"/>
                <a:gd name="T43" fmla="*/ 109 h 329"/>
                <a:gd name="T44" fmla="*/ 79 w 460"/>
                <a:gd name="T45" fmla="*/ 114 h 329"/>
                <a:gd name="T46" fmla="*/ 75 w 460"/>
                <a:gd name="T47" fmla="*/ 128 h 329"/>
                <a:gd name="T48" fmla="*/ 65 w 460"/>
                <a:gd name="T49" fmla="*/ 137 h 329"/>
                <a:gd name="T50" fmla="*/ 82 w 460"/>
                <a:gd name="T51" fmla="*/ 156 h 329"/>
                <a:gd name="T52" fmla="*/ 105 w 460"/>
                <a:gd name="T53" fmla="*/ 170 h 329"/>
                <a:gd name="T54" fmla="*/ 109 w 460"/>
                <a:gd name="T55" fmla="*/ 187 h 329"/>
                <a:gd name="T56" fmla="*/ 94 w 460"/>
                <a:gd name="T57" fmla="*/ 190 h 329"/>
                <a:gd name="T58" fmla="*/ 82 w 460"/>
                <a:gd name="T59" fmla="*/ 190 h 329"/>
                <a:gd name="T60" fmla="*/ 54 w 460"/>
                <a:gd name="T61" fmla="*/ 204 h 329"/>
                <a:gd name="T62" fmla="*/ 4 w 460"/>
                <a:gd name="T63" fmla="*/ 236 h 329"/>
                <a:gd name="T64" fmla="*/ 4 w 460"/>
                <a:gd name="T65" fmla="*/ 267 h 329"/>
                <a:gd name="T66" fmla="*/ 20 w 460"/>
                <a:gd name="T67" fmla="*/ 284 h 329"/>
                <a:gd name="T68" fmla="*/ 35 w 460"/>
                <a:gd name="T69" fmla="*/ 308 h 329"/>
                <a:gd name="T70" fmla="*/ 63 w 460"/>
                <a:gd name="T71" fmla="*/ 301 h 329"/>
                <a:gd name="T72" fmla="*/ 77 w 460"/>
                <a:gd name="T73" fmla="*/ 310 h 329"/>
                <a:gd name="T74" fmla="*/ 82 w 460"/>
                <a:gd name="T75" fmla="*/ 306 h 329"/>
                <a:gd name="T76" fmla="*/ 92 w 460"/>
                <a:gd name="T77" fmla="*/ 314 h 329"/>
                <a:gd name="T78" fmla="*/ 113 w 460"/>
                <a:gd name="T79" fmla="*/ 327 h 329"/>
                <a:gd name="T80" fmla="*/ 126 w 460"/>
                <a:gd name="T81" fmla="*/ 316 h 329"/>
                <a:gd name="T82" fmla="*/ 145 w 460"/>
                <a:gd name="T83" fmla="*/ 324 h 329"/>
                <a:gd name="T84" fmla="*/ 170 w 460"/>
                <a:gd name="T85" fmla="*/ 320 h 329"/>
                <a:gd name="T86" fmla="*/ 202 w 460"/>
                <a:gd name="T87" fmla="*/ 308 h 329"/>
                <a:gd name="T88" fmla="*/ 216 w 460"/>
                <a:gd name="T89" fmla="*/ 297 h 329"/>
                <a:gd name="T90" fmla="*/ 235 w 460"/>
                <a:gd name="T91" fmla="*/ 284 h 329"/>
                <a:gd name="T92" fmla="*/ 258 w 460"/>
                <a:gd name="T93" fmla="*/ 299 h 329"/>
                <a:gd name="T94" fmla="*/ 273 w 460"/>
                <a:gd name="T95" fmla="*/ 314 h 329"/>
                <a:gd name="T96" fmla="*/ 294 w 460"/>
                <a:gd name="T97" fmla="*/ 310 h 329"/>
                <a:gd name="T98" fmla="*/ 330 w 460"/>
                <a:gd name="T99" fmla="*/ 306 h 329"/>
                <a:gd name="T100" fmla="*/ 345 w 460"/>
                <a:gd name="T101" fmla="*/ 289 h 329"/>
                <a:gd name="T102" fmla="*/ 357 w 460"/>
                <a:gd name="T103" fmla="*/ 253 h 329"/>
                <a:gd name="T104" fmla="*/ 374 w 460"/>
                <a:gd name="T105" fmla="*/ 238 h 329"/>
                <a:gd name="T106" fmla="*/ 391 w 460"/>
                <a:gd name="T107" fmla="*/ 227 h 329"/>
                <a:gd name="T108" fmla="*/ 418 w 460"/>
                <a:gd name="T109" fmla="*/ 228 h 329"/>
                <a:gd name="T110" fmla="*/ 410 w 460"/>
                <a:gd name="T111" fmla="*/ 219 h 329"/>
                <a:gd name="T112" fmla="*/ 418 w 460"/>
                <a:gd name="T113" fmla="*/ 211 h 329"/>
                <a:gd name="T114" fmla="*/ 439 w 460"/>
                <a:gd name="T115" fmla="*/ 209 h 329"/>
                <a:gd name="T116" fmla="*/ 435 w 460"/>
                <a:gd name="T117" fmla="*/ 189 h 329"/>
                <a:gd name="T118" fmla="*/ 414 w 460"/>
                <a:gd name="T119" fmla="*/ 168 h 329"/>
                <a:gd name="T120" fmla="*/ 416 w 460"/>
                <a:gd name="T121" fmla="*/ 156 h 329"/>
                <a:gd name="T122" fmla="*/ 439 w 460"/>
                <a:gd name="T123" fmla="*/ 137 h 329"/>
                <a:gd name="T124" fmla="*/ 460 w 460"/>
                <a:gd name="T125" fmla="*/ 12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0" h="329">
                  <a:moveTo>
                    <a:pt x="460" y="120"/>
                  </a:moveTo>
                  <a:lnTo>
                    <a:pt x="460" y="118"/>
                  </a:lnTo>
                  <a:lnTo>
                    <a:pt x="460" y="118"/>
                  </a:lnTo>
                  <a:lnTo>
                    <a:pt x="458" y="116"/>
                  </a:lnTo>
                  <a:lnTo>
                    <a:pt x="456" y="116"/>
                  </a:lnTo>
                  <a:lnTo>
                    <a:pt x="456" y="116"/>
                  </a:lnTo>
                  <a:lnTo>
                    <a:pt x="456" y="114"/>
                  </a:lnTo>
                  <a:lnTo>
                    <a:pt x="456" y="114"/>
                  </a:lnTo>
                  <a:lnTo>
                    <a:pt x="456" y="114"/>
                  </a:lnTo>
                  <a:lnTo>
                    <a:pt x="458" y="112"/>
                  </a:lnTo>
                  <a:lnTo>
                    <a:pt x="458" y="112"/>
                  </a:lnTo>
                  <a:lnTo>
                    <a:pt x="458" y="112"/>
                  </a:lnTo>
                  <a:lnTo>
                    <a:pt x="458" y="112"/>
                  </a:lnTo>
                  <a:lnTo>
                    <a:pt x="458" y="111"/>
                  </a:lnTo>
                  <a:lnTo>
                    <a:pt x="454" y="109"/>
                  </a:lnTo>
                  <a:lnTo>
                    <a:pt x="454" y="107"/>
                  </a:lnTo>
                  <a:lnTo>
                    <a:pt x="452" y="107"/>
                  </a:lnTo>
                  <a:lnTo>
                    <a:pt x="452" y="107"/>
                  </a:lnTo>
                  <a:lnTo>
                    <a:pt x="450" y="105"/>
                  </a:lnTo>
                  <a:lnTo>
                    <a:pt x="450" y="105"/>
                  </a:lnTo>
                  <a:lnTo>
                    <a:pt x="450" y="105"/>
                  </a:lnTo>
                  <a:lnTo>
                    <a:pt x="450" y="105"/>
                  </a:lnTo>
                  <a:lnTo>
                    <a:pt x="450" y="103"/>
                  </a:lnTo>
                  <a:lnTo>
                    <a:pt x="452" y="101"/>
                  </a:lnTo>
                  <a:lnTo>
                    <a:pt x="452" y="101"/>
                  </a:lnTo>
                  <a:lnTo>
                    <a:pt x="450" y="99"/>
                  </a:lnTo>
                  <a:lnTo>
                    <a:pt x="446" y="101"/>
                  </a:lnTo>
                  <a:lnTo>
                    <a:pt x="444" y="101"/>
                  </a:lnTo>
                  <a:lnTo>
                    <a:pt x="444" y="103"/>
                  </a:lnTo>
                  <a:lnTo>
                    <a:pt x="443" y="101"/>
                  </a:lnTo>
                  <a:lnTo>
                    <a:pt x="441" y="101"/>
                  </a:lnTo>
                  <a:lnTo>
                    <a:pt x="441" y="103"/>
                  </a:lnTo>
                  <a:lnTo>
                    <a:pt x="441" y="105"/>
                  </a:lnTo>
                  <a:lnTo>
                    <a:pt x="441" y="105"/>
                  </a:lnTo>
                  <a:lnTo>
                    <a:pt x="439" y="111"/>
                  </a:lnTo>
                  <a:lnTo>
                    <a:pt x="437" y="114"/>
                  </a:lnTo>
                  <a:lnTo>
                    <a:pt x="433" y="118"/>
                  </a:lnTo>
                  <a:lnTo>
                    <a:pt x="429" y="118"/>
                  </a:lnTo>
                  <a:lnTo>
                    <a:pt x="429" y="118"/>
                  </a:lnTo>
                  <a:lnTo>
                    <a:pt x="425" y="116"/>
                  </a:lnTo>
                  <a:lnTo>
                    <a:pt x="425" y="114"/>
                  </a:lnTo>
                  <a:lnTo>
                    <a:pt x="424" y="114"/>
                  </a:lnTo>
                  <a:lnTo>
                    <a:pt x="424" y="112"/>
                  </a:lnTo>
                  <a:lnTo>
                    <a:pt x="424" y="111"/>
                  </a:lnTo>
                  <a:lnTo>
                    <a:pt x="424" y="111"/>
                  </a:lnTo>
                  <a:lnTo>
                    <a:pt x="420" y="109"/>
                  </a:lnTo>
                  <a:lnTo>
                    <a:pt x="420" y="109"/>
                  </a:lnTo>
                  <a:lnTo>
                    <a:pt x="420" y="109"/>
                  </a:lnTo>
                  <a:lnTo>
                    <a:pt x="416" y="112"/>
                  </a:lnTo>
                  <a:lnTo>
                    <a:pt x="414" y="112"/>
                  </a:lnTo>
                  <a:lnTo>
                    <a:pt x="412" y="111"/>
                  </a:lnTo>
                  <a:lnTo>
                    <a:pt x="410" y="111"/>
                  </a:lnTo>
                  <a:lnTo>
                    <a:pt x="410" y="111"/>
                  </a:lnTo>
                  <a:lnTo>
                    <a:pt x="410" y="112"/>
                  </a:lnTo>
                  <a:lnTo>
                    <a:pt x="408" y="114"/>
                  </a:lnTo>
                  <a:lnTo>
                    <a:pt x="406" y="114"/>
                  </a:lnTo>
                  <a:lnTo>
                    <a:pt x="406" y="114"/>
                  </a:lnTo>
                  <a:lnTo>
                    <a:pt x="404" y="114"/>
                  </a:lnTo>
                  <a:lnTo>
                    <a:pt x="403" y="112"/>
                  </a:lnTo>
                  <a:lnTo>
                    <a:pt x="401" y="114"/>
                  </a:lnTo>
                  <a:lnTo>
                    <a:pt x="401" y="114"/>
                  </a:lnTo>
                  <a:lnTo>
                    <a:pt x="397" y="116"/>
                  </a:lnTo>
                  <a:lnTo>
                    <a:pt x="395" y="118"/>
                  </a:lnTo>
                  <a:lnTo>
                    <a:pt x="391" y="116"/>
                  </a:lnTo>
                  <a:lnTo>
                    <a:pt x="384" y="112"/>
                  </a:lnTo>
                  <a:lnTo>
                    <a:pt x="382" y="112"/>
                  </a:lnTo>
                  <a:lnTo>
                    <a:pt x="378" y="112"/>
                  </a:lnTo>
                  <a:lnTo>
                    <a:pt x="376" y="114"/>
                  </a:lnTo>
                  <a:lnTo>
                    <a:pt x="372" y="114"/>
                  </a:lnTo>
                  <a:lnTo>
                    <a:pt x="372" y="116"/>
                  </a:lnTo>
                  <a:lnTo>
                    <a:pt x="370" y="120"/>
                  </a:lnTo>
                  <a:lnTo>
                    <a:pt x="368" y="122"/>
                  </a:lnTo>
                  <a:lnTo>
                    <a:pt x="368" y="120"/>
                  </a:lnTo>
                  <a:lnTo>
                    <a:pt x="364" y="120"/>
                  </a:lnTo>
                  <a:lnTo>
                    <a:pt x="363" y="118"/>
                  </a:lnTo>
                  <a:lnTo>
                    <a:pt x="363" y="116"/>
                  </a:lnTo>
                  <a:lnTo>
                    <a:pt x="361" y="116"/>
                  </a:lnTo>
                  <a:lnTo>
                    <a:pt x="361" y="114"/>
                  </a:lnTo>
                  <a:lnTo>
                    <a:pt x="357" y="116"/>
                  </a:lnTo>
                  <a:lnTo>
                    <a:pt x="353" y="116"/>
                  </a:lnTo>
                  <a:lnTo>
                    <a:pt x="349" y="114"/>
                  </a:lnTo>
                  <a:lnTo>
                    <a:pt x="347" y="112"/>
                  </a:lnTo>
                  <a:lnTo>
                    <a:pt x="345" y="109"/>
                  </a:lnTo>
                  <a:lnTo>
                    <a:pt x="345" y="105"/>
                  </a:lnTo>
                  <a:lnTo>
                    <a:pt x="345" y="105"/>
                  </a:lnTo>
                  <a:lnTo>
                    <a:pt x="343" y="101"/>
                  </a:lnTo>
                  <a:lnTo>
                    <a:pt x="343" y="99"/>
                  </a:lnTo>
                  <a:lnTo>
                    <a:pt x="343" y="97"/>
                  </a:lnTo>
                  <a:lnTo>
                    <a:pt x="343" y="97"/>
                  </a:lnTo>
                  <a:lnTo>
                    <a:pt x="342" y="97"/>
                  </a:lnTo>
                  <a:lnTo>
                    <a:pt x="340" y="101"/>
                  </a:lnTo>
                  <a:lnTo>
                    <a:pt x="338" y="101"/>
                  </a:lnTo>
                  <a:lnTo>
                    <a:pt x="334" y="103"/>
                  </a:lnTo>
                  <a:lnTo>
                    <a:pt x="332" y="105"/>
                  </a:lnTo>
                  <a:lnTo>
                    <a:pt x="328" y="105"/>
                  </a:lnTo>
                  <a:lnTo>
                    <a:pt x="328" y="109"/>
                  </a:lnTo>
                  <a:lnTo>
                    <a:pt x="326" y="111"/>
                  </a:lnTo>
                  <a:lnTo>
                    <a:pt x="324" y="112"/>
                  </a:lnTo>
                  <a:lnTo>
                    <a:pt x="321" y="112"/>
                  </a:lnTo>
                  <a:lnTo>
                    <a:pt x="321" y="112"/>
                  </a:lnTo>
                  <a:lnTo>
                    <a:pt x="317" y="111"/>
                  </a:lnTo>
                  <a:lnTo>
                    <a:pt x="317" y="111"/>
                  </a:lnTo>
                  <a:lnTo>
                    <a:pt x="315" y="112"/>
                  </a:lnTo>
                  <a:lnTo>
                    <a:pt x="315" y="112"/>
                  </a:lnTo>
                  <a:lnTo>
                    <a:pt x="313" y="114"/>
                  </a:lnTo>
                  <a:lnTo>
                    <a:pt x="311" y="114"/>
                  </a:lnTo>
                  <a:lnTo>
                    <a:pt x="305" y="111"/>
                  </a:lnTo>
                  <a:lnTo>
                    <a:pt x="300" y="107"/>
                  </a:lnTo>
                  <a:lnTo>
                    <a:pt x="298" y="105"/>
                  </a:lnTo>
                  <a:lnTo>
                    <a:pt x="298" y="105"/>
                  </a:lnTo>
                  <a:lnTo>
                    <a:pt x="296" y="105"/>
                  </a:lnTo>
                  <a:lnTo>
                    <a:pt x="296" y="103"/>
                  </a:lnTo>
                  <a:lnTo>
                    <a:pt x="294" y="103"/>
                  </a:lnTo>
                  <a:lnTo>
                    <a:pt x="292" y="101"/>
                  </a:lnTo>
                  <a:lnTo>
                    <a:pt x="288" y="101"/>
                  </a:lnTo>
                  <a:lnTo>
                    <a:pt x="283" y="97"/>
                  </a:lnTo>
                  <a:lnTo>
                    <a:pt x="281" y="97"/>
                  </a:lnTo>
                  <a:lnTo>
                    <a:pt x="279" y="97"/>
                  </a:lnTo>
                  <a:lnTo>
                    <a:pt x="277" y="97"/>
                  </a:lnTo>
                  <a:lnTo>
                    <a:pt x="277" y="97"/>
                  </a:lnTo>
                  <a:lnTo>
                    <a:pt x="277" y="95"/>
                  </a:lnTo>
                  <a:lnTo>
                    <a:pt x="277" y="95"/>
                  </a:lnTo>
                  <a:lnTo>
                    <a:pt x="275" y="93"/>
                  </a:lnTo>
                  <a:lnTo>
                    <a:pt x="275" y="93"/>
                  </a:lnTo>
                  <a:lnTo>
                    <a:pt x="273" y="93"/>
                  </a:lnTo>
                  <a:lnTo>
                    <a:pt x="269" y="95"/>
                  </a:lnTo>
                  <a:lnTo>
                    <a:pt x="267" y="97"/>
                  </a:lnTo>
                  <a:lnTo>
                    <a:pt x="265" y="97"/>
                  </a:lnTo>
                  <a:lnTo>
                    <a:pt x="265" y="97"/>
                  </a:lnTo>
                  <a:lnTo>
                    <a:pt x="263" y="95"/>
                  </a:lnTo>
                  <a:lnTo>
                    <a:pt x="263" y="95"/>
                  </a:lnTo>
                  <a:lnTo>
                    <a:pt x="263" y="95"/>
                  </a:lnTo>
                  <a:lnTo>
                    <a:pt x="262" y="95"/>
                  </a:lnTo>
                  <a:lnTo>
                    <a:pt x="262" y="95"/>
                  </a:lnTo>
                  <a:lnTo>
                    <a:pt x="262" y="95"/>
                  </a:lnTo>
                  <a:lnTo>
                    <a:pt x="260" y="95"/>
                  </a:lnTo>
                  <a:lnTo>
                    <a:pt x="258" y="95"/>
                  </a:lnTo>
                  <a:lnTo>
                    <a:pt x="258" y="93"/>
                  </a:lnTo>
                  <a:lnTo>
                    <a:pt x="252" y="90"/>
                  </a:lnTo>
                  <a:lnTo>
                    <a:pt x="248" y="90"/>
                  </a:lnTo>
                  <a:lnTo>
                    <a:pt x="246" y="90"/>
                  </a:lnTo>
                  <a:lnTo>
                    <a:pt x="242" y="90"/>
                  </a:lnTo>
                  <a:lnTo>
                    <a:pt x="242" y="92"/>
                  </a:lnTo>
                  <a:lnTo>
                    <a:pt x="235" y="97"/>
                  </a:lnTo>
                  <a:lnTo>
                    <a:pt x="233" y="97"/>
                  </a:lnTo>
                  <a:lnTo>
                    <a:pt x="231" y="99"/>
                  </a:lnTo>
                  <a:lnTo>
                    <a:pt x="231" y="97"/>
                  </a:lnTo>
                  <a:lnTo>
                    <a:pt x="231" y="97"/>
                  </a:lnTo>
                  <a:lnTo>
                    <a:pt x="231" y="95"/>
                  </a:lnTo>
                  <a:lnTo>
                    <a:pt x="231" y="95"/>
                  </a:lnTo>
                  <a:lnTo>
                    <a:pt x="231" y="95"/>
                  </a:lnTo>
                  <a:lnTo>
                    <a:pt x="229" y="95"/>
                  </a:lnTo>
                  <a:lnTo>
                    <a:pt x="229" y="95"/>
                  </a:lnTo>
                  <a:lnTo>
                    <a:pt x="227" y="95"/>
                  </a:lnTo>
                  <a:lnTo>
                    <a:pt x="223" y="92"/>
                  </a:lnTo>
                  <a:lnTo>
                    <a:pt x="222" y="90"/>
                  </a:lnTo>
                  <a:lnTo>
                    <a:pt x="220" y="86"/>
                  </a:lnTo>
                  <a:lnTo>
                    <a:pt x="222" y="78"/>
                  </a:lnTo>
                  <a:lnTo>
                    <a:pt x="220" y="74"/>
                  </a:lnTo>
                  <a:lnTo>
                    <a:pt x="220" y="73"/>
                  </a:lnTo>
                  <a:lnTo>
                    <a:pt x="212" y="69"/>
                  </a:lnTo>
                  <a:lnTo>
                    <a:pt x="210" y="69"/>
                  </a:lnTo>
                  <a:lnTo>
                    <a:pt x="202" y="71"/>
                  </a:lnTo>
                  <a:lnTo>
                    <a:pt x="199" y="74"/>
                  </a:lnTo>
                  <a:lnTo>
                    <a:pt x="197" y="76"/>
                  </a:lnTo>
                  <a:lnTo>
                    <a:pt x="195" y="76"/>
                  </a:lnTo>
                  <a:lnTo>
                    <a:pt x="193" y="76"/>
                  </a:lnTo>
                  <a:lnTo>
                    <a:pt x="191" y="76"/>
                  </a:lnTo>
                  <a:lnTo>
                    <a:pt x="189" y="76"/>
                  </a:lnTo>
                  <a:lnTo>
                    <a:pt x="189" y="78"/>
                  </a:lnTo>
                  <a:lnTo>
                    <a:pt x="187" y="78"/>
                  </a:lnTo>
                  <a:lnTo>
                    <a:pt x="187" y="80"/>
                  </a:lnTo>
                  <a:lnTo>
                    <a:pt x="183" y="80"/>
                  </a:lnTo>
                  <a:lnTo>
                    <a:pt x="182" y="80"/>
                  </a:lnTo>
                  <a:lnTo>
                    <a:pt x="174" y="78"/>
                  </a:lnTo>
                  <a:lnTo>
                    <a:pt x="170" y="76"/>
                  </a:lnTo>
                  <a:lnTo>
                    <a:pt x="170" y="73"/>
                  </a:lnTo>
                  <a:lnTo>
                    <a:pt x="170" y="69"/>
                  </a:lnTo>
                  <a:lnTo>
                    <a:pt x="166" y="67"/>
                  </a:lnTo>
                  <a:lnTo>
                    <a:pt x="164" y="67"/>
                  </a:lnTo>
                  <a:lnTo>
                    <a:pt x="159" y="71"/>
                  </a:lnTo>
                  <a:lnTo>
                    <a:pt x="157" y="69"/>
                  </a:lnTo>
                  <a:lnTo>
                    <a:pt x="157" y="69"/>
                  </a:lnTo>
                  <a:lnTo>
                    <a:pt x="157" y="67"/>
                  </a:lnTo>
                  <a:lnTo>
                    <a:pt x="155" y="65"/>
                  </a:lnTo>
                  <a:lnTo>
                    <a:pt x="155" y="65"/>
                  </a:lnTo>
                  <a:lnTo>
                    <a:pt x="153" y="65"/>
                  </a:lnTo>
                  <a:lnTo>
                    <a:pt x="151" y="65"/>
                  </a:lnTo>
                  <a:lnTo>
                    <a:pt x="151" y="63"/>
                  </a:lnTo>
                  <a:lnTo>
                    <a:pt x="149" y="59"/>
                  </a:lnTo>
                  <a:lnTo>
                    <a:pt x="149" y="57"/>
                  </a:lnTo>
                  <a:lnTo>
                    <a:pt x="147" y="57"/>
                  </a:lnTo>
                  <a:lnTo>
                    <a:pt x="142" y="55"/>
                  </a:lnTo>
                  <a:lnTo>
                    <a:pt x="140" y="54"/>
                  </a:lnTo>
                  <a:lnTo>
                    <a:pt x="140" y="54"/>
                  </a:lnTo>
                  <a:lnTo>
                    <a:pt x="138" y="52"/>
                  </a:lnTo>
                  <a:lnTo>
                    <a:pt x="138" y="52"/>
                  </a:lnTo>
                  <a:lnTo>
                    <a:pt x="136" y="54"/>
                  </a:lnTo>
                  <a:lnTo>
                    <a:pt x="134" y="54"/>
                  </a:lnTo>
                  <a:lnTo>
                    <a:pt x="134" y="54"/>
                  </a:lnTo>
                  <a:lnTo>
                    <a:pt x="122" y="50"/>
                  </a:lnTo>
                  <a:lnTo>
                    <a:pt x="121" y="50"/>
                  </a:lnTo>
                  <a:lnTo>
                    <a:pt x="121" y="48"/>
                  </a:lnTo>
                  <a:lnTo>
                    <a:pt x="121" y="46"/>
                  </a:lnTo>
                  <a:lnTo>
                    <a:pt x="122" y="42"/>
                  </a:lnTo>
                  <a:lnTo>
                    <a:pt x="124" y="40"/>
                  </a:lnTo>
                  <a:lnTo>
                    <a:pt x="124" y="36"/>
                  </a:lnTo>
                  <a:lnTo>
                    <a:pt x="124" y="33"/>
                  </a:lnTo>
                  <a:lnTo>
                    <a:pt x="122" y="29"/>
                  </a:lnTo>
                  <a:lnTo>
                    <a:pt x="121" y="25"/>
                  </a:lnTo>
                  <a:lnTo>
                    <a:pt x="119" y="21"/>
                  </a:lnTo>
                  <a:lnTo>
                    <a:pt x="117" y="19"/>
                  </a:lnTo>
                  <a:lnTo>
                    <a:pt x="90" y="15"/>
                  </a:lnTo>
                  <a:lnTo>
                    <a:pt x="88" y="14"/>
                  </a:lnTo>
                  <a:lnTo>
                    <a:pt x="86" y="12"/>
                  </a:lnTo>
                  <a:lnTo>
                    <a:pt x="84" y="10"/>
                  </a:lnTo>
                  <a:lnTo>
                    <a:pt x="84" y="8"/>
                  </a:lnTo>
                  <a:lnTo>
                    <a:pt x="81" y="8"/>
                  </a:lnTo>
                  <a:lnTo>
                    <a:pt x="81" y="8"/>
                  </a:lnTo>
                  <a:lnTo>
                    <a:pt x="79" y="6"/>
                  </a:lnTo>
                  <a:lnTo>
                    <a:pt x="79" y="4"/>
                  </a:lnTo>
                  <a:lnTo>
                    <a:pt x="77" y="4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5" y="6"/>
                  </a:lnTo>
                  <a:lnTo>
                    <a:pt x="63" y="8"/>
                  </a:lnTo>
                  <a:lnTo>
                    <a:pt x="61" y="8"/>
                  </a:lnTo>
                  <a:lnTo>
                    <a:pt x="58" y="8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4" y="8"/>
                  </a:lnTo>
                  <a:lnTo>
                    <a:pt x="50" y="8"/>
                  </a:lnTo>
                  <a:lnTo>
                    <a:pt x="48" y="8"/>
                  </a:lnTo>
                  <a:lnTo>
                    <a:pt x="48" y="10"/>
                  </a:lnTo>
                  <a:lnTo>
                    <a:pt x="52" y="14"/>
                  </a:lnTo>
                  <a:lnTo>
                    <a:pt x="52" y="14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9"/>
                  </a:lnTo>
                  <a:lnTo>
                    <a:pt x="50" y="19"/>
                  </a:lnTo>
                  <a:lnTo>
                    <a:pt x="50" y="19"/>
                  </a:lnTo>
                  <a:lnTo>
                    <a:pt x="50" y="19"/>
                  </a:lnTo>
                  <a:lnTo>
                    <a:pt x="52" y="19"/>
                  </a:lnTo>
                  <a:lnTo>
                    <a:pt x="54" y="19"/>
                  </a:lnTo>
                  <a:lnTo>
                    <a:pt x="54" y="19"/>
                  </a:lnTo>
                  <a:lnTo>
                    <a:pt x="54" y="21"/>
                  </a:lnTo>
                  <a:lnTo>
                    <a:pt x="52" y="23"/>
                  </a:lnTo>
                  <a:lnTo>
                    <a:pt x="52" y="25"/>
                  </a:lnTo>
                  <a:lnTo>
                    <a:pt x="54" y="25"/>
                  </a:lnTo>
                  <a:lnTo>
                    <a:pt x="54" y="27"/>
                  </a:lnTo>
                  <a:lnTo>
                    <a:pt x="56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8" y="31"/>
                  </a:lnTo>
                  <a:lnTo>
                    <a:pt x="58" y="33"/>
                  </a:lnTo>
                  <a:lnTo>
                    <a:pt x="58" y="34"/>
                  </a:lnTo>
                  <a:lnTo>
                    <a:pt x="58" y="36"/>
                  </a:lnTo>
                  <a:lnTo>
                    <a:pt x="58" y="38"/>
                  </a:lnTo>
                  <a:lnTo>
                    <a:pt x="58" y="38"/>
                  </a:lnTo>
                  <a:lnTo>
                    <a:pt x="61" y="40"/>
                  </a:lnTo>
                  <a:lnTo>
                    <a:pt x="61" y="42"/>
                  </a:lnTo>
                  <a:lnTo>
                    <a:pt x="61" y="44"/>
                  </a:lnTo>
                  <a:lnTo>
                    <a:pt x="63" y="46"/>
                  </a:lnTo>
                  <a:lnTo>
                    <a:pt x="65" y="46"/>
                  </a:lnTo>
                  <a:lnTo>
                    <a:pt x="65" y="48"/>
                  </a:lnTo>
                  <a:lnTo>
                    <a:pt x="65" y="50"/>
                  </a:lnTo>
                  <a:lnTo>
                    <a:pt x="65" y="50"/>
                  </a:lnTo>
                  <a:lnTo>
                    <a:pt x="65" y="54"/>
                  </a:lnTo>
                  <a:lnTo>
                    <a:pt x="65" y="54"/>
                  </a:lnTo>
                  <a:lnTo>
                    <a:pt x="69" y="59"/>
                  </a:lnTo>
                  <a:lnTo>
                    <a:pt x="69" y="61"/>
                  </a:lnTo>
                  <a:lnTo>
                    <a:pt x="71" y="63"/>
                  </a:lnTo>
                  <a:lnTo>
                    <a:pt x="73" y="63"/>
                  </a:lnTo>
                  <a:lnTo>
                    <a:pt x="73" y="63"/>
                  </a:lnTo>
                  <a:lnTo>
                    <a:pt x="75" y="65"/>
                  </a:lnTo>
                  <a:lnTo>
                    <a:pt x="77" y="67"/>
                  </a:lnTo>
                  <a:lnTo>
                    <a:pt x="79" y="67"/>
                  </a:lnTo>
                  <a:lnTo>
                    <a:pt x="79" y="67"/>
                  </a:lnTo>
                  <a:lnTo>
                    <a:pt x="79" y="65"/>
                  </a:lnTo>
                  <a:lnTo>
                    <a:pt x="81" y="65"/>
                  </a:lnTo>
                  <a:lnTo>
                    <a:pt x="81" y="65"/>
                  </a:lnTo>
                  <a:lnTo>
                    <a:pt x="81" y="65"/>
                  </a:lnTo>
                  <a:lnTo>
                    <a:pt x="82" y="65"/>
                  </a:lnTo>
                  <a:lnTo>
                    <a:pt x="82" y="65"/>
                  </a:lnTo>
                  <a:lnTo>
                    <a:pt x="84" y="65"/>
                  </a:lnTo>
                  <a:lnTo>
                    <a:pt x="84" y="65"/>
                  </a:lnTo>
                  <a:lnTo>
                    <a:pt x="86" y="67"/>
                  </a:lnTo>
                  <a:lnTo>
                    <a:pt x="86" y="69"/>
                  </a:lnTo>
                  <a:lnTo>
                    <a:pt x="86" y="71"/>
                  </a:lnTo>
                  <a:lnTo>
                    <a:pt x="86" y="73"/>
                  </a:lnTo>
                  <a:lnTo>
                    <a:pt x="86" y="76"/>
                  </a:lnTo>
                  <a:lnTo>
                    <a:pt x="86" y="78"/>
                  </a:lnTo>
                  <a:lnTo>
                    <a:pt x="86" y="78"/>
                  </a:lnTo>
                  <a:lnTo>
                    <a:pt x="86" y="78"/>
                  </a:lnTo>
                  <a:lnTo>
                    <a:pt x="88" y="78"/>
                  </a:lnTo>
                  <a:lnTo>
                    <a:pt x="90" y="78"/>
                  </a:lnTo>
                  <a:lnTo>
                    <a:pt x="90" y="80"/>
                  </a:lnTo>
                  <a:lnTo>
                    <a:pt x="92" y="80"/>
                  </a:lnTo>
                  <a:lnTo>
                    <a:pt x="98" y="88"/>
                  </a:lnTo>
                  <a:lnTo>
                    <a:pt x="100" y="88"/>
                  </a:lnTo>
                  <a:lnTo>
                    <a:pt x="100" y="88"/>
                  </a:lnTo>
                  <a:lnTo>
                    <a:pt x="100" y="90"/>
                  </a:lnTo>
                  <a:lnTo>
                    <a:pt x="100" y="90"/>
                  </a:lnTo>
                  <a:lnTo>
                    <a:pt x="98" y="90"/>
                  </a:lnTo>
                  <a:lnTo>
                    <a:pt x="84" y="92"/>
                  </a:lnTo>
                  <a:lnTo>
                    <a:pt x="81" y="90"/>
                  </a:lnTo>
                  <a:lnTo>
                    <a:pt x="79" y="90"/>
                  </a:lnTo>
                  <a:lnTo>
                    <a:pt x="77" y="90"/>
                  </a:lnTo>
                  <a:lnTo>
                    <a:pt x="77" y="90"/>
                  </a:lnTo>
                  <a:lnTo>
                    <a:pt x="73" y="90"/>
                  </a:lnTo>
                  <a:lnTo>
                    <a:pt x="73" y="90"/>
                  </a:lnTo>
                  <a:lnTo>
                    <a:pt x="71" y="90"/>
                  </a:lnTo>
                  <a:lnTo>
                    <a:pt x="71" y="92"/>
                  </a:lnTo>
                  <a:lnTo>
                    <a:pt x="71" y="92"/>
                  </a:lnTo>
                  <a:lnTo>
                    <a:pt x="69" y="95"/>
                  </a:lnTo>
                  <a:lnTo>
                    <a:pt x="69" y="97"/>
                  </a:lnTo>
                  <a:lnTo>
                    <a:pt x="69" y="97"/>
                  </a:lnTo>
                  <a:lnTo>
                    <a:pt x="67" y="99"/>
                  </a:lnTo>
                  <a:lnTo>
                    <a:pt x="67" y="99"/>
                  </a:lnTo>
                  <a:lnTo>
                    <a:pt x="67" y="99"/>
                  </a:lnTo>
                  <a:lnTo>
                    <a:pt x="63" y="101"/>
                  </a:lnTo>
                  <a:lnTo>
                    <a:pt x="61" y="101"/>
                  </a:lnTo>
                  <a:lnTo>
                    <a:pt x="61" y="101"/>
                  </a:lnTo>
                  <a:lnTo>
                    <a:pt x="61" y="101"/>
                  </a:lnTo>
                  <a:lnTo>
                    <a:pt x="60" y="103"/>
                  </a:lnTo>
                  <a:lnTo>
                    <a:pt x="60" y="103"/>
                  </a:lnTo>
                  <a:lnTo>
                    <a:pt x="60" y="103"/>
                  </a:lnTo>
                  <a:lnTo>
                    <a:pt x="60" y="103"/>
                  </a:lnTo>
                  <a:lnTo>
                    <a:pt x="60" y="103"/>
                  </a:lnTo>
                  <a:lnTo>
                    <a:pt x="60" y="103"/>
                  </a:lnTo>
                  <a:lnTo>
                    <a:pt x="60" y="101"/>
                  </a:lnTo>
                  <a:lnTo>
                    <a:pt x="58" y="101"/>
                  </a:lnTo>
                  <a:lnTo>
                    <a:pt x="58" y="101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6" y="101"/>
                  </a:lnTo>
                  <a:lnTo>
                    <a:pt x="56" y="101"/>
                  </a:lnTo>
                  <a:lnTo>
                    <a:pt x="56" y="101"/>
                  </a:lnTo>
                  <a:lnTo>
                    <a:pt x="56" y="105"/>
                  </a:lnTo>
                  <a:lnTo>
                    <a:pt x="56" y="105"/>
                  </a:lnTo>
                  <a:lnTo>
                    <a:pt x="56" y="107"/>
                  </a:lnTo>
                  <a:lnTo>
                    <a:pt x="56" y="109"/>
                  </a:lnTo>
                  <a:lnTo>
                    <a:pt x="56" y="109"/>
                  </a:lnTo>
                  <a:lnTo>
                    <a:pt x="58" y="109"/>
                  </a:lnTo>
                  <a:lnTo>
                    <a:pt x="60" y="111"/>
                  </a:lnTo>
                  <a:lnTo>
                    <a:pt x="60" y="111"/>
                  </a:lnTo>
                  <a:lnTo>
                    <a:pt x="61" y="111"/>
                  </a:lnTo>
                  <a:lnTo>
                    <a:pt x="61" y="109"/>
                  </a:lnTo>
                  <a:lnTo>
                    <a:pt x="63" y="109"/>
                  </a:lnTo>
                  <a:lnTo>
                    <a:pt x="63" y="109"/>
                  </a:lnTo>
                  <a:lnTo>
                    <a:pt x="63" y="109"/>
                  </a:lnTo>
                  <a:lnTo>
                    <a:pt x="63" y="109"/>
                  </a:lnTo>
                  <a:lnTo>
                    <a:pt x="65" y="109"/>
                  </a:lnTo>
                  <a:lnTo>
                    <a:pt x="65" y="109"/>
                  </a:lnTo>
                  <a:lnTo>
                    <a:pt x="67" y="109"/>
                  </a:lnTo>
                  <a:lnTo>
                    <a:pt x="69" y="112"/>
                  </a:lnTo>
                  <a:lnTo>
                    <a:pt x="71" y="112"/>
                  </a:lnTo>
                  <a:lnTo>
                    <a:pt x="73" y="114"/>
                  </a:lnTo>
                  <a:lnTo>
                    <a:pt x="79" y="114"/>
                  </a:lnTo>
                  <a:lnTo>
                    <a:pt x="81" y="116"/>
                  </a:lnTo>
                  <a:lnTo>
                    <a:pt x="81" y="116"/>
                  </a:lnTo>
                  <a:lnTo>
                    <a:pt x="81" y="116"/>
                  </a:lnTo>
                  <a:lnTo>
                    <a:pt x="81" y="118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4"/>
                  </a:lnTo>
                  <a:lnTo>
                    <a:pt x="81" y="126"/>
                  </a:lnTo>
                  <a:lnTo>
                    <a:pt x="81" y="128"/>
                  </a:lnTo>
                  <a:lnTo>
                    <a:pt x="81" y="128"/>
                  </a:lnTo>
                  <a:lnTo>
                    <a:pt x="79" y="128"/>
                  </a:lnTo>
                  <a:lnTo>
                    <a:pt x="77" y="128"/>
                  </a:lnTo>
                  <a:lnTo>
                    <a:pt x="77" y="128"/>
                  </a:lnTo>
                  <a:lnTo>
                    <a:pt x="75" y="128"/>
                  </a:lnTo>
                  <a:lnTo>
                    <a:pt x="75" y="128"/>
                  </a:lnTo>
                  <a:lnTo>
                    <a:pt x="73" y="128"/>
                  </a:lnTo>
                  <a:lnTo>
                    <a:pt x="73" y="128"/>
                  </a:lnTo>
                  <a:lnTo>
                    <a:pt x="73" y="130"/>
                  </a:lnTo>
                  <a:lnTo>
                    <a:pt x="71" y="130"/>
                  </a:lnTo>
                  <a:lnTo>
                    <a:pt x="71" y="130"/>
                  </a:lnTo>
                  <a:lnTo>
                    <a:pt x="65" y="130"/>
                  </a:lnTo>
                  <a:lnTo>
                    <a:pt x="63" y="131"/>
                  </a:lnTo>
                  <a:lnTo>
                    <a:pt x="63" y="131"/>
                  </a:lnTo>
                  <a:lnTo>
                    <a:pt x="63" y="131"/>
                  </a:lnTo>
                  <a:lnTo>
                    <a:pt x="63" y="131"/>
                  </a:lnTo>
                  <a:lnTo>
                    <a:pt x="61" y="131"/>
                  </a:lnTo>
                  <a:lnTo>
                    <a:pt x="61" y="133"/>
                  </a:lnTo>
                  <a:lnTo>
                    <a:pt x="61" y="133"/>
                  </a:lnTo>
                  <a:lnTo>
                    <a:pt x="61" y="135"/>
                  </a:lnTo>
                  <a:lnTo>
                    <a:pt x="63" y="135"/>
                  </a:lnTo>
                  <a:lnTo>
                    <a:pt x="65" y="137"/>
                  </a:lnTo>
                  <a:lnTo>
                    <a:pt x="67" y="139"/>
                  </a:lnTo>
                  <a:lnTo>
                    <a:pt x="69" y="147"/>
                  </a:lnTo>
                  <a:lnTo>
                    <a:pt x="69" y="147"/>
                  </a:lnTo>
                  <a:lnTo>
                    <a:pt x="71" y="147"/>
                  </a:lnTo>
                  <a:lnTo>
                    <a:pt x="73" y="147"/>
                  </a:lnTo>
                  <a:lnTo>
                    <a:pt x="73" y="147"/>
                  </a:lnTo>
                  <a:lnTo>
                    <a:pt x="75" y="149"/>
                  </a:lnTo>
                  <a:lnTo>
                    <a:pt x="77" y="149"/>
                  </a:lnTo>
                  <a:lnTo>
                    <a:pt x="77" y="150"/>
                  </a:lnTo>
                  <a:lnTo>
                    <a:pt x="79" y="150"/>
                  </a:lnTo>
                  <a:lnTo>
                    <a:pt x="79" y="152"/>
                  </a:lnTo>
                  <a:lnTo>
                    <a:pt x="79" y="154"/>
                  </a:lnTo>
                  <a:lnTo>
                    <a:pt x="81" y="154"/>
                  </a:lnTo>
                  <a:lnTo>
                    <a:pt x="81" y="154"/>
                  </a:lnTo>
                  <a:lnTo>
                    <a:pt x="82" y="154"/>
                  </a:lnTo>
                  <a:lnTo>
                    <a:pt x="82" y="156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4" y="162"/>
                  </a:lnTo>
                  <a:lnTo>
                    <a:pt x="86" y="162"/>
                  </a:lnTo>
                  <a:lnTo>
                    <a:pt x="88" y="164"/>
                  </a:lnTo>
                  <a:lnTo>
                    <a:pt x="88" y="164"/>
                  </a:lnTo>
                  <a:lnTo>
                    <a:pt x="90" y="164"/>
                  </a:lnTo>
                  <a:lnTo>
                    <a:pt x="94" y="162"/>
                  </a:lnTo>
                  <a:lnTo>
                    <a:pt x="96" y="162"/>
                  </a:lnTo>
                  <a:lnTo>
                    <a:pt x="98" y="162"/>
                  </a:lnTo>
                  <a:lnTo>
                    <a:pt x="98" y="164"/>
                  </a:lnTo>
                  <a:lnTo>
                    <a:pt x="100" y="164"/>
                  </a:lnTo>
                  <a:lnTo>
                    <a:pt x="101" y="166"/>
                  </a:lnTo>
                  <a:lnTo>
                    <a:pt x="101" y="168"/>
                  </a:lnTo>
                  <a:lnTo>
                    <a:pt x="101" y="168"/>
                  </a:lnTo>
                  <a:lnTo>
                    <a:pt x="105" y="170"/>
                  </a:lnTo>
                  <a:lnTo>
                    <a:pt x="107" y="170"/>
                  </a:lnTo>
                  <a:lnTo>
                    <a:pt x="109" y="170"/>
                  </a:lnTo>
                  <a:lnTo>
                    <a:pt x="111" y="170"/>
                  </a:lnTo>
                  <a:lnTo>
                    <a:pt x="113" y="171"/>
                  </a:lnTo>
                  <a:lnTo>
                    <a:pt x="119" y="177"/>
                  </a:lnTo>
                  <a:lnTo>
                    <a:pt x="119" y="177"/>
                  </a:lnTo>
                  <a:lnTo>
                    <a:pt x="121" y="179"/>
                  </a:lnTo>
                  <a:lnTo>
                    <a:pt x="119" y="179"/>
                  </a:lnTo>
                  <a:lnTo>
                    <a:pt x="119" y="181"/>
                  </a:lnTo>
                  <a:lnTo>
                    <a:pt x="119" y="183"/>
                  </a:lnTo>
                  <a:lnTo>
                    <a:pt x="119" y="183"/>
                  </a:lnTo>
                  <a:lnTo>
                    <a:pt x="117" y="183"/>
                  </a:lnTo>
                  <a:lnTo>
                    <a:pt x="113" y="187"/>
                  </a:lnTo>
                  <a:lnTo>
                    <a:pt x="113" y="187"/>
                  </a:lnTo>
                  <a:lnTo>
                    <a:pt x="111" y="187"/>
                  </a:lnTo>
                  <a:lnTo>
                    <a:pt x="109" y="187"/>
                  </a:lnTo>
                  <a:lnTo>
                    <a:pt x="107" y="187"/>
                  </a:lnTo>
                  <a:lnTo>
                    <a:pt x="107" y="187"/>
                  </a:lnTo>
                  <a:lnTo>
                    <a:pt x="105" y="187"/>
                  </a:lnTo>
                  <a:lnTo>
                    <a:pt x="103" y="185"/>
                  </a:lnTo>
                  <a:lnTo>
                    <a:pt x="101" y="185"/>
                  </a:lnTo>
                  <a:lnTo>
                    <a:pt x="100" y="181"/>
                  </a:lnTo>
                  <a:lnTo>
                    <a:pt x="98" y="181"/>
                  </a:lnTo>
                  <a:lnTo>
                    <a:pt x="96" y="181"/>
                  </a:lnTo>
                  <a:lnTo>
                    <a:pt x="94" y="181"/>
                  </a:lnTo>
                  <a:lnTo>
                    <a:pt x="94" y="183"/>
                  </a:lnTo>
                  <a:lnTo>
                    <a:pt x="92" y="183"/>
                  </a:lnTo>
                  <a:lnTo>
                    <a:pt x="92" y="185"/>
                  </a:lnTo>
                  <a:lnTo>
                    <a:pt x="94" y="189"/>
                  </a:lnTo>
                  <a:lnTo>
                    <a:pt x="94" y="189"/>
                  </a:lnTo>
                  <a:lnTo>
                    <a:pt x="94" y="189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94" y="192"/>
                  </a:lnTo>
                  <a:lnTo>
                    <a:pt x="92" y="192"/>
                  </a:lnTo>
                  <a:lnTo>
                    <a:pt x="92" y="192"/>
                  </a:lnTo>
                  <a:lnTo>
                    <a:pt x="90" y="192"/>
                  </a:lnTo>
                  <a:lnTo>
                    <a:pt x="88" y="192"/>
                  </a:lnTo>
                  <a:lnTo>
                    <a:pt x="86" y="192"/>
                  </a:lnTo>
                  <a:lnTo>
                    <a:pt x="86" y="192"/>
                  </a:lnTo>
                  <a:lnTo>
                    <a:pt x="86" y="192"/>
                  </a:lnTo>
                  <a:lnTo>
                    <a:pt x="84" y="192"/>
                  </a:lnTo>
                  <a:lnTo>
                    <a:pt x="84" y="192"/>
                  </a:lnTo>
                  <a:lnTo>
                    <a:pt x="84" y="192"/>
                  </a:lnTo>
                  <a:lnTo>
                    <a:pt x="84" y="190"/>
                  </a:lnTo>
                  <a:lnTo>
                    <a:pt x="84" y="190"/>
                  </a:lnTo>
                  <a:lnTo>
                    <a:pt x="82" y="190"/>
                  </a:lnTo>
                  <a:lnTo>
                    <a:pt x="82" y="190"/>
                  </a:lnTo>
                  <a:lnTo>
                    <a:pt x="82" y="189"/>
                  </a:lnTo>
                  <a:lnTo>
                    <a:pt x="82" y="189"/>
                  </a:lnTo>
                  <a:lnTo>
                    <a:pt x="82" y="189"/>
                  </a:lnTo>
                  <a:lnTo>
                    <a:pt x="82" y="187"/>
                  </a:lnTo>
                  <a:lnTo>
                    <a:pt x="82" y="187"/>
                  </a:lnTo>
                  <a:lnTo>
                    <a:pt x="82" y="185"/>
                  </a:lnTo>
                  <a:lnTo>
                    <a:pt x="82" y="185"/>
                  </a:lnTo>
                  <a:lnTo>
                    <a:pt x="81" y="183"/>
                  </a:lnTo>
                  <a:lnTo>
                    <a:pt x="77" y="183"/>
                  </a:lnTo>
                  <a:lnTo>
                    <a:pt x="69" y="190"/>
                  </a:lnTo>
                  <a:lnTo>
                    <a:pt x="63" y="196"/>
                  </a:lnTo>
                  <a:lnTo>
                    <a:pt x="61" y="198"/>
                  </a:lnTo>
                  <a:lnTo>
                    <a:pt x="56" y="202"/>
                  </a:lnTo>
                  <a:lnTo>
                    <a:pt x="54" y="204"/>
                  </a:lnTo>
                  <a:lnTo>
                    <a:pt x="54" y="204"/>
                  </a:lnTo>
                  <a:lnTo>
                    <a:pt x="52" y="206"/>
                  </a:lnTo>
                  <a:lnTo>
                    <a:pt x="50" y="208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44" y="209"/>
                  </a:lnTo>
                  <a:lnTo>
                    <a:pt x="44" y="211"/>
                  </a:lnTo>
                  <a:lnTo>
                    <a:pt x="42" y="213"/>
                  </a:lnTo>
                  <a:lnTo>
                    <a:pt x="33" y="219"/>
                  </a:lnTo>
                  <a:lnTo>
                    <a:pt x="20" y="227"/>
                  </a:lnTo>
                  <a:lnTo>
                    <a:pt x="18" y="227"/>
                  </a:lnTo>
                  <a:lnTo>
                    <a:pt x="16" y="230"/>
                  </a:lnTo>
                  <a:lnTo>
                    <a:pt x="14" y="230"/>
                  </a:lnTo>
                  <a:lnTo>
                    <a:pt x="10" y="232"/>
                  </a:lnTo>
                  <a:lnTo>
                    <a:pt x="6" y="234"/>
                  </a:lnTo>
                  <a:lnTo>
                    <a:pt x="4" y="236"/>
                  </a:lnTo>
                  <a:lnTo>
                    <a:pt x="4" y="236"/>
                  </a:lnTo>
                  <a:lnTo>
                    <a:pt x="2" y="238"/>
                  </a:lnTo>
                  <a:lnTo>
                    <a:pt x="2" y="240"/>
                  </a:lnTo>
                  <a:lnTo>
                    <a:pt x="2" y="240"/>
                  </a:lnTo>
                  <a:lnTo>
                    <a:pt x="2" y="242"/>
                  </a:lnTo>
                  <a:lnTo>
                    <a:pt x="0" y="244"/>
                  </a:lnTo>
                  <a:lnTo>
                    <a:pt x="0" y="249"/>
                  </a:lnTo>
                  <a:lnTo>
                    <a:pt x="0" y="251"/>
                  </a:lnTo>
                  <a:lnTo>
                    <a:pt x="0" y="251"/>
                  </a:lnTo>
                  <a:lnTo>
                    <a:pt x="0" y="253"/>
                  </a:lnTo>
                  <a:lnTo>
                    <a:pt x="2" y="255"/>
                  </a:lnTo>
                  <a:lnTo>
                    <a:pt x="4" y="257"/>
                  </a:lnTo>
                  <a:lnTo>
                    <a:pt x="4" y="259"/>
                  </a:lnTo>
                  <a:lnTo>
                    <a:pt x="4" y="259"/>
                  </a:lnTo>
                  <a:lnTo>
                    <a:pt x="4" y="263"/>
                  </a:lnTo>
                  <a:lnTo>
                    <a:pt x="4" y="267"/>
                  </a:lnTo>
                  <a:lnTo>
                    <a:pt x="4" y="267"/>
                  </a:lnTo>
                  <a:lnTo>
                    <a:pt x="4" y="268"/>
                  </a:lnTo>
                  <a:lnTo>
                    <a:pt x="4" y="268"/>
                  </a:lnTo>
                  <a:lnTo>
                    <a:pt x="4" y="270"/>
                  </a:lnTo>
                  <a:lnTo>
                    <a:pt x="4" y="272"/>
                  </a:lnTo>
                  <a:lnTo>
                    <a:pt x="4" y="272"/>
                  </a:lnTo>
                  <a:lnTo>
                    <a:pt x="6" y="274"/>
                  </a:lnTo>
                  <a:lnTo>
                    <a:pt x="6" y="274"/>
                  </a:lnTo>
                  <a:lnTo>
                    <a:pt x="8" y="276"/>
                  </a:lnTo>
                  <a:lnTo>
                    <a:pt x="8" y="276"/>
                  </a:lnTo>
                  <a:lnTo>
                    <a:pt x="10" y="278"/>
                  </a:lnTo>
                  <a:lnTo>
                    <a:pt x="10" y="280"/>
                  </a:lnTo>
                  <a:lnTo>
                    <a:pt x="12" y="280"/>
                  </a:lnTo>
                  <a:lnTo>
                    <a:pt x="14" y="282"/>
                  </a:lnTo>
                  <a:lnTo>
                    <a:pt x="14" y="282"/>
                  </a:lnTo>
                  <a:lnTo>
                    <a:pt x="18" y="284"/>
                  </a:lnTo>
                  <a:lnTo>
                    <a:pt x="20" y="284"/>
                  </a:lnTo>
                  <a:lnTo>
                    <a:pt x="20" y="284"/>
                  </a:lnTo>
                  <a:lnTo>
                    <a:pt x="20" y="286"/>
                  </a:lnTo>
                  <a:lnTo>
                    <a:pt x="20" y="287"/>
                  </a:lnTo>
                  <a:lnTo>
                    <a:pt x="20" y="289"/>
                  </a:lnTo>
                  <a:lnTo>
                    <a:pt x="18" y="291"/>
                  </a:lnTo>
                  <a:lnTo>
                    <a:pt x="18" y="293"/>
                  </a:lnTo>
                  <a:lnTo>
                    <a:pt x="18" y="293"/>
                  </a:lnTo>
                  <a:lnTo>
                    <a:pt x="20" y="295"/>
                  </a:lnTo>
                  <a:lnTo>
                    <a:pt x="20" y="297"/>
                  </a:lnTo>
                  <a:lnTo>
                    <a:pt x="20" y="297"/>
                  </a:lnTo>
                  <a:lnTo>
                    <a:pt x="20" y="301"/>
                  </a:lnTo>
                  <a:lnTo>
                    <a:pt x="20" y="303"/>
                  </a:lnTo>
                  <a:lnTo>
                    <a:pt x="20" y="306"/>
                  </a:lnTo>
                  <a:lnTo>
                    <a:pt x="21" y="306"/>
                  </a:lnTo>
                  <a:lnTo>
                    <a:pt x="29" y="308"/>
                  </a:lnTo>
                  <a:lnTo>
                    <a:pt x="35" y="308"/>
                  </a:lnTo>
                  <a:lnTo>
                    <a:pt x="41" y="308"/>
                  </a:lnTo>
                  <a:lnTo>
                    <a:pt x="42" y="308"/>
                  </a:lnTo>
                  <a:lnTo>
                    <a:pt x="44" y="306"/>
                  </a:lnTo>
                  <a:lnTo>
                    <a:pt x="46" y="305"/>
                  </a:lnTo>
                  <a:lnTo>
                    <a:pt x="46" y="305"/>
                  </a:lnTo>
                  <a:lnTo>
                    <a:pt x="48" y="306"/>
                  </a:lnTo>
                  <a:lnTo>
                    <a:pt x="50" y="306"/>
                  </a:lnTo>
                  <a:lnTo>
                    <a:pt x="50" y="306"/>
                  </a:lnTo>
                  <a:lnTo>
                    <a:pt x="52" y="305"/>
                  </a:lnTo>
                  <a:lnTo>
                    <a:pt x="56" y="305"/>
                  </a:lnTo>
                  <a:lnTo>
                    <a:pt x="58" y="305"/>
                  </a:lnTo>
                  <a:lnTo>
                    <a:pt x="60" y="303"/>
                  </a:lnTo>
                  <a:lnTo>
                    <a:pt x="60" y="301"/>
                  </a:lnTo>
                  <a:lnTo>
                    <a:pt x="61" y="301"/>
                  </a:lnTo>
                  <a:lnTo>
                    <a:pt x="61" y="301"/>
                  </a:lnTo>
                  <a:lnTo>
                    <a:pt x="63" y="301"/>
                  </a:lnTo>
                  <a:lnTo>
                    <a:pt x="63" y="299"/>
                  </a:lnTo>
                  <a:lnTo>
                    <a:pt x="63" y="299"/>
                  </a:lnTo>
                  <a:lnTo>
                    <a:pt x="63" y="295"/>
                  </a:lnTo>
                  <a:lnTo>
                    <a:pt x="65" y="295"/>
                  </a:lnTo>
                  <a:lnTo>
                    <a:pt x="65" y="295"/>
                  </a:lnTo>
                  <a:lnTo>
                    <a:pt x="65" y="295"/>
                  </a:lnTo>
                  <a:lnTo>
                    <a:pt x="67" y="297"/>
                  </a:lnTo>
                  <a:lnTo>
                    <a:pt x="71" y="303"/>
                  </a:lnTo>
                  <a:lnTo>
                    <a:pt x="73" y="308"/>
                  </a:lnTo>
                  <a:lnTo>
                    <a:pt x="73" y="310"/>
                  </a:lnTo>
                  <a:lnTo>
                    <a:pt x="75" y="312"/>
                  </a:lnTo>
                  <a:lnTo>
                    <a:pt x="75" y="312"/>
                  </a:lnTo>
                  <a:lnTo>
                    <a:pt x="77" y="312"/>
                  </a:lnTo>
                  <a:lnTo>
                    <a:pt x="77" y="312"/>
                  </a:lnTo>
                  <a:lnTo>
                    <a:pt x="77" y="310"/>
                  </a:lnTo>
                  <a:lnTo>
                    <a:pt x="77" y="310"/>
                  </a:lnTo>
                  <a:lnTo>
                    <a:pt x="77" y="308"/>
                  </a:lnTo>
                  <a:lnTo>
                    <a:pt x="77" y="308"/>
                  </a:lnTo>
                  <a:lnTo>
                    <a:pt x="77" y="308"/>
                  </a:lnTo>
                  <a:lnTo>
                    <a:pt x="79" y="308"/>
                  </a:lnTo>
                  <a:lnTo>
                    <a:pt x="79" y="308"/>
                  </a:lnTo>
                  <a:lnTo>
                    <a:pt x="79" y="310"/>
                  </a:lnTo>
                  <a:lnTo>
                    <a:pt x="79" y="310"/>
                  </a:lnTo>
                  <a:lnTo>
                    <a:pt x="79" y="312"/>
                  </a:lnTo>
                  <a:lnTo>
                    <a:pt x="81" y="312"/>
                  </a:lnTo>
                  <a:lnTo>
                    <a:pt x="81" y="312"/>
                  </a:lnTo>
                  <a:lnTo>
                    <a:pt x="81" y="310"/>
                  </a:lnTo>
                  <a:lnTo>
                    <a:pt x="81" y="310"/>
                  </a:lnTo>
                  <a:lnTo>
                    <a:pt x="81" y="308"/>
                  </a:lnTo>
                  <a:lnTo>
                    <a:pt x="81" y="308"/>
                  </a:lnTo>
                  <a:lnTo>
                    <a:pt x="82" y="306"/>
                  </a:lnTo>
                  <a:lnTo>
                    <a:pt x="82" y="306"/>
                  </a:lnTo>
                  <a:lnTo>
                    <a:pt x="84" y="306"/>
                  </a:lnTo>
                  <a:lnTo>
                    <a:pt x="84" y="306"/>
                  </a:lnTo>
                  <a:lnTo>
                    <a:pt x="86" y="306"/>
                  </a:lnTo>
                  <a:lnTo>
                    <a:pt x="86" y="306"/>
                  </a:lnTo>
                  <a:lnTo>
                    <a:pt x="86" y="306"/>
                  </a:lnTo>
                  <a:lnTo>
                    <a:pt x="88" y="308"/>
                  </a:lnTo>
                  <a:lnTo>
                    <a:pt x="88" y="308"/>
                  </a:lnTo>
                  <a:lnTo>
                    <a:pt x="88" y="306"/>
                  </a:lnTo>
                  <a:lnTo>
                    <a:pt x="90" y="306"/>
                  </a:lnTo>
                  <a:lnTo>
                    <a:pt x="90" y="306"/>
                  </a:lnTo>
                  <a:lnTo>
                    <a:pt x="92" y="306"/>
                  </a:lnTo>
                  <a:lnTo>
                    <a:pt x="92" y="306"/>
                  </a:lnTo>
                  <a:lnTo>
                    <a:pt x="94" y="308"/>
                  </a:lnTo>
                  <a:lnTo>
                    <a:pt x="94" y="312"/>
                  </a:lnTo>
                  <a:lnTo>
                    <a:pt x="92" y="312"/>
                  </a:lnTo>
                  <a:lnTo>
                    <a:pt x="92" y="314"/>
                  </a:lnTo>
                  <a:lnTo>
                    <a:pt x="92" y="316"/>
                  </a:lnTo>
                  <a:lnTo>
                    <a:pt x="94" y="318"/>
                  </a:lnTo>
                  <a:lnTo>
                    <a:pt x="96" y="320"/>
                  </a:lnTo>
                  <a:lnTo>
                    <a:pt x="98" y="320"/>
                  </a:lnTo>
                  <a:lnTo>
                    <a:pt x="98" y="322"/>
                  </a:lnTo>
                  <a:lnTo>
                    <a:pt x="101" y="324"/>
                  </a:lnTo>
                  <a:lnTo>
                    <a:pt x="103" y="325"/>
                  </a:lnTo>
                  <a:lnTo>
                    <a:pt x="103" y="325"/>
                  </a:lnTo>
                  <a:lnTo>
                    <a:pt x="105" y="327"/>
                  </a:lnTo>
                  <a:lnTo>
                    <a:pt x="105" y="327"/>
                  </a:lnTo>
                  <a:lnTo>
                    <a:pt x="107" y="329"/>
                  </a:lnTo>
                  <a:lnTo>
                    <a:pt x="107" y="329"/>
                  </a:lnTo>
                  <a:lnTo>
                    <a:pt x="109" y="329"/>
                  </a:lnTo>
                  <a:lnTo>
                    <a:pt x="109" y="329"/>
                  </a:lnTo>
                  <a:lnTo>
                    <a:pt x="111" y="329"/>
                  </a:lnTo>
                  <a:lnTo>
                    <a:pt x="113" y="327"/>
                  </a:lnTo>
                  <a:lnTo>
                    <a:pt x="113" y="325"/>
                  </a:lnTo>
                  <a:lnTo>
                    <a:pt x="113" y="325"/>
                  </a:lnTo>
                  <a:lnTo>
                    <a:pt x="113" y="324"/>
                  </a:lnTo>
                  <a:lnTo>
                    <a:pt x="117" y="322"/>
                  </a:lnTo>
                  <a:lnTo>
                    <a:pt x="117" y="322"/>
                  </a:lnTo>
                  <a:lnTo>
                    <a:pt x="117" y="320"/>
                  </a:lnTo>
                  <a:lnTo>
                    <a:pt x="117" y="320"/>
                  </a:lnTo>
                  <a:lnTo>
                    <a:pt x="119" y="320"/>
                  </a:lnTo>
                  <a:lnTo>
                    <a:pt x="119" y="322"/>
                  </a:lnTo>
                  <a:lnTo>
                    <a:pt x="121" y="322"/>
                  </a:lnTo>
                  <a:lnTo>
                    <a:pt x="121" y="322"/>
                  </a:lnTo>
                  <a:lnTo>
                    <a:pt x="122" y="322"/>
                  </a:lnTo>
                  <a:lnTo>
                    <a:pt x="124" y="322"/>
                  </a:lnTo>
                  <a:lnTo>
                    <a:pt x="124" y="322"/>
                  </a:lnTo>
                  <a:lnTo>
                    <a:pt x="126" y="318"/>
                  </a:lnTo>
                  <a:lnTo>
                    <a:pt x="126" y="316"/>
                  </a:lnTo>
                  <a:lnTo>
                    <a:pt x="128" y="316"/>
                  </a:lnTo>
                  <a:lnTo>
                    <a:pt x="132" y="312"/>
                  </a:lnTo>
                  <a:lnTo>
                    <a:pt x="134" y="312"/>
                  </a:lnTo>
                  <a:lnTo>
                    <a:pt x="136" y="310"/>
                  </a:lnTo>
                  <a:lnTo>
                    <a:pt x="136" y="310"/>
                  </a:lnTo>
                  <a:lnTo>
                    <a:pt x="138" y="310"/>
                  </a:lnTo>
                  <a:lnTo>
                    <a:pt x="138" y="310"/>
                  </a:lnTo>
                  <a:lnTo>
                    <a:pt x="140" y="310"/>
                  </a:lnTo>
                  <a:lnTo>
                    <a:pt x="140" y="316"/>
                  </a:lnTo>
                  <a:lnTo>
                    <a:pt x="142" y="316"/>
                  </a:lnTo>
                  <a:lnTo>
                    <a:pt x="143" y="316"/>
                  </a:lnTo>
                  <a:lnTo>
                    <a:pt x="143" y="316"/>
                  </a:lnTo>
                  <a:lnTo>
                    <a:pt x="143" y="316"/>
                  </a:lnTo>
                  <a:lnTo>
                    <a:pt x="143" y="316"/>
                  </a:lnTo>
                  <a:lnTo>
                    <a:pt x="145" y="322"/>
                  </a:lnTo>
                  <a:lnTo>
                    <a:pt x="145" y="324"/>
                  </a:lnTo>
                  <a:lnTo>
                    <a:pt x="147" y="324"/>
                  </a:lnTo>
                  <a:lnTo>
                    <a:pt x="151" y="325"/>
                  </a:lnTo>
                  <a:lnTo>
                    <a:pt x="153" y="324"/>
                  </a:lnTo>
                  <a:lnTo>
                    <a:pt x="155" y="324"/>
                  </a:lnTo>
                  <a:lnTo>
                    <a:pt x="157" y="322"/>
                  </a:lnTo>
                  <a:lnTo>
                    <a:pt x="162" y="320"/>
                  </a:lnTo>
                  <a:lnTo>
                    <a:pt x="164" y="320"/>
                  </a:lnTo>
                  <a:lnTo>
                    <a:pt x="164" y="322"/>
                  </a:lnTo>
                  <a:lnTo>
                    <a:pt x="162" y="324"/>
                  </a:lnTo>
                  <a:lnTo>
                    <a:pt x="162" y="325"/>
                  </a:lnTo>
                  <a:lnTo>
                    <a:pt x="164" y="325"/>
                  </a:lnTo>
                  <a:lnTo>
                    <a:pt x="164" y="325"/>
                  </a:lnTo>
                  <a:lnTo>
                    <a:pt x="168" y="322"/>
                  </a:lnTo>
                  <a:lnTo>
                    <a:pt x="170" y="320"/>
                  </a:lnTo>
                  <a:lnTo>
                    <a:pt x="170" y="320"/>
                  </a:lnTo>
                  <a:lnTo>
                    <a:pt x="170" y="320"/>
                  </a:lnTo>
                  <a:lnTo>
                    <a:pt x="170" y="318"/>
                  </a:lnTo>
                  <a:lnTo>
                    <a:pt x="170" y="318"/>
                  </a:lnTo>
                  <a:lnTo>
                    <a:pt x="172" y="316"/>
                  </a:lnTo>
                  <a:lnTo>
                    <a:pt x="180" y="314"/>
                  </a:lnTo>
                  <a:lnTo>
                    <a:pt x="180" y="312"/>
                  </a:lnTo>
                  <a:lnTo>
                    <a:pt x="182" y="312"/>
                  </a:lnTo>
                  <a:lnTo>
                    <a:pt x="182" y="312"/>
                  </a:lnTo>
                  <a:lnTo>
                    <a:pt x="182" y="310"/>
                  </a:lnTo>
                  <a:lnTo>
                    <a:pt x="183" y="310"/>
                  </a:lnTo>
                  <a:lnTo>
                    <a:pt x="189" y="310"/>
                  </a:lnTo>
                  <a:lnTo>
                    <a:pt x="191" y="308"/>
                  </a:lnTo>
                  <a:lnTo>
                    <a:pt x="197" y="308"/>
                  </a:lnTo>
                  <a:lnTo>
                    <a:pt x="199" y="308"/>
                  </a:lnTo>
                  <a:lnTo>
                    <a:pt x="201" y="308"/>
                  </a:lnTo>
                  <a:lnTo>
                    <a:pt x="201" y="308"/>
                  </a:lnTo>
                  <a:lnTo>
                    <a:pt x="202" y="308"/>
                  </a:lnTo>
                  <a:lnTo>
                    <a:pt x="202" y="310"/>
                  </a:lnTo>
                  <a:lnTo>
                    <a:pt x="204" y="308"/>
                  </a:lnTo>
                  <a:lnTo>
                    <a:pt x="206" y="306"/>
                  </a:lnTo>
                  <a:lnTo>
                    <a:pt x="206" y="306"/>
                  </a:lnTo>
                  <a:lnTo>
                    <a:pt x="208" y="305"/>
                  </a:lnTo>
                  <a:lnTo>
                    <a:pt x="208" y="305"/>
                  </a:lnTo>
                  <a:lnTo>
                    <a:pt x="208" y="303"/>
                  </a:lnTo>
                  <a:lnTo>
                    <a:pt x="210" y="303"/>
                  </a:lnTo>
                  <a:lnTo>
                    <a:pt x="212" y="305"/>
                  </a:lnTo>
                  <a:lnTo>
                    <a:pt x="212" y="305"/>
                  </a:lnTo>
                  <a:lnTo>
                    <a:pt x="216" y="305"/>
                  </a:lnTo>
                  <a:lnTo>
                    <a:pt x="216" y="303"/>
                  </a:lnTo>
                  <a:lnTo>
                    <a:pt x="216" y="303"/>
                  </a:lnTo>
                  <a:lnTo>
                    <a:pt x="216" y="299"/>
                  </a:lnTo>
                  <a:lnTo>
                    <a:pt x="216" y="297"/>
                  </a:lnTo>
                  <a:lnTo>
                    <a:pt x="216" y="297"/>
                  </a:lnTo>
                  <a:lnTo>
                    <a:pt x="216" y="295"/>
                  </a:lnTo>
                  <a:lnTo>
                    <a:pt x="216" y="295"/>
                  </a:lnTo>
                  <a:lnTo>
                    <a:pt x="216" y="295"/>
                  </a:lnTo>
                  <a:lnTo>
                    <a:pt x="216" y="293"/>
                  </a:lnTo>
                  <a:lnTo>
                    <a:pt x="218" y="293"/>
                  </a:lnTo>
                  <a:lnTo>
                    <a:pt x="220" y="293"/>
                  </a:lnTo>
                  <a:lnTo>
                    <a:pt x="220" y="291"/>
                  </a:lnTo>
                  <a:lnTo>
                    <a:pt x="220" y="287"/>
                  </a:lnTo>
                  <a:lnTo>
                    <a:pt x="220" y="287"/>
                  </a:lnTo>
                  <a:lnTo>
                    <a:pt x="222" y="286"/>
                  </a:lnTo>
                  <a:lnTo>
                    <a:pt x="222" y="284"/>
                  </a:lnTo>
                  <a:lnTo>
                    <a:pt x="223" y="282"/>
                  </a:lnTo>
                  <a:lnTo>
                    <a:pt x="223" y="282"/>
                  </a:lnTo>
                  <a:lnTo>
                    <a:pt x="233" y="282"/>
                  </a:lnTo>
                  <a:lnTo>
                    <a:pt x="233" y="282"/>
                  </a:lnTo>
                  <a:lnTo>
                    <a:pt x="235" y="284"/>
                  </a:lnTo>
                  <a:lnTo>
                    <a:pt x="239" y="289"/>
                  </a:lnTo>
                  <a:lnTo>
                    <a:pt x="244" y="289"/>
                  </a:lnTo>
                  <a:lnTo>
                    <a:pt x="248" y="286"/>
                  </a:lnTo>
                  <a:lnTo>
                    <a:pt x="250" y="286"/>
                  </a:lnTo>
                  <a:lnTo>
                    <a:pt x="252" y="284"/>
                  </a:lnTo>
                  <a:lnTo>
                    <a:pt x="252" y="286"/>
                  </a:lnTo>
                  <a:lnTo>
                    <a:pt x="252" y="286"/>
                  </a:lnTo>
                  <a:lnTo>
                    <a:pt x="252" y="287"/>
                  </a:lnTo>
                  <a:lnTo>
                    <a:pt x="250" y="287"/>
                  </a:lnTo>
                  <a:lnTo>
                    <a:pt x="252" y="287"/>
                  </a:lnTo>
                  <a:lnTo>
                    <a:pt x="252" y="287"/>
                  </a:lnTo>
                  <a:lnTo>
                    <a:pt x="254" y="289"/>
                  </a:lnTo>
                  <a:lnTo>
                    <a:pt x="256" y="289"/>
                  </a:lnTo>
                  <a:lnTo>
                    <a:pt x="258" y="289"/>
                  </a:lnTo>
                  <a:lnTo>
                    <a:pt x="258" y="291"/>
                  </a:lnTo>
                  <a:lnTo>
                    <a:pt x="258" y="299"/>
                  </a:lnTo>
                  <a:lnTo>
                    <a:pt x="260" y="301"/>
                  </a:lnTo>
                  <a:lnTo>
                    <a:pt x="260" y="303"/>
                  </a:lnTo>
                  <a:lnTo>
                    <a:pt x="262" y="305"/>
                  </a:lnTo>
                  <a:lnTo>
                    <a:pt x="263" y="305"/>
                  </a:lnTo>
                  <a:lnTo>
                    <a:pt x="265" y="305"/>
                  </a:lnTo>
                  <a:lnTo>
                    <a:pt x="267" y="303"/>
                  </a:lnTo>
                  <a:lnTo>
                    <a:pt x="269" y="303"/>
                  </a:lnTo>
                  <a:lnTo>
                    <a:pt x="271" y="305"/>
                  </a:lnTo>
                  <a:lnTo>
                    <a:pt x="275" y="305"/>
                  </a:lnTo>
                  <a:lnTo>
                    <a:pt x="275" y="305"/>
                  </a:lnTo>
                  <a:lnTo>
                    <a:pt x="275" y="306"/>
                  </a:lnTo>
                  <a:lnTo>
                    <a:pt x="277" y="310"/>
                  </a:lnTo>
                  <a:lnTo>
                    <a:pt x="275" y="310"/>
                  </a:lnTo>
                  <a:lnTo>
                    <a:pt x="275" y="312"/>
                  </a:lnTo>
                  <a:lnTo>
                    <a:pt x="273" y="314"/>
                  </a:lnTo>
                  <a:lnTo>
                    <a:pt x="273" y="314"/>
                  </a:lnTo>
                  <a:lnTo>
                    <a:pt x="273" y="316"/>
                  </a:lnTo>
                  <a:lnTo>
                    <a:pt x="281" y="320"/>
                  </a:lnTo>
                  <a:lnTo>
                    <a:pt x="286" y="324"/>
                  </a:lnTo>
                  <a:lnTo>
                    <a:pt x="288" y="325"/>
                  </a:lnTo>
                  <a:lnTo>
                    <a:pt x="290" y="325"/>
                  </a:lnTo>
                  <a:lnTo>
                    <a:pt x="290" y="324"/>
                  </a:lnTo>
                  <a:lnTo>
                    <a:pt x="290" y="324"/>
                  </a:lnTo>
                  <a:lnTo>
                    <a:pt x="290" y="322"/>
                  </a:lnTo>
                  <a:lnTo>
                    <a:pt x="290" y="322"/>
                  </a:lnTo>
                  <a:lnTo>
                    <a:pt x="290" y="320"/>
                  </a:lnTo>
                  <a:lnTo>
                    <a:pt x="290" y="320"/>
                  </a:lnTo>
                  <a:lnTo>
                    <a:pt x="292" y="320"/>
                  </a:lnTo>
                  <a:lnTo>
                    <a:pt x="292" y="318"/>
                  </a:lnTo>
                  <a:lnTo>
                    <a:pt x="292" y="314"/>
                  </a:lnTo>
                  <a:lnTo>
                    <a:pt x="294" y="312"/>
                  </a:lnTo>
                  <a:lnTo>
                    <a:pt x="294" y="310"/>
                  </a:lnTo>
                  <a:lnTo>
                    <a:pt x="298" y="308"/>
                  </a:lnTo>
                  <a:lnTo>
                    <a:pt x="302" y="303"/>
                  </a:lnTo>
                  <a:lnTo>
                    <a:pt x="303" y="303"/>
                  </a:lnTo>
                  <a:lnTo>
                    <a:pt x="305" y="305"/>
                  </a:lnTo>
                  <a:lnTo>
                    <a:pt x="307" y="305"/>
                  </a:lnTo>
                  <a:lnTo>
                    <a:pt x="309" y="305"/>
                  </a:lnTo>
                  <a:lnTo>
                    <a:pt x="311" y="305"/>
                  </a:lnTo>
                  <a:lnTo>
                    <a:pt x="313" y="305"/>
                  </a:lnTo>
                  <a:lnTo>
                    <a:pt x="315" y="303"/>
                  </a:lnTo>
                  <a:lnTo>
                    <a:pt x="317" y="301"/>
                  </a:lnTo>
                  <a:lnTo>
                    <a:pt x="317" y="301"/>
                  </a:lnTo>
                  <a:lnTo>
                    <a:pt x="317" y="301"/>
                  </a:lnTo>
                  <a:lnTo>
                    <a:pt x="319" y="301"/>
                  </a:lnTo>
                  <a:lnTo>
                    <a:pt x="321" y="301"/>
                  </a:lnTo>
                  <a:lnTo>
                    <a:pt x="323" y="305"/>
                  </a:lnTo>
                  <a:lnTo>
                    <a:pt x="330" y="306"/>
                  </a:lnTo>
                  <a:lnTo>
                    <a:pt x="330" y="306"/>
                  </a:lnTo>
                  <a:lnTo>
                    <a:pt x="330" y="305"/>
                  </a:lnTo>
                  <a:lnTo>
                    <a:pt x="330" y="303"/>
                  </a:lnTo>
                  <a:lnTo>
                    <a:pt x="330" y="301"/>
                  </a:lnTo>
                  <a:lnTo>
                    <a:pt x="332" y="299"/>
                  </a:lnTo>
                  <a:lnTo>
                    <a:pt x="332" y="299"/>
                  </a:lnTo>
                  <a:lnTo>
                    <a:pt x="334" y="297"/>
                  </a:lnTo>
                  <a:lnTo>
                    <a:pt x="336" y="299"/>
                  </a:lnTo>
                  <a:lnTo>
                    <a:pt x="342" y="301"/>
                  </a:lnTo>
                  <a:lnTo>
                    <a:pt x="343" y="301"/>
                  </a:lnTo>
                  <a:lnTo>
                    <a:pt x="343" y="301"/>
                  </a:lnTo>
                  <a:lnTo>
                    <a:pt x="345" y="299"/>
                  </a:lnTo>
                  <a:lnTo>
                    <a:pt x="345" y="297"/>
                  </a:lnTo>
                  <a:lnTo>
                    <a:pt x="345" y="295"/>
                  </a:lnTo>
                  <a:lnTo>
                    <a:pt x="347" y="293"/>
                  </a:lnTo>
                  <a:lnTo>
                    <a:pt x="345" y="289"/>
                  </a:lnTo>
                  <a:lnTo>
                    <a:pt x="347" y="284"/>
                  </a:lnTo>
                  <a:lnTo>
                    <a:pt x="347" y="284"/>
                  </a:lnTo>
                  <a:lnTo>
                    <a:pt x="347" y="282"/>
                  </a:lnTo>
                  <a:lnTo>
                    <a:pt x="347" y="282"/>
                  </a:lnTo>
                  <a:lnTo>
                    <a:pt x="347" y="280"/>
                  </a:lnTo>
                  <a:lnTo>
                    <a:pt x="347" y="280"/>
                  </a:lnTo>
                  <a:lnTo>
                    <a:pt x="347" y="280"/>
                  </a:lnTo>
                  <a:lnTo>
                    <a:pt x="349" y="276"/>
                  </a:lnTo>
                  <a:lnTo>
                    <a:pt x="351" y="274"/>
                  </a:lnTo>
                  <a:lnTo>
                    <a:pt x="351" y="274"/>
                  </a:lnTo>
                  <a:lnTo>
                    <a:pt x="351" y="272"/>
                  </a:lnTo>
                  <a:lnTo>
                    <a:pt x="351" y="261"/>
                  </a:lnTo>
                  <a:lnTo>
                    <a:pt x="351" y="261"/>
                  </a:lnTo>
                  <a:lnTo>
                    <a:pt x="351" y="259"/>
                  </a:lnTo>
                  <a:lnTo>
                    <a:pt x="355" y="255"/>
                  </a:lnTo>
                  <a:lnTo>
                    <a:pt x="357" y="253"/>
                  </a:lnTo>
                  <a:lnTo>
                    <a:pt x="357" y="253"/>
                  </a:lnTo>
                  <a:lnTo>
                    <a:pt x="361" y="251"/>
                  </a:lnTo>
                  <a:lnTo>
                    <a:pt x="361" y="251"/>
                  </a:lnTo>
                  <a:lnTo>
                    <a:pt x="364" y="251"/>
                  </a:lnTo>
                  <a:lnTo>
                    <a:pt x="364" y="251"/>
                  </a:lnTo>
                  <a:lnTo>
                    <a:pt x="364" y="251"/>
                  </a:lnTo>
                  <a:lnTo>
                    <a:pt x="366" y="246"/>
                  </a:lnTo>
                  <a:lnTo>
                    <a:pt x="366" y="244"/>
                  </a:lnTo>
                  <a:lnTo>
                    <a:pt x="366" y="242"/>
                  </a:lnTo>
                  <a:lnTo>
                    <a:pt x="368" y="240"/>
                  </a:lnTo>
                  <a:lnTo>
                    <a:pt x="368" y="240"/>
                  </a:lnTo>
                  <a:lnTo>
                    <a:pt x="372" y="240"/>
                  </a:lnTo>
                  <a:lnTo>
                    <a:pt x="372" y="240"/>
                  </a:lnTo>
                  <a:lnTo>
                    <a:pt x="372" y="238"/>
                  </a:lnTo>
                  <a:lnTo>
                    <a:pt x="372" y="238"/>
                  </a:lnTo>
                  <a:lnTo>
                    <a:pt x="374" y="238"/>
                  </a:lnTo>
                  <a:lnTo>
                    <a:pt x="374" y="240"/>
                  </a:lnTo>
                  <a:lnTo>
                    <a:pt x="376" y="240"/>
                  </a:lnTo>
                  <a:lnTo>
                    <a:pt x="378" y="240"/>
                  </a:lnTo>
                  <a:lnTo>
                    <a:pt x="380" y="240"/>
                  </a:lnTo>
                  <a:lnTo>
                    <a:pt x="380" y="238"/>
                  </a:lnTo>
                  <a:lnTo>
                    <a:pt x="380" y="236"/>
                  </a:lnTo>
                  <a:lnTo>
                    <a:pt x="382" y="234"/>
                  </a:lnTo>
                  <a:lnTo>
                    <a:pt x="382" y="234"/>
                  </a:lnTo>
                  <a:lnTo>
                    <a:pt x="382" y="232"/>
                  </a:lnTo>
                  <a:lnTo>
                    <a:pt x="382" y="232"/>
                  </a:lnTo>
                  <a:lnTo>
                    <a:pt x="384" y="230"/>
                  </a:lnTo>
                  <a:lnTo>
                    <a:pt x="387" y="227"/>
                  </a:lnTo>
                  <a:lnTo>
                    <a:pt x="389" y="227"/>
                  </a:lnTo>
                  <a:lnTo>
                    <a:pt x="389" y="227"/>
                  </a:lnTo>
                  <a:lnTo>
                    <a:pt x="389" y="227"/>
                  </a:lnTo>
                  <a:lnTo>
                    <a:pt x="391" y="227"/>
                  </a:lnTo>
                  <a:lnTo>
                    <a:pt x="391" y="227"/>
                  </a:lnTo>
                  <a:lnTo>
                    <a:pt x="393" y="228"/>
                  </a:lnTo>
                  <a:lnTo>
                    <a:pt x="393" y="228"/>
                  </a:lnTo>
                  <a:lnTo>
                    <a:pt x="395" y="230"/>
                  </a:lnTo>
                  <a:lnTo>
                    <a:pt x="395" y="232"/>
                  </a:lnTo>
                  <a:lnTo>
                    <a:pt x="401" y="232"/>
                  </a:lnTo>
                  <a:lnTo>
                    <a:pt x="403" y="234"/>
                  </a:lnTo>
                  <a:lnTo>
                    <a:pt x="406" y="232"/>
                  </a:lnTo>
                  <a:lnTo>
                    <a:pt x="410" y="234"/>
                  </a:lnTo>
                  <a:lnTo>
                    <a:pt x="410" y="234"/>
                  </a:lnTo>
                  <a:lnTo>
                    <a:pt x="412" y="234"/>
                  </a:lnTo>
                  <a:lnTo>
                    <a:pt x="412" y="236"/>
                  </a:lnTo>
                  <a:lnTo>
                    <a:pt x="412" y="236"/>
                  </a:lnTo>
                  <a:lnTo>
                    <a:pt x="416" y="234"/>
                  </a:lnTo>
                  <a:lnTo>
                    <a:pt x="418" y="230"/>
                  </a:lnTo>
                  <a:lnTo>
                    <a:pt x="418" y="228"/>
                  </a:lnTo>
                  <a:lnTo>
                    <a:pt x="416" y="228"/>
                  </a:lnTo>
                  <a:lnTo>
                    <a:pt x="416" y="227"/>
                  </a:lnTo>
                  <a:lnTo>
                    <a:pt x="416" y="225"/>
                  </a:lnTo>
                  <a:lnTo>
                    <a:pt x="416" y="223"/>
                  </a:lnTo>
                  <a:lnTo>
                    <a:pt x="414" y="223"/>
                  </a:lnTo>
                  <a:lnTo>
                    <a:pt x="414" y="221"/>
                  </a:lnTo>
                  <a:lnTo>
                    <a:pt x="414" y="221"/>
                  </a:lnTo>
                  <a:lnTo>
                    <a:pt x="414" y="221"/>
                  </a:lnTo>
                  <a:lnTo>
                    <a:pt x="412" y="221"/>
                  </a:lnTo>
                  <a:lnTo>
                    <a:pt x="412" y="221"/>
                  </a:lnTo>
                  <a:lnTo>
                    <a:pt x="412" y="221"/>
                  </a:lnTo>
                  <a:lnTo>
                    <a:pt x="412" y="221"/>
                  </a:lnTo>
                  <a:lnTo>
                    <a:pt x="412" y="221"/>
                  </a:lnTo>
                  <a:lnTo>
                    <a:pt x="412" y="221"/>
                  </a:lnTo>
                  <a:lnTo>
                    <a:pt x="410" y="219"/>
                  </a:lnTo>
                  <a:lnTo>
                    <a:pt x="410" y="219"/>
                  </a:lnTo>
                  <a:lnTo>
                    <a:pt x="410" y="219"/>
                  </a:lnTo>
                  <a:lnTo>
                    <a:pt x="410" y="219"/>
                  </a:lnTo>
                  <a:lnTo>
                    <a:pt x="408" y="219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10" y="217"/>
                  </a:lnTo>
                  <a:lnTo>
                    <a:pt x="410" y="215"/>
                  </a:lnTo>
                  <a:lnTo>
                    <a:pt x="410" y="215"/>
                  </a:lnTo>
                  <a:lnTo>
                    <a:pt x="410" y="215"/>
                  </a:lnTo>
                  <a:lnTo>
                    <a:pt x="410" y="215"/>
                  </a:lnTo>
                  <a:lnTo>
                    <a:pt x="410" y="215"/>
                  </a:lnTo>
                  <a:lnTo>
                    <a:pt x="410" y="213"/>
                  </a:lnTo>
                  <a:lnTo>
                    <a:pt x="412" y="213"/>
                  </a:lnTo>
                  <a:lnTo>
                    <a:pt x="416" y="211"/>
                  </a:lnTo>
                  <a:lnTo>
                    <a:pt x="418" y="211"/>
                  </a:lnTo>
                  <a:lnTo>
                    <a:pt x="420" y="209"/>
                  </a:lnTo>
                  <a:lnTo>
                    <a:pt x="420" y="209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25" y="206"/>
                  </a:lnTo>
                  <a:lnTo>
                    <a:pt x="427" y="206"/>
                  </a:lnTo>
                  <a:lnTo>
                    <a:pt x="429" y="204"/>
                  </a:lnTo>
                  <a:lnTo>
                    <a:pt x="429" y="206"/>
                  </a:lnTo>
                  <a:lnTo>
                    <a:pt x="431" y="206"/>
                  </a:lnTo>
                  <a:lnTo>
                    <a:pt x="431" y="206"/>
                  </a:lnTo>
                  <a:lnTo>
                    <a:pt x="431" y="208"/>
                  </a:lnTo>
                  <a:lnTo>
                    <a:pt x="433" y="208"/>
                  </a:lnTo>
                  <a:lnTo>
                    <a:pt x="439" y="209"/>
                  </a:lnTo>
                  <a:lnTo>
                    <a:pt x="439" y="208"/>
                  </a:lnTo>
                  <a:lnTo>
                    <a:pt x="439" y="206"/>
                  </a:lnTo>
                  <a:lnTo>
                    <a:pt x="439" y="206"/>
                  </a:lnTo>
                  <a:lnTo>
                    <a:pt x="439" y="204"/>
                  </a:lnTo>
                  <a:lnTo>
                    <a:pt x="437" y="204"/>
                  </a:lnTo>
                  <a:lnTo>
                    <a:pt x="437" y="204"/>
                  </a:lnTo>
                  <a:lnTo>
                    <a:pt x="437" y="204"/>
                  </a:lnTo>
                  <a:lnTo>
                    <a:pt x="437" y="202"/>
                  </a:lnTo>
                  <a:lnTo>
                    <a:pt x="437" y="200"/>
                  </a:lnTo>
                  <a:lnTo>
                    <a:pt x="437" y="196"/>
                  </a:lnTo>
                  <a:lnTo>
                    <a:pt x="437" y="196"/>
                  </a:lnTo>
                  <a:lnTo>
                    <a:pt x="437" y="194"/>
                  </a:lnTo>
                  <a:lnTo>
                    <a:pt x="437" y="192"/>
                  </a:lnTo>
                  <a:lnTo>
                    <a:pt x="437" y="190"/>
                  </a:lnTo>
                  <a:lnTo>
                    <a:pt x="437" y="190"/>
                  </a:lnTo>
                  <a:lnTo>
                    <a:pt x="435" y="189"/>
                  </a:lnTo>
                  <a:lnTo>
                    <a:pt x="433" y="187"/>
                  </a:lnTo>
                  <a:lnTo>
                    <a:pt x="427" y="183"/>
                  </a:lnTo>
                  <a:lnTo>
                    <a:pt x="425" y="183"/>
                  </a:lnTo>
                  <a:lnTo>
                    <a:pt x="424" y="181"/>
                  </a:lnTo>
                  <a:lnTo>
                    <a:pt x="424" y="179"/>
                  </a:lnTo>
                  <a:lnTo>
                    <a:pt x="424" y="179"/>
                  </a:lnTo>
                  <a:lnTo>
                    <a:pt x="422" y="177"/>
                  </a:lnTo>
                  <a:lnTo>
                    <a:pt x="422" y="175"/>
                  </a:lnTo>
                  <a:lnTo>
                    <a:pt x="422" y="175"/>
                  </a:lnTo>
                  <a:lnTo>
                    <a:pt x="422" y="175"/>
                  </a:lnTo>
                  <a:lnTo>
                    <a:pt x="420" y="173"/>
                  </a:lnTo>
                  <a:lnTo>
                    <a:pt x="420" y="171"/>
                  </a:lnTo>
                  <a:lnTo>
                    <a:pt x="416" y="171"/>
                  </a:lnTo>
                  <a:lnTo>
                    <a:pt x="414" y="170"/>
                  </a:lnTo>
                  <a:lnTo>
                    <a:pt x="414" y="170"/>
                  </a:lnTo>
                  <a:lnTo>
                    <a:pt x="414" y="168"/>
                  </a:lnTo>
                  <a:lnTo>
                    <a:pt x="414" y="168"/>
                  </a:lnTo>
                  <a:lnTo>
                    <a:pt x="414" y="168"/>
                  </a:lnTo>
                  <a:lnTo>
                    <a:pt x="414" y="168"/>
                  </a:lnTo>
                  <a:lnTo>
                    <a:pt x="412" y="166"/>
                  </a:lnTo>
                  <a:lnTo>
                    <a:pt x="412" y="166"/>
                  </a:lnTo>
                  <a:lnTo>
                    <a:pt x="412" y="166"/>
                  </a:lnTo>
                  <a:lnTo>
                    <a:pt x="412" y="166"/>
                  </a:lnTo>
                  <a:lnTo>
                    <a:pt x="414" y="164"/>
                  </a:lnTo>
                  <a:lnTo>
                    <a:pt x="414" y="164"/>
                  </a:lnTo>
                  <a:lnTo>
                    <a:pt x="416" y="164"/>
                  </a:lnTo>
                  <a:lnTo>
                    <a:pt x="416" y="164"/>
                  </a:lnTo>
                  <a:lnTo>
                    <a:pt x="416" y="164"/>
                  </a:lnTo>
                  <a:lnTo>
                    <a:pt x="416" y="160"/>
                  </a:lnTo>
                  <a:lnTo>
                    <a:pt x="416" y="158"/>
                  </a:lnTo>
                  <a:lnTo>
                    <a:pt x="416" y="158"/>
                  </a:lnTo>
                  <a:lnTo>
                    <a:pt x="416" y="156"/>
                  </a:lnTo>
                  <a:lnTo>
                    <a:pt x="416" y="156"/>
                  </a:lnTo>
                  <a:lnTo>
                    <a:pt x="416" y="156"/>
                  </a:lnTo>
                  <a:lnTo>
                    <a:pt x="416" y="156"/>
                  </a:lnTo>
                  <a:lnTo>
                    <a:pt x="418" y="154"/>
                  </a:lnTo>
                  <a:lnTo>
                    <a:pt x="420" y="152"/>
                  </a:lnTo>
                  <a:lnTo>
                    <a:pt x="427" y="147"/>
                  </a:lnTo>
                  <a:lnTo>
                    <a:pt x="429" y="143"/>
                  </a:lnTo>
                  <a:lnTo>
                    <a:pt x="431" y="141"/>
                  </a:lnTo>
                  <a:lnTo>
                    <a:pt x="431" y="141"/>
                  </a:lnTo>
                  <a:lnTo>
                    <a:pt x="431" y="141"/>
                  </a:lnTo>
                  <a:lnTo>
                    <a:pt x="433" y="141"/>
                  </a:lnTo>
                  <a:lnTo>
                    <a:pt x="433" y="141"/>
                  </a:lnTo>
                  <a:lnTo>
                    <a:pt x="433" y="141"/>
                  </a:lnTo>
                  <a:lnTo>
                    <a:pt x="437" y="139"/>
                  </a:lnTo>
                  <a:lnTo>
                    <a:pt x="437" y="139"/>
                  </a:lnTo>
                  <a:lnTo>
                    <a:pt x="439" y="137"/>
                  </a:lnTo>
                  <a:lnTo>
                    <a:pt x="441" y="137"/>
                  </a:lnTo>
                  <a:lnTo>
                    <a:pt x="441" y="135"/>
                  </a:lnTo>
                  <a:lnTo>
                    <a:pt x="443" y="133"/>
                  </a:lnTo>
                  <a:lnTo>
                    <a:pt x="446" y="130"/>
                  </a:lnTo>
                  <a:lnTo>
                    <a:pt x="448" y="128"/>
                  </a:lnTo>
                  <a:lnTo>
                    <a:pt x="448" y="128"/>
                  </a:lnTo>
                  <a:lnTo>
                    <a:pt x="452" y="126"/>
                  </a:lnTo>
                  <a:lnTo>
                    <a:pt x="452" y="126"/>
                  </a:lnTo>
                  <a:lnTo>
                    <a:pt x="456" y="124"/>
                  </a:lnTo>
                  <a:lnTo>
                    <a:pt x="456" y="122"/>
                  </a:lnTo>
                  <a:lnTo>
                    <a:pt x="458" y="122"/>
                  </a:lnTo>
                  <a:lnTo>
                    <a:pt x="460" y="122"/>
                  </a:lnTo>
                  <a:lnTo>
                    <a:pt x="460" y="122"/>
                  </a:lnTo>
                  <a:lnTo>
                    <a:pt x="460" y="122"/>
                  </a:lnTo>
                  <a:lnTo>
                    <a:pt x="460" y="122"/>
                  </a:lnTo>
                  <a:lnTo>
                    <a:pt x="460" y="120"/>
                  </a:lnTo>
                  <a:lnTo>
                    <a:pt x="460" y="12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66" name="Freeform 69">
              <a:extLst>
                <a:ext uri="{FF2B5EF4-FFF2-40B4-BE49-F238E27FC236}">
                  <a16:creationId xmlns:a16="http://schemas.microsoft.com/office/drawing/2014/main" id="{543F87F3-0A2B-C218-70EA-B4BC02FAC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3625" y="2592388"/>
              <a:ext cx="730250" cy="522288"/>
            </a:xfrm>
            <a:custGeom>
              <a:avLst/>
              <a:gdLst>
                <a:gd name="T0" fmla="*/ 454 w 460"/>
                <a:gd name="T1" fmla="*/ 107 h 329"/>
                <a:gd name="T2" fmla="*/ 441 w 460"/>
                <a:gd name="T3" fmla="*/ 103 h 329"/>
                <a:gd name="T4" fmla="*/ 420 w 460"/>
                <a:gd name="T5" fmla="*/ 109 h 329"/>
                <a:gd name="T6" fmla="*/ 391 w 460"/>
                <a:gd name="T7" fmla="*/ 116 h 329"/>
                <a:gd name="T8" fmla="*/ 353 w 460"/>
                <a:gd name="T9" fmla="*/ 116 h 329"/>
                <a:gd name="T10" fmla="*/ 328 w 460"/>
                <a:gd name="T11" fmla="*/ 109 h 329"/>
                <a:gd name="T12" fmla="*/ 296 w 460"/>
                <a:gd name="T13" fmla="*/ 103 h 329"/>
                <a:gd name="T14" fmla="*/ 265 w 460"/>
                <a:gd name="T15" fmla="*/ 97 h 329"/>
                <a:gd name="T16" fmla="*/ 235 w 460"/>
                <a:gd name="T17" fmla="*/ 97 h 329"/>
                <a:gd name="T18" fmla="*/ 220 w 460"/>
                <a:gd name="T19" fmla="*/ 73 h 329"/>
                <a:gd name="T20" fmla="*/ 170 w 460"/>
                <a:gd name="T21" fmla="*/ 76 h 329"/>
                <a:gd name="T22" fmla="*/ 147 w 460"/>
                <a:gd name="T23" fmla="*/ 57 h 329"/>
                <a:gd name="T24" fmla="*/ 124 w 460"/>
                <a:gd name="T25" fmla="*/ 33 h 329"/>
                <a:gd name="T26" fmla="*/ 75 w 460"/>
                <a:gd name="T27" fmla="*/ 2 h 329"/>
                <a:gd name="T28" fmla="*/ 52 w 460"/>
                <a:gd name="T29" fmla="*/ 15 h 329"/>
                <a:gd name="T30" fmla="*/ 52 w 460"/>
                <a:gd name="T31" fmla="*/ 25 h 329"/>
                <a:gd name="T32" fmla="*/ 65 w 460"/>
                <a:gd name="T33" fmla="*/ 46 h 329"/>
                <a:gd name="T34" fmla="*/ 81 w 460"/>
                <a:gd name="T35" fmla="*/ 65 h 329"/>
                <a:gd name="T36" fmla="*/ 90 w 460"/>
                <a:gd name="T37" fmla="*/ 78 h 329"/>
                <a:gd name="T38" fmla="*/ 71 w 460"/>
                <a:gd name="T39" fmla="*/ 90 h 329"/>
                <a:gd name="T40" fmla="*/ 60 w 460"/>
                <a:gd name="T41" fmla="*/ 103 h 329"/>
                <a:gd name="T42" fmla="*/ 56 w 460"/>
                <a:gd name="T43" fmla="*/ 109 h 329"/>
                <a:gd name="T44" fmla="*/ 79 w 460"/>
                <a:gd name="T45" fmla="*/ 114 h 329"/>
                <a:gd name="T46" fmla="*/ 75 w 460"/>
                <a:gd name="T47" fmla="*/ 128 h 329"/>
                <a:gd name="T48" fmla="*/ 65 w 460"/>
                <a:gd name="T49" fmla="*/ 137 h 329"/>
                <a:gd name="T50" fmla="*/ 82 w 460"/>
                <a:gd name="T51" fmla="*/ 156 h 329"/>
                <a:gd name="T52" fmla="*/ 105 w 460"/>
                <a:gd name="T53" fmla="*/ 170 h 329"/>
                <a:gd name="T54" fmla="*/ 109 w 460"/>
                <a:gd name="T55" fmla="*/ 187 h 329"/>
                <a:gd name="T56" fmla="*/ 94 w 460"/>
                <a:gd name="T57" fmla="*/ 190 h 329"/>
                <a:gd name="T58" fmla="*/ 82 w 460"/>
                <a:gd name="T59" fmla="*/ 190 h 329"/>
                <a:gd name="T60" fmla="*/ 54 w 460"/>
                <a:gd name="T61" fmla="*/ 204 h 329"/>
                <a:gd name="T62" fmla="*/ 4 w 460"/>
                <a:gd name="T63" fmla="*/ 236 h 329"/>
                <a:gd name="T64" fmla="*/ 4 w 460"/>
                <a:gd name="T65" fmla="*/ 267 h 329"/>
                <a:gd name="T66" fmla="*/ 20 w 460"/>
                <a:gd name="T67" fmla="*/ 284 h 329"/>
                <a:gd name="T68" fmla="*/ 35 w 460"/>
                <a:gd name="T69" fmla="*/ 308 h 329"/>
                <a:gd name="T70" fmla="*/ 63 w 460"/>
                <a:gd name="T71" fmla="*/ 301 h 329"/>
                <a:gd name="T72" fmla="*/ 77 w 460"/>
                <a:gd name="T73" fmla="*/ 310 h 329"/>
                <a:gd name="T74" fmla="*/ 82 w 460"/>
                <a:gd name="T75" fmla="*/ 306 h 329"/>
                <a:gd name="T76" fmla="*/ 92 w 460"/>
                <a:gd name="T77" fmla="*/ 314 h 329"/>
                <a:gd name="T78" fmla="*/ 113 w 460"/>
                <a:gd name="T79" fmla="*/ 327 h 329"/>
                <a:gd name="T80" fmla="*/ 126 w 460"/>
                <a:gd name="T81" fmla="*/ 316 h 329"/>
                <a:gd name="T82" fmla="*/ 145 w 460"/>
                <a:gd name="T83" fmla="*/ 324 h 329"/>
                <a:gd name="T84" fmla="*/ 170 w 460"/>
                <a:gd name="T85" fmla="*/ 320 h 329"/>
                <a:gd name="T86" fmla="*/ 202 w 460"/>
                <a:gd name="T87" fmla="*/ 308 h 329"/>
                <a:gd name="T88" fmla="*/ 216 w 460"/>
                <a:gd name="T89" fmla="*/ 297 h 329"/>
                <a:gd name="T90" fmla="*/ 235 w 460"/>
                <a:gd name="T91" fmla="*/ 284 h 329"/>
                <a:gd name="T92" fmla="*/ 258 w 460"/>
                <a:gd name="T93" fmla="*/ 299 h 329"/>
                <a:gd name="T94" fmla="*/ 273 w 460"/>
                <a:gd name="T95" fmla="*/ 314 h 329"/>
                <a:gd name="T96" fmla="*/ 294 w 460"/>
                <a:gd name="T97" fmla="*/ 310 h 329"/>
                <a:gd name="T98" fmla="*/ 330 w 460"/>
                <a:gd name="T99" fmla="*/ 306 h 329"/>
                <a:gd name="T100" fmla="*/ 345 w 460"/>
                <a:gd name="T101" fmla="*/ 289 h 329"/>
                <a:gd name="T102" fmla="*/ 357 w 460"/>
                <a:gd name="T103" fmla="*/ 253 h 329"/>
                <a:gd name="T104" fmla="*/ 374 w 460"/>
                <a:gd name="T105" fmla="*/ 238 h 329"/>
                <a:gd name="T106" fmla="*/ 391 w 460"/>
                <a:gd name="T107" fmla="*/ 227 h 329"/>
                <a:gd name="T108" fmla="*/ 418 w 460"/>
                <a:gd name="T109" fmla="*/ 228 h 329"/>
                <a:gd name="T110" fmla="*/ 410 w 460"/>
                <a:gd name="T111" fmla="*/ 219 h 329"/>
                <a:gd name="T112" fmla="*/ 418 w 460"/>
                <a:gd name="T113" fmla="*/ 211 h 329"/>
                <a:gd name="T114" fmla="*/ 439 w 460"/>
                <a:gd name="T115" fmla="*/ 209 h 329"/>
                <a:gd name="T116" fmla="*/ 435 w 460"/>
                <a:gd name="T117" fmla="*/ 189 h 329"/>
                <a:gd name="T118" fmla="*/ 414 w 460"/>
                <a:gd name="T119" fmla="*/ 168 h 329"/>
                <a:gd name="T120" fmla="*/ 416 w 460"/>
                <a:gd name="T121" fmla="*/ 156 h 329"/>
                <a:gd name="T122" fmla="*/ 439 w 460"/>
                <a:gd name="T123" fmla="*/ 137 h 329"/>
                <a:gd name="T124" fmla="*/ 460 w 460"/>
                <a:gd name="T125" fmla="*/ 12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0" h="329">
                  <a:moveTo>
                    <a:pt x="460" y="120"/>
                  </a:moveTo>
                  <a:lnTo>
                    <a:pt x="460" y="118"/>
                  </a:lnTo>
                  <a:lnTo>
                    <a:pt x="460" y="118"/>
                  </a:lnTo>
                  <a:lnTo>
                    <a:pt x="458" y="116"/>
                  </a:lnTo>
                  <a:lnTo>
                    <a:pt x="456" y="116"/>
                  </a:lnTo>
                  <a:lnTo>
                    <a:pt x="456" y="116"/>
                  </a:lnTo>
                  <a:lnTo>
                    <a:pt x="456" y="114"/>
                  </a:lnTo>
                  <a:lnTo>
                    <a:pt x="456" y="114"/>
                  </a:lnTo>
                  <a:lnTo>
                    <a:pt x="456" y="114"/>
                  </a:lnTo>
                  <a:lnTo>
                    <a:pt x="458" y="112"/>
                  </a:lnTo>
                  <a:lnTo>
                    <a:pt x="458" y="112"/>
                  </a:lnTo>
                  <a:lnTo>
                    <a:pt x="458" y="112"/>
                  </a:lnTo>
                  <a:lnTo>
                    <a:pt x="458" y="112"/>
                  </a:lnTo>
                  <a:lnTo>
                    <a:pt x="458" y="111"/>
                  </a:lnTo>
                  <a:lnTo>
                    <a:pt x="454" y="109"/>
                  </a:lnTo>
                  <a:lnTo>
                    <a:pt x="454" y="107"/>
                  </a:lnTo>
                  <a:lnTo>
                    <a:pt x="452" y="107"/>
                  </a:lnTo>
                  <a:lnTo>
                    <a:pt x="452" y="107"/>
                  </a:lnTo>
                  <a:lnTo>
                    <a:pt x="450" y="105"/>
                  </a:lnTo>
                  <a:lnTo>
                    <a:pt x="450" y="105"/>
                  </a:lnTo>
                  <a:lnTo>
                    <a:pt x="450" y="105"/>
                  </a:lnTo>
                  <a:lnTo>
                    <a:pt x="450" y="105"/>
                  </a:lnTo>
                  <a:lnTo>
                    <a:pt x="450" y="103"/>
                  </a:lnTo>
                  <a:lnTo>
                    <a:pt x="452" y="101"/>
                  </a:lnTo>
                  <a:lnTo>
                    <a:pt x="452" y="101"/>
                  </a:lnTo>
                  <a:lnTo>
                    <a:pt x="450" y="99"/>
                  </a:lnTo>
                  <a:lnTo>
                    <a:pt x="446" y="101"/>
                  </a:lnTo>
                  <a:lnTo>
                    <a:pt x="444" y="101"/>
                  </a:lnTo>
                  <a:lnTo>
                    <a:pt x="444" y="103"/>
                  </a:lnTo>
                  <a:lnTo>
                    <a:pt x="443" y="101"/>
                  </a:lnTo>
                  <a:lnTo>
                    <a:pt x="441" y="101"/>
                  </a:lnTo>
                  <a:lnTo>
                    <a:pt x="441" y="103"/>
                  </a:lnTo>
                  <a:lnTo>
                    <a:pt x="441" y="105"/>
                  </a:lnTo>
                  <a:lnTo>
                    <a:pt x="441" y="105"/>
                  </a:lnTo>
                  <a:lnTo>
                    <a:pt x="439" y="111"/>
                  </a:lnTo>
                  <a:lnTo>
                    <a:pt x="437" y="114"/>
                  </a:lnTo>
                  <a:lnTo>
                    <a:pt x="433" y="118"/>
                  </a:lnTo>
                  <a:lnTo>
                    <a:pt x="429" y="118"/>
                  </a:lnTo>
                  <a:lnTo>
                    <a:pt x="429" y="118"/>
                  </a:lnTo>
                  <a:lnTo>
                    <a:pt x="425" y="116"/>
                  </a:lnTo>
                  <a:lnTo>
                    <a:pt x="425" y="114"/>
                  </a:lnTo>
                  <a:lnTo>
                    <a:pt x="424" y="114"/>
                  </a:lnTo>
                  <a:lnTo>
                    <a:pt x="424" y="112"/>
                  </a:lnTo>
                  <a:lnTo>
                    <a:pt x="424" y="111"/>
                  </a:lnTo>
                  <a:lnTo>
                    <a:pt x="424" y="111"/>
                  </a:lnTo>
                  <a:lnTo>
                    <a:pt x="420" y="109"/>
                  </a:lnTo>
                  <a:lnTo>
                    <a:pt x="420" y="109"/>
                  </a:lnTo>
                  <a:lnTo>
                    <a:pt x="420" y="109"/>
                  </a:lnTo>
                  <a:lnTo>
                    <a:pt x="416" y="112"/>
                  </a:lnTo>
                  <a:lnTo>
                    <a:pt x="414" y="112"/>
                  </a:lnTo>
                  <a:lnTo>
                    <a:pt x="412" y="111"/>
                  </a:lnTo>
                  <a:lnTo>
                    <a:pt x="410" y="111"/>
                  </a:lnTo>
                  <a:lnTo>
                    <a:pt x="410" y="111"/>
                  </a:lnTo>
                  <a:lnTo>
                    <a:pt x="410" y="112"/>
                  </a:lnTo>
                  <a:lnTo>
                    <a:pt x="408" y="114"/>
                  </a:lnTo>
                  <a:lnTo>
                    <a:pt x="406" y="114"/>
                  </a:lnTo>
                  <a:lnTo>
                    <a:pt x="406" y="114"/>
                  </a:lnTo>
                  <a:lnTo>
                    <a:pt x="404" y="114"/>
                  </a:lnTo>
                  <a:lnTo>
                    <a:pt x="403" y="112"/>
                  </a:lnTo>
                  <a:lnTo>
                    <a:pt x="401" y="114"/>
                  </a:lnTo>
                  <a:lnTo>
                    <a:pt x="401" y="114"/>
                  </a:lnTo>
                  <a:lnTo>
                    <a:pt x="397" y="116"/>
                  </a:lnTo>
                  <a:lnTo>
                    <a:pt x="395" y="118"/>
                  </a:lnTo>
                  <a:lnTo>
                    <a:pt x="391" y="116"/>
                  </a:lnTo>
                  <a:lnTo>
                    <a:pt x="384" y="112"/>
                  </a:lnTo>
                  <a:lnTo>
                    <a:pt x="382" y="112"/>
                  </a:lnTo>
                  <a:lnTo>
                    <a:pt x="378" y="112"/>
                  </a:lnTo>
                  <a:lnTo>
                    <a:pt x="376" y="114"/>
                  </a:lnTo>
                  <a:lnTo>
                    <a:pt x="372" y="114"/>
                  </a:lnTo>
                  <a:lnTo>
                    <a:pt x="372" y="116"/>
                  </a:lnTo>
                  <a:lnTo>
                    <a:pt x="370" y="120"/>
                  </a:lnTo>
                  <a:lnTo>
                    <a:pt x="368" y="122"/>
                  </a:lnTo>
                  <a:lnTo>
                    <a:pt x="368" y="120"/>
                  </a:lnTo>
                  <a:lnTo>
                    <a:pt x="364" y="120"/>
                  </a:lnTo>
                  <a:lnTo>
                    <a:pt x="363" y="118"/>
                  </a:lnTo>
                  <a:lnTo>
                    <a:pt x="363" y="116"/>
                  </a:lnTo>
                  <a:lnTo>
                    <a:pt x="361" y="116"/>
                  </a:lnTo>
                  <a:lnTo>
                    <a:pt x="361" y="114"/>
                  </a:lnTo>
                  <a:lnTo>
                    <a:pt x="357" y="116"/>
                  </a:lnTo>
                  <a:lnTo>
                    <a:pt x="353" y="116"/>
                  </a:lnTo>
                  <a:lnTo>
                    <a:pt x="349" y="114"/>
                  </a:lnTo>
                  <a:lnTo>
                    <a:pt x="347" y="112"/>
                  </a:lnTo>
                  <a:lnTo>
                    <a:pt x="345" y="109"/>
                  </a:lnTo>
                  <a:lnTo>
                    <a:pt x="345" y="105"/>
                  </a:lnTo>
                  <a:lnTo>
                    <a:pt x="345" y="105"/>
                  </a:lnTo>
                  <a:lnTo>
                    <a:pt x="343" y="101"/>
                  </a:lnTo>
                  <a:lnTo>
                    <a:pt x="343" y="99"/>
                  </a:lnTo>
                  <a:lnTo>
                    <a:pt x="343" y="97"/>
                  </a:lnTo>
                  <a:lnTo>
                    <a:pt x="343" y="97"/>
                  </a:lnTo>
                  <a:lnTo>
                    <a:pt x="342" y="97"/>
                  </a:lnTo>
                  <a:lnTo>
                    <a:pt x="340" y="101"/>
                  </a:lnTo>
                  <a:lnTo>
                    <a:pt x="338" y="101"/>
                  </a:lnTo>
                  <a:lnTo>
                    <a:pt x="334" y="103"/>
                  </a:lnTo>
                  <a:lnTo>
                    <a:pt x="332" y="105"/>
                  </a:lnTo>
                  <a:lnTo>
                    <a:pt x="328" y="105"/>
                  </a:lnTo>
                  <a:lnTo>
                    <a:pt x="328" y="109"/>
                  </a:lnTo>
                  <a:lnTo>
                    <a:pt x="326" y="111"/>
                  </a:lnTo>
                  <a:lnTo>
                    <a:pt x="324" y="112"/>
                  </a:lnTo>
                  <a:lnTo>
                    <a:pt x="321" y="112"/>
                  </a:lnTo>
                  <a:lnTo>
                    <a:pt x="321" y="112"/>
                  </a:lnTo>
                  <a:lnTo>
                    <a:pt x="317" y="111"/>
                  </a:lnTo>
                  <a:lnTo>
                    <a:pt x="317" y="111"/>
                  </a:lnTo>
                  <a:lnTo>
                    <a:pt x="315" y="112"/>
                  </a:lnTo>
                  <a:lnTo>
                    <a:pt x="315" y="112"/>
                  </a:lnTo>
                  <a:lnTo>
                    <a:pt x="313" y="114"/>
                  </a:lnTo>
                  <a:lnTo>
                    <a:pt x="311" y="114"/>
                  </a:lnTo>
                  <a:lnTo>
                    <a:pt x="305" y="111"/>
                  </a:lnTo>
                  <a:lnTo>
                    <a:pt x="300" y="107"/>
                  </a:lnTo>
                  <a:lnTo>
                    <a:pt x="298" y="105"/>
                  </a:lnTo>
                  <a:lnTo>
                    <a:pt x="298" y="105"/>
                  </a:lnTo>
                  <a:lnTo>
                    <a:pt x="296" y="105"/>
                  </a:lnTo>
                  <a:lnTo>
                    <a:pt x="296" y="103"/>
                  </a:lnTo>
                  <a:lnTo>
                    <a:pt x="294" y="103"/>
                  </a:lnTo>
                  <a:lnTo>
                    <a:pt x="292" y="101"/>
                  </a:lnTo>
                  <a:lnTo>
                    <a:pt x="288" y="101"/>
                  </a:lnTo>
                  <a:lnTo>
                    <a:pt x="283" y="97"/>
                  </a:lnTo>
                  <a:lnTo>
                    <a:pt x="281" y="97"/>
                  </a:lnTo>
                  <a:lnTo>
                    <a:pt x="279" y="97"/>
                  </a:lnTo>
                  <a:lnTo>
                    <a:pt x="277" y="97"/>
                  </a:lnTo>
                  <a:lnTo>
                    <a:pt x="277" y="97"/>
                  </a:lnTo>
                  <a:lnTo>
                    <a:pt x="277" y="95"/>
                  </a:lnTo>
                  <a:lnTo>
                    <a:pt x="277" y="95"/>
                  </a:lnTo>
                  <a:lnTo>
                    <a:pt x="275" y="93"/>
                  </a:lnTo>
                  <a:lnTo>
                    <a:pt x="275" y="93"/>
                  </a:lnTo>
                  <a:lnTo>
                    <a:pt x="273" y="93"/>
                  </a:lnTo>
                  <a:lnTo>
                    <a:pt x="269" y="95"/>
                  </a:lnTo>
                  <a:lnTo>
                    <a:pt x="267" y="97"/>
                  </a:lnTo>
                  <a:lnTo>
                    <a:pt x="265" y="97"/>
                  </a:lnTo>
                  <a:lnTo>
                    <a:pt x="265" y="97"/>
                  </a:lnTo>
                  <a:lnTo>
                    <a:pt x="263" y="95"/>
                  </a:lnTo>
                  <a:lnTo>
                    <a:pt x="263" y="95"/>
                  </a:lnTo>
                  <a:lnTo>
                    <a:pt x="263" y="95"/>
                  </a:lnTo>
                  <a:lnTo>
                    <a:pt x="262" y="95"/>
                  </a:lnTo>
                  <a:lnTo>
                    <a:pt x="262" y="95"/>
                  </a:lnTo>
                  <a:lnTo>
                    <a:pt x="262" y="95"/>
                  </a:lnTo>
                  <a:lnTo>
                    <a:pt x="260" y="95"/>
                  </a:lnTo>
                  <a:lnTo>
                    <a:pt x="258" y="95"/>
                  </a:lnTo>
                  <a:lnTo>
                    <a:pt x="258" y="93"/>
                  </a:lnTo>
                  <a:lnTo>
                    <a:pt x="252" y="90"/>
                  </a:lnTo>
                  <a:lnTo>
                    <a:pt x="248" y="90"/>
                  </a:lnTo>
                  <a:lnTo>
                    <a:pt x="246" y="90"/>
                  </a:lnTo>
                  <a:lnTo>
                    <a:pt x="242" y="90"/>
                  </a:lnTo>
                  <a:lnTo>
                    <a:pt x="242" y="92"/>
                  </a:lnTo>
                  <a:lnTo>
                    <a:pt x="235" y="97"/>
                  </a:lnTo>
                  <a:lnTo>
                    <a:pt x="233" y="97"/>
                  </a:lnTo>
                  <a:lnTo>
                    <a:pt x="231" y="99"/>
                  </a:lnTo>
                  <a:lnTo>
                    <a:pt x="231" y="97"/>
                  </a:lnTo>
                  <a:lnTo>
                    <a:pt x="231" y="97"/>
                  </a:lnTo>
                  <a:lnTo>
                    <a:pt x="231" y="95"/>
                  </a:lnTo>
                  <a:lnTo>
                    <a:pt x="231" y="95"/>
                  </a:lnTo>
                  <a:lnTo>
                    <a:pt x="231" y="95"/>
                  </a:lnTo>
                  <a:lnTo>
                    <a:pt x="229" y="95"/>
                  </a:lnTo>
                  <a:lnTo>
                    <a:pt x="229" y="95"/>
                  </a:lnTo>
                  <a:lnTo>
                    <a:pt x="227" y="95"/>
                  </a:lnTo>
                  <a:lnTo>
                    <a:pt x="223" y="92"/>
                  </a:lnTo>
                  <a:lnTo>
                    <a:pt x="222" y="90"/>
                  </a:lnTo>
                  <a:lnTo>
                    <a:pt x="220" y="86"/>
                  </a:lnTo>
                  <a:lnTo>
                    <a:pt x="222" y="78"/>
                  </a:lnTo>
                  <a:lnTo>
                    <a:pt x="220" y="74"/>
                  </a:lnTo>
                  <a:lnTo>
                    <a:pt x="220" y="73"/>
                  </a:lnTo>
                  <a:lnTo>
                    <a:pt x="212" y="69"/>
                  </a:lnTo>
                  <a:lnTo>
                    <a:pt x="210" y="69"/>
                  </a:lnTo>
                  <a:lnTo>
                    <a:pt x="202" y="71"/>
                  </a:lnTo>
                  <a:lnTo>
                    <a:pt x="199" y="74"/>
                  </a:lnTo>
                  <a:lnTo>
                    <a:pt x="197" y="76"/>
                  </a:lnTo>
                  <a:lnTo>
                    <a:pt x="195" y="76"/>
                  </a:lnTo>
                  <a:lnTo>
                    <a:pt x="193" y="76"/>
                  </a:lnTo>
                  <a:lnTo>
                    <a:pt x="191" y="76"/>
                  </a:lnTo>
                  <a:lnTo>
                    <a:pt x="189" y="76"/>
                  </a:lnTo>
                  <a:lnTo>
                    <a:pt x="189" y="78"/>
                  </a:lnTo>
                  <a:lnTo>
                    <a:pt x="187" y="78"/>
                  </a:lnTo>
                  <a:lnTo>
                    <a:pt x="187" y="80"/>
                  </a:lnTo>
                  <a:lnTo>
                    <a:pt x="183" y="80"/>
                  </a:lnTo>
                  <a:lnTo>
                    <a:pt x="182" y="80"/>
                  </a:lnTo>
                  <a:lnTo>
                    <a:pt x="174" y="78"/>
                  </a:lnTo>
                  <a:lnTo>
                    <a:pt x="170" y="76"/>
                  </a:lnTo>
                  <a:lnTo>
                    <a:pt x="170" y="73"/>
                  </a:lnTo>
                  <a:lnTo>
                    <a:pt x="170" y="69"/>
                  </a:lnTo>
                  <a:lnTo>
                    <a:pt x="166" y="67"/>
                  </a:lnTo>
                  <a:lnTo>
                    <a:pt x="164" y="67"/>
                  </a:lnTo>
                  <a:lnTo>
                    <a:pt x="159" y="71"/>
                  </a:lnTo>
                  <a:lnTo>
                    <a:pt x="157" y="69"/>
                  </a:lnTo>
                  <a:lnTo>
                    <a:pt x="157" y="69"/>
                  </a:lnTo>
                  <a:lnTo>
                    <a:pt x="157" y="67"/>
                  </a:lnTo>
                  <a:lnTo>
                    <a:pt x="155" y="65"/>
                  </a:lnTo>
                  <a:lnTo>
                    <a:pt x="155" y="65"/>
                  </a:lnTo>
                  <a:lnTo>
                    <a:pt x="153" y="65"/>
                  </a:lnTo>
                  <a:lnTo>
                    <a:pt x="151" y="65"/>
                  </a:lnTo>
                  <a:lnTo>
                    <a:pt x="151" y="63"/>
                  </a:lnTo>
                  <a:lnTo>
                    <a:pt x="149" y="59"/>
                  </a:lnTo>
                  <a:lnTo>
                    <a:pt x="149" y="57"/>
                  </a:lnTo>
                  <a:lnTo>
                    <a:pt x="147" y="57"/>
                  </a:lnTo>
                  <a:lnTo>
                    <a:pt x="142" y="55"/>
                  </a:lnTo>
                  <a:lnTo>
                    <a:pt x="140" y="54"/>
                  </a:lnTo>
                  <a:lnTo>
                    <a:pt x="140" y="54"/>
                  </a:lnTo>
                  <a:lnTo>
                    <a:pt x="138" y="52"/>
                  </a:lnTo>
                  <a:lnTo>
                    <a:pt x="138" y="52"/>
                  </a:lnTo>
                  <a:lnTo>
                    <a:pt x="136" y="54"/>
                  </a:lnTo>
                  <a:lnTo>
                    <a:pt x="134" y="54"/>
                  </a:lnTo>
                  <a:lnTo>
                    <a:pt x="134" y="54"/>
                  </a:lnTo>
                  <a:lnTo>
                    <a:pt x="122" y="50"/>
                  </a:lnTo>
                  <a:lnTo>
                    <a:pt x="121" y="50"/>
                  </a:lnTo>
                  <a:lnTo>
                    <a:pt x="121" y="48"/>
                  </a:lnTo>
                  <a:lnTo>
                    <a:pt x="121" y="46"/>
                  </a:lnTo>
                  <a:lnTo>
                    <a:pt x="122" y="42"/>
                  </a:lnTo>
                  <a:lnTo>
                    <a:pt x="124" y="40"/>
                  </a:lnTo>
                  <a:lnTo>
                    <a:pt x="124" y="36"/>
                  </a:lnTo>
                  <a:lnTo>
                    <a:pt x="124" y="33"/>
                  </a:lnTo>
                  <a:lnTo>
                    <a:pt x="122" y="29"/>
                  </a:lnTo>
                  <a:lnTo>
                    <a:pt x="121" y="25"/>
                  </a:lnTo>
                  <a:lnTo>
                    <a:pt x="119" y="21"/>
                  </a:lnTo>
                  <a:lnTo>
                    <a:pt x="117" y="19"/>
                  </a:lnTo>
                  <a:lnTo>
                    <a:pt x="90" y="15"/>
                  </a:lnTo>
                  <a:lnTo>
                    <a:pt x="88" y="14"/>
                  </a:lnTo>
                  <a:lnTo>
                    <a:pt x="86" y="12"/>
                  </a:lnTo>
                  <a:lnTo>
                    <a:pt x="84" y="10"/>
                  </a:lnTo>
                  <a:lnTo>
                    <a:pt x="84" y="8"/>
                  </a:lnTo>
                  <a:lnTo>
                    <a:pt x="81" y="8"/>
                  </a:lnTo>
                  <a:lnTo>
                    <a:pt x="81" y="8"/>
                  </a:lnTo>
                  <a:lnTo>
                    <a:pt x="79" y="6"/>
                  </a:lnTo>
                  <a:lnTo>
                    <a:pt x="79" y="4"/>
                  </a:lnTo>
                  <a:lnTo>
                    <a:pt x="77" y="4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5" y="6"/>
                  </a:lnTo>
                  <a:lnTo>
                    <a:pt x="63" y="8"/>
                  </a:lnTo>
                  <a:lnTo>
                    <a:pt x="61" y="8"/>
                  </a:lnTo>
                  <a:lnTo>
                    <a:pt x="58" y="8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4" y="8"/>
                  </a:lnTo>
                  <a:lnTo>
                    <a:pt x="50" y="8"/>
                  </a:lnTo>
                  <a:lnTo>
                    <a:pt x="48" y="8"/>
                  </a:lnTo>
                  <a:lnTo>
                    <a:pt x="48" y="10"/>
                  </a:lnTo>
                  <a:lnTo>
                    <a:pt x="52" y="14"/>
                  </a:lnTo>
                  <a:lnTo>
                    <a:pt x="52" y="14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9"/>
                  </a:lnTo>
                  <a:lnTo>
                    <a:pt x="50" y="19"/>
                  </a:lnTo>
                  <a:lnTo>
                    <a:pt x="50" y="19"/>
                  </a:lnTo>
                  <a:lnTo>
                    <a:pt x="50" y="19"/>
                  </a:lnTo>
                  <a:lnTo>
                    <a:pt x="52" y="19"/>
                  </a:lnTo>
                  <a:lnTo>
                    <a:pt x="54" y="19"/>
                  </a:lnTo>
                  <a:lnTo>
                    <a:pt x="54" y="19"/>
                  </a:lnTo>
                  <a:lnTo>
                    <a:pt x="54" y="21"/>
                  </a:lnTo>
                  <a:lnTo>
                    <a:pt x="52" y="23"/>
                  </a:lnTo>
                  <a:lnTo>
                    <a:pt x="52" y="25"/>
                  </a:lnTo>
                  <a:lnTo>
                    <a:pt x="54" y="25"/>
                  </a:lnTo>
                  <a:lnTo>
                    <a:pt x="54" y="27"/>
                  </a:lnTo>
                  <a:lnTo>
                    <a:pt x="56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8" y="31"/>
                  </a:lnTo>
                  <a:lnTo>
                    <a:pt x="58" y="33"/>
                  </a:lnTo>
                  <a:lnTo>
                    <a:pt x="58" y="34"/>
                  </a:lnTo>
                  <a:lnTo>
                    <a:pt x="58" y="36"/>
                  </a:lnTo>
                  <a:lnTo>
                    <a:pt x="58" y="38"/>
                  </a:lnTo>
                  <a:lnTo>
                    <a:pt x="58" y="38"/>
                  </a:lnTo>
                  <a:lnTo>
                    <a:pt x="61" y="40"/>
                  </a:lnTo>
                  <a:lnTo>
                    <a:pt x="61" y="42"/>
                  </a:lnTo>
                  <a:lnTo>
                    <a:pt x="61" y="44"/>
                  </a:lnTo>
                  <a:lnTo>
                    <a:pt x="63" y="46"/>
                  </a:lnTo>
                  <a:lnTo>
                    <a:pt x="65" y="46"/>
                  </a:lnTo>
                  <a:lnTo>
                    <a:pt x="65" y="48"/>
                  </a:lnTo>
                  <a:lnTo>
                    <a:pt x="65" y="50"/>
                  </a:lnTo>
                  <a:lnTo>
                    <a:pt x="65" y="50"/>
                  </a:lnTo>
                  <a:lnTo>
                    <a:pt x="65" y="54"/>
                  </a:lnTo>
                  <a:lnTo>
                    <a:pt x="65" y="54"/>
                  </a:lnTo>
                  <a:lnTo>
                    <a:pt x="69" y="59"/>
                  </a:lnTo>
                  <a:lnTo>
                    <a:pt x="69" y="61"/>
                  </a:lnTo>
                  <a:lnTo>
                    <a:pt x="71" y="63"/>
                  </a:lnTo>
                  <a:lnTo>
                    <a:pt x="73" y="63"/>
                  </a:lnTo>
                  <a:lnTo>
                    <a:pt x="73" y="63"/>
                  </a:lnTo>
                  <a:lnTo>
                    <a:pt x="75" y="65"/>
                  </a:lnTo>
                  <a:lnTo>
                    <a:pt x="77" y="67"/>
                  </a:lnTo>
                  <a:lnTo>
                    <a:pt x="79" y="67"/>
                  </a:lnTo>
                  <a:lnTo>
                    <a:pt x="79" y="67"/>
                  </a:lnTo>
                  <a:lnTo>
                    <a:pt x="79" y="65"/>
                  </a:lnTo>
                  <a:lnTo>
                    <a:pt x="81" y="65"/>
                  </a:lnTo>
                  <a:lnTo>
                    <a:pt x="81" y="65"/>
                  </a:lnTo>
                  <a:lnTo>
                    <a:pt x="81" y="65"/>
                  </a:lnTo>
                  <a:lnTo>
                    <a:pt x="82" y="65"/>
                  </a:lnTo>
                  <a:lnTo>
                    <a:pt x="82" y="65"/>
                  </a:lnTo>
                  <a:lnTo>
                    <a:pt x="84" y="65"/>
                  </a:lnTo>
                  <a:lnTo>
                    <a:pt x="84" y="65"/>
                  </a:lnTo>
                  <a:lnTo>
                    <a:pt x="86" y="67"/>
                  </a:lnTo>
                  <a:lnTo>
                    <a:pt x="86" y="69"/>
                  </a:lnTo>
                  <a:lnTo>
                    <a:pt x="86" y="71"/>
                  </a:lnTo>
                  <a:lnTo>
                    <a:pt x="86" y="73"/>
                  </a:lnTo>
                  <a:lnTo>
                    <a:pt x="86" y="76"/>
                  </a:lnTo>
                  <a:lnTo>
                    <a:pt x="86" y="78"/>
                  </a:lnTo>
                  <a:lnTo>
                    <a:pt x="86" y="78"/>
                  </a:lnTo>
                  <a:lnTo>
                    <a:pt x="86" y="78"/>
                  </a:lnTo>
                  <a:lnTo>
                    <a:pt x="88" y="78"/>
                  </a:lnTo>
                  <a:lnTo>
                    <a:pt x="90" y="78"/>
                  </a:lnTo>
                  <a:lnTo>
                    <a:pt x="90" y="80"/>
                  </a:lnTo>
                  <a:lnTo>
                    <a:pt x="92" y="80"/>
                  </a:lnTo>
                  <a:lnTo>
                    <a:pt x="98" y="88"/>
                  </a:lnTo>
                  <a:lnTo>
                    <a:pt x="100" y="88"/>
                  </a:lnTo>
                  <a:lnTo>
                    <a:pt x="100" y="88"/>
                  </a:lnTo>
                  <a:lnTo>
                    <a:pt x="100" y="90"/>
                  </a:lnTo>
                  <a:lnTo>
                    <a:pt x="100" y="90"/>
                  </a:lnTo>
                  <a:lnTo>
                    <a:pt x="98" y="90"/>
                  </a:lnTo>
                  <a:lnTo>
                    <a:pt x="84" y="92"/>
                  </a:lnTo>
                  <a:lnTo>
                    <a:pt x="81" y="90"/>
                  </a:lnTo>
                  <a:lnTo>
                    <a:pt x="79" y="90"/>
                  </a:lnTo>
                  <a:lnTo>
                    <a:pt x="77" y="90"/>
                  </a:lnTo>
                  <a:lnTo>
                    <a:pt x="77" y="90"/>
                  </a:lnTo>
                  <a:lnTo>
                    <a:pt x="73" y="90"/>
                  </a:lnTo>
                  <a:lnTo>
                    <a:pt x="73" y="90"/>
                  </a:lnTo>
                  <a:lnTo>
                    <a:pt x="71" y="90"/>
                  </a:lnTo>
                  <a:lnTo>
                    <a:pt x="71" y="92"/>
                  </a:lnTo>
                  <a:lnTo>
                    <a:pt x="71" y="92"/>
                  </a:lnTo>
                  <a:lnTo>
                    <a:pt x="69" y="95"/>
                  </a:lnTo>
                  <a:lnTo>
                    <a:pt x="69" y="97"/>
                  </a:lnTo>
                  <a:lnTo>
                    <a:pt x="69" y="97"/>
                  </a:lnTo>
                  <a:lnTo>
                    <a:pt x="67" y="99"/>
                  </a:lnTo>
                  <a:lnTo>
                    <a:pt x="67" y="99"/>
                  </a:lnTo>
                  <a:lnTo>
                    <a:pt x="67" y="99"/>
                  </a:lnTo>
                  <a:lnTo>
                    <a:pt x="63" y="101"/>
                  </a:lnTo>
                  <a:lnTo>
                    <a:pt x="61" y="101"/>
                  </a:lnTo>
                  <a:lnTo>
                    <a:pt x="61" y="101"/>
                  </a:lnTo>
                  <a:lnTo>
                    <a:pt x="61" y="101"/>
                  </a:lnTo>
                  <a:lnTo>
                    <a:pt x="60" y="103"/>
                  </a:lnTo>
                  <a:lnTo>
                    <a:pt x="60" y="103"/>
                  </a:lnTo>
                  <a:lnTo>
                    <a:pt x="60" y="103"/>
                  </a:lnTo>
                  <a:lnTo>
                    <a:pt x="60" y="103"/>
                  </a:lnTo>
                  <a:lnTo>
                    <a:pt x="60" y="103"/>
                  </a:lnTo>
                  <a:lnTo>
                    <a:pt x="60" y="103"/>
                  </a:lnTo>
                  <a:lnTo>
                    <a:pt x="60" y="101"/>
                  </a:lnTo>
                  <a:lnTo>
                    <a:pt x="58" y="101"/>
                  </a:lnTo>
                  <a:lnTo>
                    <a:pt x="58" y="101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6" y="101"/>
                  </a:lnTo>
                  <a:lnTo>
                    <a:pt x="56" y="101"/>
                  </a:lnTo>
                  <a:lnTo>
                    <a:pt x="56" y="101"/>
                  </a:lnTo>
                  <a:lnTo>
                    <a:pt x="56" y="105"/>
                  </a:lnTo>
                  <a:lnTo>
                    <a:pt x="56" y="105"/>
                  </a:lnTo>
                  <a:lnTo>
                    <a:pt x="56" y="107"/>
                  </a:lnTo>
                  <a:lnTo>
                    <a:pt x="56" y="109"/>
                  </a:lnTo>
                  <a:lnTo>
                    <a:pt x="56" y="109"/>
                  </a:lnTo>
                  <a:lnTo>
                    <a:pt x="58" y="109"/>
                  </a:lnTo>
                  <a:lnTo>
                    <a:pt x="60" y="111"/>
                  </a:lnTo>
                  <a:lnTo>
                    <a:pt x="60" y="111"/>
                  </a:lnTo>
                  <a:lnTo>
                    <a:pt x="61" y="111"/>
                  </a:lnTo>
                  <a:lnTo>
                    <a:pt x="61" y="109"/>
                  </a:lnTo>
                  <a:lnTo>
                    <a:pt x="63" y="109"/>
                  </a:lnTo>
                  <a:lnTo>
                    <a:pt x="63" y="109"/>
                  </a:lnTo>
                  <a:lnTo>
                    <a:pt x="63" y="109"/>
                  </a:lnTo>
                  <a:lnTo>
                    <a:pt x="63" y="109"/>
                  </a:lnTo>
                  <a:lnTo>
                    <a:pt x="65" y="109"/>
                  </a:lnTo>
                  <a:lnTo>
                    <a:pt x="65" y="109"/>
                  </a:lnTo>
                  <a:lnTo>
                    <a:pt x="67" y="109"/>
                  </a:lnTo>
                  <a:lnTo>
                    <a:pt x="69" y="112"/>
                  </a:lnTo>
                  <a:lnTo>
                    <a:pt x="71" y="112"/>
                  </a:lnTo>
                  <a:lnTo>
                    <a:pt x="73" y="114"/>
                  </a:lnTo>
                  <a:lnTo>
                    <a:pt x="79" y="114"/>
                  </a:lnTo>
                  <a:lnTo>
                    <a:pt x="81" y="116"/>
                  </a:lnTo>
                  <a:lnTo>
                    <a:pt x="81" y="116"/>
                  </a:lnTo>
                  <a:lnTo>
                    <a:pt x="81" y="116"/>
                  </a:lnTo>
                  <a:lnTo>
                    <a:pt x="81" y="118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4"/>
                  </a:lnTo>
                  <a:lnTo>
                    <a:pt x="81" y="126"/>
                  </a:lnTo>
                  <a:lnTo>
                    <a:pt x="81" y="128"/>
                  </a:lnTo>
                  <a:lnTo>
                    <a:pt x="81" y="128"/>
                  </a:lnTo>
                  <a:lnTo>
                    <a:pt x="79" y="128"/>
                  </a:lnTo>
                  <a:lnTo>
                    <a:pt x="77" y="128"/>
                  </a:lnTo>
                  <a:lnTo>
                    <a:pt x="77" y="128"/>
                  </a:lnTo>
                  <a:lnTo>
                    <a:pt x="75" y="128"/>
                  </a:lnTo>
                  <a:lnTo>
                    <a:pt x="75" y="128"/>
                  </a:lnTo>
                  <a:lnTo>
                    <a:pt x="73" y="128"/>
                  </a:lnTo>
                  <a:lnTo>
                    <a:pt x="73" y="128"/>
                  </a:lnTo>
                  <a:lnTo>
                    <a:pt x="73" y="130"/>
                  </a:lnTo>
                  <a:lnTo>
                    <a:pt x="71" y="130"/>
                  </a:lnTo>
                  <a:lnTo>
                    <a:pt x="71" y="130"/>
                  </a:lnTo>
                  <a:lnTo>
                    <a:pt x="65" y="130"/>
                  </a:lnTo>
                  <a:lnTo>
                    <a:pt x="63" y="131"/>
                  </a:lnTo>
                  <a:lnTo>
                    <a:pt x="63" y="131"/>
                  </a:lnTo>
                  <a:lnTo>
                    <a:pt x="63" y="131"/>
                  </a:lnTo>
                  <a:lnTo>
                    <a:pt x="63" y="131"/>
                  </a:lnTo>
                  <a:lnTo>
                    <a:pt x="61" y="131"/>
                  </a:lnTo>
                  <a:lnTo>
                    <a:pt x="61" y="133"/>
                  </a:lnTo>
                  <a:lnTo>
                    <a:pt x="61" y="133"/>
                  </a:lnTo>
                  <a:lnTo>
                    <a:pt x="61" y="135"/>
                  </a:lnTo>
                  <a:lnTo>
                    <a:pt x="63" y="135"/>
                  </a:lnTo>
                  <a:lnTo>
                    <a:pt x="65" y="137"/>
                  </a:lnTo>
                  <a:lnTo>
                    <a:pt x="67" y="139"/>
                  </a:lnTo>
                  <a:lnTo>
                    <a:pt x="69" y="147"/>
                  </a:lnTo>
                  <a:lnTo>
                    <a:pt x="69" y="147"/>
                  </a:lnTo>
                  <a:lnTo>
                    <a:pt x="71" y="147"/>
                  </a:lnTo>
                  <a:lnTo>
                    <a:pt x="73" y="147"/>
                  </a:lnTo>
                  <a:lnTo>
                    <a:pt x="73" y="147"/>
                  </a:lnTo>
                  <a:lnTo>
                    <a:pt x="75" y="149"/>
                  </a:lnTo>
                  <a:lnTo>
                    <a:pt x="77" y="149"/>
                  </a:lnTo>
                  <a:lnTo>
                    <a:pt x="77" y="150"/>
                  </a:lnTo>
                  <a:lnTo>
                    <a:pt x="79" y="150"/>
                  </a:lnTo>
                  <a:lnTo>
                    <a:pt x="79" y="152"/>
                  </a:lnTo>
                  <a:lnTo>
                    <a:pt x="79" y="154"/>
                  </a:lnTo>
                  <a:lnTo>
                    <a:pt x="81" y="154"/>
                  </a:lnTo>
                  <a:lnTo>
                    <a:pt x="81" y="154"/>
                  </a:lnTo>
                  <a:lnTo>
                    <a:pt x="82" y="154"/>
                  </a:lnTo>
                  <a:lnTo>
                    <a:pt x="82" y="156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4" y="162"/>
                  </a:lnTo>
                  <a:lnTo>
                    <a:pt x="86" y="162"/>
                  </a:lnTo>
                  <a:lnTo>
                    <a:pt x="88" y="164"/>
                  </a:lnTo>
                  <a:lnTo>
                    <a:pt x="88" y="164"/>
                  </a:lnTo>
                  <a:lnTo>
                    <a:pt x="90" y="164"/>
                  </a:lnTo>
                  <a:lnTo>
                    <a:pt x="94" y="162"/>
                  </a:lnTo>
                  <a:lnTo>
                    <a:pt x="96" y="162"/>
                  </a:lnTo>
                  <a:lnTo>
                    <a:pt x="98" y="162"/>
                  </a:lnTo>
                  <a:lnTo>
                    <a:pt x="98" y="164"/>
                  </a:lnTo>
                  <a:lnTo>
                    <a:pt x="100" y="164"/>
                  </a:lnTo>
                  <a:lnTo>
                    <a:pt x="101" y="166"/>
                  </a:lnTo>
                  <a:lnTo>
                    <a:pt x="101" y="168"/>
                  </a:lnTo>
                  <a:lnTo>
                    <a:pt x="101" y="168"/>
                  </a:lnTo>
                  <a:lnTo>
                    <a:pt x="105" y="170"/>
                  </a:lnTo>
                  <a:lnTo>
                    <a:pt x="107" y="170"/>
                  </a:lnTo>
                  <a:lnTo>
                    <a:pt x="109" y="170"/>
                  </a:lnTo>
                  <a:lnTo>
                    <a:pt x="111" y="170"/>
                  </a:lnTo>
                  <a:lnTo>
                    <a:pt x="113" y="171"/>
                  </a:lnTo>
                  <a:lnTo>
                    <a:pt x="119" y="177"/>
                  </a:lnTo>
                  <a:lnTo>
                    <a:pt x="119" y="177"/>
                  </a:lnTo>
                  <a:lnTo>
                    <a:pt x="121" y="179"/>
                  </a:lnTo>
                  <a:lnTo>
                    <a:pt x="119" y="179"/>
                  </a:lnTo>
                  <a:lnTo>
                    <a:pt x="119" y="181"/>
                  </a:lnTo>
                  <a:lnTo>
                    <a:pt x="119" y="183"/>
                  </a:lnTo>
                  <a:lnTo>
                    <a:pt x="119" y="183"/>
                  </a:lnTo>
                  <a:lnTo>
                    <a:pt x="117" y="183"/>
                  </a:lnTo>
                  <a:lnTo>
                    <a:pt x="113" y="187"/>
                  </a:lnTo>
                  <a:lnTo>
                    <a:pt x="113" y="187"/>
                  </a:lnTo>
                  <a:lnTo>
                    <a:pt x="111" y="187"/>
                  </a:lnTo>
                  <a:lnTo>
                    <a:pt x="109" y="187"/>
                  </a:lnTo>
                  <a:lnTo>
                    <a:pt x="107" y="187"/>
                  </a:lnTo>
                  <a:lnTo>
                    <a:pt x="107" y="187"/>
                  </a:lnTo>
                  <a:lnTo>
                    <a:pt x="105" y="187"/>
                  </a:lnTo>
                  <a:lnTo>
                    <a:pt x="103" y="185"/>
                  </a:lnTo>
                  <a:lnTo>
                    <a:pt x="101" y="185"/>
                  </a:lnTo>
                  <a:lnTo>
                    <a:pt x="100" y="181"/>
                  </a:lnTo>
                  <a:lnTo>
                    <a:pt x="98" y="181"/>
                  </a:lnTo>
                  <a:lnTo>
                    <a:pt x="96" y="181"/>
                  </a:lnTo>
                  <a:lnTo>
                    <a:pt x="94" y="181"/>
                  </a:lnTo>
                  <a:lnTo>
                    <a:pt x="94" y="183"/>
                  </a:lnTo>
                  <a:lnTo>
                    <a:pt x="92" y="183"/>
                  </a:lnTo>
                  <a:lnTo>
                    <a:pt x="92" y="185"/>
                  </a:lnTo>
                  <a:lnTo>
                    <a:pt x="94" y="189"/>
                  </a:lnTo>
                  <a:lnTo>
                    <a:pt x="94" y="189"/>
                  </a:lnTo>
                  <a:lnTo>
                    <a:pt x="94" y="189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94" y="192"/>
                  </a:lnTo>
                  <a:lnTo>
                    <a:pt x="92" y="192"/>
                  </a:lnTo>
                  <a:lnTo>
                    <a:pt x="92" y="192"/>
                  </a:lnTo>
                  <a:lnTo>
                    <a:pt x="90" y="192"/>
                  </a:lnTo>
                  <a:lnTo>
                    <a:pt x="88" y="192"/>
                  </a:lnTo>
                  <a:lnTo>
                    <a:pt x="86" y="192"/>
                  </a:lnTo>
                  <a:lnTo>
                    <a:pt x="86" y="192"/>
                  </a:lnTo>
                  <a:lnTo>
                    <a:pt x="86" y="192"/>
                  </a:lnTo>
                  <a:lnTo>
                    <a:pt x="84" y="192"/>
                  </a:lnTo>
                  <a:lnTo>
                    <a:pt x="84" y="192"/>
                  </a:lnTo>
                  <a:lnTo>
                    <a:pt x="84" y="192"/>
                  </a:lnTo>
                  <a:lnTo>
                    <a:pt x="84" y="190"/>
                  </a:lnTo>
                  <a:lnTo>
                    <a:pt x="84" y="190"/>
                  </a:lnTo>
                  <a:lnTo>
                    <a:pt x="82" y="190"/>
                  </a:lnTo>
                  <a:lnTo>
                    <a:pt x="82" y="190"/>
                  </a:lnTo>
                  <a:lnTo>
                    <a:pt x="82" y="189"/>
                  </a:lnTo>
                  <a:lnTo>
                    <a:pt x="82" y="189"/>
                  </a:lnTo>
                  <a:lnTo>
                    <a:pt x="82" y="189"/>
                  </a:lnTo>
                  <a:lnTo>
                    <a:pt x="82" y="187"/>
                  </a:lnTo>
                  <a:lnTo>
                    <a:pt x="82" y="187"/>
                  </a:lnTo>
                  <a:lnTo>
                    <a:pt x="82" y="185"/>
                  </a:lnTo>
                  <a:lnTo>
                    <a:pt x="82" y="185"/>
                  </a:lnTo>
                  <a:lnTo>
                    <a:pt x="81" y="183"/>
                  </a:lnTo>
                  <a:lnTo>
                    <a:pt x="77" y="183"/>
                  </a:lnTo>
                  <a:lnTo>
                    <a:pt x="69" y="190"/>
                  </a:lnTo>
                  <a:lnTo>
                    <a:pt x="63" y="196"/>
                  </a:lnTo>
                  <a:lnTo>
                    <a:pt x="61" y="198"/>
                  </a:lnTo>
                  <a:lnTo>
                    <a:pt x="56" y="202"/>
                  </a:lnTo>
                  <a:lnTo>
                    <a:pt x="54" y="204"/>
                  </a:lnTo>
                  <a:lnTo>
                    <a:pt x="54" y="204"/>
                  </a:lnTo>
                  <a:lnTo>
                    <a:pt x="52" y="206"/>
                  </a:lnTo>
                  <a:lnTo>
                    <a:pt x="50" y="208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44" y="209"/>
                  </a:lnTo>
                  <a:lnTo>
                    <a:pt x="44" y="211"/>
                  </a:lnTo>
                  <a:lnTo>
                    <a:pt x="42" y="213"/>
                  </a:lnTo>
                  <a:lnTo>
                    <a:pt x="33" y="219"/>
                  </a:lnTo>
                  <a:lnTo>
                    <a:pt x="20" y="227"/>
                  </a:lnTo>
                  <a:lnTo>
                    <a:pt x="18" y="227"/>
                  </a:lnTo>
                  <a:lnTo>
                    <a:pt x="16" y="230"/>
                  </a:lnTo>
                  <a:lnTo>
                    <a:pt x="14" y="230"/>
                  </a:lnTo>
                  <a:lnTo>
                    <a:pt x="10" y="232"/>
                  </a:lnTo>
                  <a:lnTo>
                    <a:pt x="6" y="234"/>
                  </a:lnTo>
                  <a:lnTo>
                    <a:pt x="4" y="236"/>
                  </a:lnTo>
                  <a:lnTo>
                    <a:pt x="4" y="236"/>
                  </a:lnTo>
                  <a:lnTo>
                    <a:pt x="2" y="238"/>
                  </a:lnTo>
                  <a:lnTo>
                    <a:pt x="2" y="240"/>
                  </a:lnTo>
                  <a:lnTo>
                    <a:pt x="2" y="240"/>
                  </a:lnTo>
                  <a:lnTo>
                    <a:pt x="2" y="242"/>
                  </a:lnTo>
                  <a:lnTo>
                    <a:pt x="0" y="244"/>
                  </a:lnTo>
                  <a:lnTo>
                    <a:pt x="0" y="249"/>
                  </a:lnTo>
                  <a:lnTo>
                    <a:pt x="0" y="251"/>
                  </a:lnTo>
                  <a:lnTo>
                    <a:pt x="0" y="251"/>
                  </a:lnTo>
                  <a:lnTo>
                    <a:pt x="0" y="253"/>
                  </a:lnTo>
                  <a:lnTo>
                    <a:pt x="2" y="255"/>
                  </a:lnTo>
                  <a:lnTo>
                    <a:pt x="4" y="257"/>
                  </a:lnTo>
                  <a:lnTo>
                    <a:pt x="4" y="259"/>
                  </a:lnTo>
                  <a:lnTo>
                    <a:pt x="4" y="259"/>
                  </a:lnTo>
                  <a:lnTo>
                    <a:pt x="4" y="263"/>
                  </a:lnTo>
                  <a:lnTo>
                    <a:pt x="4" y="267"/>
                  </a:lnTo>
                  <a:lnTo>
                    <a:pt x="4" y="267"/>
                  </a:lnTo>
                  <a:lnTo>
                    <a:pt x="4" y="268"/>
                  </a:lnTo>
                  <a:lnTo>
                    <a:pt x="4" y="268"/>
                  </a:lnTo>
                  <a:lnTo>
                    <a:pt x="4" y="270"/>
                  </a:lnTo>
                  <a:lnTo>
                    <a:pt x="4" y="272"/>
                  </a:lnTo>
                  <a:lnTo>
                    <a:pt x="4" y="272"/>
                  </a:lnTo>
                  <a:lnTo>
                    <a:pt x="6" y="274"/>
                  </a:lnTo>
                  <a:lnTo>
                    <a:pt x="6" y="274"/>
                  </a:lnTo>
                  <a:lnTo>
                    <a:pt x="8" y="276"/>
                  </a:lnTo>
                  <a:lnTo>
                    <a:pt x="8" y="276"/>
                  </a:lnTo>
                  <a:lnTo>
                    <a:pt x="10" y="278"/>
                  </a:lnTo>
                  <a:lnTo>
                    <a:pt x="10" y="280"/>
                  </a:lnTo>
                  <a:lnTo>
                    <a:pt x="12" y="280"/>
                  </a:lnTo>
                  <a:lnTo>
                    <a:pt x="14" y="282"/>
                  </a:lnTo>
                  <a:lnTo>
                    <a:pt x="14" y="282"/>
                  </a:lnTo>
                  <a:lnTo>
                    <a:pt x="18" y="284"/>
                  </a:lnTo>
                  <a:lnTo>
                    <a:pt x="20" y="284"/>
                  </a:lnTo>
                  <a:lnTo>
                    <a:pt x="20" y="284"/>
                  </a:lnTo>
                  <a:lnTo>
                    <a:pt x="20" y="286"/>
                  </a:lnTo>
                  <a:lnTo>
                    <a:pt x="20" y="287"/>
                  </a:lnTo>
                  <a:lnTo>
                    <a:pt x="20" y="289"/>
                  </a:lnTo>
                  <a:lnTo>
                    <a:pt x="18" y="291"/>
                  </a:lnTo>
                  <a:lnTo>
                    <a:pt x="18" y="293"/>
                  </a:lnTo>
                  <a:lnTo>
                    <a:pt x="18" y="293"/>
                  </a:lnTo>
                  <a:lnTo>
                    <a:pt x="20" y="295"/>
                  </a:lnTo>
                  <a:lnTo>
                    <a:pt x="20" y="297"/>
                  </a:lnTo>
                  <a:lnTo>
                    <a:pt x="20" y="297"/>
                  </a:lnTo>
                  <a:lnTo>
                    <a:pt x="20" y="301"/>
                  </a:lnTo>
                  <a:lnTo>
                    <a:pt x="20" y="303"/>
                  </a:lnTo>
                  <a:lnTo>
                    <a:pt x="20" y="306"/>
                  </a:lnTo>
                  <a:lnTo>
                    <a:pt x="21" y="306"/>
                  </a:lnTo>
                  <a:lnTo>
                    <a:pt x="29" y="308"/>
                  </a:lnTo>
                  <a:lnTo>
                    <a:pt x="35" y="308"/>
                  </a:lnTo>
                  <a:lnTo>
                    <a:pt x="41" y="308"/>
                  </a:lnTo>
                  <a:lnTo>
                    <a:pt x="42" y="308"/>
                  </a:lnTo>
                  <a:lnTo>
                    <a:pt x="44" y="306"/>
                  </a:lnTo>
                  <a:lnTo>
                    <a:pt x="46" y="305"/>
                  </a:lnTo>
                  <a:lnTo>
                    <a:pt x="46" y="305"/>
                  </a:lnTo>
                  <a:lnTo>
                    <a:pt x="48" y="306"/>
                  </a:lnTo>
                  <a:lnTo>
                    <a:pt x="50" y="306"/>
                  </a:lnTo>
                  <a:lnTo>
                    <a:pt x="50" y="306"/>
                  </a:lnTo>
                  <a:lnTo>
                    <a:pt x="52" y="305"/>
                  </a:lnTo>
                  <a:lnTo>
                    <a:pt x="56" y="305"/>
                  </a:lnTo>
                  <a:lnTo>
                    <a:pt x="58" y="305"/>
                  </a:lnTo>
                  <a:lnTo>
                    <a:pt x="60" y="303"/>
                  </a:lnTo>
                  <a:lnTo>
                    <a:pt x="60" y="301"/>
                  </a:lnTo>
                  <a:lnTo>
                    <a:pt x="61" y="301"/>
                  </a:lnTo>
                  <a:lnTo>
                    <a:pt x="61" y="301"/>
                  </a:lnTo>
                  <a:lnTo>
                    <a:pt x="63" y="301"/>
                  </a:lnTo>
                  <a:lnTo>
                    <a:pt x="63" y="299"/>
                  </a:lnTo>
                  <a:lnTo>
                    <a:pt x="63" y="299"/>
                  </a:lnTo>
                  <a:lnTo>
                    <a:pt x="63" y="295"/>
                  </a:lnTo>
                  <a:lnTo>
                    <a:pt x="65" y="295"/>
                  </a:lnTo>
                  <a:lnTo>
                    <a:pt x="65" y="295"/>
                  </a:lnTo>
                  <a:lnTo>
                    <a:pt x="65" y="295"/>
                  </a:lnTo>
                  <a:lnTo>
                    <a:pt x="67" y="297"/>
                  </a:lnTo>
                  <a:lnTo>
                    <a:pt x="71" y="303"/>
                  </a:lnTo>
                  <a:lnTo>
                    <a:pt x="73" y="308"/>
                  </a:lnTo>
                  <a:lnTo>
                    <a:pt x="73" y="310"/>
                  </a:lnTo>
                  <a:lnTo>
                    <a:pt x="75" y="312"/>
                  </a:lnTo>
                  <a:lnTo>
                    <a:pt x="75" y="312"/>
                  </a:lnTo>
                  <a:lnTo>
                    <a:pt x="77" y="312"/>
                  </a:lnTo>
                  <a:lnTo>
                    <a:pt x="77" y="312"/>
                  </a:lnTo>
                  <a:lnTo>
                    <a:pt x="77" y="310"/>
                  </a:lnTo>
                  <a:lnTo>
                    <a:pt x="77" y="310"/>
                  </a:lnTo>
                  <a:lnTo>
                    <a:pt x="77" y="308"/>
                  </a:lnTo>
                  <a:lnTo>
                    <a:pt x="77" y="308"/>
                  </a:lnTo>
                  <a:lnTo>
                    <a:pt x="77" y="308"/>
                  </a:lnTo>
                  <a:lnTo>
                    <a:pt x="79" y="308"/>
                  </a:lnTo>
                  <a:lnTo>
                    <a:pt x="79" y="308"/>
                  </a:lnTo>
                  <a:lnTo>
                    <a:pt x="79" y="310"/>
                  </a:lnTo>
                  <a:lnTo>
                    <a:pt x="79" y="310"/>
                  </a:lnTo>
                  <a:lnTo>
                    <a:pt x="79" y="312"/>
                  </a:lnTo>
                  <a:lnTo>
                    <a:pt x="81" y="312"/>
                  </a:lnTo>
                  <a:lnTo>
                    <a:pt x="81" y="312"/>
                  </a:lnTo>
                  <a:lnTo>
                    <a:pt x="81" y="310"/>
                  </a:lnTo>
                  <a:lnTo>
                    <a:pt x="81" y="310"/>
                  </a:lnTo>
                  <a:lnTo>
                    <a:pt x="81" y="308"/>
                  </a:lnTo>
                  <a:lnTo>
                    <a:pt x="81" y="308"/>
                  </a:lnTo>
                  <a:lnTo>
                    <a:pt x="82" y="306"/>
                  </a:lnTo>
                  <a:lnTo>
                    <a:pt x="82" y="306"/>
                  </a:lnTo>
                  <a:lnTo>
                    <a:pt x="84" y="306"/>
                  </a:lnTo>
                  <a:lnTo>
                    <a:pt x="84" y="306"/>
                  </a:lnTo>
                  <a:lnTo>
                    <a:pt x="86" y="306"/>
                  </a:lnTo>
                  <a:lnTo>
                    <a:pt x="86" y="306"/>
                  </a:lnTo>
                  <a:lnTo>
                    <a:pt x="86" y="306"/>
                  </a:lnTo>
                  <a:lnTo>
                    <a:pt x="88" y="308"/>
                  </a:lnTo>
                  <a:lnTo>
                    <a:pt x="88" y="308"/>
                  </a:lnTo>
                  <a:lnTo>
                    <a:pt x="88" y="306"/>
                  </a:lnTo>
                  <a:lnTo>
                    <a:pt x="90" y="306"/>
                  </a:lnTo>
                  <a:lnTo>
                    <a:pt x="90" y="306"/>
                  </a:lnTo>
                  <a:lnTo>
                    <a:pt x="92" y="306"/>
                  </a:lnTo>
                  <a:lnTo>
                    <a:pt x="92" y="306"/>
                  </a:lnTo>
                  <a:lnTo>
                    <a:pt x="94" y="308"/>
                  </a:lnTo>
                  <a:lnTo>
                    <a:pt x="94" y="312"/>
                  </a:lnTo>
                  <a:lnTo>
                    <a:pt x="92" y="312"/>
                  </a:lnTo>
                  <a:lnTo>
                    <a:pt x="92" y="314"/>
                  </a:lnTo>
                  <a:lnTo>
                    <a:pt x="92" y="316"/>
                  </a:lnTo>
                  <a:lnTo>
                    <a:pt x="94" y="318"/>
                  </a:lnTo>
                  <a:lnTo>
                    <a:pt x="96" y="320"/>
                  </a:lnTo>
                  <a:lnTo>
                    <a:pt x="98" y="320"/>
                  </a:lnTo>
                  <a:lnTo>
                    <a:pt x="98" y="322"/>
                  </a:lnTo>
                  <a:lnTo>
                    <a:pt x="101" y="324"/>
                  </a:lnTo>
                  <a:lnTo>
                    <a:pt x="103" y="325"/>
                  </a:lnTo>
                  <a:lnTo>
                    <a:pt x="103" y="325"/>
                  </a:lnTo>
                  <a:lnTo>
                    <a:pt x="105" y="327"/>
                  </a:lnTo>
                  <a:lnTo>
                    <a:pt x="105" y="327"/>
                  </a:lnTo>
                  <a:lnTo>
                    <a:pt x="107" y="329"/>
                  </a:lnTo>
                  <a:lnTo>
                    <a:pt x="107" y="329"/>
                  </a:lnTo>
                  <a:lnTo>
                    <a:pt x="109" y="329"/>
                  </a:lnTo>
                  <a:lnTo>
                    <a:pt x="109" y="329"/>
                  </a:lnTo>
                  <a:lnTo>
                    <a:pt x="111" y="329"/>
                  </a:lnTo>
                  <a:lnTo>
                    <a:pt x="113" y="327"/>
                  </a:lnTo>
                  <a:lnTo>
                    <a:pt x="113" y="325"/>
                  </a:lnTo>
                  <a:lnTo>
                    <a:pt x="113" y="325"/>
                  </a:lnTo>
                  <a:lnTo>
                    <a:pt x="113" y="324"/>
                  </a:lnTo>
                  <a:lnTo>
                    <a:pt x="117" y="322"/>
                  </a:lnTo>
                  <a:lnTo>
                    <a:pt x="117" y="322"/>
                  </a:lnTo>
                  <a:lnTo>
                    <a:pt x="117" y="320"/>
                  </a:lnTo>
                  <a:lnTo>
                    <a:pt x="117" y="320"/>
                  </a:lnTo>
                  <a:lnTo>
                    <a:pt x="119" y="320"/>
                  </a:lnTo>
                  <a:lnTo>
                    <a:pt x="119" y="322"/>
                  </a:lnTo>
                  <a:lnTo>
                    <a:pt x="121" y="322"/>
                  </a:lnTo>
                  <a:lnTo>
                    <a:pt x="121" y="322"/>
                  </a:lnTo>
                  <a:lnTo>
                    <a:pt x="122" y="322"/>
                  </a:lnTo>
                  <a:lnTo>
                    <a:pt x="124" y="322"/>
                  </a:lnTo>
                  <a:lnTo>
                    <a:pt x="124" y="322"/>
                  </a:lnTo>
                  <a:lnTo>
                    <a:pt x="126" y="318"/>
                  </a:lnTo>
                  <a:lnTo>
                    <a:pt x="126" y="316"/>
                  </a:lnTo>
                  <a:lnTo>
                    <a:pt x="128" y="316"/>
                  </a:lnTo>
                  <a:lnTo>
                    <a:pt x="132" y="312"/>
                  </a:lnTo>
                  <a:lnTo>
                    <a:pt x="134" y="312"/>
                  </a:lnTo>
                  <a:lnTo>
                    <a:pt x="136" y="310"/>
                  </a:lnTo>
                  <a:lnTo>
                    <a:pt x="136" y="310"/>
                  </a:lnTo>
                  <a:lnTo>
                    <a:pt x="138" y="310"/>
                  </a:lnTo>
                  <a:lnTo>
                    <a:pt x="138" y="310"/>
                  </a:lnTo>
                  <a:lnTo>
                    <a:pt x="140" y="310"/>
                  </a:lnTo>
                  <a:lnTo>
                    <a:pt x="140" y="316"/>
                  </a:lnTo>
                  <a:lnTo>
                    <a:pt x="142" y="316"/>
                  </a:lnTo>
                  <a:lnTo>
                    <a:pt x="143" y="316"/>
                  </a:lnTo>
                  <a:lnTo>
                    <a:pt x="143" y="316"/>
                  </a:lnTo>
                  <a:lnTo>
                    <a:pt x="143" y="316"/>
                  </a:lnTo>
                  <a:lnTo>
                    <a:pt x="143" y="316"/>
                  </a:lnTo>
                  <a:lnTo>
                    <a:pt x="145" y="322"/>
                  </a:lnTo>
                  <a:lnTo>
                    <a:pt x="145" y="324"/>
                  </a:lnTo>
                  <a:lnTo>
                    <a:pt x="147" y="324"/>
                  </a:lnTo>
                  <a:lnTo>
                    <a:pt x="151" y="325"/>
                  </a:lnTo>
                  <a:lnTo>
                    <a:pt x="153" y="324"/>
                  </a:lnTo>
                  <a:lnTo>
                    <a:pt x="155" y="324"/>
                  </a:lnTo>
                  <a:lnTo>
                    <a:pt x="157" y="322"/>
                  </a:lnTo>
                  <a:lnTo>
                    <a:pt x="162" y="320"/>
                  </a:lnTo>
                  <a:lnTo>
                    <a:pt x="164" y="320"/>
                  </a:lnTo>
                  <a:lnTo>
                    <a:pt x="164" y="322"/>
                  </a:lnTo>
                  <a:lnTo>
                    <a:pt x="162" y="324"/>
                  </a:lnTo>
                  <a:lnTo>
                    <a:pt x="162" y="325"/>
                  </a:lnTo>
                  <a:lnTo>
                    <a:pt x="164" y="325"/>
                  </a:lnTo>
                  <a:lnTo>
                    <a:pt x="164" y="325"/>
                  </a:lnTo>
                  <a:lnTo>
                    <a:pt x="168" y="322"/>
                  </a:lnTo>
                  <a:lnTo>
                    <a:pt x="170" y="320"/>
                  </a:lnTo>
                  <a:lnTo>
                    <a:pt x="170" y="320"/>
                  </a:lnTo>
                  <a:lnTo>
                    <a:pt x="170" y="320"/>
                  </a:lnTo>
                  <a:lnTo>
                    <a:pt x="170" y="318"/>
                  </a:lnTo>
                  <a:lnTo>
                    <a:pt x="170" y="318"/>
                  </a:lnTo>
                  <a:lnTo>
                    <a:pt x="172" y="316"/>
                  </a:lnTo>
                  <a:lnTo>
                    <a:pt x="180" y="314"/>
                  </a:lnTo>
                  <a:lnTo>
                    <a:pt x="180" y="312"/>
                  </a:lnTo>
                  <a:lnTo>
                    <a:pt x="182" y="312"/>
                  </a:lnTo>
                  <a:lnTo>
                    <a:pt x="182" y="312"/>
                  </a:lnTo>
                  <a:lnTo>
                    <a:pt x="182" y="310"/>
                  </a:lnTo>
                  <a:lnTo>
                    <a:pt x="183" y="310"/>
                  </a:lnTo>
                  <a:lnTo>
                    <a:pt x="189" y="310"/>
                  </a:lnTo>
                  <a:lnTo>
                    <a:pt x="191" y="308"/>
                  </a:lnTo>
                  <a:lnTo>
                    <a:pt x="197" y="308"/>
                  </a:lnTo>
                  <a:lnTo>
                    <a:pt x="199" y="308"/>
                  </a:lnTo>
                  <a:lnTo>
                    <a:pt x="201" y="308"/>
                  </a:lnTo>
                  <a:lnTo>
                    <a:pt x="201" y="308"/>
                  </a:lnTo>
                  <a:lnTo>
                    <a:pt x="202" y="308"/>
                  </a:lnTo>
                  <a:lnTo>
                    <a:pt x="202" y="310"/>
                  </a:lnTo>
                  <a:lnTo>
                    <a:pt x="204" y="308"/>
                  </a:lnTo>
                  <a:lnTo>
                    <a:pt x="206" y="306"/>
                  </a:lnTo>
                  <a:lnTo>
                    <a:pt x="206" y="306"/>
                  </a:lnTo>
                  <a:lnTo>
                    <a:pt x="208" y="305"/>
                  </a:lnTo>
                  <a:lnTo>
                    <a:pt x="208" y="305"/>
                  </a:lnTo>
                  <a:lnTo>
                    <a:pt x="208" y="303"/>
                  </a:lnTo>
                  <a:lnTo>
                    <a:pt x="210" y="303"/>
                  </a:lnTo>
                  <a:lnTo>
                    <a:pt x="212" y="305"/>
                  </a:lnTo>
                  <a:lnTo>
                    <a:pt x="212" y="305"/>
                  </a:lnTo>
                  <a:lnTo>
                    <a:pt x="216" y="305"/>
                  </a:lnTo>
                  <a:lnTo>
                    <a:pt x="216" y="303"/>
                  </a:lnTo>
                  <a:lnTo>
                    <a:pt x="216" y="303"/>
                  </a:lnTo>
                  <a:lnTo>
                    <a:pt x="216" y="299"/>
                  </a:lnTo>
                  <a:lnTo>
                    <a:pt x="216" y="297"/>
                  </a:lnTo>
                  <a:lnTo>
                    <a:pt x="216" y="297"/>
                  </a:lnTo>
                  <a:lnTo>
                    <a:pt x="216" y="295"/>
                  </a:lnTo>
                  <a:lnTo>
                    <a:pt x="216" y="295"/>
                  </a:lnTo>
                  <a:lnTo>
                    <a:pt x="216" y="295"/>
                  </a:lnTo>
                  <a:lnTo>
                    <a:pt x="216" y="293"/>
                  </a:lnTo>
                  <a:lnTo>
                    <a:pt x="218" y="293"/>
                  </a:lnTo>
                  <a:lnTo>
                    <a:pt x="220" y="293"/>
                  </a:lnTo>
                  <a:lnTo>
                    <a:pt x="220" y="291"/>
                  </a:lnTo>
                  <a:lnTo>
                    <a:pt x="220" y="287"/>
                  </a:lnTo>
                  <a:lnTo>
                    <a:pt x="220" y="287"/>
                  </a:lnTo>
                  <a:lnTo>
                    <a:pt x="222" y="286"/>
                  </a:lnTo>
                  <a:lnTo>
                    <a:pt x="222" y="284"/>
                  </a:lnTo>
                  <a:lnTo>
                    <a:pt x="223" y="282"/>
                  </a:lnTo>
                  <a:lnTo>
                    <a:pt x="223" y="282"/>
                  </a:lnTo>
                  <a:lnTo>
                    <a:pt x="233" y="282"/>
                  </a:lnTo>
                  <a:lnTo>
                    <a:pt x="233" y="282"/>
                  </a:lnTo>
                  <a:lnTo>
                    <a:pt x="235" y="284"/>
                  </a:lnTo>
                  <a:lnTo>
                    <a:pt x="239" y="289"/>
                  </a:lnTo>
                  <a:lnTo>
                    <a:pt x="244" y="289"/>
                  </a:lnTo>
                  <a:lnTo>
                    <a:pt x="248" y="286"/>
                  </a:lnTo>
                  <a:lnTo>
                    <a:pt x="250" y="286"/>
                  </a:lnTo>
                  <a:lnTo>
                    <a:pt x="252" y="284"/>
                  </a:lnTo>
                  <a:lnTo>
                    <a:pt x="252" y="286"/>
                  </a:lnTo>
                  <a:lnTo>
                    <a:pt x="252" y="286"/>
                  </a:lnTo>
                  <a:lnTo>
                    <a:pt x="252" y="287"/>
                  </a:lnTo>
                  <a:lnTo>
                    <a:pt x="250" y="287"/>
                  </a:lnTo>
                  <a:lnTo>
                    <a:pt x="252" y="287"/>
                  </a:lnTo>
                  <a:lnTo>
                    <a:pt x="252" y="287"/>
                  </a:lnTo>
                  <a:lnTo>
                    <a:pt x="254" y="289"/>
                  </a:lnTo>
                  <a:lnTo>
                    <a:pt x="256" y="289"/>
                  </a:lnTo>
                  <a:lnTo>
                    <a:pt x="258" y="289"/>
                  </a:lnTo>
                  <a:lnTo>
                    <a:pt x="258" y="291"/>
                  </a:lnTo>
                  <a:lnTo>
                    <a:pt x="258" y="299"/>
                  </a:lnTo>
                  <a:lnTo>
                    <a:pt x="260" y="301"/>
                  </a:lnTo>
                  <a:lnTo>
                    <a:pt x="260" y="303"/>
                  </a:lnTo>
                  <a:lnTo>
                    <a:pt x="262" y="305"/>
                  </a:lnTo>
                  <a:lnTo>
                    <a:pt x="263" y="305"/>
                  </a:lnTo>
                  <a:lnTo>
                    <a:pt x="265" y="305"/>
                  </a:lnTo>
                  <a:lnTo>
                    <a:pt x="267" y="303"/>
                  </a:lnTo>
                  <a:lnTo>
                    <a:pt x="269" y="303"/>
                  </a:lnTo>
                  <a:lnTo>
                    <a:pt x="271" y="305"/>
                  </a:lnTo>
                  <a:lnTo>
                    <a:pt x="275" y="305"/>
                  </a:lnTo>
                  <a:lnTo>
                    <a:pt x="275" y="305"/>
                  </a:lnTo>
                  <a:lnTo>
                    <a:pt x="275" y="306"/>
                  </a:lnTo>
                  <a:lnTo>
                    <a:pt x="277" y="310"/>
                  </a:lnTo>
                  <a:lnTo>
                    <a:pt x="275" y="310"/>
                  </a:lnTo>
                  <a:lnTo>
                    <a:pt x="275" y="312"/>
                  </a:lnTo>
                  <a:lnTo>
                    <a:pt x="273" y="314"/>
                  </a:lnTo>
                  <a:lnTo>
                    <a:pt x="273" y="314"/>
                  </a:lnTo>
                  <a:lnTo>
                    <a:pt x="273" y="316"/>
                  </a:lnTo>
                  <a:lnTo>
                    <a:pt x="281" y="320"/>
                  </a:lnTo>
                  <a:lnTo>
                    <a:pt x="286" y="324"/>
                  </a:lnTo>
                  <a:lnTo>
                    <a:pt x="288" y="325"/>
                  </a:lnTo>
                  <a:lnTo>
                    <a:pt x="290" y="325"/>
                  </a:lnTo>
                  <a:lnTo>
                    <a:pt x="290" y="324"/>
                  </a:lnTo>
                  <a:lnTo>
                    <a:pt x="290" y="324"/>
                  </a:lnTo>
                  <a:lnTo>
                    <a:pt x="290" y="322"/>
                  </a:lnTo>
                  <a:lnTo>
                    <a:pt x="290" y="322"/>
                  </a:lnTo>
                  <a:lnTo>
                    <a:pt x="290" y="320"/>
                  </a:lnTo>
                  <a:lnTo>
                    <a:pt x="290" y="320"/>
                  </a:lnTo>
                  <a:lnTo>
                    <a:pt x="292" y="320"/>
                  </a:lnTo>
                  <a:lnTo>
                    <a:pt x="292" y="318"/>
                  </a:lnTo>
                  <a:lnTo>
                    <a:pt x="292" y="314"/>
                  </a:lnTo>
                  <a:lnTo>
                    <a:pt x="294" y="312"/>
                  </a:lnTo>
                  <a:lnTo>
                    <a:pt x="294" y="310"/>
                  </a:lnTo>
                  <a:lnTo>
                    <a:pt x="298" y="308"/>
                  </a:lnTo>
                  <a:lnTo>
                    <a:pt x="302" y="303"/>
                  </a:lnTo>
                  <a:lnTo>
                    <a:pt x="303" y="303"/>
                  </a:lnTo>
                  <a:lnTo>
                    <a:pt x="305" y="305"/>
                  </a:lnTo>
                  <a:lnTo>
                    <a:pt x="307" y="305"/>
                  </a:lnTo>
                  <a:lnTo>
                    <a:pt x="309" y="305"/>
                  </a:lnTo>
                  <a:lnTo>
                    <a:pt x="311" y="305"/>
                  </a:lnTo>
                  <a:lnTo>
                    <a:pt x="313" y="305"/>
                  </a:lnTo>
                  <a:lnTo>
                    <a:pt x="315" y="303"/>
                  </a:lnTo>
                  <a:lnTo>
                    <a:pt x="317" y="301"/>
                  </a:lnTo>
                  <a:lnTo>
                    <a:pt x="317" y="301"/>
                  </a:lnTo>
                  <a:lnTo>
                    <a:pt x="317" y="301"/>
                  </a:lnTo>
                  <a:lnTo>
                    <a:pt x="319" y="301"/>
                  </a:lnTo>
                  <a:lnTo>
                    <a:pt x="321" y="301"/>
                  </a:lnTo>
                  <a:lnTo>
                    <a:pt x="323" y="305"/>
                  </a:lnTo>
                  <a:lnTo>
                    <a:pt x="330" y="306"/>
                  </a:lnTo>
                  <a:lnTo>
                    <a:pt x="330" y="306"/>
                  </a:lnTo>
                  <a:lnTo>
                    <a:pt x="330" y="305"/>
                  </a:lnTo>
                  <a:lnTo>
                    <a:pt x="330" y="303"/>
                  </a:lnTo>
                  <a:lnTo>
                    <a:pt x="330" y="301"/>
                  </a:lnTo>
                  <a:lnTo>
                    <a:pt x="332" y="299"/>
                  </a:lnTo>
                  <a:lnTo>
                    <a:pt x="332" y="299"/>
                  </a:lnTo>
                  <a:lnTo>
                    <a:pt x="334" y="297"/>
                  </a:lnTo>
                  <a:lnTo>
                    <a:pt x="336" y="299"/>
                  </a:lnTo>
                  <a:lnTo>
                    <a:pt x="342" y="301"/>
                  </a:lnTo>
                  <a:lnTo>
                    <a:pt x="343" y="301"/>
                  </a:lnTo>
                  <a:lnTo>
                    <a:pt x="343" y="301"/>
                  </a:lnTo>
                  <a:lnTo>
                    <a:pt x="345" y="299"/>
                  </a:lnTo>
                  <a:lnTo>
                    <a:pt x="345" y="297"/>
                  </a:lnTo>
                  <a:lnTo>
                    <a:pt x="345" y="295"/>
                  </a:lnTo>
                  <a:lnTo>
                    <a:pt x="347" y="293"/>
                  </a:lnTo>
                  <a:lnTo>
                    <a:pt x="345" y="289"/>
                  </a:lnTo>
                  <a:lnTo>
                    <a:pt x="347" y="284"/>
                  </a:lnTo>
                  <a:lnTo>
                    <a:pt x="347" y="284"/>
                  </a:lnTo>
                  <a:lnTo>
                    <a:pt x="347" y="282"/>
                  </a:lnTo>
                  <a:lnTo>
                    <a:pt x="347" y="282"/>
                  </a:lnTo>
                  <a:lnTo>
                    <a:pt x="347" y="280"/>
                  </a:lnTo>
                  <a:lnTo>
                    <a:pt x="347" y="280"/>
                  </a:lnTo>
                  <a:lnTo>
                    <a:pt x="347" y="280"/>
                  </a:lnTo>
                  <a:lnTo>
                    <a:pt x="349" y="276"/>
                  </a:lnTo>
                  <a:lnTo>
                    <a:pt x="351" y="274"/>
                  </a:lnTo>
                  <a:lnTo>
                    <a:pt x="351" y="274"/>
                  </a:lnTo>
                  <a:lnTo>
                    <a:pt x="351" y="272"/>
                  </a:lnTo>
                  <a:lnTo>
                    <a:pt x="351" y="261"/>
                  </a:lnTo>
                  <a:lnTo>
                    <a:pt x="351" y="261"/>
                  </a:lnTo>
                  <a:lnTo>
                    <a:pt x="351" y="259"/>
                  </a:lnTo>
                  <a:lnTo>
                    <a:pt x="355" y="255"/>
                  </a:lnTo>
                  <a:lnTo>
                    <a:pt x="357" y="253"/>
                  </a:lnTo>
                  <a:lnTo>
                    <a:pt x="357" y="253"/>
                  </a:lnTo>
                  <a:lnTo>
                    <a:pt x="361" y="251"/>
                  </a:lnTo>
                  <a:lnTo>
                    <a:pt x="361" y="251"/>
                  </a:lnTo>
                  <a:lnTo>
                    <a:pt x="364" y="251"/>
                  </a:lnTo>
                  <a:lnTo>
                    <a:pt x="364" y="251"/>
                  </a:lnTo>
                  <a:lnTo>
                    <a:pt x="364" y="251"/>
                  </a:lnTo>
                  <a:lnTo>
                    <a:pt x="366" y="246"/>
                  </a:lnTo>
                  <a:lnTo>
                    <a:pt x="366" y="244"/>
                  </a:lnTo>
                  <a:lnTo>
                    <a:pt x="366" y="242"/>
                  </a:lnTo>
                  <a:lnTo>
                    <a:pt x="368" y="240"/>
                  </a:lnTo>
                  <a:lnTo>
                    <a:pt x="368" y="240"/>
                  </a:lnTo>
                  <a:lnTo>
                    <a:pt x="372" y="240"/>
                  </a:lnTo>
                  <a:lnTo>
                    <a:pt x="372" y="240"/>
                  </a:lnTo>
                  <a:lnTo>
                    <a:pt x="372" y="238"/>
                  </a:lnTo>
                  <a:lnTo>
                    <a:pt x="372" y="238"/>
                  </a:lnTo>
                  <a:lnTo>
                    <a:pt x="374" y="238"/>
                  </a:lnTo>
                  <a:lnTo>
                    <a:pt x="374" y="240"/>
                  </a:lnTo>
                  <a:lnTo>
                    <a:pt x="376" y="240"/>
                  </a:lnTo>
                  <a:lnTo>
                    <a:pt x="378" y="240"/>
                  </a:lnTo>
                  <a:lnTo>
                    <a:pt x="380" y="240"/>
                  </a:lnTo>
                  <a:lnTo>
                    <a:pt x="380" y="238"/>
                  </a:lnTo>
                  <a:lnTo>
                    <a:pt x="380" y="236"/>
                  </a:lnTo>
                  <a:lnTo>
                    <a:pt x="382" y="234"/>
                  </a:lnTo>
                  <a:lnTo>
                    <a:pt x="382" y="234"/>
                  </a:lnTo>
                  <a:lnTo>
                    <a:pt x="382" y="232"/>
                  </a:lnTo>
                  <a:lnTo>
                    <a:pt x="382" y="232"/>
                  </a:lnTo>
                  <a:lnTo>
                    <a:pt x="384" y="230"/>
                  </a:lnTo>
                  <a:lnTo>
                    <a:pt x="387" y="227"/>
                  </a:lnTo>
                  <a:lnTo>
                    <a:pt x="389" y="227"/>
                  </a:lnTo>
                  <a:lnTo>
                    <a:pt x="389" y="227"/>
                  </a:lnTo>
                  <a:lnTo>
                    <a:pt x="389" y="227"/>
                  </a:lnTo>
                  <a:lnTo>
                    <a:pt x="391" y="227"/>
                  </a:lnTo>
                  <a:lnTo>
                    <a:pt x="391" y="227"/>
                  </a:lnTo>
                  <a:lnTo>
                    <a:pt x="393" y="228"/>
                  </a:lnTo>
                  <a:lnTo>
                    <a:pt x="393" y="228"/>
                  </a:lnTo>
                  <a:lnTo>
                    <a:pt x="395" y="230"/>
                  </a:lnTo>
                  <a:lnTo>
                    <a:pt x="395" y="232"/>
                  </a:lnTo>
                  <a:lnTo>
                    <a:pt x="401" y="232"/>
                  </a:lnTo>
                  <a:lnTo>
                    <a:pt x="403" y="234"/>
                  </a:lnTo>
                  <a:lnTo>
                    <a:pt x="406" y="232"/>
                  </a:lnTo>
                  <a:lnTo>
                    <a:pt x="410" y="234"/>
                  </a:lnTo>
                  <a:lnTo>
                    <a:pt x="410" y="234"/>
                  </a:lnTo>
                  <a:lnTo>
                    <a:pt x="412" y="234"/>
                  </a:lnTo>
                  <a:lnTo>
                    <a:pt x="412" y="236"/>
                  </a:lnTo>
                  <a:lnTo>
                    <a:pt x="412" y="236"/>
                  </a:lnTo>
                  <a:lnTo>
                    <a:pt x="416" y="234"/>
                  </a:lnTo>
                  <a:lnTo>
                    <a:pt x="418" y="230"/>
                  </a:lnTo>
                  <a:lnTo>
                    <a:pt x="418" y="228"/>
                  </a:lnTo>
                  <a:lnTo>
                    <a:pt x="416" y="228"/>
                  </a:lnTo>
                  <a:lnTo>
                    <a:pt x="416" y="227"/>
                  </a:lnTo>
                  <a:lnTo>
                    <a:pt x="416" y="225"/>
                  </a:lnTo>
                  <a:lnTo>
                    <a:pt x="416" y="223"/>
                  </a:lnTo>
                  <a:lnTo>
                    <a:pt x="414" y="223"/>
                  </a:lnTo>
                  <a:lnTo>
                    <a:pt x="414" y="221"/>
                  </a:lnTo>
                  <a:lnTo>
                    <a:pt x="414" y="221"/>
                  </a:lnTo>
                  <a:lnTo>
                    <a:pt x="414" y="221"/>
                  </a:lnTo>
                  <a:lnTo>
                    <a:pt x="412" y="221"/>
                  </a:lnTo>
                  <a:lnTo>
                    <a:pt x="412" y="221"/>
                  </a:lnTo>
                  <a:lnTo>
                    <a:pt x="412" y="221"/>
                  </a:lnTo>
                  <a:lnTo>
                    <a:pt x="412" y="221"/>
                  </a:lnTo>
                  <a:lnTo>
                    <a:pt x="412" y="221"/>
                  </a:lnTo>
                  <a:lnTo>
                    <a:pt x="412" y="221"/>
                  </a:lnTo>
                  <a:lnTo>
                    <a:pt x="410" y="219"/>
                  </a:lnTo>
                  <a:lnTo>
                    <a:pt x="410" y="219"/>
                  </a:lnTo>
                  <a:lnTo>
                    <a:pt x="410" y="219"/>
                  </a:lnTo>
                  <a:lnTo>
                    <a:pt x="410" y="219"/>
                  </a:lnTo>
                  <a:lnTo>
                    <a:pt x="408" y="219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10" y="217"/>
                  </a:lnTo>
                  <a:lnTo>
                    <a:pt x="410" y="215"/>
                  </a:lnTo>
                  <a:lnTo>
                    <a:pt x="410" y="215"/>
                  </a:lnTo>
                  <a:lnTo>
                    <a:pt x="410" y="215"/>
                  </a:lnTo>
                  <a:lnTo>
                    <a:pt x="410" y="215"/>
                  </a:lnTo>
                  <a:lnTo>
                    <a:pt x="410" y="215"/>
                  </a:lnTo>
                  <a:lnTo>
                    <a:pt x="410" y="213"/>
                  </a:lnTo>
                  <a:lnTo>
                    <a:pt x="412" y="213"/>
                  </a:lnTo>
                  <a:lnTo>
                    <a:pt x="416" y="211"/>
                  </a:lnTo>
                  <a:lnTo>
                    <a:pt x="418" y="211"/>
                  </a:lnTo>
                  <a:lnTo>
                    <a:pt x="420" y="209"/>
                  </a:lnTo>
                  <a:lnTo>
                    <a:pt x="420" y="209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25" y="206"/>
                  </a:lnTo>
                  <a:lnTo>
                    <a:pt x="427" y="206"/>
                  </a:lnTo>
                  <a:lnTo>
                    <a:pt x="429" y="204"/>
                  </a:lnTo>
                  <a:lnTo>
                    <a:pt x="429" y="206"/>
                  </a:lnTo>
                  <a:lnTo>
                    <a:pt x="431" y="206"/>
                  </a:lnTo>
                  <a:lnTo>
                    <a:pt x="431" y="206"/>
                  </a:lnTo>
                  <a:lnTo>
                    <a:pt x="431" y="208"/>
                  </a:lnTo>
                  <a:lnTo>
                    <a:pt x="433" y="208"/>
                  </a:lnTo>
                  <a:lnTo>
                    <a:pt x="439" y="209"/>
                  </a:lnTo>
                  <a:lnTo>
                    <a:pt x="439" y="208"/>
                  </a:lnTo>
                  <a:lnTo>
                    <a:pt x="439" y="206"/>
                  </a:lnTo>
                  <a:lnTo>
                    <a:pt x="439" y="206"/>
                  </a:lnTo>
                  <a:lnTo>
                    <a:pt x="439" y="204"/>
                  </a:lnTo>
                  <a:lnTo>
                    <a:pt x="437" y="204"/>
                  </a:lnTo>
                  <a:lnTo>
                    <a:pt x="437" y="204"/>
                  </a:lnTo>
                  <a:lnTo>
                    <a:pt x="437" y="204"/>
                  </a:lnTo>
                  <a:lnTo>
                    <a:pt x="437" y="202"/>
                  </a:lnTo>
                  <a:lnTo>
                    <a:pt x="437" y="200"/>
                  </a:lnTo>
                  <a:lnTo>
                    <a:pt x="437" y="196"/>
                  </a:lnTo>
                  <a:lnTo>
                    <a:pt x="437" y="196"/>
                  </a:lnTo>
                  <a:lnTo>
                    <a:pt x="437" y="194"/>
                  </a:lnTo>
                  <a:lnTo>
                    <a:pt x="437" y="192"/>
                  </a:lnTo>
                  <a:lnTo>
                    <a:pt x="437" y="190"/>
                  </a:lnTo>
                  <a:lnTo>
                    <a:pt x="437" y="190"/>
                  </a:lnTo>
                  <a:lnTo>
                    <a:pt x="435" y="189"/>
                  </a:lnTo>
                  <a:lnTo>
                    <a:pt x="433" y="187"/>
                  </a:lnTo>
                  <a:lnTo>
                    <a:pt x="427" y="183"/>
                  </a:lnTo>
                  <a:lnTo>
                    <a:pt x="425" y="183"/>
                  </a:lnTo>
                  <a:lnTo>
                    <a:pt x="424" y="181"/>
                  </a:lnTo>
                  <a:lnTo>
                    <a:pt x="424" y="179"/>
                  </a:lnTo>
                  <a:lnTo>
                    <a:pt x="424" y="179"/>
                  </a:lnTo>
                  <a:lnTo>
                    <a:pt x="422" y="177"/>
                  </a:lnTo>
                  <a:lnTo>
                    <a:pt x="422" y="175"/>
                  </a:lnTo>
                  <a:lnTo>
                    <a:pt x="422" y="175"/>
                  </a:lnTo>
                  <a:lnTo>
                    <a:pt x="422" y="175"/>
                  </a:lnTo>
                  <a:lnTo>
                    <a:pt x="420" y="173"/>
                  </a:lnTo>
                  <a:lnTo>
                    <a:pt x="420" y="171"/>
                  </a:lnTo>
                  <a:lnTo>
                    <a:pt x="416" y="171"/>
                  </a:lnTo>
                  <a:lnTo>
                    <a:pt x="414" y="170"/>
                  </a:lnTo>
                  <a:lnTo>
                    <a:pt x="414" y="170"/>
                  </a:lnTo>
                  <a:lnTo>
                    <a:pt x="414" y="168"/>
                  </a:lnTo>
                  <a:lnTo>
                    <a:pt x="414" y="168"/>
                  </a:lnTo>
                  <a:lnTo>
                    <a:pt x="414" y="168"/>
                  </a:lnTo>
                  <a:lnTo>
                    <a:pt x="414" y="168"/>
                  </a:lnTo>
                  <a:lnTo>
                    <a:pt x="412" y="166"/>
                  </a:lnTo>
                  <a:lnTo>
                    <a:pt x="412" y="166"/>
                  </a:lnTo>
                  <a:lnTo>
                    <a:pt x="412" y="166"/>
                  </a:lnTo>
                  <a:lnTo>
                    <a:pt x="412" y="166"/>
                  </a:lnTo>
                  <a:lnTo>
                    <a:pt x="414" y="164"/>
                  </a:lnTo>
                  <a:lnTo>
                    <a:pt x="414" y="164"/>
                  </a:lnTo>
                  <a:lnTo>
                    <a:pt x="416" y="164"/>
                  </a:lnTo>
                  <a:lnTo>
                    <a:pt x="416" y="164"/>
                  </a:lnTo>
                  <a:lnTo>
                    <a:pt x="416" y="164"/>
                  </a:lnTo>
                  <a:lnTo>
                    <a:pt x="416" y="160"/>
                  </a:lnTo>
                  <a:lnTo>
                    <a:pt x="416" y="158"/>
                  </a:lnTo>
                  <a:lnTo>
                    <a:pt x="416" y="158"/>
                  </a:lnTo>
                  <a:lnTo>
                    <a:pt x="416" y="156"/>
                  </a:lnTo>
                  <a:lnTo>
                    <a:pt x="416" y="156"/>
                  </a:lnTo>
                  <a:lnTo>
                    <a:pt x="416" y="156"/>
                  </a:lnTo>
                  <a:lnTo>
                    <a:pt x="416" y="156"/>
                  </a:lnTo>
                  <a:lnTo>
                    <a:pt x="418" y="154"/>
                  </a:lnTo>
                  <a:lnTo>
                    <a:pt x="420" y="152"/>
                  </a:lnTo>
                  <a:lnTo>
                    <a:pt x="427" y="147"/>
                  </a:lnTo>
                  <a:lnTo>
                    <a:pt x="429" y="143"/>
                  </a:lnTo>
                  <a:lnTo>
                    <a:pt x="431" y="141"/>
                  </a:lnTo>
                  <a:lnTo>
                    <a:pt x="431" y="141"/>
                  </a:lnTo>
                  <a:lnTo>
                    <a:pt x="431" y="141"/>
                  </a:lnTo>
                  <a:lnTo>
                    <a:pt x="433" y="141"/>
                  </a:lnTo>
                  <a:lnTo>
                    <a:pt x="433" y="141"/>
                  </a:lnTo>
                  <a:lnTo>
                    <a:pt x="433" y="141"/>
                  </a:lnTo>
                  <a:lnTo>
                    <a:pt x="437" y="139"/>
                  </a:lnTo>
                  <a:lnTo>
                    <a:pt x="437" y="139"/>
                  </a:lnTo>
                  <a:lnTo>
                    <a:pt x="439" y="137"/>
                  </a:lnTo>
                  <a:lnTo>
                    <a:pt x="441" y="137"/>
                  </a:lnTo>
                  <a:lnTo>
                    <a:pt x="441" y="135"/>
                  </a:lnTo>
                  <a:lnTo>
                    <a:pt x="443" y="133"/>
                  </a:lnTo>
                  <a:lnTo>
                    <a:pt x="446" y="130"/>
                  </a:lnTo>
                  <a:lnTo>
                    <a:pt x="448" y="128"/>
                  </a:lnTo>
                  <a:lnTo>
                    <a:pt x="448" y="128"/>
                  </a:lnTo>
                  <a:lnTo>
                    <a:pt x="452" y="126"/>
                  </a:lnTo>
                  <a:lnTo>
                    <a:pt x="452" y="126"/>
                  </a:lnTo>
                  <a:lnTo>
                    <a:pt x="456" y="124"/>
                  </a:lnTo>
                  <a:lnTo>
                    <a:pt x="456" y="122"/>
                  </a:lnTo>
                  <a:lnTo>
                    <a:pt x="458" y="122"/>
                  </a:lnTo>
                  <a:lnTo>
                    <a:pt x="460" y="122"/>
                  </a:lnTo>
                  <a:lnTo>
                    <a:pt x="460" y="122"/>
                  </a:lnTo>
                  <a:lnTo>
                    <a:pt x="460" y="122"/>
                  </a:lnTo>
                  <a:lnTo>
                    <a:pt x="460" y="122"/>
                  </a:lnTo>
                  <a:lnTo>
                    <a:pt x="460" y="120"/>
                  </a:lnTo>
                  <a:lnTo>
                    <a:pt x="460" y="12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67" name="Freeform 70">
              <a:extLst>
                <a:ext uri="{FF2B5EF4-FFF2-40B4-BE49-F238E27FC236}">
                  <a16:creationId xmlns:a16="http://schemas.microsoft.com/office/drawing/2014/main" id="{3D34C4BA-126D-7D14-0380-D1C76117A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313" y="2514600"/>
              <a:ext cx="931863" cy="627063"/>
            </a:xfrm>
            <a:custGeom>
              <a:avLst/>
              <a:gdLst>
                <a:gd name="T0" fmla="*/ 576 w 587"/>
                <a:gd name="T1" fmla="*/ 57 h 395"/>
                <a:gd name="T2" fmla="*/ 566 w 587"/>
                <a:gd name="T3" fmla="*/ 36 h 395"/>
                <a:gd name="T4" fmla="*/ 544 w 587"/>
                <a:gd name="T5" fmla="*/ 9 h 395"/>
                <a:gd name="T6" fmla="*/ 462 w 587"/>
                <a:gd name="T7" fmla="*/ 34 h 395"/>
                <a:gd name="T8" fmla="*/ 425 w 587"/>
                <a:gd name="T9" fmla="*/ 36 h 395"/>
                <a:gd name="T10" fmla="*/ 397 w 587"/>
                <a:gd name="T11" fmla="*/ 70 h 395"/>
                <a:gd name="T12" fmla="*/ 359 w 587"/>
                <a:gd name="T13" fmla="*/ 106 h 395"/>
                <a:gd name="T14" fmla="*/ 292 w 587"/>
                <a:gd name="T15" fmla="*/ 97 h 395"/>
                <a:gd name="T16" fmla="*/ 223 w 587"/>
                <a:gd name="T17" fmla="*/ 110 h 395"/>
                <a:gd name="T18" fmla="*/ 202 w 587"/>
                <a:gd name="T19" fmla="*/ 118 h 395"/>
                <a:gd name="T20" fmla="*/ 161 w 587"/>
                <a:gd name="T21" fmla="*/ 118 h 395"/>
                <a:gd name="T22" fmla="*/ 119 w 587"/>
                <a:gd name="T23" fmla="*/ 125 h 395"/>
                <a:gd name="T24" fmla="*/ 29 w 587"/>
                <a:gd name="T25" fmla="*/ 131 h 395"/>
                <a:gd name="T26" fmla="*/ 18 w 587"/>
                <a:gd name="T27" fmla="*/ 167 h 395"/>
                <a:gd name="T28" fmla="*/ 8 w 587"/>
                <a:gd name="T29" fmla="*/ 180 h 395"/>
                <a:gd name="T30" fmla="*/ 6 w 587"/>
                <a:gd name="T31" fmla="*/ 190 h 395"/>
                <a:gd name="T32" fmla="*/ 14 w 587"/>
                <a:gd name="T33" fmla="*/ 205 h 395"/>
                <a:gd name="T34" fmla="*/ 16 w 587"/>
                <a:gd name="T35" fmla="*/ 251 h 395"/>
                <a:gd name="T36" fmla="*/ 31 w 587"/>
                <a:gd name="T37" fmla="*/ 249 h 395"/>
                <a:gd name="T38" fmla="*/ 29 w 587"/>
                <a:gd name="T39" fmla="*/ 230 h 395"/>
                <a:gd name="T40" fmla="*/ 61 w 587"/>
                <a:gd name="T41" fmla="*/ 207 h 395"/>
                <a:gd name="T42" fmla="*/ 82 w 587"/>
                <a:gd name="T43" fmla="*/ 213 h 395"/>
                <a:gd name="T44" fmla="*/ 92 w 587"/>
                <a:gd name="T45" fmla="*/ 213 h 395"/>
                <a:gd name="T46" fmla="*/ 122 w 587"/>
                <a:gd name="T47" fmla="*/ 211 h 395"/>
                <a:gd name="T48" fmla="*/ 132 w 587"/>
                <a:gd name="T49" fmla="*/ 222 h 395"/>
                <a:gd name="T50" fmla="*/ 157 w 587"/>
                <a:gd name="T51" fmla="*/ 222 h 395"/>
                <a:gd name="T52" fmla="*/ 174 w 587"/>
                <a:gd name="T53" fmla="*/ 209 h 395"/>
                <a:gd name="T54" fmla="*/ 183 w 587"/>
                <a:gd name="T55" fmla="*/ 213 h 395"/>
                <a:gd name="T56" fmla="*/ 208 w 587"/>
                <a:gd name="T57" fmla="*/ 201 h 395"/>
                <a:gd name="T58" fmla="*/ 233 w 587"/>
                <a:gd name="T59" fmla="*/ 207 h 395"/>
                <a:gd name="T60" fmla="*/ 233 w 587"/>
                <a:gd name="T61" fmla="*/ 238 h 395"/>
                <a:gd name="T62" fmla="*/ 265 w 587"/>
                <a:gd name="T63" fmla="*/ 239 h 395"/>
                <a:gd name="T64" fmla="*/ 279 w 587"/>
                <a:gd name="T65" fmla="*/ 249 h 395"/>
                <a:gd name="T66" fmla="*/ 281 w 587"/>
                <a:gd name="T67" fmla="*/ 264 h 395"/>
                <a:gd name="T68" fmla="*/ 290 w 587"/>
                <a:gd name="T69" fmla="*/ 281 h 395"/>
                <a:gd name="T70" fmla="*/ 265 w 587"/>
                <a:gd name="T71" fmla="*/ 295 h 395"/>
                <a:gd name="T72" fmla="*/ 258 w 587"/>
                <a:gd name="T73" fmla="*/ 312 h 395"/>
                <a:gd name="T74" fmla="*/ 250 w 587"/>
                <a:gd name="T75" fmla="*/ 325 h 395"/>
                <a:gd name="T76" fmla="*/ 239 w 587"/>
                <a:gd name="T77" fmla="*/ 329 h 395"/>
                <a:gd name="T78" fmla="*/ 241 w 587"/>
                <a:gd name="T79" fmla="*/ 371 h 395"/>
                <a:gd name="T80" fmla="*/ 256 w 587"/>
                <a:gd name="T81" fmla="*/ 388 h 395"/>
                <a:gd name="T82" fmla="*/ 273 w 587"/>
                <a:gd name="T83" fmla="*/ 386 h 395"/>
                <a:gd name="T84" fmla="*/ 288 w 587"/>
                <a:gd name="T85" fmla="*/ 361 h 395"/>
                <a:gd name="T86" fmla="*/ 317 w 587"/>
                <a:gd name="T87" fmla="*/ 352 h 395"/>
                <a:gd name="T88" fmla="*/ 321 w 587"/>
                <a:gd name="T89" fmla="*/ 327 h 395"/>
                <a:gd name="T90" fmla="*/ 332 w 587"/>
                <a:gd name="T91" fmla="*/ 316 h 395"/>
                <a:gd name="T92" fmla="*/ 336 w 587"/>
                <a:gd name="T93" fmla="*/ 302 h 395"/>
                <a:gd name="T94" fmla="*/ 351 w 587"/>
                <a:gd name="T95" fmla="*/ 268 h 395"/>
                <a:gd name="T96" fmla="*/ 342 w 587"/>
                <a:gd name="T97" fmla="*/ 255 h 395"/>
                <a:gd name="T98" fmla="*/ 372 w 587"/>
                <a:gd name="T99" fmla="*/ 215 h 395"/>
                <a:gd name="T100" fmla="*/ 384 w 587"/>
                <a:gd name="T101" fmla="*/ 219 h 395"/>
                <a:gd name="T102" fmla="*/ 401 w 587"/>
                <a:gd name="T103" fmla="*/ 211 h 395"/>
                <a:gd name="T104" fmla="*/ 410 w 587"/>
                <a:gd name="T105" fmla="*/ 175 h 395"/>
                <a:gd name="T106" fmla="*/ 429 w 587"/>
                <a:gd name="T107" fmla="*/ 156 h 395"/>
                <a:gd name="T108" fmla="*/ 446 w 587"/>
                <a:gd name="T109" fmla="*/ 137 h 395"/>
                <a:gd name="T110" fmla="*/ 486 w 587"/>
                <a:gd name="T111" fmla="*/ 108 h 395"/>
                <a:gd name="T112" fmla="*/ 511 w 587"/>
                <a:gd name="T113" fmla="*/ 99 h 395"/>
                <a:gd name="T114" fmla="*/ 538 w 587"/>
                <a:gd name="T115" fmla="*/ 78 h 395"/>
                <a:gd name="T116" fmla="*/ 574 w 587"/>
                <a:gd name="T117" fmla="*/ 72 h 395"/>
                <a:gd name="T118" fmla="*/ 586 w 587"/>
                <a:gd name="T119" fmla="*/ 6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87" h="395">
                  <a:moveTo>
                    <a:pt x="587" y="61"/>
                  </a:moveTo>
                  <a:lnTo>
                    <a:pt x="586" y="59"/>
                  </a:lnTo>
                  <a:lnTo>
                    <a:pt x="586" y="57"/>
                  </a:lnTo>
                  <a:lnTo>
                    <a:pt x="584" y="57"/>
                  </a:lnTo>
                  <a:lnTo>
                    <a:pt x="584" y="55"/>
                  </a:lnTo>
                  <a:lnTo>
                    <a:pt x="582" y="55"/>
                  </a:lnTo>
                  <a:lnTo>
                    <a:pt x="582" y="57"/>
                  </a:lnTo>
                  <a:lnTo>
                    <a:pt x="582" y="57"/>
                  </a:lnTo>
                  <a:lnTo>
                    <a:pt x="580" y="57"/>
                  </a:lnTo>
                  <a:lnTo>
                    <a:pt x="580" y="57"/>
                  </a:lnTo>
                  <a:lnTo>
                    <a:pt x="580" y="57"/>
                  </a:lnTo>
                  <a:lnTo>
                    <a:pt x="576" y="61"/>
                  </a:lnTo>
                  <a:lnTo>
                    <a:pt x="576" y="61"/>
                  </a:lnTo>
                  <a:lnTo>
                    <a:pt x="576" y="61"/>
                  </a:lnTo>
                  <a:lnTo>
                    <a:pt x="576" y="61"/>
                  </a:lnTo>
                  <a:lnTo>
                    <a:pt x="576" y="59"/>
                  </a:lnTo>
                  <a:lnTo>
                    <a:pt x="576" y="57"/>
                  </a:lnTo>
                  <a:lnTo>
                    <a:pt x="576" y="57"/>
                  </a:lnTo>
                  <a:lnTo>
                    <a:pt x="574" y="55"/>
                  </a:lnTo>
                  <a:lnTo>
                    <a:pt x="574" y="55"/>
                  </a:lnTo>
                  <a:lnTo>
                    <a:pt x="574" y="55"/>
                  </a:lnTo>
                  <a:lnTo>
                    <a:pt x="576" y="51"/>
                  </a:lnTo>
                  <a:lnTo>
                    <a:pt x="576" y="49"/>
                  </a:lnTo>
                  <a:lnTo>
                    <a:pt x="576" y="45"/>
                  </a:lnTo>
                  <a:lnTo>
                    <a:pt x="574" y="44"/>
                  </a:lnTo>
                  <a:lnTo>
                    <a:pt x="574" y="44"/>
                  </a:lnTo>
                  <a:lnTo>
                    <a:pt x="572" y="42"/>
                  </a:lnTo>
                  <a:lnTo>
                    <a:pt x="570" y="42"/>
                  </a:lnTo>
                  <a:lnTo>
                    <a:pt x="570" y="40"/>
                  </a:lnTo>
                  <a:lnTo>
                    <a:pt x="570" y="40"/>
                  </a:lnTo>
                  <a:lnTo>
                    <a:pt x="568" y="40"/>
                  </a:lnTo>
                  <a:lnTo>
                    <a:pt x="568" y="38"/>
                  </a:lnTo>
                  <a:lnTo>
                    <a:pt x="566" y="38"/>
                  </a:lnTo>
                  <a:lnTo>
                    <a:pt x="566" y="36"/>
                  </a:lnTo>
                  <a:lnTo>
                    <a:pt x="566" y="30"/>
                  </a:lnTo>
                  <a:lnTo>
                    <a:pt x="566" y="30"/>
                  </a:lnTo>
                  <a:lnTo>
                    <a:pt x="565" y="28"/>
                  </a:lnTo>
                  <a:lnTo>
                    <a:pt x="566" y="26"/>
                  </a:lnTo>
                  <a:lnTo>
                    <a:pt x="568" y="23"/>
                  </a:lnTo>
                  <a:lnTo>
                    <a:pt x="576" y="13"/>
                  </a:lnTo>
                  <a:lnTo>
                    <a:pt x="580" y="7"/>
                  </a:lnTo>
                  <a:lnTo>
                    <a:pt x="582" y="4"/>
                  </a:lnTo>
                  <a:lnTo>
                    <a:pt x="584" y="2"/>
                  </a:lnTo>
                  <a:lnTo>
                    <a:pt x="584" y="0"/>
                  </a:lnTo>
                  <a:lnTo>
                    <a:pt x="584" y="0"/>
                  </a:lnTo>
                  <a:lnTo>
                    <a:pt x="584" y="0"/>
                  </a:lnTo>
                  <a:lnTo>
                    <a:pt x="561" y="0"/>
                  </a:lnTo>
                  <a:lnTo>
                    <a:pt x="555" y="2"/>
                  </a:lnTo>
                  <a:lnTo>
                    <a:pt x="547" y="6"/>
                  </a:lnTo>
                  <a:lnTo>
                    <a:pt x="545" y="7"/>
                  </a:lnTo>
                  <a:lnTo>
                    <a:pt x="544" y="9"/>
                  </a:lnTo>
                  <a:lnTo>
                    <a:pt x="540" y="11"/>
                  </a:lnTo>
                  <a:lnTo>
                    <a:pt x="532" y="13"/>
                  </a:lnTo>
                  <a:lnTo>
                    <a:pt x="528" y="13"/>
                  </a:lnTo>
                  <a:lnTo>
                    <a:pt x="528" y="11"/>
                  </a:lnTo>
                  <a:lnTo>
                    <a:pt x="526" y="11"/>
                  </a:lnTo>
                  <a:lnTo>
                    <a:pt x="525" y="11"/>
                  </a:lnTo>
                  <a:lnTo>
                    <a:pt x="523" y="9"/>
                  </a:lnTo>
                  <a:lnTo>
                    <a:pt x="523" y="9"/>
                  </a:lnTo>
                  <a:lnTo>
                    <a:pt x="521" y="9"/>
                  </a:lnTo>
                  <a:lnTo>
                    <a:pt x="517" y="13"/>
                  </a:lnTo>
                  <a:lnTo>
                    <a:pt x="488" y="23"/>
                  </a:lnTo>
                  <a:lnTo>
                    <a:pt x="485" y="25"/>
                  </a:lnTo>
                  <a:lnTo>
                    <a:pt x="477" y="28"/>
                  </a:lnTo>
                  <a:lnTo>
                    <a:pt x="475" y="30"/>
                  </a:lnTo>
                  <a:lnTo>
                    <a:pt x="475" y="30"/>
                  </a:lnTo>
                  <a:lnTo>
                    <a:pt x="467" y="32"/>
                  </a:lnTo>
                  <a:lnTo>
                    <a:pt x="462" y="34"/>
                  </a:lnTo>
                  <a:lnTo>
                    <a:pt x="458" y="36"/>
                  </a:lnTo>
                  <a:lnTo>
                    <a:pt x="454" y="38"/>
                  </a:lnTo>
                  <a:lnTo>
                    <a:pt x="452" y="40"/>
                  </a:lnTo>
                  <a:lnTo>
                    <a:pt x="450" y="40"/>
                  </a:lnTo>
                  <a:lnTo>
                    <a:pt x="448" y="40"/>
                  </a:lnTo>
                  <a:lnTo>
                    <a:pt x="448" y="40"/>
                  </a:lnTo>
                  <a:lnTo>
                    <a:pt x="444" y="42"/>
                  </a:lnTo>
                  <a:lnTo>
                    <a:pt x="443" y="38"/>
                  </a:lnTo>
                  <a:lnTo>
                    <a:pt x="433" y="42"/>
                  </a:lnTo>
                  <a:lnTo>
                    <a:pt x="431" y="40"/>
                  </a:lnTo>
                  <a:lnTo>
                    <a:pt x="429" y="40"/>
                  </a:lnTo>
                  <a:lnTo>
                    <a:pt x="427" y="38"/>
                  </a:lnTo>
                  <a:lnTo>
                    <a:pt x="427" y="38"/>
                  </a:lnTo>
                  <a:lnTo>
                    <a:pt x="427" y="36"/>
                  </a:lnTo>
                  <a:lnTo>
                    <a:pt x="425" y="36"/>
                  </a:lnTo>
                  <a:lnTo>
                    <a:pt x="425" y="36"/>
                  </a:lnTo>
                  <a:lnTo>
                    <a:pt x="425" y="36"/>
                  </a:lnTo>
                  <a:lnTo>
                    <a:pt x="424" y="36"/>
                  </a:lnTo>
                  <a:lnTo>
                    <a:pt x="422" y="38"/>
                  </a:lnTo>
                  <a:lnTo>
                    <a:pt x="422" y="40"/>
                  </a:lnTo>
                  <a:lnTo>
                    <a:pt x="422" y="42"/>
                  </a:lnTo>
                  <a:lnTo>
                    <a:pt x="422" y="42"/>
                  </a:lnTo>
                  <a:lnTo>
                    <a:pt x="424" y="44"/>
                  </a:lnTo>
                  <a:lnTo>
                    <a:pt x="424" y="44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4" y="47"/>
                  </a:lnTo>
                  <a:lnTo>
                    <a:pt x="424" y="47"/>
                  </a:lnTo>
                  <a:lnTo>
                    <a:pt x="412" y="59"/>
                  </a:lnTo>
                  <a:lnTo>
                    <a:pt x="408" y="63"/>
                  </a:lnTo>
                  <a:lnTo>
                    <a:pt x="404" y="64"/>
                  </a:lnTo>
                  <a:lnTo>
                    <a:pt x="401" y="68"/>
                  </a:lnTo>
                  <a:lnTo>
                    <a:pt x="401" y="68"/>
                  </a:lnTo>
                  <a:lnTo>
                    <a:pt x="397" y="70"/>
                  </a:lnTo>
                  <a:lnTo>
                    <a:pt x="387" y="82"/>
                  </a:lnTo>
                  <a:lnTo>
                    <a:pt x="387" y="82"/>
                  </a:lnTo>
                  <a:lnTo>
                    <a:pt x="385" y="83"/>
                  </a:lnTo>
                  <a:lnTo>
                    <a:pt x="385" y="85"/>
                  </a:lnTo>
                  <a:lnTo>
                    <a:pt x="385" y="87"/>
                  </a:lnTo>
                  <a:lnTo>
                    <a:pt x="385" y="91"/>
                  </a:lnTo>
                  <a:lnTo>
                    <a:pt x="385" y="91"/>
                  </a:lnTo>
                  <a:lnTo>
                    <a:pt x="385" y="93"/>
                  </a:lnTo>
                  <a:lnTo>
                    <a:pt x="384" y="95"/>
                  </a:lnTo>
                  <a:lnTo>
                    <a:pt x="380" y="97"/>
                  </a:lnTo>
                  <a:lnTo>
                    <a:pt x="380" y="97"/>
                  </a:lnTo>
                  <a:lnTo>
                    <a:pt x="378" y="99"/>
                  </a:lnTo>
                  <a:lnTo>
                    <a:pt x="376" y="101"/>
                  </a:lnTo>
                  <a:lnTo>
                    <a:pt x="374" y="103"/>
                  </a:lnTo>
                  <a:lnTo>
                    <a:pt x="368" y="104"/>
                  </a:lnTo>
                  <a:lnTo>
                    <a:pt x="364" y="104"/>
                  </a:lnTo>
                  <a:lnTo>
                    <a:pt x="359" y="106"/>
                  </a:lnTo>
                  <a:lnTo>
                    <a:pt x="357" y="106"/>
                  </a:lnTo>
                  <a:lnTo>
                    <a:pt x="353" y="108"/>
                  </a:lnTo>
                  <a:lnTo>
                    <a:pt x="351" y="108"/>
                  </a:lnTo>
                  <a:lnTo>
                    <a:pt x="349" y="106"/>
                  </a:lnTo>
                  <a:lnTo>
                    <a:pt x="347" y="104"/>
                  </a:lnTo>
                  <a:lnTo>
                    <a:pt x="345" y="104"/>
                  </a:lnTo>
                  <a:lnTo>
                    <a:pt x="343" y="104"/>
                  </a:lnTo>
                  <a:lnTo>
                    <a:pt x="311" y="108"/>
                  </a:lnTo>
                  <a:lnTo>
                    <a:pt x="307" y="106"/>
                  </a:lnTo>
                  <a:lnTo>
                    <a:pt x="305" y="106"/>
                  </a:lnTo>
                  <a:lnTo>
                    <a:pt x="303" y="104"/>
                  </a:lnTo>
                  <a:lnTo>
                    <a:pt x="303" y="104"/>
                  </a:lnTo>
                  <a:lnTo>
                    <a:pt x="303" y="103"/>
                  </a:lnTo>
                  <a:lnTo>
                    <a:pt x="303" y="103"/>
                  </a:lnTo>
                  <a:lnTo>
                    <a:pt x="303" y="103"/>
                  </a:lnTo>
                  <a:lnTo>
                    <a:pt x="300" y="101"/>
                  </a:lnTo>
                  <a:lnTo>
                    <a:pt x="292" y="97"/>
                  </a:lnTo>
                  <a:lnTo>
                    <a:pt x="284" y="97"/>
                  </a:lnTo>
                  <a:lnTo>
                    <a:pt x="281" y="95"/>
                  </a:lnTo>
                  <a:lnTo>
                    <a:pt x="279" y="97"/>
                  </a:lnTo>
                  <a:lnTo>
                    <a:pt x="277" y="99"/>
                  </a:lnTo>
                  <a:lnTo>
                    <a:pt x="277" y="99"/>
                  </a:lnTo>
                  <a:lnTo>
                    <a:pt x="275" y="101"/>
                  </a:lnTo>
                  <a:lnTo>
                    <a:pt x="273" y="103"/>
                  </a:lnTo>
                  <a:lnTo>
                    <a:pt x="267" y="103"/>
                  </a:lnTo>
                  <a:lnTo>
                    <a:pt x="262" y="104"/>
                  </a:lnTo>
                  <a:lnTo>
                    <a:pt x="250" y="108"/>
                  </a:lnTo>
                  <a:lnTo>
                    <a:pt x="246" y="110"/>
                  </a:lnTo>
                  <a:lnTo>
                    <a:pt x="246" y="110"/>
                  </a:lnTo>
                  <a:lnTo>
                    <a:pt x="243" y="110"/>
                  </a:lnTo>
                  <a:lnTo>
                    <a:pt x="241" y="110"/>
                  </a:lnTo>
                  <a:lnTo>
                    <a:pt x="237" y="112"/>
                  </a:lnTo>
                  <a:lnTo>
                    <a:pt x="227" y="110"/>
                  </a:lnTo>
                  <a:lnTo>
                    <a:pt x="223" y="110"/>
                  </a:lnTo>
                  <a:lnTo>
                    <a:pt x="223" y="114"/>
                  </a:lnTo>
                  <a:lnTo>
                    <a:pt x="220" y="118"/>
                  </a:lnTo>
                  <a:lnTo>
                    <a:pt x="214" y="118"/>
                  </a:lnTo>
                  <a:lnTo>
                    <a:pt x="212" y="118"/>
                  </a:lnTo>
                  <a:lnTo>
                    <a:pt x="210" y="116"/>
                  </a:lnTo>
                  <a:lnTo>
                    <a:pt x="208" y="114"/>
                  </a:lnTo>
                  <a:lnTo>
                    <a:pt x="206" y="114"/>
                  </a:lnTo>
                  <a:lnTo>
                    <a:pt x="206" y="116"/>
                  </a:lnTo>
                  <a:lnTo>
                    <a:pt x="206" y="118"/>
                  </a:lnTo>
                  <a:lnTo>
                    <a:pt x="204" y="120"/>
                  </a:lnTo>
                  <a:lnTo>
                    <a:pt x="206" y="120"/>
                  </a:lnTo>
                  <a:lnTo>
                    <a:pt x="206" y="122"/>
                  </a:lnTo>
                  <a:lnTo>
                    <a:pt x="206" y="123"/>
                  </a:lnTo>
                  <a:lnTo>
                    <a:pt x="204" y="123"/>
                  </a:lnTo>
                  <a:lnTo>
                    <a:pt x="202" y="122"/>
                  </a:lnTo>
                  <a:lnTo>
                    <a:pt x="202" y="120"/>
                  </a:lnTo>
                  <a:lnTo>
                    <a:pt x="202" y="118"/>
                  </a:lnTo>
                  <a:lnTo>
                    <a:pt x="201" y="118"/>
                  </a:lnTo>
                  <a:lnTo>
                    <a:pt x="199" y="118"/>
                  </a:lnTo>
                  <a:lnTo>
                    <a:pt x="191" y="122"/>
                  </a:lnTo>
                  <a:lnTo>
                    <a:pt x="189" y="123"/>
                  </a:lnTo>
                  <a:lnTo>
                    <a:pt x="185" y="123"/>
                  </a:lnTo>
                  <a:lnTo>
                    <a:pt x="183" y="123"/>
                  </a:lnTo>
                  <a:lnTo>
                    <a:pt x="180" y="122"/>
                  </a:lnTo>
                  <a:lnTo>
                    <a:pt x="178" y="122"/>
                  </a:lnTo>
                  <a:lnTo>
                    <a:pt x="174" y="123"/>
                  </a:lnTo>
                  <a:lnTo>
                    <a:pt x="172" y="123"/>
                  </a:lnTo>
                  <a:lnTo>
                    <a:pt x="172" y="122"/>
                  </a:lnTo>
                  <a:lnTo>
                    <a:pt x="168" y="118"/>
                  </a:lnTo>
                  <a:lnTo>
                    <a:pt x="168" y="116"/>
                  </a:lnTo>
                  <a:lnTo>
                    <a:pt x="166" y="116"/>
                  </a:lnTo>
                  <a:lnTo>
                    <a:pt x="162" y="116"/>
                  </a:lnTo>
                  <a:lnTo>
                    <a:pt x="162" y="116"/>
                  </a:lnTo>
                  <a:lnTo>
                    <a:pt x="161" y="118"/>
                  </a:lnTo>
                  <a:lnTo>
                    <a:pt x="159" y="120"/>
                  </a:lnTo>
                  <a:lnTo>
                    <a:pt x="159" y="122"/>
                  </a:lnTo>
                  <a:lnTo>
                    <a:pt x="157" y="123"/>
                  </a:lnTo>
                  <a:lnTo>
                    <a:pt x="157" y="123"/>
                  </a:lnTo>
                  <a:lnTo>
                    <a:pt x="155" y="125"/>
                  </a:lnTo>
                  <a:lnTo>
                    <a:pt x="153" y="125"/>
                  </a:lnTo>
                  <a:lnTo>
                    <a:pt x="151" y="125"/>
                  </a:lnTo>
                  <a:lnTo>
                    <a:pt x="149" y="125"/>
                  </a:lnTo>
                  <a:lnTo>
                    <a:pt x="149" y="125"/>
                  </a:lnTo>
                  <a:lnTo>
                    <a:pt x="145" y="123"/>
                  </a:lnTo>
                  <a:lnTo>
                    <a:pt x="143" y="123"/>
                  </a:lnTo>
                  <a:lnTo>
                    <a:pt x="136" y="123"/>
                  </a:lnTo>
                  <a:lnTo>
                    <a:pt x="132" y="123"/>
                  </a:lnTo>
                  <a:lnTo>
                    <a:pt x="130" y="123"/>
                  </a:lnTo>
                  <a:lnTo>
                    <a:pt x="126" y="125"/>
                  </a:lnTo>
                  <a:lnTo>
                    <a:pt x="124" y="125"/>
                  </a:lnTo>
                  <a:lnTo>
                    <a:pt x="119" y="125"/>
                  </a:lnTo>
                  <a:lnTo>
                    <a:pt x="98" y="127"/>
                  </a:lnTo>
                  <a:lnTo>
                    <a:pt x="86" y="125"/>
                  </a:lnTo>
                  <a:lnTo>
                    <a:pt x="77" y="120"/>
                  </a:lnTo>
                  <a:lnTo>
                    <a:pt x="67" y="114"/>
                  </a:lnTo>
                  <a:lnTo>
                    <a:pt x="63" y="114"/>
                  </a:lnTo>
                  <a:lnTo>
                    <a:pt x="61" y="114"/>
                  </a:lnTo>
                  <a:lnTo>
                    <a:pt x="61" y="116"/>
                  </a:lnTo>
                  <a:lnTo>
                    <a:pt x="60" y="116"/>
                  </a:lnTo>
                  <a:lnTo>
                    <a:pt x="58" y="118"/>
                  </a:lnTo>
                  <a:lnTo>
                    <a:pt x="56" y="118"/>
                  </a:lnTo>
                  <a:lnTo>
                    <a:pt x="54" y="118"/>
                  </a:lnTo>
                  <a:lnTo>
                    <a:pt x="52" y="118"/>
                  </a:lnTo>
                  <a:lnTo>
                    <a:pt x="48" y="120"/>
                  </a:lnTo>
                  <a:lnTo>
                    <a:pt x="46" y="125"/>
                  </a:lnTo>
                  <a:lnTo>
                    <a:pt x="44" y="129"/>
                  </a:lnTo>
                  <a:lnTo>
                    <a:pt x="41" y="129"/>
                  </a:lnTo>
                  <a:lnTo>
                    <a:pt x="29" y="131"/>
                  </a:lnTo>
                  <a:lnTo>
                    <a:pt x="23" y="131"/>
                  </a:lnTo>
                  <a:lnTo>
                    <a:pt x="21" y="133"/>
                  </a:lnTo>
                  <a:lnTo>
                    <a:pt x="21" y="131"/>
                  </a:lnTo>
                  <a:lnTo>
                    <a:pt x="20" y="131"/>
                  </a:lnTo>
                  <a:lnTo>
                    <a:pt x="20" y="131"/>
                  </a:lnTo>
                  <a:lnTo>
                    <a:pt x="18" y="133"/>
                  </a:lnTo>
                  <a:lnTo>
                    <a:pt x="20" y="139"/>
                  </a:lnTo>
                  <a:lnTo>
                    <a:pt x="21" y="141"/>
                  </a:lnTo>
                  <a:lnTo>
                    <a:pt x="21" y="150"/>
                  </a:lnTo>
                  <a:lnTo>
                    <a:pt x="20" y="154"/>
                  </a:lnTo>
                  <a:lnTo>
                    <a:pt x="20" y="154"/>
                  </a:lnTo>
                  <a:lnTo>
                    <a:pt x="20" y="154"/>
                  </a:lnTo>
                  <a:lnTo>
                    <a:pt x="20" y="154"/>
                  </a:lnTo>
                  <a:lnTo>
                    <a:pt x="20" y="158"/>
                  </a:lnTo>
                  <a:lnTo>
                    <a:pt x="18" y="160"/>
                  </a:lnTo>
                  <a:lnTo>
                    <a:pt x="18" y="167"/>
                  </a:lnTo>
                  <a:lnTo>
                    <a:pt x="18" y="167"/>
                  </a:lnTo>
                  <a:lnTo>
                    <a:pt x="18" y="167"/>
                  </a:lnTo>
                  <a:lnTo>
                    <a:pt x="16" y="167"/>
                  </a:lnTo>
                  <a:lnTo>
                    <a:pt x="16" y="169"/>
                  </a:lnTo>
                  <a:lnTo>
                    <a:pt x="16" y="169"/>
                  </a:lnTo>
                  <a:lnTo>
                    <a:pt x="16" y="169"/>
                  </a:lnTo>
                  <a:lnTo>
                    <a:pt x="16" y="169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73"/>
                  </a:lnTo>
                  <a:lnTo>
                    <a:pt x="14" y="173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0" y="179"/>
                  </a:lnTo>
                  <a:lnTo>
                    <a:pt x="8" y="179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8" y="182"/>
                  </a:lnTo>
                  <a:lnTo>
                    <a:pt x="8" y="182"/>
                  </a:lnTo>
                  <a:lnTo>
                    <a:pt x="8" y="184"/>
                  </a:lnTo>
                  <a:lnTo>
                    <a:pt x="6" y="184"/>
                  </a:lnTo>
                  <a:lnTo>
                    <a:pt x="4" y="184"/>
                  </a:lnTo>
                  <a:lnTo>
                    <a:pt x="2" y="186"/>
                  </a:lnTo>
                  <a:lnTo>
                    <a:pt x="0" y="186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90"/>
                  </a:lnTo>
                  <a:lnTo>
                    <a:pt x="2" y="190"/>
                  </a:lnTo>
                  <a:lnTo>
                    <a:pt x="2" y="190"/>
                  </a:lnTo>
                  <a:lnTo>
                    <a:pt x="4" y="190"/>
                  </a:lnTo>
                  <a:lnTo>
                    <a:pt x="4" y="190"/>
                  </a:lnTo>
                  <a:lnTo>
                    <a:pt x="6" y="190"/>
                  </a:lnTo>
                  <a:lnTo>
                    <a:pt x="6" y="192"/>
                  </a:lnTo>
                  <a:lnTo>
                    <a:pt x="6" y="194"/>
                  </a:lnTo>
                  <a:lnTo>
                    <a:pt x="8" y="196"/>
                  </a:lnTo>
                  <a:lnTo>
                    <a:pt x="8" y="198"/>
                  </a:lnTo>
                  <a:lnTo>
                    <a:pt x="10" y="198"/>
                  </a:lnTo>
                  <a:lnTo>
                    <a:pt x="8" y="199"/>
                  </a:lnTo>
                  <a:lnTo>
                    <a:pt x="8" y="201"/>
                  </a:lnTo>
                  <a:lnTo>
                    <a:pt x="10" y="201"/>
                  </a:lnTo>
                  <a:lnTo>
                    <a:pt x="12" y="205"/>
                  </a:lnTo>
                  <a:lnTo>
                    <a:pt x="12" y="205"/>
                  </a:lnTo>
                  <a:lnTo>
                    <a:pt x="12" y="207"/>
                  </a:lnTo>
                  <a:lnTo>
                    <a:pt x="14" y="207"/>
                  </a:lnTo>
                  <a:lnTo>
                    <a:pt x="14" y="207"/>
                  </a:lnTo>
                  <a:lnTo>
                    <a:pt x="14" y="205"/>
                  </a:lnTo>
                  <a:lnTo>
                    <a:pt x="14" y="205"/>
                  </a:lnTo>
                  <a:lnTo>
                    <a:pt x="14" y="205"/>
                  </a:lnTo>
                  <a:lnTo>
                    <a:pt x="14" y="205"/>
                  </a:lnTo>
                  <a:lnTo>
                    <a:pt x="14" y="205"/>
                  </a:lnTo>
                  <a:lnTo>
                    <a:pt x="16" y="205"/>
                  </a:lnTo>
                  <a:lnTo>
                    <a:pt x="16" y="205"/>
                  </a:lnTo>
                  <a:lnTo>
                    <a:pt x="16" y="207"/>
                  </a:lnTo>
                  <a:lnTo>
                    <a:pt x="16" y="209"/>
                  </a:lnTo>
                  <a:lnTo>
                    <a:pt x="14" y="211"/>
                  </a:lnTo>
                  <a:lnTo>
                    <a:pt x="12" y="211"/>
                  </a:lnTo>
                  <a:lnTo>
                    <a:pt x="14" y="211"/>
                  </a:lnTo>
                  <a:lnTo>
                    <a:pt x="16" y="213"/>
                  </a:lnTo>
                  <a:lnTo>
                    <a:pt x="18" y="213"/>
                  </a:lnTo>
                  <a:lnTo>
                    <a:pt x="16" y="215"/>
                  </a:lnTo>
                  <a:lnTo>
                    <a:pt x="12" y="222"/>
                  </a:lnTo>
                  <a:lnTo>
                    <a:pt x="12" y="224"/>
                  </a:lnTo>
                  <a:lnTo>
                    <a:pt x="14" y="234"/>
                  </a:lnTo>
                  <a:lnTo>
                    <a:pt x="16" y="239"/>
                  </a:lnTo>
                  <a:lnTo>
                    <a:pt x="18" y="243"/>
                  </a:lnTo>
                  <a:lnTo>
                    <a:pt x="16" y="251"/>
                  </a:lnTo>
                  <a:lnTo>
                    <a:pt x="16" y="258"/>
                  </a:lnTo>
                  <a:lnTo>
                    <a:pt x="14" y="262"/>
                  </a:lnTo>
                  <a:lnTo>
                    <a:pt x="18" y="262"/>
                  </a:lnTo>
                  <a:lnTo>
                    <a:pt x="21" y="260"/>
                  </a:lnTo>
                  <a:lnTo>
                    <a:pt x="21" y="260"/>
                  </a:lnTo>
                  <a:lnTo>
                    <a:pt x="21" y="260"/>
                  </a:lnTo>
                  <a:lnTo>
                    <a:pt x="21" y="258"/>
                  </a:lnTo>
                  <a:lnTo>
                    <a:pt x="23" y="257"/>
                  </a:lnTo>
                  <a:lnTo>
                    <a:pt x="23" y="255"/>
                  </a:lnTo>
                  <a:lnTo>
                    <a:pt x="23" y="253"/>
                  </a:lnTo>
                  <a:lnTo>
                    <a:pt x="23" y="251"/>
                  </a:lnTo>
                  <a:lnTo>
                    <a:pt x="25" y="251"/>
                  </a:lnTo>
                  <a:lnTo>
                    <a:pt x="27" y="251"/>
                  </a:lnTo>
                  <a:lnTo>
                    <a:pt x="29" y="251"/>
                  </a:lnTo>
                  <a:lnTo>
                    <a:pt x="31" y="249"/>
                  </a:lnTo>
                  <a:lnTo>
                    <a:pt x="31" y="249"/>
                  </a:lnTo>
                  <a:lnTo>
                    <a:pt x="31" y="249"/>
                  </a:lnTo>
                  <a:lnTo>
                    <a:pt x="33" y="247"/>
                  </a:lnTo>
                  <a:lnTo>
                    <a:pt x="33" y="247"/>
                  </a:lnTo>
                  <a:lnTo>
                    <a:pt x="33" y="245"/>
                  </a:lnTo>
                  <a:lnTo>
                    <a:pt x="33" y="245"/>
                  </a:lnTo>
                  <a:lnTo>
                    <a:pt x="31" y="245"/>
                  </a:lnTo>
                  <a:lnTo>
                    <a:pt x="29" y="243"/>
                  </a:lnTo>
                  <a:lnTo>
                    <a:pt x="29" y="241"/>
                  </a:lnTo>
                  <a:lnTo>
                    <a:pt x="27" y="241"/>
                  </a:lnTo>
                  <a:lnTo>
                    <a:pt x="27" y="239"/>
                  </a:lnTo>
                  <a:lnTo>
                    <a:pt x="27" y="238"/>
                  </a:lnTo>
                  <a:lnTo>
                    <a:pt x="27" y="236"/>
                  </a:lnTo>
                  <a:lnTo>
                    <a:pt x="27" y="236"/>
                  </a:lnTo>
                  <a:lnTo>
                    <a:pt x="27" y="234"/>
                  </a:lnTo>
                  <a:lnTo>
                    <a:pt x="27" y="232"/>
                  </a:lnTo>
                  <a:lnTo>
                    <a:pt x="29" y="230"/>
                  </a:lnTo>
                  <a:lnTo>
                    <a:pt x="29" y="230"/>
                  </a:lnTo>
                  <a:lnTo>
                    <a:pt x="29" y="230"/>
                  </a:lnTo>
                  <a:lnTo>
                    <a:pt x="29" y="228"/>
                  </a:lnTo>
                  <a:lnTo>
                    <a:pt x="29" y="226"/>
                  </a:lnTo>
                  <a:lnTo>
                    <a:pt x="31" y="224"/>
                  </a:lnTo>
                  <a:lnTo>
                    <a:pt x="31" y="224"/>
                  </a:lnTo>
                  <a:lnTo>
                    <a:pt x="35" y="220"/>
                  </a:lnTo>
                  <a:lnTo>
                    <a:pt x="35" y="220"/>
                  </a:lnTo>
                  <a:lnTo>
                    <a:pt x="35" y="219"/>
                  </a:lnTo>
                  <a:lnTo>
                    <a:pt x="37" y="217"/>
                  </a:lnTo>
                  <a:lnTo>
                    <a:pt x="37" y="217"/>
                  </a:lnTo>
                  <a:lnTo>
                    <a:pt x="41" y="213"/>
                  </a:lnTo>
                  <a:lnTo>
                    <a:pt x="42" y="211"/>
                  </a:lnTo>
                  <a:lnTo>
                    <a:pt x="42" y="211"/>
                  </a:lnTo>
                  <a:lnTo>
                    <a:pt x="44" y="209"/>
                  </a:lnTo>
                  <a:lnTo>
                    <a:pt x="52" y="209"/>
                  </a:lnTo>
                  <a:lnTo>
                    <a:pt x="58" y="209"/>
                  </a:lnTo>
                  <a:lnTo>
                    <a:pt x="60" y="207"/>
                  </a:lnTo>
                  <a:lnTo>
                    <a:pt x="61" y="207"/>
                  </a:lnTo>
                  <a:lnTo>
                    <a:pt x="63" y="207"/>
                  </a:lnTo>
                  <a:lnTo>
                    <a:pt x="63" y="207"/>
                  </a:lnTo>
                  <a:lnTo>
                    <a:pt x="65" y="205"/>
                  </a:lnTo>
                  <a:lnTo>
                    <a:pt x="67" y="203"/>
                  </a:lnTo>
                  <a:lnTo>
                    <a:pt x="67" y="203"/>
                  </a:lnTo>
                  <a:lnTo>
                    <a:pt x="69" y="203"/>
                  </a:lnTo>
                  <a:lnTo>
                    <a:pt x="73" y="205"/>
                  </a:lnTo>
                  <a:lnTo>
                    <a:pt x="75" y="205"/>
                  </a:lnTo>
                  <a:lnTo>
                    <a:pt x="77" y="205"/>
                  </a:lnTo>
                  <a:lnTo>
                    <a:pt x="77" y="205"/>
                  </a:lnTo>
                  <a:lnTo>
                    <a:pt x="79" y="205"/>
                  </a:lnTo>
                  <a:lnTo>
                    <a:pt x="81" y="205"/>
                  </a:lnTo>
                  <a:lnTo>
                    <a:pt x="82" y="207"/>
                  </a:lnTo>
                  <a:lnTo>
                    <a:pt x="82" y="209"/>
                  </a:lnTo>
                  <a:lnTo>
                    <a:pt x="82" y="209"/>
                  </a:lnTo>
                  <a:lnTo>
                    <a:pt x="82" y="211"/>
                  </a:lnTo>
                  <a:lnTo>
                    <a:pt x="82" y="213"/>
                  </a:lnTo>
                  <a:lnTo>
                    <a:pt x="81" y="213"/>
                  </a:lnTo>
                  <a:lnTo>
                    <a:pt x="81" y="215"/>
                  </a:lnTo>
                  <a:lnTo>
                    <a:pt x="81" y="215"/>
                  </a:lnTo>
                  <a:lnTo>
                    <a:pt x="81" y="215"/>
                  </a:lnTo>
                  <a:lnTo>
                    <a:pt x="82" y="215"/>
                  </a:lnTo>
                  <a:lnTo>
                    <a:pt x="86" y="213"/>
                  </a:lnTo>
                  <a:lnTo>
                    <a:pt x="86" y="211"/>
                  </a:lnTo>
                  <a:lnTo>
                    <a:pt x="86" y="211"/>
                  </a:lnTo>
                  <a:lnTo>
                    <a:pt x="88" y="209"/>
                  </a:lnTo>
                  <a:lnTo>
                    <a:pt x="88" y="209"/>
                  </a:lnTo>
                  <a:lnTo>
                    <a:pt x="88" y="209"/>
                  </a:lnTo>
                  <a:lnTo>
                    <a:pt x="90" y="209"/>
                  </a:lnTo>
                  <a:lnTo>
                    <a:pt x="90" y="211"/>
                  </a:lnTo>
                  <a:lnTo>
                    <a:pt x="90" y="211"/>
                  </a:lnTo>
                  <a:lnTo>
                    <a:pt x="90" y="211"/>
                  </a:lnTo>
                  <a:lnTo>
                    <a:pt x="90" y="213"/>
                  </a:lnTo>
                  <a:lnTo>
                    <a:pt x="92" y="213"/>
                  </a:lnTo>
                  <a:lnTo>
                    <a:pt x="94" y="211"/>
                  </a:lnTo>
                  <a:lnTo>
                    <a:pt x="96" y="211"/>
                  </a:lnTo>
                  <a:lnTo>
                    <a:pt x="101" y="209"/>
                  </a:lnTo>
                  <a:lnTo>
                    <a:pt x="101" y="209"/>
                  </a:lnTo>
                  <a:lnTo>
                    <a:pt x="103" y="209"/>
                  </a:lnTo>
                  <a:lnTo>
                    <a:pt x="103" y="211"/>
                  </a:lnTo>
                  <a:lnTo>
                    <a:pt x="103" y="213"/>
                  </a:lnTo>
                  <a:lnTo>
                    <a:pt x="103" y="213"/>
                  </a:lnTo>
                  <a:lnTo>
                    <a:pt x="103" y="213"/>
                  </a:lnTo>
                  <a:lnTo>
                    <a:pt x="105" y="213"/>
                  </a:lnTo>
                  <a:lnTo>
                    <a:pt x="107" y="211"/>
                  </a:lnTo>
                  <a:lnTo>
                    <a:pt x="109" y="211"/>
                  </a:lnTo>
                  <a:lnTo>
                    <a:pt x="113" y="211"/>
                  </a:lnTo>
                  <a:lnTo>
                    <a:pt x="115" y="211"/>
                  </a:lnTo>
                  <a:lnTo>
                    <a:pt x="117" y="211"/>
                  </a:lnTo>
                  <a:lnTo>
                    <a:pt x="121" y="211"/>
                  </a:lnTo>
                  <a:lnTo>
                    <a:pt x="122" y="211"/>
                  </a:lnTo>
                  <a:lnTo>
                    <a:pt x="122" y="213"/>
                  </a:lnTo>
                  <a:lnTo>
                    <a:pt x="122" y="213"/>
                  </a:lnTo>
                  <a:lnTo>
                    <a:pt x="124" y="215"/>
                  </a:lnTo>
                  <a:lnTo>
                    <a:pt x="124" y="215"/>
                  </a:lnTo>
                  <a:lnTo>
                    <a:pt x="126" y="215"/>
                  </a:lnTo>
                  <a:lnTo>
                    <a:pt x="126" y="215"/>
                  </a:lnTo>
                  <a:lnTo>
                    <a:pt x="126" y="217"/>
                  </a:lnTo>
                  <a:lnTo>
                    <a:pt x="128" y="217"/>
                  </a:lnTo>
                  <a:lnTo>
                    <a:pt x="126" y="219"/>
                  </a:lnTo>
                  <a:lnTo>
                    <a:pt x="126" y="220"/>
                  </a:lnTo>
                  <a:lnTo>
                    <a:pt x="126" y="222"/>
                  </a:lnTo>
                  <a:lnTo>
                    <a:pt x="128" y="222"/>
                  </a:lnTo>
                  <a:lnTo>
                    <a:pt x="128" y="222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32" y="222"/>
                  </a:lnTo>
                  <a:lnTo>
                    <a:pt x="132" y="222"/>
                  </a:lnTo>
                  <a:lnTo>
                    <a:pt x="134" y="222"/>
                  </a:lnTo>
                  <a:lnTo>
                    <a:pt x="142" y="219"/>
                  </a:lnTo>
                  <a:lnTo>
                    <a:pt x="143" y="219"/>
                  </a:lnTo>
                  <a:lnTo>
                    <a:pt x="143" y="220"/>
                  </a:lnTo>
                  <a:lnTo>
                    <a:pt x="142" y="222"/>
                  </a:lnTo>
                  <a:lnTo>
                    <a:pt x="142" y="224"/>
                  </a:lnTo>
                  <a:lnTo>
                    <a:pt x="143" y="226"/>
                  </a:lnTo>
                  <a:lnTo>
                    <a:pt x="143" y="230"/>
                  </a:lnTo>
                  <a:lnTo>
                    <a:pt x="143" y="232"/>
                  </a:lnTo>
                  <a:lnTo>
                    <a:pt x="145" y="234"/>
                  </a:lnTo>
                  <a:lnTo>
                    <a:pt x="145" y="234"/>
                  </a:lnTo>
                  <a:lnTo>
                    <a:pt x="147" y="232"/>
                  </a:lnTo>
                  <a:lnTo>
                    <a:pt x="149" y="232"/>
                  </a:lnTo>
                  <a:lnTo>
                    <a:pt x="153" y="226"/>
                  </a:lnTo>
                  <a:lnTo>
                    <a:pt x="155" y="224"/>
                  </a:lnTo>
                  <a:lnTo>
                    <a:pt x="157" y="222"/>
                  </a:lnTo>
                  <a:lnTo>
                    <a:pt x="157" y="222"/>
                  </a:lnTo>
                  <a:lnTo>
                    <a:pt x="162" y="220"/>
                  </a:lnTo>
                  <a:lnTo>
                    <a:pt x="168" y="220"/>
                  </a:lnTo>
                  <a:lnTo>
                    <a:pt x="174" y="217"/>
                  </a:lnTo>
                  <a:lnTo>
                    <a:pt x="174" y="217"/>
                  </a:lnTo>
                  <a:lnTo>
                    <a:pt x="174" y="215"/>
                  </a:lnTo>
                  <a:lnTo>
                    <a:pt x="174" y="215"/>
                  </a:lnTo>
                  <a:lnTo>
                    <a:pt x="170" y="217"/>
                  </a:lnTo>
                  <a:lnTo>
                    <a:pt x="170" y="217"/>
                  </a:lnTo>
                  <a:lnTo>
                    <a:pt x="170" y="219"/>
                  </a:lnTo>
                  <a:lnTo>
                    <a:pt x="168" y="217"/>
                  </a:lnTo>
                  <a:lnTo>
                    <a:pt x="168" y="217"/>
                  </a:lnTo>
                  <a:lnTo>
                    <a:pt x="168" y="217"/>
                  </a:lnTo>
                  <a:lnTo>
                    <a:pt x="170" y="215"/>
                  </a:lnTo>
                  <a:lnTo>
                    <a:pt x="170" y="215"/>
                  </a:lnTo>
                  <a:lnTo>
                    <a:pt x="172" y="211"/>
                  </a:lnTo>
                  <a:lnTo>
                    <a:pt x="174" y="209"/>
                  </a:lnTo>
                  <a:lnTo>
                    <a:pt x="176" y="207"/>
                  </a:lnTo>
                  <a:lnTo>
                    <a:pt x="178" y="205"/>
                  </a:lnTo>
                  <a:lnTo>
                    <a:pt x="178" y="205"/>
                  </a:lnTo>
                  <a:lnTo>
                    <a:pt x="178" y="203"/>
                  </a:lnTo>
                  <a:lnTo>
                    <a:pt x="180" y="201"/>
                  </a:lnTo>
                  <a:lnTo>
                    <a:pt x="180" y="201"/>
                  </a:lnTo>
                  <a:lnTo>
                    <a:pt x="182" y="201"/>
                  </a:lnTo>
                  <a:lnTo>
                    <a:pt x="183" y="203"/>
                  </a:lnTo>
                  <a:lnTo>
                    <a:pt x="183" y="203"/>
                  </a:lnTo>
                  <a:lnTo>
                    <a:pt x="183" y="205"/>
                  </a:lnTo>
                  <a:lnTo>
                    <a:pt x="183" y="205"/>
                  </a:lnTo>
                  <a:lnTo>
                    <a:pt x="183" y="207"/>
                  </a:lnTo>
                  <a:lnTo>
                    <a:pt x="183" y="209"/>
                  </a:lnTo>
                  <a:lnTo>
                    <a:pt x="183" y="209"/>
                  </a:lnTo>
                  <a:lnTo>
                    <a:pt x="183" y="211"/>
                  </a:lnTo>
                  <a:lnTo>
                    <a:pt x="183" y="211"/>
                  </a:lnTo>
                  <a:lnTo>
                    <a:pt x="183" y="213"/>
                  </a:lnTo>
                  <a:lnTo>
                    <a:pt x="185" y="213"/>
                  </a:lnTo>
                  <a:lnTo>
                    <a:pt x="187" y="213"/>
                  </a:lnTo>
                  <a:lnTo>
                    <a:pt x="189" y="211"/>
                  </a:lnTo>
                  <a:lnTo>
                    <a:pt x="189" y="211"/>
                  </a:lnTo>
                  <a:lnTo>
                    <a:pt x="191" y="209"/>
                  </a:lnTo>
                  <a:lnTo>
                    <a:pt x="191" y="207"/>
                  </a:lnTo>
                  <a:lnTo>
                    <a:pt x="193" y="205"/>
                  </a:lnTo>
                  <a:lnTo>
                    <a:pt x="193" y="203"/>
                  </a:lnTo>
                  <a:lnTo>
                    <a:pt x="193" y="201"/>
                  </a:lnTo>
                  <a:lnTo>
                    <a:pt x="193" y="201"/>
                  </a:lnTo>
                  <a:lnTo>
                    <a:pt x="197" y="198"/>
                  </a:lnTo>
                  <a:lnTo>
                    <a:pt x="199" y="196"/>
                  </a:lnTo>
                  <a:lnTo>
                    <a:pt x="201" y="196"/>
                  </a:lnTo>
                  <a:lnTo>
                    <a:pt x="202" y="198"/>
                  </a:lnTo>
                  <a:lnTo>
                    <a:pt x="206" y="199"/>
                  </a:lnTo>
                  <a:lnTo>
                    <a:pt x="206" y="201"/>
                  </a:lnTo>
                  <a:lnTo>
                    <a:pt x="208" y="201"/>
                  </a:lnTo>
                  <a:lnTo>
                    <a:pt x="210" y="201"/>
                  </a:lnTo>
                  <a:lnTo>
                    <a:pt x="212" y="201"/>
                  </a:lnTo>
                  <a:lnTo>
                    <a:pt x="218" y="199"/>
                  </a:lnTo>
                  <a:lnTo>
                    <a:pt x="220" y="199"/>
                  </a:lnTo>
                  <a:lnTo>
                    <a:pt x="222" y="199"/>
                  </a:lnTo>
                  <a:lnTo>
                    <a:pt x="222" y="199"/>
                  </a:lnTo>
                  <a:lnTo>
                    <a:pt x="227" y="198"/>
                  </a:lnTo>
                  <a:lnTo>
                    <a:pt x="231" y="198"/>
                  </a:lnTo>
                  <a:lnTo>
                    <a:pt x="231" y="196"/>
                  </a:lnTo>
                  <a:lnTo>
                    <a:pt x="241" y="198"/>
                  </a:lnTo>
                  <a:lnTo>
                    <a:pt x="241" y="198"/>
                  </a:lnTo>
                  <a:lnTo>
                    <a:pt x="241" y="198"/>
                  </a:lnTo>
                  <a:lnTo>
                    <a:pt x="243" y="198"/>
                  </a:lnTo>
                  <a:lnTo>
                    <a:pt x="241" y="199"/>
                  </a:lnTo>
                  <a:lnTo>
                    <a:pt x="233" y="207"/>
                  </a:lnTo>
                  <a:lnTo>
                    <a:pt x="233" y="207"/>
                  </a:lnTo>
                  <a:lnTo>
                    <a:pt x="233" y="207"/>
                  </a:lnTo>
                  <a:lnTo>
                    <a:pt x="233" y="209"/>
                  </a:lnTo>
                  <a:lnTo>
                    <a:pt x="233" y="209"/>
                  </a:lnTo>
                  <a:lnTo>
                    <a:pt x="233" y="211"/>
                  </a:lnTo>
                  <a:lnTo>
                    <a:pt x="235" y="211"/>
                  </a:lnTo>
                  <a:lnTo>
                    <a:pt x="237" y="211"/>
                  </a:lnTo>
                  <a:lnTo>
                    <a:pt x="237" y="213"/>
                  </a:lnTo>
                  <a:lnTo>
                    <a:pt x="237" y="215"/>
                  </a:lnTo>
                  <a:lnTo>
                    <a:pt x="235" y="217"/>
                  </a:lnTo>
                  <a:lnTo>
                    <a:pt x="233" y="220"/>
                  </a:lnTo>
                  <a:lnTo>
                    <a:pt x="233" y="224"/>
                  </a:lnTo>
                  <a:lnTo>
                    <a:pt x="231" y="224"/>
                  </a:lnTo>
                  <a:lnTo>
                    <a:pt x="233" y="226"/>
                  </a:lnTo>
                  <a:lnTo>
                    <a:pt x="233" y="228"/>
                  </a:lnTo>
                  <a:lnTo>
                    <a:pt x="233" y="228"/>
                  </a:lnTo>
                  <a:lnTo>
                    <a:pt x="233" y="230"/>
                  </a:lnTo>
                  <a:lnTo>
                    <a:pt x="233" y="236"/>
                  </a:lnTo>
                  <a:lnTo>
                    <a:pt x="233" y="238"/>
                  </a:lnTo>
                  <a:lnTo>
                    <a:pt x="233" y="238"/>
                  </a:lnTo>
                  <a:lnTo>
                    <a:pt x="233" y="238"/>
                  </a:lnTo>
                  <a:lnTo>
                    <a:pt x="235" y="238"/>
                  </a:lnTo>
                  <a:lnTo>
                    <a:pt x="235" y="236"/>
                  </a:lnTo>
                  <a:lnTo>
                    <a:pt x="237" y="236"/>
                  </a:lnTo>
                  <a:lnTo>
                    <a:pt x="241" y="234"/>
                  </a:lnTo>
                  <a:lnTo>
                    <a:pt x="246" y="234"/>
                  </a:lnTo>
                  <a:lnTo>
                    <a:pt x="248" y="232"/>
                  </a:lnTo>
                  <a:lnTo>
                    <a:pt x="248" y="232"/>
                  </a:lnTo>
                  <a:lnTo>
                    <a:pt x="250" y="230"/>
                  </a:lnTo>
                  <a:lnTo>
                    <a:pt x="250" y="230"/>
                  </a:lnTo>
                  <a:lnTo>
                    <a:pt x="252" y="230"/>
                  </a:lnTo>
                  <a:lnTo>
                    <a:pt x="254" y="230"/>
                  </a:lnTo>
                  <a:lnTo>
                    <a:pt x="256" y="232"/>
                  </a:lnTo>
                  <a:lnTo>
                    <a:pt x="256" y="234"/>
                  </a:lnTo>
                  <a:lnTo>
                    <a:pt x="262" y="236"/>
                  </a:lnTo>
                  <a:lnTo>
                    <a:pt x="265" y="239"/>
                  </a:lnTo>
                  <a:lnTo>
                    <a:pt x="271" y="247"/>
                  </a:lnTo>
                  <a:lnTo>
                    <a:pt x="271" y="247"/>
                  </a:lnTo>
                  <a:lnTo>
                    <a:pt x="271" y="249"/>
                  </a:lnTo>
                  <a:lnTo>
                    <a:pt x="273" y="249"/>
                  </a:lnTo>
                  <a:lnTo>
                    <a:pt x="273" y="249"/>
                  </a:lnTo>
                  <a:lnTo>
                    <a:pt x="273" y="247"/>
                  </a:lnTo>
                  <a:lnTo>
                    <a:pt x="275" y="247"/>
                  </a:lnTo>
                  <a:lnTo>
                    <a:pt x="277" y="245"/>
                  </a:lnTo>
                  <a:lnTo>
                    <a:pt x="277" y="245"/>
                  </a:lnTo>
                  <a:lnTo>
                    <a:pt x="279" y="245"/>
                  </a:lnTo>
                  <a:lnTo>
                    <a:pt x="279" y="245"/>
                  </a:lnTo>
                  <a:lnTo>
                    <a:pt x="279" y="245"/>
                  </a:lnTo>
                  <a:lnTo>
                    <a:pt x="281" y="245"/>
                  </a:lnTo>
                  <a:lnTo>
                    <a:pt x="281" y="247"/>
                  </a:lnTo>
                  <a:lnTo>
                    <a:pt x="279" y="247"/>
                  </a:lnTo>
                  <a:lnTo>
                    <a:pt x="279" y="249"/>
                  </a:lnTo>
                  <a:lnTo>
                    <a:pt x="279" y="249"/>
                  </a:lnTo>
                  <a:lnTo>
                    <a:pt x="277" y="251"/>
                  </a:lnTo>
                  <a:lnTo>
                    <a:pt x="277" y="251"/>
                  </a:lnTo>
                  <a:lnTo>
                    <a:pt x="277" y="253"/>
                  </a:lnTo>
                  <a:lnTo>
                    <a:pt x="275" y="253"/>
                  </a:lnTo>
                  <a:lnTo>
                    <a:pt x="275" y="255"/>
                  </a:lnTo>
                  <a:lnTo>
                    <a:pt x="273" y="255"/>
                  </a:lnTo>
                  <a:lnTo>
                    <a:pt x="271" y="257"/>
                  </a:lnTo>
                  <a:lnTo>
                    <a:pt x="271" y="257"/>
                  </a:lnTo>
                  <a:lnTo>
                    <a:pt x="271" y="258"/>
                  </a:lnTo>
                  <a:lnTo>
                    <a:pt x="271" y="258"/>
                  </a:lnTo>
                  <a:lnTo>
                    <a:pt x="273" y="258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275" y="262"/>
                  </a:lnTo>
                  <a:lnTo>
                    <a:pt x="275" y="262"/>
                  </a:lnTo>
                  <a:lnTo>
                    <a:pt x="279" y="262"/>
                  </a:lnTo>
                  <a:lnTo>
                    <a:pt x="281" y="264"/>
                  </a:lnTo>
                  <a:lnTo>
                    <a:pt x="281" y="264"/>
                  </a:lnTo>
                  <a:lnTo>
                    <a:pt x="281" y="264"/>
                  </a:lnTo>
                  <a:lnTo>
                    <a:pt x="284" y="268"/>
                  </a:lnTo>
                  <a:lnTo>
                    <a:pt x="286" y="270"/>
                  </a:lnTo>
                  <a:lnTo>
                    <a:pt x="286" y="270"/>
                  </a:lnTo>
                  <a:lnTo>
                    <a:pt x="288" y="272"/>
                  </a:lnTo>
                  <a:lnTo>
                    <a:pt x="290" y="272"/>
                  </a:lnTo>
                  <a:lnTo>
                    <a:pt x="290" y="274"/>
                  </a:lnTo>
                  <a:lnTo>
                    <a:pt x="290" y="274"/>
                  </a:lnTo>
                  <a:lnTo>
                    <a:pt x="290" y="276"/>
                  </a:lnTo>
                  <a:lnTo>
                    <a:pt x="290" y="277"/>
                  </a:lnTo>
                  <a:lnTo>
                    <a:pt x="290" y="277"/>
                  </a:lnTo>
                  <a:lnTo>
                    <a:pt x="290" y="279"/>
                  </a:lnTo>
                  <a:lnTo>
                    <a:pt x="290" y="279"/>
                  </a:lnTo>
                  <a:lnTo>
                    <a:pt x="290" y="279"/>
                  </a:lnTo>
                  <a:lnTo>
                    <a:pt x="290" y="281"/>
                  </a:lnTo>
                  <a:lnTo>
                    <a:pt x="290" y="281"/>
                  </a:lnTo>
                  <a:lnTo>
                    <a:pt x="290" y="281"/>
                  </a:lnTo>
                  <a:lnTo>
                    <a:pt x="292" y="283"/>
                  </a:lnTo>
                  <a:lnTo>
                    <a:pt x="292" y="283"/>
                  </a:lnTo>
                  <a:lnTo>
                    <a:pt x="290" y="285"/>
                  </a:lnTo>
                  <a:lnTo>
                    <a:pt x="279" y="289"/>
                  </a:lnTo>
                  <a:lnTo>
                    <a:pt x="277" y="293"/>
                  </a:lnTo>
                  <a:lnTo>
                    <a:pt x="275" y="293"/>
                  </a:lnTo>
                  <a:lnTo>
                    <a:pt x="273" y="293"/>
                  </a:lnTo>
                  <a:lnTo>
                    <a:pt x="271" y="293"/>
                  </a:lnTo>
                  <a:lnTo>
                    <a:pt x="269" y="293"/>
                  </a:lnTo>
                  <a:lnTo>
                    <a:pt x="269" y="293"/>
                  </a:lnTo>
                  <a:lnTo>
                    <a:pt x="269" y="293"/>
                  </a:lnTo>
                  <a:lnTo>
                    <a:pt x="269" y="295"/>
                  </a:lnTo>
                  <a:lnTo>
                    <a:pt x="267" y="295"/>
                  </a:lnTo>
                  <a:lnTo>
                    <a:pt x="267" y="295"/>
                  </a:lnTo>
                  <a:lnTo>
                    <a:pt x="265" y="295"/>
                  </a:lnTo>
                  <a:lnTo>
                    <a:pt x="265" y="295"/>
                  </a:lnTo>
                  <a:lnTo>
                    <a:pt x="263" y="296"/>
                  </a:lnTo>
                  <a:lnTo>
                    <a:pt x="262" y="298"/>
                  </a:lnTo>
                  <a:lnTo>
                    <a:pt x="258" y="300"/>
                  </a:lnTo>
                  <a:lnTo>
                    <a:pt x="254" y="304"/>
                  </a:lnTo>
                  <a:lnTo>
                    <a:pt x="252" y="308"/>
                  </a:lnTo>
                  <a:lnTo>
                    <a:pt x="252" y="308"/>
                  </a:lnTo>
                  <a:lnTo>
                    <a:pt x="252" y="308"/>
                  </a:lnTo>
                  <a:lnTo>
                    <a:pt x="252" y="308"/>
                  </a:lnTo>
                  <a:lnTo>
                    <a:pt x="254" y="308"/>
                  </a:lnTo>
                  <a:lnTo>
                    <a:pt x="254" y="310"/>
                  </a:lnTo>
                  <a:lnTo>
                    <a:pt x="254" y="310"/>
                  </a:lnTo>
                  <a:lnTo>
                    <a:pt x="254" y="310"/>
                  </a:lnTo>
                  <a:lnTo>
                    <a:pt x="254" y="310"/>
                  </a:lnTo>
                  <a:lnTo>
                    <a:pt x="254" y="310"/>
                  </a:lnTo>
                  <a:lnTo>
                    <a:pt x="258" y="312"/>
                  </a:lnTo>
                  <a:lnTo>
                    <a:pt x="258" y="312"/>
                  </a:lnTo>
                  <a:lnTo>
                    <a:pt x="258" y="312"/>
                  </a:lnTo>
                  <a:lnTo>
                    <a:pt x="258" y="312"/>
                  </a:lnTo>
                  <a:lnTo>
                    <a:pt x="260" y="312"/>
                  </a:lnTo>
                  <a:lnTo>
                    <a:pt x="260" y="312"/>
                  </a:lnTo>
                  <a:lnTo>
                    <a:pt x="258" y="314"/>
                  </a:lnTo>
                  <a:lnTo>
                    <a:pt x="258" y="314"/>
                  </a:lnTo>
                  <a:lnTo>
                    <a:pt x="258" y="314"/>
                  </a:lnTo>
                  <a:lnTo>
                    <a:pt x="260" y="314"/>
                  </a:lnTo>
                  <a:lnTo>
                    <a:pt x="260" y="314"/>
                  </a:lnTo>
                  <a:lnTo>
                    <a:pt x="262" y="316"/>
                  </a:lnTo>
                  <a:lnTo>
                    <a:pt x="262" y="317"/>
                  </a:lnTo>
                  <a:lnTo>
                    <a:pt x="262" y="317"/>
                  </a:lnTo>
                  <a:lnTo>
                    <a:pt x="262" y="317"/>
                  </a:lnTo>
                  <a:lnTo>
                    <a:pt x="262" y="319"/>
                  </a:lnTo>
                  <a:lnTo>
                    <a:pt x="262" y="321"/>
                  </a:lnTo>
                  <a:lnTo>
                    <a:pt x="258" y="323"/>
                  </a:lnTo>
                  <a:lnTo>
                    <a:pt x="252" y="325"/>
                  </a:lnTo>
                  <a:lnTo>
                    <a:pt x="250" y="325"/>
                  </a:lnTo>
                  <a:lnTo>
                    <a:pt x="250" y="323"/>
                  </a:lnTo>
                  <a:lnTo>
                    <a:pt x="250" y="323"/>
                  </a:lnTo>
                  <a:lnTo>
                    <a:pt x="250" y="323"/>
                  </a:lnTo>
                  <a:lnTo>
                    <a:pt x="250" y="323"/>
                  </a:lnTo>
                  <a:lnTo>
                    <a:pt x="250" y="323"/>
                  </a:lnTo>
                  <a:lnTo>
                    <a:pt x="250" y="323"/>
                  </a:lnTo>
                  <a:lnTo>
                    <a:pt x="244" y="319"/>
                  </a:lnTo>
                  <a:lnTo>
                    <a:pt x="244" y="319"/>
                  </a:lnTo>
                  <a:lnTo>
                    <a:pt x="241" y="317"/>
                  </a:lnTo>
                  <a:lnTo>
                    <a:pt x="237" y="319"/>
                  </a:lnTo>
                  <a:lnTo>
                    <a:pt x="237" y="321"/>
                  </a:lnTo>
                  <a:lnTo>
                    <a:pt x="237" y="321"/>
                  </a:lnTo>
                  <a:lnTo>
                    <a:pt x="237" y="323"/>
                  </a:lnTo>
                  <a:lnTo>
                    <a:pt x="239" y="325"/>
                  </a:lnTo>
                  <a:lnTo>
                    <a:pt x="239" y="325"/>
                  </a:lnTo>
                  <a:lnTo>
                    <a:pt x="239" y="327"/>
                  </a:lnTo>
                  <a:lnTo>
                    <a:pt x="239" y="329"/>
                  </a:lnTo>
                  <a:lnTo>
                    <a:pt x="239" y="331"/>
                  </a:lnTo>
                  <a:lnTo>
                    <a:pt x="233" y="344"/>
                  </a:lnTo>
                  <a:lnTo>
                    <a:pt x="233" y="348"/>
                  </a:lnTo>
                  <a:lnTo>
                    <a:pt x="233" y="352"/>
                  </a:lnTo>
                  <a:lnTo>
                    <a:pt x="231" y="352"/>
                  </a:lnTo>
                  <a:lnTo>
                    <a:pt x="231" y="354"/>
                  </a:lnTo>
                  <a:lnTo>
                    <a:pt x="231" y="354"/>
                  </a:lnTo>
                  <a:lnTo>
                    <a:pt x="231" y="354"/>
                  </a:lnTo>
                  <a:lnTo>
                    <a:pt x="237" y="359"/>
                  </a:lnTo>
                  <a:lnTo>
                    <a:pt x="239" y="359"/>
                  </a:lnTo>
                  <a:lnTo>
                    <a:pt x="239" y="359"/>
                  </a:lnTo>
                  <a:lnTo>
                    <a:pt x="239" y="361"/>
                  </a:lnTo>
                  <a:lnTo>
                    <a:pt x="239" y="363"/>
                  </a:lnTo>
                  <a:lnTo>
                    <a:pt x="239" y="365"/>
                  </a:lnTo>
                  <a:lnTo>
                    <a:pt x="239" y="365"/>
                  </a:lnTo>
                  <a:lnTo>
                    <a:pt x="241" y="369"/>
                  </a:lnTo>
                  <a:lnTo>
                    <a:pt x="241" y="371"/>
                  </a:lnTo>
                  <a:lnTo>
                    <a:pt x="241" y="373"/>
                  </a:lnTo>
                  <a:lnTo>
                    <a:pt x="241" y="373"/>
                  </a:lnTo>
                  <a:lnTo>
                    <a:pt x="241" y="374"/>
                  </a:lnTo>
                  <a:lnTo>
                    <a:pt x="237" y="382"/>
                  </a:lnTo>
                  <a:lnTo>
                    <a:pt x="237" y="384"/>
                  </a:lnTo>
                  <a:lnTo>
                    <a:pt x="239" y="384"/>
                  </a:lnTo>
                  <a:lnTo>
                    <a:pt x="244" y="384"/>
                  </a:lnTo>
                  <a:lnTo>
                    <a:pt x="250" y="384"/>
                  </a:lnTo>
                  <a:lnTo>
                    <a:pt x="256" y="384"/>
                  </a:lnTo>
                  <a:lnTo>
                    <a:pt x="256" y="384"/>
                  </a:lnTo>
                  <a:lnTo>
                    <a:pt x="256" y="386"/>
                  </a:lnTo>
                  <a:lnTo>
                    <a:pt x="256" y="386"/>
                  </a:lnTo>
                  <a:lnTo>
                    <a:pt x="256" y="386"/>
                  </a:lnTo>
                  <a:lnTo>
                    <a:pt x="256" y="386"/>
                  </a:lnTo>
                  <a:lnTo>
                    <a:pt x="256" y="386"/>
                  </a:lnTo>
                  <a:lnTo>
                    <a:pt x="256" y="388"/>
                  </a:lnTo>
                  <a:lnTo>
                    <a:pt x="256" y="388"/>
                  </a:lnTo>
                  <a:lnTo>
                    <a:pt x="256" y="390"/>
                  </a:lnTo>
                  <a:lnTo>
                    <a:pt x="256" y="392"/>
                  </a:lnTo>
                  <a:lnTo>
                    <a:pt x="256" y="393"/>
                  </a:lnTo>
                  <a:lnTo>
                    <a:pt x="258" y="393"/>
                  </a:lnTo>
                  <a:lnTo>
                    <a:pt x="258" y="395"/>
                  </a:lnTo>
                  <a:lnTo>
                    <a:pt x="258" y="395"/>
                  </a:lnTo>
                  <a:lnTo>
                    <a:pt x="260" y="395"/>
                  </a:lnTo>
                  <a:lnTo>
                    <a:pt x="260" y="395"/>
                  </a:lnTo>
                  <a:lnTo>
                    <a:pt x="262" y="395"/>
                  </a:lnTo>
                  <a:lnTo>
                    <a:pt x="262" y="395"/>
                  </a:lnTo>
                  <a:lnTo>
                    <a:pt x="263" y="395"/>
                  </a:lnTo>
                  <a:lnTo>
                    <a:pt x="263" y="393"/>
                  </a:lnTo>
                  <a:lnTo>
                    <a:pt x="265" y="392"/>
                  </a:lnTo>
                  <a:lnTo>
                    <a:pt x="267" y="390"/>
                  </a:lnTo>
                  <a:lnTo>
                    <a:pt x="271" y="386"/>
                  </a:lnTo>
                  <a:lnTo>
                    <a:pt x="273" y="386"/>
                  </a:lnTo>
                  <a:lnTo>
                    <a:pt x="273" y="386"/>
                  </a:lnTo>
                  <a:lnTo>
                    <a:pt x="273" y="386"/>
                  </a:lnTo>
                  <a:lnTo>
                    <a:pt x="275" y="384"/>
                  </a:lnTo>
                  <a:lnTo>
                    <a:pt x="275" y="384"/>
                  </a:lnTo>
                  <a:lnTo>
                    <a:pt x="275" y="384"/>
                  </a:lnTo>
                  <a:lnTo>
                    <a:pt x="275" y="382"/>
                  </a:lnTo>
                  <a:lnTo>
                    <a:pt x="275" y="380"/>
                  </a:lnTo>
                  <a:lnTo>
                    <a:pt x="275" y="378"/>
                  </a:lnTo>
                  <a:lnTo>
                    <a:pt x="279" y="374"/>
                  </a:lnTo>
                  <a:lnTo>
                    <a:pt x="281" y="373"/>
                  </a:lnTo>
                  <a:lnTo>
                    <a:pt x="283" y="371"/>
                  </a:lnTo>
                  <a:lnTo>
                    <a:pt x="283" y="371"/>
                  </a:lnTo>
                  <a:lnTo>
                    <a:pt x="283" y="369"/>
                  </a:lnTo>
                  <a:lnTo>
                    <a:pt x="286" y="361"/>
                  </a:lnTo>
                  <a:lnTo>
                    <a:pt x="286" y="361"/>
                  </a:lnTo>
                  <a:lnTo>
                    <a:pt x="286" y="359"/>
                  </a:lnTo>
                  <a:lnTo>
                    <a:pt x="288" y="361"/>
                  </a:lnTo>
                  <a:lnTo>
                    <a:pt x="288" y="361"/>
                  </a:lnTo>
                  <a:lnTo>
                    <a:pt x="288" y="363"/>
                  </a:lnTo>
                  <a:lnTo>
                    <a:pt x="294" y="371"/>
                  </a:lnTo>
                  <a:lnTo>
                    <a:pt x="294" y="373"/>
                  </a:lnTo>
                  <a:lnTo>
                    <a:pt x="296" y="373"/>
                  </a:lnTo>
                  <a:lnTo>
                    <a:pt x="296" y="373"/>
                  </a:lnTo>
                  <a:lnTo>
                    <a:pt x="303" y="369"/>
                  </a:lnTo>
                  <a:lnTo>
                    <a:pt x="303" y="371"/>
                  </a:lnTo>
                  <a:lnTo>
                    <a:pt x="307" y="371"/>
                  </a:lnTo>
                  <a:lnTo>
                    <a:pt x="309" y="371"/>
                  </a:lnTo>
                  <a:lnTo>
                    <a:pt x="311" y="369"/>
                  </a:lnTo>
                  <a:lnTo>
                    <a:pt x="309" y="367"/>
                  </a:lnTo>
                  <a:lnTo>
                    <a:pt x="313" y="367"/>
                  </a:lnTo>
                  <a:lnTo>
                    <a:pt x="313" y="363"/>
                  </a:lnTo>
                  <a:lnTo>
                    <a:pt x="313" y="355"/>
                  </a:lnTo>
                  <a:lnTo>
                    <a:pt x="315" y="352"/>
                  </a:lnTo>
                  <a:lnTo>
                    <a:pt x="315" y="352"/>
                  </a:lnTo>
                  <a:lnTo>
                    <a:pt x="317" y="352"/>
                  </a:lnTo>
                  <a:lnTo>
                    <a:pt x="319" y="350"/>
                  </a:lnTo>
                  <a:lnTo>
                    <a:pt x="319" y="350"/>
                  </a:lnTo>
                  <a:lnTo>
                    <a:pt x="317" y="346"/>
                  </a:lnTo>
                  <a:lnTo>
                    <a:pt x="319" y="342"/>
                  </a:lnTo>
                  <a:lnTo>
                    <a:pt x="319" y="340"/>
                  </a:lnTo>
                  <a:lnTo>
                    <a:pt x="319" y="340"/>
                  </a:lnTo>
                  <a:lnTo>
                    <a:pt x="317" y="340"/>
                  </a:lnTo>
                  <a:lnTo>
                    <a:pt x="317" y="338"/>
                  </a:lnTo>
                  <a:lnTo>
                    <a:pt x="317" y="338"/>
                  </a:lnTo>
                  <a:lnTo>
                    <a:pt x="317" y="336"/>
                  </a:lnTo>
                  <a:lnTo>
                    <a:pt x="317" y="336"/>
                  </a:lnTo>
                  <a:lnTo>
                    <a:pt x="319" y="335"/>
                  </a:lnTo>
                  <a:lnTo>
                    <a:pt x="319" y="335"/>
                  </a:lnTo>
                  <a:lnTo>
                    <a:pt x="319" y="331"/>
                  </a:lnTo>
                  <a:lnTo>
                    <a:pt x="321" y="329"/>
                  </a:lnTo>
                  <a:lnTo>
                    <a:pt x="321" y="327"/>
                  </a:lnTo>
                  <a:lnTo>
                    <a:pt x="321" y="327"/>
                  </a:lnTo>
                  <a:lnTo>
                    <a:pt x="321" y="327"/>
                  </a:lnTo>
                  <a:lnTo>
                    <a:pt x="323" y="325"/>
                  </a:lnTo>
                  <a:lnTo>
                    <a:pt x="323" y="325"/>
                  </a:lnTo>
                  <a:lnTo>
                    <a:pt x="323" y="325"/>
                  </a:lnTo>
                  <a:lnTo>
                    <a:pt x="323" y="325"/>
                  </a:lnTo>
                  <a:lnTo>
                    <a:pt x="323" y="325"/>
                  </a:lnTo>
                  <a:lnTo>
                    <a:pt x="324" y="327"/>
                  </a:lnTo>
                  <a:lnTo>
                    <a:pt x="324" y="327"/>
                  </a:lnTo>
                  <a:lnTo>
                    <a:pt x="326" y="327"/>
                  </a:lnTo>
                  <a:lnTo>
                    <a:pt x="326" y="327"/>
                  </a:lnTo>
                  <a:lnTo>
                    <a:pt x="328" y="327"/>
                  </a:lnTo>
                  <a:lnTo>
                    <a:pt x="328" y="325"/>
                  </a:lnTo>
                  <a:lnTo>
                    <a:pt x="328" y="325"/>
                  </a:lnTo>
                  <a:lnTo>
                    <a:pt x="328" y="323"/>
                  </a:lnTo>
                  <a:lnTo>
                    <a:pt x="330" y="319"/>
                  </a:lnTo>
                  <a:lnTo>
                    <a:pt x="332" y="316"/>
                  </a:lnTo>
                  <a:lnTo>
                    <a:pt x="332" y="316"/>
                  </a:lnTo>
                  <a:lnTo>
                    <a:pt x="332" y="316"/>
                  </a:lnTo>
                  <a:lnTo>
                    <a:pt x="332" y="314"/>
                  </a:lnTo>
                  <a:lnTo>
                    <a:pt x="332" y="314"/>
                  </a:lnTo>
                  <a:lnTo>
                    <a:pt x="332" y="314"/>
                  </a:lnTo>
                  <a:lnTo>
                    <a:pt x="332" y="312"/>
                  </a:lnTo>
                  <a:lnTo>
                    <a:pt x="332" y="312"/>
                  </a:lnTo>
                  <a:lnTo>
                    <a:pt x="332" y="312"/>
                  </a:lnTo>
                  <a:lnTo>
                    <a:pt x="334" y="312"/>
                  </a:lnTo>
                  <a:lnTo>
                    <a:pt x="334" y="312"/>
                  </a:lnTo>
                  <a:lnTo>
                    <a:pt x="334" y="310"/>
                  </a:lnTo>
                  <a:lnTo>
                    <a:pt x="334" y="310"/>
                  </a:lnTo>
                  <a:lnTo>
                    <a:pt x="334" y="306"/>
                  </a:lnTo>
                  <a:lnTo>
                    <a:pt x="334" y="304"/>
                  </a:lnTo>
                  <a:lnTo>
                    <a:pt x="334" y="304"/>
                  </a:lnTo>
                  <a:lnTo>
                    <a:pt x="334" y="302"/>
                  </a:lnTo>
                  <a:lnTo>
                    <a:pt x="334" y="302"/>
                  </a:lnTo>
                  <a:lnTo>
                    <a:pt x="336" y="302"/>
                  </a:lnTo>
                  <a:lnTo>
                    <a:pt x="336" y="302"/>
                  </a:lnTo>
                  <a:lnTo>
                    <a:pt x="338" y="302"/>
                  </a:lnTo>
                  <a:lnTo>
                    <a:pt x="338" y="300"/>
                  </a:lnTo>
                  <a:lnTo>
                    <a:pt x="338" y="300"/>
                  </a:lnTo>
                  <a:lnTo>
                    <a:pt x="338" y="298"/>
                  </a:lnTo>
                  <a:lnTo>
                    <a:pt x="340" y="298"/>
                  </a:lnTo>
                  <a:lnTo>
                    <a:pt x="340" y="296"/>
                  </a:lnTo>
                  <a:lnTo>
                    <a:pt x="342" y="295"/>
                  </a:lnTo>
                  <a:lnTo>
                    <a:pt x="343" y="289"/>
                  </a:lnTo>
                  <a:lnTo>
                    <a:pt x="345" y="283"/>
                  </a:lnTo>
                  <a:lnTo>
                    <a:pt x="347" y="281"/>
                  </a:lnTo>
                  <a:lnTo>
                    <a:pt x="347" y="279"/>
                  </a:lnTo>
                  <a:lnTo>
                    <a:pt x="351" y="277"/>
                  </a:lnTo>
                  <a:lnTo>
                    <a:pt x="351" y="276"/>
                  </a:lnTo>
                  <a:lnTo>
                    <a:pt x="351" y="274"/>
                  </a:lnTo>
                  <a:lnTo>
                    <a:pt x="351" y="270"/>
                  </a:lnTo>
                  <a:lnTo>
                    <a:pt x="351" y="268"/>
                  </a:lnTo>
                  <a:lnTo>
                    <a:pt x="351" y="268"/>
                  </a:lnTo>
                  <a:lnTo>
                    <a:pt x="351" y="266"/>
                  </a:lnTo>
                  <a:lnTo>
                    <a:pt x="349" y="264"/>
                  </a:lnTo>
                  <a:lnTo>
                    <a:pt x="349" y="264"/>
                  </a:lnTo>
                  <a:lnTo>
                    <a:pt x="349" y="262"/>
                  </a:lnTo>
                  <a:lnTo>
                    <a:pt x="347" y="262"/>
                  </a:lnTo>
                  <a:lnTo>
                    <a:pt x="347" y="262"/>
                  </a:lnTo>
                  <a:lnTo>
                    <a:pt x="345" y="260"/>
                  </a:lnTo>
                  <a:lnTo>
                    <a:pt x="345" y="260"/>
                  </a:lnTo>
                  <a:lnTo>
                    <a:pt x="345" y="258"/>
                  </a:lnTo>
                  <a:lnTo>
                    <a:pt x="343" y="258"/>
                  </a:lnTo>
                  <a:lnTo>
                    <a:pt x="343" y="257"/>
                  </a:lnTo>
                  <a:lnTo>
                    <a:pt x="343" y="257"/>
                  </a:lnTo>
                  <a:lnTo>
                    <a:pt x="343" y="257"/>
                  </a:lnTo>
                  <a:lnTo>
                    <a:pt x="343" y="257"/>
                  </a:lnTo>
                  <a:lnTo>
                    <a:pt x="342" y="257"/>
                  </a:lnTo>
                  <a:lnTo>
                    <a:pt x="342" y="255"/>
                  </a:lnTo>
                  <a:lnTo>
                    <a:pt x="340" y="255"/>
                  </a:lnTo>
                  <a:lnTo>
                    <a:pt x="340" y="253"/>
                  </a:lnTo>
                  <a:lnTo>
                    <a:pt x="340" y="251"/>
                  </a:lnTo>
                  <a:lnTo>
                    <a:pt x="342" y="251"/>
                  </a:lnTo>
                  <a:lnTo>
                    <a:pt x="343" y="249"/>
                  </a:lnTo>
                  <a:lnTo>
                    <a:pt x="347" y="245"/>
                  </a:lnTo>
                  <a:lnTo>
                    <a:pt x="353" y="241"/>
                  </a:lnTo>
                  <a:lnTo>
                    <a:pt x="357" y="238"/>
                  </a:lnTo>
                  <a:lnTo>
                    <a:pt x="363" y="230"/>
                  </a:lnTo>
                  <a:lnTo>
                    <a:pt x="364" y="228"/>
                  </a:lnTo>
                  <a:lnTo>
                    <a:pt x="374" y="220"/>
                  </a:lnTo>
                  <a:lnTo>
                    <a:pt x="374" y="219"/>
                  </a:lnTo>
                  <a:lnTo>
                    <a:pt x="374" y="219"/>
                  </a:lnTo>
                  <a:lnTo>
                    <a:pt x="374" y="219"/>
                  </a:lnTo>
                  <a:lnTo>
                    <a:pt x="374" y="219"/>
                  </a:lnTo>
                  <a:lnTo>
                    <a:pt x="372" y="217"/>
                  </a:lnTo>
                  <a:lnTo>
                    <a:pt x="372" y="215"/>
                  </a:lnTo>
                  <a:lnTo>
                    <a:pt x="372" y="215"/>
                  </a:lnTo>
                  <a:lnTo>
                    <a:pt x="372" y="215"/>
                  </a:lnTo>
                  <a:lnTo>
                    <a:pt x="372" y="213"/>
                  </a:lnTo>
                  <a:lnTo>
                    <a:pt x="374" y="213"/>
                  </a:lnTo>
                  <a:lnTo>
                    <a:pt x="376" y="211"/>
                  </a:lnTo>
                  <a:lnTo>
                    <a:pt x="378" y="211"/>
                  </a:lnTo>
                  <a:lnTo>
                    <a:pt x="378" y="209"/>
                  </a:lnTo>
                  <a:lnTo>
                    <a:pt x="380" y="209"/>
                  </a:lnTo>
                  <a:lnTo>
                    <a:pt x="380" y="209"/>
                  </a:lnTo>
                  <a:lnTo>
                    <a:pt x="382" y="211"/>
                  </a:lnTo>
                  <a:lnTo>
                    <a:pt x="382" y="211"/>
                  </a:lnTo>
                  <a:lnTo>
                    <a:pt x="384" y="211"/>
                  </a:lnTo>
                  <a:lnTo>
                    <a:pt x="384" y="213"/>
                  </a:lnTo>
                  <a:lnTo>
                    <a:pt x="384" y="215"/>
                  </a:lnTo>
                  <a:lnTo>
                    <a:pt x="384" y="215"/>
                  </a:lnTo>
                  <a:lnTo>
                    <a:pt x="384" y="217"/>
                  </a:lnTo>
                  <a:lnTo>
                    <a:pt x="384" y="219"/>
                  </a:lnTo>
                  <a:lnTo>
                    <a:pt x="382" y="219"/>
                  </a:lnTo>
                  <a:lnTo>
                    <a:pt x="382" y="220"/>
                  </a:lnTo>
                  <a:lnTo>
                    <a:pt x="380" y="220"/>
                  </a:lnTo>
                  <a:lnTo>
                    <a:pt x="380" y="222"/>
                  </a:lnTo>
                  <a:lnTo>
                    <a:pt x="380" y="222"/>
                  </a:lnTo>
                  <a:lnTo>
                    <a:pt x="382" y="222"/>
                  </a:lnTo>
                  <a:lnTo>
                    <a:pt x="382" y="222"/>
                  </a:lnTo>
                  <a:lnTo>
                    <a:pt x="384" y="222"/>
                  </a:lnTo>
                  <a:lnTo>
                    <a:pt x="385" y="222"/>
                  </a:lnTo>
                  <a:lnTo>
                    <a:pt x="391" y="220"/>
                  </a:lnTo>
                  <a:lnTo>
                    <a:pt x="393" y="220"/>
                  </a:lnTo>
                  <a:lnTo>
                    <a:pt x="395" y="219"/>
                  </a:lnTo>
                  <a:lnTo>
                    <a:pt x="397" y="217"/>
                  </a:lnTo>
                  <a:lnTo>
                    <a:pt x="399" y="213"/>
                  </a:lnTo>
                  <a:lnTo>
                    <a:pt x="399" y="213"/>
                  </a:lnTo>
                  <a:lnTo>
                    <a:pt x="401" y="211"/>
                  </a:lnTo>
                  <a:lnTo>
                    <a:pt x="401" y="211"/>
                  </a:lnTo>
                  <a:lnTo>
                    <a:pt x="399" y="209"/>
                  </a:lnTo>
                  <a:lnTo>
                    <a:pt x="399" y="207"/>
                  </a:lnTo>
                  <a:lnTo>
                    <a:pt x="399" y="207"/>
                  </a:lnTo>
                  <a:lnTo>
                    <a:pt x="399" y="207"/>
                  </a:lnTo>
                  <a:lnTo>
                    <a:pt x="399" y="205"/>
                  </a:lnTo>
                  <a:lnTo>
                    <a:pt x="399" y="203"/>
                  </a:lnTo>
                  <a:lnTo>
                    <a:pt x="399" y="201"/>
                  </a:lnTo>
                  <a:lnTo>
                    <a:pt x="401" y="199"/>
                  </a:lnTo>
                  <a:lnTo>
                    <a:pt x="401" y="199"/>
                  </a:lnTo>
                  <a:lnTo>
                    <a:pt x="401" y="199"/>
                  </a:lnTo>
                  <a:lnTo>
                    <a:pt x="401" y="198"/>
                  </a:lnTo>
                  <a:lnTo>
                    <a:pt x="403" y="192"/>
                  </a:lnTo>
                  <a:lnTo>
                    <a:pt x="403" y="190"/>
                  </a:lnTo>
                  <a:lnTo>
                    <a:pt x="401" y="188"/>
                  </a:lnTo>
                  <a:lnTo>
                    <a:pt x="401" y="188"/>
                  </a:lnTo>
                  <a:lnTo>
                    <a:pt x="403" y="186"/>
                  </a:lnTo>
                  <a:lnTo>
                    <a:pt x="410" y="175"/>
                  </a:lnTo>
                  <a:lnTo>
                    <a:pt x="414" y="171"/>
                  </a:lnTo>
                  <a:lnTo>
                    <a:pt x="416" y="169"/>
                  </a:lnTo>
                  <a:lnTo>
                    <a:pt x="418" y="169"/>
                  </a:lnTo>
                  <a:lnTo>
                    <a:pt x="418" y="167"/>
                  </a:lnTo>
                  <a:lnTo>
                    <a:pt x="418" y="165"/>
                  </a:lnTo>
                  <a:lnTo>
                    <a:pt x="420" y="160"/>
                  </a:lnTo>
                  <a:lnTo>
                    <a:pt x="420" y="158"/>
                  </a:lnTo>
                  <a:lnTo>
                    <a:pt x="420" y="156"/>
                  </a:lnTo>
                  <a:lnTo>
                    <a:pt x="424" y="152"/>
                  </a:lnTo>
                  <a:lnTo>
                    <a:pt x="425" y="148"/>
                  </a:lnTo>
                  <a:lnTo>
                    <a:pt x="427" y="150"/>
                  </a:lnTo>
                  <a:lnTo>
                    <a:pt x="429" y="152"/>
                  </a:lnTo>
                  <a:lnTo>
                    <a:pt x="429" y="154"/>
                  </a:lnTo>
                  <a:lnTo>
                    <a:pt x="429" y="154"/>
                  </a:lnTo>
                  <a:lnTo>
                    <a:pt x="429" y="154"/>
                  </a:lnTo>
                  <a:lnTo>
                    <a:pt x="429" y="156"/>
                  </a:lnTo>
                  <a:lnTo>
                    <a:pt x="429" y="156"/>
                  </a:lnTo>
                  <a:lnTo>
                    <a:pt x="431" y="156"/>
                  </a:lnTo>
                  <a:lnTo>
                    <a:pt x="431" y="156"/>
                  </a:lnTo>
                  <a:lnTo>
                    <a:pt x="433" y="156"/>
                  </a:lnTo>
                  <a:lnTo>
                    <a:pt x="435" y="154"/>
                  </a:lnTo>
                  <a:lnTo>
                    <a:pt x="435" y="154"/>
                  </a:lnTo>
                  <a:lnTo>
                    <a:pt x="437" y="152"/>
                  </a:lnTo>
                  <a:lnTo>
                    <a:pt x="439" y="150"/>
                  </a:lnTo>
                  <a:lnTo>
                    <a:pt x="441" y="148"/>
                  </a:lnTo>
                  <a:lnTo>
                    <a:pt x="441" y="146"/>
                  </a:lnTo>
                  <a:lnTo>
                    <a:pt x="441" y="144"/>
                  </a:lnTo>
                  <a:lnTo>
                    <a:pt x="441" y="144"/>
                  </a:lnTo>
                  <a:lnTo>
                    <a:pt x="441" y="142"/>
                  </a:lnTo>
                  <a:lnTo>
                    <a:pt x="444" y="139"/>
                  </a:lnTo>
                  <a:lnTo>
                    <a:pt x="444" y="137"/>
                  </a:lnTo>
                  <a:lnTo>
                    <a:pt x="446" y="137"/>
                  </a:lnTo>
                  <a:lnTo>
                    <a:pt x="446" y="137"/>
                  </a:lnTo>
                  <a:lnTo>
                    <a:pt x="446" y="137"/>
                  </a:lnTo>
                  <a:lnTo>
                    <a:pt x="448" y="137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52" y="133"/>
                  </a:lnTo>
                  <a:lnTo>
                    <a:pt x="452" y="133"/>
                  </a:lnTo>
                  <a:lnTo>
                    <a:pt x="452" y="133"/>
                  </a:lnTo>
                  <a:lnTo>
                    <a:pt x="456" y="133"/>
                  </a:lnTo>
                  <a:lnTo>
                    <a:pt x="464" y="131"/>
                  </a:lnTo>
                  <a:lnTo>
                    <a:pt x="465" y="129"/>
                  </a:lnTo>
                  <a:lnTo>
                    <a:pt x="471" y="125"/>
                  </a:lnTo>
                  <a:lnTo>
                    <a:pt x="475" y="122"/>
                  </a:lnTo>
                  <a:lnTo>
                    <a:pt x="479" y="118"/>
                  </a:lnTo>
                  <a:lnTo>
                    <a:pt x="481" y="112"/>
                  </a:lnTo>
                  <a:lnTo>
                    <a:pt x="483" y="112"/>
                  </a:lnTo>
                  <a:lnTo>
                    <a:pt x="485" y="108"/>
                  </a:lnTo>
                  <a:lnTo>
                    <a:pt x="485" y="108"/>
                  </a:lnTo>
                  <a:lnTo>
                    <a:pt x="486" y="108"/>
                  </a:lnTo>
                  <a:lnTo>
                    <a:pt x="486" y="108"/>
                  </a:lnTo>
                  <a:lnTo>
                    <a:pt x="486" y="108"/>
                  </a:lnTo>
                  <a:lnTo>
                    <a:pt x="490" y="110"/>
                  </a:lnTo>
                  <a:lnTo>
                    <a:pt x="490" y="110"/>
                  </a:lnTo>
                  <a:lnTo>
                    <a:pt x="492" y="110"/>
                  </a:lnTo>
                  <a:lnTo>
                    <a:pt x="494" y="110"/>
                  </a:lnTo>
                  <a:lnTo>
                    <a:pt x="496" y="110"/>
                  </a:lnTo>
                  <a:lnTo>
                    <a:pt x="496" y="110"/>
                  </a:lnTo>
                  <a:lnTo>
                    <a:pt x="507" y="103"/>
                  </a:lnTo>
                  <a:lnTo>
                    <a:pt x="507" y="103"/>
                  </a:lnTo>
                  <a:lnTo>
                    <a:pt x="507" y="103"/>
                  </a:lnTo>
                  <a:lnTo>
                    <a:pt x="507" y="103"/>
                  </a:lnTo>
                  <a:lnTo>
                    <a:pt x="507" y="101"/>
                  </a:lnTo>
                  <a:lnTo>
                    <a:pt x="509" y="101"/>
                  </a:lnTo>
                  <a:lnTo>
                    <a:pt x="509" y="99"/>
                  </a:lnTo>
                  <a:lnTo>
                    <a:pt x="511" y="99"/>
                  </a:lnTo>
                  <a:lnTo>
                    <a:pt x="511" y="99"/>
                  </a:lnTo>
                  <a:lnTo>
                    <a:pt x="511" y="97"/>
                  </a:lnTo>
                  <a:lnTo>
                    <a:pt x="513" y="99"/>
                  </a:lnTo>
                  <a:lnTo>
                    <a:pt x="515" y="99"/>
                  </a:lnTo>
                  <a:lnTo>
                    <a:pt x="517" y="99"/>
                  </a:lnTo>
                  <a:lnTo>
                    <a:pt x="517" y="97"/>
                  </a:lnTo>
                  <a:lnTo>
                    <a:pt x="523" y="95"/>
                  </a:lnTo>
                  <a:lnTo>
                    <a:pt x="526" y="91"/>
                  </a:lnTo>
                  <a:lnTo>
                    <a:pt x="528" y="89"/>
                  </a:lnTo>
                  <a:lnTo>
                    <a:pt x="530" y="89"/>
                  </a:lnTo>
                  <a:lnTo>
                    <a:pt x="530" y="89"/>
                  </a:lnTo>
                  <a:lnTo>
                    <a:pt x="532" y="87"/>
                  </a:lnTo>
                  <a:lnTo>
                    <a:pt x="536" y="85"/>
                  </a:lnTo>
                  <a:lnTo>
                    <a:pt x="536" y="83"/>
                  </a:lnTo>
                  <a:lnTo>
                    <a:pt x="538" y="82"/>
                  </a:lnTo>
                  <a:lnTo>
                    <a:pt x="538" y="82"/>
                  </a:lnTo>
                  <a:lnTo>
                    <a:pt x="538" y="78"/>
                  </a:lnTo>
                  <a:lnTo>
                    <a:pt x="538" y="78"/>
                  </a:lnTo>
                  <a:lnTo>
                    <a:pt x="540" y="76"/>
                  </a:lnTo>
                  <a:lnTo>
                    <a:pt x="540" y="76"/>
                  </a:lnTo>
                  <a:lnTo>
                    <a:pt x="542" y="76"/>
                  </a:lnTo>
                  <a:lnTo>
                    <a:pt x="544" y="74"/>
                  </a:lnTo>
                  <a:lnTo>
                    <a:pt x="544" y="74"/>
                  </a:lnTo>
                  <a:lnTo>
                    <a:pt x="545" y="74"/>
                  </a:lnTo>
                  <a:lnTo>
                    <a:pt x="547" y="76"/>
                  </a:lnTo>
                  <a:lnTo>
                    <a:pt x="549" y="78"/>
                  </a:lnTo>
                  <a:lnTo>
                    <a:pt x="551" y="78"/>
                  </a:lnTo>
                  <a:lnTo>
                    <a:pt x="553" y="80"/>
                  </a:lnTo>
                  <a:lnTo>
                    <a:pt x="568" y="72"/>
                  </a:lnTo>
                  <a:lnTo>
                    <a:pt x="568" y="72"/>
                  </a:lnTo>
                  <a:lnTo>
                    <a:pt x="572" y="74"/>
                  </a:lnTo>
                  <a:lnTo>
                    <a:pt x="572" y="74"/>
                  </a:lnTo>
                  <a:lnTo>
                    <a:pt x="574" y="72"/>
                  </a:lnTo>
                  <a:lnTo>
                    <a:pt x="574" y="72"/>
                  </a:lnTo>
                  <a:lnTo>
                    <a:pt x="574" y="72"/>
                  </a:lnTo>
                  <a:lnTo>
                    <a:pt x="578" y="74"/>
                  </a:lnTo>
                  <a:lnTo>
                    <a:pt x="578" y="74"/>
                  </a:lnTo>
                  <a:lnTo>
                    <a:pt x="578" y="74"/>
                  </a:lnTo>
                  <a:lnTo>
                    <a:pt x="578" y="72"/>
                  </a:lnTo>
                  <a:lnTo>
                    <a:pt x="578" y="72"/>
                  </a:lnTo>
                  <a:lnTo>
                    <a:pt x="580" y="70"/>
                  </a:lnTo>
                  <a:lnTo>
                    <a:pt x="580" y="70"/>
                  </a:lnTo>
                  <a:lnTo>
                    <a:pt x="582" y="70"/>
                  </a:lnTo>
                  <a:lnTo>
                    <a:pt x="582" y="70"/>
                  </a:lnTo>
                  <a:lnTo>
                    <a:pt x="582" y="70"/>
                  </a:lnTo>
                  <a:lnTo>
                    <a:pt x="582" y="70"/>
                  </a:lnTo>
                  <a:lnTo>
                    <a:pt x="584" y="68"/>
                  </a:lnTo>
                  <a:lnTo>
                    <a:pt x="584" y="68"/>
                  </a:lnTo>
                  <a:lnTo>
                    <a:pt x="584" y="66"/>
                  </a:lnTo>
                  <a:lnTo>
                    <a:pt x="584" y="66"/>
                  </a:lnTo>
                  <a:lnTo>
                    <a:pt x="584" y="66"/>
                  </a:lnTo>
                  <a:lnTo>
                    <a:pt x="586" y="64"/>
                  </a:lnTo>
                  <a:lnTo>
                    <a:pt x="586" y="64"/>
                  </a:lnTo>
                  <a:lnTo>
                    <a:pt x="587" y="64"/>
                  </a:lnTo>
                  <a:lnTo>
                    <a:pt x="587" y="64"/>
                  </a:lnTo>
                  <a:lnTo>
                    <a:pt x="587" y="64"/>
                  </a:lnTo>
                  <a:lnTo>
                    <a:pt x="587" y="61"/>
                  </a:lnTo>
                  <a:lnTo>
                    <a:pt x="587" y="61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68" name="Freeform 71">
              <a:extLst>
                <a:ext uri="{FF2B5EF4-FFF2-40B4-BE49-F238E27FC236}">
                  <a16:creationId xmlns:a16="http://schemas.microsoft.com/office/drawing/2014/main" id="{5A2DD664-5969-79CE-5FA5-A888571CD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313" y="2514600"/>
              <a:ext cx="931863" cy="627063"/>
            </a:xfrm>
            <a:custGeom>
              <a:avLst/>
              <a:gdLst>
                <a:gd name="T0" fmla="*/ 576 w 587"/>
                <a:gd name="T1" fmla="*/ 57 h 395"/>
                <a:gd name="T2" fmla="*/ 566 w 587"/>
                <a:gd name="T3" fmla="*/ 36 h 395"/>
                <a:gd name="T4" fmla="*/ 544 w 587"/>
                <a:gd name="T5" fmla="*/ 9 h 395"/>
                <a:gd name="T6" fmla="*/ 462 w 587"/>
                <a:gd name="T7" fmla="*/ 34 h 395"/>
                <a:gd name="T8" fmla="*/ 425 w 587"/>
                <a:gd name="T9" fmla="*/ 36 h 395"/>
                <a:gd name="T10" fmla="*/ 397 w 587"/>
                <a:gd name="T11" fmla="*/ 70 h 395"/>
                <a:gd name="T12" fmla="*/ 359 w 587"/>
                <a:gd name="T13" fmla="*/ 106 h 395"/>
                <a:gd name="T14" fmla="*/ 292 w 587"/>
                <a:gd name="T15" fmla="*/ 97 h 395"/>
                <a:gd name="T16" fmla="*/ 223 w 587"/>
                <a:gd name="T17" fmla="*/ 110 h 395"/>
                <a:gd name="T18" fmla="*/ 202 w 587"/>
                <a:gd name="T19" fmla="*/ 118 h 395"/>
                <a:gd name="T20" fmla="*/ 161 w 587"/>
                <a:gd name="T21" fmla="*/ 118 h 395"/>
                <a:gd name="T22" fmla="*/ 119 w 587"/>
                <a:gd name="T23" fmla="*/ 125 h 395"/>
                <a:gd name="T24" fmla="*/ 29 w 587"/>
                <a:gd name="T25" fmla="*/ 131 h 395"/>
                <a:gd name="T26" fmla="*/ 18 w 587"/>
                <a:gd name="T27" fmla="*/ 167 h 395"/>
                <a:gd name="T28" fmla="*/ 8 w 587"/>
                <a:gd name="T29" fmla="*/ 180 h 395"/>
                <a:gd name="T30" fmla="*/ 6 w 587"/>
                <a:gd name="T31" fmla="*/ 190 h 395"/>
                <a:gd name="T32" fmla="*/ 14 w 587"/>
                <a:gd name="T33" fmla="*/ 205 h 395"/>
                <a:gd name="T34" fmla="*/ 16 w 587"/>
                <a:gd name="T35" fmla="*/ 251 h 395"/>
                <a:gd name="T36" fmla="*/ 31 w 587"/>
                <a:gd name="T37" fmla="*/ 249 h 395"/>
                <a:gd name="T38" fmla="*/ 29 w 587"/>
                <a:gd name="T39" fmla="*/ 230 h 395"/>
                <a:gd name="T40" fmla="*/ 61 w 587"/>
                <a:gd name="T41" fmla="*/ 207 h 395"/>
                <a:gd name="T42" fmla="*/ 82 w 587"/>
                <a:gd name="T43" fmla="*/ 213 h 395"/>
                <a:gd name="T44" fmla="*/ 92 w 587"/>
                <a:gd name="T45" fmla="*/ 213 h 395"/>
                <a:gd name="T46" fmla="*/ 122 w 587"/>
                <a:gd name="T47" fmla="*/ 211 h 395"/>
                <a:gd name="T48" fmla="*/ 132 w 587"/>
                <a:gd name="T49" fmla="*/ 222 h 395"/>
                <a:gd name="T50" fmla="*/ 157 w 587"/>
                <a:gd name="T51" fmla="*/ 222 h 395"/>
                <a:gd name="T52" fmla="*/ 174 w 587"/>
                <a:gd name="T53" fmla="*/ 209 h 395"/>
                <a:gd name="T54" fmla="*/ 183 w 587"/>
                <a:gd name="T55" fmla="*/ 213 h 395"/>
                <a:gd name="T56" fmla="*/ 208 w 587"/>
                <a:gd name="T57" fmla="*/ 201 h 395"/>
                <a:gd name="T58" fmla="*/ 233 w 587"/>
                <a:gd name="T59" fmla="*/ 207 h 395"/>
                <a:gd name="T60" fmla="*/ 233 w 587"/>
                <a:gd name="T61" fmla="*/ 238 h 395"/>
                <a:gd name="T62" fmla="*/ 265 w 587"/>
                <a:gd name="T63" fmla="*/ 239 h 395"/>
                <a:gd name="T64" fmla="*/ 279 w 587"/>
                <a:gd name="T65" fmla="*/ 249 h 395"/>
                <a:gd name="T66" fmla="*/ 281 w 587"/>
                <a:gd name="T67" fmla="*/ 264 h 395"/>
                <a:gd name="T68" fmla="*/ 290 w 587"/>
                <a:gd name="T69" fmla="*/ 281 h 395"/>
                <a:gd name="T70" fmla="*/ 265 w 587"/>
                <a:gd name="T71" fmla="*/ 295 h 395"/>
                <a:gd name="T72" fmla="*/ 258 w 587"/>
                <a:gd name="T73" fmla="*/ 312 h 395"/>
                <a:gd name="T74" fmla="*/ 250 w 587"/>
                <a:gd name="T75" fmla="*/ 325 h 395"/>
                <a:gd name="T76" fmla="*/ 239 w 587"/>
                <a:gd name="T77" fmla="*/ 329 h 395"/>
                <a:gd name="T78" fmla="*/ 241 w 587"/>
                <a:gd name="T79" fmla="*/ 371 h 395"/>
                <a:gd name="T80" fmla="*/ 256 w 587"/>
                <a:gd name="T81" fmla="*/ 388 h 395"/>
                <a:gd name="T82" fmla="*/ 273 w 587"/>
                <a:gd name="T83" fmla="*/ 386 h 395"/>
                <a:gd name="T84" fmla="*/ 288 w 587"/>
                <a:gd name="T85" fmla="*/ 361 h 395"/>
                <a:gd name="T86" fmla="*/ 317 w 587"/>
                <a:gd name="T87" fmla="*/ 352 h 395"/>
                <a:gd name="T88" fmla="*/ 321 w 587"/>
                <a:gd name="T89" fmla="*/ 327 h 395"/>
                <a:gd name="T90" fmla="*/ 332 w 587"/>
                <a:gd name="T91" fmla="*/ 316 h 395"/>
                <a:gd name="T92" fmla="*/ 336 w 587"/>
                <a:gd name="T93" fmla="*/ 302 h 395"/>
                <a:gd name="T94" fmla="*/ 351 w 587"/>
                <a:gd name="T95" fmla="*/ 268 h 395"/>
                <a:gd name="T96" fmla="*/ 342 w 587"/>
                <a:gd name="T97" fmla="*/ 255 h 395"/>
                <a:gd name="T98" fmla="*/ 372 w 587"/>
                <a:gd name="T99" fmla="*/ 215 h 395"/>
                <a:gd name="T100" fmla="*/ 384 w 587"/>
                <a:gd name="T101" fmla="*/ 219 h 395"/>
                <a:gd name="T102" fmla="*/ 401 w 587"/>
                <a:gd name="T103" fmla="*/ 211 h 395"/>
                <a:gd name="T104" fmla="*/ 410 w 587"/>
                <a:gd name="T105" fmla="*/ 175 h 395"/>
                <a:gd name="T106" fmla="*/ 429 w 587"/>
                <a:gd name="T107" fmla="*/ 156 h 395"/>
                <a:gd name="T108" fmla="*/ 446 w 587"/>
                <a:gd name="T109" fmla="*/ 137 h 395"/>
                <a:gd name="T110" fmla="*/ 486 w 587"/>
                <a:gd name="T111" fmla="*/ 108 h 395"/>
                <a:gd name="T112" fmla="*/ 511 w 587"/>
                <a:gd name="T113" fmla="*/ 99 h 395"/>
                <a:gd name="T114" fmla="*/ 538 w 587"/>
                <a:gd name="T115" fmla="*/ 78 h 395"/>
                <a:gd name="T116" fmla="*/ 574 w 587"/>
                <a:gd name="T117" fmla="*/ 72 h 395"/>
                <a:gd name="T118" fmla="*/ 586 w 587"/>
                <a:gd name="T119" fmla="*/ 6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87" h="395">
                  <a:moveTo>
                    <a:pt x="587" y="61"/>
                  </a:moveTo>
                  <a:lnTo>
                    <a:pt x="586" y="59"/>
                  </a:lnTo>
                  <a:lnTo>
                    <a:pt x="586" y="57"/>
                  </a:lnTo>
                  <a:lnTo>
                    <a:pt x="584" y="57"/>
                  </a:lnTo>
                  <a:lnTo>
                    <a:pt x="584" y="55"/>
                  </a:lnTo>
                  <a:lnTo>
                    <a:pt x="582" y="55"/>
                  </a:lnTo>
                  <a:lnTo>
                    <a:pt x="582" y="57"/>
                  </a:lnTo>
                  <a:lnTo>
                    <a:pt x="582" y="57"/>
                  </a:lnTo>
                  <a:lnTo>
                    <a:pt x="580" y="57"/>
                  </a:lnTo>
                  <a:lnTo>
                    <a:pt x="580" y="57"/>
                  </a:lnTo>
                  <a:lnTo>
                    <a:pt x="580" y="57"/>
                  </a:lnTo>
                  <a:lnTo>
                    <a:pt x="576" y="61"/>
                  </a:lnTo>
                  <a:lnTo>
                    <a:pt x="576" y="61"/>
                  </a:lnTo>
                  <a:lnTo>
                    <a:pt x="576" y="61"/>
                  </a:lnTo>
                  <a:lnTo>
                    <a:pt x="576" y="61"/>
                  </a:lnTo>
                  <a:lnTo>
                    <a:pt x="576" y="59"/>
                  </a:lnTo>
                  <a:lnTo>
                    <a:pt x="576" y="57"/>
                  </a:lnTo>
                  <a:lnTo>
                    <a:pt x="576" y="57"/>
                  </a:lnTo>
                  <a:lnTo>
                    <a:pt x="574" y="55"/>
                  </a:lnTo>
                  <a:lnTo>
                    <a:pt x="574" y="55"/>
                  </a:lnTo>
                  <a:lnTo>
                    <a:pt x="574" y="55"/>
                  </a:lnTo>
                  <a:lnTo>
                    <a:pt x="576" y="51"/>
                  </a:lnTo>
                  <a:lnTo>
                    <a:pt x="576" y="49"/>
                  </a:lnTo>
                  <a:lnTo>
                    <a:pt x="576" y="45"/>
                  </a:lnTo>
                  <a:lnTo>
                    <a:pt x="574" y="44"/>
                  </a:lnTo>
                  <a:lnTo>
                    <a:pt x="574" y="44"/>
                  </a:lnTo>
                  <a:lnTo>
                    <a:pt x="572" y="42"/>
                  </a:lnTo>
                  <a:lnTo>
                    <a:pt x="570" y="42"/>
                  </a:lnTo>
                  <a:lnTo>
                    <a:pt x="570" y="40"/>
                  </a:lnTo>
                  <a:lnTo>
                    <a:pt x="570" y="40"/>
                  </a:lnTo>
                  <a:lnTo>
                    <a:pt x="568" y="40"/>
                  </a:lnTo>
                  <a:lnTo>
                    <a:pt x="568" y="38"/>
                  </a:lnTo>
                  <a:lnTo>
                    <a:pt x="566" y="38"/>
                  </a:lnTo>
                  <a:lnTo>
                    <a:pt x="566" y="36"/>
                  </a:lnTo>
                  <a:lnTo>
                    <a:pt x="566" y="30"/>
                  </a:lnTo>
                  <a:lnTo>
                    <a:pt x="566" y="30"/>
                  </a:lnTo>
                  <a:lnTo>
                    <a:pt x="565" y="28"/>
                  </a:lnTo>
                  <a:lnTo>
                    <a:pt x="566" y="26"/>
                  </a:lnTo>
                  <a:lnTo>
                    <a:pt x="568" y="23"/>
                  </a:lnTo>
                  <a:lnTo>
                    <a:pt x="576" y="13"/>
                  </a:lnTo>
                  <a:lnTo>
                    <a:pt x="580" y="7"/>
                  </a:lnTo>
                  <a:lnTo>
                    <a:pt x="582" y="4"/>
                  </a:lnTo>
                  <a:lnTo>
                    <a:pt x="584" y="2"/>
                  </a:lnTo>
                  <a:lnTo>
                    <a:pt x="584" y="0"/>
                  </a:lnTo>
                  <a:lnTo>
                    <a:pt x="584" y="0"/>
                  </a:lnTo>
                  <a:lnTo>
                    <a:pt x="584" y="0"/>
                  </a:lnTo>
                  <a:lnTo>
                    <a:pt x="561" y="0"/>
                  </a:lnTo>
                  <a:lnTo>
                    <a:pt x="555" y="2"/>
                  </a:lnTo>
                  <a:lnTo>
                    <a:pt x="547" y="6"/>
                  </a:lnTo>
                  <a:lnTo>
                    <a:pt x="545" y="7"/>
                  </a:lnTo>
                  <a:lnTo>
                    <a:pt x="544" y="9"/>
                  </a:lnTo>
                  <a:lnTo>
                    <a:pt x="540" y="11"/>
                  </a:lnTo>
                  <a:lnTo>
                    <a:pt x="532" y="13"/>
                  </a:lnTo>
                  <a:lnTo>
                    <a:pt x="528" y="13"/>
                  </a:lnTo>
                  <a:lnTo>
                    <a:pt x="528" y="11"/>
                  </a:lnTo>
                  <a:lnTo>
                    <a:pt x="526" y="11"/>
                  </a:lnTo>
                  <a:lnTo>
                    <a:pt x="525" y="11"/>
                  </a:lnTo>
                  <a:lnTo>
                    <a:pt x="523" y="9"/>
                  </a:lnTo>
                  <a:lnTo>
                    <a:pt x="523" y="9"/>
                  </a:lnTo>
                  <a:lnTo>
                    <a:pt x="521" y="9"/>
                  </a:lnTo>
                  <a:lnTo>
                    <a:pt x="517" y="13"/>
                  </a:lnTo>
                  <a:lnTo>
                    <a:pt x="488" y="23"/>
                  </a:lnTo>
                  <a:lnTo>
                    <a:pt x="485" y="25"/>
                  </a:lnTo>
                  <a:lnTo>
                    <a:pt x="477" y="28"/>
                  </a:lnTo>
                  <a:lnTo>
                    <a:pt x="475" y="30"/>
                  </a:lnTo>
                  <a:lnTo>
                    <a:pt x="475" y="30"/>
                  </a:lnTo>
                  <a:lnTo>
                    <a:pt x="467" y="32"/>
                  </a:lnTo>
                  <a:lnTo>
                    <a:pt x="462" y="34"/>
                  </a:lnTo>
                  <a:lnTo>
                    <a:pt x="458" y="36"/>
                  </a:lnTo>
                  <a:lnTo>
                    <a:pt x="454" y="38"/>
                  </a:lnTo>
                  <a:lnTo>
                    <a:pt x="452" y="40"/>
                  </a:lnTo>
                  <a:lnTo>
                    <a:pt x="450" y="40"/>
                  </a:lnTo>
                  <a:lnTo>
                    <a:pt x="448" y="40"/>
                  </a:lnTo>
                  <a:lnTo>
                    <a:pt x="448" y="40"/>
                  </a:lnTo>
                  <a:lnTo>
                    <a:pt x="444" y="42"/>
                  </a:lnTo>
                  <a:lnTo>
                    <a:pt x="443" y="38"/>
                  </a:lnTo>
                  <a:lnTo>
                    <a:pt x="433" y="42"/>
                  </a:lnTo>
                  <a:lnTo>
                    <a:pt x="431" y="40"/>
                  </a:lnTo>
                  <a:lnTo>
                    <a:pt x="429" y="40"/>
                  </a:lnTo>
                  <a:lnTo>
                    <a:pt x="427" y="38"/>
                  </a:lnTo>
                  <a:lnTo>
                    <a:pt x="427" y="38"/>
                  </a:lnTo>
                  <a:lnTo>
                    <a:pt x="427" y="36"/>
                  </a:lnTo>
                  <a:lnTo>
                    <a:pt x="425" y="36"/>
                  </a:lnTo>
                  <a:lnTo>
                    <a:pt x="425" y="36"/>
                  </a:lnTo>
                  <a:lnTo>
                    <a:pt x="425" y="36"/>
                  </a:lnTo>
                  <a:lnTo>
                    <a:pt x="424" y="36"/>
                  </a:lnTo>
                  <a:lnTo>
                    <a:pt x="422" y="38"/>
                  </a:lnTo>
                  <a:lnTo>
                    <a:pt x="422" y="40"/>
                  </a:lnTo>
                  <a:lnTo>
                    <a:pt x="422" y="42"/>
                  </a:lnTo>
                  <a:lnTo>
                    <a:pt x="422" y="42"/>
                  </a:lnTo>
                  <a:lnTo>
                    <a:pt x="424" y="44"/>
                  </a:lnTo>
                  <a:lnTo>
                    <a:pt x="424" y="44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4" y="47"/>
                  </a:lnTo>
                  <a:lnTo>
                    <a:pt x="424" y="47"/>
                  </a:lnTo>
                  <a:lnTo>
                    <a:pt x="412" y="59"/>
                  </a:lnTo>
                  <a:lnTo>
                    <a:pt x="408" y="63"/>
                  </a:lnTo>
                  <a:lnTo>
                    <a:pt x="404" y="64"/>
                  </a:lnTo>
                  <a:lnTo>
                    <a:pt x="401" y="68"/>
                  </a:lnTo>
                  <a:lnTo>
                    <a:pt x="401" y="68"/>
                  </a:lnTo>
                  <a:lnTo>
                    <a:pt x="397" y="70"/>
                  </a:lnTo>
                  <a:lnTo>
                    <a:pt x="387" y="82"/>
                  </a:lnTo>
                  <a:lnTo>
                    <a:pt x="387" y="82"/>
                  </a:lnTo>
                  <a:lnTo>
                    <a:pt x="385" y="83"/>
                  </a:lnTo>
                  <a:lnTo>
                    <a:pt x="385" y="85"/>
                  </a:lnTo>
                  <a:lnTo>
                    <a:pt x="385" y="87"/>
                  </a:lnTo>
                  <a:lnTo>
                    <a:pt x="385" y="91"/>
                  </a:lnTo>
                  <a:lnTo>
                    <a:pt x="385" y="91"/>
                  </a:lnTo>
                  <a:lnTo>
                    <a:pt x="385" y="93"/>
                  </a:lnTo>
                  <a:lnTo>
                    <a:pt x="384" y="95"/>
                  </a:lnTo>
                  <a:lnTo>
                    <a:pt x="380" y="97"/>
                  </a:lnTo>
                  <a:lnTo>
                    <a:pt x="380" y="97"/>
                  </a:lnTo>
                  <a:lnTo>
                    <a:pt x="378" y="99"/>
                  </a:lnTo>
                  <a:lnTo>
                    <a:pt x="376" y="101"/>
                  </a:lnTo>
                  <a:lnTo>
                    <a:pt x="374" y="103"/>
                  </a:lnTo>
                  <a:lnTo>
                    <a:pt x="368" y="104"/>
                  </a:lnTo>
                  <a:lnTo>
                    <a:pt x="364" y="104"/>
                  </a:lnTo>
                  <a:lnTo>
                    <a:pt x="359" y="106"/>
                  </a:lnTo>
                  <a:lnTo>
                    <a:pt x="357" y="106"/>
                  </a:lnTo>
                  <a:lnTo>
                    <a:pt x="353" y="108"/>
                  </a:lnTo>
                  <a:lnTo>
                    <a:pt x="351" y="108"/>
                  </a:lnTo>
                  <a:lnTo>
                    <a:pt x="349" y="106"/>
                  </a:lnTo>
                  <a:lnTo>
                    <a:pt x="347" y="104"/>
                  </a:lnTo>
                  <a:lnTo>
                    <a:pt x="345" y="104"/>
                  </a:lnTo>
                  <a:lnTo>
                    <a:pt x="343" y="104"/>
                  </a:lnTo>
                  <a:lnTo>
                    <a:pt x="311" y="108"/>
                  </a:lnTo>
                  <a:lnTo>
                    <a:pt x="307" y="106"/>
                  </a:lnTo>
                  <a:lnTo>
                    <a:pt x="305" y="106"/>
                  </a:lnTo>
                  <a:lnTo>
                    <a:pt x="303" y="104"/>
                  </a:lnTo>
                  <a:lnTo>
                    <a:pt x="303" y="104"/>
                  </a:lnTo>
                  <a:lnTo>
                    <a:pt x="303" y="103"/>
                  </a:lnTo>
                  <a:lnTo>
                    <a:pt x="303" y="103"/>
                  </a:lnTo>
                  <a:lnTo>
                    <a:pt x="303" y="103"/>
                  </a:lnTo>
                  <a:lnTo>
                    <a:pt x="300" y="101"/>
                  </a:lnTo>
                  <a:lnTo>
                    <a:pt x="292" y="97"/>
                  </a:lnTo>
                  <a:lnTo>
                    <a:pt x="284" y="97"/>
                  </a:lnTo>
                  <a:lnTo>
                    <a:pt x="281" y="95"/>
                  </a:lnTo>
                  <a:lnTo>
                    <a:pt x="279" y="97"/>
                  </a:lnTo>
                  <a:lnTo>
                    <a:pt x="277" y="99"/>
                  </a:lnTo>
                  <a:lnTo>
                    <a:pt x="277" y="99"/>
                  </a:lnTo>
                  <a:lnTo>
                    <a:pt x="275" y="101"/>
                  </a:lnTo>
                  <a:lnTo>
                    <a:pt x="273" y="103"/>
                  </a:lnTo>
                  <a:lnTo>
                    <a:pt x="267" y="103"/>
                  </a:lnTo>
                  <a:lnTo>
                    <a:pt x="262" y="104"/>
                  </a:lnTo>
                  <a:lnTo>
                    <a:pt x="250" y="108"/>
                  </a:lnTo>
                  <a:lnTo>
                    <a:pt x="246" y="110"/>
                  </a:lnTo>
                  <a:lnTo>
                    <a:pt x="246" y="110"/>
                  </a:lnTo>
                  <a:lnTo>
                    <a:pt x="243" y="110"/>
                  </a:lnTo>
                  <a:lnTo>
                    <a:pt x="241" y="110"/>
                  </a:lnTo>
                  <a:lnTo>
                    <a:pt x="237" y="112"/>
                  </a:lnTo>
                  <a:lnTo>
                    <a:pt x="227" y="110"/>
                  </a:lnTo>
                  <a:lnTo>
                    <a:pt x="223" y="110"/>
                  </a:lnTo>
                  <a:lnTo>
                    <a:pt x="223" y="114"/>
                  </a:lnTo>
                  <a:lnTo>
                    <a:pt x="220" y="118"/>
                  </a:lnTo>
                  <a:lnTo>
                    <a:pt x="214" y="118"/>
                  </a:lnTo>
                  <a:lnTo>
                    <a:pt x="212" y="118"/>
                  </a:lnTo>
                  <a:lnTo>
                    <a:pt x="210" y="116"/>
                  </a:lnTo>
                  <a:lnTo>
                    <a:pt x="208" y="114"/>
                  </a:lnTo>
                  <a:lnTo>
                    <a:pt x="206" y="114"/>
                  </a:lnTo>
                  <a:lnTo>
                    <a:pt x="206" y="116"/>
                  </a:lnTo>
                  <a:lnTo>
                    <a:pt x="206" y="118"/>
                  </a:lnTo>
                  <a:lnTo>
                    <a:pt x="204" y="120"/>
                  </a:lnTo>
                  <a:lnTo>
                    <a:pt x="206" y="120"/>
                  </a:lnTo>
                  <a:lnTo>
                    <a:pt x="206" y="122"/>
                  </a:lnTo>
                  <a:lnTo>
                    <a:pt x="206" y="123"/>
                  </a:lnTo>
                  <a:lnTo>
                    <a:pt x="204" y="123"/>
                  </a:lnTo>
                  <a:lnTo>
                    <a:pt x="202" y="122"/>
                  </a:lnTo>
                  <a:lnTo>
                    <a:pt x="202" y="120"/>
                  </a:lnTo>
                  <a:lnTo>
                    <a:pt x="202" y="118"/>
                  </a:lnTo>
                  <a:lnTo>
                    <a:pt x="201" y="118"/>
                  </a:lnTo>
                  <a:lnTo>
                    <a:pt x="199" y="118"/>
                  </a:lnTo>
                  <a:lnTo>
                    <a:pt x="191" y="122"/>
                  </a:lnTo>
                  <a:lnTo>
                    <a:pt x="189" y="123"/>
                  </a:lnTo>
                  <a:lnTo>
                    <a:pt x="185" y="123"/>
                  </a:lnTo>
                  <a:lnTo>
                    <a:pt x="183" y="123"/>
                  </a:lnTo>
                  <a:lnTo>
                    <a:pt x="180" y="122"/>
                  </a:lnTo>
                  <a:lnTo>
                    <a:pt x="178" y="122"/>
                  </a:lnTo>
                  <a:lnTo>
                    <a:pt x="174" y="123"/>
                  </a:lnTo>
                  <a:lnTo>
                    <a:pt x="172" y="123"/>
                  </a:lnTo>
                  <a:lnTo>
                    <a:pt x="172" y="122"/>
                  </a:lnTo>
                  <a:lnTo>
                    <a:pt x="168" y="118"/>
                  </a:lnTo>
                  <a:lnTo>
                    <a:pt x="168" y="116"/>
                  </a:lnTo>
                  <a:lnTo>
                    <a:pt x="166" y="116"/>
                  </a:lnTo>
                  <a:lnTo>
                    <a:pt x="162" y="116"/>
                  </a:lnTo>
                  <a:lnTo>
                    <a:pt x="162" y="116"/>
                  </a:lnTo>
                  <a:lnTo>
                    <a:pt x="161" y="118"/>
                  </a:lnTo>
                  <a:lnTo>
                    <a:pt x="159" y="120"/>
                  </a:lnTo>
                  <a:lnTo>
                    <a:pt x="159" y="122"/>
                  </a:lnTo>
                  <a:lnTo>
                    <a:pt x="157" y="123"/>
                  </a:lnTo>
                  <a:lnTo>
                    <a:pt x="157" y="123"/>
                  </a:lnTo>
                  <a:lnTo>
                    <a:pt x="155" y="125"/>
                  </a:lnTo>
                  <a:lnTo>
                    <a:pt x="153" y="125"/>
                  </a:lnTo>
                  <a:lnTo>
                    <a:pt x="151" y="125"/>
                  </a:lnTo>
                  <a:lnTo>
                    <a:pt x="149" y="125"/>
                  </a:lnTo>
                  <a:lnTo>
                    <a:pt x="149" y="125"/>
                  </a:lnTo>
                  <a:lnTo>
                    <a:pt x="145" y="123"/>
                  </a:lnTo>
                  <a:lnTo>
                    <a:pt x="143" y="123"/>
                  </a:lnTo>
                  <a:lnTo>
                    <a:pt x="136" y="123"/>
                  </a:lnTo>
                  <a:lnTo>
                    <a:pt x="132" y="123"/>
                  </a:lnTo>
                  <a:lnTo>
                    <a:pt x="130" y="123"/>
                  </a:lnTo>
                  <a:lnTo>
                    <a:pt x="126" y="125"/>
                  </a:lnTo>
                  <a:lnTo>
                    <a:pt x="124" y="125"/>
                  </a:lnTo>
                  <a:lnTo>
                    <a:pt x="119" y="125"/>
                  </a:lnTo>
                  <a:lnTo>
                    <a:pt x="98" y="127"/>
                  </a:lnTo>
                  <a:lnTo>
                    <a:pt x="86" y="125"/>
                  </a:lnTo>
                  <a:lnTo>
                    <a:pt x="77" y="120"/>
                  </a:lnTo>
                  <a:lnTo>
                    <a:pt x="67" y="114"/>
                  </a:lnTo>
                  <a:lnTo>
                    <a:pt x="63" y="114"/>
                  </a:lnTo>
                  <a:lnTo>
                    <a:pt x="61" y="114"/>
                  </a:lnTo>
                  <a:lnTo>
                    <a:pt x="61" y="116"/>
                  </a:lnTo>
                  <a:lnTo>
                    <a:pt x="60" y="116"/>
                  </a:lnTo>
                  <a:lnTo>
                    <a:pt x="58" y="118"/>
                  </a:lnTo>
                  <a:lnTo>
                    <a:pt x="56" y="118"/>
                  </a:lnTo>
                  <a:lnTo>
                    <a:pt x="54" y="118"/>
                  </a:lnTo>
                  <a:lnTo>
                    <a:pt x="52" y="118"/>
                  </a:lnTo>
                  <a:lnTo>
                    <a:pt x="48" y="120"/>
                  </a:lnTo>
                  <a:lnTo>
                    <a:pt x="46" y="125"/>
                  </a:lnTo>
                  <a:lnTo>
                    <a:pt x="44" y="129"/>
                  </a:lnTo>
                  <a:lnTo>
                    <a:pt x="41" y="129"/>
                  </a:lnTo>
                  <a:lnTo>
                    <a:pt x="29" y="131"/>
                  </a:lnTo>
                  <a:lnTo>
                    <a:pt x="23" y="131"/>
                  </a:lnTo>
                  <a:lnTo>
                    <a:pt x="21" y="133"/>
                  </a:lnTo>
                  <a:lnTo>
                    <a:pt x="21" y="131"/>
                  </a:lnTo>
                  <a:lnTo>
                    <a:pt x="20" y="131"/>
                  </a:lnTo>
                  <a:lnTo>
                    <a:pt x="20" y="131"/>
                  </a:lnTo>
                  <a:lnTo>
                    <a:pt x="18" y="133"/>
                  </a:lnTo>
                  <a:lnTo>
                    <a:pt x="20" y="139"/>
                  </a:lnTo>
                  <a:lnTo>
                    <a:pt x="21" y="141"/>
                  </a:lnTo>
                  <a:lnTo>
                    <a:pt x="21" y="150"/>
                  </a:lnTo>
                  <a:lnTo>
                    <a:pt x="20" y="154"/>
                  </a:lnTo>
                  <a:lnTo>
                    <a:pt x="20" y="154"/>
                  </a:lnTo>
                  <a:lnTo>
                    <a:pt x="20" y="154"/>
                  </a:lnTo>
                  <a:lnTo>
                    <a:pt x="20" y="154"/>
                  </a:lnTo>
                  <a:lnTo>
                    <a:pt x="20" y="158"/>
                  </a:lnTo>
                  <a:lnTo>
                    <a:pt x="18" y="160"/>
                  </a:lnTo>
                  <a:lnTo>
                    <a:pt x="18" y="167"/>
                  </a:lnTo>
                  <a:lnTo>
                    <a:pt x="18" y="167"/>
                  </a:lnTo>
                  <a:lnTo>
                    <a:pt x="18" y="167"/>
                  </a:lnTo>
                  <a:lnTo>
                    <a:pt x="16" y="167"/>
                  </a:lnTo>
                  <a:lnTo>
                    <a:pt x="16" y="169"/>
                  </a:lnTo>
                  <a:lnTo>
                    <a:pt x="16" y="169"/>
                  </a:lnTo>
                  <a:lnTo>
                    <a:pt x="16" y="169"/>
                  </a:lnTo>
                  <a:lnTo>
                    <a:pt x="16" y="169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73"/>
                  </a:lnTo>
                  <a:lnTo>
                    <a:pt x="14" y="173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0" y="179"/>
                  </a:lnTo>
                  <a:lnTo>
                    <a:pt x="8" y="179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8" y="182"/>
                  </a:lnTo>
                  <a:lnTo>
                    <a:pt x="8" y="182"/>
                  </a:lnTo>
                  <a:lnTo>
                    <a:pt x="8" y="184"/>
                  </a:lnTo>
                  <a:lnTo>
                    <a:pt x="6" y="184"/>
                  </a:lnTo>
                  <a:lnTo>
                    <a:pt x="4" y="184"/>
                  </a:lnTo>
                  <a:lnTo>
                    <a:pt x="2" y="186"/>
                  </a:lnTo>
                  <a:lnTo>
                    <a:pt x="0" y="186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90"/>
                  </a:lnTo>
                  <a:lnTo>
                    <a:pt x="2" y="190"/>
                  </a:lnTo>
                  <a:lnTo>
                    <a:pt x="2" y="190"/>
                  </a:lnTo>
                  <a:lnTo>
                    <a:pt x="4" y="190"/>
                  </a:lnTo>
                  <a:lnTo>
                    <a:pt x="4" y="190"/>
                  </a:lnTo>
                  <a:lnTo>
                    <a:pt x="6" y="190"/>
                  </a:lnTo>
                  <a:lnTo>
                    <a:pt x="6" y="192"/>
                  </a:lnTo>
                  <a:lnTo>
                    <a:pt x="6" y="194"/>
                  </a:lnTo>
                  <a:lnTo>
                    <a:pt x="8" y="196"/>
                  </a:lnTo>
                  <a:lnTo>
                    <a:pt x="8" y="198"/>
                  </a:lnTo>
                  <a:lnTo>
                    <a:pt x="10" y="198"/>
                  </a:lnTo>
                  <a:lnTo>
                    <a:pt x="8" y="199"/>
                  </a:lnTo>
                  <a:lnTo>
                    <a:pt x="8" y="201"/>
                  </a:lnTo>
                  <a:lnTo>
                    <a:pt x="10" y="201"/>
                  </a:lnTo>
                  <a:lnTo>
                    <a:pt x="12" y="205"/>
                  </a:lnTo>
                  <a:lnTo>
                    <a:pt x="12" y="205"/>
                  </a:lnTo>
                  <a:lnTo>
                    <a:pt x="12" y="207"/>
                  </a:lnTo>
                  <a:lnTo>
                    <a:pt x="14" y="207"/>
                  </a:lnTo>
                  <a:lnTo>
                    <a:pt x="14" y="207"/>
                  </a:lnTo>
                  <a:lnTo>
                    <a:pt x="14" y="205"/>
                  </a:lnTo>
                  <a:lnTo>
                    <a:pt x="14" y="205"/>
                  </a:lnTo>
                  <a:lnTo>
                    <a:pt x="14" y="205"/>
                  </a:lnTo>
                  <a:lnTo>
                    <a:pt x="14" y="205"/>
                  </a:lnTo>
                  <a:lnTo>
                    <a:pt x="14" y="205"/>
                  </a:lnTo>
                  <a:lnTo>
                    <a:pt x="16" y="205"/>
                  </a:lnTo>
                  <a:lnTo>
                    <a:pt x="16" y="205"/>
                  </a:lnTo>
                  <a:lnTo>
                    <a:pt x="16" y="207"/>
                  </a:lnTo>
                  <a:lnTo>
                    <a:pt x="16" y="209"/>
                  </a:lnTo>
                  <a:lnTo>
                    <a:pt x="14" y="211"/>
                  </a:lnTo>
                  <a:lnTo>
                    <a:pt x="12" y="211"/>
                  </a:lnTo>
                  <a:lnTo>
                    <a:pt x="14" y="211"/>
                  </a:lnTo>
                  <a:lnTo>
                    <a:pt x="16" y="213"/>
                  </a:lnTo>
                  <a:lnTo>
                    <a:pt x="18" y="213"/>
                  </a:lnTo>
                  <a:lnTo>
                    <a:pt x="16" y="215"/>
                  </a:lnTo>
                  <a:lnTo>
                    <a:pt x="12" y="222"/>
                  </a:lnTo>
                  <a:lnTo>
                    <a:pt x="12" y="224"/>
                  </a:lnTo>
                  <a:lnTo>
                    <a:pt x="14" y="234"/>
                  </a:lnTo>
                  <a:lnTo>
                    <a:pt x="16" y="239"/>
                  </a:lnTo>
                  <a:lnTo>
                    <a:pt x="18" y="243"/>
                  </a:lnTo>
                  <a:lnTo>
                    <a:pt x="16" y="251"/>
                  </a:lnTo>
                  <a:lnTo>
                    <a:pt x="16" y="258"/>
                  </a:lnTo>
                  <a:lnTo>
                    <a:pt x="14" y="262"/>
                  </a:lnTo>
                  <a:lnTo>
                    <a:pt x="18" y="262"/>
                  </a:lnTo>
                  <a:lnTo>
                    <a:pt x="21" y="260"/>
                  </a:lnTo>
                  <a:lnTo>
                    <a:pt x="21" y="260"/>
                  </a:lnTo>
                  <a:lnTo>
                    <a:pt x="21" y="260"/>
                  </a:lnTo>
                  <a:lnTo>
                    <a:pt x="21" y="258"/>
                  </a:lnTo>
                  <a:lnTo>
                    <a:pt x="23" y="257"/>
                  </a:lnTo>
                  <a:lnTo>
                    <a:pt x="23" y="255"/>
                  </a:lnTo>
                  <a:lnTo>
                    <a:pt x="23" y="253"/>
                  </a:lnTo>
                  <a:lnTo>
                    <a:pt x="23" y="251"/>
                  </a:lnTo>
                  <a:lnTo>
                    <a:pt x="25" y="251"/>
                  </a:lnTo>
                  <a:lnTo>
                    <a:pt x="27" y="251"/>
                  </a:lnTo>
                  <a:lnTo>
                    <a:pt x="29" y="251"/>
                  </a:lnTo>
                  <a:lnTo>
                    <a:pt x="31" y="249"/>
                  </a:lnTo>
                  <a:lnTo>
                    <a:pt x="31" y="249"/>
                  </a:lnTo>
                  <a:lnTo>
                    <a:pt x="31" y="249"/>
                  </a:lnTo>
                  <a:lnTo>
                    <a:pt x="33" y="247"/>
                  </a:lnTo>
                  <a:lnTo>
                    <a:pt x="33" y="247"/>
                  </a:lnTo>
                  <a:lnTo>
                    <a:pt x="33" y="245"/>
                  </a:lnTo>
                  <a:lnTo>
                    <a:pt x="33" y="245"/>
                  </a:lnTo>
                  <a:lnTo>
                    <a:pt x="31" y="245"/>
                  </a:lnTo>
                  <a:lnTo>
                    <a:pt x="29" y="243"/>
                  </a:lnTo>
                  <a:lnTo>
                    <a:pt x="29" y="241"/>
                  </a:lnTo>
                  <a:lnTo>
                    <a:pt x="27" y="241"/>
                  </a:lnTo>
                  <a:lnTo>
                    <a:pt x="27" y="239"/>
                  </a:lnTo>
                  <a:lnTo>
                    <a:pt x="27" y="238"/>
                  </a:lnTo>
                  <a:lnTo>
                    <a:pt x="27" y="236"/>
                  </a:lnTo>
                  <a:lnTo>
                    <a:pt x="27" y="236"/>
                  </a:lnTo>
                  <a:lnTo>
                    <a:pt x="27" y="234"/>
                  </a:lnTo>
                  <a:lnTo>
                    <a:pt x="27" y="232"/>
                  </a:lnTo>
                  <a:lnTo>
                    <a:pt x="29" y="230"/>
                  </a:lnTo>
                  <a:lnTo>
                    <a:pt x="29" y="230"/>
                  </a:lnTo>
                  <a:lnTo>
                    <a:pt x="29" y="230"/>
                  </a:lnTo>
                  <a:lnTo>
                    <a:pt x="29" y="228"/>
                  </a:lnTo>
                  <a:lnTo>
                    <a:pt x="29" y="226"/>
                  </a:lnTo>
                  <a:lnTo>
                    <a:pt x="31" y="224"/>
                  </a:lnTo>
                  <a:lnTo>
                    <a:pt x="31" y="224"/>
                  </a:lnTo>
                  <a:lnTo>
                    <a:pt x="35" y="220"/>
                  </a:lnTo>
                  <a:lnTo>
                    <a:pt x="35" y="220"/>
                  </a:lnTo>
                  <a:lnTo>
                    <a:pt x="35" y="219"/>
                  </a:lnTo>
                  <a:lnTo>
                    <a:pt x="37" y="217"/>
                  </a:lnTo>
                  <a:lnTo>
                    <a:pt x="37" y="217"/>
                  </a:lnTo>
                  <a:lnTo>
                    <a:pt x="41" y="213"/>
                  </a:lnTo>
                  <a:lnTo>
                    <a:pt x="42" y="211"/>
                  </a:lnTo>
                  <a:lnTo>
                    <a:pt x="42" y="211"/>
                  </a:lnTo>
                  <a:lnTo>
                    <a:pt x="44" y="209"/>
                  </a:lnTo>
                  <a:lnTo>
                    <a:pt x="52" y="209"/>
                  </a:lnTo>
                  <a:lnTo>
                    <a:pt x="58" y="209"/>
                  </a:lnTo>
                  <a:lnTo>
                    <a:pt x="60" y="207"/>
                  </a:lnTo>
                  <a:lnTo>
                    <a:pt x="61" y="207"/>
                  </a:lnTo>
                  <a:lnTo>
                    <a:pt x="63" y="207"/>
                  </a:lnTo>
                  <a:lnTo>
                    <a:pt x="63" y="207"/>
                  </a:lnTo>
                  <a:lnTo>
                    <a:pt x="65" y="205"/>
                  </a:lnTo>
                  <a:lnTo>
                    <a:pt x="67" y="203"/>
                  </a:lnTo>
                  <a:lnTo>
                    <a:pt x="67" y="203"/>
                  </a:lnTo>
                  <a:lnTo>
                    <a:pt x="69" y="203"/>
                  </a:lnTo>
                  <a:lnTo>
                    <a:pt x="73" y="205"/>
                  </a:lnTo>
                  <a:lnTo>
                    <a:pt x="75" y="205"/>
                  </a:lnTo>
                  <a:lnTo>
                    <a:pt x="77" y="205"/>
                  </a:lnTo>
                  <a:lnTo>
                    <a:pt x="77" y="205"/>
                  </a:lnTo>
                  <a:lnTo>
                    <a:pt x="79" y="205"/>
                  </a:lnTo>
                  <a:lnTo>
                    <a:pt x="81" y="205"/>
                  </a:lnTo>
                  <a:lnTo>
                    <a:pt x="82" y="207"/>
                  </a:lnTo>
                  <a:lnTo>
                    <a:pt x="82" y="209"/>
                  </a:lnTo>
                  <a:lnTo>
                    <a:pt x="82" y="209"/>
                  </a:lnTo>
                  <a:lnTo>
                    <a:pt x="82" y="211"/>
                  </a:lnTo>
                  <a:lnTo>
                    <a:pt x="82" y="213"/>
                  </a:lnTo>
                  <a:lnTo>
                    <a:pt x="81" y="213"/>
                  </a:lnTo>
                  <a:lnTo>
                    <a:pt x="81" y="215"/>
                  </a:lnTo>
                  <a:lnTo>
                    <a:pt x="81" y="215"/>
                  </a:lnTo>
                  <a:lnTo>
                    <a:pt x="81" y="215"/>
                  </a:lnTo>
                  <a:lnTo>
                    <a:pt x="82" y="215"/>
                  </a:lnTo>
                  <a:lnTo>
                    <a:pt x="86" y="213"/>
                  </a:lnTo>
                  <a:lnTo>
                    <a:pt x="86" y="211"/>
                  </a:lnTo>
                  <a:lnTo>
                    <a:pt x="86" y="211"/>
                  </a:lnTo>
                  <a:lnTo>
                    <a:pt x="88" y="209"/>
                  </a:lnTo>
                  <a:lnTo>
                    <a:pt x="88" y="209"/>
                  </a:lnTo>
                  <a:lnTo>
                    <a:pt x="88" y="209"/>
                  </a:lnTo>
                  <a:lnTo>
                    <a:pt x="90" y="209"/>
                  </a:lnTo>
                  <a:lnTo>
                    <a:pt x="90" y="211"/>
                  </a:lnTo>
                  <a:lnTo>
                    <a:pt x="90" y="211"/>
                  </a:lnTo>
                  <a:lnTo>
                    <a:pt x="90" y="211"/>
                  </a:lnTo>
                  <a:lnTo>
                    <a:pt x="90" y="213"/>
                  </a:lnTo>
                  <a:lnTo>
                    <a:pt x="92" y="213"/>
                  </a:lnTo>
                  <a:lnTo>
                    <a:pt x="94" y="211"/>
                  </a:lnTo>
                  <a:lnTo>
                    <a:pt x="96" y="211"/>
                  </a:lnTo>
                  <a:lnTo>
                    <a:pt x="101" y="209"/>
                  </a:lnTo>
                  <a:lnTo>
                    <a:pt x="101" y="209"/>
                  </a:lnTo>
                  <a:lnTo>
                    <a:pt x="103" y="209"/>
                  </a:lnTo>
                  <a:lnTo>
                    <a:pt x="103" y="211"/>
                  </a:lnTo>
                  <a:lnTo>
                    <a:pt x="103" y="213"/>
                  </a:lnTo>
                  <a:lnTo>
                    <a:pt x="103" y="213"/>
                  </a:lnTo>
                  <a:lnTo>
                    <a:pt x="103" y="213"/>
                  </a:lnTo>
                  <a:lnTo>
                    <a:pt x="105" y="213"/>
                  </a:lnTo>
                  <a:lnTo>
                    <a:pt x="107" y="211"/>
                  </a:lnTo>
                  <a:lnTo>
                    <a:pt x="109" y="211"/>
                  </a:lnTo>
                  <a:lnTo>
                    <a:pt x="113" y="211"/>
                  </a:lnTo>
                  <a:lnTo>
                    <a:pt x="115" y="211"/>
                  </a:lnTo>
                  <a:lnTo>
                    <a:pt x="117" y="211"/>
                  </a:lnTo>
                  <a:lnTo>
                    <a:pt x="121" y="211"/>
                  </a:lnTo>
                  <a:lnTo>
                    <a:pt x="122" y="211"/>
                  </a:lnTo>
                  <a:lnTo>
                    <a:pt x="122" y="213"/>
                  </a:lnTo>
                  <a:lnTo>
                    <a:pt x="122" y="213"/>
                  </a:lnTo>
                  <a:lnTo>
                    <a:pt x="124" y="215"/>
                  </a:lnTo>
                  <a:lnTo>
                    <a:pt x="124" y="215"/>
                  </a:lnTo>
                  <a:lnTo>
                    <a:pt x="126" y="215"/>
                  </a:lnTo>
                  <a:lnTo>
                    <a:pt x="126" y="215"/>
                  </a:lnTo>
                  <a:lnTo>
                    <a:pt x="126" y="217"/>
                  </a:lnTo>
                  <a:lnTo>
                    <a:pt x="128" y="217"/>
                  </a:lnTo>
                  <a:lnTo>
                    <a:pt x="126" y="219"/>
                  </a:lnTo>
                  <a:lnTo>
                    <a:pt x="126" y="220"/>
                  </a:lnTo>
                  <a:lnTo>
                    <a:pt x="126" y="222"/>
                  </a:lnTo>
                  <a:lnTo>
                    <a:pt x="128" y="222"/>
                  </a:lnTo>
                  <a:lnTo>
                    <a:pt x="128" y="222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32" y="222"/>
                  </a:lnTo>
                  <a:lnTo>
                    <a:pt x="132" y="222"/>
                  </a:lnTo>
                  <a:lnTo>
                    <a:pt x="134" y="222"/>
                  </a:lnTo>
                  <a:lnTo>
                    <a:pt x="142" y="219"/>
                  </a:lnTo>
                  <a:lnTo>
                    <a:pt x="143" y="219"/>
                  </a:lnTo>
                  <a:lnTo>
                    <a:pt x="143" y="220"/>
                  </a:lnTo>
                  <a:lnTo>
                    <a:pt x="142" y="222"/>
                  </a:lnTo>
                  <a:lnTo>
                    <a:pt x="142" y="224"/>
                  </a:lnTo>
                  <a:lnTo>
                    <a:pt x="143" y="226"/>
                  </a:lnTo>
                  <a:lnTo>
                    <a:pt x="143" y="230"/>
                  </a:lnTo>
                  <a:lnTo>
                    <a:pt x="143" y="232"/>
                  </a:lnTo>
                  <a:lnTo>
                    <a:pt x="145" y="234"/>
                  </a:lnTo>
                  <a:lnTo>
                    <a:pt x="145" y="234"/>
                  </a:lnTo>
                  <a:lnTo>
                    <a:pt x="147" y="232"/>
                  </a:lnTo>
                  <a:lnTo>
                    <a:pt x="149" y="232"/>
                  </a:lnTo>
                  <a:lnTo>
                    <a:pt x="153" y="226"/>
                  </a:lnTo>
                  <a:lnTo>
                    <a:pt x="155" y="224"/>
                  </a:lnTo>
                  <a:lnTo>
                    <a:pt x="157" y="222"/>
                  </a:lnTo>
                  <a:lnTo>
                    <a:pt x="157" y="222"/>
                  </a:lnTo>
                  <a:lnTo>
                    <a:pt x="162" y="220"/>
                  </a:lnTo>
                  <a:lnTo>
                    <a:pt x="168" y="220"/>
                  </a:lnTo>
                  <a:lnTo>
                    <a:pt x="174" y="217"/>
                  </a:lnTo>
                  <a:lnTo>
                    <a:pt x="174" y="217"/>
                  </a:lnTo>
                  <a:lnTo>
                    <a:pt x="174" y="215"/>
                  </a:lnTo>
                  <a:lnTo>
                    <a:pt x="174" y="215"/>
                  </a:lnTo>
                  <a:lnTo>
                    <a:pt x="170" y="217"/>
                  </a:lnTo>
                  <a:lnTo>
                    <a:pt x="170" y="217"/>
                  </a:lnTo>
                  <a:lnTo>
                    <a:pt x="170" y="219"/>
                  </a:lnTo>
                  <a:lnTo>
                    <a:pt x="168" y="217"/>
                  </a:lnTo>
                  <a:lnTo>
                    <a:pt x="168" y="217"/>
                  </a:lnTo>
                  <a:lnTo>
                    <a:pt x="168" y="217"/>
                  </a:lnTo>
                  <a:lnTo>
                    <a:pt x="170" y="215"/>
                  </a:lnTo>
                  <a:lnTo>
                    <a:pt x="170" y="215"/>
                  </a:lnTo>
                  <a:lnTo>
                    <a:pt x="172" y="211"/>
                  </a:lnTo>
                  <a:lnTo>
                    <a:pt x="174" y="209"/>
                  </a:lnTo>
                  <a:lnTo>
                    <a:pt x="176" y="207"/>
                  </a:lnTo>
                  <a:lnTo>
                    <a:pt x="178" y="205"/>
                  </a:lnTo>
                  <a:lnTo>
                    <a:pt x="178" y="205"/>
                  </a:lnTo>
                  <a:lnTo>
                    <a:pt x="178" y="203"/>
                  </a:lnTo>
                  <a:lnTo>
                    <a:pt x="180" y="201"/>
                  </a:lnTo>
                  <a:lnTo>
                    <a:pt x="180" y="201"/>
                  </a:lnTo>
                  <a:lnTo>
                    <a:pt x="182" y="201"/>
                  </a:lnTo>
                  <a:lnTo>
                    <a:pt x="183" y="203"/>
                  </a:lnTo>
                  <a:lnTo>
                    <a:pt x="183" y="203"/>
                  </a:lnTo>
                  <a:lnTo>
                    <a:pt x="183" y="205"/>
                  </a:lnTo>
                  <a:lnTo>
                    <a:pt x="183" y="205"/>
                  </a:lnTo>
                  <a:lnTo>
                    <a:pt x="183" y="207"/>
                  </a:lnTo>
                  <a:lnTo>
                    <a:pt x="183" y="209"/>
                  </a:lnTo>
                  <a:lnTo>
                    <a:pt x="183" y="209"/>
                  </a:lnTo>
                  <a:lnTo>
                    <a:pt x="183" y="211"/>
                  </a:lnTo>
                  <a:lnTo>
                    <a:pt x="183" y="211"/>
                  </a:lnTo>
                  <a:lnTo>
                    <a:pt x="183" y="213"/>
                  </a:lnTo>
                  <a:lnTo>
                    <a:pt x="185" y="213"/>
                  </a:lnTo>
                  <a:lnTo>
                    <a:pt x="187" y="213"/>
                  </a:lnTo>
                  <a:lnTo>
                    <a:pt x="189" y="211"/>
                  </a:lnTo>
                  <a:lnTo>
                    <a:pt x="189" y="211"/>
                  </a:lnTo>
                  <a:lnTo>
                    <a:pt x="191" y="209"/>
                  </a:lnTo>
                  <a:lnTo>
                    <a:pt x="191" y="207"/>
                  </a:lnTo>
                  <a:lnTo>
                    <a:pt x="193" y="205"/>
                  </a:lnTo>
                  <a:lnTo>
                    <a:pt x="193" y="203"/>
                  </a:lnTo>
                  <a:lnTo>
                    <a:pt x="193" y="201"/>
                  </a:lnTo>
                  <a:lnTo>
                    <a:pt x="193" y="201"/>
                  </a:lnTo>
                  <a:lnTo>
                    <a:pt x="197" y="198"/>
                  </a:lnTo>
                  <a:lnTo>
                    <a:pt x="199" y="196"/>
                  </a:lnTo>
                  <a:lnTo>
                    <a:pt x="201" y="196"/>
                  </a:lnTo>
                  <a:lnTo>
                    <a:pt x="202" y="198"/>
                  </a:lnTo>
                  <a:lnTo>
                    <a:pt x="206" y="199"/>
                  </a:lnTo>
                  <a:lnTo>
                    <a:pt x="206" y="201"/>
                  </a:lnTo>
                  <a:lnTo>
                    <a:pt x="208" y="201"/>
                  </a:lnTo>
                  <a:lnTo>
                    <a:pt x="210" y="201"/>
                  </a:lnTo>
                  <a:lnTo>
                    <a:pt x="212" y="201"/>
                  </a:lnTo>
                  <a:lnTo>
                    <a:pt x="218" y="199"/>
                  </a:lnTo>
                  <a:lnTo>
                    <a:pt x="220" y="199"/>
                  </a:lnTo>
                  <a:lnTo>
                    <a:pt x="222" y="199"/>
                  </a:lnTo>
                  <a:lnTo>
                    <a:pt x="222" y="199"/>
                  </a:lnTo>
                  <a:lnTo>
                    <a:pt x="227" y="198"/>
                  </a:lnTo>
                  <a:lnTo>
                    <a:pt x="231" y="198"/>
                  </a:lnTo>
                  <a:lnTo>
                    <a:pt x="231" y="196"/>
                  </a:lnTo>
                  <a:lnTo>
                    <a:pt x="241" y="198"/>
                  </a:lnTo>
                  <a:lnTo>
                    <a:pt x="241" y="198"/>
                  </a:lnTo>
                  <a:lnTo>
                    <a:pt x="241" y="198"/>
                  </a:lnTo>
                  <a:lnTo>
                    <a:pt x="243" y="198"/>
                  </a:lnTo>
                  <a:lnTo>
                    <a:pt x="241" y="199"/>
                  </a:lnTo>
                  <a:lnTo>
                    <a:pt x="233" y="207"/>
                  </a:lnTo>
                  <a:lnTo>
                    <a:pt x="233" y="207"/>
                  </a:lnTo>
                  <a:lnTo>
                    <a:pt x="233" y="207"/>
                  </a:lnTo>
                  <a:lnTo>
                    <a:pt x="233" y="209"/>
                  </a:lnTo>
                  <a:lnTo>
                    <a:pt x="233" y="209"/>
                  </a:lnTo>
                  <a:lnTo>
                    <a:pt x="233" y="211"/>
                  </a:lnTo>
                  <a:lnTo>
                    <a:pt x="235" y="211"/>
                  </a:lnTo>
                  <a:lnTo>
                    <a:pt x="237" y="211"/>
                  </a:lnTo>
                  <a:lnTo>
                    <a:pt x="237" y="213"/>
                  </a:lnTo>
                  <a:lnTo>
                    <a:pt x="237" y="215"/>
                  </a:lnTo>
                  <a:lnTo>
                    <a:pt x="235" y="217"/>
                  </a:lnTo>
                  <a:lnTo>
                    <a:pt x="233" y="220"/>
                  </a:lnTo>
                  <a:lnTo>
                    <a:pt x="233" y="224"/>
                  </a:lnTo>
                  <a:lnTo>
                    <a:pt x="231" y="224"/>
                  </a:lnTo>
                  <a:lnTo>
                    <a:pt x="233" y="226"/>
                  </a:lnTo>
                  <a:lnTo>
                    <a:pt x="233" y="228"/>
                  </a:lnTo>
                  <a:lnTo>
                    <a:pt x="233" y="228"/>
                  </a:lnTo>
                  <a:lnTo>
                    <a:pt x="233" y="230"/>
                  </a:lnTo>
                  <a:lnTo>
                    <a:pt x="233" y="236"/>
                  </a:lnTo>
                  <a:lnTo>
                    <a:pt x="233" y="238"/>
                  </a:lnTo>
                  <a:lnTo>
                    <a:pt x="233" y="238"/>
                  </a:lnTo>
                  <a:lnTo>
                    <a:pt x="233" y="238"/>
                  </a:lnTo>
                  <a:lnTo>
                    <a:pt x="235" y="238"/>
                  </a:lnTo>
                  <a:lnTo>
                    <a:pt x="235" y="236"/>
                  </a:lnTo>
                  <a:lnTo>
                    <a:pt x="237" y="236"/>
                  </a:lnTo>
                  <a:lnTo>
                    <a:pt x="241" y="234"/>
                  </a:lnTo>
                  <a:lnTo>
                    <a:pt x="246" y="234"/>
                  </a:lnTo>
                  <a:lnTo>
                    <a:pt x="248" y="232"/>
                  </a:lnTo>
                  <a:lnTo>
                    <a:pt x="248" y="232"/>
                  </a:lnTo>
                  <a:lnTo>
                    <a:pt x="250" y="230"/>
                  </a:lnTo>
                  <a:lnTo>
                    <a:pt x="250" y="230"/>
                  </a:lnTo>
                  <a:lnTo>
                    <a:pt x="252" y="230"/>
                  </a:lnTo>
                  <a:lnTo>
                    <a:pt x="254" y="230"/>
                  </a:lnTo>
                  <a:lnTo>
                    <a:pt x="256" y="232"/>
                  </a:lnTo>
                  <a:lnTo>
                    <a:pt x="256" y="234"/>
                  </a:lnTo>
                  <a:lnTo>
                    <a:pt x="262" y="236"/>
                  </a:lnTo>
                  <a:lnTo>
                    <a:pt x="265" y="239"/>
                  </a:lnTo>
                  <a:lnTo>
                    <a:pt x="271" y="247"/>
                  </a:lnTo>
                  <a:lnTo>
                    <a:pt x="271" y="247"/>
                  </a:lnTo>
                  <a:lnTo>
                    <a:pt x="271" y="249"/>
                  </a:lnTo>
                  <a:lnTo>
                    <a:pt x="273" y="249"/>
                  </a:lnTo>
                  <a:lnTo>
                    <a:pt x="273" y="249"/>
                  </a:lnTo>
                  <a:lnTo>
                    <a:pt x="273" y="247"/>
                  </a:lnTo>
                  <a:lnTo>
                    <a:pt x="275" y="247"/>
                  </a:lnTo>
                  <a:lnTo>
                    <a:pt x="277" y="245"/>
                  </a:lnTo>
                  <a:lnTo>
                    <a:pt x="277" y="245"/>
                  </a:lnTo>
                  <a:lnTo>
                    <a:pt x="279" y="245"/>
                  </a:lnTo>
                  <a:lnTo>
                    <a:pt x="279" y="245"/>
                  </a:lnTo>
                  <a:lnTo>
                    <a:pt x="279" y="245"/>
                  </a:lnTo>
                  <a:lnTo>
                    <a:pt x="281" y="245"/>
                  </a:lnTo>
                  <a:lnTo>
                    <a:pt x="281" y="247"/>
                  </a:lnTo>
                  <a:lnTo>
                    <a:pt x="279" y="247"/>
                  </a:lnTo>
                  <a:lnTo>
                    <a:pt x="279" y="249"/>
                  </a:lnTo>
                  <a:lnTo>
                    <a:pt x="279" y="249"/>
                  </a:lnTo>
                  <a:lnTo>
                    <a:pt x="277" y="251"/>
                  </a:lnTo>
                  <a:lnTo>
                    <a:pt x="277" y="251"/>
                  </a:lnTo>
                  <a:lnTo>
                    <a:pt x="277" y="253"/>
                  </a:lnTo>
                  <a:lnTo>
                    <a:pt x="275" y="253"/>
                  </a:lnTo>
                  <a:lnTo>
                    <a:pt x="275" y="255"/>
                  </a:lnTo>
                  <a:lnTo>
                    <a:pt x="273" y="255"/>
                  </a:lnTo>
                  <a:lnTo>
                    <a:pt x="271" y="257"/>
                  </a:lnTo>
                  <a:lnTo>
                    <a:pt x="271" y="257"/>
                  </a:lnTo>
                  <a:lnTo>
                    <a:pt x="271" y="258"/>
                  </a:lnTo>
                  <a:lnTo>
                    <a:pt x="271" y="258"/>
                  </a:lnTo>
                  <a:lnTo>
                    <a:pt x="273" y="258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275" y="262"/>
                  </a:lnTo>
                  <a:lnTo>
                    <a:pt x="275" y="262"/>
                  </a:lnTo>
                  <a:lnTo>
                    <a:pt x="279" y="262"/>
                  </a:lnTo>
                  <a:lnTo>
                    <a:pt x="281" y="264"/>
                  </a:lnTo>
                  <a:lnTo>
                    <a:pt x="281" y="264"/>
                  </a:lnTo>
                  <a:lnTo>
                    <a:pt x="281" y="264"/>
                  </a:lnTo>
                  <a:lnTo>
                    <a:pt x="284" y="268"/>
                  </a:lnTo>
                  <a:lnTo>
                    <a:pt x="286" y="270"/>
                  </a:lnTo>
                  <a:lnTo>
                    <a:pt x="286" y="270"/>
                  </a:lnTo>
                  <a:lnTo>
                    <a:pt x="288" y="272"/>
                  </a:lnTo>
                  <a:lnTo>
                    <a:pt x="290" y="272"/>
                  </a:lnTo>
                  <a:lnTo>
                    <a:pt x="290" y="274"/>
                  </a:lnTo>
                  <a:lnTo>
                    <a:pt x="290" y="274"/>
                  </a:lnTo>
                  <a:lnTo>
                    <a:pt x="290" y="276"/>
                  </a:lnTo>
                  <a:lnTo>
                    <a:pt x="290" y="277"/>
                  </a:lnTo>
                  <a:lnTo>
                    <a:pt x="290" y="277"/>
                  </a:lnTo>
                  <a:lnTo>
                    <a:pt x="290" y="279"/>
                  </a:lnTo>
                  <a:lnTo>
                    <a:pt x="290" y="279"/>
                  </a:lnTo>
                  <a:lnTo>
                    <a:pt x="290" y="279"/>
                  </a:lnTo>
                  <a:lnTo>
                    <a:pt x="290" y="281"/>
                  </a:lnTo>
                  <a:lnTo>
                    <a:pt x="290" y="281"/>
                  </a:lnTo>
                  <a:lnTo>
                    <a:pt x="290" y="281"/>
                  </a:lnTo>
                  <a:lnTo>
                    <a:pt x="292" y="283"/>
                  </a:lnTo>
                  <a:lnTo>
                    <a:pt x="292" y="283"/>
                  </a:lnTo>
                  <a:lnTo>
                    <a:pt x="290" y="285"/>
                  </a:lnTo>
                  <a:lnTo>
                    <a:pt x="279" y="289"/>
                  </a:lnTo>
                  <a:lnTo>
                    <a:pt x="277" y="293"/>
                  </a:lnTo>
                  <a:lnTo>
                    <a:pt x="275" y="293"/>
                  </a:lnTo>
                  <a:lnTo>
                    <a:pt x="273" y="293"/>
                  </a:lnTo>
                  <a:lnTo>
                    <a:pt x="271" y="293"/>
                  </a:lnTo>
                  <a:lnTo>
                    <a:pt x="269" y="293"/>
                  </a:lnTo>
                  <a:lnTo>
                    <a:pt x="269" y="293"/>
                  </a:lnTo>
                  <a:lnTo>
                    <a:pt x="269" y="293"/>
                  </a:lnTo>
                  <a:lnTo>
                    <a:pt x="269" y="295"/>
                  </a:lnTo>
                  <a:lnTo>
                    <a:pt x="267" y="295"/>
                  </a:lnTo>
                  <a:lnTo>
                    <a:pt x="267" y="295"/>
                  </a:lnTo>
                  <a:lnTo>
                    <a:pt x="265" y="295"/>
                  </a:lnTo>
                  <a:lnTo>
                    <a:pt x="265" y="295"/>
                  </a:lnTo>
                  <a:lnTo>
                    <a:pt x="263" y="296"/>
                  </a:lnTo>
                  <a:lnTo>
                    <a:pt x="262" y="298"/>
                  </a:lnTo>
                  <a:lnTo>
                    <a:pt x="258" y="300"/>
                  </a:lnTo>
                  <a:lnTo>
                    <a:pt x="254" y="304"/>
                  </a:lnTo>
                  <a:lnTo>
                    <a:pt x="252" y="308"/>
                  </a:lnTo>
                  <a:lnTo>
                    <a:pt x="252" y="308"/>
                  </a:lnTo>
                  <a:lnTo>
                    <a:pt x="252" y="308"/>
                  </a:lnTo>
                  <a:lnTo>
                    <a:pt x="252" y="308"/>
                  </a:lnTo>
                  <a:lnTo>
                    <a:pt x="254" y="308"/>
                  </a:lnTo>
                  <a:lnTo>
                    <a:pt x="254" y="310"/>
                  </a:lnTo>
                  <a:lnTo>
                    <a:pt x="254" y="310"/>
                  </a:lnTo>
                  <a:lnTo>
                    <a:pt x="254" y="310"/>
                  </a:lnTo>
                  <a:lnTo>
                    <a:pt x="254" y="310"/>
                  </a:lnTo>
                  <a:lnTo>
                    <a:pt x="254" y="310"/>
                  </a:lnTo>
                  <a:lnTo>
                    <a:pt x="258" y="312"/>
                  </a:lnTo>
                  <a:lnTo>
                    <a:pt x="258" y="312"/>
                  </a:lnTo>
                  <a:lnTo>
                    <a:pt x="258" y="312"/>
                  </a:lnTo>
                  <a:lnTo>
                    <a:pt x="258" y="312"/>
                  </a:lnTo>
                  <a:lnTo>
                    <a:pt x="260" y="312"/>
                  </a:lnTo>
                  <a:lnTo>
                    <a:pt x="260" y="312"/>
                  </a:lnTo>
                  <a:lnTo>
                    <a:pt x="258" y="314"/>
                  </a:lnTo>
                  <a:lnTo>
                    <a:pt x="258" y="314"/>
                  </a:lnTo>
                  <a:lnTo>
                    <a:pt x="258" y="314"/>
                  </a:lnTo>
                  <a:lnTo>
                    <a:pt x="260" y="314"/>
                  </a:lnTo>
                  <a:lnTo>
                    <a:pt x="260" y="314"/>
                  </a:lnTo>
                  <a:lnTo>
                    <a:pt x="262" y="316"/>
                  </a:lnTo>
                  <a:lnTo>
                    <a:pt x="262" y="317"/>
                  </a:lnTo>
                  <a:lnTo>
                    <a:pt x="262" y="317"/>
                  </a:lnTo>
                  <a:lnTo>
                    <a:pt x="262" y="317"/>
                  </a:lnTo>
                  <a:lnTo>
                    <a:pt x="262" y="319"/>
                  </a:lnTo>
                  <a:lnTo>
                    <a:pt x="262" y="321"/>
                  </a:lnTo>
                  <a:lnTo>
                    <a:pt x="258" y="323"/>
                  </a:lnTo>
                  <a:lnTo>
                    <a:pt x="252" y="325"/>
                  </a:lnTo>
                  <a:lnTo>
                    <a:pt x="250" y="325"/>
                  </a:lnTo>
                  <a:lnTo>
                    <a:pt x="250" y="323"/>
                  </a:lnTo>
                  <a:lnTo>
                    <a:pt x="250" y="323"/>
                  </a:lnTo>
                  <a:lnTo>
                    <a:pt x="250" y="323"/>
                  </a:lnTo>
                  <a:lnTo>
                    <a:pt x="250" y="323"/>
                  </a:lnTo>
                  <a:lnTo>
                    <a:pt x="250" y="323"/>
                  </a:lnTo>
                  <a:lnTo>
                    <a:pt x="250" y="323"/>
                  </a:lnTo>
                  <a:lnTo>
                    <a:pt x="244" y="319"/>
                  </a:lnTo>
                  <a:lnTo>
                    <a:pt x="244" y="319"/>
                  </a:lnTo>
                  <a:lnTo>
                    <a:pt x="241" y="317"/>
                  </a:lnTo>
                  <a:lnTo>
                    <a:pt x="237" y="319"/>
                  </a:lnTo>
                  <a:lnTo>
                    <a:pt x="237" y="321"/>
                  </a:lnTo>
                  <a:lnTo>
                    <a:pt x="237" y="321"/>
                  </a:lnTo>
                  <a:lnTo>
                    <a:pt x="237" y="323"/>
                  </a:lnTo>
                  <a:lnTo>
                    <a:pt x="239" y="325"/>
                  </a:lnTo>
                  <a:lnTo>
                    <a:pt x="239" y="325"/>
                  </a:lnTo>
                  <a:lnTo>
                    <a:pt x="239" y="327"/>
                  </a:lnTo>
                  <a:lnTo>
                    <a:pt x="239" y="329"/>
                  </a:lnTo>
                  <a:lnTo>
                    <a:pt x="239" y="331"/>
                  </a:lnTo>
                  <a:lnTo>
                    <a:pt x="233" y="344"/>
                  </a:lnTo>
                  <a:lnTo>
                    <a:pt x="233" y="348"/>
                  </a:lnTo>
                  <a:lnTo>
                    <a:pt x="233" y="352"/>
                  </a:lnTo>
                  <a:lnTo>
                    <a:pt x="231" y="352"/>
                  </a:lnTo>
                  <a:lnTo>
                    <a:pt x="231" y="354"/>
                  </a:lnTo>
                  <a:lnTo>
                    <a:pt x="231" y="354"/>
                  </a:lnTo>
                  <a:lnTo>
                    <a:pt x="231" y="354"/>
                  </a:lnTo>
                  <a:lnTo>
                    <a:pt x="237" y="359"/>
                  </a:lnTo>
                  <a:lnTo>
                    <a:pt x="239" y="359"/>
                  </a:lnTo>
                  <a:lnTo>
                    <a:pt x="239" y="359"/>
                  </a:lnTo>
                  <a:lnTo>
                    <a:pt x="239" y="361"/>
                  </a:lnTo>
                  <a:lnTo>
                    <a:pt x="239" y="363"/>
                  </a:lnTo>
                  <a:lnTo>
                    <a:pt x="239" y="365"/>
                  </a:lnTo>
                  <a:lnTo>
                    <a:pt x="239" y="365"/>
                  </a:lnTo>
                  <a:lnTo>
                    <a:pt x="241" y="369"/>
                  </a:lnTo>
                  <a:lnTo>
                    <a:pt x="241" y="371"/>
                  </a:lnTo>
                  <a:lnTo>
                    <a:pt x="241" y="373"/>
                  </a:lnTo>
                  <a:lnTo>
                    <a:pt x="241" y="373"/>
                  </a:lnTo>
                  <a:lnTo>
                    <a:pt x="241" y="374"/>
                  </a:lnTo>
                  <a:lnTo>
                    <a:pt x="237" y="382"/>
                  </a:lnTo>
                  <a:lnTo>
                    <a:pt x="237" y="384"/>
                  </a:lnTo>
                  <a:lnTo>
                    <a:pt x="239" y="384"/>
                  </a:lnTo>
                  <a:lnTo>
                    <a:pt x="244" y="384"/>
                  </a:lnTo>
                  <a:lnTo>
                    <a:pt x="250" y="384"/>
                  </a:lnTo>
                  <a:lnTo>
                    <a:pt x="256" y="384"/>
                  </a:lnTo>
                  <a:lnTo>
                    <a:pt x="256" y="384"/>
                  </a:lnTo>
                  <a:lnTo>
                    <a:pt x="256" y="386"/>
                  </a:lnTo>
                  <a:lnTo>
                    <a:pt x="256" y="386"/>
                  </a:lnTo>
                  <a:lnTo>
                    <a:pt x="256" y="386"/>
                  </a:lnTo>
                  <a:lnTo>
                    <a:pt x="256" y="386"/>
                  </a:lnTo>
                  <a:lnTo>
                    <a:pt x="256" y="386"/>
                  </a:lnTo>
                  <a:lnTo>
                    <a:pt x="256" y="388"/>
                  </a:lnTo>
                  <a:lnTo>
                    <a:pt x="256" y="388"/>
                  </a:lnTo>
                  <a:lnTo>
                    <a:pt x="256" y="390"/>
                  </a:lnTo>
                  <a:lnTo>
                    <a:pt x="256" y="392"/>
                  </a:lnTo>
                  <a:lnTo>
                    <a:pt x="256" y="393"/>
                  </a:lnTo>
                  <a:lnTo>
                    <a:pt x="258" y="393"/>
                  </a:lnTo>
                  <a:lnTo>
                    <a:pt x="258" y="395"/>
                  </a:lnTo>
                  <a:lnTo>
                    <a:pt x="258" y="395"/>
                  </a:lnTo>
                  <a:lnTo>
                    <a:pt x="260" y="395"/>
                  </a:lnTo>
                  <a:lnTo>
                    <a:pt x="260" y="395"/>
                  </a:lnTo>
                  <a:lnTo>
                    <a:pt x="262" y="395"/>
                  </a:lnTo>
                  <a:lnTo>
                    <a:pt x="262" y="395"/>
                  </a:lnTo>
                  <a:lnTo>
                    <a:pt x="263" y="395"/>
                  </a:lnTo>
                  <a:lnTo>
                    <a:pt x="263" y="393"/>
                  </a:lnTo>
                  <a:lnTo>
                    <a:pt x="265" y="392"/>
                  </a:lnTo>
                  <a:lnTo>
                    <a:pt x="267" y="390"/>
                  </a:lnTo>
                  <a:lnTo>
                    <a:pt x="271" y="386"/>
                  </a:lnTo>
                  <a:lnTo>
                    <a:pt x="273" y="386"/>
                  </a:lnTo>
                  <a:lnTo>
                    <a:pt x="273" y="386"/>
                  </a:lnTo>
                  <a:lnTo>
                    <a:pt x="273" y="386"/>
                  </a:lnTo>
                  <a:lnTo>
                    <a:pt x="275" y="384"/>
                  </a:lnTo>
                  <a:lnTo>
                    <a:pt x="275" y="384"/>
                  </a:lnTo>
                  <a:lnTo>
                    <a:pt x="275" y="384"/>
                  </a:lnTo>
                  <a:lnTo>
                    <a:pt x="275" y="382"/>
                  </a:lnTo>
                  <a:lnTo>
                    <a:pt x="275" y="380"/>
                  </a:lnTo>
                  <a:lnTo>
                    <a:pt x="275" y="378"/>
                  </a:lnTo>
                  <a:lnTo>
                    <a:pt x="279" y="374"/>
                  </a:lnTo>
                  <a:lnTo>
                    <a:pt x="281" y="373"/>
                  </a:lnTo>
                  <a:lnTo>
                    <a:pt x="283" y="371"/>
                  </a:lnTo>
                  <a:lnTo>
                    <a:pt x="283" y="371"/>
                  </a:lnTo>
                  <a:lnTo>
                    <a:pt x="283" y="369"/>
                  </a:lnTo>
                  <a:lnTo>
                    <a:pt x="286" y="361"/>
                  </a:lnTo>
                  <a:lnTo>
                    <a:pt x="286" y="361"/>
                  </a:lnTo>
                  <a:lnTo>
                    <a:pt x="286" y="359"/>
                  </a:lnTo>
                  <a:lnTo>
                    <a:pt x="288" y="361"/>
                  </a:lnTo>
                  <a:lnTo>
                    <a:pt x="288" y="361"/>
                  </a:lnTo>
                  <a:lnTo>
                    <a:pt x="288" y="363"/>
                  </a:lnTo>
                  <a:lnTo>
                    <a:pt x="294" y="371"/>
                  </a:lnTo>
                  <a:lnTo>
                    <a:pt x="294" y="373"/>
                  </a:lnTo>
                  <a:lnTo>
                    <a:pt x="296" y="373"/>
                  </a:lnTo>
                  <a:lnTo>
                    <a:pt x="296" y="373"/>
                  </a:lnTo>
                  <a:lnTo>
                    <a:pt x="303" y="369"/>
                  </a:lnTo>
                  <a:lnTo>
                    <a:pt x="303" y="371"/>
                  </a:lnTo>
                  <a:lnTo>
                    <a:pt x="307" y="371"/>
                  </a:lnTo>
                  <a:lnTo>
                    <a:pt x="309" y="371"/>
                  </a:lnTo>
                  <a:lnTo>
                    <a:pt x="311" y="369"/>
                  </a:lnTo>
                  <a:lnTo>
                    <a:pt x="309" y="367"/>
                  </a:lnTo>
                  <a:lnTo>
                    <a:pt x="313" y="367"/>
                  </a:lnTo>
                  <a:lnTo>
                    <a:pt x="313" y="363"/>
                  </a:lnTo>
                  <a:lnTo>
                    <a:pt x="313" y="355"/>
                  </a:lnTo>
                  <a:lnTo>
                    <a:pt x="315" y="352"/>
                  </a:lnTo>
                  <a:lnTo>
                    <a:pt x="315" y="352"/>
                  </a:lnTo>
                  <a:lnTo>
                    <a:pt x="317" y="352"/>
                  </a:lnTo>
                  <a:lnTo>
                    <a:pt x="319" y="350"/>
                  </a:lnTo>
                  <a:lnTo>
                    <a:pt x="319" y="350"/>
                  </a:lnTo>
                  <a:lnTo>
                    <a:pt x="317" y="346"/>
                  </a:lnTo>
                  <a:lnTo>
                    <a:pt x="319" y="342"/>
                  </a:lnTo>
                  <a:lnTo>
                    <a:pt x="319" y="340"/>
                  </a:lnTo>
                  <a:lnTo>
                    <a:pt x="319" y="340"/>
                  </a:lnTo>
                  <a:lnTo>
                    <a:pt x="317" y="340"/>
                  </a:lnTo>
                  <a:lnTo>
                    <a:pt x="317" y="338"/>
                  </a:lnTo>
                  <a:lnTo>
                    <a:pt x="317" y="338"/>
                  </a:lnTo>
                  <a:lnTo>
                    <a:pt x="317" y="336"/>
                  </a:lnTo>
                  <a:lnTo>
                    <a:pt x="317" y="336"/>
                  </a:lnTo>
                  <a:lnTo>
                    <a:pt x="319" y="335"/>
                  </a:lnTo>
                  <a:lnTo>
                    <a:pt x="319" y="335"/>
                  </a:lnTo>
                  <a:lnTo>
                    <a:pt x="319" y="331"/>
                  </a:lnTo>
                  <a:lnTo>
                    <a:pt x="321" y="329"/>
                  </a:lnTo>
                  <a:lnTo>
                    <a:pt x="321" y="327"/>
                  </a:lnTo>
                  <a:lnTo>
                    <a:pt x="321" y="327"/>
                  </a:lnTo>
                  <a:lnTo>
                    <a:pt x="321" y="327"/>
                  </a:lnTo>
                  <a:lnTo>
                    <a:pt x="323" y="325"/>
                  </a:lnTo>
                  <a:lnTo>
                    <a:pt x="323" y="325"/>
                  </a:lnTo>
                  <a:lnTo>
                    <a:pt x="323" y="325"/>
                  </a:lnTo>
                  <a:lnTo>
                    <a:pt x="323" y="325"/>
                  </a:lnTo>
                  <a:lnTo>
                    <a:pt x="323" y="325"/>
                  </a:lnTo>
                  <a:lnTo>
                    <a:pt x="324" y="327"/>
                  </a:lnTo>
                  <a:lnTo>
                    <a:pt x="324" y="327"/>
                  </a:lnTo>
                  <a:lnTo>
                    <a:pt x="326" y="327"/>
                  </a:lnTo>
                  <a:lnTo>
                    <a:pt x="326" y="327"/>
                  </a:lnTo>
                  <a:lnTo>
                    <a:pt x="328" y="327"/>
                  </a:lnTo>
                  <a:lnTo>
                    <a:pt x="328" y="325"/>
                  </a:lnTo>
                  <a:lnTo>
                    <a:pt x="328" y="325"/>
                  </a:lnTo>
                  <a:lnTo>
                    <a:pt x="328" y="323"/>
                  </a:lnTo>
                  <a:lnTo>
                    <a:pt x="330" y="319"/>
                  </a:lnTo>
                  <a:lnTo>
                    <a:pt x="332" y="316"/>
                  </a:lnTo>
                  <a:lnTo>
                    <a:pt x="332" y="316"/>
                  </a:lnTo>
                  <a:lnTo>
                    <a:pt x="332" y="316"/>
                  </a:lnTo>
                  <a:lnTo>
                    <a:pt x="332" y="314"/>
                  </a:lnTo>
                  <a:lnTo>
                    <a:pt x="332" y="314"/>
                  </a:lnTo>
                  <a:lnTo>
                    <a:pt x="332" y="314"/>
                  </a:lnTo>
                  <a:lnTo>
                    <a:pt x="332" y="312"/>
                  </a:lnTo>
                  <a:lnTo>
                    <a:pt x="332" y="312"/>
                  </a:lnTo>
                  <a:lnTo>
                    <a:pt x="332" y="312"/>
                  </a:lnTo>
                  <a:lnTo>
                    <a:pt x="334" y="312"/>
                  </a:lnTo>
                  <a:lnTo>
                    <a:pt x="334" y="312"/>
                  </a:lnTo>
                  <a:lnTo>
                    <a:pt x="334" y="310"/>
                  </a:lnTo>
                  <a:lnTo>
                    <a:pt x="334" y="310"/>
                  </a:lnTo>
                  <a:lnTo>
                    <a:pt x="334" y="306"/>
                  </a:lnTo>
                  <a:lnTo>
                    <a:pt x="334" y="304"/>
                  </a:lnTo>
                  <a:lnTo>
                    <a:pt x="334" y="304"/>
                  </a:lnTo>
                  <a:lnTo>
                    <a:pt x="334" y="302"/>
                  </a:lnTo>
                  <a:lnTo>
                    <a:pt x="334" y="302"/>
                  </a:lnTo>
                  <a:lnTo>
                    <a:pt x="336" y="302"/>
                  </a:lnTo>
                  <a:lnTo>
                    <a:pt x="336" y="302"/>
                  </a:lnTo>
                  <a:lnTo>
                    <a:pt x="338" y="302"/>
                  </a:lnTo>
                  <a:lnTo>
                    <a:pt x="338" y="300"/>
                  </a:lnTo>
                  <a:lnTo>
                    <a:pt x="338" y="300"/>
                  </a:lnTo>
                  <a:lnTo>
                    <a:pt x="338" y="298"/>
                  </a:lnTo>
                  <a:lnTo>
                    <a:pt x="340" y="298"/>
                  </a:lnTo>
                  <a:lnTo>
                    <a:pt x="340" y="296"/>
                  </a:lnTo>
                  <a:lnTo>
                    <a:pt x="342" y="295"/>
                  </a:lnTo>
                  <a:lnTo>
                    <a:pt x="343" y="289"/>
                  </a:lnTo>
                  <a:lnTo>
                    <a:pt x="345" y="283"/>
                  </a:lnTo>
                  <a:lnTo>
                    <a:pt x="347" y="281"/>
                  </a:lnTo>
                  <a:lnTo>
                    <a:pt x="347" y="279"/>
                  </a:lnTo>
                  <a:lnTo>
                    <a:pt x="351" y="277"/>
                  </a:lnTo>
                  <a:lnTo>
                    <a:pt x="351" y="276"/>
                  </a:lnTo>
                  <a:lnTo>
                    <a:pt x="351" y="274"/>
                  </a:lnTo>
                  <a:lnTo>
                    <a:pt x="351" y="270"/>
                  </a:lnTo>
                  <a:lnTo>
                    <a:pt x="351" y="268"/>
                  </a:lnTo>
                  <a:lnTo>
                    <a:pt x="351" y="268"/>
                  </a:lnTo>
                  <a:lnTo>
                    <a:pt x="351" y="266"/>
                  </a:lnTo>
                  <a:lnTo>
                    <a:pt x="349" y="264"/>
                  </a:lnTo>
                  <a:lnTo>
                    <a:pt x="349" y="264"/>
                  </a:lnTo>
                  <a:lnTo>
                    <a:pt x="349" y="262"/>
                  </a:lnTo>
                  <a:lnTo>
                    <a:pt x="347" y="262"/>
                  </a:lnTo>
                  <a:lnTo>
                    <a:pt x="347" y="262"/>
                  </a:lnTo>
                  <a:lnTo>
                    <a:pt x="345" y="260"/>
                  </a:lnTo>
                  <a:lnTo>
                    <a:pt x="345" y="260"/>
                  </a:lnTo>
                  <a:lnTo>
                    <a:pt x="345" y="258"/>
                  </a:lnTo>
                  <a:lnTo>
                    <a:pt x="343" y="258"/>
                  </a:lnTo>
                  <a:lnTo>
                    <a:pt x="343" y="257"/>
                  </a:lnTo>
                  <a:lnTo>
                    <a:pt x="343" y="257"/>
                  </a:lnTo>
                  <a:lnTo>
                    <a:pt x="343" y="257"/>
                  </a:lnTo>
                  <a:lnTo>
                    <a:pt x="343" y="257"/>
                  </a:lnTo>
                  <a:lnTo>
                    <a:pt x="342" y="257"/>
                  </a:lnTo>
                  <a:lnTo>
                    <a:pt x="342" y="255"/>
                  </a:lnTo>
                  <a:lnTo>
                    <a:pt x="340" y="255"/>
                  </a:lnTo>
                  <a:lnTo>
                    <a:pt x="340" y="253"/>
                  </a:lnTo>
                  <a:lnTo>
                    <a:pt x="340" y="251"/>
                  </a:lnTo>
                  <a:lnTo>
                    <a:pt x="342" y="251"/>
                  </a:lnTo>
                  <a:lnTo>
                    <a:pt x="343" y="249"/>
                  </a:lnTo>
                  <a:lnTo>
                    <a:pt x="347" y="245"/>
                  </a:lnTo>
                  <a:lnTo>
                    <a:pt x="353" y="241"/>
                  </a:lnTo>
                  <a:lnTo>
                    <a:pt x="357" y="238"/>
                  </a:lnTo>
                  <a:lnTo>
                    <a:pt x="363" y="230"/>
                  </a:lnTo>
                  <a:lnTo>
                    <a:pt x="364" y="228"/>
                  </a:lnTo>
                  <a:lnTo>
                    <a:pt x="374" y="220"/>
                  </a:lnTo>
                  <a:lnTo>
                    <a:pt x="374" y="219"/>
                  </a:lnTo>
                  <a:lnTo>
                    <a:pt x="374" y="219"/>
                  </a:lnTo>
                  <a:lnTo>
                    <a:pt x="374" y="219"/>
                  </a:lnTo>
                  <a:lnTo>
                    <a:pt x="374" y="219"/>
                  </a:lnTo>
                  <a:lnTo>
                    <a:pt x="372" y="217"/>
                  </a:lnTo>
                  <a:lnTo>
                    <a:pt x="372" y="215"/>
                  </a:lnTo>
                  <a:lnTo>
                    <a:pt x="372" y="215"/>
                  </a:lnTo>
                  <a:lnTo>
                    <a:pt x="372" y="215"/>
                  </a:lnTo>
                  <a:lnTo>
                    <a:pt x="372" y="213"/>
                  </a:lnTo>
                  <a:lnTo>
                    <a:pt x="374" y="213"/>
                  </a:lnTo>
                  <a:lnTo>
                    <a:pt x="376" y="211"/>
                  </a:lnTo>
                  <a:lnTo>
                    <a:pt x="378" y="211"/>
                  </a:lnTo>
                  <a:lnTo>
                    <a:pt x="378" y="209"/>
                  </a:lnTo>
                  <a:lnTo>
                    <a:pt x="380" y="209"/>
                  </a:lnTo>
                  <a:lnTo>
                    <a:pt x="380" y="209"/>
                  </a:lnTo>
                  <a:lnTo>
                    <a:pt x="382" y="211"/>
                  </a:lnTo>
                  <a:lnTo>
                    <a:pt x="382" y="211"/>
                  </a:lnTo>
                  <a:lnTo>
                    <a:pt x="384" y="211"/>
                  </a:lnTo>
                  <a:lnTo>
                    <a:pt x="384" y="213"/>
                  </a:lnTo>
                  <a:lnTo>
                    <a:pt x="384" y="215"/>
                  </a:lnTo>
                  <a:lnTo>
                    <a:pt x="384" y="215"/>
                  </a:lnTo>
                  <a:lnTo>
                    <a:pt x="384" y="217"/>
                  </a:lnTo>
                  <a:lnTo>
                    <a:pt x="384" y="219"/>
                  </a:lnTo>
                  <a:lnTo>
                    <a:pt x="382" y="219"/>
                  </a:lnTo>
                  <a:lnTo>
                    <a:pt x="382" y="220"/>
                  </a:lnTo>
                  <a:lnTo>
                    <a:pt x="380" y="220"/>
                  </a:lnTo>
                  <a:lnTo>
                    <a:pt x="380" y="222"/>
                  </a:lnTo>
                  <a:lnTo>
                    <a:pt x="380" y="222"/>
                  </a:lnTo>
                  <a:lnTo>
                    <a:pt x="382" y="222"/>
                  </a:lnTo>
                  <a:lnTo>
                    <a:pt x="382" y="222"/>
                  </a:lnTo>
                  <a:lnTo>
                    <a:pt x="384" y="222"/>
                  </a:lnTo>
                  <a:lnTo>
                    <a:pt x="385" y="222"/>
                  </a:lnTo>
                  <a:lnTo>
                    <a:pt x="391" y="220"/>
                  </a:lnTo>
                  <a:lnTo>
                    <a:pt x="393" y="220"/>
                  </a:lnTo>
                  <a:lnTo>
                    <a:pt x="395" y="219"/>
                  </a:lnTo>
                  <a:lnTo>
                    <a:pt x="397" y="217"/>
                  </a:lnTo>
                  <a:lnTo>
                    <a:pt x="399" y="213"/>
                  </a:lnTo>
                  <a:lnTo>
                    <a:pt x="399" y="213"/>
                  </a:lnTo>
                  <a:lnTo>
                    <a:pt x="401" y="211"/>
                  </a:lnTo>
                  <a:lnTo>
                    <a:pt x="401" y="211"/>
                  </a:lnTo>
                  <a:lnTo>
                    <a:pt x="399" y="209"/>
                  </a:lnTo>
                  <a:lnTo>
                    <a:pt x="399" y="207"/>
                  </a:lnTo>
                  <a:lnTo>
                    <a:pt x="399" y="207"/>
                  </a:lnTo>
                  <a:lnTo>
                    <a:pt x="399" y="207"/>
                  </a:lnTo>
                  <a:lnTo>
                    <a:pt x="399" y="205"/>
                  </a:lnTo>
                  <a:lnTo>
                    <a:pt x="399" y="203"/>
                  </a:lnTo>
                  <a:lnTo>
                    <a:pt x="399" y="201"/>
                  </a:lnTo>
                  <a:lnTo>
                    <a:pt x="401" y="199"/>
                  </a:lnTo>
                  <a:lnTo>
                    <a:pt x="401" y="199"/>
                  </a:lnTo>
                  <a:lnTo>
                    <a:pt x="401" y="199"/>
                  </a:lnTo>
                  <a:lnTo>
                    <a:pt x="401" y="198"/>
                  </a:lnTo>
                  <a:lnTo>
                    <a:pt x="403" y="192"/>
                  </a:lnTo>
                  <a:lnTo>
                    <a:pt x="403" y="190"/>
                  </a:lnTo>
                  <a:lnTo>
                    <a:pt x="401" y="188"/>
                  </a:lnTo>
                  <a:lnTo>
                    <a:pt x="401" y="188"/>
                  </a:lnTo>
                  <a:lnTo>
                    <a:pt x="403" y="186"/>
                  </a:lnTo>
                  <a:lnTo>
                    <a:pt x="410" y="175"/>
                  </a:lnTo>
                  <a:lnTo>
                    <a:pt x="414" y="171"/>
                  </a:lnTo>
                  <a:lnTo>
                    <a:pt x="416" y="169"/>
                  </a:lnTo>
                  <a:lnTo>
                    <a:pt x="418" y="169"/>
                  </a:lnTo>
                  <a:lnTo>
                    <a:pt x="418" y="167"/>
                  </a:lnTo>
                  <a:lnTo>
                    <a:pt x="418" y="165"/>
                  </a:lnTo>
                  <a:lnTo>
                    <a:pt x="420" y="160"/>
                  </a:lnTo>
                  <a:lnTo>
                    <a:pt x="420" y="158"/>
                  </a:lnTo>
                  <a:lnTo>
                    <a:pt x="420" y="156"/>
                  </a:lnTo>
                  <a:lnTo>
                    <a:pt x="424" y="152"/>
                  </a:lnTo>
                  <a:lnTo>
                    <a:pt x="425" y="148"/>
                  </a:lnTo>
                  <a:lnTo>
                    <a:pt x="427" y="150"/>
                  </a:lnTo>
                  <a:lnTo>
                    <a:pt x="429" y="152"/>
                  </a:lnTo>
                  <a:lnTo>
                    <a:pt x="429" y="154"/>
                  </a:lnTo>
                  <a:lnTo>
                    <a:pt x="429" y="154"/>
                  </a:lnTo>
                  <a:lnTo>
                    <a:pt x="429" y="154"/>
                  </a:lnTo>
                  <a:lnTo>
                    <a:pt x="429" y="156"/>
                  </a:lnTo>
                  <a:lnTo>
                    <a:pt x="429" y="156"/>
                  </a:lnTo>
                  <a:lnTo>
                    <a:pt x="431" y="156"/>
                  </a:lnTo>
                  <a:lnTo>
                    <a:pt x="431" y="156"/>
                  </a:lnTo>
                  <a:lnTo>
                    <a:pt x="433" y="156"/>
                  </a:lnTo>
                  <a:lnTo>
                    <a:pt x="435" y="154"/>
                  </a:lnTo>
                  <a:lnTo>
                    <a:pt x="435" y="154"/>
                  </a:lnTo>
                  <a:lnTo>
                    <a:pt x="437" y="152"/>
                  </a:lnTo>
                  <a:lnTo>
                    <a:pt x="439" y="150"/>
                  </a:lnTo>
                  <a:lnTo>
                    <a:pt x="441" y="148"/>
                  </a:lnTo>
                  <a:lnTo>
                    <a:pt x="441" y="146"/>
                  </a:lnTo>
                  <a:lnTo>
                    <a:pt x="441" y="144"/>
                  </a:lnTo>
                  <a:lnTo>
                    <a:pt x="441" y="144"/>
                  </a:lnTo>
                  <a:lnTo>
                    <a:pt x="441" y="142"/>
                  </a:lnTo>
                  <a:lnTo>
                    <a:pt x="444" y="139"/>
                  </a:lnTo>
                  <a:lnTo>
                    <a:pt x="444" y="137"/>
                  </a:lnTo>
                  <a:lnTo>
                    <a:pt x="446" y="137"/>
                  </a:lnTo>
                  <a:lnTo>
                    <a:pt x="446" y="137"/>
                  </a:lnTo>
                  <a:lnTo>
                    <a:pt x="446" y="137"/>
                  </a:lnTo>
                  <a:lnTo>
                    <a:pt x="448" y="137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52" y="133"/>
                  </a:lnTo>
                  <a:lnTo>
                    <a:pt x="452" y="133"/>
                  </a:lnTo>
                  <a:lnTo>
                    <a:pt x="452" y="133"/>
                  </a:lnTo>
                  <a:lnTo>
                    <a:pt x="456" y="133"/>
                  </a:lnTo>
                  <a:lnTo>
                    <a:pt x="464" y="131"/>
                  </a:lnTo>
                  <a:lnTo>
                    <a:pt x="465" y="129"/>
                  </a:lnTo>
                  <a:lnTo>
                    <a:pt x="471" y="125"/>
                  </a:lnTo>
                  <a:lnTo>
                    <a:pt x="475" y="122"/>
                  </a:lnTo>
                  <a:lnTo>
                    <a:pt x="479" y="118"/>
                  </a:lnTo>
                  <a:lnTo>
                    <a:pt x="481" y="112"/>
                  </a:lnTo>
                  <a:lnTo>
                    <a:pt x="483" y="112"/>
                  </a:lnTo>
                  <a:lnTo>
                    <a:pt x="485" y="108"/>
                  </a:lnTo>
                  <a:lnTo>
                    <a:pt x="485" y="108"/>
                  </a:lnTo>
                  <a:lnTo>
                    <a:pt x="486" y="108"/>
                  </a:lnTo>
                  <a:lnTo>
                    <a:pt x="486" y="108"/>
                  </a:lnTo>
                  <a:lnTo>
                    <a:pt x="486" y="108"/>
                  </a:lnTo>
                  <a:lnTo>
                    <a:pt x="490" y="110"/>
                  </a:lnTo>
                  <a:lnTo>
                    <a:pt x="490" y="110"/>
                  </a:lnTo>
                  <a:lnTo>
                    <a:pt x="492" y="110"/>
                  </a:lnTo>
                  <a:lnTo>
                    <a:pt x="494" y="110"/>
                  </a:lnTo>
                  <a:lnTo>
                    <a:pt x="496" y="110"/>
                  </a:lnTo>
                  <a:lnTo>
                    <a:pt x="496" y="110"/>
                  </a:lnTo>
                  <a:lnTo>
                    <a:pt x="507" y="103"/>
                  </a:lnTo>
                  <a:lnTo>
                    <a:pt x="507" y="103"/>
                  </a:lnTo>
                  <a:lnTo>
                    <a:pt x="507" y="103"/>
                  </a:lnTo>
                  <a:lnTo>
                    <a:pt x="507" y="103"/>
                  </a:lnTo>
                  <a:lnTo>
                    <a:pt x="507" y="101"/>
                  </a:lnTo>
                  <a:lnTo>
                    <a:pt x="509" y="101"/>
                  </a:lnTo>
                  <a:lnTo>
                    <a:pt x="509" y="99"/>
                  </a:lnTo>
                  <a:lnTo>
                    <a:pt x="511" y="99"/>
                  </a:lnTo>
                  <a:lnTo>
                    <a:pt x="511" y="99"/>
                  </a:lnTo>
                  <a:lnTo>
                    <a:pt x="511" y="97"/>
                  </a:lnTo>
                  <a:lnTo>
                    <a:pt x="513" y="99"/>
                  </a:lnTo>
                  <a:lnTo>
                    <a:pt x="515" y="99"/>
                  </a:lnTo>
                  <a:lnTo>
                    <a:pt x="517" y="99"/>
                  </a:lnTo>
                  <a:lnTo>
                    <a:pt x="517" y="97"/>
                  </a:lnTo>
                  <a:lnTo>
                    <a:pt x="523" y="95"/>
                  </a:lnTo>
                  <a:lnTo>
                    <a:pt x="526" y="91"/>
                  </a:lnTo>
                  <a:lnTo>
                    <a:pt x="528" y="89"/>
                  </a:lnTo>
                  <a:lnTo>
                    <a:pt x="530" y="89"/>
                  </a:lnTo>
                  <a:lnTo>
                    <a:pt x="530" y="89"/>
                  </a:lnTo>
                  <a:lnTo>
                    <a:pt x="532" y="87"/>
                  </a:lnTo>
                  <a:lnTo>
                    <a:pt x="536" y="85"/>
                  </a:lnTo>
                  <a:lnTo>
                    <a:pt x="536" y="83"/>
                  </a:lnTo>
                  <a:lnTo>
                    <a:pt x="538" y="82"/>
                  </a:lnTo>
                  <a:lnTo>
                    <a:pt x="538" y="82"/>
                  </a:lnTo>
                  <a:lnTo>
                    <a:pt x="538" y="78"/>
                  </a:lnTo>
                  <a:lnTo>
                    <a:pt x="538" y="78"/>
                  </a:lnTo>
                  <a:lnTo>
                    <a:pt x="540" y="76"/>
                  </a:lnTo>
                  <a:lnTo>
                    <a:pt x="540" y="76"/>
                  </a:lnTo>
                  <a:lnTo>
                    <a:pt x="542" y="76"/>
                  </a:lnTo>
                  <a:lnTo>
                    <a:pt x="544" y="74"/>
                  </a:lnTo>
                  <a:lnTo>
                    <a:pt x="544" y="74"/>
                  </a:lnTo>
                  <a:lnTo>
                    <a:pt x="545" y="74"/>
                  </a:lnTo>
                  <a:lnTo>
                    <a:pt x="547" y="76"/>
                  </a:lnTo>
                  <a:lnTo>
                    <a:pt x="549" y="78"/>
                  </a:lnTo>
                  <a:lnTo>
                    <a:pt x="551" y="78"/>
                  </a:lnTo>
                  <a:lnTo>
                    <a:pt x="553" y="80"/>
                  </a:lnTo>
                  <a:lnTo>
                    <a:pt x="568" y="72"/>
                  </a:lnTo>
                  <a:lnTo>
                    <a:pt x="568" y="72"/>
                  </a:lnTo>
                  <a:lnTo>
                    <a:pt x="572" y="74"/>
                  </a:lnTo>
                  <a:lnTo>
                    <a:pt x="572" y="74"/>
                  </a:lnTo>
                  <a:lnTo>
                    <a:pt x="574" y="72"/>
                  </a:lnTo>
                  <a:lnTo>
                    <a:pt x="574" y="72"/>
                  </a:lnTo>
                  <a:lnTo>
                    <a:pt x="574" y="72"/>
                  </a:lnTo>
                  <a:lnTo>
                    <a:pt x="578" y="74"/>
                  </a:lnTo>
                  <a:lnTo>
                    <a:pt x="578" y="74"/>
                  </a:lnTo>
                  <a:lnTo>
                    <a:pt x="578" y="74"/>
                  </a:lnTo>
                  <a:lnTo>
                    <a:pt x="578" y="72"/>
                  </a:lnTo>
                  <a:lnTo>
                    <a:pt x="578" y="72"/>
                  </a:lnTo>
                  <a:lnTo>
                    <a:pt x="580" y="70"/>
                  </a:lnTo>
                  <a:lnTo>
                    <a:pt x="580" y="70"/>
                  </a:lnTo>
                  <a:lnTo>
                    <a:pt x="582" y="70"/>
                  </a:lnTo>
                  <a:lnTo>
                    <a:pt x="582" y="70"/>
                  </a:lnTo>
                  <a:lnTo>
                    <a:pt x="582" y="70"/>
                  </a:lnTo>
                  <a:lnTo>
                    <a:pt x="582" y="70"/>
                  </a:lnTo>
                  <a:lnTo>
                    <a:pt x="584" y="68"/>
                  </a:lnTo>
                  <a:lnTo>
                    <a:pt x="584" y="68"/>
                  </a:lnTo>
                  <a:lnTo>
                    <a:pt x="584" y="66"/>
                  </a:lnTo>
                  <a:lnTo>
                    <a:pt x="584" y="66"/>
                  </a:lnTo>
                  <a:lnTo>
                    <a:pt x="584" y="66"/>
                  </a:lnTo>
                  <a:lnTo>
                    <a:pt x="586" y="64"/>
                  </a:lnTo>
                  <a:lnTo>
                    <a:pt x="586" y="64"/>
                  </a:lnTo>
                  <a:lnTo>
                    <a:pt x="587" y="64"/>
                  </a:lnTo>
                  <a:lnTo>
                    <a:pt x="587" y="64"/>
                  </a:lnTo>
                  <a:lnTo>
                    <a:pt x="587" y="64"/>
                  </a:lnTo>
                  <a:lnTo>
                    <a:pt x="587" y="61"/>
                  </a:lnTo>
                  <a:lnTo>
                    <a:pt x="587" y="6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69" name="Freeform 72">
              <a:extLst>
                <a:ext uri="{FF2B5EF4-FFF2-40B4-BE49-F238E27FC236}">
                  <a16:creationId xmlns:a16="http://schemas.microsoft.com/office/drawing/2014/main" id="{F3BF4D97-6987-9CFB-3187-5B5971F0E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4888" y="2284413"/>
              <a:ext cx="846138" cy="450850"/>
            </a:xfrm>
            <a:custGeom>
              <a:avLst/>
              <a:gdLst>
                <a:gd name="T0" fmla="*/ 520 w 533"/>
                <a:gd name="T1" fmla="*/ 111 h 284"/>
                <a:gd name="T2" fmla="*/ 486 w 533"/>
                <a:gd name="T3" fmla="*/ 93 h 284"/>
                <a:gd name="T4" fmla="*/ 451 w 533"/>
                <a:gd name="T5" fmla="*/ 84 h 284"/>
                <a:gd name="T6" fmla="*/ 451 w 533"/>
                <a:gd name="T7" fmla="*/ 42 h 284"/>
                <a:gd name="T8" fmla="*/ 427 w 533"/>
                <a:gd name="T9" fmla="*/ 23 h 284"/>
                <a:gd name="T10" fmla="*/ 430 w 533"/>
                <a:gd name="T11" fmla="*/ 14 h 284"/>
                <a:gd name="T12" fmla="*/ 387 w 533"/>
                <a:gd name="T13" fmla="*/ 2 h 284"/>
                <a:gd name="T14" fmla="*/ 367 w 533"/>
                <a:gd name="T15" fmla="*/ 15 h 284"/>
                <a:gd name="T16" fmla="*/ 354 w 533"/>
                <a:gd name="T17" fmla="*/ 19 h 284"/>
                <a:gd name="T18" fmla="*/ 333 w 533"/>
                <a:gd name="T19" fmla="*/ 29 h 284"/>
                <a:gd name="T20" fmla="*/ 312 w 533"/>
                <a:gd name="T21" fmla="*/ 25 h 284"/>
                <a:gd name="T22" fmla="*/ 282 w 533"/>
                <a:gd name="T23" fmla="*/ 6 h 284"/>
                <a:gd name="T24" fmla="*/ 255 w 533"/>
                <a:gd name="T25" fmla="*/ 21 h 284"/>
                <a:gd name="T26" fmla="*/ 230 w 533"/>
                <a:gd name="T27" fmla="*/ 52 h 284"/>
                <a:gd name="T28" fmla="*/ 215 w 533"/>
                <a:gd name="T29" fmla="*/ 59 h 284"/>
                <a:gd name="T30" fmla="*/ 194 w 533"/>
                <a:gd name="T31" fmla="*/ 71 h 284"/>
                <a:gd name="T32" fmla="*/ 152 w 533"/>
                <a:gd name="T33" fmla="*/ 88 h 284"/>
                <a:gd name="T34" fmla="*/ 122 w 533"/>
                <a:gd name="T35" fmla="*/ 118 h 284"/>
                <a:gd name="T36" fmla="*/ 110 w 533"/>
                <a:gd name="T37" fmla="*/ 124 h 284"/>
                <a:gd name="T38" fmla="*/ 103 w 533"/>
                <a:gd name="T39" fmla="*/ 145 h 284"/>
                <a:gd name="T40" fmla="*/ 80 w 533"/>
                <a:gd name="T41" fmla="*/ 162 h 284"/>
                <a:gd name="T42" fmla="*/ 68 w 533"/>
                <a:gd name="T43" fmla="*/ 162 h 284"/>
                <a:gd name="T44" fmla="*/ 61 w 533"/>
                <a:gd name="T45" fmla="*/ 162 h 284"/>
                <a:gd name="T46" fmla="*/ 26 w 533"/>
                <a:gd name="T47" fmla="*/ 171 h 284"/>
                <a:gd name="T48" fmla="*/ 5 w 533"/>
                <a:gd name="T49" fmla="*/ 196 h 284"/>
                <a:gd name="T50" fmla="*/ 28 w 533"/>
                <a:gd name="T51" fmla="*/ 202 h 284"/>
                <a:gd name="T52" fmla="*/ 42 w 533"/>
                <a:gd name="T53" fmla="*/ 225 h 284"/>
                <a:gd name="T54" fmla="*/ 38 w 533"/>
                <a:gd name="T55" fmla="*/ 240 h 284"/>
                <a:gd name="T56" fmla="*/ 68 w 533"/>
                <a:gd name="T57" fmla="*/ 255 h 284"/>
                <a:gd name="T58" fmla="*/ 114 w 533"/>
                <a:gd name="T59" fmla="*/ 242 h 284"/>
                <a:gd name="T60" fmla="*/ 167 w 533"/>
                <a:gd name="T61" fmla="*/ 249 h 284"/>
                <a:gd name="T62" fmla="*/ 200 w 533"/>
                <a:gd name="T63" fmla="*/ 244 h 284"/>
                <a:gd name="T64" fmla="*/ 209 w 533"/>
                <a:gd name="T65" fmla="*/ 227 h 284"/>
                <a:gd name="T66" fmla="*/ 246 w 533"/>
                <a:gd name="T67" fmla="*/ 189 h 284"/>
                <a:gd name="T68" fmla="*/ 249 w 533"/>
                <a:gd name="T69" fmla="*/ 183 h 284"/>
                <a:gd name="T70" fmla="*/ 276 w 533"/>
                <a:gd name="T71" fmla="*/ 183 h 284"/>
                <a:gd name="T72" fmla="*/ 345 w 533"/>
                <a:gd name="T73" fmla="*/ 154 h 284"/>
                <a:gd name="T74" fmla="*/ 377 w 533"/>
                <a:gd name="T75" fmla="*/ 147 h 284"/>
                <a:gd name="T76" fmla="*/ 387 w 533"/>
                <a:gd name="T77" fmla="*/ 173 h 284"/>
                <a:gd name="T78" fmla="*/ 396 w 533"/>
                <a:gd name="T79" fmla="*/ 189 h 284"/>
                <a:gd name="T80" fmla="*/ 398 w 533"/>
                <a:gd name="T81" fmla="*/ 206 h 284"/>
                <a:gd name="T82" fmla="*/ 406 w 533"/>
                <a:gd name="T83" fmla="*/ 202 h 284"/>
                <a:gd name="T84" fmla="*/ 406 w 533"/>
                <a:gd name="T85" fmla="*/ 211 h 284"/>
                <a:gd name="T86" fmla="*/ 400 w 533"/>
                <a:gd name="T87" fmla="*/ 217 h 284"/>
                <a:gd name="T88" fmla="*/ 375 w 533"/>
                <a:gd name="T89" fmla="*/ 225 h 284"/>
                <a:gd name="T90" fmla="*/ 360 w 533"/>
                <a:gd name="T91" fmla="*/ 223 h 284"/>
                <a:gd name="T92" fmla="*/ 339 w 533"/>
                <a:gd name="T93" fmla="*/ 242 h 284"/>
                <a:gd name="T94" fmla="*/ 335 w 533"/>
                <a:gd name="T95" fmla="*/ 249 h 284"/>
                <a:gd name="T96" fmla="*/ 333 w 533"/>
                <a:gd name="T97" fmla="*/ 263 h 284"/>
                <a:gd name="T98" fmla="*/ 339 w 533"/>
                <a:gd name="T99" fmla="*/ 280 h 284"/>
                <a:gd name="T100" fmla="*/ 366 w 533"/>
                <a:gd name="T101" fmla="*/ 267 h 284"/>
                <a:gd name="T102" fmla="*/ 383 w 533"/>
                <a:gd name="T103" fmla="*/ 253 h 284"/>
                <a:gd name="T104" fmla="*/ 446 w 533"/>
                <a:gd name="T105" fmla="*/ 217 h 284"/>
                <a:gd name="T106" fmla="*/ 467 w 533"/>
                <a:gd name="T107" fmla="*/ 213 h 284"/>
                <a:gd name="T108" fmla="*/ 484 w 533"/>
                <a:gd name="T109" fmla="*/ 217 h 284"/>
                <a:gd name="T110" fmla="*/ 503 w 533"/>
                <a:gd name="T111" fmla="*/ 238 h 284"/>
                <a:gd name="T112" fmla="*/ 512 w 533"/>
                <a:gd name="T113" fmla="*/ 236 h 284"/>
                <a:gd name="T114" fmla="*/ 489 w 533"/>
                <a:gd name="T115" fmla="*/ 202 h 284"/>
                <a:gd name="T116" fmla="*/ 488 w 533"/>
                <a:gd name="T117" fmla="*/ 183 h 284"/>
                <a:gd name="T118" fmla="*/ 507 w 533"/>
                <a:gd name="T119" fmla="*/ 168 h 284"/>
                <a:gd name="T120" fmla="*/ 520 w 533"/>
                <a:gd name="T121" fmla="*/ 154 h 284"/>
                <a:gd name="T122" fmla="*/ 531 w 533"/>
                <a:gd name="T123" fmla="*/ 152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33" h="284">
                  <a:moveTo>
                    <a:pt x="533" y="141"/>
                  </a:moveTo>
                  <a:lnTo>
                    <a:pt x="529" y="137"/>
                  </a:lnTo>
                  <a:lnTo>
                    <a:pt x="528" y="133"/>
                  </a:lnTo>
                  <a:lnTo>
                    <a:pt x="528" y="130"/>
                  </a:lnTo>
                  <a:lnTo>
                    <a:pt x="531" y="124"/>
                  </a:lnTo>
                  <a:lnTo>
                    <a:pt x="529" y="120"/>
                  </a:lnTo>
                  <a:lnTo>
                    <a:pt x="528" y="118"/>
                  </a:lnTo>
                  <a:lnTo>
                    <a:pt x="522" y="114"/>
                  </a:lnTo>
                  <a:lnTo>
                    <a:pt x="520" y="114"/>
                  </a:lnTo>
                  <a:lnTo>
                    <a:pt x="520" y="111"/>
                  </a:lnTo>
                  <a:lnTo>
                    <a:pt x="520" y="111"/>
                  </a:lnTo>
                  <a:lnTo>
                    <a:pt x="518" y="111"/>
                  </a:lnTo>
                  <a:lnTo>
                    <a:pt x="518" y="111"/>
                  </a:lnTo>
                  <a:lnTo>
                    <a:pt x="510" y="105"/>
                  </a:lnTo>
                  <a:lnTo>
                    <a:pt x="508" y="105"/>
                  </a:lnTo>
                  <a:lnTo>
                    <a:pt x="503" y="107"/>
                  </a:lnTo>
                  <a:lnTo>
                    <a:pt x="501" y="109"/>
                  </a:lnTo>
                  <a:lnTo>
                    <a:pt x="497" y="109"/>
                  </a:lnTo>
                  <a:lnTo>
                    <a:pt x="495" y="109"/>
                  </a:lnTo>
                  <a:lnTo>
                    <a:pt x="491" y="107"/>
                  </a:lnTo>
                  <a:lnTo>
                    <a:pt x="489" y="99"/>
                  </a:lnTo>
                  <a:lnTo>
                    <a:pt x="486" y="93"/>
                  </a:lnTo>
                  <a:lnTo>
                    <a:pt x="480" y="90"/>
                  </a:lnTo>
                  <a:lnTo>
                    <a:pt x="472" y="82"/>
                  </a:lnTo>
                  <a:lnTo>
                    <a:pt x="465" y="80"/>
                  </a:lnTo>
                  <a:lnTo>
                    <a:pt x="459" y="82"/>
                  </a:lnTo>
                  <a:lnTo>
                    <a:pt x="457" y="88"/>
                  </a:lnTo>
                  <a:lnTo>
                    <a:pt x="455" y="93"/>
                  </a:lnTo>
                  <a:lnTo>
                    <a:pt x="455" y="99"/>
                  </a:lnTo>
                  <a:lnTo>
                    <a:pt x="453" y="99"/>
                  </a:lnTo>
                  <a:lnTo>
                    <a:pt x="451" y="93"/>
                  </a:lnTo>
                  <a:lnTo>
                    <a:pt x="448" y="90"/>
                  </a:lnTo>
                  <a:lnTo>
                    <a:pt x="451" y="84"/>
                  </a:lnTo>
                  <a:lnTo>
                    <a:pt x="448" y="80"/>
                  </a:lnTo>
                  <a:lnTo>
                    <a:pt x="455" y="76"/>
                  </a:lnTo>
                  <a:lnTo>
                    <a:pt x="463" y="69"/>
                  </a:lnTo>
                  <a:lnTo>
                    <a:pt x="463" y="65"/>
                  </a:lnTo>
                  <a:lnTo>
                    <a:pt x="461" y="59"/>
                  </a:lnTo>
                  <a:lnTo>
                    <a:pt x="457" y="54"/>
                  </a:lnTo>
                  <a:lnTo>
                    <a:pt x="455" y="52"/>
                  </a:lnTo>
                  <a:lnTo>
                    <a:pt x="455" y="46"/>
                  </a:lnTo>
                  <a:lnTo>
                    <a:pt x="453" y="44"/>
                  </a:lnTo>
                  <a:lnTo>
                    <a:pt x="451" y="42"/>
                  </a:lnTo>
                  <a:lnTo>
                    <a:pt x="451" y="42"/>
                  </a:lnTo>
                  <a:lnTo>
                    <a:pt x="449" y="42"/>
                  </a:lnTo>
                  <a:lnTo>
                    <a:pt x="449" y="40"/>
                  </a:lnTo>
                  <a:lnTo>
                    <a:pt x="449" y="40"/>
                  </a:lnTo>
                  <a:lnTo>
                    <a:pt x="442" y="34"/>
                  </a:lnTo>
                  <a:lnTo>
                    <a:pt x="440" y="29"/>
                  </a:lnTo>
                  <a:lnTo>
                    <a:pt x="434" y="31"/>
                  </a:lnTo>
                  <a:lnTo>
                    <a:pt x="427" y="36"/>
                  </a:lnTo>
                  <a:lnTo>
                    <a:pt x="425" y="27"/>
                  </a:lnTo>
                  <a:lnTo>
                    <a:pt x="425" y="25"/>
                  </a:lnTo>
                  <a:lnTo>
                    <a:pt x="427" y="25"/>
                  </a:lnTo>
                  <a:lnTo>
                    <a:pt x="427" y="23"/>
                  </a:lnTo>
                  <a:lnTo>
                    <a:pt x="438" y="21"/>
                  </a:lnTo>
                  <a:lnTo>
                    <a:pt x="438" y="19"/>
                  </a:lnTo>
                  <a:lnTo>
                    <a:pt x="440" y="17"/>
                  </a:lnTo>
                  <a:lnTo>
                    <a:pt x="442" y="14"/>
                  </a:lnTo>
                  <a:lnTo>
                    <a:pt x="442" y="12"/>
                  </a:lnTo>
                  <a:lnTo>
                    <a:pt x="440" y="10"/>
                  </a:lnTo>
                  <a:lnTo>
                    <a:pt x="440" y="10"/>
                  </a:lnTo>
                  <a:lnTo>
                    <a:pt x="438" y="10"/>
                  </a:lnTo>
                  <a:lnTo>
                    <a:pt x="436" y="12"/>
                  </a:lnTo>
                  <a:lnTo>
                    <a:pt x="432" y="14"/>
                  </a:lnTo>
                  <a:lnTo>
                    <a:pt x="430" y="14"/>
                  </a:lnTo>
                  <a:lnTo>
                    <a:pt x="427" y="12"/>
                  </a:lnTo>
                  <a:lnTo>
                    <a:pt x="425" y="8"/>
                  </a:lnTo>
                  <a:lnTo>
                    <a:pt x="423" y="6"/>
                  </a:lnTo>
                  <a:lnTo>
                    <a:pt x="423" y="2"/>
                  </a:lnTo>
                  <a:lnTo>
                    <a:pt x="421" y="0"/>
                  </a:lnTo>
                  <a:lnTo>
                    <a:pt x="415" y="0"/>
                  </a:lnTo>
                  <a:lnTo>
                    <a:pt x="409" y="0"/>
                  </a:lnTo>
                  <a:lnTo>
                    <a:pt x="404" y="0"/>
                  </a:lnTo>
                  <a:lnTo>
                    <a:pt x="396" y="4"/>
                  </a:lnTo>
                  <a:lnTo>
                    <a:pt x="388" y="2"/>
                  </a:lnTo>
                  <a:lnTo>
                    <a:pt x="387" y="2"/>
                  </a:lnTo>
                  <a:lnTo>
                    <a:pt x="385" y="2"/>
                  </a:lnTo>
                  <a:lnTo>
                    <a:pt x="385" y="10"/>
                  </a:lnTo>
                  <a:lnTo>
                    <a:pt x="383" y="15"/>
                  </a:lnTo>
                  <a:lnTo>
                    <a:pt x="375" y="15"/>
                  </a:lnTo>
                  <a:lnTo>
                    <a:pt x="371" y="12"/>
                  </a:lnTo>
                  <a:lnTo>
                    <a:pt x="369" y="14"/>
                  </a:lnTo>
                  <a:lnTo>
                    <a:pt x="369" y="14"/>
                  </a:lnTo>
                  <a:lnTo>
                    <a:pt x="367" y="14"/>
                  </a:lnTo>
                  <a:lnTo>
                    <a:pt x="367" y="14"/>
                  </a:lnTo>
                  <a:lnTo>
                    <a:pt x="366" y="15"/>
                  </a:lnTo>
                  <a:lnTo>
                    <a:pt x="367" y="15"/>
                  </a:lnTo>
                  <a:lnTo>
                    <a:pt x="366" y="17"/>
                  </a:lnTo>
                  <a:lnTo>
                    <a:pt x="364" y="17"/>
                  </a:lnTo>
                  <a:lnTo>
                    <a:pt x="364" y="17"/>
                  </a:lnTo>
                  <a:lnTo>
                    <a:pt x="364" y="21"/>
                  </a:lnTo>
                  <a:lnTo>
                    <a:pt x="364" y="25"/>
                  </a:lnTo>
                  <a:lnTo>
                    <a:pt x="364" y="25"/>
                  </a:lnTo>
                  <a:lnTo>
                    <a:pt x="360" y="25"/>
                  </a:lnTo>
                  <a:lnTo>
                    <a:pt x="358" y="25"/>
                  </a:lnTo>
                  <a:lnTo>
                    <a:pt x="358" y="23"/>
                  </a:lnTo>
                  <a:lnTo>
                    <a:pt x="356" y="19"/>
                  </a:lnTo>
                  <a:lnTo>
                    <a:pt x="354" y="19"/>
                  </a:lnTo>
                  <a:lnTo>
                    <a:pt x="354" y="25"/>
                  </a:lnTo>
                  <a:lnTo>
                    <a:pt x="350" y="25"/>
                  </a:lnTo>
                  <a:lnTo>
                    <a:pt x="345" y="25"/>
                  </a:lnTo>
                  <a:lnTo>
                    <a:pt x="341" y="27"/>
                  </a:lnTo>
                  <a:lnTo>
                    <a:pt x="341" y="33"/>
                  </a:lnTo>
                  <a:lnTo>
                    <a:pt x="337" y="33"/>
                  </a:lnTo>
                  <a:lnTo>
                    <a:pt x="335" y="33"/>
                  </a:lnTo>
                  <a:lnTo>
                    <a:pt x="335" y="31"/>
                  </a:lnTo>
                  <a:lnTo>
                    <a:pt x="335" y="31"/>
                  </a:lnTo>
                  <a:lnTo>
                    <a:pt x="335" y="29"/>
                  </a:lnTo>
                  <a:lnTo>
                    <a:pt x="333" y="29"/>
                  </a:lnTo>
                  <a:lnTo>
                    <a:pt x="333" y="29"/>
                  </a:lnTo>
                  <a:lnTo>
                    <a:pt x="326" y="27"/>
                  </a:lnTo>
                  <a:lnTo>
                    <a:pt x="326" y="27"/>
                  </a:lnTo>
                  <a:lnTo>
                    <a:pt x="320" y="23"/>
                  </a:lnTo>
                  <a:lnTo>
                    <a:pt x="314" y="23"/>
                  </a:lnTo>
                  <a:lnTo>
                    <a:pt x="312" y="21"/>
                  </a:lnTo>
                  <a:lnTo>
                    <a:pt x="312" y="21"/>
                  </a:lnTo>
                  <a:lnTo>
                    <a:pt x="312" y="23"/>
                  </a:lnTo>
                  <a:lnTo>
                    <a:pt x="314" y="25"/>
                  </a:lnTo>
                  <a:lnTo>
                    <a:pt x="314" y="25"/>
                  </a:lnTo>
                  <a:lnTo>
                    <a:pt x="312" y="25"/>
                  </a:lnTo>
                  <a:lnTo>
                    <a:pt x="307" y="21"/>
                  </a:lnTo>
                  <a:lnTo>
                    <a:pt x="303" y="21"/>
                  </a:lnTo>
                  <a:lnTo>
                    <a:pt x="299" y="21"/>
                  </a:lnTo>
                  <a:lnTo>
                    <a:pt x="297" y="21"/>
                  </a:lnTo>
                  <a:lnTo>
                    <a:pt x="295" y="21"/>
                  </a:lnTo>
                  <a:lnTo>
                    <a:pt x="293" y="21"/>
                  </a:lnTo>
                  <a:lnTo>
                    <a:pt x="295" y="15"/>
                  </a:lnTo>
                  <a:lnTo>
                    <a:pt x="293" y="15"/>
                  </a:lnTo>
                  <a:lnTo>
                    <a:pt x="287" y="8"/>
                  </a:lnTo>
                  <a:lnTo>
                    <a:pt x="286" y="6"/>
                  </a:lnTo>
                  <a:lnTo>
                    <a:pt x="282" y="6"/>
                  </a:lnTo>
                  <a:lnTo>
                    <a:pt x="278" y="6"/>
                  </a:lnTo>
                  <a:lnTo>
                    <a:pt x="278" y="6"/>
                  </a:lnTo>
                  <a:lnTo>
                    <a:pt x="272" y="14"/>
                  </a:lnTo>
                  <a:lnTo>
                    <a:pt x="270" y="15"/>
                  </a:lnTo>
                  <a:lnTo>
                    <a:pt x="270" y="15"/>
                  </a:lnTo>
                  <a:lnTo>
                    <a:pt x="266" y="17"/>
                  </a:lnTo>
                  <a:lnTo>
                    <a:pt x="263" y="17"/>
                  </a:lnTo>
                  <a:lnTo>
                    <a:pt x="261" y="17"/>
                  </a:lnTo>
                  <a:lnTo>
                    <a:pt x="257" y="17"/>
                  </a:lnTo>
                  <a:lnTo>
                    <a:pt x="257" y="19"/>
                  </a:lnTo>
                  <a:lnTo>
                    <a:pt x="255" y="21"/>
                  </a:lnTo>
                  <a:lnTo>
                    <a:pt x="255" y="23"/>
                  </a:lnTo>
                  <a:lnTo>
                    <a:pt x="253" y="23"/>
                  </a:lnTo>
                  <a:lnTo>
                    <a:pt x="249" y="23"/>
                  </a:lnTo>
                  <a:lnTo>
                    <a:pt x="247" y="29"/>
                  </a:lnTo>
                  <a:lnTo>
                    <a:pt x="251" y="33"/>
                  </a:lnTo>
                  <a:lnTo>
                    <a:pt x="255" y="36"/>
                  </a:lnTo>
                  <a:lnTo>
                    <a:pt x="249" y="42"/>
                  </a:lnTo>
                  <a:lnTo>
                    <a:pt x="246" y="46"/>
                  </a:lnTo>
                  <a:lnTo>
                    <a:pt x="240" y="46"/>
                  </a:lnTo>
                  <a:lnTo>
                    <a:pt x="236" y="50"/>
                  </a:lnTo>
                  <a:lnTo>
                    <a:pt x="230" y="52"/>
                  </a:lnTo>
                  <a:lnTo>
                    <a:pt x="226" y="54"/>
                  </a:lnTo>
                  <a:lnTo>
                    <a:pt x="225" y="54"/>
                  </a:lnTo>
                  <a:lnTo>
                    <a:pt x="223" y="55"/>
                  </a:lnTo>
                  <a:lnTo>
                    <a:pt x="221" y="55"/>
                  </a:lnTo>
                  <a:lnTo>
                    <a:pt x="219" y="55"/>
                  </a:lnTo>
                  <a:lnTo>
                    <a:pt x="217" y="55"/>
                  </a:lnTo>
                  <a:lnTo>
                    <a:pt x="215" y="57"/>
                  </a:lnTo>
                  <a:lnTo>
                    <a:pt x="215" y="57"/>
                  </a:lnTo>
                  <a:lnTo>
                    <a:pt x="215" y="57"/>
                  </a:lnTo>
                  <a:lnTo>
                    <a:pt x="215" y="59"/>
                  </a:lnTo>
                  <a:lnTo>
                    <a:pt x="215" y="59"/>
                  </a:lnTo>
                  <a:lnTo>
                    <a:pt x="215" y="59"/>
                  </a:lnTo>
                  <a:lnTo>
                    <a:pt x="215" y="61"/>
                  </a:lnTo>
                  <a:lnTo>
                    <a:pt x="213" y="61"/>
                  </a:lnTo>
                  <a:lnTo>
                    <a:pt x="211" y="61"/>
                  </a:lnTo>
                  <a:lnTo>
                    <a:pt x="211" y="61"/>
                  </a:lnTo>
                  <a:lnTo>
                    <a:pt x="211" y="63"/>
                  </a:lnTo>
                  <a:lnTo>
                    <a:pt x="206" y="65"/>
                  </a:lnTo>
                  <a:lnTo>
                    <a:pt x="204" y="65"/>
                  </a:lnTo>
                  <a:lnTo>
                    <a:pt x="198" y="71"/>
                  </a:lnTo>
                  <a:lnTo>
                    <a:pt x="196" y="71"/>
                  </a:lnTo>
                  <a:lnTo>
                    <a:pt x="194" y="71"/>
                  </a:lnTo>
                  <a:lnTo>
                    <a:pt x="194" y="71"/>
                  </a:lnTo>
                  <a:lnTo>
                    <a:pt x="192" y="71"/>
                  </a:lnTo>
                  <a:lnTo>
                    <a:pt x="190" y="73"/>
                  </a:lnTo>
                  <a:lnTo>
                    <a:pt x="188" y="73"/>
                  </a:lnTo>
                  <a:lnTo>
                    <a:pt x="186" y="73"/>
                  </a:lnTo>
                  <a:lnTo>
                    <a:pt x="183" y="73"/>
                  </a:lnTo>
                  <a:lnTo>
                    <a:pt x="173" y="73"/>
                  </a:lnTo>
                  <a:lnTo>
                    <a:pt x="164" y="78"/>
                  </a:lnTo>
                  <a:lnTo>
                    <a:pt x="160" y="80"/>
                  </a:lnTo>
                  <a:lnTo>
                    <a:pt x="156" y="84"/>
                  </a:lnTo>
                  <a:lnTo>
                    <a:pt x="152" y="88"/>
                  </a:lnTo>
                  <a:lnTo>
                    <a:pt x="148" y="90"/>
                  </a:lnTo>
                  <a:lnTo>
                    <a:pt x="145" y="92"/>
                  </a:lnTo>
                  <a:lnTo>
                    <a:pt x="145" y="95"/>
                  </a:lnTo>
                  <a:lnTo>
                    <a:pt x="145" y="99"/>
                  </a:lnTo>
                  <a:lnTo>
                    <a:pt x="143" y="103"/>
                  </a:lnTo>
                  <a:lnTo>
                    <a:pt x="139" y="105"/>
                  </a:lnTo>
                  <a:lnTo>
                    <a:pt x="131" y="111"/>
                  </a:lnTo>
                  <a:lnTo>
                    <a:pt x="129" y="114"/>
                  </a:lnTo>
                  <a:lnTo>
                    <a:pt x="127" y="116"/>
                  </a:lnTo>
                  <a:lnTo>
                    <a:pt x="124" y="116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18" y="122"/>
                  </a:lnTo>
                  <a:lnTo>
                    <a:pt x="118" y="124"/>
                  </a:lnTo>
                  <a:lnTo>
                    <a:pt x="116" y="124"/>
                  </a:lnTo>
                  <a:lnTo>
                    <a:pt x="114" y="126"/>
                  </a:lnTo>
                  <a:lnTo>
                    <a:pt x="112" y="126"/>
                  </a:lnTo>
                  <a:lnTo>
                    <a:pt x="112" y="126"/>
                  </a:lnTo>
                  <a:lnTo>
                    <a:pt x="112" y="124"/>
                  </a:lnTo>
                  <a:lnTo>
                    <a:pt x="110" y="124"/>
                  </a:lnTo>
                  <a:lnTo>
                    <a:pt x="110" y="124"/>
                  </a:lnTo>
                  <a:lnTo>
                    <a:pt x="110" y="124"/>
                  </a:lnTo>
                  <a:lnTo>
                    <a:pt x="105" y="128"/>
                  </a:lnTo>
                  <a:lnTo>
                    <a:pt x="101" y="130"/>
                  </a:lnTo>
                  <a:lnTo>
                    <a:pt x="99" y="133"/>
                  </a:lnTo>
                  <a:lnTo>
                    <a:pt x="97" y="135"/>
                  </a:lnTo>
                  <a:lnTo>
                    <a:pt x="97" y="137"/>
                  </a:lnTo>
                  <a:lnTo>
                    <a:pt x="99" y="139"/>
                  </a:lnTo>
                  <a:lnTo>
                    <a:pt x="103" y="139"/>
                  </a:lnTo>
                  <a:lnTo>
                    <a:pt x="103" y="139"/>
                  </a:lnTo>
                  <a:lnTo>
                    <a:pt x="103" y="141"/>
                  </a:lnTo>
                  <a:lnTo>
                    <a:pt x="103" y="145"/>
                  </a:lnTo>
                  <a:lnTo>
                    <a:pt x="103" y="145"/>
                  </a:lnTo>
                  <a:lnTo>
                    <a:pt x="103" y="145"/>
                  </a:lnTo>
                  <a:lnTo>
                    <a:pt x="103" y="147"/>
                  </a:lnTo>
                  <a:lnTo>
                    <a:pt x="101" y="151"/>
                  </a:lnTo>
                  <a:lnTo>
                    <a:pt x="97" y="152"/>
                  </a:lnTo>
                  <a:lnTo>
                    <a:pt x="95" y="154"/>
                  </a:lnTo>
                  <a:lnTo>
                    <a:pt x="91" y="154"/>
                  </a:lnTo>
                  <a:lnTo>
                    <a:pt x="91" y="154"/>
                  </a:lnTo>
                  <a:lnTo>
                    <a:pt x="89" y="158"/>
                  </a:lnTo>
                  <a:lnTo>
                    <a:pt x="87" y="158"/>
                  </a:lnTo>
                  <a:lnTo>
                    <a:pt x="82" y="160"/>
                  </a:lnTo>
                  <a:lnTo>
                    <a:pt x="80" y="162"/>
                  </a:lnTo>
                  <a:lnTo>
                    <a:pt x="78" y="162"/>
                  </a:lnTo>
                  <a:lnTo>
                    <a:pt x="78" y="162"/>
                  </a:lnTo>
                  <a:lnTo>
                    <a:pt x="76" y="158"/>
                  </a:lnTo>
                  <a:lnTo>
                    <a:pt x="76" y="158"/>
                  </a:lnTo>
                  <a:lnTo>
                    <a:pt x="74" y="160"/>
                  </a:lnTo>
                  <a:lnTo>
                    <a:pt x="74" y="162"/>
                  </a:lnTo>
                  <a:lnTo>
                    <a:pt x="72" y="164"/>
                  </a:lnTo>
                  <a:lnTo>
                    <a:pt x="70" y="164"/>
                  </a:lnTo>
                  <a:lnTo>
                    <a:pt x="70" y="164"/>
                  </a:lnTo>
                  <a:lnTo>
                    <a:pt x="70" y="162"/>
                  </a:lnTo>
                  <a:lnTo>
                    <a:pt x="68" y="162"/>
                  </a:lnTo>
                  <a:lnTo>
                    <a:pt x="68" y="164"/>
                  </a:lnTo>
                  <a:lnTo>
                    <a:pt x="66" y="166"/>
                  </a:lnTo>
                  <a:lnTo>
                    <a:pt x="65" y="166"/>
                  </a:lnTo>
                  <a:lnTo>
                    <a:pt x="65" y="164"/>
                  </a:lnTo>
                  <a:lnTo>
                    <a:pt x="63" y="160"/>
                  </a:lnTo>
                  <a:lnTo>
                    <a:pt x="63" y="158"/>
                  </a:lnTo>
                  <a:lnTo>
                    <a:pt x="61" y="158"/>
                  </a:lnTo>
                  <a:lnTo>
                    <a:pt x="61" y="160"/>
                  </a:lnTo>
                  <a:lnTo>
                    <a:pt x="61" y="160"/>
                  </a:lnTo>
                  <a:lnTo>
                    <a:pt x="61" y="162"/>
                  </a:lnTo>
                  <a:lnTo>
                    <a:pt x="61" y="162"/>
                  </a:lnTo>
                  <a:lnTo>
                    <a:pt x="61" y="164"/>
                  </a:lnTo>
                  <a:lnTo>
                    <a:pt x="59" y="164"/>
                  </a:lnTo>
                  <a:lnTo>
                    <a:pt x="59" y="164"/>
                  </a:lnTo>
                  <a:lnTo>
                    <a:pt x="51" y="164"/>
                  </a:lnTo>
                  <a:lnTo>
                    <a:pt x="49" y="164"/>
                  </a:lnTo>
                  <a:lnTo>
                    <a:pt x="45" y="166"/>
                  </a:lnTo>
                  <a:lnTo>
                    <a:pt x="40" y="171"/>
                  </a:lnTo>
                  <a:lnTo>
                    <a:pt x="36" y="171"/>
                  </a:lnTo>
                  <a:lnTo>
                    <a:pt x="34" y="171"/>
                  </a:lnTo>
                  <a:lnTo>
                    <a:pt x="30" y="171"/>
                  </a:lnTo>
                  <a:lnTo>
                    <a:pt x="26" y="171"/>
                  </a:lnTo>
                  <a:lnTo>
                    <a:pt x="24" y="171"/>
                  </a:lnTo>
                  <a:lnTo>
                    <a:pt x="21" y="170"/>
                  </a:lnTo>
                  <a:lnTo>
                    <a:pt x="19" y="168"/>
                  </a:lnTo>
                  <a:lnTo>
                    <a:pt x="5" y="170"/>
                  </a:lnTo>
                  <a:lnTo>
                    <a:pt x="4" y="173"/>
                  </a:lnTo>
                  <a:lnTo>
                    <a:pt x="0" y="179"/>
                  </a:lnTo>
                  <a:lnTo>
                    <a:pt x="0" y="183"/>
                  </a:lnTo>
                  <a:lnTo>
                    <a:pt x="2" y="190"/>
                  </a:lnTo>
                  <a:lnTo>
                    <a:pt x="2" y="192"/>
                  </a:lnTo>
                  <a:lnTo>
                    <a:pt x="5" y="194"/>
                  </a:lnTo>
                  <a:lnTo>
                    <a:pt x="5" y="196"/>
                  </a:lnTo>
                  <a:lnTo>
                    <a:pt x="7" y="198"/>
                  </a:lnTo>
                  <a:lnTo>
                    <a:pt x="9" y="198"/>
                  </a:lnTo>
                  <a:lnTo>
                    <a:pt x="11" y="198"/>
                  </a:lnTo>
                  <a:lnTo>
                    <a:pt x="13" y="200"/>
                  </a:lnTo>
                  <a:lnTo>
                    <a:pt x="13" y="200"/>
                  </a:lnTo>
                  <a:lnTo>
                    <a:pt x="15" y="202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9" y="204"/>
                  </a:lnTo>
                  <a:lnTo>
                    <a:pt x="26" y="202"/>
                  </a:lnTo>
                  <a:lnTo>
                    <a:pt x="28" y="202"/>
                  </a:lnTo>
                  <a:lnTo>
                    <a:pt x="32" y="202"/>
                  </a:lnTo>
                  <a:lnTo>
                    <a:pt x="32" y="202"/>
                  </a:lnTo>
                  <a:lnTo>
                    <a:pt x="36" y="198"/>
                  </a:lnTo>
                  <a:lnTo>
                    <a:pt x="36" y="198"/>
                  </a:lnTo>
                  <a:lnTo>
                    <a:pt x="38" y="202"/>
                  </a:lnTo>
                  <a:lnTo>
                    <a:pt x="47" y="215"/>
                  </a:lnTo>
                  <a:lnTo>
                    <a:pt x="47" y="217"/>
                  </a:lnTo>
                  <a:lnTo>
                    <a:pt x="45" y="219"/>
                  </a:lnTo>
                  <a:lnTo>
                    <a:pt x="44" y="221"/>
                  </a:lnTo>
                  <a:lnTo>
                    <a:pt x="42" y="223"/>
                  </a:lnTo>
                  <a:lnTo>
                    <a:pt x="42" y="225"/>
                  </a:lnTo>
                  <a:lnTo>
                    <a:pt x="42" y="227"/>
                  </a:lnTo>
                  <a:lnTo>
                    <a:pt x="42" y="227"/>
                  </a:lnTo>
                  <a:lnTo>
                    <a:pt x="42" y="228"/>
                  </a:lnTo>
                  <a:lnTo>
                    <a:pt x="40" y="228"/>
                  </a:lnTo>
                  <a:lnTo>
                    <a:pt x="40" y="228"/>
                  </a:lnTo>
                  <a:lnTo>
                    <a:pt x="40" y="230"/>
                  </a:lnTo>
                  <a:lnTo>
                    <a:pt x="38" y="230"/>
                  </a:lnTo>
                  <a:lnTo>
                    <a:pt x="38" y="232"/>
                  </a:lnTo>
                  <a:lnTo>
                    <a:pt x="38" y="234"/>
                  </a:lnTo>
                  <a:lnTo>
                    <a:pt x="38" y="236"/>
                  </a:lnTo>
                  <a:lnTo>
                    <a:pt x="38" y="240"/>
                  </a:lnTo>
                  <a:lnTo>
                    <a:pt x="44" y="246"/>
                  </a:lnTo>
                  <a:lnTo>
                    <a:pt x="45" y="248"/>
                  </a:lnTo>
                  <a:lnTo>
                    <a:pt x="45" y="248"/>
                  </a:lnTo>
                  <a:lnTo>
                    <a:pt x="47" y="253"/>
                  </a:lnTo>
                  <a:lnTo>
                    <a:pt x="45" y="255"/>
                  </a:lnTo>
                  <a:lnTo>
                    <a:pt x="49" y="255"/>
                  </a:lnTo>
                  <a:lnTo>
                    <a:pt x="59" y="257"/>
                  </a:lnTo>
                  <a:lnTo>
                    <a:pt x="63" y="255"/>
                  </a:lnTo>
                  <a:lnTo>
                    <a:pt x="65" y="255"/>
                  </a:lnTo>
                  <a:lnTo>
                    <a:pt x="68" y="255"/>
                  </a:lnTo>
                  <a:lnTo>
                    <a:pt x="68" y="255"/>
                  </a:lnTo>
                  <a:lnTo>
                    <a:pt x="72" y="253"/>
                  </a:lnTo>
                  <a:lnTo>
                    <a:pt x="84" y="249"/>
                  </a:lnTo>
                  <a:lnTo>
                    <a:pt x="89" y="248"/>
                  </a:lnTo>
                  <a:lnTo>
                    <a:pt x="95" y="248"/>
                  </a:lnTo>
                  <a:lnTo>
                    <a:pt x="97" y="246"/>
                  </a:lnTo>
                  <a:lnTo>
                    <a:pt x="99" y="244"/>
                  </a:lnTo>
                  <a:lnTo>
                    <a:pt x="99" y="244"/>
                  </a:lnTo>
                  <a:lnTo>
                    <a:pt x="101" y="242"/>
                  </a:lnTo>
                  <a:lnTo>
                    <a:pt x="103" y="240"/>
                  </a:lnTo>
                  <a:lnTo>
                    <a:pt x="106" y="242"/>
                  </a:lnTo>
                  <a:lnTo>
                    <a:pt x="114" y="242"/>
                  </a:lnTo>
                  <a:lnTo>
                    <a:pt x="122" y="246"/>
                  </a:lnTo>
                  <a:lnTo>
                    <a:pt x="125" y="248"/>
                  </a:lnTo>
                  <a:lnTo>
                    <a:pt x="125" y="248"/>
                  </a:lnTo>
                  <a:lnTo>
                    <a:pt x="125" y="248"/>
                  </a:lnTo>
                  <a:lnTo>
                    <a:pt x="125" y="249"/>
                  </a:lnTo>
                  <a:lnTo>
                    <a:pt x="125" y="249"/>
                  </a:lnTo>
                  <a:lnTo>
                    <a:pt x="127" y="251"/>
                  </a:lnTo>
                  <a:lnTo>
                    <a:pt x="129" y="251"/>
                  </a:lnTo>
                  <a:lnTo>
                    <a:pt x="133" y="253"/>
                  </a:lnTo>
                  <a:lnTo>
                    <a:pt x="165" y="249"/>
                  </a:lnTo>
                  <a:lnTo>
                    <a:pt x="167" y="249"/>
                  </a:lnTo>
                  <a:lnTo>
                    <a:pt x="169" y="249"/>
                  </a:lnTo>
                  <a:lnTo>
                    <a:pt x="171" y="251"/>
                  </a:lnTo>
                  <a:lnTo>
                    <a:pt x="173" y="253"/>
                  </a:lnTo>
                  <a:lnTo>
                    <a:pt x="175" y="253"/>
                  </a:lnTo>
                  <a:lnTo>
                    <a:pt x="179" y="251"/>
                  </a:lnTo>
                  <a:lnTo>
                    <a:pt x="181" y="251"/>
                  </a:lnTo>
                  <a:lnTo>
                    <a:pt x="186" y="249"/>
                  </a:lnTo>
                  <a:lnTo>
                    <a:pt x="190" y="249"/>
                  </a:lnTo>
                  <a:lnTo>
                    <a:pt x="196" y="248"/>
                  </a:lnTo>
                  <a:lnTo>
                    <a:pt x="198" y="246"/>
                  </a:lnTo>
                  <a:lnTo>
                    <a:pt x="200" y="244"/>
                  </a:lnTo>
                  <a:lnTo>
                    <a:pt x="202" y="242"/>
                  </a:lnTo>
                  <a:lnTo>
                    <a:pt x="202" y="242"/>
                  </a:lnTo>
                  <a:lnTo>
                    <a:pt x="206" y="240"/>
                  </a:lnTo>
                  <a:lnTo>
                    <a:pt x="207" y="238"/>
                  </a:lnTo>
                  <a:lnTo>
                    <a:pt x="207" y="236"/>
                  </a:lnTo>
                  <a:lnTo>
                    <a:pt x="207" y="236"/>
                  </a:lnTo>
                  <a:lnTo>
                    <a:pt x="207" y="232"/>
                  </a:lnTo>
                  <a:lnTo>
                    <a:pt x="207" y="230"/>
                  </a:lnTo>
                  <a:lnTo>
                    <a:pt x="207" y="228"/>
                  </a:lnTo>
                  <a:lnTo>
                    <a:pt x="209" y="227"/>
                  </a:lnTo>
                  <a:lnTo>
                    <a:pt x="209" y="227"/>
                  </a:lnTo>
                  <a:lnTo>
                    <a:pt x="219" y="215"/>
                  </a:lnTo>
                  <a:lnTo>
                    <a:pt x="223" y="213"/>
                  </a:lnTo>
                  <a:lnTo>
                    <a:pt x="223" y="213"/>
                  </a:lnTo>
                  <a:lnTo>
                    <a:pt x="226" y="209"/>
                  </a:lnTo>
                  <a:lnTo>
                    <a:pt x="230" y="208"/>
                  </a:lnTo>
                  <a:lnTo>
                    <a:pt x="234" y="204"/>
                  </a:lnTo>
                  <a:lnTo>
                    <a:pt x="246" y="192"/>
                  </a:lnTo>
                  <a:lnTo>
                    <a:pt x="246" y="192"/>
                  </a:lnTo>
                  <a:lnTo>
                    <a:pt x="247" y="190"/>
                  </a:lnTo>
                  <a:lnTo>
                    <a:pt x="247" y="190"/>
                  </a:lnTo>
                  <a:lnTo>
                    <a:pt x="246" y="189"/>
                  </a:lnTo>
                  <a:lnTo>
                    <a:pt x="246" y="189"/>
                  </a:lnTo>
                  <a:lnTo>
                    <a:pt x="244" y="187"/>
                  </a:lnTo>
                  <a:lnTo>
                    <a:pt x="244" y="185"/>
                  </a:lnTo>
                  <a:lnTo>
                    <a:pt x="244" y="185"/>
                  </a:lnTo>
                  <a:lnTo>
                    <a:pt x="244" y="183"/>
                  </a:lnTo>
                  <a:lnTo>
                    <a:pt x="246" y="181"/>
                  </a:lnTo>
                  <a:lnTo>
                    <a:pt x="247" y="181"/>
                  </a:lnTo>
                  <a:lnTo>
                    <a:pt x="247" y="181"/>
                  </a:lnTo>
                  <a:lnTo>
                    <a:pt x="247" y="181"/>
                  </a:lnTo>
                  <a:lnTo>
                    <a:pt x="249" y="181"/>
                  </a:lnTo>
                  <a:lnTo>
                    <a:pt x="249" y="183"/>
                  </a:lnTo>
                  <a:lnTo>
                    <a:pt x="249" y="183"/>
                  </a:lnTo>
                  <a:lnTo>
                    <a:pt x="251" y="185"/>
                  </a:lnTo>
                  <a:lnTo>
                    <a:pt x="253" y="185"/>
                  </a:lnTo>
                  <a:lnTo>
                    <a:pt x="255" y="187"/>
                  </a:lnTo>
                  <a:lnTo>
                    <a:pt x="265" y="183"/>
                  </a:lnTo>
                  <a:lnTo>
                    <a:pt x="266" y="187"/>
                  </a:lnTo>
                  <a:lnTo>
                    <a:pt x="270" y="185"/>
                  </a:lnTo>
                  <a:lnTo>
                    <a:pt x="270" y="185"/>
                  </a:lnTo>
                  <a:lnTo>
                    <a:pt x="272" y="185"/>
                  </a:lnTo>
                  <a:lnTo>
                    <a:pt x="274" y="185"/>
                  </a:lnTo>
                  <a:lnTo>
                    <a:pt x="276" y="183"/>
                  </a:lnTo>
                  <a:lnTo>
                    <a:pt x="280" y="181"/>
                  </a:lnTo>
                  <a:lnTo>
                    <a:pt x="284" y="179"/>
                  </a:lnTo>
                  <a:lnTo>
                    <a:pt x="289" y="177"/>
                  </a:lnTo>
                  <a:lnTo>
                    <a:pt x="297" y="175"/>
                  </a:lnTo>
                  <a:lnTo>
                    <a:pt x="297" y="175"/>
                  </a:lnTo>
                  <a:lnTo>
                    <a:pt x="299" y="173"/>
                  </a:lnTo>
                  <a:lnTo>
                    <a:pt x="307" y="170"/>
                  </a:lnTo>
                  <a:lnTo>
                    <a:pt x="310" y="168"/>
                  </a:lnTo>
                  <a:lnTo>
                    <a:pt x="339" y="158"/>
                  </a:lnTo>
                  <a:lnTo>
                    <a:pt x="343" y="154"/>
                  </a:lnTo>
                  <a:lnTo>
                    <a:pt x="345" y="154"/>
                  </a:lnTo>
                  <a:lnTo>
                    <a:pt x="345" y="154"/>
                  </a:lnTo>
                  <a:lnTo>
                    <a:pt x="347" y="156"/>
                  </a:lnTo>
                  <a:lnTo>
                    <a:pt x="348" y="156"/>
                  </a:lnTo>
                  <a:lnTo>
                    <a:pt x="350" y="156"/>
                  </a:lnTo>
                  <a:lnTo>
                    <a:pt x="350" y="158"/>
                  </a:lnTo>
                  <a:lnTo>
                    <a:pt x="354" y="158"/>
                  </a:lnTo>
                  <a:lnTo>
                    <a:pt x="362" y="156"/>
                  </a:lnTo>
                  <a:lnTo>
                    <a:pt x="366" y="154"/>
                  </a:lnTo>
                  <a:lnTo>
                    <a:pt x="367" y="152"/>
                  </a:lnTo>
                  <a:lnTo>
                    <a:pt x="369" y="151"/>
                  </a:lnTo>
                  <a:lnTo>
                    <a:pt x="377" y="147"/>
                  </a:lnTo>
                  <a:lnTo>
                    <a:pt x="383" y="145"/>
                  </a:lnTo>
                  <a:lnTo>
                    <a:pt x="406" y="145"/>
                  </a:lnTo>
                  <a:lnTo>
                    <a:pt x="406" y="145"/>
                  </a:lnTo>
                  <a:lnTo>
                    <a:pt x="406" y="145"/>
                  </a:lnTo>
                  <a:lnTo>
                    <a:pt x="406" y="147"/>
                  </a:lnTo>
                  <a:lnTo>
                    <a:pt x="404" y="149"/>
                  </a:lnTo>
                  <a:lnTo>
                    <a:pt x="402" y="152"/>
                  </a:lnTo>
                  <a:lnTo>
                    <a:pt x="398" y="158"/>
                  </a:lnTo>
                  <a:lnTo>
                    <a:pt x="390" y="168"/>
                  </a:lnTo>
                  <a:lnTo>
                    <a:pt x="388" y="171"/>
                  </a:lnTo>
                  <a:lnTo>
                    <a:pt x="387" y="173"/>
                  </a:lnTo>
                  <a:lnTo>
                    <a:pt x="388" y="175"/>
                  </a:lnTo>
                  <a:lnTo>
                    <a:pt x="388" y="175"/>
                  </a:lnTo>
                  <a:lnTo>
                    <a:pt x="388" y="181"/>
                  </a:lnTo>
                  <a:lnTo>
                    <a:pt x="390" y="183"/>
                  </a:lnTo>
                  <a:lnTo>
                    <a:pt x="390" y="183"/>
                  </a:lnTo>
                  <a:lnTo>
                    <a:pt x="390" y="185"/>
                  </a:lnTo>
                  <a:lnTo>
                    <a:pt x="392" y="185"/>
                  </a:lnTo>
                  <a:lnTo>
                    <a:pt x="392" y="185"/>
                  </a:lnTo>
                  <a:lnTo>
                    <a:pt x="392" y="187"/>
                  </a:lnTo>
                  <a:lnTo>
                    <a:pt x="394" y="187"/>
                  </a:lnTo>
                  <a:lnTo>
                    <a:pt x="396" y="189"/>
                  </a:lnTo>
                  <a:lnTo>
                    <a:pt x="396" y="189"/>
                  </a:lnTo>
                  <a:lnTo>
                    <a:pt x="398" y="190"/>
                  </a:lnTo>
                  <a:lnTo>
                    <a:pt x="398" y="194"/>
                  </a:lnTo>
                  <a:lnTo>
                    <a:pt x="398" y="196"/>
                  </a:lnTo>
                  <a:lnTo>
                    <a:pt x="396" y="200"/>
                  </a:lnTo>
                  <a:lnTo>
                    <a:pt x="396" y="200"/>
                  </a:lnTo>
                  <a:lnTo>
                    <a:pt x="396" y="200"/>
                  </a:lnTo>
                  <a:lnTo>
                    <a:pt x="398" y="202"/>
                  </a:lnTo>
                  <a:lnTo>
                    <a:pt x="398" y="202"/>
                  </a:lnTo>
                  <a:lnTo>
                    <a:pt x="398" y="204"/>
                  </a:lnTo>
                  <a:lnTo>
                    <a:pt x="398" y="206"/>
                  </a:lnTo>
                  <a:lnTo>
                    <a:pt x="398" y="206"/>
                  </a:lnTo>
                  <a:lnTo>
                    <a:pt x="398" y="206"/>
                  </a:lnTo>
                  <a:lnTo>
                    <a:pt x="398" y="206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4" y="202"/>
                  </a:lnTo>
                  <a:lnTo>
                    <a:pt x="404" y="202"/>
                  </a:lnTo>
                  <a:lnTo>
                    <a:pt x="404" y="200"/>
                  </a:lnTo>
                  <a:lnTo>
                    <a:pt x="406" y="200"/>
                  </a:lnTo>
                  <a:lnTo>
                    <a:pt x="406" y="202"/>
                  </a:lnTo>
                  <a:lnTo>
                    <a:pt x="408" y="202"/>
                  </a:lnTo>
                  <a:lnTo>
                    <a:pt x="408" y="204"/>
                  </a:lnTo>
                  <a:lnTo>
                    <a:pt x="409" y="206"/>
                  </a:lnTo>
                  <a:lnTo>
                    <a:pt x="409" y="206"/>
                  </a:lnTo>
                  <a:lnTo>
                    <a:pt x="409" y="209"/>
                  </a:lnTo>
                  <a:lnTo>
                    <a:pt x="409" y="209"/>
                  </a:lnTo>
                  <a:lnTo>
                    <a:pt x="409" y="209"/>
                  </a:lnTo>
                  <a:lnTo>
                    <a:pt x="408" y="209"/>
                  </a:lnTo>
                  <a:lnTo>
                    <a:pt x="408" y="209"/>
                  </a:lnTo>
                  <a:lnTo>
                    <a:pt x="406" y="211"/>
                  </a:lnTo>
                  <a:lnTo>
                    <a:pt x="406" y="211"/>
                  </a:lnTo>
                  <a:lnTo>
                    <a:pt x="406" y="211"/>
                  </a:lnTo>
                  <a:lnTo>
                    <a:pt x="406" y="213"/>
                  </a:lnTo>
                  <a:lnTo>
                    <a:pt x="406" y="213"/>
                  </a:lnTo>
                  <a:lnTo>
                    <a:pt x="404" y="215"/>
                  </a:lnTo>
                  <a:lnTo>
                    <a:pt x="404" y="215"/>
                  </a:lnTo>
                  <a:lnTo>
                    <a:pt x="404" y="215"/>
                  </a:lnTo>
                  <a:lnTo>
                    <a:pt x="404" y="215"/>
                  </a:lnTo>
                  <a:lnTo>
                    <a:pt x="402" y="215"/>
                  </a:lnTo>
                  <a:lnTo>
                    <a:pt x="402" y="215"/>
                  </a:lnTo>
                  <a:lnTo>
                    <a:pt x="400" y="217"/>
                  </a:lnTo>
                  <a:lnTo>
                    <a:pt x="400" y="217"/>
                  </a:lnTo>
                  <a:lnTo>
                    <a:pt x="400" y="219"/>
                  </a:lnTo>
                  <a:lnTo>
                    <a:pt x="400" y="219"/>
                  </a:lnTo>
                  <a:lnTo>
                    <a:pt x="400" y="219"/>
                  </a:lnTo>
                  <a:lnTo>
                    <a:pt x="396" y="217"/>
                  </a:lnTo>
                  <a:lnTo>
                    <a:pt x="396" y="217"/>
                  </a:lnTo>
                  <a:lnTo>
                    <a:pt x="396" y="217"/>
                  </a:lnTo>
                  <a:lnTo>
                    <a:pt x="394" y="219"/>
                  </a:lnTo>
                  <a:lnTo>
                    <a:pt x="394" y="219"/>
                  </a:lnTo>
                  <a:lnTo>
                    <a:pt x="390" y="217"/>
                  </a:lnTo>
                  <a:lnTo>
                    <a:pt x="390" y="217"/>
                  </a:lnTo>
                  <a:lnTo>
                    <a:pt x="375" y="225"/>
                  </a:lnTo>
                  <a:lnTo>
                    <a:pt x="373" y="223"/>
                  </a:lnTo>
                  <a:lnTo>
                    <a:pt x="371" y="223"/>
                  </a:lnTo>
                  <a:lnTo>
                    <a:pt x="369" y="221"/>
                  </a:lnTo>
                  <a:lnTo>
                    <a:pt x="367" y="219"/>
                  </a:lnTo>
                  <a:lnTo>
                    <a:pt x="366" y="219"/>
                  </a:lnTo>
                  <a:lnTo>
                    <a:pt x="366" y="219"/>
                  </a:lnTo>
                  <a:lnTo>
                    <a:pt x="364" y="221"/>
                  </a:lnTo>
                  <a:lnTo>
                    <a:pt x="362" y="221"/>
                  </a:lnTo>
                  <a:lnTo>
                    <a:pt x="362" y="221"/>
                  </a:lnTo>
                  <a:lnTo>
                    <a:pt x="360" y="223"/>
                  </a:lnTo>
                  <a:lnTo>
                    <a:pt x="360" y="223"/>
                  </a:lnTo>
                  <a:lnTo>
                    <a:pt x="360" y="227"/>
                  </a:lnTo>
                  <a:lnTo>
                    <a:pt x="360" y="227"/>
                  </a:lnTo>
                  <a:lnTo>
                    <a:pt x="358" y="228"/>
                  </a:lnTo>
                  <a:lnTo>
                    <a:pt x="358" y="230"/>
                  </a:lnTo>
                  <a:lnTo>
                    <a:pt x="354" y="232"/>
                  </a:lnTo>
                  <a:lnTo>
                    <a:pt x="352" y="234"/>
                  </a:lnTo>
                  <a:lnTo>
                    <a:pt x="352" y="234"/>
                  </a:lnTo>
                  <a:lnTo>
                    <a:pt x="350" y="234"/>
                  </a:lnTo>
                  <a:lnTo>
                    <a:pt x="348" y="236"/>
                  </a:lnTo>
                  <a:lnTo>
                    <a:pt x="345" y="240"/>
                  </a:lnTo>
                  <a:lnTo>
                    <a:pt x="339" y="242"/>
                  </a:lnTo>
                  <a:lnTo>
                    <a:pt x="339" y="244"/>
                  </a:lnTo>
                  <a:lnTo>
                    <a:pt x="337" y="244"/>
                  </a:lnTo>
                  <a:lnTo>
                    <a:pt x="335" y="244"/>
                  </a:lnTo>
                  <a:lnTo>
                    <a:pt x="333" y="242"/>
                  </a:lnTo>
                  <a:lnTo>
                    <a:pt x="333" y="244"/>
                  </a:lnTo>
                  <a:lnTo>
                    <a:pt x="333" y="244"/>
                  </a:lnTo>
                  <a:lnTo>
                    <a:pt x="331" y="244"/>
                  </a:lnTo>
                  <a:lnTo>
                    <a:pt x="333" y="248"/>
                  </a:lnTo>
                  <a:lnTo>
                    <a:pt x="333" y="248"/>
                  </a:lnTo>
                  <a:lnTo>
                    <a:pt x="333" y="248"/>
                  </a:lnTo>
                  <a:lnTo>
                    <a:pt x="335" y="249"/>
                  </a:lnTo>
                  <a:lnTo>
                    <a:pt x="337" y="249"/>
                  </a:lnTo>
                  <a:lnTo>
                    <a:pt x="337" y="251"/>
                  </a:lnTo>
                  <a:lnTo>
                    <a:pt x="337" y="253"/>
                  </a:lnTo>
                  <a:lnTo>
                    <a:pt x="337" y="257"/>
                  </a:lnTo>
                  <a:lnTo>
                    <a:pt x="337" y="259"/>
                  </a:lnTo>
                  <a:lnTo>
                    <a:pt x="337" y="259"/>
                  </a:lnTo>
                  <a:lnTo>
                    <a:pt x="335" y="259"/>
                  </a:lnTo>
                  <a:lnTo>
                    <a:pt x="335" y="261"/>
                  </a:lnTo>
                  <a:lnTo>
                    <a:pt x="335" y="261"/>
                  </a:lnTo>
                  <a:lnTo>
                    <a:pt x="335" y="261"/>
                  </a:lnTo>
                  <a:lnTo>
                    <a:pt x="333" y="263"/>
                  </a:lnTo>
                  <a:lnTo>
                    <a:pt x="333" y="265"/>
                  </a:lnTo>
                  <a:lnTo>
                    <a:pt x="335" y="265"/>
                  </a:lnTo>
                  <a:lnTo>
                    <a:pt x="335" y="267"/>
                  </a:lnTo>
                  <a:lnTo>
                    <a:pt x="337" y="268"/>
                  </a:lnTo>
                  <a:lnTo>
                    <a:pt x="337" y="268"/>
                  </a:lnTo>
                  <a:lnTo>
                    <a:pt x="337" y="268"/>
                  </a:lnTo>
                  <a:lnTo>
                    <a:pt x="337" y="272"/>
                  </a:lnTo>
                  <a:lnTo>
                    <a:pt x="337" y="274"/>
                  </a:lnTo>
                  <a:lnTo>
                    <a:pt x="337" y="276"/>
                  </a:lnTo>
                  <a:lnTo>
                    <a:pt x="337" y="276"/>
                  </a:lnTo>
                  <a:lnTo>
                    <a:pt x="339" y="280"/>
                  </a:lnTo>
                  <a:lnTo>
                    <a:pt x="339" y="284"/>
                  </a:lnTo>
                  <a:lnTo>
                    <a:pt x="339" y="284"/>
                  </a:lnTo>
                  <a:lnTo>
                    <a:pt x="339" y="284"/>
                  </a:lnTo>
                  <a:lnTo>
                    <a:pt x="341" y="284"/>
                  </a:lnTo>
                  <a:lnTo>
                    <a:pt x="345" y="282"/>
                  </a:lnTo>
                  <a:lnTo>
                    <a:pt x="352" y="280"/>
                  </a:lnTo>
                  <a:lnTo>
                    <a:pt x="354" y="278"/>
                  </a:lnTo>
                  <a:lnTo>
                    <a:pt x="356" y="274"/>
                  </a:lnTo>
                  <a:lnTo>
                    <a:pt x="358" y="270"/>
                  </a:lnTo>
                  <a:lnTo>
                    <a:pt x="362" y="267"/>
                  </a:lnTo>
                  <a:lnTo>
                    <a:pt x="366" y="267"/>
                  </a:lnTo>
                  <a:lnTo>
                    <a:pt x="367" y="267"/>
                  </a:lnTo>
                  <a:lnTo>
                    <a:pt x="369" y="267"/>
                  </a:lnTo>
                  <a:lnTo>
                    <a:pt x="369" y="267"/>
                  </a:lnTo>
                  <a:lnTo>
                    <a:pt x="371" y="265"/>
                  </a:lnTo>
                  <a:lnTo>
                    <a:pt x="373" y="261"/>
                  </a:lnTo>
                  <a:lnTo>
                    <a:pt x="373" y="261"/>
                  </a:lnTo>
                  <a:lnTo>
                    <a:pt x="375" y="259"/>
                  </a:lnTo>
                  <a:lnTo>
                    <a:pt x="379" y="259"/>
                  </a:lnTo>
                  <a:lnTo>
                    <a:pt x="381" y="259"/>
                  </a:lnTo>
                  <a:lnTo>
                    <a:pt x="381" y="257"/>
                  </a:lnTo>
                  <a:lnTo>
                    <a:pt x="383" y="253"/>
                  </a:lnTo>
                  <a:lnTo>
                    <a:pt x="388" y="248"/>
                  </a:lnTo>
                  <a:lnTo>
                    <a:pt x="390" y="248"/>
                  </a:lnTo>
                  <a:lnTo>
                    <a:pt x="396" y="246"/>
                  </a:lnTo>
                  <a:lnTo>
                    <a:pt x="398" y="246"/>
                  </a:lnTo>
                  <a:lnTo>
                    <a:pt x="400" y="242"/>
                  </a:lnTo>
                  <a:lnTo>
                    <a:pt x="402" y="240"/>
                  </a:lnTo>
                  <a:lnTo>
                    <a:pt x="406" y="232"/>
                  </a:lnTo>
                  <a:lnTo>
                    <a:pt x="409" y="228"/>
                  </a:lnTo>
                  <a:lnTo>
                    <a:pt x="415" y="225"/>
                  </a:lnTo>
                  <a:lnTo>
                    <a:pt x="421" y="221"/>
                  </a:lnTo>
                  <a:lnTo>
                    <a:pt x="446" y="217"/>
                  </a:lnTo>
                  <a:lnTo>
                    <a:pt x="451" y="217"/>
                  </a:lnTo>
                  <a:lnTo>
                    <a:pt x="453" y="217"/>
                  </a:lnTo>
                  <a:lnTo>
                    <a:pt x="455" y="217"/>
                  </a:lnTo>
                  <a:lnTo>
                    <a:pt x="457" y="217"/>
                  </a:lnTo>
                  <a:lnTo>
                    <a:pt x="459" y="215"/>
                  </a:lnTo>
                  <a:lnTo>
                    <a:pt x="461" y="213"/>
                  </a:lnTo>
                  <a:lnTo>
                    <a:pt x="461" y="211"/>
                  </a:lnTo>
                  <a:lnTo>
                    <a:pt x="463" y="211"/>
                  </a:lnTo>
                  <a:lnTo>
                    <a:pt x="465" y="211"/>
                  </a:lnTo>
                  <a:lnTo>
                    <a:pt x="465" y="211"/>
                  </a:lnTo>
                  <a:lnTo>
                    <a:pt x="467" y="213"/>
                  </a:lnTo>
                  <a:lnTo>
                    <a:pt x="467" y="213"/>
                  </a:lnTo>
                  <a:lnTo>
                    <a:pt x="468" y="213"/>
                  </a:lnTo>
                  <a:lnTo>
                    <a:pt x="468" y="211"/>
                  </a:lnTo>
                  <a:lnTo>
                    <a:pt x="470" y="211"/>
                  </a:lnTo>
                  <a:lnTo>
                    <a:pt x="472" y="209"/>
                  </a:lnTo>
                  <a:lnTo>
                    <a:pt x="472" y="209"/>
                  </a:lnTo>
                  <a:lnTo>
                    <a:pt x="474" y="211"/>
                  </a:lnTo>
                  <a:lnTo>
                    <a:pt x="478" y="211"/>
                  </a:lnTo>
                  <a:lnTo>
                    <a:pt x="480" y="213"/>
                  </a:lnTo>
                  <a:lnTo>
                    <a:pt x="480" y="215"/>
                  </a:lnTo>
                  <a:lnTo>
                    <a:pt x="484" y="217"/>
                  </a:lnTo>
                  <a:lnTo>
                    <a:pt x="484" y="219"/>
                  </a:lnTo>
                  <a:lnTo>
                    <a:pt x="488" y="221"/>
                  </a:lnTo>
                  <a:lnTo>
                    <a:pt x="488" y="223"/>
                  </a:lnTo>
                  <a:lnTo>
                    <a:pt x="488" y="225"/>
                  </a:lnTo>
                  <a:lnTo>
                    <a:pt x="486" y="227"/>
                  </a:lnTo>
                  <a:lnTo>
                    <a:pt x="486" y="228"/>
                  </a:lnTo>
                  <a:lnTo>
                    <a:pt x="488" y="230"/>
                  </a:lnTo>
                  <a:lnTo>
                    <a:pt x="501" y="236"/>
                  </a:lnTo>
                  <a:lnTo>
                    <a:pt x="501" y="236"/>
                  </a:lnTo>
                  <a:lnTo>
                    <a:pt x="503" y="238"/>
                  </a:lnTo>
                  <a:lnTo>
                    <a:pt x="503" y="238"/>
                  </a:lnTo>
                  <a:lnTo>
                    <a:pt x="505" y="238"/>
                  </a:lnTo>
                  <a:lnTo>
                    <a:pt x="505" y="238"/>
                  </a:lnTo>
                  <a:lnTo>
                    <a:pt x="507" y="238"/>
                  </a:lnTo>
                  <a:lnTo>
                    <a:pt x="507" y="238"/>
                  </a:lnTo>
                  <a:lnTo>
                    <a:pt x="507" y="238"/>
                  </a:lnTo>
                  <a:lnTo>
                    <a:pt x="508" y="238"/>
                  </a:lnTo>
                  <a:lnTo>
                    <a:pt x="508" y="238"/>
                  </a:lnTo>
                  <a:lnTo>
                    <a:pt x="510" y="240"/>
                  </a:lnTo>
                  <a:lnTo>
                    <a:pt x="510" y="238"/>
                  </a:lnTo>
                  <a:lnTo>
                    <a:pt x="512" y="238"/>
                  </a:lnTo>
                  <a:lnTo>
                    <a:pt x="512" y="236"/>
                  </a:lnTo>
                  <a:lnTo>
                    <a:pt x="512" y="234"/>
                  </a:lnTo>
                  <a:lnTo>
                    <a:pt x="512" y="234"/>
                  </a:lnTo>
                  <a:lnTo>
                    <a:pt x="512" y="232"/>
                  </a:lnTo>
                  <a:lnTo>
                    <a:pt x="510" y="232"/>
                  </a:lnTo>
                  <a:lnTo>
                    <a:pt x="510" y="232"/>
                  </a:lnTo>
                  <a:lnTo>
                    <a:pt x="510" y="230"/>
                  </a:lnTo>
                  <a:lnTo>
                    <a:pt x="510" y="228"/>
                  </a:lnTo>
                  <a:lnTo>
                    <a:pt x="508" y="228"/>
                  </a:lnTo>
                  <a:lnTo>
                    <a:pt x="507" y="225"/>
                  </a:lnTo>
                  <a:lnTo>
                    <a:pt x="491" y="206"/>
                  </a:lnTo>
                  <a:lnTo>
                    <a:pt x="489" y="202"/>
                  </a:lnTo>
                  <a:lnTo>
                    <a:pt x="489" y="200"/>
                  </a:lnTo>
                  <a:lnTo>
                    <a:pt x="489" y="196"/>
                  </a:lnTo>
                  <a:lnTo>
                    <a:pt x="489" y="194"/>
                  </a:lnTo>
                  <a:lnTo>
                    <a:pt x="489" y="194"/>
                  </a:lnTo>
                  <a:lnTo>
                    <a:pt x="489" y="192"/>
                  </a:lnTo>
                  <a:lnTo>
                    <a:pt x="489" y="190"/>
                  </a:lnTo>
                  <a:lnTo>
                    <a:pt x="489" y="190"/>
                  </a:lnTo>
                  <a:lnTo>
                    <a:pt x="488" y="189"/>
                  </a:lnTo>
                  <a:lnTo>
                    <a:pt x="488" y="189"/>
                  </a:lnTo>
                  <a:lnTo>
                    <a:pt x="488" y="185"/>
                  </a:lnTo>
                  <a:lnTo>
                    <a:pt x="488" y="183"/>
                  </a:lnTo>
                  <a:lnTo>
                    <a:pt x="489" y="181"/>
                  </a:lnTo>
                  <a:lnTo>
                    <a:pt x="491" y="181"/>
                  </a:lnTo>
                  <a:lnTo>
                    <a:pt x="495" y="177"/>
                  </a:lnTo>
                  <a:lnTo>
                    <a:pt x="497" y="177"/>
                  </a:lnTo>
                  <a:lnTo>
                    <a:pt x="499" y="171"/>
                  </a:lnTo>
                  <a:lnTo>
                    <a:pt x="501" y="171"/>
                  </a:lnTo>
                  <a:lnTo>
                    <a:pt x="503" y="171"/>
                  </a:lnTo>
                  <a:lnTo>
                    <a:pt x="505" y="170"/>
                  </a:lnTo>
                  <a:lnTo>
                    <a:pt x="505" y="170"/>
                  </a:lnTo>
                  <a:lnTo>
                    <a:pt x="507" y="170"/>
                  </a:lnTo>
                  <a:lnTo>
                    <a:pt x="507" y="168"/>
                  </a:lnTo>
                  <a:lnTo>
                    <a:pt x="507" y="168"/>
                  </a:lnTo>
                  <a:lnTo>
                    <a:pt x="507" y="168"/>
                  </a:lnTo>
                  <a:lnTo>
                    <a:pt x="508" y="166"/>
                  </a:lnTo>
                  <a:lnTo>
                    <a:pt x="508" y="166"/>
                  </a:lnTo>
                  <a:lnTo>
                    <a:pt x="510" y="164"/>
                  </a:lnTo>
                  <a:lnTo>
                    <a:pt x="510" y="164"/>
                  </a:lnTo>
                  <a:lnTo>
                    <a:pt x="512" y="164"/>
                  </a:lnTo>
                  <a:lnTo>
                    <a:pt x="512" y="162"/>
                  </a:lnTo>
                  <a:lnTo>
                    <a:pt x="518" y="158"/>
                  </a:lnTo>
                  <a:lnTo>
                    <a:pt x="518" y="156"/>
                  </a:lnTo>
                  <a:lnTo>
                    <a:pt x="520" y="154"/>
                  </a:lnTo>
                  <a:lnTo>
                    <a:pt x="522" y="154"/>
                  </a:lnTo>
                  <a:lnTo>
                    <a:pt x="522" y="152"/>
                  </a:lnTo>
                  <a:lnTo>
                    <a:pt x="524" y="152"/>
                  </a:lnTo>
                  <a:lnTo>
                    <a:pt x="526" y="152"/>
                  </a:lnTo>
                  <a:lnTo>
                    <a:pt x="528" y="154"/>
                  </a:lnTo>
                  <a:lnTo>
                    <a:pt x="528" y="156"/>
                  </a:lnTo>
                  <a:lnTo>
                    <a:pt x="528" y="156"/>
                  </a:lnTo>
                  <a:lnTo>
                    <a:pt x="529" y="156"/>
                  </a:lnTo>
                  <a:lnTo>
                    <a:pt x="531" y="154"/>
                  </a:lnTo>
                  <a:lnTo>
                    <a:pt x="531" y="154"/>
                  </a:lnTo>
                  <a:lnTo>
                    <a:pt x="531" y="152"/>
                  </a:lnTo>
                  <a:lnTo>
                    <a:pt x="531" y="151"/>
                  </a:lnTo>
                  <a:lnTo>
                    <a:pt x="531" y="149"/>
                  </a:lnTo>
                  <a:lnTo>
                    <a:pt x="533" y="145"/>
                  </a:lnTo>
                  <a:lnTo>
                    <a:pt x="533" y="145"/>
                  </a:lnTo>
                  <a:lnTo>
                    <a:pt x="533" y="141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70" name="Freeform 74">
              <a:extLst>
                <a:ext uri="{FF2B5EF4-FFF2-40B4-BE49-F238E27FC236}">
                  <a16:creationId xmlns:a16="http://schemas.microsoft.com/office/drawing/2014/main" id="{88BE26C7-0E0D-F023-B650-959BB3A9E5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76838" y="3924300"/>
              <a:ext cx="1182688" cy="993775"/>
            </a:xfrm>
            <a:custGeom>
              <a:avLst/>
              <a:gdLst>
                <a:gd name="T0" fmla="*/ 724 w 745"/>
                <a:gd name="T1" fmla="*/ 9 h 626"/>
                <a:gd name="T2" fmla="*/ 684 w 745"/>
                <a:gd name="T3" fmla="*/ 36 h 626"/>
                <a:gd name="T4" fmla="*/ 650 w 745"/>
                <a:gd name="T5" fmla="*/ 21 h 626"/>
                <a:gd name="T6" fmla="*/ 623 w 745"/>
                <a:gd name="T7" fmla="*/ 15 h 626"/>
                <a:gd name="T8" fmla="*/ 615 w 745"/>
                <a:gd name="T9" fmla="*/ 28 h 626"/>
                <a:gd name="T10" fmla="*/ 585 w 745"/>
                <a:gd name="T11" fmla="*/ 61 h 626"/>
                <a:gd name="T12" fmla="*/ 560 w 745"/>
                <a:gd name="T13" fmla="*/ 72 h 626"/>
                <a:gd name="T14" fmla="*/ 535 w 745"/>
                <a:gd name="T15" fmla="*/ 70 h 626"/>
                <a:gd name="T16" fmla="*/ 520 w 745"/>
                <a:gd name="T17" fmla="*/ 99 h 626"/>
                <a:gd name="T18" fmla="*/ 467 w 745"/>
                <a:gd name="T19" fmla="*/ 124 h 626"/>
                <a:gd name="T20" fmla="*/ 444 w 745"/>
                <a:gd name="T21" fmla="*/ 150 h 626"/>
                <a:gd name="T22" fmla="*/ 428 w 745"/>
                <a:gd name="T23" fmla="*/ 175 h 626"/>
                <a:gd name="T24" fmla="*/ 398 w 745"/>
                <a:gd name="T25" fmla="*/ 192 h 626"/>
                <a:gd name="T26" fmla="*/ 381 w 745"/>
                <a:gd name="T27" fmla="*/ 205 h 626"/>
                <a:gd name="T28" fmla="*/ 356 w 745"/>
                <a:gd name="T29" fmla="*/ 198 h 626"/>
                <a:gd name="T30" fmla="*/ 337 w 745"/>
                <a:gd name="T31" fmla="*/ 207 h 626"/>
                <a:gd name="T32" fmla="*/ 356 w 745"/>
                <a:gd name="T33" fmla="*/ 221 h 626"/>
                <a:gd name="T34" fmla="*/ 341 w 745"/>
                <a:gd name="T35" fmla="*/ 224 h 626"/>
                <a:gd name="T36" fmla="*/ 322 w 745"/>
                <a:gd name="T37" fmla="*/ 207 h 626"/>
                <a:gd name="T38" fmla="*/ 307 w 745"/>
                <a:gd name="T39" fmla="*/ 234 h 626"/>
                <a:gd name="T40" fmla="*/ 261 w 745"/>
                <a:gd name="T41" fmla="*/ 245 h 626"/>
                <a:gd name="T42" fmla="*/ 226 w 745"/>
                <a:gd name="T43" fmla="*/ 285 h 626"/>
                <a:gd name="T44" fmla="*/ 196 w 745"/>
                <a:gd name="T45" fmla="*/ 295 h 626"/>
                <a:gd name="T46" fmla="*/ 148 w 745"/>
                <a:gd name="T47" fmla="*/ 302 h 626"/>
                <a:gd name="T48" fmla="*/ 124 w 745"/>
                <a:gd name="T49" fmla="*/ 321 h 626"/>
                <a:gd name="T50" fmla="*/ 91 w 745"/>
                <a:gd name="T51" fmla="*/ 318 h 626"/>
                <a:gd name="T52" fmla="*/ 30 w 745"/>
                <a:gd name="T53" fmla="*/ 331 h 626"/>
                <a:gd name="T54" fmla="*/ 26 w 745"/>
                <a:gd name="T55" fmla="*/ 361 h 626"/>
                <a:gd name="T56" fmla="*/ 21 w 745"/>
                <a:gd name="T57" fmla="*/ 399 h 626"/>
                <a:gd name="T58" fmla="*/ 4 w 745"/>
                <a:gd name="T59" fmla="*/ 424 h 626"/>
                <a:gd name="T60" fmla="*/ 17 w 745"/>
                <a:gd name="T61" fmla="*/ 458 h 626"/>
                <a:gd name="T62" fmla="*/ 34 w 745"/>
                <a:gd name="T63" fmla="*/ 470 h 626"/>
                <a:gd name="T64" fmla="*/ 63 w 745"/>
                <a:gd name="T65" fmla="*/ 466 h 626"/>
                <a:gd name="T66" fmla="*/ 59 w 745"/>
                <a:gd name="T67" fmla="*/ 487 h 626"/>
                <a:gd name="T68" fmla="*/ 53 w 745"/>
                <a:gd name="T69" fmla="*/ 496 h 626"/>
                <a:gd name="T70" fmla="*/ 19 w 745"/>
                <a:gd name="T71" fmla="*/ 479 h 626"/>
                <a:gd name="T72" fmla="*/ 23 w 745"/>
                <a:gd name="T73" fmla="*/ 512 h 626"/>
                <a:gd name="T74" fmla="*/ 38 w 745"/>
                <a:gd name="T75" fmla="*/ 513 h 626"/>
                <a:gd name="T76" fmla="*/ 53 w 745"/>
                <a:gd name="T77" fmla="*/ 512 h 626"/>
                <a:gd name="T78" fmla="*/ 82 w 745"/>
                <a:gd name="T79" fmla="*/ 517 h 626"/>
                <a:gd name="T80" fmla="*/ 105 w 745"/>
                <a:gd name="T81" fmla="*/ 504 h 626"/>
                <a:gd name="T82" fmla="*/ 118 w 745"/>
                <a:gd name="T83" fmla="*/ 510 h 626"/>
                <a:gd name="T84" fmla="*/ 141 w 745"/>
                <a:gd name="T85" fmla="*/ 536 h 626"/>
                <a:gd name="T86" fmla="*/ 152 w 745"/>
                <a:gd name="T87" fmla="*/ 559 h 626"/>
                <a:gd name="T88" fmla="*/ 169 w 745"/>
                <a:gd name="T89" fmla="*/ 576 h 626"/>
                <a:gd name="T90" fmla="*/ 150 w 745"/>
                <a:gd name="T91" fmla="*/ 601 h 626"/>
                <a:gd name="T92" fmla="*/ 164 w 745"/>
                <a:gd name="T93" fmla="*/ 622 h 626"/>
                <a:gd name="T94" fmla="*/ 200 w 745"/>
                <a:gd name="T95" fmla="*/ 588 h 626"/>
                <a:gd name="T96" fmla="*/ 238 w 745"/>
                <a:gd name="T97" fmla="*/ 580 h 626"/>
                <a:gd name="T98" fmla="*/ 274 w 745"/>
                <a:gd name="T99" fmla="*/ 569 h 626"/>
                <a:gd name="T100" fmla="*/ 308 w 745"/>
                <a:gd name="T101" fmla="*/ 546 h 626"/>
                <a:gd name="T102" fmla="*/ 320 w 745"/>
                <a:gd name="T103" fmla="*/ 546 h 626"/>
                <a:gd name="T104" fmla="*/ 326 w 745"/>
                <a:gd name="T105" fmla="*/ 512 h 626"/>
                <a:gd name="T106" fmla="*/ 318 w 745"/>
                <a:gd name="T107" fmla="*/ 437 h 626"/>
                <a:gd name="T108" fmla="*/ 347 w 745"/>
                <a:gd name="T109" fmla="*/ 321 h 626"/>
                <a:gd name="T110" fmla="*/ 387 w 745"/>
                <a:gd name="T111" fmla="*/ 308 h 626"/>
                <a:gd name="T112" fmla="*/ 419 w 745"/>
                <a:gd name="T113" fmla="*/ 274 h 626"/>
                <a:gd name="T114" fmla="*/ 482 w 745"/>
                <a:gd name="T115" fmla="*/ 268 h 626"/>
                <a:gd name="T116" fmla="*/ 522 w 745"/>
                <a:gd name="T117" fmla="*/ 224 h 626"/>
                <a:gd name="T118" fmla="*/ 579 w 745"/>
                <a:gd name="T119" fmla="*/ 164 h 626"/>
                <a:gd name="T120" fmla="*/ 619 w 745"/>
                <a:gd name="T121" fmla="*/ 129 h 626"/>
                <a:gd name="T122" fmla="*/ 697 w 745"/>
                <a:gd name="T123" fmla="*/ 65 h 626"/>
                <a:gd name="T124" fmla="*/ 514 w 745"/>
                <a:gd name="T125" fmla="*/ 238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5" h="626">
                  <a:moveTo>
                    <a:pt x="743" y="6"/>
                  </a:moveTo>
                  <a:lnTo>
                    <a:pt x="743" y="6"/>
                  </a:lnTo>
                  <a:lnTo>
                    <a:pt x="743" y="6"/>
                  </a:lnTo>
                  <a:lnTo>
                    <a:pt x="743" y="8"/>
                  </a:lnTo>
                  <a:lnTo>
                    <a:pt x="741" y="9"/>
                  </a:lnTo>
                  <a:lnTo>
                    <a:pt x="739" y="8"/>
                  </a:lnTo>
                  <a:lnTo>
                    <a:pt x="739" y="8"/>
                  </a:lnTo>
                  <a:lnTo>
                    <a:pt x="739" y="6"/>
                  </a:lnTo>
                  <a:lnTo>
                    <a:pt x="739" y="6"/>
                  </a:lnTo>
                  <a:lnTo>
                    <a:pt x="739" y="4"/>
                  </a:lnTo>
                  <a:lnTo>
                    <a:pt x="739" y="2"/>
                  </a:lnTo>
                  <a:lnTo>
                    <a:pt x="741" y="2"/>
                  </a:lnTo>
                  <a:lnTo>
                    <a:pt x="741" y="2"/>
                  </a:lnTo>
                  <a:lnTo>
                    <a:pt x="743" y="4"/>
                  </a:lnTo>
                  <a:lnTo>
                    <a:pt x="743" y="6"/>
                  </a:lnTo>
                  <a:lnTo>
                    <a:pt x="745" y="6"/>
                  </a:lnTo>
                  <a:lnTo>
                    <a:pt x="743" y="2"/>
                  </a:lnTo>
                  <a:lnTo>
                    <a:pt x="743" y="2"/>
                  </a:lnTo>
                  <a:lnTo>
                    <a:pt x="743" y="2"/>
                  </a:lnTo>
                  <a:lnTo>
                    <a:pt x="741" y="0"/>
                  </a:lnTo>
                  <a:lnTo>
                    <a:pt x="741" y="0"/>
                  </a:lnTo>
                  <a:lnTo>
                    <a:pt x="737" y="0"/>
                  </a:lnTo>
                  <a:lnTo>
                    <a:pt x="737" y="0"/>
                  </a:lnTo>
                  <a:lnTo>
                    <a:pt x="735" y="0"/>
                  </a:lnTo>
                  <a:lnTo>
                    <a:pt x="735" y="2"/>
                  </a:lnTo>
                  <a:lnTo>
                    <a:pt x="735" y="2"/>
                  </a:lnTo>
                  <a:lnTo>
                    <a:pt x="735" y="2"/>
                  </a:lnTo>
                  <a:lnTo>
                    <a:pt x="735" y="4"/>
                  </a:lnTo>
                  <a:lnTo>
                    <a:pt x="735" y="4"/>
                  </a:lnTo>
                  <a:lnTo>
                    <a:pt x="735" y="6"/>
                  </a:lnTo>
                  <a:lnTo>
                    <a:pt x="735" y="6"/>
                  </a:lnTo>
                  <a:lnTo>
                    <a:pt x="733" y="8"/>
                  </a:lnTo>
                  <a:lnTo>
                    <a:pt x="733" y="8"/>
                  </a:lnTo>
                  <a:lnTo>
                    <a:pt x="733" y="8"/>
                  </a:lnTo>
                  <a:lnTo>
                    <a:pt x="731" y="8"/>
                  </a:lnTo>
                  <a:lnTo>
                    <a:pt x="731" y="6"/>
                  </a:lnTo>
                  <a:lnTo>
                    <a:pt x="724" y="9"/>
                  </a:lnTo>
                  <a:lnTo>
                    <a:pt x="724" y="11"/>
                  </a:lnTo>
                  <a:lnTo>
                    <a:pt x="720" y="13"/>
                  </a:lnTo>
                  <a:lnTo>
                    <a:pt x="720" y="13"/>
                  </a:lnTo>
                  <a:lnTo>
                    <a:pt x="718" y="13"/>
                  </a:lnTo>
                  <a:lnTo>
                    <a:pt x="718" y="13"/>
                  </a:lnTo>
                  <a:lnTo>
                    <a:pt x="716" y="13"/>
                  </a:lnTo>
                  <a:lnTo>
                    <a:pt x="716" y="13"/>
                  </a:lnTo>
                  <a:lnTo>
                    <a:pt x="716" y="13"/>
                  </a:lnTo>
                  <a:lnTo>
                    <a:pt x="716" y="15"/>
                  </a:lnTo>
                  <a:lnTo>
                    <a:pt x="716" y="15"/>
                  </a:lnTo>
                  <a:lnTo>
                    <a:pt x="716" y="17"/>
                  </a:lnTo>
                  <a:lnTo>
                    <a:pt x="716" y="17"/>
                  </a:lnTo>
                  <a:lnTo>
                    <a:pt x="714" y="17"/>
                  </a:lnTo>
                  <a:lnTo>
                    <a:pt x="714" y="19"/>
                  </a:lnTo>
                  <a:lnTo>
                    <a:pt x="714" y="19"/>
                  </a:lnTo>
                  <a:lnTo>
                    <a:pt x="714" y="19"/>
                  </a:lnTo>
                  <a:lnTo>
                    <a:pt x="714" y="19"/>
                  </a:lnTo>
                  <a:lnTo>
                    <a:pt x="716" y="21"/>
                  </a:lnTo>
                  <a:lnTo>
                    <a:pt x="716" y="21"/>
                  </a:lnTo>
                  <a:lnTo>
                    <a:pt x="714" y="21"/>
                  </a:lnTo>
                  <a:lnTo>
                    <a:pt x="712" y="25"/>
                  </a:lnTo>
                  <a:lnTo>
                    <a:pt x="710" y="27"/>
                  </a:lnTo>
                  <a:lnTo>
                    <a:pt x="710" y="27"/>
                  </a:lnTo>
                  <a:lnTo>
                    <a:pt x="709" y="27"/>
                  </a:lnTo>
                  <a:lnTo>
                    <a:pt x="709" y="27"/>
                  </a:lnTo>
                  <a:lnTo>
                    <a:pt x="709" y="27"/>
                  </a:lnTo>
                  <a:lnTo>
                    <a:pt x="707" y="28"/>
                  </a:lnTo>
                  <a:lnTo>
                    <a:pt x="707" y="30"/>
                  </a:lnTo>
                  <a:lnTo>
                    <a:pt x="705" y="32"/>
                  </a:lnTo>
                  <a:lnTo>
                    <a:pt x="703" y="34"/>
                  </a:lnTo>
                  <a:lnTo>
                    <a:pt x="701" y="34"/>
                  </a:lnTo>
                  <a:lnTo>
                    <a:pt x="695" y="36"/>
                  </a:lnTo>
                  <a:lnTo>
                    <a:pt x="690" y="36"/>
                  </a:lnTo>
                  <a:lnTo>
                    <a:pt x="688" y="38"/>
                  </a:lnTo>
                  <a:lnTo>
                    <a:pt x="686" y="36"/>
                  </a:lnTo>
                  <a:lnTo>
                    <a:pt x="686" y="36"/>
                  </a:lnTo>
                  <a:lnTo>
                    <a:pt x="684" y="36"/>
                  </a:lnTo>
                  <a:lnTo>
                    <a:pt x="682" y="36"/>
                  </a:lnTo>
                  <a:lnTo>
                    <a:pt x="680" y="36"/>
                  </a:lnTo>
                  <a:lnTo>
                    <a:pt x="680" y="34"/>
                  </a:lnTo>
                  <a:lnTo>
                    <a:pt x="678" y="34"/>
                  </a:lnTo>
                  <a:lnTo>
                    <a:pt x="678" y="34"/>
                  </a:lnTo>
                  <a:lnTo>
                    <a:pt x="672" y="34"/>
                  </a:lnTo>
                  <a:lnTo>
                    <a:pt x="667" y="34"/>
                  </a:lnTo>
                  <a:lnTo>
                    <a:pt x="663" y="36"/>
                  </a:lnTo>
                  <a:lnTo>
                    <a:pt x="663" y="34"/>
                  </a:lnTo>
                  <a:lnTo>
                    <a:pt x="663" y="34"/>
                  </a:lnTo>
                  <a:lnTo>
                    <a:pt x="661" y="34"/>
                  </a:lnTo>
                  <a:lnTo>
                    <a:pt x="661" y="34"/>
                  </a:lnTo>
                  <a:lnTo>
                    <a:pt x="661" y="34"/>
                  </a:lnTo>
                  <a:lnTo>
                    <a:pt x="661" y="32"/>
                  </a:lnTo>
                  <a:lnTo>
                    <a:pt x="659" y="32"/>
                  </a:lnTo>
                  <a:lnTo>
                    <a:pt x="659" y="30"/>
                  </a:lnTo>
                  <a:lnTo>
                    <a:pt x="659" y="30"/>
                  </a:lnTo>
                  <a:lnTo>
                    <a:pt x="659" y="30"/>
                  </a:lnTo>
                  <a:lnTo>
                    <a:pt x="659" y="28"/>
                  </a:lnTo>
                  <a:lnTo>
                    <a:pt x="657" y="27"/>
                  </a:lnTo>
                  <a:lnTo>
                    <a:pt x="657" y="25"/>
                  </a:lnTo>
                  <a:lnTo>
                    <a:pt x="655" y="25"/>
                  </a:lnTo>
                  <a:lnTo>
                    <a:pt x="655" y="21"/>
                  </a:lnTo>
                  <a:lnTo>
                    <a:pt x="653" y="17"/>
                  </a:lnTo>
                  <a:lnTo>
                    <a:pt x="651" y="15"/>
                  </a:lnTo>
                  <a:lnTo>
                    <a:pt x="651" y="15"/>
                  </a:lnTo>
                  <a:lnTo>
                    <a:pt x="650" y="15"/>
                  </a:lnTo>
                  <a:lnTo>
                    <a:pt x="650" y="15"/>
                  </a:lnTo>
                  <a:lnTo>
                    <a:pt x="650" y="17"/>
                  </a:lnTo>
                  <a:lnTo>
                    <a:pt x="650" y="17"/>
                  </a:lnTo>
                  <a:lnTo>
                    <a:pt x="650" y="17"/>
                  </a:lnTo>
                  <a:lnTo>
                    <a:pt x="650" y="17"/>
                  </a:lnTo>
                  <a:lnTo>
                    <a:pt x="650" y="19"/>
                  </a:lnTo>
                  <a:lnTo>
                    <a:pt x="650" y="19"/>
                  </a:lnTo>
                  <a:lnTo>
                    <a:pt x="650" y="19"/>
                  </a:lnTo>
                  <a:lnTo>
                    <a:pt x="650" y="21"/>
                  </a:lnTo>
                  <a:lnTo>
                    <a:pt x="650" y="21"/>
                  </a:lnTo>
                  <a:lnTo>
                    <a:pt x="650" y="23"/>
                  </a:lnTo>
                  <a:lnTo>
                    <a:pt x="648" y="23"/>
                  </a:lnTo>
                  <a:lnTo>
                    <a:pt x="648" y="23"/>
                  </a:lnTo>
                  <a:lnTo>
                    <a:pt x="648" y="23"/>
                  </a:lnTo>
                  <a:lnTo>
                    <a:pt x="648" y="21"/>
                  </a:lnTo>
                  <a:lnTo>
                    <a:pt x="646" y="15"/>
                  </a:lnTo>
                  <a:lnTo>
                    <a:pt x="644" y="15"/>
                  </a:lnTo>
                  <a:lnTo>
                    <a:pt x="644" y="13"/>
                  </a:lnTo>
                  <a:lnTo>
                    <a:pt x="640" y="9"/>
                  </a:lnTo>
                  <a:lnTo>
                    <a:pt x="638" y="8"/>
                  </a:lnTo>
                  <a:lnTo>
                    <a:pt x="638" y="6"/>
                  </a:lnTo>
                  <a:lnTo>
                    <a:pt x="636" y="4"/>
                  </a:lnTo>
                  <a:lnTo>
                    <a:pt x="636" y="4"/>
                  </a:lnTo>
                  <a:lnTo>
                    <a:pt x="634" y="4"/>
                  </a:lnTo>
                  <a:lnTo>
                    <a:pt x="634" y="6"/>
                  </a:lnTo>
                  <a:lnTo>
                    <a:pt x="634" y="6"/>
                  </a:lnTo>
                  <a:lnTo>
                    <a:pt x="634" y="8"/>
                  </a:lnTo>
                  <a:lnTo>
                    <a:pt x="634" y="8"/>
                  </a:lnTo>
                  <a:lnTo>
                    <a:pt x="632" y="9"/>
                  </a:lnTo>
                  <a:lnTo>
                    <a:pt x="630" y="9"/>
                  </a:lnTo>
                  <a:lnTo>
                    <a:pt x="630" y="11"/>
                  </a:lnTo>
                  <a:lnTo>
                    <a:pt x="630" y="11"/>
                  </a:lnTo>
                  <a:lnTo>
                    <a:pt x="629" y="13"/>
                  </a:lnTo>
                  <a:lnTo>
                    <a:pt x="629" y="15"/>
                  </a:lnTo>
                  <a:lnTo>
                    <a:pt x="629" y="15"/>
                  </a:lnTo>
                  <a:lnTo>
                    <a:pt x="627" y="15"/>
                  </a:lnTo>
                  <a:lnTo>
                    <a:pt x="627" y="15"/>
                  </a:lnTo>
                  <a:lnTo>
                    <a:pt x="627" y="15"/>
                  </a:lnTo>
                  <a:lnTo>
                    <a:pt x="625" y="13"/>
                  </a:lnTo>
                  <a:lnTo>
                    <a:pt x="625" y="11"/>
                  </a:lnTo>
                  <a:lnTo>
                    <a:pt x="625" y="9"/>
                  </a:lnTo>
                  <a:lnTo>
                    <a:pt x="623" y="9"/>
                  </a:lnTo>
                  <a:lnTo>
                    <a:pt x="623" y="9"/>
                  </a:lnTo>
                  <a:lnTo>
                    <a:pt x="623" y="9"/>
                  </a:lnTo>
                  <a:lnTo>
                    <a:pt x="623" y="9"/>
                  </a:lnTo>
                  <a:lnTo>
                    <a:pt x="623" y="13"/>
                  </a:lnTo>
                  <a:lnTo>
                    <a:pt x="623" y="15"/>
                  </a:lnTo>
                  <a:lnTo>
                    <a:pt x="623" y="15"/>
                  </a:lnTo>
                  <a:lnTo>
                    <a:pt x="621" y="15"/>
                  </a:lnTo>
                  <a:lnTo>
                    <a:pt x="621" y="15"/>
                  </a:lnTo>
                  <a:lnTo>
                    <a:pt x="621" y="17"/>
                  </a:lnTo>
                  <a:lnTo>
                    <a:pt x="621" y="17"/>
                  </a:lnTo>
                  <a:lnTo>
                    <a:pt x="621" y="17"/>
                  </a:lnTo>
                  <a:lnTo>
                    <a:pt x="621" y="17"/>
                  </a:lnTo>
                  <a:lnTo>
                    <a:pt x="621" y="19"/>
                  </a:lnTo>
                  <a:lnTo>
                    <a:pt x="621" y="19"/>
                  </a:lnTo>
                  <a:lnTo>
                    <a:pt x="621" y="21"/>
                  </a:lnTo>
                  <a:lnTo>
                    <a:pt x="619" y="19"/>
                  </a:lnTo>
                  <a:lnTo>
                    <a:pt x="617" y="19"/>
                  </a:lnTo>
                  <a:lnTo>
                    <a:pt x="615" y="17"/>
                  </a:lnTo>
                  <a:lnTo>
                    <a:pt x="613" y="17"/>
                  </a:lnTo>
                  <a:lnTo>
                    <a:pt x="613" y="17"/>
                  </a:lnTo>
                  <a:lnTo>
                    <a:pt x="613" y="17"/>
                  </a:lnTo>
                  <a:lnTo>
                    <a:pt x="611" y="15"/>
                  </a:lnTo>
                  <a:lnTo>
                    <a:pt x="609" y="15"/>
                  </a:lnTo>
                  <a:lnTo>
                    <a:pt x="609" y="15"/>
                  </a:lnTo>
                  <a:lnTo>
                    <a:pt x="609" y="17"/>
                  </a:lnTo>
                  <a:lnTo>
                    <a:pt x="608" y="17"/>
                  </a:lnTo>
                  <a:lnTo>
                    <a:pt x="608" y="17"/>
                  </a:lnTo>
                  <a:lnTo>
                    <a:pt x="608" y="19"/>
                  </a:lnTo>
                  <a:lnTo>
                    <a:pt x="608" y="19"/>
                  </a:lnTo>
                  <a:lnTo>
                    <a:pt x="608" y="19"/>
                  </a:lnTo>
                  <a:lnTo>
                    <a:pt x="609" y="21"/>
                  </a:lnTo>
                  <a:lnTo>
                    <a:pt x="609" y="21"/>
                  </a:lnTo>
                  <a:lnTo>
                    <a:pt x="609" y="23"/>
                  </a:lnTo>
                  <a:lnTo>
                    <a:pt x="609" y="23"/>
                  </a:lnTo>
                  <a:lnTo>
                    <a:pt x="611" y="25"/>
                  </a:lnTo>
                  <a:lnTo>
                    <a:pt x="611" y="27"/>
                  </a:lnTo>
                  <a:lnTo>
                    <a:pt x="613" y="27"/>
                  </a:lnTo>
                  <a:lnTo>
                    <a:pt x="613" y="27"/>
                  </a:lnTo>
                  <a:lnTo>
                    <a:pt x="613" y="27"/>
                  </a:lnTo>
                  <a:lnTo>
                    <a:pt x="613" y="27"/>
                  </a:lnTo>
                  <a:lnTo>
                    <a:pt x="615" y="27"/>
                  </a:lnTo>
                  <a:lnTo>
                    <a:pt x="615" y="28"/>
                  </a:lnTo>
                  <a:lnTo>
                    <a:pt x="615" y="28"/>
                  </a:lnTo>
                  <a:lnTo>
                    <a:pt x="615" y="28"/>
                  </a:lnTo>
                  <a:lnTo>
                    <a:pt x="615" y="28"/>
                  </a:lnTo>
                  <a:lnTo>
                    <a:pt x="617" y="28"/>
                  </a:lnTo>
                  <a:lnTo>
                    <a:pt x="617" y="30"/>
                  </a:lnTo>
                  <a:lnTo>
                    <a:pt x="615" y="30"/>
                  </a:lnTo>
                  <a:lnTo>
                    <a:pt x="615" y="32"/>
                  </a:lnTo>
                  <a:lnTo>
                    <a:pt x="613" y="32"/>
                  </a:lnTo>
                  <a:lnTo>
                    <a:pt x="611" y="32"/>
                  </a:lnTo>
                  <a:lnTo>
                    <a:pt x="609" y="34"/>
                  </a:lnTo>
                  <a:lnTo>
                    <a:pt x="608" y="36"/>
                  </a:lnTo>
                  <a:lnTo>
                    <a:pt x="606" y="38"/>
                  </a:lnTo>
                  <a:lnTo>
                    <a:pt x="604" y="40"/>
                  </a:lnTo>
                  <a:lnTo>
                    <a:pt x="598" y="42"/>
                  </a:lnTo>
                  <a:lnTo>
                    <a:pt x="598" y="42"/>
                  </a:lnTo>
                  <a:lnTo>
                    <a:pt x="596" y="40"/>
                  </a:lnTo>
                  <a:lnTo>
                    <a:pt x="596" y="40"/>
                  </a:lnTo>
                  <a:lnTo>
                    <a:pt x="594" y="40"/>
                  </a:lnTo>
                  <a:lnTo>
                    <a:pt x="594" y="40"/>
                  </a:lnTo>
                  <a:lnTo>
                    <a:pt x="592" y="40"/>
                  </a:lnTo>
                  <a:lnTo>
                    <a:pt x="592" y="40"/>
                  </a:lnTo>
                  <a:lnTo>
                    <a:pt x="590" y="42"/>
                  </a:lnTo>
                  <a:lnTo>
                    <a:pt x="589" y="44"/>
                  </a:lnTo>
                  <a:lnTo>
                    <a:pt x="587" y="46"/>
                  </a:lnTo>
                  <a:lnTo>
                    <a:pt x="587" y="48"/>
                  </a:lnTo>
                  <a:lnTo>
                    <a:pt x="585" y="49"/>
                  </a:lnTo>
                  <a:lnTo>
                    <a:pt x="583" y="51"/>
                  </a:lnTo>
                  <a:lnTo>
                    <a:pt x="583" y="51"/>
                  </a:lnTo>
                  <a:lnTo>
                    <a:pt x="583" y="53"/>
                  </a:lnTo>
                  <a:lnTo>
                    <a:pt x="583" y="53"/>
                  </a:lnTo>
                  <a:lnTo>
                    <a:pt x="583" y="53"/>
                  </a:lnTo>
                  <a:lnTo>
                    <a:pt x="581" y="55"/>
                  </a:lnTo>
                  <a:lnTo>
                    <a:pt x="581" y="55"/>
                  </a:lnTo>
                  <a:lnTo>
                    <a:pt x="581" y="57"/>
                  </a:lnTo>
                  <a:lnTo>
                    <a:pt x="583" y="59"/>
                  </a:lnTo>
                  <a:lnTo>
                    <a:pt x="585" y="61"/>
                  </a:lnTo>
                  <a:lnTo>
                    <a:pt x="585" y="61"/>
                  </a:lnTo>
                  <a:lnTo>
                    <a:pt x="585" y="61"/>
                  </a:lnTo>
                  <a:lnTo>
                    <a:pt x="587" y="61"/>
                  </a:lnTo>
                  <a:lnTo>
                    <a:pt x="587" y="61"/>
                  </a:lnTo>
                  <a:lnTo>
                    <a:pt x="587" y="61"/>
                  </a:lnTo>
                  <a:lnTo>
                    <a:pt x="587" y="61"/>
                  </a:lnTo>
                  <a:lnTo>
                    <a:pt x="587" y="63"/>
                  </a:lnTo>
                  <a:lnTo>
                    <a:pt x="583" y="68"/>
                  </a:lnTo>
                  <a:lnTo>
                    <a:pt x="583" y="68"/>
                  </a:lnTo>
                  <a:lnTo>
                    <a:pt x="583" y="70"/>
                  </a:lnTo>
                  <a:lnTo>
                    <a:pt x="583" y="70"/>
                  </a:lnTo>
                  <a:lnTo>
                    <a:pt x="583" y="70"/>
                  </a:lnTo>
                  <a:lnTo>
                    <a:pt x="583" y="72"/>
                  </a:lnTo>
                  <a:lnTo>
                    <a:pt x="585" y="72"/>
                  </a:lnTo>
                  <a:lnTo>
                    <a:pt x="583" y="76"/>
                  </a:lnTo>
                  <a:lnTo>
                    <a:pt x="583" y="76"/>
                  </a:lnTo>
                  <a:lnTo>
                    <a:pt x="581" y="76"/>
                  </a:lnTo>
                  <a:lnTo>
                    <a:pt x="581" y="76"/>
                  </a:lnTo>
                  <a:lnTo>
                    <a:pt x="579" y="76"/>
                  </a:lnTo>
                  <a:lnTo>
                    <a:pt x="579" y="78"/>
                  </a:lnTo>
                  <a:lnTo>
                    <a:pt x="575" y="78"/>
                  </a:lnTo>
                  <a:lnTo>
                    <a:pt x="575" y="78"/>
                  </a:lnTo>
                  <a:lnTo>
                    <a:pt x="571" y="80"/>
                  </a:lnTo>
                  <a:lnTo>
                    <a:pt x="569" y="78"/>
                  </a:lnTo>
                  <a:lnTo>
                    <a:pt x="569" y="78"/>
                  </a:lnTo>
                  <a:lnTo>
                    <a:pt x="569" y="78"/>
                  </a:lnTo>
                  <a:lnTo>
                    <a:pt x="569" y="76"/>
                  </a:lnTo>
                  <a:lnTo>
                    <a:pt x="569" y="74"/>
                  </a:lnTo>
                  <a:lnTo>
                    <a:pt x="569" y="74"/>
                  </a:lnTo>
                  <a:lnTo>
                    <a:pt x="569" y="74"/>
                  </a:lnTo>
                  <a:lnTo>
                    <a:pt x="568" y="74"/>
                  </a:lnTo>
                  <a:lnTo>
                    <a:pt x="566" y="74"/>
                  </a:lnTo>
                  <a:lnTo>
                    <a:pt x="566" y="72"/>
                  </a:lnTo>
                  <a:lnTo>
                    <a:pt x="564" y="72"/>
                  </a:lnTo>
                  <a:lnTo>
                    <a:pt x="564" y="72"/>
                  </a:lnTo>
                  <a:lnTo>
                    <a:pt x="562" y="72"/>
                  </a:lnTo>
                  <a:lnTo>
                    <a:pt x="560" y="72"/>
                  </a:lnTo>
                  <a:lnTo>
                    <a:pt x="560" y="72"/>
                  </a:lnTo>
                  <a:lnTo>
                    <a:pt x="560" y="74"/>
                  </a:lnTo>
                  <a:lnTo>
                    <a:pt x="560" y="76"/>
                  </a:lnTo>
                  <a:lnTo>
                    <a:pt x="560" y="78"/>
                  </a:lnTo>
                  <a:lnTo>
                    <a:pt x="560" y="78"/>
                  </a:lnTo>
                  <a:lnTo>
                    <a:pt x="558" y="80"/>
                  </a:lnTo>
                  <a:lnTo>
                    <a:pt x="558" y="80"/>
                  </a:lnTo>
                  <a:lnTo>
                    <a:pt x="554" y="82"/>
                  </a:lnTo>
                  <a:lnTo>
                    <a:pt x="552" y="84"/>
                  </a:lnTo>
                  <a:lnTo>
                    <a:pt x="550" y="86"/>
                  </a:lnTo>
                  <a:lnTo>
                    <a:pt x="549" y="86"/>
                  </a:lnTo>
                  <a:lnTo>
                    <a:pt x="549" y="86"/>
                  </a:lnTo>
                  <a:lnTo>
                    <a:pt x="549" y="87"/>
                  </a:lnTo>
                  <a:lnTo>
                    <a:pt x="549" y="89"/>
                  </a:lnTo>
                  <a:lnTo>
                    <a:pt x="549" y="89"/>
                  </a:lnTo>
                  <a:lnTo>
                    <a:pt x="547" y="91"/>
                  </a:lnTo>
                  <a:lnTo>
                    <a:pt x="547" y="91"/>
                  </a:lnTo>
                  <a:lnTo>
                    <a:pt x="545" y="91"/>
                  </a:lnTo>
                  <a:lnTo>
                    <a:pt x="545" y="91"/>
                  </a:lnTo>
                  <a:lnTo>
                    <a:pt x="543" y="91"/>
                  </a:lnTo>
                  <a:lnTo>
                    <a:pt x="543" y="89"/>
                  </a:lnTo>
                  <a:lnTo>
                    <a:pt x="541" y="89"/>
                  </a:lnTo>
                  <a:lnTo>
                    <a:pt x="541" y="89"/>
                  </a:lnTo>
                  <a:lnTo>
                    <a:pt x="541" y="87"/>
                  </a:lnTo>
                  <a:lnTo>
                    <a:pt x="541" y="87"/>
                  </a:lnTo>
                  <a:lnTo>
                    <a:pt x="541" y="86"/>
                  </a:lnTo>
                  <a:lnTo>
                    <a:pt x="543" y="84"/>
                  </a:lnTo>
                  <a:lnTo>
                    <a:pt x="543" y="82"/>
                  </a:lnTo>
                  <a:lnTo>
                    <a:pt x="543" y="82"/>
                  </a:lnTo>
                  <a:lnTo>
                    <a:pt x="543" y="82"/>
                  </a:lnTo>
                  <a:lnTo>
                    <a:pt x="543" y="80"/>
                  </a:lnTo>
                  <a:lnTo>
                    <a:pt x="541" y="80"/>
                  </a:lnTo>
                  <a:lnTo>
                    <a:pt x="541" y="80"/>
                  </a:lnTo>
                  <a:lnTo>
                    <a:pt x="537" y="74"/>
                  </a:lnTo>
                  <a:lnTo>
                    <a:pt x="535" y="74"/>
                  </a:lnTo>
                  <a:lnTo>
                    <a:pt x="535" y="72"/>
                  </a:lnTo>
                  <a:lnTo>
                    <a:pt x="535" y="72"/>
                  </a:lnTo>
                  <a:lnTo>
                    <a:pt x="535" y="70"/>
                  </a:lnTo>
                  <a:lnTo>
                    <a:pt x="535" y="68"/>
                  </a:lnTo>
                  <a:lnTo>
                    <a:pt x="535" y="68"/>
                  </a:lnTo>
                  <a:lnTo>
                    <a:pt x="535" y="67"/>
                  </a:lnTo>
                  <a:lnTo>
                    <a:pt x="535" y="67"/>
                  </a:lnTo>
                  <a:lnTo>
                    <a:pt x="535" y="67"/>
                  </a:lnTo>
                  <a:lnTo>
                    <a:pt x="535" y="65"/>
                  </a:lnTo>
                  <a:lnTo>
                    <a:pt x="535" y="65"/>
                  </a:lnTo>
                  <a:lnTo>
                    <a:pt x="533" y="65"/>
                  </a:lnTo>
                  <a:lnTo>
                    <a:pt x="533" y="65"/>
                  </a:lnTo>
                  <a:lnTo>
                    <a:pt x="533" y="65"/>
                  </a:lnTo>
                  <a:lnTo>
                    <a:pt x="531" y="65"/>
                  </a:lnTo>
                  <a:lnTo>
                    <a:pt x="531" y="63"/>
                  </a:lnTo>
                  <a:lnTo>
                    <a:pt x="529" y="63"/>
                  </a:lnTo>
                  <a:lnTo>
                    <a:pt x="528" y="63"/>
                  </a:lnTo>
                  <a:lnTo>
                    <a:pt x="528" y="65"/>
                  </a:lnTo>
                  <a:lnTo>
                    <a:pt x="526" y="67"/>
                  </a:lnTo>
                  <a:lnTo>
                    <a:pt x="526" y="68"/>
                  </a:lnTo>
                  <a:lnTo>
                    <a:pt x="522" y="72"/>
                  </a:lnTo>
                  <a:lnTo>
                    <a:pt x="522" y="72"/>
                  </a:lnTo>
                  <a:lnTo>
                    <a:pt x="522" y="74"/>
                  </a:lnTo>
                  <a:lnTo>
                    <a:pt x="522" y="74"/>
                  </a:lnTo>
                  <a:lnTo>
                    <a:pt x="522" y="76"/>
                  </a:lnTo>
                  <a:lnTo>
                    <a:pt x="522" y="78"/>
                  </a:lnTo>
                  <a:lnTo>
                    <a:pt x="520" y="82"/>
                  </a:lnTo>
                  <a:lnTo>
                    <a:pt x="520" y="82"/>
                  </a:lnTo>
                  <a:lnTo>
                    <a:pt x="520" y="82"/>
                  </a:lnTo>
                  <a:lnTo>
                    <a:pt x="520" y="84"/>
                  </a:lnTo>
                  <a:lnTo>
                    <a:pt x="520" y="86"/>
                  </a:lnTo>
                  <a:lnTo>
                    <a:pt x="520" y="86"/>
                  </a:lnTo>
                  <a:lnTo>
                    <a:pt x="520" y="87"/>
                  </a:lnTo>
                  <a:lnTo>
                    <a:pt x="516" y="93"/>
                  </a:lnTo>
                  <a:lnTo>
                    <a:pt x="516" y="93"/>
                  </a:lnTo>
                  <a:lnTo>
                    <a:pt x="516" y="95"/>
                  </a:lnTo>
                  <a:lnTo>
                    <a:pt x="516" y="95"/>
                  </a:lnTo>
                  <a:lnTo>
                    <a:pt x="518" y="97"/>
                  </a:lnTo>
                  <a:lnTo>
                    <a:pt x="520" y="99"/>
                  </a:lnTo>
                  <a:lnTo>
                    <a:pt x="520" y="99"/>
                  </a:lnTo>
                  <a:lnTo>
                    <a:pt x="520" y="101"/>
                  </a:lnTo>
                  <a:lnTo>
                    <a:pt x="520" y="101"/>
                  </a:lnTo>
                  <a:lnTo>
                    <a:pt x="520" y="101"/>
                  </a:lnTo>
                  <a:lnTo>
                    <a:pt x="518" y="103"/>
                  </a:lnTo>
                  <a:lnTo>
                    <a:pt x="518" y="103"/>
                  </a:lnTo>
                  <a:lnTo>
                    <a:pt x="518" y="105"/>
                  </a:lnTo>
                  <a:lnTo>
                    <a:pt x="518" y="106"/>
                  </a:lnTo>
                  <a:lnTo>
                    <a:pt x="518" y="106"/>
                  </a:lnTo>
                  <a:lnTo>
                    <a:pt x="518" y="108"/>
                  </a:lnTo>
                  <a:lnTo>
                    <a:pt x="518" y="108"/>
                  </a:lnTo>
                  <a:lnTo>
                    <a:pt x="516" y="110"/>
                  </a:lnTo>
                  <a:lnTo>
                    <a:pt x="514" y="108"/>
                  </a:lnTo>
                  <a:lnTo>
                    <a:pt x="512" y="110"/>
                  </a:lnTo>
                  <a:lnTo>
                    <a:pt x="512" y="110"/>
                  </a:lnTo>
                  <a:lnTo>
                    <a:pt x="512" y="112"/>
                  </a:lnTo>
                  <a:lnTo>
                    <a:pt x="510" y="112"/>
                  </a:lnTo>
                  <a:lnTo>
                    <a:pt x="510" y="114"/>
                  </a:lnTo>
                  <a:lnTo>
                    <a:pt x="510" y="114"/>
                  </a:lnTo>
                  <a:lnTo>
                    <a:pt x="508" y="114"/>
                  </a:lnTo>
                  <a:lnTo>
                    <a:pt x="508" y="114"/>
                  </a:lnTo>
                  <a:lnTo>
                    <a:pt x="507" y="114"/>
                  </a:lnTo>
                  <a:lnTo>
                    <a:pt x="507" y="114"/>
                  </a:lnTo>
                  <a:lnTo>
                    <a:pt x="505" y="114"/>
                  </a:lnTo>
                  <a:lnTo>
                    <a:pt x="505" y="114"/>
                  </a:lnTo>
                  <a:lnTo>
                    <a:pt x="505" y="114"/>
                  </a:lnTo>
                  <a:lnTo>
                    <a:pt x="503" y="112"/>
                  </a:lnTo>
                  <a:lnTo>
                    <a:pt x="501" y="110"/>
                  </a:lnTo>
                  <a:lnTo>
                    <a:pt x="499" y="110"/>
                  </a:lnTo>
                  <a:lnTo>
                    <a:pt x="495" y="108"/>
                  </a:lnTo>
                  <a:lnTo>
                    <a:pt x="491" y="108"/>
                  </a:lnTo>
                  <a:lnTo>
                    <a:pt x="488" y="112"/>
                  </a:lnTo>
                  <a:lnTo>
                    <a:pt x="484" y="114"/>
                  </a:lnTo>
                  <a:lnTo>
                    <a:pt x="480" y="114"/>
                  </a:lnTo>
                  <a:lnTo>
                    <a:pt x="472" y="120"/>
                  </a:lnTo>
                  <a:lnTo>
                    <a:pt x="465" y="122"/>
                  </a:lnTo>
                  <a:lnTo>
                    <a:pt x="465" y="122"/>
                  </a:lnTo>
                  <a:lnTo>
                    <a:pt x="467" y="124"/>
                  </a:lnTo>
                  <a:lnTo>
                    <a:pt x="467" y="125"/>
                  </a:lnTo>
                  <a:lnTo>
                    <a:pt x="467" y="125"/>
                  </a:lnTo>
                  <a:lnTo>
                    <a:pt x="468" y="127"/>
                  </a:lnTo>
                  <a:lnTo>
                    <a:pt x="468" y="127"/>
                  </a:lnTo>
                  <a:lnTo>
                    <a:pt x="468" y="129"/>
                  </a:lnTo>
                  <a:lnTo>
                    <a:pt x="468" y="129"/>
                  </a:lnTo>
                  <a:lnTo>
                    <a:pt x="467" y="129"/>
                  </a:lnTo>
                  <a:lnTo>
                    <a:pt x="467" y="129"/>
                  </a:lnTo>
                  <a:lnTo>
                    <a:pt x="465" y="131"/>
                  </a:lnTo>
                  <a:lnTo>
                    <a:pt x="463" y="131"/>
                  </a:lnTo>
                  <a:lnTo>
                    <a:pt x="463" y="131"/>
                  </a:lnTo>
                  <a:lnTo>
                    <a:pt x="463" y="131"/>
                  </a:lnTo>
                  <a:lnTo>
                    <a:pt x="461" y="133"/>
                  </a:lnTo>
                  <a:lnTo>
                    <a:pt x="461" y="133"/>
                  </a:lnTo>
                  <a:lnTo>
                    <a:pt x="459" y="135"/>
                  </a:lnTo>
                  <a:lnTo>
                    <a:pt x="459" y="135"/>
                  </a:lnTo>
                  <a:lnTo>
                    <a:pt x="459" y="135"/>
                  </a:lnTo>
                  <a:lnTo>
                    <a:pt x="457" y="137"/>
                  </a:lnTo>
                  <a:lnTo>
                    <a:pt x="455" y="137"/>
                  </a:lnTo>
                  <a:lnTo>
                    <a:pt x="455" y="137"/>
                  </a:lnTo>
                  <a:lnTo>
                    <a:pt x="453" y="137"/>
                  </a:lnTo>
                  <a:lnTo>
                    <a:pt x="451" y="137"/>
                  </a:lnTo>
                  <a:lnTo>
                    <a:pt x="451" y="139"/>
                  </a:lnTo>
                  <a:lnTo>
                    <a:pt x="451" y="139"/>
                  </a:lnTo>
                  <a:lnTo>
                    <a:pt x="449" y="139"/>
                  </a:lnTo>
                  <a:lnTo>
                    <a:pt x="448" y="141"/>
                  </a:lnTo>
                  <a:lnTo>
                    <a:pt x="448" y="141"/>
                  </a:lnTo>
                  <a:lnTo>
                    <a:pt x="448" y="141"/>
                  </a:lnTo>
                  <a:lnTo>
                    <a:pt x="448" y="143"/>
                  </a:lnTo>
                  <a:lnTo>
                    <a:pt x="448" y="145"/>
                  </a:lnTo>
                  <a:lnTo>
                    <a:pt x="448" y="145"/>
                  </a:lnTo>
                  <a:lnTo>
                    <a:pt x="448" y="145"/>
                  </a:lnTo>
                  <a:lnTo>
                    <a:pt x="446" y="146"/>
                  </a:lnTo>
                  <a:lnTo>
                    <a:pt x="446" y="146"/>
                  </a:lnTo>
                  <a:lnTo>
                    <a:pt x="446" y="148"/>
                  </a:lnTo>
                  <a:lnTo>
                    <a:pt x="444" y="148"/>
                  </a:lnTo>
                  <a:lnTo>
                    <a:pt x="444" y="150"/>
                  </a:lnTo>
                  <a:lnTo>
                    <a:pt x="442" y="152"/>
                  </a:lnTo>
                  <a:lnTo>
                    <a:pt x="442" y="152"/>
                  </a:lnTo>
                  <a:lnTo>
                    <a:pt x="442" y="152"/>
                  </a:lnTo>
                  <a:lnTo>
                    <a:pt x="442" y="152"/>
                  </a:lnTo>
                  <a:lnTo>
                    <a:pt x="442" y="154"/>
                  </a:lnTo>
                  <a:lnTo>
                    <a:pt x="442" y="154"/>
                  </a:lnTo>
                  <a:lnTo>
                    <a:pt x="444" y="154"/>
                  </a:lnTo>
                  <a:lnTo>
                    <a:pt x="444" y="154"/>
                  </a:lnTo>
                  <a:lnTo>
                    <a:pt x="444" y="156"/>
                  </a:lnTo>
                  <a:lnTo>
                    <a:pt x="444" y="156"/>
                  </a:lnTo>
                  <a:lnTo>
                    <a:pt x="442" y="156"/>
                  </a:lnTo>
                  <a:lnTo>
                    <a:pt x="442" y="158"/>
                  </a:lnTo>
                  <a:lnTo>
                    <a:pt x="442" y="158"/>
                  </a:lnTo>
                  <a:lnTo>
                    <a:pt x="442" y="158"/>
                  </a:lnTo>
                  <a:lnTo>
                    <a:pt x="442" y="162"/>
                  </a:lnTo>
                  <a:lnTo>
                    <a:pt x="442" y="162"/>
                  </a:lnTo>
                  <a:lnTo>
                    <a:pt x="442" y="164"/>
                  </a:lnTo>
                  <a:lnTo>
                    <a:pt x="440" y="164"/>
                  </a:lnTo>
                  <a:lnTo>
                    <a:pt x="440" y="165"/>
                  </a:lnTo>
                  <a:lnTo>
                    <a:pt x="442" y="165"/>
                  </a:lnTo>
                  <a:lnTo>
                    <a:pt x="442" y="165"/>
                  </a:lnTo>
                  <a:lnTo>
                    <a:pt x="440" y="167"/>
                  </a:lnTo>
                  <a:lnTo>
                    <a:pt x="440" y="169"/>
                  </a:lnTo>
                  <a:lnTo>
                    <a:pt x="438" y="169"/>
                  </a:lnTo>
                  <a:lnTo>
                    <a:pt x="438" y="171"/>
                  </a:lnTo>
                  <a:lnTo>
                    <a:pt x="436" y="171"/>
                  </a:lnTo>
                  <a:lnTo>
                    <a:pt x="436" y="173"/>
                  </a:lnTo>
                  <a:lnTo>
                    <a:pt x="436" y="173"/>
                  </a:lnTo>
                  <a:lnTo>
                    <a:pt x="436" y="173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2" y="175"/>
                  </a:lnTo>
                  <a:lnTo>
                    <a:pt x="430" y="175"/>
                  </a:lnTo>
                  <a:lnTo>
                    <a:pt x="430" y="175"/>
                  </a:lnTo>
                  <a:lnTo>
                    <a:pt x="430" y="175"/>
                  </a:lnTo>
                  <a:lnTo>
                    <a:pt x="428" y="175"/>
                  </a:lnTo>
                  <a:lnTo>
                    <a:pt x="427" y="175"/>
                  </a:lnTo>
                  <a:lnTo>
                    <a:pt x="427" y="173"/>
                  </a:lnTo>
                  <a:lnTo>
                    <a:pt x="427" y="173"/>
                  </a:lnTo>
                  <a:lnTo>
                    <a:pt x="427" y="173"/>
                  </a:lnTo>
                  <a:lnTo>
                    <a:pt x="427" y="173"/>
                  </a:lnTo>
                  <a:lnTo>
                    <a:pt x="425" y="173"/>
                  </a:lnTo>
                  <a:lnTo>
                    <a:pt x="425" y="173"/>
                  </a:lnTo>
                  <a:lnTo>
                    <a:pt x="425" y="173"/>
                  </a:lnTo>
                  <a:lnTo>
                    <a:pt x="423" y="175"/>
                  </a:lnTo>
                  <a:lnTo>
                    <a:pt x="423" y="177"/>
                  </a:lnTo>
                  <a:lnTo>
                    <a:pt x="423" y="177"/>
                  </a:lnTo>
                  <a:lnTo>
                    <a:pt x="421" y="179"/>
                  </a:lnTo>
                  <a:lnTo>
                    <a:pt x="419" y="179"/>
                  </a:lnTo>
                  <a:lnTo>
                    <a:pt x="419" y="179"/>
                  </a:lnTo>
                  <a:lnTo>
                    <a:pt x="419" y="179"/>
                  </a:lnTo>
                  <a:lnTo>
                    <a:pt x="417" y="179"/>
                  </a:lnTo>
                  <a:lnTo>
                    <a:pt x="415" y="179"/>
                  </a:lnTo>
                  <a:lnTo>
                    <a:pt x="413" y="179"/>
                  </a:lnTo>
                  <a:lnTo>
                    <a:pt x="411" y="179"/>
                  </a:lnTo>
                  <a:lnTo>
                    <a:pt x="411" y="181"/>
                  </a:lnTo>
                  <a:lnTo>
                    <a:pt x="411" y="181"/>
                  </a:lnTo>
                  <a:lnTo>
                    <a:pt x="411" y="181"/>
                  </a:lnTo>
                  <a:lnTo>
                    <a:pt x="411" y="184"/>
                  </a:lnTo>
                  <a:lnTo>
                    <a:pt x="411" y="184"/>
                  </a:lnTo>
                  <a:lnTo>
                    <a:pt x="411" y="186"/>
                  </a:lnTo>
                  <a:lnTo>
                    <a:pt x="411" y="186"/>
                  </a:lnTo>
                  <a:lnTo>
                    <a:pt x="409" y="188"/>
                  </a:lnTo>
                  <a:lnTo>
                    <a:pt x="409" y="188"/>
                  </a:lnTo>
                  <a:lnTo>
                    <a:pt x="406" y="188"/>
                  </a:lnTo>
                  <a:lnTo>
                    <a:pt x="404" y="190"/>
                  </a:lnTo>
                  <a:lnTo>
                    <a:pt x="402" y="190"/>
                  </a:lnTo>
                  <a:lnTo>
                    <a:pt x="400" y="190"/>
                  </a:lnTo>
                  <a:lnTo>
                    <a:pt x="400" y="190"/>
                  </a:lnTo>
                  <a:lnTo>
                    <a:pt x="400" y="190"/>
                  </a:lnTo>
                  <a:lnTo>
                    <a:pt x="398" y="190"/>
                  </a:lnTo>
                  <a:lnTo>
                    <a:pt x="398" y="190"/>
                  </a:lnTo>
                  <a:lnTo>
                    <a:pt x="398" y="192"/>
                  </a:lnTo>
                  <a:lnTo>
                    <a:pt x="398" y="192"/>
                  </a:lnTo>
                  <a:lnTo>
                    <a:pt x="396" y="192"/>
                  </a:lnTo>
                  <a:lnTo>
                    <a:pt x="394" y="192"/>
                  </a:lnTo>
                  <a:lnTo>
                    <a:pt x="394" y="192"/>
                  </a:lnTo>
                  <a:lnTo>
                    <a:pt x="394" y="192"/>
                  </a:lnTo>
                  <a:lnTo>
                    <a:pt x="392" y="192"/>
                  </a:lnTo>
                  <a:lnTo>
                    <a:pt x="390" y="192"/>
                  </a:lnTo>
                  <a:lnTo>
                    <a:pt x="390" y="192"/>
                  </a:lnTo>
                  <a:lnTo>
                    <a:pt x="390" y="190"/>
                  </a:lnTo>
                  <a:lnTo>
                    <a:pt x="388" y="190"/>
                  </a:lnTo>
                  <a:lnTo>
                    <a:pt x="388" y="190"/>
                  </a:lnTo>
                  <a:lnTo>
                    <a:pt x="387" y="190"/>
                  </a:lnTo>
                  <a:lnTo>
                    <a:pt x="387" y="190"/>
                  </a:lnTo>
                  <a:lnTo>
                    <a:pt x="387" y="192"/>
                  </a:lnTo>
                  <a:lnTo>
                    <a:pt x="387" y="192"/>
                  </a:lnTo>
                  <a:lnTo>
                    <a:pt x="387" y="192"/>
                  </a:lnTo>
                  <a:lnTo>
                    <a:pt x="387" y="194"/>
                  </a:lnTo>
                  <a:lnTo>
                    <a:pt x="387" y="194"/>
                  </a:lnTo>
                  <a:lnTo>
                    <a:pt x="387" y="194"/>
                  </a:lnTo>
                  <a:lnTo>
                    <a:pt x="387" y="196"/>
                  </a:lnTo>
                  <a:lnTo>
                    <a:pt x="387" y="196"/>
                  </a:lnTo>
                  <a:lnTo>
                    <a:pt x="387" y="196"/>
                  </a:lnTo>
                  <a:lnTo>
                    <a:pt x="387" y="196"/>
                  </a:lnTo>
                  <a:lnTo>
                    <a:pt x="385" y="196"/>
                  </a:lnTo>
                  <a:lnTo>
                    <a:pt x="385" y="196"/>
                  </a:lnTo>
                  <a:lnTo>
                    <a:pt x="385" y="196"/>
                  </a:lnTo>
                  <a:lnTo>
                    <a:pt x="383" y="196"/>
                  </a:lnTo>
                  <a:lnTo>
                    <a:pt x="383" y="198"/>
                  </a:lnTo>
                  <a:lnTo>
                    <a:pt x="383" y="198"/>
                  </a:lnTo>
                  <a:lnTo>
                    <a:pt x="381" y="200"/>
                  </a:lnTo>
                  <a:lnTo>
                    <a:pt x="383" y="202"/>
                  </a:lnTo>
                  <a:lnTo>
                    <a:pt x="383" y="202"/>
                  </a:lnTo>
                  <a:lnTo>
                    <a:pt x="383" y="202"/>
                  </a:lnTo>
                  <a:lnTo>
                    <a:pt x="383" y="203"/>
                  </a:lnTo>
                  <a:lnTo>
                    <a:pt x="383" y="205"/>
                  </a:lnTo>
                  <a:lnTo>
                    <a:pt x="381" y="205"/>
                  </a:lnTo>
                  <a:lnTo>
                    <a:pt x="381" y="205"/>
                  </a:lnTo>
                  <a:lnTo>
                    <a:pt x="381" y="207"/>
                  </a:lnTo>
                  <a:lnTo>
                    <a:pt x="379" y="207"/>
                  </a:lnTo>
                  <a:lnTo>
                    <a:pt x="379" y="207"/>
                  </a:lnTo>
                  <a:lnTo>
                    <a:pt x="379" y="207"/>
                  </a:lnTo>
                  <a:lnTo>
                    <a:pt x="377" y="205"/>
                  </a:lnTo>
                  <a:lnTo>
                    <a:pt x="375" y="205"/>
                  </a:lnTo>
                  <a:lnTo>
                    <a:pt x="375" y="205"/>
                  </a:lnTo>
                  <a:lnTo>
                    <a:pt x="375" y="205"/>
                  </a:lnTo>
                  <a:lnTo>
                    <a:pt x="373" y="205"/>
                  </a:lnTo>
                  <a:lnTo>
                    <a:pt x="371" y="205"/>
                  </a:lnTo>
                  <a:lnTo>
                    <a:pt x="369" y="203"/>
                  </a:lnTo>
                  <a:lnTo>
                    <a:pt x="369" y="203"/>
                  </a:lnTo>
                  <a:lnTo>
                    <a:pt x="367" y="203"/>
                  </a:lnTo>
                  <a:lnTo>
                    <a:pt x="366" y="203"/>
                  </a:lnTo>
                  <a:lnTo>
                    <a:pt x="366" y="203"/>
                  </a:lnTo>
                  <a:lnTo>
                    <a:pt x="366" y="203"/>
                  </a:lnTo>
                  <a:lnTo>
                    <a:pt x="364" y="203"/>
                  </a:lnTo>
                  <a:lnTo>
                    <a:pt x="364" y="205"/>
                  </a:lnTo>
                  <a:lnTo>
                    <a:pt x="364" y="205"/>
                  </a:lnTo>
                  <a:lnTo>
                    <a:pt x="362" y="205"/>
                  </a:lnTo>
                  <a:lnTo>
                    <a:pt x="362" y="203"/>
                  </a:lnTo>
                  <a:lnTo>
                    <a:pt x="362" y="203"/>
                  </a:lnTo>
                  <a:lnTo>
                    <a:pt x="362" y="203"/>
                  </a:lnTo>
                  <a:lnTo>
                    <a:pt x="362" y="203"/>
                  </a:lnTo>
                  <a:lnTo>
                    <a:pt x="364" y="202"/>
                  </a:lnTo>
                  <a:lnTo>
                    <a:pt x="364" y="202"/>
                  </a:lnTo>
                  <a:lnTo>
                    <a:pt x="362" y="202"/>
                  </a:lnTo>
                  <a:lnTo>
                    <a:pt x="362" y="202"/>
                  </a:lnTo>
                  <a:lnTo>
                    <a:pt x="360" y="200"/>
                  </a:lnTo>
                  <a:lnTo>
                    <a:pt x="362" y="200"/>
                  </a:lnTo>
                  <a:lnTo>
                    <a:pt x="360" y="200"/>
                  </a:lnTo>
                  <a:lnTo>
                    <a:pt x="360" y="200"/>
                  </a:lnTo>
                  <a:lnTo>
                    <a:pt x="360" y="200"/>
                  </a:lnTo>
                  <a:lnTo>
                    <a:pt x="358" y="200"/>
                  </a:lnTo>
                  <a:lnTo>
                    <a:pt x="358" y="198"/>
                  </a:lnTo>
                  <a:lnTo>
                    <a:pt x="356" y="198"/>
                  </a:lnTo>
                  <a:lnTo>
                    <a:pt x="356" y="198"/>
                  </a:lnTo>
                  <a:lnTo>
                    <a:pt x="354" y="196"/>
                  </a:lnTo>
                  <a:lnTo>
                    <a:pt x="354" y="198"/>
                  </a:lnTo>
                  <a:lnTo>
                    <a:pt x="352" y="198"/>
                  </a:lnTo>
                  <a:lnTo>
                    <a:pt x="352" y="198"/>
                  </a:lnTo>
                  <a:lnTo>
                    <a:pt x="352" y="200"/>
                  </a:lnTo>
                  <a:lnTo>
                    <a:pt x="350" y="200"/>
                  </a:lnTo>
                  <a:lnTo>
                    <a:pt x="350" y="200"/>
                  </a:lnTo>
                  <a:lnTo>
                    <a:pt x="348" y="200"/>
                  </a:lnTo>
                  <a:lnTo>
                    <a:pt x="348" y="200"/>
                  </a:lnTo>
                  <a:lnTo>
                    <a:pt x="348" y="202"/>
                  </a:lnTo>
                  <a:lnTo>
                    <a:pt x="348" y="202"/>
                  </a:lnTo>
                  <a:lnTo>
                    <a:pt x="348" y="202"/>
                  </a:lnTo>
                  <a:lnTo>
                    <a:pt x="348" y="203"/>
                  </a:lnTo>
                  <a:lnTo>
                    <a:pt x="348" y="205"/>
                  </a:lnTo>
                  <a:lnTo>
                    <a:pt x="347" y="205"/>
                  </a:lnTo>
                  <a:lnTo>
                    <a:pt x="347" y="205"/>
                  </a:lnTo>
                  <a:lnTo>
                    <a:pt x="347" y="207"/>
                  </a:lnTo>
                  <a:lnTo>
                    <a:pt x="347" y="207"/>
                  </a:lnTo>
                  <a:lnTo>
                    <a:pt x="345" y="207"/>
                  </a:lnTo>
                  <a:lnTo>
                    <a:pt x="345" y="209"/>
                  </a:lnTo>
                  <a:lnTo>
                    <a:pt x="343" y="207"/>
                  </a:lnTo>
                  <a:lnTo>
                    <a:pt x="341" y="207"/>
                  </a:lnTo>
                  <a:lnTo>
                    <a:pt x="341" y="207"/>
                  </a:lnTo>
                  <a:lnTo>
                    <a:pt x="341" y="205"/>
                  </a:lnTo>
                  <a:lnTo>
                    <a:pt x="339" y="205"/>
                  </a:lnTo>
                  <a:lnTo>
                    <a:pt x="339" y="203"/>
                  </a:lnTo>
                  <a:lnTo>
                    <a:pt x="339" y="203"/>
                  </a:lnTo>
                  <a:lnTo>
                    <a:pt x="339" y="203"/>
                  </a:lnTo>
                  <a:lnTo>
                    <a:pt x="339" y="203"/>
                  </a:lnTo>
                  <a:lnTo>
                    <a:pt x="339" y="203"/>
                  </a:lnTo>
                  <a:lnTo>
                    <a:pt x="339" y="203"/>
                  </a:lnTo>
                  <a:lnTo>
                    <a:pt x="337" y="203"/>
                  </a:lnTo>
                  <a:lnTo>
                    <a:pt x="337" y="203"/>
                  </a:lnTo>
                  <a:lnTo>
                    <a:pt x="337" y="205"/>
                  </a:lnTo>
                  <a:lnTo>
                    <a:pt x="337" y="205"/>
                  </a:lnTo>
                  <a:lnTo>
                    <a:pt x="337" y="205"/>
                  </a:lnTo>
                  <a:lnTo>
                    <a:pt x="337" y="207"/>
                  </a:lnTo>
                  <a:lnTo>
                    <a:pt x="337" y="207"/>
                  </a:lnTo>
                  <a:lnTo>
                    <a:pt x="337" y="207"/>
                  </a:lnTo>
                  <a:lnTo>
                    <a:pt x="339" y="207"/>
                  </a:lnTo>
                  <a:lnTo>
                    <a:pt x="339" y="209"/>
                  </a:lnTo>
                  <a:lnTo>
                    <a:pt x="339" y="209"/>
                  </a:lnTo>
                  <a:lnTo>
                    <a:pt x="339" y="209"/>
                  </a:lnTo>
                  <a:lnTo>
                    <a:pt x="339" y="209"/>
                  </a:lnTo>
                  <a:lnTo>
                    <a:pt x="337" y="211"/>
                  </a:lnTo>
                  <a:lnTo>
                    <a:pt x="337" y="211"/>
                  </a:lnTo>
                  <a:lnTo>
                    <a:pt x="337" y="211"/>
                  </a:lnTo>
                  <a:lnTo>
                    <a:pt x="337" y="211"/>
                  </a:lnTo>
                  <a:lnTo>
                    <a:pt x="337" y="213"/>
                  </a:lnTo>
                  <a:lnTo>
                    <a:pt x="335" y="213"/>
                  </a:lnTo>
                  <a:lnTo>
                    <a:pt x="337" y="213"/>
                  </a:lnTo>
                  <a:lnTo>
                    <a:pt x="339" y="213"/>
                  </a:lnTo>
                  <a:lnTo>
                    <a:pt x="339" y="215"/>
                  </a:lnTo>
                  <a:lnTo>
                    <a:pt x="341" y="215"/>
                  </a:lnTo>
                  <a:lnTo>
                    <a:pt x="345" y="215"/>
                  </a:lnTo>
                  <a:lnTo>
                    <a:pt x="345" y="217"/>
                  </a:lnTo>
                  <a:lnTo>
                    <a:pt x="347" y="217"/>
                  </a:lnTo>
                  <a:lnTo>
                    <a:pt x="347" y="217"/>
                  </a:lnTo>
                  <a:lnTo>
                    <a:pt x="347" y="217"/>
                  </a:lnTo>
                  <a:lnTo>
                    <a:pt x="348" y="219"/>
                  </a:lnTo>
                  <a:lnTo>
                    <a:pt x="348" y="217"/>
                  </a:lnTo>
                  <a:lnTo>
                    <a:pt x="348" y="217"/>
                  </a:lnTo>
                  <a:lnTo>
                    <a:pt x="348" y="215"/>
                  </a:lnTo>
                  <a:lnTo>
                    <a:pt x="350" y="215"/>
                  </a:lnTo>
                  <a:lnTo>
                    <a:pt x="350" y="217"/>
                  </a:lnTo>
                  <a:lnTo>
                    <a:pt x="352" y="215"/>
                  </a:lnTo>
                  <a:lnTo>
                    <a:pt x="356" y="217"/>
                  </a:lnTo>
                  <a:lnTo>
                    <a:pt x="356" y="217"/>
                  </a:lnTo>
                  <a:lnTo>
                    <a:pt x="358" y="219"/>
                  </a:lnTo>
                  <a:lnTo>
                    <a:pt x="358" y="219"/>
                  </a:lnTo>
                  <a:lnTo>
                    <a:pt x="358" y="219"/>
                  </a:lnTo>
                  <a:lnTo>
                    <a:pt x="356" y="219"/>
                  </a:lnTo>
                  <a:lnTo>
                    <a:pt x="356" y="219"/>
                  </a:lnTo>
                  <a:lnTo>
                    <a:pt x="356" y="221"/>
                  </a:lnTo>
                  <a:lnTo>
                    <a:pt x="356" y="221"/>
                  </a:lnTo>
                  <a:lnTo>
                    <a:pt x="356" y="221"/>
                  </a:lnTo>
                  <a:lnTo>
                    <a:pt x="358" y="222"/>
                  </a:lnTo>
                  <a:lnTo>
                    <a:pt x="356" y="222"/>
                  </a:lnTo>
                  <a:lnTo>
                    <a:pt x="354" y="222"/>
                  </a:lnTo>
                  <a:lnTo>
                    <a:pt x="354" y="224"/>
                  </a:lnTo>
                  <a:lnTo>
                    <a:pt x="354" y="224"/>
                  </a:lnTo>
                  <a:lnTo>
                    <a:pt x="354" y="226"/>
                  </a:lnTo>
                  <a:lnTo>
                    <a:pt x="354" y="226"/>
                  </a:lnTo>
                  <a:lnTo>
                    <a:pt x="354" y="228"/>
                  </a:lnTo>
                  <a:lnTo>
                    <a:pt x="354" y="228"/>
                  </a:lnTo>
                  <a:lnTo>
                    <a:pt x="356" y="228"/>
                  </a:lnTo>
                  <a:lnTo>
                    <a:pt x="356" y="228"/>
                  </a:lnTo>
                  <a:lnTo>
                    <a:pt x="356" y="228"/>
                  </a:lnTo>
                  <a:lnTo>
                    <a:pt x="358" y="230"/>
                  </a:lnTo>
                  <a:lnTo>
                    <a:pt x="358" y="230"/>
                  </a:lnTo>
                  <a:lnTo>
                    <a:pt x="358" y="230"/>
                  </a:lnTo>
                  <a:lnTo>
                    <a:pt x="358" y="230"/>
                  </a:lnTo>
                  <a:lnTo>
                    <a:pt x="356" y="232"/>
                  </a:lnTo>
                  <a:lnTo>
                    <a:pt x="354" y="232"/>
                  </a:lnTo>
                  <a:lnTo>
                    <a:pt x="354" y="232"/>
                  </a:lnTo>
                  <a:lnTo>
                    <a:pt x="352" y="232"/>
                  </a:lnTo>
                  <a:lnTo>
                    <a:pt x="350" y="232"/>
                  </a:lnTo>
                  <a:lnTo>
                    <a:pt x="350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7" y="230"/>
                  </a:lnTo>
                  <a:lnTo>
                    <a:pt x="347" y="230"/>
                  </a:lnTo>
                  <a:lnTo>
                    <a:pt x="345" y="230"/>
                  </a:lnTo>
                  <a:lnTo>
                    <a:pt x="345" y="228"/>
                  </a:lnTo>
                  <a:lnTo>
                    <a:pt x="345" y="228"/>
                  </a:lnTo>
                  <a:lnTo>
                    <a:pt x="345" y="228"/>
                  </a:lnTo>
                  <a:lnTo>
                    <a:pt x="343" y="226"/>
                  </a:lnTo>
                  <a:lnTo>
                    <a:pt x="343" y="226"/>
                  </a:lnTo>
                  <a:lnTo>
                    <a:pt x="343" y="226"/>
                  </a:lnTo>
                  <a:lnTo>
                    <a:pt x="341" y="226"/>
                  </a:lnTo>
                  <a:lnTo>
                    <a:pt x="341" y="224"/>
                  </a:lnTo>
                  <a:lnTo>
                    <a:pt x="339" y="224"/>
                  </a:lnTo>
                  <a:lnTo>
                    <a:pt x="339" y="226"/>
                  </a:lnTo>
                  <a:lnTo>
                    <a:pt x="339" y="226"/>
                  </a:lnTo>
                  <a:lnTo>
                    <a:pt x="339" y="226"/>
                  </a:lnTo>
                  <a:lnTo>
                    <a:pt x="337" y="228"/>
                  </a:lnTo>
                  <a:lnTo>
                    <a:pt x="337" y="228"/>
                  </a:lnTo>
                  <a:lnTo>
                    <a:pt x="337" y="228"/>
                  </a:lnTo>
                  <a:lnTo>
                    <a:pt x="337" y="228"/>
                  </a:lnTo>
                  <a:lnTo>
                    <a:pt x="337" y="226"/>
                  </a:lnTo>
                  <a:lnTo>
                    <a:pt x="337" y="226"/>
                  </a:lnTo>
                  <a:lnTo>
                    <a:pt x="337" y="224"/>
                  </a:lnTo>
                  <a:lnTo>
                    <a:pt x="335" y="224"/>
                  </a:lnTo>
                  <a:lnTo>
                    <a:pt x="335" y="224"/>
                  </a:lnTo>
                  <a:lnTo>
                    <a:pt x="333" y="224"/>
                  </a:lnTo>
                  <a:lnTo>
                    <a:pt x="333" y="222"/>
                  </a:lnTo>
                  <a:lnTo>
                    <a:pt x="333" y="222"/>
                  </a:lnTo>
                  <a:lnTo>
                    <a:pt x="333" y="222"/>
                  </a:lnTo>
                  <a:lnTo>
                    <a:pt x="333" y="222"/>
                  </a:lnTo>
                  <a:lnTo>
                    <a:pt x="331" y="221"/>
                  </a:lnTo>
                  <a:lnTo>
                    <a:pt x="331" y="221"/>
                  </a:lnTo>
                  <a:lnTo>
                    <a:pt x="331" y="219"/>
                  </a:lnTo>
                  <a:lnTo>
                    <a:pt x="331" y="219"/>
                  </a:lnTo>
                  <a:lnTo>
                    <a:pt x="331" y="217"/>
                  </a:lnTo>
                  <a:lnTo>
                    <a:pt x="331" y="217"/>
                  </a:lnTo>
                  <a:lnTo>
                    <a:pt x="331" y="215"/>
                  </a:lnTo>
                  <a:lnTo>
                    <a:pt x="329" y="213"/>
                  </a:lnTo>
                  <a:lnTo>
                    <a:pt x="327" y="211"/>
                  </a:lnTo>
                  <a:lnTo>
                    <a:pt x="327" y="209"/>
                  </a:lnTo>
                  <a:lnTo>
                    <a:pt x="326" y="209"/>
                  </a:lnTo>
                  <a:lnTo>
                    <a:pt x="326" y="209"/>
                  </a:lnTo>
                  <a:lnTo>
                    <a:pt x="324" y="209"/>
                  </a:lnTo>
                  <a:lnTo>
                    <a:pt x="324" y="209"/>
                  </a:lnTo>
                  <a:lnTo>
                    <a:pt x="324" y="207"/>
                  </a:lnTo>
                  <a:lnTo>
                    <a:pt x="322" y="207"/>
                  </a:lnTo>
                  <a:lnTo>
                    <a:pt x="322" y="209"/>
                  </a:lnTo>
                  <a:lnTo>
                    <a:pt x="322" y="209"/>
                  </a:lnTo>
                  <a:lnTo>
                    <a:pt x="322" y="207"/>
                  </a:lnTo>
                  <a:lnTo>
                    <a:pt x="320" y="205"/>
                  </a:lnTo>
                  <a:lnTo>
                    <a:pt x="320" y="205"/>
                  </a:lnTo>
                  <a:lnTo>
                    <a:pt x="318" y="207"/>
                  </a:lnTo>
                  <a:lnTo>
                    <a:pt x="318" y="207"/>
                  </a:lnTo>
                  <a:lnTo>
                    <a:pt x="316" y="209"/>
                  </a:lnTo>
                  <a:lnTo>
                    <a:pt x="316" y="209"/>
                  </a:lnTo>
                  <a:lnTo>
                    <a:pt x="316" y="211"/>
                  </a:lnTo>
                  <a:lnTo>
                    <a:pt x="316" y="211"/>
                  </a:lnTo>
                  <a:lnTo>
                    <a:pt x="314" y="211"/>
                  </a:lnTo>
                  <a:lnTo>
                    <a:pt x="314" y="211"/>
                  </a:lnTo>
                  <a:lnTo>
                    <a:pt x="314" y="211"/>
                  </a:lnTo>
                  <a:lnTo>
                    <a:pt x="314" y="211"/>
                  </a:lnTo>
                  <a:lnTo>
                    <a:pt x="312" y="211"/>
                  </a:lnTo>
                  <a:lnTo>
                    <a:pt x="312" y="211"/>
                  </a:lnTo>
                  <a:lnTo>
                    <a:pt x="310" y="211"/>
                  </a:lnTo>
                  <a:lnTo>
                    <a:pt x="310" y="213"/>
                  </a:lnTo>
                  <a:lnTo>
                    <a:pt x="310" y="213"/>
                  </a:lnTo>
                  <a:lnTo>
                    <a:pt x="307" y="213"/>
                  </a:lnTo>
                  <a:lnTo>
                    <a:pt x="307" y="217"/>
                  </a:lnTo>
                  <a:lnTo>
                    <a:pt x="305" y="217"/>
                  </a:lnTo>
                  <a:lnTo>
                    <a:pt x="305" y="219"/>
                  </a:lnTo>
                  <a:lnTo>
                    <a:pt x="305" y="219"/>
                  </a:lnTo>
                  <a:lnTo>
                    <a:pt x="303" y="221"/>
                  </a:lnTo>
                  <a:lnTo>
                    <a:pt x="303" y="222"/>
                  </a:lnTo>
                  <a:lnTo>
                    <a:pt x="303" y="222"/>
                  </a:lnTo>
                  <a:lnTo>
                    <a:pt x="303" y="222"/>
                  </a:lnTo>
                  <a:lnTo>
                    <a:pt x="305" y="224"/>
                  </a:lnTo>
                  <a:lnTo>
                    <a:pt x="307" y="224"/>
                  </a:lnTo>
                  <a:lnTo>
                    <a:pt x="307" y="224"/>
                  </a:lnTo>
                  <a:lnTo>
                    <a:pt x="307" y="226"/>
                  </a:lnTo>
                  <a:lnTo>
                    <a:pt x="307" y="226"/>
                  </a:lnTo>
                  <a:lnTo>
                    <a:pt x="307" y="226"/>
                  </a:lnTo>
                  <a:lnTo>
                    <a:pt x="308" y="228"/>
                  </a:lnTo>
                  <a:lnTo>
                    <a:pt x="308" y="228"/>
                  </a:lnTo>
                  <a:lnTo>
                    <a:pt x="308" y="232"/>
                  </a:lnTo>
                  <a:lnTo>
                    <a:pt x="308" y="232"/>
                  </a:lnTo>
                  <a:lnTo>
                    <a:pt x="307" y="234"/>
                  </a:lnTo>
                  <a:lnTo>
                    <a:pt x="307" y="236"/>
                  </a:lnTo>
                  <a:lnTo>
                    <a:pt x="307" y="236"/>
                  </a:lnTo>
                  <a:lnTo>
                    <a:pt x="305" y="238"/>
                  </a:lnTo>
                  <a:lnTo>
                    <a:pt x="305" y="238"/>
                  </a:lnTo>
                  <a:lnTo>
                    <a:pt x="303" y="238"/>
                  </a:lnTo>
                  <a:lnTo>
                    <a:pt x="303" y="240"/>
                  </a:lnTo>
                  <a:lnTo>
                    <a:pt x="303" y="240"/>
                  </a:lnTo>
                  <a:lnTo>
                    <a:pt x="301" y="243"/>
                  </a:lnTo>
                  <a:lnTo>
                    <a:pt x="299" y="245"/>
                  </a:lnTo>
                  <a:lnTo>
                    <a:pt x="297" y="245"/>
                  </a:lnTo>
                  <a:lnTo>
                    <a:pt x="295" y="245"/>
                  </a:lnTo>
                  <a:lnTo>
                    <a:pt x="295" y="245"/>
                  </a:lnTo>
                  <a:lnTo>
                    <a:pt x="293" y="245"/>
                  </a:lnTo>
                  <a:lnTo>
                    <a:pt x="293" y="243"/>
                  </a:lnTo>
                  <a:lnTo>
                    <a:pt x="291" y="242"/>
                  </a:lnTo>
                  <a:lnTo>
                    <a:pt x="291" y="240"/>
                  </a:lnTo>
                  <a:lnTo>
                    <a:pt x="289" y="240"/>
                  </a:lnTo>
                  <a:lnTo>
                    <a:pt x="289" y="240"/>
                  </a:lnTo>
                  <a:lnTo>
                    <a:pt x="287" y="240"/>
                  </a:lnTo>
                  <a:lnTo>
                    <a:pt x="286" y="240"/>
                  </a:lnTo>
                  <a:lnTo>
                    <a:pt x="284" y="236"/>
                  </a:lnTo>
                  <a:lnTo>
                    <a:pt x="282" y="236"/>
                  </a:lnTo>
                  <a:lnTo>
                    <a:pt x="282" y="236"/>
                  </a:lnTo>
                  <a:lnTo>
                    <a:pt x="280" y="238"/>
                  </a:lnTo>
                  <a:lnTo>
                    <a:pt x="278" y="240"/>
                  </a:lnTo>
                  <a:lnTo>
                    <a:pt x="278" y="240"/>
                  </a:lnTo>
                  <a:lnTo>
                    <a:pt x="274" y="240"/>
                  </a:lnTo>
                  <a:lnTo>
                    <a:pt x="272" y="240"/>
                  </a:lnTo>
                  <a:lnTo>
                    <a:pt x="270" y="242"/>
                  </a:lnTo>
                  <a:lnTo>
                    <a:pt x="270" y="243"/>
                  </a:lnTo>
                  <a:lnTo>
                    <a:pt x="268" y="243"/>
                  </a:lnTo>
                  <a:lnTo>
                    <a:pt x="268" y="242"/>
                  </a:lnTo>
                  <a:lnTo>
                    <a:pt x="266" y="243"/>
                  </a:lnTo>
                  <a:lnTo>
                    <a:pt x="265" y="243"/>
                  </a:lnTo>
                  <a:lnTo>
                    <a:pt x="263" y="245"/>
                  </a:lnTo>
                  <a:lnTo>
                    <a:pt x="263" y="245"/>
                  </a:lnTo>
                  <a:lnTo>
                    <a:pt x="261" y="245"/>
                  </a:lnTo>
                  <a:lnTo>
                    <a:pt x="261" y="245"/>
                  </a:lnTo>
                  <a:lnTo>
                    <a:pt x="257" y="245"/>
                  </a:lnTo>
                  <a:lnTo>
                    <a:pt x="257" y="245"/>
                  </a:lnTo>
                  <a:lnTo>
                    <a:pt x="253" y="247"/>
                  </a:lnTo>
                  <a:lnTo>
                    <a:pt x="251" y="247"/>
                  </a:lnTo>
                  <a:lnTo>
                    <a:pt x="251" y="249"/>
                  </a:lnTo>
                  <a:lnTo>
                    <a:pt x="251" y="249"/>
                  </a:lnTo>
                  <a:lnTo>
                    <a:pt x="249" y="251"/>
                  </a:lnTo>
                  <a:lnTo>
                    <a:pt x="247" y="251"/>
                  </a:lnTo>
                  <a:lnTo>
                    <a:pt x="242" y="251"/>
                  </a:lnTo>
                  <a:lnTo>
                    <a:pt x="242" y="251"/>
                  </a:lnTo>
                  <a:lnTo>
                    <a:pt x="240" y="251"/>
                  </a:lnTo>
                  <a:lnTo>
                    <a:pt x="238" y="251"/>
                  </a:lnTo>
                  <a:lnTo>
                    <a:pt x="236" y="251"/>
                  </a:lnTo>
                  <a:lnTo>
                    <a:pt x="236" y="253"/>
                  </a:lnTo>
                  <a:lnTo>
                    <a:pt x="234" y="253"/>
                  </a:lnTo>
                  <a:lnTo>
                    <a:pt x="232" y="257"/>
                  </a:lnTo>
                  <a:lnTo>
                    <a:pt x="232" y="257"/>
                  </a:lnTo>
                  <a:lnTo>
                    <a:pt x="230" y="259"/>
                  </a:lnTo>
                  <a:lnTo>
                    <a:pt x="232" y="261"/>
                  </a:lnTo>
                  <a:lnTo>
                    <a:pt x="232" y="261"/>
                  </a:lnTo>
                  <a:lnTo>
                    <a:pt x="232" y="262"/>
                  </a:lnTo>
                  <a:lnTo>
                    <a:pt x="232" y="262"/>
                  </a:lnTo>
                  <a:lnTo>
                    <a:pt x="230" y="264"/>
                  </a:lnTo>
                  <a:lnTo>
                    <a:pt x="230" y="266"/>
                  </a:lnTo>
                  <a:lnTo>
                    <a:pt x="230" y="268"/>
                  </a:lnTo>
                  <a:lnTo>
                    <a:pt x="230" y="270"/>
                  </a:lnTo>
                  <a:lnTo>
                    <a:pt x="230" y="272"/>
                  </a:lnTo>
                  <a:lnTo>
                    <a:pt x="230" y="272"/>
                  </a:lnTo>
                  <a:lnTo>
                    <a:pt x="232" y="274"/>
                  </a:lnTo>
                  <a:lnTo>
                    <a:pt x="232" y="278"/>
                  </a:lnTo>
                  <a:lnTo>
                    <a:pt x="232" y="281"/>
                  </a:lnTo>
                  <a:lnTo>
                    <a:pt x="230" y="283"/>
                  </a:lnTo>
                  <a:lnTo>
                    <a:pt x="230" y="283"/>
                  </a:lnTo>
                  <a:lnTo>
                    <a:pt x="228" y="285"/>
                  </a:lnTo>
                  <a:lnTo>
                    <a:pt x="226" y="285"/>
                  </a:lnTo>
                  <a:lnTo>
                    <a:pt x="226" y="285"/>
                  </a:lnTo>
                  <a:lnTo>
                    <a:pt x="225" y="285"/>
                  </a:lnTo>
                  <a:lnTo>
                    <a:pt x="225" y="283"/>
                  </a:lnTo>
                  <a:lnTo>
                    <a:pt x="223" y="283"/>
                  </a:lnTo>
                  <a:lnTo>
                    <a:pt x="223" y="283"/>
                  </a:lnTo>
                  <a:lnTo>
                    <a:pt x="217" y="283"/>
                  </a:lnTo>
                  <a:lnTo>
                    <a:pt x="215" y="283"/>
                  </a:lnTo>
                  <a:lnTo>
                    <a:pt x="215" y="283"/>
                  </a:lnTo>
                  <a:lnTo>
                    <a:pt x="213" y="283"/>
                  </a:lnTo>
                  <a:lnTo>
                    <a:pt x="213" y="283"/>
                  </a:lnTo>
                  <a:lnTo>
                    <a:pt x="211" y="283"/>
                  </a:lnTo>
                  <a:lnTo>
                    <a:pt x="209" y="283"/>
                  </a:lnTo>
                  <a:lnTo>
                    <a:pt x="209" y="285"/>
                  </a:lnTo>
                  <a:lnTo>
                    <a:pt x="207" y="285"/>
                  </a:lnTo>
                  <a:lnTo>
                    <a:pt x="206" y="285"/>
                  </a:lnTo>
                  <a:lnTo>
                    <a:pt x="204" y="287"/>
                  </a:lnTo>
                  <a:lnTo>
                    <a:pt x="202" y="287"/>
                  </a:lnTo>
                  <a:lnTo>
                    <a:pt x="202" y="289"/>
                  </a:lnTo>
                  <a:lnTo>
                    <a:pt x="202" y="291"/>
                  </a:lnTo>
                  <a:lnTo>
                    <a:pt x="204" y="293"/>
                  </a:lnTo>
                  <a:lnTo>
                    <a:pt x="204" y="295"/>
                  </a:lnTo>
                  <a:lnTo>
                    <a:pt x="204" y="295"/>
                  </a:lnTo>
                  <a:lnTo>
                    <a:pt x="202" y="297"/>
                  </a:lnTo>
                  <a:lnTo>
                    <a:pt x="202" y="297"/>
                  </a:lnTo>
                  <a:lnTo>
                    <a:pt x="202" y="297"/>
                  </a:lnTo>
                  <a:lnTo>
                    <a:pt x="200" y="297"/>
                  </a:lnTo>
                  <a:lnTo>
                    <a:pt x="198" y="295"/>
                  </a:lnTo>
                  <a:lnTo>
                    <a:pt x="198" y="295"/>
                  </a:lnTo>
                  <a:lnTo>
                    <a:pt x="198" y="293"/>
                  </a:lnTo>
                  <a:lnTo>
                    <a:pt x="198" y="293"/>
                  </a:lnTo>
                  <a:lnTo>
                    <a:pt x="198" y="291"/>
                  </a:lnTo>
                  <a:lnTo>
                    <a:pt x="198" y="291"/>
                  </a:lnTo>
                  <a:lnTo>
                    <a:pt x="196" y="291"/>
                  </a:lnTo>
                  <a:lnTo>
                    <a:pt x="196" y="291"/>
                  </a:lnTo>
                  <a:lnTo>
                    <a:pt x="194" y="291"/>
                  </a:lnTo>
                  <a:lnTo>
                    <a:pt x="194" y="293"/>
                  </a:lnTo>
                  <a:lnTo>
                    <a:pt x="194" y="293"/>
                  </a:lnTo>
                  <a:lnTo>
                    <a:pt x="196" y="295"/>
                  </a:lnTo>
                  <a:lnTo>
                    <a:pt x="196" y="295"/>
                  </a:lnTo>
                  <a:lnTo>
                    <a:pt x="196" y="297"/>
                  </a:lnTo>
                  <a:lnTo>
                    <a:pt x="196" y="297"/>
                  </a:lnTo>
                  <a:lnTo>
                    <a:pt x="196" y="299"/>
                  </a:lnTo>
                  <a:lnTo>
                    <a:pt x="194" y="300"/>
                  </a:lnTo>
                  <a:lnTo>
                    <a:pt x="194" y="300"/>
                  </a:lnTo>
                  <a:lnTo>
                    <a:pt x="192" y="302"/>
                  </a:lnTo>
                  <a:lnTo>
                    <a:pt x="190" y="302"/>
                  </a:lnTo>
                  <a:lnTo>
                    <a:pt x="190" y="304"/>
                  </a:lnTo>
                  <a:lnTo>
                    <a:pt x="188" y="304"/>
                  </a:lnTo>
                  <a:lnTo>
                    <a:pt x="186" y="304"/>
                  </a:lnTo>
                  <a:lnTo>
                    <a:pt x="185" y="304"/>
                  </a:lnTo>
                  <a:lnTo>
                    <a:pt x="185" y="304"/>
                  </a:lnTo>
                  <a:lnTo>
                    <a:pt x="181" y="302"/>
                  </a:lnTo>
                  <a:lnTo>
                    <a:pt x="181" y="302"/>
                  </a:lnTo>
                  <a:lnTo>
                    <a:pt x="181" y="300"/>
                  </a:lnTo>
                  <a:lnTo>
                    <a:pt x="179" y="299"/>
                  </a:lnTo>
                  <a:lnTo>
                    <a:pt x="179" y="299"/>
                  </a:lnTo>
                  <a:lnTo>
                    <a:pt x="177" y="297"/>
                  </a:lnTo>
                  <a:lnTo>
                    <a:pt x="175" y="297"/>
                  </a:lnTo>
                  <a:lnTo>
                    <a:pt x="173" y="297"/>
                  </a:lnTo>
                  <a:lnTo>
                    <a:pt x="173" y="299"/>
                  </a:lnTo>
                  <a:lnTo>
                    <a:pt x="171" y="299"/>
                  </a:lnTo>
                  <a:lnTo>
                    <a:pt x="171" y="300"/>
                  </a:lnTo>
                  <a:lnTo>
                    <a:pt x="169" y="300"/>
                  </a:lnTo>
                  <a:lnTo>
                    <a:pt x="169" y="300"/>
                  </a:lnTo>
                  <a:lnTo>
                    <a:pt x="167" y="300"/>
                  </a:lnTo>
                  <a:lnTo>
                    <a:pt x="165" y="300"/>
                  </a:lnTo>
                  <a:lnTo>
                    <a:pt x="164" y="299"/>
                  </a:lnTo>
                  <a:lnTo>
                    <a:pt x="160" y="299"/>
                  </a:lnTo>
                  <a:lnTo>
                    <a:pt x="158" y="299"/>
                  </a:lnTo>
                  <a:lnTo>
                    <a:pt x="156" y="299"/>
                  </a:lnTo>
                  <a:lnTo>
                    <a:pt x="154" y="299"/>
                  </a:lnTo>
                  <a:lnTo>
                    <a:pt x="152" y="300"/>
                  </a:lnTo>
                  <a:lnTo>
                    <a:pt x="150" y="300"/>
                  </a:lnTo>
                  <a:lnTo>
                    <a:pt x="150" y="300"/>
                  </a:lnTo>
                  <a:lnTo>
                    <a:pt x="148" y="302"/>
                  </a:lnTo>
                  <a:lnTo>
                    <a:pt x="148" y="302"/>
                  </a:lnTo>
                  <a:lnTo>
                    <a:pt x="146" y="304"/>
                  </a:lnTo>
                  <a:lnTo>
                    <a:pt x="145" y="304"/>
                  </a:lnTo>
                  <a:lnTo>
                    <a:pt x="145" y="302"/>
                  </a:lnTo>
                  <a:lnTo>
                    <a:pt x="143" y="302"/>
                  </a:lnTo>
                  <a:lnTo>
                    <a:pt x="143" y="302"/>
                  </a:lnTo>
                  <a:lnTo>
                    <a:pt x="141" y="304"/>
                  </a:lnTo>
                  <a:lnTo>
                    <a:pt x="143" y="306"/>
                  </a:lnTo>
                  <a:lnTo>
                    <a:pt x="143" y="306"/>
                  </a:lnTo>
                  <a:lnTo>
                    <a:pt x="141" y="308"/>
                  </a:lnTo>
                  <a:lnTo>
                    <a:pt x="141" y="308"/>
                  </a:lnTo>
                  <a:lnTo>
                    <a:pt x="141" y="310"/>
                  </a:lnTo>
                  <a:lnTo>
                    <a:pt x="141" y="310"/>
                  </a:lnTo>
                  <a:lnTo>
                    <a:pt x="141" y="312"/>
                  </a:lnTo>
                  <a:lnTo>
                    <a:pt x="141" y="312"/>
                  </a:lnTo>
                  <a:lnTo>
                    <a:pt x="141" y="314"/>
                  </a:lnTo>
                  <a:lnTo>
                    <a:pt x="139" y="314"/>
                  </a:lnTo>
                  <a:lnTo>
                    <a:pt x="137" y="314"/>
                  </a:lnTo>
                  <a:lnTo>
                    <a:pt x="137" y="314"/>
                  </a:lnTo>
                  <a:lnTo>
                    <a:pt x="135" y="316"/>
                  </a:lnTo>
                  <a:lnTo>
                    <a:pt x="135" y="316"/>
                  </a:lnTo>
                  <a:lnTo>
                    <a:pt x="135" y="318"/>
                  </a:lnTo>
                  <a:lnTo>
                    <a:pt x="135" y="318"/>
                  </a:lnTo>
                  <a:lnTo>
                    <a:pt x="135" y="318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3" y="321"/>
                  </a:lnTo>
                  <a:lnTo>
                    <a:pt x="131" y="321"/>
                  </a:lnTo>
                  <a:lnTo>
                    <a:pt x="131" y="321"/>
                  </a:lnTo>
                  <a:lnTo>
                    <a:pt x="131" y="321"/>
                  </a:lnTo>
                  <a:lnTo>
                    <a:pt x="129" y="321"/>
                  </a:lnTo>
                  <a:lnTo>
                    <a:pt x="129" y="321"/>
                  </a:lnTo>
                  <a:lnTo>
                    <a:pt x="129" y="323"/>
                  </a:lnTo>
                  <a:lnTo>
                    <a:pt x="127" y="323"/>
                  </a:lnTo>
                  <a:lnTo>
                    <a:pt x="127" y="323"/>
                  </a:lnTo>
                  <a:lnTo>
                    <a:pt x="124" y="321"/>
                  </a:lnTo>
                  <a:lnTo>
                    <a:pt x="124" y="321"/>
                  </a:lnTo>
                  <a:lnTo>
                    <a:pt x="124" y="319"/>
                  </a:lnTo>
                  <a:lnTo>
                    <a:pt x="122" y="318"/>
                  </a:lnTo>
                  <a:lnTo>
                    <a:pt x="122" y="316"/>
                  </a:lnTo>
                  <a:lnTo>
                    <a:pt x="122" y="316"/>
                  </a:lnTo>
                  <a:lnTo>
                    <a:pt x="122" y="316"/>
                  </a:lnTo>
                  <a:lnTo>
                    <a:pt x="120" y="316"/>
                  </a:lnTo>
                  <a:lnTo>
                    <a:pt x="120" y="316"/>
                  </a:lnTo>
                  <a:lnTo>
                    <a:pt x="120" y="318"/>
                  </a:lnTo>
                  <a:lnTo>
                    <a:pt x="118" y="318"/>
                  </a:lnTo>
                  <a:lnTo>
                    <a:pt x="118" y="319"/>
                  </a:lnTo>
                  <a:lnTo>
                    <a:pt x="118" y="319"/>
                  </a:lnTo>
                  <a:lnTo>
                    <a:pt x="116" y="318"/>
                  </a:lnTo>
                  <a:lnTo>
                    <a:pt x="114" y="318"/>
                  </a:lnTo>
                  <a:lnTo>
                    <a:pt x="112" y="318"/>
                  </a:lnTo>
                  <a:lnTo>
                    <a:pt x="112" y="318"/>
                  </a:lnTo>
                  <a:lnTo>
                    <a:pt x="110" y="318"/>
                  </a:lnTo>
                  <a:lnTo>
                    <a:pt x="108" y="316"/>
                  </a:lnTo>
                  <a:lnTo>
                    <a:pt x="106" y="316"/>
                  </a:lnTo>
                  <a:lnTo>
                    <a:pt x="106" y="316"/>
                  </a:lnTo>
                  <a:lnTo>
                    <a:pt x="105" y="318"/>
                  </a:lnTo>
                  <a:lnTo>
                    <a:pt x="105" y="318"/>
                  </a:lnTo>
                  <a:lnTo>
                    <a:pt x="103" y="318"/>
                  </a:lnTo>
                  <a:lnTo>
                    <a:pt x="103" y="318"/>
                  </a:lnTo>
                  <a:lnTo>
                    <a:pt x="103" y="318"/>
                  </a:lnTo>
                  <a:lnTo>
                    <a:pt x="101" y="319"/>
                  </a:lnTo>
                  <a:lnTo>
                    <a:pt x="101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7" y="319"/>
                  </a:lnTo>
                  <a:lnTo>
                    <a:pt x="97" y="318"/>
                  </a:lnTo>
                  <a:lnTo>
                    <a:pt x="97" y="318"/>
                  </a:lnTo>
                  <a:lnTo>
                    <a:pt x="95" y="318"/>
                  </a:lnTo>
                  <a:lnTo>
                    <a:pt x="95" y="318"/>
                  </a:lnTo>
                  <a:lnTo>
                    <a:pt x="93" y="318"/>
                  </a:lnTo>
                  <a:lnTo>
                    <a:pt x="93" y="318"/>
                  </a:lnTo>
                  <a:lnTo>
                    <a:pt x="91" y="318"/>
                  </a:lnTo>
                  <a:lnTo>
                    <a:pt x="91" y="318"/>
                  </a:lnTo>
                  <a:lnTo>
                    <a:pt x="91" y="318"/>
                  </a:lnTo>
                  <a:lnTo>
                    <a:pt x="89" y="318"/>
                  </a:lnTo>
                  <a:lnTo>
                    <a:pt x="89" y="318"/>
                  </a:lnTo>
                  <a:lnTo>
                    <a:pt x="87" y="318"/>
                  </a:lnTo>
                  <a:lnTo>
                    <a:pt x="85" y="318"/>
                  </a:lnTo>
                  <a:lnTo>
                    <a:pt x="85" y="318"/>
                  </a:lnTo>
                  <a:lnTo>
                    <a:pt x="84" y="316"/>
                  </a:lnTo>
                  <a:lnTo>
                    <a:pt x="84" y="316"/>
                  </a:lnTo>
                  <a:lnTo>
                    <a:pt x="84" y="316"/>
                  </a:lnTo>
                  <a:lnTo>
                    <a:pt x="82" y="316"/>
                  </a:lnTo>
                  <a:lnTo>
                    <a:pt x="82" y="314"/>
                  </a:lnTo>
                  <a:lnTo>
                    <a:pt x="82" y="316"/>
                  </a:lnTo>
                  <a:lnTo>
                    <a:pt x="80" y="316"/>
                  </a:lnTo>
                  <a:lnTo>
                    <a:pt x="80" y="316"/>
                  </a:lnTo>
                  <a:lnTo>
                    <a:pt x="78" y="316"/>
                  </a:lnTo>
                  <a:lnTo>
                    <a:pt x="76" y="314"/>
                  </a:lnTo>
                  <a:lnTo>
                    <a:pt x="70" y="314"/>
                  </a:lnTo>
                  <a:lnTo>
                    <a:pt x="66" y="310"/>
                  </a:lnTo>
                  <a:lnTo>
                    <a:pt x="66" y="310"/>
                  </a:lnTo>
                  <a:lnTo>
                    <a:pt x="66" y="310"/>
                  </a:lnTo>
                  <a:lnTo>
                    <a:pt x="55" y="310"/>
                  </a:lnTo>
                  <a:lnTo>
                    <a:pt x="51" y="310"/>
                  </a:lnTo>
                  <a:lnTo>
                    <a:pt x="49" y="310"/>
                  </a:lnTo>
                  <a:lnTo>
                    <a:pt x="47" y="308"/>
                  </a:lnTo>
                  <a:lnTo>
                    <a:pt x="47" y="308"/>
                  </a:lnTo>
                  <a:lnTo>
                    <a:pt x="42" y="310"/>
                  </a:lnTo>
                  <a:lnTo>
                    <a:pt x="40" y="310"/>
                  </a:lnTo>
                  <a:lnTo>
                    <a:pt x="32" y="314"/>
                  </a:lnTo>
                  <a:lnTo>
                    <a:pt x="28" y="318"/>
                  </a:lnTo>
                  <a:lnTo>
                    <a:pt x="28" y="319"/>
                  </a:lnTo>
                  <a:lnTo>
                    <a:pt x="28" y="321"/>
                  </a:lnTo>
                  <a:lnTo>
                    <a:pt x="28" y="323"/>
                  </a:lnTo>
                  <a:lnTo>
                    <a:pt x="28" y="327"/>
                  </a:lnTo>
                  <a:lnTo>
                    <a:pt x="28" y="329"/>
                  </a:lnTo>
                  <a:lnTo>
                    <a:pt x="28" y="331"/>
                  </a:lnTo>
                  <a:lnTo>
                    <a:pt x="30" y="331"/>
                  </a:lnTo>
                  <a:lnTo>
                    <a:pt x="30" y="331"/>
                  </a:lnTo>
                  <a:lnTo>
                    <a:pt x="30" y="331"/>
                  </a:lnTo>
                  <a:lnTo>
                    <a:pt x="30" y="331"/>
                  </a:lnTo>
                  <a:lnTo>
                    <a:pt x="32" y="333"/>
                  </a:lnTo>
                  <a:lnTo>
                    <a:pt x="32" y="337"/>
                  </a:lnTo>
                  <a:lnTo>
                    <a:pt x="34" y="338"/>
                  </a:lnTo>
                  <a:lnTo>
                    <a:pt x="34" y="338"/>
                  </a:lnTo>
                  <a:lnTo>
                    <a:pt x="32" y="338"/>
                  </a:lnTo>
                  <a:lnTo>
                    <a:pt x="32" y="338"/>
                  </a:lnTo>
                  <a:lnTo>
                    <a:pt x="30" y="338"/>
                  </a:lnTo>
                  <a:lnTo>
                    <a:pt x="30" y="338"/>
                  </a:lnTo>
                  <a:lnTo>
                    <a:pt x="30" y="338"/>
                  </a:lnTo>
                  <a:lnTo>
                    <a:pt x="28" y="338"/>
                  </a:lnTo>
                  <a:lnTo>
                    <a:pt x="28" y="338"/>
                  </a:lnTo>
                  <a:lnTo>
                    <a:pt x="26" y="340"/>
                  </a:lnTo>
                  <a:lnTo>
                    <a:pt x="26" y="342"/>
                  </a:lnTo>
                  <a:lnTo>
                    <a:pt x="26" y="342"/>
                  </a:lnTo>
                  <a:lnTo>
                    <a:pt x="26" y="342"/>
                  </a:lnTo>
                  <a:lnTo>
                    <a:pt x="26" y="342"/>
                  </a:lnTo>
                  <a:lnTo>
                    <a:pt x="26" y="348"/>
                  </a:lnTo>
                  <a:lnTo>
                    <a:pt x="26" y="352"/>
                  </a:lnTo>
                  <a:lnTo>
                    <a:pt x="26" y="354"/>
                  </a:lnTo>
                  <a:lnTo>
                    <a:pt x="26" y="354"/>
                  </a:lnTo>
                  <a:lnTo>
                    <a:pt x="26" y="354"/>
                  </a:lnTo>
                  <a:lnTo>
                    <a:pt x="26" y="354"/>
                  </a:lnTo>
                  <a:lnTo>
                    <a:pt x="24" y="352"/>
                  </a:lnTo>
                  <a:lnTo>
                    <a:pt x="23" y="352"/>
                  </a:lnTo>
                  <a:lnTo>
                    <a:pt x="23" y="352"/>
                  </a:lnTo>
                  <a:lnTo>
                    <a:pt x="23" y="354"/>
                  </a:lnTo>
                  <a:lnTo>
                    <a:pt x="23" y="354"/>
                  </a:lnTo>
                  <a:lnTo>
                    <a:pt x="23" y="354"/>
                  </a:lnTo>
                  <a:lnTo>
                    <a:pt x="24" y="356"/>
                  </a:lnTo>
                  <a:lnTo>
                    <a:pt x="24" y="358"/>
                  </a:lnTo>
                  <a:lnTo>
                    <a:pt x="24" y="359"/>
                  </a:lnTo>
                  <a:lnTo>
                    <a:pt x="26" y="359"/>
                  </a:lnTo>
                  <a:lnTo>
                    <a:pt x="26" y="359"/>
                  </a:lnTo>
                  <a:lnTo>
                    <a:pt x="26" y="361"/>
                  </a:lnTo>
                  <a:lnTo>
                    <a:pt x="26" y="361"/>
                  </a:lnTo>
                  <a:lnTo>
                    <a:pt x="28" y="367"/>
                  </a:lnTo>
                  <a:lnTo>
                    <a:pt x="28" y="369"/>
                  </a:lnTo>
                  <a:lnTo>
                    <a:pt x="28" y="369"/>
                  </a:lnTo>
                  <a:lnTo>
                    <a:pt x="30" y="369"/>
                  </a:lnTo>
                  <a:lnTo>
                    <a:pt x="32" y="371"/>
                  </a:lnTo>
                  <a:lnTo>
                    <a:pt x="34" y="371"/>
                  </a:lnTo>
                  <a:lnTo>
                    <a:pt x="34" y="371"/>
                  </a:lnTo>
                  <a:lnTo>
                    <a:pt x="36" y="373"/>
                  </a:lnTo>
                  <a:lnTo>
                    <a:pt x="36" y="378"/>
                  </a:lnTo>
                  <a:lnTo>
                    <a:pt x="38" y="384"/>
                  </a:lnTo>
                  <a:lnTo>
                    <a:pt x="38" y="384"/>
                  </a:lnTo>
                  <a:lnTo>
                    <a:pt x="38" y="388"/>
                  </a:lnTo>
                  <a:lnTo>
                    <a:pt x="38" y="388"/>
                  </a:lnTo>
                  <a:lnTo>
                    <a:pt x="38" y="390"/>
                  </a:lnTo>
                  <a:lnTo>
                    <a:pt x="38" y="390"/>
                  </a:lnTo>
                  <a:lnTo>
                    <a:pt x="38" y="392"/>
                  </a:lnTo>
                  <a:lnTo>
                    <a:pt x="36" y="392"/>
                  </a:lnTo>
                  <a:lnTo>
                    <a:pt x="36" y="392"/>
                  </a:lnTo>
                  <a:lnTo>
                    <a:pt x="36" y="394"/>
                  </a:lnTo>
                  <a:lnTo>
                    <a:pt x="34" y="396"/>
                  </a:lnTo>
                  <a:lnTo>
                    <a:pt x="34" y="397"/>
                  </a:lnTo>
                  <a:lnTo>
                    <a:pt x="34" y="397"/>
                  </a:lnTo>
                  <a:lnTo>
                    <a:pt x="30" y="401"/>
                  </a:lnTo>
                  <a:lnTo>
                    <a:pt x="30" y="401"/>
                  </a:lnTo>
                  <a:lnTo>
                    <a:pt x="30" y="401"/>
                  </a:lnTo>
                  <a:lnTo>
                    <a:pt x="28" y="401"/>
                  </a:lnTo>
                  <a:lnTo>
                    <a:pt x="28" y="401"/>
                  </a:lnTo>
                  <a:lnTo>
                    <a:pt x="28" y="401"/>
                  </a:lnTo>
                  <a:lnTo>
                    <a:pt x="28" y="399"/>
                  </a:lnTo>
                  <a:lnTo>
                    <a:pt x="26" y="399"/>
                  </a:lnTo>
                  <a:lnTo>
                    <a:pt x="26" y="399"/>
                  </a:lnTo>
                  <a:lnTo>
                    <a:pt x="26" y="399"/>
                  </a:lnTo>
                  <a:lnTo>
                    <a:pt x="24" y="399"/>
                  </a:lnTo>
                  <a:lnTo>
                    <a:pt x="24" y="399"/>
                  </a:lnTo>
                  <a:lnTo>
                    <a:pt x="23" y="399"/>
                  </a:lnTo>
                  <a:lnTo>
                    <a:pt x="23" y="399"/>
                  </a:lnTo>
                  <a:lnTo>
                    <a:pt x="21" y="399"/>
                  </a:lnTo>
                  <a:lnTo>
                    <a:pt x="21" y="399"/>
                  </a:lnTo>
                  <a:lnTo>
                    <a:pt x="19" y="399"/>
                  </a:lnTo>
                  <a:lnTo>
                    <a:pt x="17" y="397"/>
                  </a:lnTo>
                  <a:lnTo>
                    <a:pt x="15" y="397"/>
                  </a:lnTo>
                  <a:lnTo>
                    <a:pt x="13" y="397"/>
                  </a:lnTo>
                  <a:lnTo>
                    <a:pt x="5" y="394"/>
                  </a:lnTo>
                  <a:lnTo>
                    <a:pt x="4" y="394"/>
                  </a:lnTo>
                  <a:lnTo>
                    <a:pt x="2" y="396"/>
                  </a:lnTo>
                  <a:lnTo>
                    <a:pt x="2" y="397"/>
                  </a:lnTo>
                  <a:lnTo>
                    <a:pt x="2" y="399"/>
                  </a:lnTo>
                  <a:lnTo>
                    <a:pt x="2" y="399"/>
                  </a:lnTo>
                  <a:lnTo>
                    <a:pt x="2" y="401"/>
                  </a:lnTo>
                  <a:lnTo>
                    <a:pt x="2" y="401"/>
                  </a:lnTo>
                  <a:lnTo>
                    <a:pt x="0" y="401"/>
                  </a:lnTo>
                  <a:lnTo>
                    <a:pt x="0" y="403"/>
                  </a:lnTo>
                  <a:lnTo>
                    <a:pt x="0" y="403"/>
                  </a:lnTo>
                  <a:lnTo>
                    <a:pt x="0" y="403"/>
                  </a:lnTo>
                  <a:lnTo>
                    <a:pt x="2" y="403"/>
                  </a:lnTo>
                  <a:lnTo>
                    <a:pt x="4" y="405"/>
                  </a:lnTo>
                  <a:lnTo>
                    <a:pt x="4" y="405"/>
                  </a:lnTo>
                  <a:lnTo>
                    <a:pt x="5" y="405"/>
                  </a:lnTo>
                  <a:lnTo>
                    <a:pt x="7" y="405"/>
                  </a:lnTo>
                  <a:lnTo>
                    <a:pt x="7" y="407"/>
                  </a:lnTo>
                  <a:lnTo>
                    <a:pt x="7" y="407"/>
                  </a:lnTo>
                  <a:lnTo>
                    <a:pt x="9" y="407"/>
                  </a:lnTo>
                  <a:lnTo>
                    <a:pt x="9" y="407"/>
                  </a:lnTo>
                  <a:lnTo>
                    <a:pt x="9" y="409"/>
                  </a:lnTo>
                  <a:lnTo>
                    <a:pt x="9" y="409"/>
                  </a:lnTo>
                  <a:lnTo>
                    <a:pt x="9" y="411"/>
                  </a:lnTo>
                  <a:lnTo>
                    <a:pt x="9" y="413"/>
                  </a:lnTo>
                  <a:lnTo>
                    <a:pt x="9" y="415"/>
                  </a:lnTo>
                  <a:lnTo>
                    <a:pt x="7" y="422"/>
                  </a:lnTo>
                  <a:lnTo>
                    <a:pt x="7" y="422"/>
                  </a:lnTo>
                  <a:lnTo>
                    <a:pt x="7" y="422"/>
                  </a:lnTo>
                  <a:lnTo>
                    <a:pt x="7" y="422"/>
                  </a:lnTo>
                  <a:lnTo>
                    <a:pt x="5" y="424"/>
                  </a:lnTo>
                  <a:lnTo>
                    <a:pt x="4" y="424"/>
                  </a:lnTo>
                  <a:lnTo>
                    <a:pt x="4" y="424"/>
                  </a:lnTo>
                  <a:lnTo>
                    <a:pt x="4" y="428"/>
                  </a:lnTo>
                  <a:lnTo>
                    <a:pt x="4" y="428"/>
                  </a:lnTo>
                  <a:lnTo>
                    <a:pt x="4" y="430"/>
                  </a:lnTo>
                  <a:lnTo>
                    <a:pt x="4" y="432"/>
                  </a:lnTo>
                  <a:lnTo>
                    <a:pt x="2" y="434"/>
                  </a:lnTo>
                  <a:lnTo>
                    <a:pt x="2" y="435"/>
                  </a:lnTo>
                  <a:lnTo>
                    <a:pt x="2" y="437"/>
                  </a:lnTo>
                  <a:lnTo>
                    <a:pt x="2" y="439"/>
                  </a:lnTo>
                  <a:lnTo>
                    <a:pt x="4" y="443"/>
                  </a:lnTo>
                  <a:lnTo>
                    <a:pt x="4" y="443"/>
                  </a:lnTo>
                  <a:lnTo>
                    <a:pt x="4" y="445"/>
                  </a:lnTo>
                  <a:lnTo>
                    <a:pt x="5" y="445"/>
                  </a:lnTo>
                  <a:lnTo>
                    <a:pt x="5" y="445"/>
                  </a:lnTo>
                  <a:lnTo>
                    <a:pt x="7" y="445"/>
                  </a:lnTo>
                  <a:lnTo>
                    <a:pt x="7" y="447"/>
                  </a:lnTo>
                  <a:lnTo>
                    <a:pt x="7" y="447"/>
                  </a:lnTo>
                  <a:lnTo>
                    <a:pt x="9" y="449"/>
                  </a:lnTo>
                  <a:lnTo>
                    <a:pt x="9" y="451"/>
                  </a:lnTo>
                  <a:lnTo>
                    <a:pt x="9" y="451"/>
                  </a:lnTo>
                  <a:lnTo>
                    <a:pt x="9" y="451"/>
                  </a:lnTo>
                  <a:lnTo>
                    <a:pt x="11" y="451"/>
                  </a:lnTo>
                  <a:lnTo>
                    <a:pt x="11" y="451"/>
                  </a:lnTo>
                  <a:lnTo>
                    <a:pt x="13" y="451"/>
                  </a:lnTo>
                  <a:lnTo>
                    <a:pt x="13" y="451"/>
                  </a:lnTo>
                  <a:lnTo>
                    <a:pt x="13" y="451"/>
                  </a:lnTo>
                  <a:lnTo>
                    <a:pt x="15" y="451"/>
                  </a:lnTo>
                  <a:lnTo>
                    <a:pt x="17" y="451"/>
                  </a:lnTo>
                  <a:lnTo>
                    <a:pt x="19" y="451"/>
                  </a:lnTo>
                  <a:lnTo>
                    <a:pt x="19" y="451"/>
                  </a:lnTo>
                  <a:lnTo>
                    <a:pt x="19" y="453"/>
                  </a:lnTo>
                  <a:lnTo>
                    <a:pt x="19" y="453"/>
                  </a:lnTo>
                  <a:lnTo>
                    <a:pt x="19" y="455"/>
                  </a:lnTo>
                  <a:lnTo>
                    <a:pt x="19" y="455"/>
                  </a:lnTo>
                  <a:lnTo>
                    <a:pt x="19" y="456"/>
                  </a:lnTo>
                  <a:lnTo>
                    <a:pt x="19" y="456"/>
                  </a:lnTo>
                  <a:lnTo>
                    <a:pt x="17" y="458"/>
                  </a:lnTo>
                  <a:lnTo>
                    <a:pt x="17" y="458"/>
                  </a:lnTo>
                  <a:lnTo>
                    <a:pt x="17" y="458"/>
                  </a:lnTo>
                  <a:lnTo>
                    <a:pt x="17" y="458"/>
                  </a:lnTo>
                  <a:lnTo>
                    <a:pt x="15" y="458"/>
                  </a:lnTo>
                  <a:lnTo>
                    <a:pt x="15" y="458"/>
                  </a:lnTo>
                  <a:lnTo>
                    <a:pt x="15" y="458"/>
                  </a:lnTo>
                  <a:lnTo>
                    <a:pt x="15" y="458"/>
                  </a:lnTo>
                  <a:lnTo>
                    <a:pt x="13" y="458"/>
                  </a:lnTo>
                  <a:lnTo>
                    <a:pt x="13" y="458"/>
                  </a:lnTo>
                  <a:lnTo>
                    <a:pt x="13" y="460"/>
                  </a:lnTo>
                  <a:lnTo>
                    <a:pt x="13" y="460"/>
                  </a:lnTo>
                  <a:lnTo>
                    <a:pt x="13" y="462"/>
                  </a:lnTo>
                  <a:lnTo>
                    <a:pt x="13" y="462"/>
                  </a:lnTo>
                  <a:lnTo>
                    <a:pt x="13" y="464"/>
                  </a:lnTo>
                  <a:lnTo>
                    <a:pt x="13" y="464"/>
                  </a:lnTo>
                  <a:lnTo>
                    <a:pt x="15" y="466"/>
                  </a:lnTo>
                  <a:lnTo>
                    <a:pt x="15" y="466"/>
                  </a:lnTo>
                  <a:lnTo>
                    <a:pt x="19" y="468"/>
                  </a:lnTo>
                  <a:lnTo>
                    <a:pt x="19" y="468"/>
                  </a:lnTo>
                  <a:lnTo>
                    <a:pt x="19" y="468"/>
                  </a:lnTo>
                  <a:lnTo>
                    <a:pt x="19" y="470"/>
                  </a:lnTo>
                  <a:lnTo>
                    <a:pt x="19" y="470"/>
                  </a:lnTo>
                  <a:lnTo>
                    <a:pt x="17" y="470"/>
                  </a:lnTo>
                  <a:lnTo>
                    <a:pt x="17" y="472"/>
                  </a:lnTo>
                  <a:lnTo>
                    <a:pt x="17" y="472"/>
                  </a:lnTo>
                  <a:lnTo>
                    <a:pt x="23" y="474"/>
                  </a:lnTo>
                  <a:lnTo>
                    <a:pt x="26" y="474"/>
                  </a:lnTo>
                  <a:lnTo>
                    <a:pt x="28" y="474"/>
                  </a:lnTo>
                  <a:lnTo>
                    <a:pt x="30" y="475"/>
                  </a:lnTo>
                  <a:lnTo>
                    <a:pt x="32" y="475"/>
                  </a:lnTo>
                  <a:lnTo>
                    <a:pt x="32" y="475"/>
                  </a:lnTo>
                  <a:lnTo>
                    <a:pt x="34" y="474"/>
                  </a:lnTo>
                  <a:lnTo>
                    <a:pt x="34" y="474"/>
                  </a:lnTo>
                  <a:lnTo>
                    <a:pt x="34" y="474"/>
                  </a:lnTo>
                  <a:lnTo>
                    <a:pt x="34" y="470"/>
                  </a:lnTo>
                  <a:lnTo>
                    <a:pt x="34" y="470"/>
                  </a:lnTo>
                  <a:lnTo>
                    <a:pt x="34" y="470"/>
                  </a:lnTo>
                  <a:lnTo>
                    <a:pt x="36" y="468"/>
                  </a:lnTo>
                  <a:lnTo>
                    <a:pt x="36" y="466"/>
                  </a:lnTo>
                  <a:lnTo>
                    <a:pt x="38" y="464"/>
                  </a:lnTo>
                  <a:lnTo>
                    <a:pt x="38" y="464"/>
                  </a:lnTo>
                  <a:lnTo>
                    <a:pt x="40" y="464"/>
                  </a:lnTo>
                  <a:lnTo>
                    <a:pt x="40" y="466"/>
                  </a:lnTo>
                  <a:lnTo>
                    <a:pt x="42" y="466"/>
                  </a:lnTo>
                  <a:lnTo>
                    <a:pt x="44" y="466"/>
                  </a:lnTo>
                  <a:lnTo>
                    <a:pt x="45" y="466"/>
                  </a:lnTo>
                  <a:lnTo>
                    <a:pt x="47" y="466"/>
                  </a:lnTo>
                  <a:lnTo>
                    <a:pt x="49" y="466"/>
                  </a:lnTo>
                  <a:lnTo>
                    <a:pt x="49" y="466"/>
                  </a:lnTo>
                  <a:lnTo>
                    <a:pt x="49" y="466"/>
                  </a:lnTo>
                  <a:lnTo>
                    <a:pt x="49" y="466"/>
                  </a:lnTo>
                  <a:lnTo>
                    <a:pt x="49" y="466"/>
                  </a:lnTo>
                  <a:lnTo>
                    <a:pt x="49" y="468"/>
                  </a:lnTo>
                  <a:lnTo>
                    <a:pt x="51" y="468"/>
                  </a:lnTo>
                  <a:lnTo>
                    <a:pt x="51" y="470"/>
                  </a:lnTo>
                  <a:lnTo>
                    <a:pt x="55" y="470"/>
                  </a:lnTo>
                  <a:lnTo>
                    <a:pt x="55" y="470"/>
                  </a:lnTo>
                  <a:lnTo>
                    <a:pt x="57" y="470"/>
                  </a:lnTo>
                  <a:lnTo>
                    <a:pt x="57" y="472"/>
                  </a:lnTo>
                  <a:lnTo>
                    <a:pt x="59" y="474"/>
                  </a:lnTo>
                  <a:lnTo>
                    <a:pt x="61" y="474"/>
                  </a:lnTo>
                  <a:lnTo>
                    <a:pt x="61" y="474"/>
                  </a:lnTo>
                  <a:lnTo>
                    <a:pt x="61" y="474"/>
                  </a:lnTo>
                  <a:lnTo>
                    <a:pt x="63" y="474"/>
                  </a:lnTo>
                  <a:lnTo>
                    <a:pt x="61" y="472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59" y="468"/>
                  </a:lnTo>
                  <a:lnTo>
                    <a:pt x="59" y="468"/>
                  </a:lnTo>
                  <a:lnTo>
                    <a:pt x="59" y="466"/>
                  </a:lnTo>
                  <a:lnTo>
                    <a:pt x="59" y="466"/>
                  </a:lnTo>
                  <a:lnTo>
                    <a:pt x="61" y="466"/>
                  </a:lnTo>
                  <a:lnTo>
                    <a:pt x="61" y="466"/>
                  </a:lnTo>
                  <a:lnTo>
                    <a:pt x="63" y="466"/>
                  </a:lnTo>
                  <a:lnTo>
                    <a:pt x="63" y="466"/>
                  </a:lnTo>
                  <a:lnTo>
                    <a:pt x="63" y="466"/>
                  </a:lnTo>
                  <a:lnTo>
                    <a:pt x="65" y="466"/>
                  </a:lnTo>
                  <a:lnTo>
                    <a:pt x="65" y="468"/>
                  </a:lnTo>
                  <a:lnTo>
                    <a:pt x="65" y="468"/>
                  </a:lnTo>
                  <a:lnTo>
                    <a:pt x="65" y="468"/>
                  </a:lnTo>
                  <a:lnTo>
                    <a:pt x="65" y="468"/>
                  </a:lnTo>
                  <a:lnTo>
                    <a:pt x="65" y="468"/>
                  </a:lnTo>
                  <a:lnTo>
                    <a:pt x="68" y="470"/>
                  </a:lnTo>
                  <a:lnTo>
                    <a:pt x="68" y="470"/>
                  </a:lnTo>
                  <a:lnTo>
                    <a:pt x="68" y="470"/>
                  </a:lnTo>
                  <a:lnTo>
                    <a:pt x="68" y="470"/>
                  </a:lnTo>
                  <a:lnTo>
                    <a:pt x="68" y="472"/>
                  </a:lnTo>
                  <a:lnTo>
                    <a:pt x="68" y="474"/>
                  </a:lnTo>
                  <a:lnTo>
                    <a:pt x="68" y="474"/>
                  </a:lnTo>
                  <a:lnTo>
                    <a:pt x="68" y="475"/>
                  </a:lnTo>
                  <a:lnTo>
                    <a:pt x="68" y="477"/>
                  </a:lnTo>
                  <a:lnTo>
                    <a:pt x="68" y="477"/>
                  </a:lnTo>
                  <a:lnTo>
                    <a:pt x="68" y="479"/>
                  </a:lnTo>
                  <a:lnTo>
                    <a:pt x="68" y="479"/>
                  </a:lnTo>
                  <a:lnTo>
                    <a:pt x="68" y="479"/>
                  </a:lnTo>
                  <a:lnTo>
                    <a:pt x="68" y="479"/>
                  </a:lnTo>
                  <a:lnTo>
                    <a:pt x="66" y="481"/>
                  </a:lnTo>
                  <a:lnTo>
                    <a:pt x="63" y="481"/>
                  </a:lnTo>
                  <a:lnTo>
                    <a:pt x="61" y="481"/>
                  </a:lnTo>
                  <a:lnTo>
                    <a:pt x="61" y="481"/>
                  </a:lnTo>
                  <a:lnTo>
                    <a:pt x="61" y="481"/>
                  </a:lnTo>
                  <a:lnTo>
                    <a:pt x="59" y="483"/>
                  </a:lnTo>
                  <a:lnTo>
                    <a:pt x="57" y="485"/>
                  </a:lnTo>
                  <a:lnTo>
                    <a:pt x="57" y="485"/>
                  </a:lnTo>
                  <a:lnTo>
                    <a:pt x="57" y="485"/>
                  </a:lnTo>
                  <a:lnTo>
                    <a:pt x="57" y="485"/>
                  </a:lnTo>
                  <a:lnTo>
                    <a:pt x="57" y="485"/>
                  </a:lnTo>
                  <a:lnTo>
                    <a:pt x="59" y="487"/>
                  </a:lnTo>
                  <a:lnTo>
                    <a:pt x="59" y="487"/>
                  </a:lnTo>
                  <a:lnTo>
                    <a:pt x="59" y="487"/>
                  </a:lnTo>
                  <a:lnTo>
                    <a:pt x="59" y="487"/>
                  </a:lnTo>
                  <a:lnTo>
                    <a:pt x="59" y="489"/>
                  </a:lnTo>
                  <a:lnTo>
                    <a:pt x="57" y="491"/>
                  </a:lnTo>
                  <a:lnTo>
                    <a:pt x="57" y="491"/>
                  </a:lnTo>
                  <a:lnTo>
                    <a:pt x="57" y="493"/>
                  </a:lnTo>
                  <a:lnTo>
                    <a:pt x="57" y="493"/>
                  </a:lnTo>
                  <a:lnTo>
                    <a:pt x="57" y="493"/>
                  </a:lnTo>
                  <a:lnTo>
                    <a:pt x="59" y="494"/>
                  </a:lnTo>
                  <a:lnTo>
                    <a:pt x="59" y="494"/>
                  </a:lnTo>
                  <a:lnTo>
                    <a:pt x="59" y="496"/>
                  </a:lnTo>
                  <a:lnTo>
                    <a:pt x="59" y="496"/>
                  </a:lnTo>
                  <a:lnTo>
                    <a:pt x="59" y="498"/>
                  </a:lnTo>
                  <a:lnTo>
                    <a:pt x="59" y="498"/>
                  </a:lnTo>
                  <a:lnTo>
                    <a:pt x="61" y="498"/>
                  </a:lnTo>
                  <a:lnTo>
                    <a:pt x="61" y="500"/>
                  </a:lnTo>
                  <a:lnTo>
                    <a:pt x="61" y="500"/>
                  </a:lnTo>
                  <a:lnTo>
                    <a:pt x="63" y="500"/>
                  </a:lnTo>
                  <a:lnTo>
                    <a:pt x="61" y="502"/>
                  </a:lnTo>
                  <a:lnTo>
                    <a:pt x="61" y="502"/>
                  </a:lnTo>
                  <a:lnTo>
                    <a:pt x="61" y="504"/>
                  </a:lnTo>
                  <a:lnTo>
                    <a:pt x="63" y="506"/>
                  </a:lnTo>
                  <a:lnTo>
                    <a:pt x="63" y="506"/>
                  </a:lnTo>
                  <a:lnTo>
                    <a:pt x="63" y="506"/>
                  </a:lnTo>
                  <a:lnTo>
                    <a:pt x="63" y="508"/>
                  </a:lnTo>
                  <a:lnTo>
                    <a:pt x="61" y="508"/>
                  </a:lnTo>
                  <a:lnTo>
                    <a:pt x="61" y="508"/>
                  </a:lnTo>
                  <a:lnTo>
                    <a:pt x="59" y="506"/>
                  </a:lnTo>
                  <a:lnTo>
                    <a:pt x="57" y="506"/>
                  </a:lnTo>
                  <a:lnTo>
                    <a:pt x="57" y="506"/>
                  </a:lnTo>
                  <a:lnTo>
                    <a:pt x="57" y="506"/>
                  </a:lnTo>
                  <a:lnTo>
                    <a:pt x="57" y="504"/>
                  </a:lnTo>
                  <a:lnTo>
                    <a:pt x="57" y="504"/>
                  </a:lnTo>
                  <a:lnTo>
                    <a:pt x="57" y="502"/>
                  </a:lnTo>
                  <a:lnTo>
                    <a:pt x="57" y="502"/>
                  </a:lnTo>
                  <a:lnTo>
                    <a:pt x="55" y="500"/>
                  </a:lnTo>
                  <a:lnTo>
                    <a:pt x="53" y="496"/>
                  </a:lnTo>
                  <a:lnTo>
                    <a:pt x="53" y="496"/>
                  </a:lnTo>
                  <a:lnTo>
                    <a:pt x="53" y="496"/>
                  </a:lnTo>
                  <a:lnTo>
                    <a:pt x="53" y="496"/>
                  </a:lnTo>
                  <a:lnTo>
                    <a:pt x="51" y="496"/>
                  </a:lnTo>
                  <a:lnTo>
                    <a:pt x="51" y="494"/>
                  </a:lnTo>
                  <a:lnTo>
                    <a:pt x="49" y="494"/>
                  </a:lnTo>
                  <a:lnTo>
                    <a:pt x="49" y="494"/>
                  </a:lnTo>
                  <a:lnTo>
                    <a:pt x="49" y="494"/>
                  </a:lnTo>
                  <a:lnTo>
                    <a:pt x="42" y="496"/>
                  </a:lnTo>
                  <a:lnTo>
                    <a:pt x="42" y="496"/>
                  </a:lnTo>
                  <a:lnTo>
                    <a:pt x="40" y="496"/>
                  </a:lnTo>
                  <a:lnTo>
                    <a:pt x="38" y="496"/>
                  </a:lnTo>
                  <a:lnTo>
                    <a:pt x="36" y="496"/>
                  </a:lnTo>
                  <a:lnTo>
                    <a:pt x="36" y="496"/>
                  </a:lnTo>
                  <a:lnTo>
                    <a:pt x="34" y="496"/>
                  </a:lnTo>
                  <a:lnTo>
                    <a:pt x="34" y="494"/>
                  </a:lnTo>
                  <a:lnTo>
                    <a:pt x="34" y="494"/>
                  </a:lnTo>
                  <a:lnTo>
                    <a:pt x="32" y="493"/>
                  </a:lnTo>
                  <a:lnTo>
                    <a:pt x="32" y="493"/>
                  </a:lnTo>
                  <a:lnTo>
                    <a:pt x="28" y="493"/>
                  </a:lnTo>
                  <a:lnTo>
                    <a:pt x="28" y="493"/>
                  </a:lnTo>
                  <a:lnTo>
                    <a:pt x="26" y="491"/>
                  </a:lnTo>
                  <a:lnTo>
                    <a:pt x="26" y="491"/>
                  </a:lnTo>
                  <a:lnTo>
                    <a:pt x="26" y="491"/>
                  </a:lnTo>
                  <a:lnTo>
                    <a:pt x="24" y="491"/>
                  </a:lnTo>
                  <a:lnTo>
                    <a:pt x="24" y="489"/>
                  </a:lnTo>
                  <a:lnTo>
                    <a:pt x="24" y="487"/>
                  </a:lnTo>
                  <a:lnTo>
                    <a:pt x="23" y="483"/>
                  </a:lnTo>
                  <a:lnTo>
                    <a:pt x="23" y="481"/>
                  </a:lnTo>
                  <a:lnTo>
                    <a:pt x="23" y="481"/>
                  </a:lnTo>
                  <a:lnTo>
                    <a:pt x="23" y="481"/>
                  </a:lnTo>
                  <a:lnTo>
                    <a:pt x="23" y="481"/>
                  </a:lnTo>
                  <a:lnTo>
                    <a:pt x="23" y="481"/>
                  </a:lnTo>
                  <a:lnTo>
                    <a:pt x="21" y="481"/>
                  </a:lnTo>
                  <a:lnTo>
                    <a:pt x="21" y="481"/>
                  </a:lnTo>
                  <a:lnTo>
                    <a:pt x="19" y="479"/>
                  </a:lnTo>
                  <a:lnTo>
                    <a:pt x="19" y="479"/>
                  </a:lnTo>
                  <a:lnTo>
                    <a:pt x="19" y="479"/>
                  </a:lnTo>
                  <a:lnTo>
                    <a:pt x="19" y="479"/>
                  </a:lnTo>
                  <a:lnTo>
                    <a:pt x="17" y="479"/>
                  </a:lnTo>
                  <a:lnTo>
                    <a:pt x="17" y="479"/>
                  </a:lnTo>
                  <a:lnTo>
                    <a:pt x="17" y="481"/>
                  </a:lnTo>
                  <a:lnTo>
                    <a:pt x="17" y="481"/>
                  </a:lnTo>
                  <a:lnTo>
                    <a:pt x="15" y="481"/>
                  </a:lnTo>
                  <a:lnTo>
                    <a:pt x="15" y="481"/>
                  </a:lnTo>
                  <a:lnTo>
                    <a:pt x="13" y="483"/>
                  </a:lnTo>
                  <a:lnTo>
                    <a:pt x="13" y="483"/>
                  </a:lnTo>
                  <a:lnTo>
                    <a:pt x="15" y="483"/>
                  </a:lnTo>
                  <a:lnTo>
                    <a:pt x="19" y="489"/>
                  </a:lnTo>
                  <a:lnTo>
                    <a:pt x="21" y="491"/>
                  </a:lnTo>
                  <a:lnTo>
                    <a:pt x="21" y="491"/>
                  </a:lnTo>
                  <a:lnTo>
                    <a:pt x="21" y="491"/>
                  </a:lnTo>
                  <a:lnTo>
                    <a:pt x="21" y="493"/>
                  </a:lnTo>
                  <a:lnTo>
                    <a:pt x="21" y="493"/>
                  </a:lnTo>
                  <a:lnTo>
                    <a:pt x="19" y="494"/>
                  </a:lnTo>
                  <a:lnTo>
                    <a:pt x="21" y="496"/>
                  </a:lnTo>
                  <a:lnTo>
                    <a:pt x="21" y="496"/>
                  </a:lnTo>
                  <a:lnTo>
                    <a:pt x="21" y="496"/>
                  </a:lnTo>
                  <a:lnTo>
                    <a:pt x="21" y="498"/>
                  </a:lnTo>
                  <a:lnTo>
                    <a:pt x="23" y="498"/>
                  </a:lnTo>
                  <a:lnTo>
                    <a:pt x="24" y="500"/>
                  </a:lnTo>
                  <a:lnTo>
                    <a:pt x="24" y="502"/>
                  </a:lnTo>
                  <a:lnTo>
                    <a:pt x="26" y="504"/>
                  </a:lnTo>
                  <a:lnTo>
                    <a:pt x="26" y="504"/>
                  </a:lnTo>
                  <a:lnTo>
                    <a:pt x="26" y="506"/>
                  </a:lnTo>
                  <a:lnTo>
                    <a:pt x="26" y="506"/>
                  </a:lnTo>
                  <a:lnTo>
                    <a:pt x="26" y="506"/>
                  </a:lnTo>
                  <a:lnTo>
                    <a:pt x="26" y="508"/>
                  </a:lnTo>
                  <a:lnTo>
                    <a:pt x="26" y="508"/>
                  </a:lnTo>
                  <a:lnTo>
                    <a:pt x="26" y="508"/>
                  </a:lnTo>
                  <a:lnTo>
                    <a:pt x="24" y="508"/>
                  </a:lnTo>
                  <a:lnTo>
                    <a:pt x="24" y="510"/>
                  </a:lnTo>
                  <a:lnTo>
                    <a:pt x="24" y="510"/>
                  </a:lnTo>
                  <a:lnTo>
                    <a:pt x="24" y="510"/>
                  </a:lnTo>
                  <a:lnTo>
                    <a:pt x="24" y="512"/>
                  </a:lnTo>
                  <a:lnTo>
                    <a:pt x="23" y="512"/>
                  </a:lnTo>
                  <a:lnTo>
                    <a:pt x="23" y="513"/>
                  </a:lnTo>
                  <a:lnTo>
                    <a:pt x="23" y="513"/>
                  </a:lnTo>
                  <a:lnTo>
                    <a:pt x="23" y="515"/>
                  </a:lnTo>
                  <a:lnTo>
                    <a:pt x="23" y="517"/>
                  </a:lnTo>
                  <a:lnTo>
                    <a:pt x="23" y="519"/>
                  </a:lnTo>
                  <a:lnTo>
                    <a:pt x="23" y="521"/>
                  </a:lnTo>
                  <a:lnTo>
                    <a:pt x="23" y="521"/>
                  </a:lnTo>
                  <a:lnTo>
                    <a:pt x="24" y="521"/>
                  </a:lnTo>
                  <a:lnTo>
                    <a:pt x="24" y="519"/>
                  </a:lnTo>
                  <a:lnTo>
                    <a:pt x="24" y="519"/>
                  </a:lnTo>
                  <a:lnTo>
                    <a:pt x="24" y="517"/>
                  </a:lnTo>
                  <a:lnTo>
                    <a:pt x="24" y="517"/>
                  </a:lnTo>
                  <a:lnTo>
                    <a:pt x="24" y="517"/>
                  </a:lnTo>
                  <a:lnTo>
                    <a:pt x="26" y="517"/>
                  </a:lnTo>
                  <a:lnTo>
                    <a:pt x="26" y="517"/>
                  </a:lnTo>
                  <a:lnTo>
                    <a:pt x="26" y="519"/>
                  </a:lnTo>
                  <a:lnTo>
                    <a:pt x="26" y="519"/>
                  </a:lnTo>
                  <a:lnTo>
                    <a:pt x="28" y="521"/>
                  </a:lnTo>
                  <a:lnTo>
                    <a:pt x="28" y="521"/>
                  </a:lnTo>
                  <a:lnTo>
                    <a:pt x="30" y="521"/>
                  </a:lnTo>
                  <a:lnTo>
                    <a:pt x="30" y="521"/>
                  </a:lnTo>
                  <a:lnTo>
                    <a:pt x="30" y="521"/>
                  </a:lnTo>
                  <a:lnTo>
                    <a:pt x="30" y="519"/>
                  </a:lnTo>
                  <a:lnTo>
                    <a:pt x="32" y="519"/>
                  </a:lnTo>
                  <a:lnTo>
                    <a:pt x="32" y="519"/>
                  </a:lnTo>
                  <a:lnTo>
                    <a:pt x="32" y="519"/>
                  </a:lnTo>
                  <a:lnTo>
                    <a:pt x="34" y="519"/>
                  </a:lnTo>
                  <a:lnTo>
                    <a:pt x="36" y="519"/>
                  </a:lnTo>
                  <a:lnTo>
                    <a:pt x="36" y="519"/>
                  </a:lnTo>
                  <a:lnTo>
                    <a:pt x="38" y="519"/>
                  </a:lnTo>
                  <a:lnTo>
                    <a:pt x="38" y="519"/>
                  </a:lnTo>
                  <a:lnTo>
                    <a:pt x="38" y="517"/>
                  </a:lnTo>
                  <a:lnTo>
                    <a:pt x="38" y="517"/>
                  </a:lnTo>
                  <a:lnTo>
                    <a:pt x="38" y="515"/>
                  </a:lnTo>
                  <a:lnTo>
                    <a:pt x="38" y="515"/>
                  </a:lnTo>
                  <a:lnTo>
                    <a:pt x="38" y="513"/>
                  </a:lnTo>
                  <a:lnTo>
                    <a:pt x="38" y="513"/>
                  </a:lnTo>
                  <a:lnTo>
                    <a:pt x="38" y="512"/>
                  </a:lnTo>
                  <a:lnTo>
                    <a:pt x="36" y="512"/>
                  </a:lnTo>
                  <a:lnTo>
                    <a:pt x="36" y="512"/>
                  </a:lnTo>
                  <a:lnTo>
                    <a:pt x="36" y="512"/>
                  </a:lnTo>
                  <a:lnTo>
                    <a:pt x="36" y="512"/>
                  </a:lnTo>
                  <a:lnTo>
                    <a:pt x="36" y="510"/>
                  </a:lnTo>
                  <a:lnTo>
                    <a:pt x="36" y="510"/>
                  </a:lnTo>
                  <a:lnTo>
                    <a:pt x="38" y="510"/>
                  </a:lnTo>
                  <a:lnTo>
                    <a:pt x="38" y="510"/>
                  </a:lnTo>
                  <a:lnTo>
                    <a:pt x="38" y="510"/>
                  </a:lnTo>
                  <a:lnTo>
                    <a:pt x="38" y="508"/>
                  </a:lnTo>
                  <a:lnTo>
                    <a:pt x="38" y="508"/>
                  </a:lnTo>
                  <a:lnTo>
                    <a:pt x="38" y="508"/>
                  </a:lnTo>
                  <a:lnTo>
                    <a:pt x="38" y="508"/>
                  </a:lnTo>
                  <a:lnTo>
                    <a:pt x="38" y="508"/>
                  </a:lnTo>
                  <a:lnTo>
                    <a:pt x="38" y="506"/>
                  </a:lnTo>
                  <a:lnTo>
                    <a:pt x="38" y="506"/>
                  </a:lnTo>
                  <a:lnTo>
                    <a:pt x="38" y="506"/>
                  </a:lnTo>
                  <a:lnTo>
                    <a:pt x="40" y="506"/>
                  </a:lnTo>
                  <a:lnTo>
                    <a:pt x="40" y="506"/>
                  </a:lnTo>
                  <a:lnTo>
                    <a:pt x="40" y="506"/>
                  </a:lnTo>
                  <a:lnTo>
                    <a:pt x="40" y="506"/>
                  </a:lnTo>
                  <a:lnTo>
                    <a:pt x="40" y="508"/>
                  </a:lnTo>
                  <a:lnTo>
                    <a:pt x="40" y="508"/>
                  </a:lnTo>
                  <a:lnTo>
                    <a:pt x="40" y="510"/>
                  </a:lnTo>
                  <a:lnTo>
                    <a:pt x="42" y="510"/>
                  </a:lnTo>
                  <a:lnTo>
                    <a:pt x="44" y="508"/>
                  </a:lnTo>
                  <a:lnTo>
                    <a:pt x="44" y="508"/>
                  </a:lnTo>
                  <a:lnTo>
                    <a:pt x="44" y="508"/>
                  </a:lnTo>
                  <a:lnTo>
                    <a:pt x="45" y="508"/>
                  </a:lnTo>
                  <a:lnTo>
                    <a:pt x="45" y="510"/>
                  </a:lnTo>
                  <a:lnTo>
                    <a:pt x="47" y="510"/>
                  </a:lnTo>
                  <a:lnTo>
                    <a:pt x="49" y="510"/>
                  </a:lnTo>
                  <a:lnTo>
                    <a:pt x="49" y="510"/>
                  </a:lnTo>
                  <a:lnTo>
                    <a:pt x="51" y="510"/>
                  </a:lnTo>
                  <a:lnTo>
                    <a:pt x="51" y="512"/>
                  </a:lnTo>
                  <a:lnTo>
                    <a:pt x="53" y="512"/>
                  </a:lnTo>
                  <a:lnTo>
                    <a:pt x="53" y="512"/>
                  </a:lnTo>
                  <a:lnTo>
                    <a:pt x="55" y="512"/>
                  </a:lnTo>
                  <a:lnTo>
                    <a:pt x="55" y="512"/>
                  </a:lnTo>
                  <a:lnTo>
                    <a:pt x="57" y="512"/>
                  </a:lnTo>
                  <a:lnTo>
                    <a:pt x="59" y="512"/>
                  </a:lnTo>
                  <a:lnTo>
                    <a:pt x="61" y="512"/>
                  </a:lnTo>
                  <a:lnTo>
                    <a:pt x="63" y="512"/>
                  </a:lnTo>
                  <a:lnTo>
                    <a:pt x="63" y="512"/>
                  </a:lnTo>
                  <a:lnTo>
                    <a:pt x="63" y="513"/>
                  </a:lnTo>
                  <a:lnTo>
                    <a:pt x="63" y="513"/>
                  </a:lnTo>
                  <a:lnTo>
                    <a:pt x="63" y="515"/>
                  </a:lnTo>
                  <a:lnTo>
                    <a:pt x="65" y="515"/>
                  </a:lnTo>
                  <a:lnTo>
                    <a:pt x="65" y="515"/>
                  </a:lnTo>
                  <a:lnTo>
                    <a:pt x="65" y="517"/>
                  </a:lnTo>
                  <a:lnTo>
                    <a:pt x="66" y="517"/>
                  </a:lnTo>
                  <a:lnTo>
                    <a:pt x="66" y="521"/>
                  </a:lnTo>
                  <a:lnTo>
                    <a:pt x="66" y="521"/>
                  </a:lnTo>
                  <a:lnTo>
                    <a:pt x="66" y="523"/>
                  </a:lnTo>
                  <a:lnTo>
                    <a:pt x="66" y="525"/>
                  </a:lnTo>
                  <a:lnTo>
                    <a:pt x="66" y="525"/>
                  </a:lnTo>
                  <a:lnTo>
                    <a:pt x="68" y="525"/>
                  </a:lnTo>
                  <a:lnTo>
                    <a:pt x="68" y="525"/>
                  </a:lnTo>
                  <a:lnTo>
                    <a:pt x="68" y="525"/>
                  </a:lnTo>
                  <a:lnTo>
                    <a:pt x="70" y="525"/>
                  </a:lnTo>
                  <a:lnTo>
                    <a:pt x="72" y="525"/>
                  </a:lnTo>
                  <a:lnTo>
                    <a:pt x="72" y="525"/>
                  </a:lnTo>
                  <a:lnTo>
                    <a:pt x="74" y="523"/>
                  </a:lnTo>
                  <a:lnTo>
                    <a:pt x="76" y="521"/>
                  </a:lnTo>
                  <a:lnTo>
                    <a:pt x="78" y="521"/>
                  </a:lnTo>
                  <a:lnTo>
                    <a:pt x="80" y="521"/>
                  </a:lnTo>
                  <a:lnTo>
                    <a:pt x="80" y="521"/>
                  </a:lnTo>
                  <a:lnTo>
                    <a:pt x="82" y="521"/>
                  </a:lnTo>
                  <a:lnTo>
                    <a:pt x="80" y="521"/>
                  </a:lnTo>
                  <a:lnTo>
                    <a:pt x="80" y="519"/>
                  </a:lnTo>
                  <a:lnTo>
                    <a:pt x="80" y="519"/>
                  </a:lnTo>
                  <a:lnTo>
                    <a:pt x="82" y="519"/>
                  </a:lnTo>
                  <a:lnTo>
                    <a:pt x="82" y="517"/>
                  </a:lnTo>
                  <a:lnTo>
                    <a:pt x="82" y="517"/>
                  </a:lnTo>
                  <a:lnTo>
                    <a:pt x="84" y="517"/>
                  </a:lnTo>
                  <a:lnTo>
                    <a:pt x="85" y="517"/>
                  </a:lnTo>
                  <a:lnTo>
                    <a:pt x="85" y="517"/>
                  </a:lnTo>
                  <a:lnTo>
                    <a:pt x="85" y="519"/>
                  </a:lnTo>
                  <a:lnTo>
                    <a:pt x="87" y="519"/>
                  </a:lnTo>
                  <a:lnTo>
                    <a:pt x="87" y="519"/>
                  </a:lnTo>
                  <a:lnTo>
                    <a:pt x="87" y="519"/>
                  </a:lnTo>
                  <a:lnTo>
                    <a:pt x="87" y="519"/>
                  </a:lnTo>
                  <a:lnTo>
                    <a:pt x="89" y="517"/>
                  </a:lnTo>
                  <a:lnTo>
                    <a:pt x="89" y="517"/>
                  </a:lnTo>
                  <a:lnTo>
                    <a:pt x="89" y="515"/>
                  </a:lnTo>
                  <a:lnTo>
                    <a:pt x="89" y="515"/>
                  </a:lnTo>
                  <a:lnTo>
                    <a:pt x="91" y="515"/>
                  </a:lnTo>
                  <a:lnTo>
                    <a:pt x="93" y="513"/>
                  </a:lnTo>
                  <a:lnTo>
                    <a:pt x="93" y="513"/>
                  </a:lnTo>
                  <a:lnTo>
                    <a:pt x="93" y="513"/>
                  </a:lnTo>
                  <a:lnTo>
                    <a:pt x="95" y="512"/>
                  </a:lnTo>
                  <a:lnTo>
                    <a:pt x="95" y="512"/>
                  </a:lnTo>
                  <a:lnTo>
                    <a:pt x="97" y="510"/>
                  </a:lnTo>
                  <a:lnTo>
                    <a:pt x="99" y="510"/>
                  </a:lnTo>
                  <a:lnTo>
                    <a:pt x="99" y="510"/>
                  </a:lnTo>
                  <a:lnTo>
                    <a:pt x="99" y="508"/>
                  </a:lnTo>
                  <a:lnTo>
                    <a:pt x="99" y="508"/>
                  </a:lnTo>
                  <a:lnTo>
                    <a:pt x="99" y="508"/>
                  </a:lnTo>
                  <a:lnTo>
                    <a:pt x="99" y="506"/>
                  </a:lnTo>
                  <a:lnTo>
                    <a:pt x="97" y="506"/>
                  </a:lnTo>
                  <a:lnTo>
                    <a:pt x="97" y="506"/>
                  </a:lnTo>
                  <a:lnTo>
                    <a:pt x="97" y="504"/>
                  </a:lnTo>
                  <a:lnTo>
                    <a:pt x="97" y="504"/>
                  </a:lnTo>
                  <a:lnTo>
                    <a:pt x="97" y="504"/>
                  </a:lnTo>
                  <a:lnTo>
                    <a:pt x="99" y="502"/>
                  </a:lnTo>
                  <a:lnTo>
                    <a:pt x="99" y="502"/>
                  </a:lnTo>
                  <a:lnTo>
                    <a:pt x="99" y="502"/>
                  </a:lnTo>
                  <a:lnTo>
                    <a:pt x="101" y="504"/>
                  </a:lnTo>
                  <a:lnTo>
                    <a:pt x="103" y="504"/>
                  </a:lnTo>
                  <a:lnTo>
                    <a:pt x="105" y="504"/>
                  </a:lnTo>
                  <a:lnTo>
                    <a:pt x="105" y="504"/>
                  </a:lnTo>
                  <a:lnTo>
                    <a:pt x="105" y="504"/>
                  </a:lnTo>
                  <a:lnTo>
                    <a:pt x="106" y="504"/>
                  </a:lnTo>
                  <a:lnTo>
                    <a:pt x="106" y="504"/>
                  </a:lnTo>
                  <a:lnTo>
                    <a:pt x="108" y="504"/>
                  </a:lnTo>
                  <a:lnTo>
                    <a:pt x="108" y="504"/>
                  </a:lnTo>
                  <a:lnTo>
                    <a:pt x="108" y="504"/>
                  </a:lnTo>
                  <a:lnTo>
                    <a:pt x="110" y="502"/>
                  </a:lnTo>
                  <a:lnTo>
                    <a:pt x="110" y="502"/>
                  </a:lnTo>
                  <a:lnTo>
                    <a:pt x="110" y="502"/>
                  </a:lnTo>
                  <a:lnTo>
                    <a:pt x="112" y="500"/>
                  </a:lnTo>
                  <a:lnTo>
                    <a:pt x="112" y="500"/>
                  </a:lnTo>
                  <a:lnTo>
                    <a:pt x="112" y="500"/>
                  </a:lnTo>
                  <a:lnTo>
                    <a:pt x="112" y="500"/>
                  </a:lnTo>
                  <a:lnTo>
                    <a:pt x="112" y="502"/>
                  </a:lnTo>
                  <a:lnTo>
                    <a:pt x="112" y="502"/>
                  </a:lnTo>
                  <a:lnTo>
                    <a:pt x="112" y="504"/>
                  </a:lnTo>
                  <a:lnTo>
                    <a:pt x="112" y="504"/>
                  </a:lnTo>
                  <a:lnTo>
                    <a:pt x="112" y="506"/>
                  </a:lnTo>
                  <a:lnTo>
                    <a:pt x="112" y="506"/>
                  </a:lnTo>
                  <a:lnTo>
                    <a:pt x="110" y="508"/>
                  </a:lnTo>
                  <a:lnTo>
                    <a:pt x="110" y="508"/>
                  </a:lnTo>
                  <a:lnTo>
                    <a:pt x="110" y="508"/>
                  </a:lnTo>
                  <a:lnTo>
                    <a:pt x="110" y="510"/>
                  </a:lnTo>
                  <a:lnTo>
                    <a:pt x="110" y="512"/>
                  </a:lnTo>
                  <a:lnTo>
                    <a:pt x="110" y="512"/>
                  </a:lnTo>
                  <a:lnTo>
                    <a:pt x="110" y="513"/>
                  </a:lnTo>
                  <a:lnTo>
                    <a:pt x="110" y="513"/>
                  </a:lnTo>
                  <a:lnTo>
                    <a:pt x="112" y="513"/>
                  </a:lnTo>
                  <a:lnTo>
                    <a:pt x="112" y="512"/>
                  </a:lnTo>
                  <a:lnTo>
                    <a:pt x="114" y="510"/>
                  </a:lnTo>
                  <a:lnTo>
                    <a:pt x="114" y="510"/>
                  </a:lnTo>
                  <a:lnTo>
                    <a:pt x="116" y="510"/>
                  </a:lnTo>
                  <a:lnTo>
                    <a:pt x="116" y="510"/>
                  </a:lnTo>
                  <a:lnTo>
                    <a:pt x="118" y="510"/>
                  </a:lnTo>
                  <a:lnTo>
                    <a:pt x="118" y="510"/>
                  </a:lnTo>
                  <a:lnTo>
                    <a:pt x="118" y="510"/>
                  </a:lnTo>
                  <a:lnTo>
                    <a:pt x="122" y="508"/>
                  </a:lnTo>
                  <a:lnTo>
                    <a:pt x="125" y="510"/>
                  </a:lnTo>
                  <a:lnTo>
                    <a:pt x="127" y="513"/>
                  </a:lnTo>
                  <a:lnTo>
                    <a:pt x="127" y="515"/>
                  </a:lnTo>
                  <a:lnTo>
                    <a:pt x="127" y="515"/>
                  </a:lnTo>
                  <a:lnTo>
                    <a:pt x="127" y="517"/>
                  </a:lnTo>
                  <a:lnTo>
                    <a:pt x="125" y="519"/>
                  </a:lnTo>
                  <a:lnTo>
                    <a:pt x="125" y="521"/>
                  </a:lnTo>
                  <a:lnTo>
                    <a:pt x="125" y="521"/>
                  </a:lnTo>
                  <a:lnTo>
                    <a:pt x="127" y="523"/>
                  </a:lnTo>
                  <a:lnTo>
                    <a:pt x="127" y="523"/>
                  </a:lnTo>
                  <a:lnTo>
                    <a:pt x="127" y="525"/>
                  </a:lnTo>
                  <a:lnTo>
                    <a:pt x="127" y="525"/>
                  </a:lnTo>
                  <a:lnTo>
                    <a:pt x="127" y="525"/>
                  </a:lnTo>
                  <a:lnTo>
                    <a:pt x="127" y="527"/>
                  </a:lnTo>
                  <a:lnTo>
                    <a:pt x="125" y="527"/>
                  </a:lnTo>
                  <a:lnTo>
                    <a:pt x="124" y="525"/>
                  </a:lnTo>
                  <a:lnTo>
                    <a:pt x="124" y="525"/>
                  </a:lnTo>
                  <a:lnTo>
                    <a:pt x="124" y="527"/>
                  </a:lnTo>
                  <a:lnTo>
                    <a:pt x="124" y="527"/>
                  </a:lnTo>
                  <a:lnTo>
                    <a:pt x="124" y="529"/>
                  </a:lnTo>
                  <a:lnTo>
                    <a:pt x="124" y="529"/>
                  </a:lnTo>
                  <a:lnTo>
                    <a:pt x="125" y="531"/>
                  </a:lnTo>
                  <a:lnTo>
                    <a:pt x="125" y="531"/>
                  </a:lnTo>
                  <a:lnTo>
                    <a:pt x="127" y="529"/>
                  </a:lnTo>
                  <a:lnTo>
                    <a:pt x="127" y="529"/>
                  </a:lnTo>
                  <a:lnTo>
                    <a:pt x="129" y="529"/>
                  </a:lnTo>
                  <a:lnTo>
                    <a:pt x="129" y="529"/>
                  </a:lnTo>
                  <a:lnTo>
                    <a:pt x="131" y="531"/>
                  </a:lnTo>
                  <a:lnTo>
                    <a:pt x="133" y="534"/>
                  </a:lnTo>
                  <a:lnTo>
                    <a:pt x="135" y="534"/>
                  </a:lnTo>
                  <a:lnTo>
                    <a:pt x="135" y="534"/>
                  </a:lnTo>
                  <a:lnTo>
                    <a:pt x="135" y="534"/>
                  </a:lnTo>
                  <a:lnTo>
                    <a:pt x="137" y="534"/>
                  </a:lnTo>
                  <a:lnTo>
                    <a:pt x="137" y="534"/>
                  </a:lnTo>
                  <a:lnTo>
                    <a:pt x="139" y="536"/>
                  </a:lnTo>
                  <a:lnTo>
                    <a:pt x="141" y="536"/>
                  </a:lnTo>
                  <a:lnTo>
                    <a:pt x="143" y="536"/>
                  </a:lnTo>
                  <a:lnTo>
                    <a:pt x="143" y="536"/>
                  </a:lnTo>
                  <a:lnTo>
                    <a:pt x="145" y="536"/>
                  </a:lnTo>
                  <a:lnTo>
                    <a:pt x="145" y="534"/>
                  </a:lnTo>
                  <a:lnTo>
                    <a:pt x="146" y="534"/>
                  </a:lnTo>
                  <a:lnTo>
                    <a:pt x="146" y="534"/>
                  </a:lnTo>
                  <a:lnTo>
                    <a:pt x="146" y="534"/>
                  </a:lnTo>
                  <a:lnTo>
                    <a:pt x="148" y="536"/>
                  </a:lnTo>
                  <a:lnTo>
                    <a:pt x="148" y="536"/>
                  </a:lnTo>
                  <a:lnTo>
                    <a:pt x="148" y="536"/>
                  </a:lnTo>
                  <a:lnTo>
                    <a:pt x="150" y="536"/>
                  </a:lnTo>
                  <a:lnTo>
                    <a:pt x="150" y="536"/>
                  </a:lnTo>
                  <a:lnTo>
                    <a:pt x="152" y="536"/>
                  </a:lnTo>
                  <a:lnTo>
                    <a:pt x="152" y="536"/>
                  </a:lnTo>
                  <a:lnTo>
                    <a:pt x="152" y="536"/>
                  </a:lnTo>
                  <a:lnTo>
                    <a:pt x="152" y="536"/>
                  </a:lnTo>
                  <a:lnTo>
                    <a:pt x="152" y="538"/>
                  </a:lnTo>
                  <a:lnTo>
                    <a:pt x="152" y="540"/>
                  </a:lnTo>
                  <a:lnTo>
                    <a:pt x="152" y="540"/>
                  </a:lnTo>
                  <a:lnTo>
                    <a:pt x="152" y="542"/>
                  </a:lnTo>
                  <a:lnTo>
                    <a:pt x="152" y="544"/>
                  </a:lnTo>
                  <a:lnTo>
                    <a:pt x="152" y="544"/>
                  </a:lnTo>
                  <a:lnTo>
                    <a:pt x="152" y="546"/>
                  </a:lnTo>
                  <a:lnTo>
                    <a:pt x="152" y="546"/>
                  </a:lnTo>
                  <a:lnTo>
                    <a:pt x="152" y="548"/>
                  </a:lnTo>
                  <a:lnTo>
                    <a:pt x="152" y="548"/>
                  </a:lnTo>
                  <a:lnTo>
                    <a:pt x="152" y="553"/>
                  </a:lnTo>
                  <a:lnTo>
                    <a:pt x="152" y="553"/>
                  </a:lnTo>
                  <a:lnTo>
                    <a:pt x="152" y="553"/>
                  </a:lnTo>
                  <a:lnTo>
                    <a:pt x="150" y="553"/>
                  </a:lnTo>
                  <a:lnTo>
                    <a:pt x="150" y="555"/>
                  </a:lnTo>
                  <a:lnTo>
                    <a:pt x="150" y="555"/>
                  </a:lnTo>
                  <a:lnTo>
                    <a:pt x="150" y="555"/>
                  </a:lnTo>
                  <a:lnTo>
                    <a:pt x="150" y="557"/>
                  </a:lnTo>
                  <a:lnTo>
                    <a:pt x="152" y="557"/>
                  </a:lnTo>
                  <a:lnTo>
                    <a:pt x="152" y="557"/>
                  </a:lnTo>
                  <a:lnTo>
                    <a:pt x="152" y="559"/>
                  </a:lnTo>
                  <a:lnTo>
                    <a:pt x="152" y="559"/>
                  </a:lnTo>
                  <a:lnTo>
                    <a:pt x="154" y="561"/>
                  </a:lnTo>
                  <a:lnTo>
                    <a:pt x="154" y="561"/>
                  </a:lnTo>
                  <a:lnTo>
                    <a:pt x="154" y="561"/>
                  </a:lnTo>
                  <a:lnTo>
                    <a:pt x="156" y="561"/>
                  </a:lnTo>
                  <a:lnTo>
                    <a:pt x="156" y="561"/>
                  </a:lnTo>
                  <a:lnTo>
                    <a:pt x="158" y="561"/>
                  </a:lnTo>
                  <a:lnTo>
                    <a:pt x="158" y="561"/>
                  </a:lnTo>
                  <a:lnTo>
                    <a:pt x="158" y="561"/>
                  </a:lnTo>
                  <a:lnTo>
                    <a:pt x="160" y="561"/>
                  </a:lnTo>
                  <a:lnTo>
                    <a:pt x="160" y="561"/>
                  </a:lnTo>
                  <a:lnTo>
                    <a:pt x="160" y="561"/>
                  </a:lnTo>
                  <a:lnTo>
                    <a:pt x="160" y="561"/>
                  </a:lnTo>
                  <a:lnTo>
                    <a:pt x="162" y="563"/>
                  </a:lnTo>
                  <a:lnTo>
                    <a:pt x="165" y="565"/>
                  </a:lnTo>
                  <a:lnTo>
                    <a:pt x="165" y="565"/>
                  </a:lnTo>
                  <a:lnTo>
                    <a:pt x="165" y="565"/>
                  </a:lnTo>
                  <a:lnTo>
                    <a:pt x="165" y="565"/>
                  </a:lnTo>
                  <a:lnTo>
                    <a:pt x="167" y="565"/>
                  </a:lnTo>
                  <a:lnTo>
                    <a:pt x="167" y="565"/>
                  </a:lnTo>
                  <a:lnTo>
                    <a:pt x="167" y="565"/>
                  </a:lnTo>
                  <a:lnTo>
                    <a:pt x="169" y="563"/>
                  </a:lnTo>
                  <a:lnTo>
                    <a:pt x="169" y="563"/>
                  </a:lnTo>
                  <a:lnTo>
                    <a:pt x="169" y="565"/>
                  </a:lnTo>
                  <a:lnTo>
                    <a:pt x="171" y="565"/>
                  </a:lnTo>
                  <a:lnTo>
                    <a:pt x="171" y="565"/>
                  </a:lnTo>
                  <a:lnTo>
                    <a:pt x="171" y="567"/>
                  </a:lnTo>
                  <a:lnTo>
                    <a:pt x="171" y="567"/>
                  </a:lnTo>
                  <a:lnTo>
                    <a:pt x="171" y="569"/>
                  </a:lnTo>
                  <a:lnTo>
                    <a:pt x="171" y="571"/>
                  </a:lnTo>
                  <a:lnTo>
                    <a:pt x="171" y="571"/>
                  </a:lnTo>
                  <a:lnTo>
                    <a:pt x="171" y="571"/>
                  </a:lnTo>
                  <a:lnTo>
                    <a:pt x="169" y="572"/>
                  </a:lnTo>
                  <a:lnTo>
                    <a:pt x="169" y="572"/>
                  </a:lnTo>
                  <a:lnTo>
                    <a:pt x="169" y="574"/>
                  </a:lnTo>
                  <a:lnTo>
                    <a:pt x="169" y="574"/>
                  </a:lnTo>
                  <a:lnTo>
                    <a:pt x="169" y="576"/>
                  </a:lnTo>
                  <a:lnTo>
                    <a:pt x="167" y="578"/>
                  </a:lnTo>
                  <a:lnTo>
                    <a:pt x="167" y="578"/>
                  </a:lnTo>
                  <a:lnTo>
                    <a:pt x="165" y="580"/>
                  </a:lnTo>
                  <a:lnTo>
                    <a:pt x="165" y="582"/>
                  </a:lnTo>
                  <a:lnTo>
                    <a:pt x="165" y="584"/>
                  </a:lnTo>
                  <a:lnTo>
                    <a:pt x="165" y="584"/>
                  </a:lnTo>
                  <a:lnTo>
                    <a:pt x="165" y="586"/>
                  </a:lnTo>
                  <a:lnTo>
                    <a:pt x="164" y="586"/>
                  </a:lnTo>
                  <a:lnTo>
                    <a:pt x="162" y="588"/>
                  </a:lnTo>
                  <a:lnTo>
                    <a:pt x="162" y="588"/>
                  </a:lnTo>
                  <a:lnTo>
                    <a:pt x="162" y="588"/>
                  </a:lnTo>
                  <a:lnTo>
                    <a:pt x="162" y="590"/>
                  </a:lnTo>
                  <a:lnTo>
                    <a:pt x="160" y="591"/>
                  </a:lnTo>
                  <a:lnTo>
                    <a:pt x="160" y="591"/>
                  </a:lnTo>
                  <a:lnTo>
                    <a:pt x="160" y="591"/>
                  </a:lnTo>
                  <a:lnTo>
                    <a:pt x="160" y="593"/>
                  </a:lnTo>
                  <a:lnTo>
                    <a:pt x="156" y="597"/>
                  </a:lnTo>
                  <a:lnTo>
                    <a:pt x="156" y="597"/>
                  </a:lnTo>
                  <a:lnTo>
                    <a:pt x="156" y="599"/>
                  </a:lnTo>
                  <a:lnTo>
                    <a:pt x="156" y="599"/>
                  </a:lnTo>
                  <a:lnTo>
                    <a:pt x="158" y="599"/>
                  </a:lnTo>
                  <a:lnTo>
                    <a:pt x="158" y="599"/>
                  </a:lnTo>
                  <a:lnTo>
                    <a:pt x="160" y="601"/>
                  </a:lnTo>
                  <a:lnTo>
                    <a:pt x="162" y="603"/>
                  </a:lnTo>
                  <a:lnTo>
                    <a:pt x="162" y="603"/>
                  </a:lnTo>
                  <a:lnTo>
                    <a:pt x="162" y="605"/>
                  </a:lnTo>
                  <a:lnTo>
                    <a:pt x="162" y="605"/>
                  </a:lnTo>
                  <a:lnTo>
                    <a:pt x="160" y="605"/>
                  </a:lnTo>
                  <a:lnTo>
                    <a:pt x="158" y="605"/>
                  </a:lnTo>
                  <a:lnTo>
                    <a:pt x="152" y="601"/>
                  </a:lnTo>
                  <a:lnTo>
                    <a:pt x="152" y="599"/>
                  </a:lnTo>
                  <a:lnTo>
                    <a:pt x="152" y="599"/>
                  </a:lnTo>
                  <a:lnTo>
                    <a:pt x="152" y="599"/>
                  </a:lnTo>
                  <a:lnTo>
                    <a:pt x="150" y="599"/>
                  </a:lnTo>
                  <a:lnTo>
                    <a:pt x="150" y="599"/>
                  </a:lnTo>
                  <a:lnTo>
                    <a:pt x="150" y="601"/>
                  </a:lnTo>
                  <a:lnTo>
                    <a:pt x="150" y="601"/>
                  </a:lnTo>
                  <a:lnTo>
                    <a:pt x="150" y="603"/>
                  </a:lnTo>
                  <a:lnTo>
                    <a:pt x="150" y="605"/>
                  </a:lnTo>
                  <a:lnTo>
                    <a:pt x="148" y="605"/>
                  </a:lnTo>
                  <a:lnTo>
                    <a:pt x="148" y="605"/>
                  </a:lnTo>
                  <a:lnTo>
                    <a:pt x="148" y="605"/>
                  </a:lnTo>
                  <a:lnTo>
                    <a:pt x="146" y="605"/>
                  </a:lnTo>
                  <a:lnTo>
                    <a:pt x="146" y="605"/>
                  </a:lnTo>
                  <a:lnTo>
                    <a:pt x="146" y="605"/>
                  </a:lnTo>
                  <a:lnTo>
                    <a:pt x="145" y="607"/>
                  </a:lnTo>
                  <a:lnTo>
                    <a:pt x="145" y="607"/>
                  </a:lnTo>
                  <a:lnTo>
                    <a:pt x="145" y="607"/>
                  </a:lnTo>
                  <a:lnTo>
                    <a:pt x="145" y="607"/>
                  </a:lnTo>
                  <a:lnTo>
                    <a:pt x="143" y="607"/>
                  </a:lnTo>
                  <a:lnTo>
                    <a:pt x="143" y="605"/>
                  </a:lnTo>
                  <a:lnTo>
                    <a:pt x="143" y="605"/>
                  </a:lnTo>
                  <a:lnTo>
                    <a:pt x="141" y="605"/>
                  </a:lnTo>
                  <a:lnTo>
                    <a:pt x="141" y="605"/>
                  </a:lnTo>
                  <a:lnTo>
                    <a:pt x="141" y="605"/>
                  </a:lnTo>
                  <a:lnTo>
                    <a:pt x="141" y="607"/>
                  </a:lnTo>
                  <a:lnTo>
                    <a:pt x="141" y="607"/>
                  </a:lnTo>
                  <a:lnTo>
                    <a:pt x="141" y="609"/>
                  </a:lnTo>
                  <a:lnTo>
                    <a:pt x="141" y="610"/>
                  </a:lnTo>
                  <a:lnTo>
                    <a:pt x="141" y="610"/>
                  </a:lnTo>
                  <a:lnTo>
                    <a:pt x="141" y="612"/>
                  </a:lnTo>
                  <a:lnTo>
                    <a:pt x="141" y="614"/>
                  </a:lnTo>
                  <a:lnTo>
                    <a:pt x="139" y="614"/>
                  </a:lnTo>
                  <a:lnTo>
                    <a:pt x="143" y="620"/>
                  </a:lnTo>
                  <a:lnTo>
                    <a:pt x="146" y="622"/>
                  </a:lnTo>
                  <a:lnTo>
                    <a:pt x="150" y="626"/>
                  </a:lnTo>
                  <a:lnTo>
                    <a:pt x="154" y="626"/>
                  </a:lnTo>
                  <a:lnTo>
                    <a:pt x="154" y="626"/>
                  </a:lnTo>
                  <a:lnTo>
                    <a:pt x="154" y="626"/>
                  </a:lnTo>
                  <a:lnTo>
                    <a:pt x="156" y="626"/>
                  </a:lnTo>
                  <a:lnTo>
                    <a:pt x="158" y="626"/>
                  </a:lnTo>
                  <a:lnTo>
                    <a:pt x="158" y="626"/>
                  </a:lnTo>
                  <a:lnTo>
                    <a:pt x="160" y="626"/>
                  </a:lnTo>
                  <a:lnTo>
                    <a:pt x="164" y="622"/>
                  </a:lnTo>
                  <a:lnTo>
                    <a:pt x="164" y="620"/>
                  </a:lnTo>
                  <a:lnTo>
                    <a:pt x="164" y="618"/>
                  </a:lnTo>
                  <a:lnTo>
                    <a:pt x="164" y="618"/>
                  </a:lnTo>
                  <a:lnTo>
                    <a:pt x="164" y="616"/>
                  </a:lnTo>
                  <a:lnTo>
                    <a:pt x="164" y="616"/>
                  </a:lnTo>
                  <a:lnTo>
                    <a:pt x="165" y="616"/>
                  </a:lnTo>
                  <a:lnTo>
                    <a:pt x="165" y="616"/>
                  </a:lnTo>
                  <a:lnTo>
                    <a:pt x="165" y="616"/>
                  </a:lnTo>
                  <a:lnTo>
                    <a:pt x="167" y="616"/>
                  </a:lnTo>
                  <a:lnTo>
                    <a:pt x="167" y="616"/>
                  </a:lnTo>
                  <a:lnTo>
                    <a:pt x="171" y="614"/>
                  </a:lnTo>
                  <a:lnTo>
                    <a:pt x="171" y="614"/>
                  </a:lnTo>
                  <a:lnTo>
                    <a:pt x="171" y="612"/>
                  </a:lnTo>
                  <a:lnTo>
                    <a:pt x="175" y="607"/>
                  </a:lnTo>
                  <a:lnTo>
                    <a:pt x="177" y="599"/>
                  </a:lnTo>
                  <a:lnTo>
                    <a:pt x="177" y="597"/>
                  </a:lnTo>
                  <a:lnTo>
                    <a:pt x="177" y="597"/>
                  </a:lnTo>
                  <a:lnTo>
                    <a:pt x="177" y="595"/>
                  </a:lnTo>
                  <a:lnTo>
                    <a:pt x="177" y="593"/>
                  </a:lnTo>
                  <a:lnTo>
                    <a:pt x="177" y="593"/>
                  </a:lnTo>
                  <a:lnTo>
                    <a:pt x="179" y="591"/>
                  </a:lnTo>
                  <a:lnTo>
                    <a:pt x="179" y="590"/>
                  </a:lnTo>
                  <a:lnTo>
                    <a:pt x="181" y="590"/>
                  </a:lnTo>
                  <a:lnTo>
                    <a:pt x="181" y="590"/>
                  </a:lnTo>
                  <a:lnTo>
                    <a:pt x="183" y="590"/>
                  </a:lnTo>
                  <a:lnTo>
                    <a:pt x="183" y="590"/>
                  </a:lnTo>
                  <a:lnTo>
                    <a:pt x="185" y="588"/>
                  </a:lnTo>
                  <a:lnTo>
                    <a:pt x="185" y="588"/>
                  </a:lnTo>
                  <a:lnTo>
                    <a:pt x="185" y="586"/>
                  </a:lnTo>
                  <a:lnTo>
                    <a:pt x="186" y="586"/>
                  </a:lnTo>
                  <a:lnTo>
                    <a:pt x="190" y="586"/>
                  </a:lnTo>
                  <a:lnTo>
                    <a:pt x="192" y="586"/>
                  </a:lnTo>
                  <a:lnTo>
                    <a:pt x="194" y="584"/>
                  </a:lnTo>
                  <a:lnTo>
                    <a:pt x="198" y="584"/>
                  </a:lnTo>
                  <a:lnTo>
                    <a:pt x="198" y="584"/>
                  </a:lnTo>
                  <a:lnTo>
                    <a:pt x="200" y="586"/>
                  </a:lnTo>
                  <a:lnTo>
                    <a:pt x="200" y="588"/>
                  </a:lnTo>
                  <a:lnTo>
                    <a:pt x="200" y="588"/>
                  </a:lnTo>
                  <a:lnTo>
                    <a:pt x="200" y="588"/>
                  </a:lnTo>
                  <a:lnTo>
                    <a:pt x="202" y="588"/>
                  </a:lnTo>
                  <a:lnTo>
                    <a:pt x="204" y="588"/>
                  </a:lnTo>
                  <a:lnTo>
                    <a:pt x="204" y="586"/>
                  </a:lnTo>
                  <a:lnTo>
                    <a:pt x="204" y="586"/>
                  </a:lnTo>
                  <a:lnTo>
                    <a:pt x="204" y="586"/>
                  </a:lnTo>
                  <a:lnTo>
                    <a:pt x="204" y="584"/>
                  </a:lnTo>
                  <a:lnTo>
                    <a:pt x="206" y="584"/>
                  </a:lnTo>
                  <a:lnTo>
                    <a:pt x="206" y="582"/>
                  </a:lnTo>
                  <a:lnTo>
                    <a:pt x="207" y="584"/>
                  </a:lnTo>
                  <a:lnTo>
                    <a:pt x="209" y="584"/>
                  </a:lnTo>
                  <a:lnTo>
                    <a:pt x="209" y="584"/>
                  </a:lnTo>
                  <a:lnTo>
                    <a:pt x="211" y="584"/>
                  </a:lnTo>
                  <a:lnTo>
                    <a:pt x="211" y="584"/>
                  </a:lnTo>
                  <a:lnTo>
                    <a:pt x="211" y="584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13" y="588"/>
                  </a:lnTo>
                  <a:lnTo>
                    <a:pt x="215" y="588"/>
                  </a:lnTo>
                  <a:lnTo>
                    <a:pt x="215" y="588"/>
                  </a:lnTo>
                  <a:lnTo>
                    <a:pt x="217" y="588"/>
                  </a:lnTo>
                  <a:lnTo>
                    <a:pt x="217" y="588"/>
                  </a:lnTo>
                  <a:lnTo>
                    <a:pt x="219" y="588"/>
                  </a:lnTo>
                  <a:lnTo>
                    <a:pt x="221" y="588"/>
                  </a:lnTo>
                  <a:lnTo>
                    <a:pt x="225" y="588"/>
                  </a:lnTo>
                  <a:lnTo>
                    <a:pt x="225" y="588"/>
                  </a:lnTo>
                  <a:lnTo>
                    <a:pt x="226" y="588"/>
                  </a:lnTo>
                  <a:lnTo>
                    <a:pt x="226" y="586"/>
                  </a:lnTo>
                  <a:lnTo>
                    <a:pt x="230" y="584"/>
                  </a:lnTo>
                  <a:lnTo>
                    <a:pt x="232" y="578"/>
                  </a:lnTo>
                  <a:lnTo>
                    <a:pt x="234" y="578"/>
                  </a:lnTo>
                  <a:lnTo>
                    <a:pt x="234" y="578"/>
                  </a:lnTo>
                  <a:lnTo>
                    <a:pt x="236" y="578"/>
                  </a:lnTo>
                  <a:lnTo>
                    <a:pt x="238" y="578"/>
                  </a:lnTo>
                  <a:lnTo>
                    <a:pt x="238" y="580"/>
                  </a:lnTo>
                  <a:lnTo>
                    <a:pt x="238" y="580"/>
                  </a:lnTo>
                  <a:lnTo>
                    <a:pt x="240" y="580"/>
                  </a:lnTo>
                  <a:lnTo>
                    <a:pt x="242" y="578"/>
                  </a:lnTo>
                  <a:lnTo>
                    <a:pt x="244" y="576"/>
                  </a:lnTo>
                  <a:lnTo>
                    <a:pt x="246" y="574"/>
                  </a:lnTo>
                  <a:lnTo>
                    <a:pt x="246" y="572"/>
                  </a:lnTo>
                  <a:lnTo>
                    <a:pt x="246" y="572"/>
                  </a:lnTo>
                  <a:lnTo>
                    <a:pt x="249" y="571"/>
                  </a:lnTo>
                  <a:lnTo>
                    <a:pt x="249" y="571"/>
                  </a:lnTo>
                  <a:lnTo>
                    <a:pt x="249" y="569"/>
                  </a:lnTo>
                  <a:lnTo>
                    <a:pt x="249" y="569"/>
                  </a:lnTo>
                  <a:lnTo>
                    <a:pt x="249" y="567"/>
                  </a:lnTo>
                  <a:lnTo>
                    <a:pt x="249" y="567"/>
                  </a:lnTo>
                  <a:lnTo>
                    <a:pt x="251" y="565"/>
                  </a:lnTo>
                  <a:lnTo>
                    <a:pt x="251" y="563"/>
                  </a:lnTo>
                  <a:lnTo>
                    <a:pt x="251" y="563"/>
                  </a:lnTo>
                  <a:lnTo>
                    <a:pt x="251" y="561"/>
                  </a:lnTo>
                  <a:lnTo>
                    <a:pt x="251" y="561"/>
                  </a:lnTo>
                  <a:lnTo>
                    <a:pt x="251" y="561"/>
                  </a:lnTo>
                  <a:lnTo>
                    <a:pt x="253" y="559"/>
                  </a:lnTo>
                  <a:lnTo>
                    <a:pt x="255" y="559"/>
                  </a:lnTo>
                  <a:lnTo>
                    <a:pt x="257" y="559"/>
                  </a:lnTo>
                  <a:lnTo>
                    <a:pt x="259" y="559"/>
                  </a:lnTo>
                  <a:lnTo>
                    <a:pt x="259" y="561"/>
                  </a:lnTo>
                  <a:lnTo>
                    <a:pt x="261" y="561"/>
                  </a:lnTo>
                  <a:lnTo>
                    <a:pt x="263" y="563"/>
                  </a:lnTo>
                  <a:lnTo>
                    <a:pt x="263" y="565"/>
                  </a:lnTo>
                  <a:lnTo>
                    <a:pt x="263" y="565"/>
                  </a:lnTo>
                  <a:lnTo>
                    <a:pt x="265" y="565"/>
                  </a:lnTo>
                  <a:lnTo>
                    <a:pt x="266" y="565"/>
                  </a:lnTo>
                  <a:lnTo>
                    <a:pt x="272" y="565"/>
                  </a:lnTo>
                  <a:lnTo>
                    <a:pt x="274" y="565"/>
                  </a:lnTo>
                  <a:lnTo>
                    <a:pt x="274" y="565"/>
                  </a:lnTo>
                  <a:lnTo>
                    <a:pt x="274" y="567"/>
                  </a:lnTo>
                  <a:lnTo>
                    <a:pt x="274" y="567"/>
                  </a:lnTo>
                  <a:lnTo>
                    <a:pt x="274" y="569"/>
                  </a:lnTo>
                  <a:lnTo>
                    <a:pt x="274" y="569"/>
                  </a:lnTo>
                  <a:lnTo>
                    <a:pt x="274" y="569"/>
                  </a:lnTo>
                  <a:lnTo>
                    <a:pt x="278" y="571"/>
                  </a:lnTo>
                  <a:lnTo>
                    <a:pt x="278" y="571"/>
                  </a:lnTo>
                  <a:lnTo>
                    <a:pt x="280" y="571"/>
                  </a:lnTo>
                  <a:lnTo>
                    <a:pt x="282" y="571"/>
                  </a:lnTo>
                  <a:lnTo>
                    <a:pt x="282" y="571"/>
                  </a:lnTo>
                  <a:lnTo>
                    <a:pt x="284" y="571"/>
                  </a:lnTo>
                  <a:lnTo>
                    <a:pt x="284" y="569"/>
                  </a:lnTo>
                  <a:lnTo>
                    <a:pt x="284" y="569"/>
                  </a:lnTo>
                  <a:lnTo>
                    <a:pt x="284" y="569"/>
                  </a:lnTo>
                  <a:lnTo>
                    <a:pt x="282" y="569"/>
                  </a:lnTo>
                  <a:lnTo>
                    <a:pt x="282" y="567"/>
                  </a:lnTo>
                  <a:lnTo>
                    <a:pt x="282" y="567"/>
                  </a:lnTo>
                  <a:lnTo>
                    <a:pt x="280" y="567"/>
                  </a:lnTo>
                  <a:lnTo>
                    <a:pt x="280" y="567"/>
                  </a:lnTo>
                  <a:lnTo>
                    <a:pt x="280" y="565"/>
                  </a:lnTo>
                  <a:lnTo>
                    <a:pt x="280" y="565"/>
                  </a:lnTo>
                  <a:lnTo>
                    <a:pt x="280" y="565"/>
                  </a:lnTo>
                  <a:lnTo>
                    <a:pt x="282" y="563"/>
                  </a:lnTo>
                  <a:lnTo>
                    <a:pt x="282" y="563"/>
                  </a:lnTo>
                  <a:lnTo>
                    <a:pt x="284" y="565"/>
                  </a:lnTo>
                  <a:lnTo>
                    <a:pt x="284" y="565"/>
                  </a:lnTo>
                  <a:lnTo>
                    <a:pt x="286" y="563"/>
                  </a:lnTo>
                  <a:lnTo>
                    <a:pt x="291" y="561"/>
                  </a:lnTo>
                  <a:lnTo>
                    <a:pt x="299" y="557"/>
                  </a:lnTo>
                  <a:lnTo>
                    <a:pt x="299" y="555"/>
                  </a:lnTo>
                  <a:lnTo>
                    <a:pt x="299" y="555"/>
                  </a:lnTo>
                  <a:lnTo>
                    <a:pt x="299" y="553"/>
                  </a:lnTo>
                  <a:lnTo>
                    <a:pt x="299" y="553"/>
                  </a:lnTo>
                  <a:lnTo>
                    <a:pt x="299" y="553"/>
                  </a:lnTo>
                  <a:lnTo>
                    <a:pt x="299" y="552"/>
                  </a:lnTo>
                  <a:lnTo>
                    <a:pt x="301" y="552"/>
                  </a:lnTo>
                  <a:lnTo>
                    <a:pt x="301" y="550"/>
                  </a:lnTo>
                  <a:lnTo>
                    <a:pt x="303" y="548"/>
                  </a:lnTo>
                  <a:lnTo>
                    <a:pt x="305" y="548"/>
                  </a:lnTo>
                  <a:lnTo>
                    <a:pt x="307" y="548"/>
                  </a:lnTo>
                  <a:lnTo>
                    <a:pt x="307" y="546"/>
                  </a:lnTo>
                  <a:lnTo>
                    <a:pt x="308" y="546"/>
                  </a:lnTo>
                  <a:lnTo>
                    <a:pt x="308" y="546"/>
                  </a:lnTo>
                  <a:lnTo>
                    <a:pt x="308" y="544"/>
                  </a:lnTo>
                  <a:lnTo>
                    <a:pt x="307" y="544"/>
                  </a:lnTo>
                  <a:lnTo>
                    <a:pt x="307" y="544"/>
                  </a:lnTo>
                  <a:lnTo>
                    <a:pt x="307" y="544"/>
                  </a:lnTo>
                  <a:lnTo>
                    <a:pt x="307" y="542"/>
                  </a:lnTo>
                  <a:lnTo>
                    <a:pt x="305" y="542"/>
                  </a:lnTo>
                  <a:lnTo>
                    <a:pt x="307" y="542"/>
                  </a:lnTo>
                  <a:lnTo>
                    <a:pt x="307" y="542"/>
                  </a:lnTo>
                  <a:lnTo>
                    <a:pt x="307" y="540"/>
                  </a:lnTo>
                  <a:lnTo>
                    <a:pt x="307" y="542"/>
                  </a:lnTo>
                  <a:lnTo>
                    <a:pt x="308" y="542"/>
                  </a:lnTo>
                  <a:lnTo>
                    <a:pt x="310" y="544"/>
                  </a:lnTo>
                  <a:lnTo>
                    <a:pt x="312" y="544"/>
                  </a:lnTo>
                  <a:lnTo>
                    <a:pt x="312" y="544"/>
                  </a:lnTo>
                  <a:lnTo>
                    <a:pt x="312" y="544"/>
                  </a:lnTo>
                  <a:lnTo>
                    <a:pt x="312" y="546"/>
                  </a:lnTo>
                  <a:lnTo>
                    <a:pt x="312" y="546"/>
                  </a:lnTo>
                  <a:lnTo>
                    <a:pt x="312" y="546"/>
                  </a:lnTo>
                  <a:lnTo>
                    <a:pt x="312" y="546"/>
                  </a:lnTo>
                  <a:lnTo>
                    <a:pt x="312" y="548"/>
                  </a:lnTo>
                  <a:lnTo>
                    <a:pt x="312" y="548"/>
                  </a:lnTo>
                  <a:lnTo>
                    <a:pt x="312" y="548"/>
                  </a:lnTo>
                  <a:lnTo>
                    <a:pt x="314" y="548"/>
                  </a:lnTo>
                  <a:lnTo>
                    <a:pt x="316" y="548"/>
                  </a:lnTo>
                  <a:lnTo>
                    <a:pt x="316" y="548"/>
                  </a:lnTo>
                  <a:lnTo>
                    <a:pt x="322" y="550"/>
                  </a:lnTo>
                  <a:lnTo>
                    <a:pt x="324" y="550"/>
                  </a:lnTo>
                  <a:lnTo>
                    <a:pt x="327" y="548"/>
                  </a:lnTo>
                  <a:lnTo>
                    <a:pt x="327" y="548"/>
                  </a:lnTo>
                  <a:lnTo>
                    <a:pt x="327" y="548"/>
                  </a:lnTo>
                  <a:lnTo>
                    <a:pt x="326" y="548"/>
                  </a:lnTo>
                  <a:lnTo>
                    <a:pt x="326" y="548"/>
                  </a:lnTo>
                  <a:lnTo>
                    <a:pt x="324" y="546"/>
                  </a:lnTo>
                  <a:lnTo>
                    <a:pt x="324" y="546"/>
                  </a:lnTo>
                  <a:lnTo>
                    <a:pt x="324" y="546"/>
                  </a:lnTo>
                  <a:lnTo>
                    <a:pt x="320" y="546"/>
                  </a:lnTo>
                  <a:lnTo>
                    <a:pt x="316" y="546"/>
                  </a:lnTo>
                  <a:lnTo>
                    <a:pt x="314" y="544"/>
                  </a:lnTo>
                  <a:lnTo>
                    <a:pt x="314" y="544"/>
                  </a:lnTo>
                  <a:lnTo>
                    <a:pt x="314" y="544"/>
                  </a:lnTo>
                  <a:lnTo>
                    <a:pt x="312" y="540"/>
                  </a:lnTo>
                  <a:lnTo>
                    <a:pt x="308" y="538"/>
                  </a:lnTo>
                  <a:lnTo>
                    <a:pt x="308" y="536"/>
                  </a:lnTo>
                  <a:lnTo>
                    <a:pt x="308" y="532"/>
                  </a:lnTo>
                  <a:lnTo>
                    <a:pt x="310" y="531"/>
                  </a:lnTo>
                  <a:lnTo>
                    <a:pt x="310" y="529"/>
                  </a:lnTo>
                  <a:lnTo>
                    <a:pt x="312" y="529"/>
                  </a:lnTo>
                  <a:lnTo>
                    <a:pt x="312" y="527"/>
                  </a:lnTo>
                  <a:lnTo>
                    <a:pt x="312" y="527"/>
                  </a:lnTo>
                  <a:lnTo>
                    <a:pt x="312" y="527"/>
                  </a:lnTo>
                  <a:lnTo>
                    <a:pt x="314" y="529"/>
                  </a:lnTo>
                  <a:lnTo>
                    <a:pt x="314" y="529"/>
                  </a:lnTo>
                  <a:lnTo>
                    <a:pt x="314" y="531"/>
                  </a:lnTo>
                  <a:lnTo>
                    <a:pt x="314" y="532"/>
                  </a:lnTo>
                  <a:lnTo>
                    <a:pt x="316" y="532"/>
                  </a:lnTo>
                  <a:lnTo>
                    <a:pt x="316" y="531"/>
                  </a:lnTo>
                  <a:lnTo>
                    <a:pt x="316" y="523"/>
                  </a:lnTo>
                  <a:lnTo>
                    <a:pt x="316" y="523"/>
                  </a:lnTo>
                  <a:lnTo>
                    <a:pt x="320" y="527"/>
                  </a:lnTo>
                  <a:lnTo>
                    <a:pt x="322" y="531"/>
                  </a:lnTo>
                  <a:lnTo>
                    <a:pt x="326" y="536"/>
                  </a:lnTo>
                  <a:lnTo>
                    <a:pt x="329" y="544"/>
                  </a:lnTo>
                  <a:lnTo>
                    <a:pt x="329" y="544"/>
                  </a:lnTo>
                  <a:lnTo>
                    <a:pt x="329" y="542"/>
                  </a:lnTo>
                  <a:lnTo>
                    <a:pt x="329" y="542"/>
                  </a:lnTo>
                  <a:lnTo>
                    <a:pt x="327" y="536"/>
                  </a:lnTo>
                  <a:lnTo>
                    <a:pt x="326" y="529"/>
                  </a:lnTo>
                  <a:lnTo>
                    <a:pt x="324" y="527"/>
                  </a:lnTo>
                  <a:lnTo>
                    <a:pt x="324" y="525"/>
                  </a:lnTo>
                  <a:lnTo>
                    <a:pt x="324" y="523"/>
                  </a:lnTo>
                  <a:lnTo>
                    <a:pt x="326" y="521"/>
                  </a:lnTo>
                  <a:lnTo>
                    <a:pt x="326" y="515"/>
                  </a:lnTo>
                  <a:lnTo>
                    <a:pt x="326" y="512"/>
                  </a:lnTo>
                  <a:lnTo>
                    <a:pt x="318" y="498"/>
                  </a:lnTo>
                  <a:lnTo>
                    <a:pt x="316" y="494"/>
                  </a:lnTo>
                  <a:lnTo>
                    <a:pt x="314" y="483"/>
                  </a:lnTo>
                  <a:lnTo>
                    <a:pt x="314" y="479"/>
                  </a:lnTo>
                  <a:lnTo>
                    <a:pt x="316" y="475"/>
                  </a:lnTo>
                  <a:lnTo>
                    <a:pt x="314" y="474"/>
                  </a:lnTo>
                  <a:lnTo>
                    <a:pt x="312" y="475"/>
                  </a:lnTo>
                  <a:lnTo>
                    <a:pt x="310" y="475"/>
                  </a:lnTo>
                  <a:lnTo>
                    <a:pt x="310" y="477"/>
                  </a:lnTo>
                  <a:lnTo>
                    <a:pt x="308" y="479"/>
                  </a:lnTo>
                  <a:lnTo>
                    <a:pt x="307" y="477"/>
                  </a:lnTo>
                  <a:lnTo>
                    <a:pt x="308" y="475"/>
                  </a:lnTo>
                  <a:lnTo>
                    <a:pt x="308" y="475"/>
                  </a:lnTo>
                  <a:lnTo>
                    <a:pt x="310" y="475"/>
                  </a:lnTo>
                  <a:lnTo>
                    <a:pt x="310" y="474"/>
                  </a:lnTo>
                  <a:lnTo>
                    <a:pt x="312" y="474"/>
                  </a:lnTo>
                  <a:lnTo>
                    <a:pt x="314" y="472"/>
                  </a:lnTo>
                  <a:lnTo>
                    <a:pt x="316" y="472"/>
                  </a:lnTo>
                  <a:lnTo>
                    <a:pt x="318" y="466"/>
                  </a:lnTo>
                  <a:lnTo>
                    <a:pt x="320" y="464"/>
                  </a:lnTo>
                  <a:lnTo>
                    <a:pt x="320" y="460"/>
                  </a:lnTo>
                  <a:lnTo>
                    <a:pt x="320" y="453"/>
                  </a:lnTo>
                  <a:lnTo>
                    <a:pt x="320" y="447"/>
                  </a:lnTo>
                  <a:lnTo>
                    <a:pt x="320" y="445"/>
                  </a:lnTo>
                  <a:lnTo>
                    <a:pt x="320" y="445"/>
                  </a:lnTo>
                  <a:lnTo>
                    <a:pt x="322" y="443"/>
                  </a:lnTo>
                  <a:lnTo>
                    <a:pt x="322" y="443"/>
                  </a:lnTo>
                  <a:lnTo>
                    <a:pt x="320" y="443"/>
                  </a:lnTo>
                  <a:lnTo>
                    <a:pt x="320" y="443"/>
                  </a:lnTo>
                  <a:lnTo>
                    <a:pt x="318" y="443"/>
                  </a:lnTo>
                  <a:lnTo>
                    <a:pt x="316" y="443"/>
                  </a:lnTo>
                  <a:lnTo>
                    <a:pt x="316" y="443"/>
                  </a:lnTo>
                  <a:lnTo>
                    <a:pt x="318" y="441"/>
                  </a:lnTo>
                  <a:lnTo>
                    <a:pt x="318" y="441"/>
                  </a:lnTo>
                  <a:lnTo>
                    <a:pt x="320" y="441"/>
                  </a:lnTo>
                  <a:lnTo>
                    <a:pt x="320" y="439"/>
                  </a:lnTo>
                  <a:lnTo>
                    <a:pt x="318" y="437"/>
                  </a:lnTo>
                  <a:lnTo>
                    <a:pt x="318" y="437"/>
                  </a:lnTo>
                  <a:lnTo>
                    <a:pt x="318" y="434"/>
                  </a:lnTo>
                  <a:lnTo>
                    <a:pt x="316" y="434"/>
                  </a:lnTo>
                  <a:lnTo>
                    <a:pt x="314" y="432"/>
                  </a:lnTo>
                  <a:lnTo>
                    <a:pt x="314" y="430"/>
                  </a:lnTo>
                  <a:lnTo>
                    <a:pt x="312" y="430"/>
                  </a:lnTo>
                  <a:lnTo>
                    <a:pt x="312" y="430"/>
                  </a:lnTo>
                  <a:lnTo>
                    <a:pt x="312" y="424"/>
                  </a:lnTo>
                  <a:lnTo>
                    <a:pt x="310" y="409"/>
                  </a:lnTo>
                  <a:lnTo>
                    <a:pt x="310" y="407"/>
                  </a:lnTo>
                  <a:lnTo>
                    <a:pt x="308" y="405"/>
                  </a:lnTo>
                  <a:lnTo>
                    <a:pt x="308" y="401"/>
                  </a:lnTo>
                  <a:lnTo>
                    <a:pt x="308" y="394"/>
                  </a:lnTo>
                  <a:lnTo>
                    <a:pt x="310" y="382"/>
                  </a:lnTo>
                  <a:lnTo>
                    <a:pt x="312" y="373"/>
                  </a:lnTo>
                  <a:lnTo>
                    <a:pt x="310" y="373"/>
                  </a:lnTo>
                  <a:lnTo>
                    <a:pt x="314" y="367"/>
                  </a:lnTo>
                  <a:lnTo>
                    <a:pt x="314" y="365"/>
                  </a:lnTo>
                  <a:lnTo>
                    <a:pt x="316" y="363"/>
                  </a:lnTo>
                  <a:lnTo>
                    <a:pt x="318" y="359"/>
                  </a:lnTo>
                  <a:lnTo>
                    <a:pt x="320" y="359"/>
                  </a:lnTo>
                  <a:lnTo>
                    <a:pt x="322" y="356"/>
                  </a:lnTo>
                  <a:lnTo>
                    <a:pt x="322" y="354"/>
                  </a:lnTo>
                  <a:lnTo>
                    <a:pt x="322" y="354"/>
                  </a:lnTo>
                  <a:lnTo>
                    <a:pt x="322" y="352"/>
                  </a:lnTo>
                  <a:lnTo>
                    <a:pt x="324" y="350"/>
                  </a:lnTo>
                  <a:lnTo>
                    <a:pt x="324" y="348"/>
                  </a:lnTo>
                  <a:lnTo>
                    <a:pt x="327" y="337"/>
                  </a:lnTo>
                  <a:lnTo>
                    <a:pt x="329" y="335"/>
                  </a:lnTo>
                  <a:lnTo>
                    <a:pt x="335" y="327"/>
                  </a:lnTo>
                  <a:lnTo>
                    <a:pt x="339" y="325"/>
                  </a:lnTo>
                  <a:lnTo>
                    <a:pt x="343" y="325"/>
                  </a:lnTo>
                  <a:lnTo>
                    <a:pt x="345" y="323"/>
                  </a:lnTo>
                  <a:lnTo>
                    <a:pt x="345" y="323"/>
                  </a:lnTo>
                  <a:lnTo>
                    <a:pt x="347" y="321"/>
                  </a:lnTo>
                  <a:lnTo>
                    <a:pt x="347" y="321"/>
                  </a:lnTo>
                  <a:lnTo>
                    <a:pt x="347" y="321"/>
                  </a:lnTo>
                  <a:lnTo>
                    <a:pt x="348" y="321"/>
                  </a:lnTo>
                  <a:lnTo>
                    <a:pt x="352" y="319"/>
                  </a:lnTo>
                  <a:lnTo>
                    <a:pt x="352" y="319"/>
                  </a:lnTo>
                  <a:lnTo>
                    <a:pt x="354" y="318"/>
                  </a:lnTo>
                  <a:lnTo>
                    <a:pt x="354" y="318"/>
                  </a:lnTo>
                  <a:lnTo>
                    <a:pt x="356" y="319"/>
                  </a:lnTo>
                  <a:lnTo>
                    <a:pt x="356" y="318"/>
                  </a:lnTo>
                  <a:lnTo>
                    <a:pt x="358" y="318"/>
                  </a:lnTo>
                  <a:lnTo>
                    <a:pt x="360" y="318"/>
                  </a:lnTo>
                  <a:lnTo>
                    <a:pt x="364" y="318"/>
                  </a:lnTo>
                  <a:lnTo>
                    <a:pt x="364" y="316"/>
                  </a:lnTo>
                  <a:lnTo>
                    <a:pt x="364" y="316"/>
                  </a:lnTo>
                  <a:lnTo>
                    <a:pt x="366" y="316"/>
                  </a:lnTo>
                  <a:lnTo>
                    <a:pt x="366" y="316"/>
                  </a:lnTo>
                  <a:lnTo>
                    <a:pt x="366" y="316"/>
                  </a:lnTo>
                  <a:lnTo>
                    <a:pt x="367" y="316"/>
                  </a:lnTo>
                  <a:lnTo>
                    <a:pt x="371" y="316"/>
                  </a:lnTo>
                  <a:lnTo>
                    <a:pt x="373" y="316"/>
                  </a:lnTo>
                  <a:lnTo>
                    <a:pt x="375" y="318"/>
                  </a:lnTo>
                  <a:lnTo>
                    <a:pt x="377" y="321"/>
                  </a:lnTo>
                  <a:lnTo>
                    <a:pt x="377" y="325"/>
                  </a:lnTo>
                  <a:lnTo>
                    <a:pt x="377" y="333"/>
                  </a:lnTo>
                  <a:lnTo>
                    <a:pt x="379" y="333"/>
                  </a:lnTo>
                  <a:lnTo>
                    <a:pt x="379" y="331"/>
                  </a:lnTo>
                  <a:lnTo>
                    <a:pt x="383" y="323"/>
                  </a:lnTo>
                  <a:lnTo>
                    <a:pt x="385" y="316"/>
                  </a:lnTo>
                  <a:lnTo>
                    <a:pt x="385" y="312"/>
                  </a:lnTo>
                  <a:lnTo>
                    <a:pt x="385" y="308"/>
                  </a:lnTo>
                  <a:lnTo>
                    <a:pt x="383" y="304"/>
                  </a:lnTo>
                  <a:lnTo>
                    <a:pt x="385" y="304"/>
                  </a:lnTo>
                  <a:lnTo>
                    <a:pt x="385" y="306"/>
                  </a:lnTo>
                  <a:lnTo>
                    <a:pt x="385" y="306"/>
                  </a:lnTo>
                  <a:lnTo>
                    <a:pt x="387" y="304"/>
                  </a:lnTo>
                  <a:lnTo>
                    <a:pt x="385" y="304"/>
                  </a:lnTo>
                  <a:lnTo>
                    <a:pt x="387" y="302"/>
                  </a:lnTo>
                  <a:lnTo>
                    <a:pt x="387" y="306"/>
                  </a:lnTo>
                  <a:lnTo>
                    <a:pt x="387" y="308"/>
                  </a:lnTo>
                  <a:lnTo>
                    <a:pt x="387" y="310"/>
                  </a:lnTo>
                  <a:lnTo>
                    <a:pt x="387" y="316"/>
                  </a:lnTo>
                  <a:lnTo>
                    <a:pt x="387" y="318"/>
                  </a:lnTo>
                  <a:lnTo>
                    <a:pt x="387" y="319"/>
                  </a:lnTo>
                  <a:lnTo>
                    <a:pt x="388" y="321"/>
                  </a:lnTo>
                  <a:lnTo>
                    <a:pt x="390" y="321"/>
                  </a:lnTo>
                  <a:lnTo>
                    <a:pt x="390" y="323"/>
                  </a:lnTo>
                  <a:lnTo>
                    <a:pt x="394" y="325"/>
                  </a:lnTo>
                  <a:lnTo>
                    <a:pt x="394" y="327"/>
                  </a:lnTo>
                  <a:lnTo>
                    <a:pt x="394" y="327"/>
                  </a:lnTo>
                  <a:lnTo>
                    <a:pt x="396" y="327"/>
                  </a:lnTo>
                  <a:lnTo>
                    <a:pt x="396" y="327"/>
                  </a:lnTo>
                  <a:lnTo>
                    <a:pt x="396" y="327"/>
                  </a:lnTo>
                  <a:lnTo>
                    <a:pt x="396" y="325"/>
                  </a:lnTo>
                  <a:lnTo>
                    <a:pt x="396" y="323"/>
                  </a:lnTo>
                  <a:lnTo>
                    <a:pt x="396" y="323"/>
                  </a:lnTo>
                  <a:lnTo>
                    <a:pt x="396" y="323"/>
                  </a:lnTo>
                  <a:lnTo>
                    <a:pt x="394" y="321"/>
                  </a:lnTo>
                  <a:lnTo>
                    <a:pt x="394" y="321"/>
                  </a:lnTo>
                  <a:lnTo>
                    <a:pt x="398" y="318"/>
                  </a:lnTo>
                  <a:lnTo>
                    <a:pt x="400" y="316"/>
                  </a:lnTo>
                  <a:lnTo>
                    <a:pt x="404" y="314"/>
                  </a:lnTo>
                  <a:lnTo>
                    <a:pt x="408" y="310"/>
                  </a:lnTo>
                  <a:lnTo>
                    <a:pt x="409" y="310"/>
                  </a:lnTo>
                  <a:lnTo>
                    <a:pt x="409" y="308"/>
                  </a:lnTo>
                  <a:lnTo>
                    <a:pt x="409" y="302"/>
                  </a:lnTo>
                  <a:lnTo>
                    <a:pt x="409" y="300"/>
                  </a:lnTo>
                  <a:lnTo>
                    <a:pt x="411" y="299"/>
                  </a:lnTo>
                  <a:lnTo>
                    <a:pt x="413" y="293"/>
                  </a:lnTo>
                  <a:lnTo>
                    <a:pt x="415" y="287"/>
                  </a:lnTo>
                  <a:lnTo>
                    <a:pt x="417" y="283"/>
                  </a:lnTo>
                  <a:lnTo>
                    <a:pt x="419" y="280"/>
                  </a:lnTo>
                  <a:lnTo>
                    <a:pt x="419" y="278"/>
                  </a:lnTo>
                  <a:lnTo>
                    <a:pt x="419" y="278"/>
                  </a:lnTo>
                  <a:lnTo>
                    <a:pt x="419" y="276"/>
                  </a:lnTo>
                  <a:lnTo>
                    <a:pt x="419" y="276"/>
                  </a:lnTo>
                  <a:lnTo>
                    <a:pt x="419" y="274"/>
                  </a:lnTo>
                  <a:lnTo>
                    <a:pt x="425" y="270"/>
                  </a:lnTo>
                  <a:lnTo>
                    <a:pt x="427" y="270"/>
                  </a:lnTo>
                  <a:lnTo>
                    <a:pt x="427" y="270"/>
                  </a:lnTo>
                  <a:lnTo>
                    <a:pt x="428" y="270"/>
                  </a:lnTo>
                  <a:lnTo>
                    <a:pt x="430" y="270"/>
                  </a:lnTo>
                  <a:lnTo>
                    <a:pt x="430" y="270"/>
                  </a:lnTo>
                  <a:lnTo>
                    <a:pt x="432" y="270"/>
                  </a:lnTo>
                  <a:lnTo>
                    <a:pt x="432" y="270"/>
                  </a:lnTo>
                  <a:lnTo>
                    <a:pt x="434" y="270"/>
                  </a:lnTo>
                  <a:lnTo>
                    <a:pt x="434" y="272"/>
                  </a:lnTo>
                  <a:lnTo>
                    <a:pt x="434" y="272"/>
                  </a:lnTo>
                  <a:lnTo>
                    <a:pt x="434" y="272"/>
                  </a:lnTo>
                  <a:lnTo>
                    <a:pt x="434" y="274"/>
                  </a:lnTo>
                  <a:lnTo>
                    <a:pt x="440" y="272"/>
                  </a:lnTo>
                  <a:lnTo>
                    <a:pt x="442" y="272"/>
                  </a:lnTo>
                  <a:lnTo>
                    <a:pt x="444" y="272"/>
                  </a:lnTo>
                  <a:lnTo>
                    <a:pt x="446" y="272"/>
                  </a:lnTo>
                  <a:lnTo>
                    <a:pt x="446" y="270"/>
                  </a:lnTo>
                  <a:lnTo>
                    <a:pt x="448" y="270"/>
                  </a:lnTo>
                  <a:lnTo>
                    <a:pt x="448" y="270"/>
                  </a:lnTo>
                  <a:lnTo>
                    <a:pt x="448" y="272"/>
                  </a:lnTo>
                  <a:lnTo>
                    <a:pt x="448" y="274"/>
                  </a:lnTo>
                  <a:lnTo>
                    <a:pt x="449" y="274"/>
                  </a:lnTo>
                  <a:lnTo>
                    <a:pt x="453" y="274"/>
                  </a:lnTo>
                  <a:lnTo>
                    <a:pt x="453" y="274"/>
                  </a:lnTo>
                  <a:lnTo>
                    <a:pt x="455" y="274"/>
                  </a:lnTo>
                  <a:lnTo>
                    <a:pt x="457" y="274"/>
                  </a:lnTo>
                  <a:lnTo>
                    <a:pt x="459" y="276"/>
                  </a:lnTo>
                  <a:lnTo>
                    <a:pt x="461" y="276"/>
                  </a:lnTo>
                  <a:lnTo>
                    <a:pt x="461" y="276"/>
                  </a:lnTo>
                  <a:lnTo>
                    <a:pt x="465" y="276"/>
                  </a:lnTo>
                  <a:lnTo>
                    <a:pt x="467" y="274"/>
                  </a:lnTo>
                  <a:lnTo>
                    <a:pt x="474" y="270"/>
                  </a:lnTo>
                  <a:lnTo>
                    <a:pt x="476" y="270"/>
                  </a:lnTo>
                  <a:lnTo>
                    <a:pt x="478" y="270"/>
                  </a:lnTo>
                  <a:lnTo>
                    <a:pt x="482" y="268"/>
                  </a:lnTo>
                  <a:lnTo>
                    <a:pt x="482" y="268"/>
                  </a:lnTo>
                  <a:lnTo>
                    <a:pt x="484" y="266"/>
                  </a:lnTo>
                  <a:lnTo>
                    <a:pt x="484" y="266"/>
                  </a:lnTo>
                  <a:lnTo>
                    <a:pt x="486" y="266"/>
                  </a:lnTo>
                  <a:lnTo>
                    <a:pt x="488" y="266"/>
                  </a:lnTo>
                  <a:lnTo>
                    <a:pt x="488" y="266"/>
                  </a:lnTo>
                  <a:lnTo>
                    <a:pt x="489" y="264"/>
                  </a:lnTo>
                  <a:lnTo>
                    <a:pt x="491" y="262"/>
                  </a:lnTo>
                  <a:lnTo>
                    <a:pt x="493" y="264"/>
                  </a:lnTo>
                  <a:lnTo>
                    <a:pt x="495" y="262"/>
                  </a:lnTo>
                  <a:lnTo>
                    <a:pt x="499" y="261"/>
                  </a:lnTo>
                  <a:lnTo>
                    <a:pt x="503" y="259"/>
                  </a:lnTo>
                  <a:lnTo>
                    <a:pt x="505" y="259"/>
                  </a:lnTo>
                  <a:lnTo>
                    <a:pt x="507" y="257"/>
                  </a:lnTo>
                  <a:lnTo>
                    <a:pt x="512" y="251"/>
                  </a:lnTo>
                  <a:lnTo>
                    <a:pt x="516" y="251"/>
                  </a:lnTo>
                  <a:lnTo>
                    <a:pt x="514" y="249"/>
                  </a:lnTo>
                  <a:lnTo>
                    <a:pt x="514" y="247"/>
                  </a:lnTo>
                  <a:lnTo>
                    <a:pt x="514" y="247"/>
                  </a:lnTo>
                  <a:lnTo>
                    <a:pt x="514" y="245"/>
                  </a:lnTo>
                  <a:lnTo>
                    <a:pt x="514" y="245"/>
                  </a:lnTo>
                  <a:lnTo>
                    <a:pt x="514" y="247"/>
                  </a:lnTo>
                  <a:lnTo>
                    <a:pt x="516" y="247"/>
                  </a:lnTo>
                  <a:lnTo>
                    <a:pt x="516" y="247"/>
                  </a:lnTo>
                  <a:lnTo>
                    <a:pt x="516" y="247"/>
                  </a:lnTo>
                  <a:lnTo>
                    <a:pt x="516" y="247"/>
                  </a:lnTo>
                  <a:lnTo>
                    <a:pt x="516" y="245"/>
                  </a:lnTo>
                  <a:lnTo>
                    <a:pt x="518" y="242"/>
                  </a:lnTo>
                  <a:lnTo>
                    <a:pt x="520" y="238"/>
                  </a:lnTo>
                  <a:lnTo>
                    <a:pt x="520" y="234"/>
                  </a:lnTo>
                  <a:lnTo>
                    <a:pt x="522" y="228"/>
                  </a:lnTo>
                  <a:lnTo>
                    <a:pt x="522" y="224"/>
                  </a:lnTo>
                  <a:lnTo>
                    <a:pt x="522" y="219"/>
                  </a:lnTo>
                  <a:lnTo>
                    <a:pt x="520" y="217"/>
                  </a:lnTo>
                  <a:lnTo>
                    <a:pt x="520" y="215"/>
                  </a:lnTo>
                  <a:lnTo>
                    <a:pt x="520" y="217"/>
                  </a:lnTo>
                  <a:lnTo>
                    <a:pt x="520" y="221"/>
                  </a:lnTo>
                  <a:lnTo>
                    <a:pt x="522" y="224"/>
                  </a:lnTo>
                  <a:lnTo>
                    <a:pt x="520" y="224"/>
                  </a:lnTo>
                  <a:lnTo>
                    <a:pt x="518" y="224"/>
                  </a:lnTo>
                  <a:lnTo>
                    <a:pt x="518" y="224"/>
                  </a:lnTo>
                  <a:lnTo>
                    <a:pt x="518" y="224"/>
                  </a:lnTo>
                  <a:lnTo>
                    <a:pt x="516" y="224"/>
                  </a:lnTo>
                  <a:lnTo>
                    <a:pt x="516" y="224"/>
                  </a:lnTo>
                  <a:lnTo>
                    <a:pt x="516" y="224"/>
                  </a:lnTo>
                  <a:lnTo>
                    <a:pt x="516" y="224"/>
                  </a:lnTo>
                  <a:lnTo>
                    <a:pt x="514" y="224"/>
                  </a:lnTo>
                  <a:lnTo>
                    <a:pt x="512" y="222"/>
                  </a:lnTo>
                  <a:lnTo>
                    <a:pt x="510" y="221"/>
                  </a:lnTo>
                  <a:lnTo>
                    <a:pt x="510" y="219"/>
                  </a:lnTo>
                  <a:lnTo>
                    <a:pt x="510" y="217"/>
                  </a:lnTo>
                  <a:lnTo>
                    <a:pt x="514" y="211"/>
                  </a:lnTo>
                  <a:lnTo>
                    <a:pt x="514" y="207"/>
                  </a:lnTo>
                  <a:lnTo>
                    <a:pt x="516" y="205"/>
                  </a:lnTo>
                  <a:lnTo>
                    <a:pt x="520" y="203"/>
                  </a:lnTo>
                  <a:lnTo>
                    <a:pt x="522" y="200"/>
                  </a:lnTo>
                  <a:lnTo>
                    <a:pt x="524" y="198"/>
                  </a:lnTo>
                  <a:lnTo>
                    <a:pt x="526" y="196"/>
                  </a:lnTo>
                  <a:lnTo>
                    <a:pt x="528" y="196"/>
                  </a:lnTo>
                  <a:lnTo>
                    <a:pt x="529" y="192"/>
                  </a:lnTo>
                  <a:lnTo>
                    <a:pt x="531" y="190"/>
                  </a:lnTo>
                  <a:lnTo>
                    <a:pt x="554" y="177"/>
                  </a:lnTo>
                  <a:lnTo>
                    <a:pt x="558" y="175"/>
                  </a:lnTo>
                  <a:lnTo>
                    <a:pt x="562" y="173"/>
                  </a:lnTo>
                  <a:lnTo>
                    <a:pt x="566" y="173"/>
                  </a:lnTo>
                  <a:lnTo>
                    <a:pt x="566" y="171"/>
                  </a:lnTo>
                  <a:lnTo>
                    <a:pt x="568" y="169"/>
                  </a:lnTo>
                  <a:lnTo>
                    <a:pt x="569" y="169"/>
                  </a:lnTo>
                  <a:lnTo>
                    <a:pt x="569" y="171"/>
                  </a:lnTo>
                  <a:lnTo>
                    <a:pt x="569" y="171"/>
                  </a:lnTo>
                  <a:lnTo>
                    <a:pt x="575" y="167"/>
                  </a:lnTo>
                  <a:lnTo>
                    <a:pt x="575" y="167"/>
                  </a:lnTo>
                  <a:lnTo>
                    <a:pt x="577" y="167"/>
                  </a:lnTo>
                  <a:lnTo>
                    <a:pt x="577" y="165"/>
                  </a:lnTo>
                  <a:lnTo>
                    <a:pt x="579" y="164"/>
                  </a:lnTo>
                  <a:lnTo>
                    <a:pt x="581" y="164"/>
                  </a:lnTo>
                  <a:lnTo>
                    <a:pt x="585" y="162"/>
                  </a:lnTo>
                  <a:lnTo>
                    <a:pt x="589" y="160"/>
                  </a:lnTo>
                  <a:lnTo>
                    <a:pt x="596" y="156"/>
                  </a:lnTo>
                  <a:lnTo>
                    <a:pt x="598" y="154"/>
                  </a:lnTo>
                  <a:lnTo>
                    <a:pt x="600" y="154"/>
                  </a:lnTo>
                  <a:lnTo>
                    <a:pt x="600" y="154"/>
                  </a:lnTo>
                  <a:lnTo>
                    <a:pt x="602" y="152"/>
                  </a:lnTo>
                  <a:lnTo>
                    <a:pt x="602" y="152"/>
                  </a:lnTo>
                  <a:lnTo>
                    <a:pt x="600" y="148"/>
                  </a:lnTo>
                  <a:lnTo>
                    <a:pt x="602" y="148"/>
                  </a:lnTo>
                  <a:lnTo>
                    <a:pt x="604" y="148"/>
                  </a:lnTo>
                  <a:lnTo>
                    <a:pt x="604" y="148"/>
                  </a:lnTo>
                  <a:lnTo>
                    <a:pt x="606" y="146"/>
                  </a:lnTo>
                  <a:lnTo>
                    <a:pt x="608" y="146"/>
                  </a:lnTo>
                  <a:lnTo>
                    <a:pt x="608" y="145"/>
                  </a:lnTo>
                  <a:lnTo>
                    <a:pt x="608" y="145"/>
                  </a:lnTo>
                  <a:lnTo>
                    <a:pt x="606" y="145"/>
                  </a:lnTo>
                  <a:lnTo>
                    <a:pt x="604" y="143"/>
                  </a:lnTo>
                  <a:lnTo>
                    <a:pt x="602" y="143"/>
                  </a:lnTo>
                  <a:lnTo>
                    <a:pt x="602" y="141"/>
                  </a:lnTo>
                  <a:lnTo>
                    <a:pt x="604" y="141"/>
                  </a:lnTo>
                  <a:lnTo>
                    <a:pt x="606" y="141"/>
                  </a:lnTo>
                  <a:lnTo>
                    <a:pt x="606" y="143"/>
                  </a:lnTo>
                  <a:lnTo>
                    <a:pt x="606" y="143"/>
                  </a:lnTo>
                  <a:lnTo>
                    <a:pt x="606" y="143"/>
                  </a:lnTo>
                  <a:lnTo>
                    <a:pt x="606" y="143"/>
                  </a:lnTo>
                  <a:lnTo>
                    <a:pt x="606" y="143"/>
                  </a:lnTo>
                  <a:lnTo>
                    <a:pt x="608" y="143"/>
                  </a:lnTo>
                  <a:lnTo>
                    <a:pt x="608" y="143"/>
                  </a:lnTo>
                  <a:lnTo>
                    <a:pt x="608" y="143"/>
                  </a:lnTo>
                  <a:lnTo>
                    <a:pt x="609" y="143"/>
                  </a:lnTo>
                  <a:lnTo>
                    <a:pt x="609" y="143"/>
                  </a:lnTo>
                  <a:lnTo>
                    <a:pt x="611" y="141"/>
                  </a:lnTo>
                  <a:lnTo>
                    <a:pt x="617" y="135"/>
                  </a:lnTo>
                  <a:lnTo>
                    <a:pt x="619" y="133"/>
                  </a:lnTo>
                  <a:lnTo>
                    <a:pt x="619" y="129"/>
                  </a:lnTo>
                  <a:lnTo>
                    <a:pt x="619" y="127"/>
                  </a:lnTo>
                  <a:lnTo>
                    <a:pt x="621" y="125"/>
                  </a:lnTo>
                  <a:lnTo>
                    <a:pt x="621" y="124"/>
                  </a:lnTo>
                  <a:lnTo>
                    <a:pt x="621" y="122"/>
                  </a:lnTo>
                  <a:lnTo>
                    <a:pt x="621" y="122"/>
                  </a:lnTo>
                  <a:lnTo>
                    <a:pt x="623" y="122"/>
                  </a:lnTo>
                  <a:lnTo>
                    <a:pt x="623" y="124"/>
                  </a:lnTo>
                  <a:lnTo>
                    <a:pt x="623" y="124"/>
                  </a:lnTo>
                  <a:lnTo>
                    <a:pt x="625" y="122"/>
                  </a:lnTo>
                  <a:lnTo>
                    <a:pt x="629" y="120"/>
                  </a:lnTo>
                  <a:lnTo>
                    <a:pt x="629" y="118"/>
                  </a:lnTo>
                  <a:lnTo>
                    <a:pt x="630" y="118"/>
                  </a:lnTo>
                  <a:lnTo>
                    <a:pt x="630" y="116"/>
                  </a:lnTo>
                  <a:lnTo>
                    <a:pt x="630" y="116"/>
                  </a:lnTo>
                  <a:lnTo>
                    <a:pt x="632" y="116"/>
                  </a:lnTo>
                  <a:lnTo>
                    <a:pt x="632" y="112"/>
                  </a:lnTo>
                  <a:lnTo>
                    <a:pt x="634" y="112"/>
                  </a:lnTo>
                  <a:lnTo>
                    <a:pt x="636" y="108"/>
                  </a:lnTo>
                  <a:lnTo>
                    <a:pt x="651" y="101"/>
                  </a:lnTo>
                  <a:lnTo>
                    <a:pt x="680" y="87"/>
                  </a:lnTo>
                  <a:lnTo>
                    <a:pt x="682" y="84"/>
                  </a:lnTo>
                  <a:lnTo>
                    <a:pt x="684" y="82"/>
                  </a:lnTo>
                  <a:lnTo>
                    <a:pt x="684" y="80"/>
                  </a:lnTo>
                  <a:lnTo>
                    <a:pt x="684" y="80"/>
                  </a:lnTo>
                  <a:lnTo>
                    <a:pt x="686" y="78"/>
                  </a:lnTo>
                  <a:lnTo>
                    <a:pt x="686" y="78"/>
                  </a:lnTo>
                  <a:lnTo>
                    <a:pt x="686" y="76"/>
                  </a:lnTo>
                  <a:lnTo>
                    <a:pt x="688" y="74"/>
                  </a:lnTo>
                  <a:lnTo>
                    <a:pt x="690" y="72"/>
                  </a:lnTo>
                  <a:lnTo>
                    <a:pt x="693" y="70"/>
                  </a:lnTo>
                  <a:lnTo>
                    <a:pt x="695" y="68"/>
                  </a:lnTo>
                  <a:lnTo>
                    <a:pt x="699" y="65"/>
                  </a:lnTo>
                  <a:lnTo>
                    <a:pt x="703" y="61"/>
                  </a:lnTo>
                  <a:lnTo>
                    <a:pt x="705" y="59"/>
                  </a:lnTo>
                  <a:lnTo>
                    <a:pt x="703" y="61"/>
                  </a:lnTo>
                  <a:lnTo>
                    <a:pt x="699" y="63"/>
                  </a:lnTo>
                  <a:lnTo>
                    <a:pt x="697" y="65"/>
                  </a:lnTo>
                  <a:lnTo>
                    <a:pt x="695" y="65"/>
                  </a:lnTo>
                  <a:lnTo>
                    <a:pt x="693" y="65"/>
                  </a:lnTo>
                  <a:lnTo>
                    <a:pt x="695" y="63"/>
                  </a:lnTo>
                  <a:lnTo>
                    <a:pt x="695" y="63"/>
                  </a:lnTo>
                  <a:lnTo>
                    <a:pt x="697" y="63"/>
                  </a:lnTo>
                  <a:lnTo>
                    <a:pt x="699" y="63"/>
                  </a:lnTo>
                  <a:lnTo>
                    <a:pt x="699" y="63"/>
                  </a:lnTo>
                  <a:lnTo>
                    <a:pt x="701" y="61"/>
                  </a:lnTo>
                  <a:lnTo>
                    <a:pt x="701" y="61"/>
                  </a:lnTo>
                  <a:lnTo>
                    <a:pt x="703" y="59"/>
                  </a:lnTo>
                  <a:lnTo>
                    <a:pt x="705" y="59"/>
                  </a:lnTo>
                  <a:lnTo>
                    <a:pt x="707" y="55"/>
                  </a:lnTo>
                  <a:lnTo>
                    <a:pt x="710" y="51"/>
                  </a:lnTo>
                  <a:lnTo>
                    <a:pt x="712" y="51"/>
                  </a:lnTo>
                  <a:lnTo>
                    <a:pt x="712" y="49"/>
                  </a:lnTo>
                  <a:lnTo>
                    <a:pt x="714" y="48"/>
                  </a:lnTo>
                  <a:lnTo>
                    <a:pt x="722" y="38"/>
                  </a:lnTo>
                  <a:lnTo>
                    <a:pt x="722" y="36"/>
                  </a:lnTo>
                  <a:lnTo>
                    <a:pt x="730" y="25"/>
                  </a:lnTo>
                  <a:lnTo>
                    <a:pt x="733" y="23"/>
                  </a:lnTo>
                  <a:lnTo>
                    <a:pt x="735" y="21"/>
                  </a:lnTo>
                  <a:lnTo>
                    <a:pt x="737" y="19"/>
                  </a:lnTo>
                  <a:lnTo>
                    <a:pt x="741" y="13"/>
                  </a:lnTo>
                  <a:lnTo>
                    <a:pt x="741" y="11"/>
                  </a:lnTo>
                  <a:lnTo>
                    <a:pt x="745" y="8"/>
                  </a:lnTo>
                  <a:lnTo>
                    <a:pt x="745" y="8"/>
                  </a:lnTo>
                  <a:lnTo>
                    <a:pt x="743" y="6"/>
                  </a:lnTo>
                  <a:close/>
                  <a:moveTo>
                    <a:pt x="512" y="238"/>
                  </a:moveTo>
                  <a:lnTo>
                    <a:pt x="512" y="238"/>
                  </a:lnTo>
                  <a:lnTo>
                    <a:pt x="514" y="236"/>
                  </a:lnTo>
                  <a:lnTo>
                    <a:pt x="514" y="236"/>
                  </a:lnTo>
                  <a:lnTo>
                    <a:pt x="514" y="236"/>
                  </a:lnTo>
                  <a:lnTo>
                    <a:pt x="514" y="236"/>
                  </a:lnTo>
                  <a:lnTo>
                    <a:pt x="514" y="236"/>
                  </a:lnTo>
                  <a:lnTo>
                    <a:pt x="516" y="236"/>
                  </a:lnTo>
                  <a:lnTo>
                    <a:pt x="516" y="238"/>
                  </a:lnTo>
                  <a:lnTo>
                    <a:pt x="514" y="238"/>
                  </a:lnTo>
                  <a:lnTo>
                    <a:pt x="514" y="238"/>
                  </a:lnTo>
                  <a:lnTo>
                    <a:pt x="512" y="238"/>
                  </a:lnTo>
                  <a:lnTo>
                    <a:pt x="512" y="238"/>
                  </a:lnTo>
                  <a:lnTo>
                    <a:pt x="512" y="238"/>
                  </a:lnTo>
                  <a:lnTo>
                    <a:pt x="514" y="240"/>
                  </a:lnTo>
                  <a:lnTo>
                    <a:pt x="512" y="240"/>
                  </a:lnTo>
                  <a:lnTo>
                    <a:pt x="512" y="240"/>
                  </a:lnTo>
                  <a:lnTo>
                    <a:pt x="510" y="240"/>
                  </a:lnTo>
                  <a:lnTo>
                    <a:pt x="508" y="238"/>
                  </a:lnTo>
                  <a:lnTo>
                    <a:pt x="507" y="238"/>
                  </a:lnTo>
                  <a:lnTo>
                    <a:pt x="505" y="238"/>
                  </a:lnTo>
                  <a:lnTo>
                    <a:pt x="505" y="238"/>
                  </a:lnTo>
                  <a:lnTo>
                    <a:pt x="505" y="236"/>
                  </a:lnTo>
                  <a:lnTo>
                    <a:pt x="505" y="236"/>
                  </a:lnTo>
                  <a:lnTo>
                    <a:pt x="505" y="236"/>
                  </a:lnTo>
                  <a:lnTo>
                    <a:pt x="507" y="236"/>
                  </a:lnTo>
                  <a:lnTo>
                    <a:pt x="507" y="234"/>
                  </a:lnTo>
                  <a:lnTo>
                    <a:pt x="507" y="234"/>
                  </a:lnTo>
                  <a:lnTo>
                    <a:pt x="508" y="234"/>
                  </a:lnTo>
                  <a:lnTo>
                    <a:pt x="507" y="236"/>
                  </a:lnTo>
                  <a:lnTo>
                    <a:pt x="508" y="236"/>
                  </a:lnTo>
                  <a:lnTo>
                    <a:pt x="508" y="238"/>
                  </a:lnTo>
                  <a:lnTo>
                    <a:pt x="512" y="238"/>
                  </a:lnTo>
                  <a:close/>
                  <a:moveTo>
                    <a:pt x="392" y="325"/>
                  </a:moveTo>
                  <a:lnTo>
                    <a:pt x="388" y="323"/>
                  </a:lnTo>
                  <a:lnTo>
                    <a:pt x="385" y="321"/>
                  </a:lnTo>
                  <a:lnTo>
                    <a:pt x="385" y="321"/>
                  </a:lnTo>
                  <a:lnTo>
                    <a:pt x="383" y="323"/>
                  </a:lnTo>
                  <a:lnTo>
                    <a:pt x="388" y="329"/>
                  </a:lnTo>
                  <a:lnTo>
                    <a:pt x="390" y="331"/>
                  </a:lnTo>
                  <a:lnTo>
                    <a:pt x="390" y="331"/>
                  </a:lnTo>
                  <a:lnTo>
                    <a:pt x="392" y="331"/>
                  </a:lnTo>
                  <a:lnTo>
                    <a:pt x="394" y="329"/>
                  </a:lnTo>
                  <a:lnTo>
                    <a:pt x="394" y="329"/>
                  </a:lnTo>
                  <a:lnTo>
                    <a:pt x="394" y="327"/>
                  </a:lnTo>
                  <a:lnTo>
                    <a:pt x="392" y="325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71" name="Freeform 75">
              <a:extLst>
                <a:ext uri="{FF2B5EF4-FFF2-40B4-BE49-F238E27FC236}">
                  <a16:creationId xmlns:a16="http://schemas.microsoft.com/office/drawing/2014/main" id="{AD4B62F3-42E1-ABC2-FA83-28BC6731F8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76838" y="3924300"/>
              <a:ext cx="1182688" cy="993775"/>
            </a:xfrm>
            <a:custGeom>
              <a:avLst/>
              <a:gdLst>
                <a:gd name="T0" fmla="*/ 724 w 745"/>
                <a:gd name="T1" fmla="*/ 9 h 626"/>
                <a:gd name="T2" fmla="*/ 684 w 745"/>
                <a:gd name="T3" fmla="*/ 36 h 626"/>
                <a:gd name="T4" fmla="*/ 650 w 745"/>
                <a:gd name="T5" fmla="*/ 21 h 626"/>
                <a:gd name="T6" fmla="*/ 623 w 745"/>
                <a:gd name="T7" fmla="*/ 15 h 626"/>
                <a:gd name="T8" fmla="*/ 615 w 745"/>
                <a:gd name="T9" fmla="*/ 28 h 626"/>
                <a:gd name="T10" fmla="*/ 585 w 745"/>
                <a:gd name="T11" fmla="*/ 61 h 626"/>
                <a:gd name="T12" fmla="*/ 560 w 745"/>
                <a:gd name="T13" fmla="*/ 72 h 626"/>
                <a:gd name="T14" fmla="*/ 535 w 745"/>
                <a:gd name="T15" fmla="*/ 70 h 626"/>
                <a:gd name="T16" fmla="*/ 520 w 745"/>
                <a:gd name="T17" fmla="*/ 99 h 626"/>
                <a:gd name="T18" fmla="*/ 467 w 745"/>
                <a:gd name="T19" fmla="*/ 124 h 626"/>
                <a:gd name="T20" fmla="*/ 444 w 745"/>
                <a:gd name="T21" fmla="*/ 150 h 626"/>
                <a:gd name="T22" fmla="*/ 428 w 745"/>
                <a:gd name="T23" fmla="*/ 175 h 626"/>
                <a:gd name="T24" fmla="*/ 398 w 745"/>
                <a:gd name="T25" fmla="*/ 192 h 626"/>
                <a:gd name="T26" fmla="*/ 381 w 745"/>
                <a:gd name="T27" fmla="*/ 205 h 626"/>
                <a:gd name="T28" fmla="*/ 356 w 745"/>
                <a:gd name="T29" fmla="*/ 198 h 626"/>
                <a:gd name="T30" fmla="*/ 337 w 745"/>
                <a:gd name="T31" fmla="*/ 207 h 626"/>
                <a:gd name="T32" fmla="*/ 356 w 745"/>
                <a:gd name="T33" fmla="*/ 221 h 626"/>
                <a:gd name="T34" fmla="*/ 341 w 745"/>
                <a:gd name="T35" fmla="*/ 224 h 626"/>
                <a:gd name="T36" fmla="*/ 322 w 745"/>
                <a:gd name="T37" fmla="*/ 207 h 626"/>
                <a:gd name="T38" fmla="*/ 307 w 745"/>
                <a:gd name="T39" fmla="*/ 234 h 626"/>
                <a:gd name="T40" fmla="*/ 261 w 745"/>
                <a:gd name="T41" fmla="*/ 245 h 626"/>
                <a:gd name="T42" fmla="*/ 226 w 745"/>
                <a:gd name="T43" fmla="*/ 285 h 626"/>
                <a:gd name="T44" fmla="*/ 196 w 745"/>
                <a:gd name="T45" fmla="*/ 295 h 626"/>
                <a:gd name="T46" fmla="*/ 148 w 745"/>
                <a:gd name="T47" fmla="*/ 302 h 626"/>
                <a:gd name="T48" fmla="*/ 124 w 745"/>
                <a:gd name="T49" fmla="*/ 321 h 626"/>
                <a:gd name="T50" fmla="*/ 91 w 745"/>
                <a:gd name="T51" fmla="*/ 318 h 626"/>
                <a:gd name="T52" fmla="*/ 30 w 745"/>
                <a:gd name="T53" fmla="*/ 331 h 626"/>
                <a:gd name="T54" fmla="*/ 26 w 745"/>
                <a:gd name="T55" fmla="*/ 361 h 626"/>
                <a:gd name="T56" fmla="*/ 21 w 745"/>
                <a:gd name="T57" fmla="*/ 399 h 626"/>
                <a:gd name="T58" fmla="*/ 4 w 745"/>
                <a:gd name="T59" fmla="*/ 424 h 626"/>
                <a:gd name="T60" fmla="*/ 17 w 745"/>
                <a:gd name="T61" fmla="*/ 458 h 626"/>
                <a:gd name="T62" fmla="*/ 34 w 745"/>
                <a:gd name="T63" fmla="*/ 470 h 626"/>
                <a:gd name="T64" fmla="*/ 63 w 745"/>
                <a:gd name="T65" fmla="*/ 466 h 626"/>
                <a:gd name="T66" fmla="*/ 59 w 745"/>
                <a:gd name="T67" fmla="*/ 487 h 626"/>
                <a:gd name="T68" fmla="*/ 53 w 745"/>
                <a:gd name="T69" fmla="*/ 496 h 626"/>
                <a:gd name="T70" fmla="*/ 19 w 745"/>
                <a:gd name="T71" fmla="*/ 479 h 626"/>
                <a:gd name="T72" fmla="*/ 23 w 745"/>
                <a:gd name="T73" fmla="*/ 512 h 626"/>
                <a:gd name="T74" fmla="*/ 38 w 745"/>
                <a:gd name="T75" fmla="*/ 513 h 626"/>
                <a:gd name="T76" fmla="*/ 53 w 745"/>
                <a:gd name="T77" fmla="*/ 512 h 626"/>
                <a:gd name="T78" fmla="*/ 82 w 745"/>
                <a:gd name="T79" fmla="*/ 517 h 626"/>
                <a:gd name="T80" fmla="*/ 105 w 745"/>
                <a:gd name="T81" fmla="*/ 504 h 626"/>
                <a:gd name="T82" fmla="*/ 118 w 745"/>
                <a:gd name="T83" fmla="*/ 510 h 626"/>
                <a:gd name="T84" fmla="*/ 141 w 745"/>
                <a:gd name="T85" fmla="*/ 536 h 626"/>
                <a:gd name="T86" fmla="*/ 152 w 745"/>
                <a:gd name="T87" fmla="*/ 559 h 626"/>
                <a:gd name="T88" fmla="*/ 169 w 745"/>
                <a:gd name="T89" fmla="*/ 576 h 626"/>
                <a:gd name="T90" fmla="*/ 150 w 745"/>
                <a:gd name="T91" fmla="*/ 601 h 626"/>
                <a:gd name="T92" fmla="*/ 164 w 745"/>
                <a:gd name="T93" fmla="*/ 622 h 626"/>
                <a:gd name="T94" fmla="*/ 200 w 745"/>
                <a:gd name="T95" fmla="*/ 588 h 626"/>
                <a:gd name="T96" fmla="*/ 238 w 745"/>
                <a:gd name="T97" fmla="*/ 580 h 626"/>
                <a:gd name="T98" fmla="*/ 274 w 745"/>
                <a:gd name="T99" fmla="*/ 569 h 626"/>
                <a:gd name="T100" fmla="*/ 308 w 745"/>
                <a:gd name="T101" fmla="*/ 546 h 626"/>
                <a:gd name="T102" fmla="*/ 320 w 745"/>
                <a:gd name="T103" fmla="*/ 546 h 626"/>
                <a:gd name="T104" fmla="*/ 326 w 745"/>
                <a:gd name="T105" fmla="*/ 512 h 626"/>
                <a:gd name="T106" fmla="*/ 318 w 745"/>
                <a:gd name="T107" fmla="*/ 437 h 626"/>
                <a:gd name="T108" fmla="*/ 347 w 745"/>
                <a:gd name="T109" fmla="*/ 321 h 626"/>
                <a:gd name="T110" fmla="*/ 387 w 745"/>
                <a:gd name="T111" fmla="*/ 308 h 626"/>
                <a:gd name="T112" fmla="*/ 419 w 745"/>
                <a:gd name="T113" fmla="*/ 274 h 626"/>
                <a:gd name="T114" fmla="*/ 482 w 745"/>
                <a:gd name="T115" fmla="*/ 268 h 626"/>
                <a:gd name="T116" fmla="*/ 522 w 745"/>
                <a:gd name="T117" fmla="*/ 224 h 626"/>
                <a:gd name="T118" fmla="*/ 579 w 745"/>
                <a:gd name="T119" fmla="*/ 164 h 626"/>
                <a:gd name="T120" fmla="*/ 619 w 745"/>
                <a:gd name="T121" fmla="*/ 129 h 626"/>
                <a:gd name="T122" fmla="*/ 697 w 745"/>
                <a:gd name="T123" fmla="*/ 65 h 626"/>
                <a:gd name="T124" fmla="*/ 514 w 745"/>
                <a:gd name="T125" fmla="*/ 238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5" h="626">
                  <a:moveTo>
                    <a:pt x="743" y="6"/>
                  </a:moveTo>
                  <a:lnTo>
                    <a:pt x="743" y="6"/>
                  </a:lnTo>
                  <a:lnTo>
                    <a:pt x="743" y="6"/>
                  </a:lnTo>
                  <a:lnTo>
                    <a:pt x="743" y="8"/>
                  </a:lnTo>
                  <a:lnTo>
                    <a:pt x="741" y="9"/>
                  </a:lnTo>
                  <a:lnTo>
                    <a:pt x="739" y="8"/>
                  </a:lnTo>
                  <a:lnTo>
                    <a:pt x="739" y="8"/>
                  </a:lnTo>
                  <a:lnTo>
                    <a:pt x="739" y="6"/>
                  </a:lnTo>
                  <a:lnTo>
                    <a:pt x="739" y="6"/>
                  </a:lnTo>
                  <a:lnTo>
                    <a:pt x="739" y="4"/>
                  </a:lnTo>
                  <a:lnTo>
                    <a:pt x="739" y="2"/>
                  </a:lnTo>
                  <a:lnTo>
                    <a:pt x="741" y="2"/>
                  </a:lnTo>
                  <a:lnTo>
                    <a:pt x="741" y="2"/>
                  </a:lnTo>
                  <a:lnTo>
                    <a:pt x="743" y="4"/>
                  </a:lnTo>
                  <a:lnTo>
                    <a:pt x="743" y="6"/>
                  </a:lnTo>
                  <a:lnTo>
                    <a:pt x="745" y="6"/>
                  </a:lnTo>
                  <a:lnTo>
                    <a:pt x="743" y="2"/>
                  </a:lnTo>
                  <a:lnTo>
                    <a:pt x="743" y="2"/>
                  </a:lnTo>
                  <a:lnTo>
                    <a:pt x="743" y="2"/>
                  </a:lnTo>
                  <a:lnTo>
                    <a:pt x="741" y="0"/>
                  </a:lnTo>
                  <a:lnTo>
                    <a:pt x="741" y="0"/>
                  </a:lnTo>
                  <a:lnTo>
                    <a:pt x="737" y="0"/>
                  </a:lnTo>
                  <a:lnTo>
                    <a:pt x="737" y="0"/>
                  </a:lnTo>
                  <a:lnTo>
                    <a:pt x="735" y="0"/>
                  </a:lnTo>
                  <a:lnTo>
                    <a:pt x="735" y="2"/>
                  </a:lnTo>
                  <a:lnTo>
                    <a:pt x="735" y="2"/>
                  </a:lnTo>
                  <a:lnTo>
                    <a:pt x="735" y="2"/>
                  </a:lnTo>
                  <a:lnTo>
                    <a:pt x="735" y="4"/>
                  </a:lnTo>
                  <a:lnTo>
                    <a:pt x="735" y="4"/>
                  </a:lnTo>
                  <a:lnTo>
                    <a:pt x="735" y="6"/>
                  </a:lnTo>
                  <a:lnTo>
                    <a:pt x="735" y="6"/>
                  </a:lnTo>
                  <a:lnTo>
                    <a:pt x="733" y="8"/>
                  </a:lnTo>
                  <a:lnTo>
                    <a:pt x="733" y="8"/>
                  </a:lnTo>
                  <a:lnTo>
                    <a:pt x="733" y="8"/>
                  </a:lnTo>
                  <a:lnTo>
                    <a:pt x="731" y="8"/>
                  </a:lnTo>
                  <a:lnTo>
                    <a:pt x="731" y="6"/>
                  </a:lnTo>
                  <a:lnTo>
                    <a:pt x="724" y="9"/>
                  </a:lnTo>
                  <a:lnTo>
                    <a:pt x="724" y="11"/>
                  </a:lnTo>
                  <a:lnTo>
                    <a:pt x="720" y="13"/>
                  </a:lnTo>
                  <a:lnTo>
                    <a:pt x="720" y="13"/>
                  </a:lnTo>
                  <a:lnTo>
                    <a:pt x="718" y="13"/>
                  </a:lnTo>
                  <a:lnTo>
                    <a:pt x="718" y="13"/>
                  </a:lnTo>
                  <a:lnTo>
                    <a:pt x="716" y="13"/>
                  </a:lnTo>
                  <a:lnTo>
                    <a:pt x="716" y="13"/>
                  </a:lnTo>
                  <a:lnTo>
                    <a:pt x="716" y="13"/>
                  </a:lnTo>
                  <a:lnTo>
                    <a:pt x="716" y="15"/>
                  </a:lnTo>
                  <a:lnTo>
                    <a:pt x="716" y="15"/>
                  </a:lnTo>
                  <a:lnTo>
                    <a:pt x="716" y="17"/>
                  </a:lnTo>
                  <a:lnTo>
                    <a:pt x="716" y="17"/>
                  </a:lnTo>
                  <a:lnTo>
                    <a:pt x="714" y="17"/>
                  </a:lnTo>
                  <a:lnTo>
                    <a:pt x="714" y="19"/>
                  </a:lnTo>
                  <a:lnTo>
                    <a:pt x="714" y="19"/>
                  </a:lnTo>
                  <a:lnTo>
                    <a:pt x="714" y="19"/>
                  </a:lnTo>
                  <a:lnTo>
                    <a:pt x="714" y="19"/>
                  </a:lnTo>
                  <a:lnTo>
                    <a:pt x="716" y="21"/>
                  </a:lnTo>
                  <a:lnTo>
                    <a:pt x="716" y="21"/>
                  </a:lnTo>
                  <a:lnTo>
                    <a:pt x="714" y="21"/>
                  </a:lnTo>
                  <a:lnTo>
                    <a:pt x="712" y="25"/>
                  </a:lnTo>
                  <a:lnTo>
                    <a:pt x="710" y="27"/>
                  </a:lnTo>
                  <a:lnTo>
                    <a:pt x="710" y="27"/>
                  </a:lnTo>
                  <a:lnTo>
                    <a:pt x="709" y="27"/>
                  </a:lnTo>
                  <a:lnTo>
                    <a:pt x="709" y="27"/>
                  </a:lnTo>
                  <a:lnTo>
                    <a:pt x="709" y="27"/>
                  </a:lnTo>
                  <a:lnTo>
                    <a:pt x="707" y="28"/>
                  </a:lnTo>
                  <a:lnTo>
                    <a:pt x="707" y="30"/>
                  </a:lnTo>
                  <a:lnTo>
                    <a:pt x="705" y="32"/>
                  </a:lnTo>
                  <a:lnTo>
                    <a:pt x="703" y="34"/>
                  </a:lnTo>
                  <a:lnTo>
                    <a:pt x="701" y="34"/>
                  </a:lnTo>
                  <a:lnTo>
                    <a:pt x="695" y="36"/>
                  </a:lnTo>
                  <a:lnTo>
                    <a:pt x="690" y="36"/>
                  </a:lnTo>
                  <a:lnTo>
                    <a:pt x="688" y="38"/>
                  </a:lnTo>
                  <a:lnTo>
                    <a:pt x="686" y="36"/>
                  </a:lnTo>
                  <a:lnTo>
                    <a:pt x="686" y="36"/>
                  </a:lnTo>
                  <a:lnTo>
                    <a:pt x="684" y="36"/>
                  </a:lnTo>
                  <a:lnTo>
                    <a:pt x="682" y="36"/>
                  </a:lnTo>
                  <a:lnTo>
                    <a:pt x="680" y="36"/>
                  </a:lnTo>
                  <a:lnTo>
                    <a:pt x="680" y="34"/>
                  </a:lnTo>
                  <a:lnTo>
                    <a:pt x="678" y="34"/>
                  </a:lnTo>
                  <a:lnTo>
                    <a:pt x="678" y="34"/>
                  </a:lnTo>
                  <a:lnTo>
                    <a:pt x="672" y="34"/>
                  </a:lnTo>
                  <a:lnTo>
                    <a:pt x="667" y="34"/>
                  </a:lnTo>
                  <a:lnTo>
                    <a:pt x="663" y="36"/>
                  </a:lnTo>
                  <a:lnTo>
                    <a:pt x="663" y="34"/>
                  </a:lnTo>
                  <a:lnTo>
                    <a:pt x="663" y="34"/>
                  </a:lnTo>
                  <a:lnTo>
                    <a:pt x="661" y="34"/>
                  </a:lnTo>
                  <a:lnTo>
                    <a:pt x="661" y="34"/>
                  </a:lnTo>
                  <a:lnTo>
                    <a:pt x="661" y="34"/>
                  </a:lnTo>
                  <a:lnTo>
                    <a:pt x="661" y="32"/>
                  </a:lnTo>
                  <a:lnTo>
                    <a:pt x="659" y="32"/>
                  </a:lnTo>
                  <a:lnTo>
                    <a:pt x="659" y="30"/>
                  </a:lnTo>
                  <a:lnTo>
                    <a:pt x="659" y="30"/>
                  </a:lnTo>
                  <a:lnTo>
                    <a:pt x="659" y="30"/>
                  </a:lnTo>
                  <a:lnTo>
                    <a:pt x="659" y="28"/>
                  </a:lnTo>
                  <a:lnTo>
                    <a:pt x="657" y="27"/>
                  </a:lnTo>
                  <a:lnTo>
                    <a:pt x="657" y="25"/>
                  </a:lnTo>
                  <a:lnTo>
                    <a:pt x="655" y="25"/>
                  </a:lnTo>
                  <a:lnTo>
                    <a:pt x="655" y="21"/>
                  </a:lnTo>
                  <a:lnTo>
                    <a:pt x="653" y="17"/>
                  </a:lnTo>
                  <a:lnTo>
                    <a:pt x="651" y="15"/>
                  </a:lnTo>
                  <a:lnTo>
                    <a:pt x="651" y="15"/>
                  </a:lnTo>
                  <a:lnTo>
                    <a:pt x="650" y="15"/>
                  </a:lnTo>
                  <a:lnTo>
                    <a:pt x="650" y="15"/>
                  </a:lnTo>
                  <a:lnTo>
                    <a:pt x="650" y="17"/>
                  </a:lnTo>
                  <a:lnTo>
                    <a:pt x="650" y="17"/>
                  </a:lnTo>
                  <a:lnTo>
                    <a:pt x="650" y="17"/>
                  </a:lnTo>
                  <a:lnTo>
                    <a:pt x="650" y="17"/>
                  </a:lnTo>
                  <a:lnTo>
                    <a:pt x="650" y="19"/>
                  </a:lnTo>
                  <a:lnTo>
                    <a:pt x="650" y="19"/>
                  </a:lnTo>
                  <a:lnTo>
                    <a:pt x="650" y="19"/>
                  </a:lnTo>
                  <a:lnTo>
                    <a:pt x="650" y="21"/>
                  </a:lnTo>
                  <a:lnTo>
                    <a:pt x="650" y="21"/>
                  </a:lnTo>
                  <a:lnTo>
                    <a:pt x="650" y="23"/>
                  </a:lnTo>
                  <a:lnTo>
                    <a:pt x="648" y="23"/>
                  </a:lnTo>
                  <a:lnTo>
                    <a:pt x="648" y="23"/>
                  </a:lnTo>
                  <a:lnTo>
                    <a:pt x="648" y="23"/>
                  </a:lnTo>
                  <a:lnTo>
                    <a:pt x="648" y="21"/>
                  </a:lnTo>
                  <a:lnTo>
                    <a:pt x="646" y="15"/>
                  </a:lnTo>
                  <a:lnTo>
                    <a:pt x="644" y="15"/>
                  </a:lnTo>
                  <a:lnTo>
                    <a:pt x="644" y="13"/>
                  </a:lnTo>
                  <a:lnTo>
                    <a:pt x="640" y="9"/>
                  </a:lnTo>
                  <a:lnTo>
                    <a:pt x="638" y="8"/>
                  </a:lnTo>
                  <a:lnTo>
                    <a:pt x="638" y="6"/>
                  </a:lnTo>
                  <a:lnTo>
                    <a:pt x="636" y="4"/>
                  </a:lnTo>
                  <a:lnTo>
                    <a:pt x="636" y="4"/>
                  </a:lnTo>
                  <a:lnTo>
                    <a:pt x="634" y="4"/>
                  </a:lnTo>
                  <a:lnTo>
                    <a:pt x="634" y="6"/>
                  </a:lnTo>
                  <a:lnTo>
                    <a:pt x="634" y="6"/>
                  </a:lnTo>
                  <a:lnTo>
                    <a:pt x="634" y="8"/>
                  </a:lnTo>
                  <a:lnTo>
                    <a:pt x="634" y="8"/>
                  </a:lnTo>
                  <a:lnTo>
                    <a:pt x="632" y="9"/>
                  </a:lnTo>
                  <a:lnTo>
                    <a:pt x="630" y="9"/>
                  </a:lnTo>
                  <a:lnTo>
                    <a:pt x="630" y="11"/>
                  </a:lnTo>
                  <a:lnTo>
                    <a:pt x="630" y="11"/>
                  </a:lnTo>
                  <a:lnTo>
                    <a:pt x="629" y="13"/>
                  </a:lnTo>
                  <a:lnTo>
                    <a:pt x="629" y="15"/>
                  </a:lnTo>
                  <a:lnTo>
                    <a:pt x="629" y="15"/>
                  </a:lnTo>
                  <a:lnTo>
                    <a:pt x="627" y="15"/>
                  </a:lnTo>
                  <a:lnTo>
                    <a:pt x="627" y="15"/>
                  </a:lnTo>
                  <a:lnTo>
                    <a:pt x="627" y="15"/>
                  </a:lnTo>
                  <a:lnTo>
                    <a:pt x="625" y="13"/>
                  </a:lnTo>
                  <a:lnTo>
                    <a:pt x="625" y="11"/>
                  </a:lnTo>
                  <a:lnTo>
                    <a:pt x="625" y="9"/>
                  </a:lnTo>
                  <a:lnTo>
                    <a:pt x="623" y="9"/>
                  </a:lnTo>
                  <a:lnTo>
                    <a:pt x="623" y="9"/>
                  </a:lnTo>
                  <a:lnTo>
                    <a:pt x="623" y="9"/>
                  </a:lnTo>
                  <a:lnTo>
                    <a:pt x="623" y="9"/>
                  </a:lnTo>
                  <a:lnTo>
                    <a:pt x="623" y="13"/>
                  </a:lnTo>
                  <a:lnTo>
                    <a:pt x="623" y="15"/>
                  </a:lnTo>
                  <a:lnTo>
                    <a:pt x="623" y="15"/>
                  </a:lnTo>
                  <a:lnTo>
                    <a:pt x="621" y="15"/>
                  </a:lnTo>
                  <a:lnTo>
                    <a:pt x="621" y="15"/>
                  </a:lnTo>
                  <a:lnTo>
                    <a:pt x="621" y="17"/>
                  </a:lnTo>
                  <a:lnTo>
                    <a:pt x="621" y="17"/>
                  </a:lnTo>
                  <a:lnTo>
                    <a:pt x="621" y="17"/>
                  </a:lnTo>
                  <a:lnTo>
                    <a:pt x="621" y="17"/>
                  </a:lnTo>
                  <a:lnTo>
                    <a:pt x="621" y="19"/>
                  </a:lnTo>
                  <a:lnTo>
                    <a:pt x="621" y="19"/>
                  </a:lnTo>
                  <a:lnTo>
                    <a:pt x="621" y="21"/>
                  </a:lnTo>
                  <a:lnTo>
                    <a:pt x="619" y="19"/>
                  </a:lnTo>
                  <a:lnTo>
                    <a:pt x="617" y="19"/>
                  </a:lnTo>
                  <a:lnTo>
                    <a:pt x="615" y="17"/>
                  </a:lnTo>
                  <a:lnTo>
                    <a:pt x="613" y="17"/>
                  </a:lnTo>
                  <a:lnTo>
                    <a:pt x="613" y="17"/>
                  </a:lnTo>
                  <a:lnTo>
                    <a:pt x="613" y="17"/>
                  </a:lnTo>
                  <a:lnTo>
                    <a:pt x="611" y="15"/>
                  </a:lnTo>
                  <a:lnTo>
                    <a:pt x="609" y="15"/>
                  </a:lnTo>
                  <a:lnTo>
                    <a:pt x="609" y="15"/>
                  </a:lnTo>
                  <a:lnTo>
                    <a:pt x="609" y="17"/>
                  </a:lnTo>
                  <a:lnTo>
                    <a:pt x="608" y="17"/>
                  </a:lnTo>
                  <a:lnTo>
                    <a:pt x="608" y="17"/>
                  </a:lnTo>
                  <a:lnTo>
                    <a:pt x="608" y="19"/>
                  </a:lnTo>
                  <a:lnTo>
                    <a:pt x="608" y="19"/>
                  </a:lnTo>
                  <a:lnTo>
                    <a:pt x="608" y="19"/>
                  </a:lnTo>
                  <a:lnTo>
                    <a:pt x="609" y="21"/>
                  </a:lnTo>
                  <a:lnTo>
                    <a:pt x="609" y="21"/>
                  </a:lnTo>
                  <a:lnTo>
                    <a:pt x="609" y="23"/>
                  </a:lnTo>
                  <a:lnTo>
                    <a:pt x="609" y="23"/>
                  </a:lnTo>
                  <a:lnTo>
                    <a:pt x="611" y="25"/>
                  </a:lnTo>
                  <a:lnTo>
                    <a:pt x="611" y="27"/>
                  </a:lnTo>
                  <a:lnTo>
                    <a:pt x="613" y="27"/>
                  </a:lnTo>
                  <a:lnTo>
                    <a:pt x="613" y="27"/>
                  </a:lnTo>
                  <a:lnTo>
                    <a:pt x="613" y="27"/>
                  </a:lnTo>
                  <a:lnTo>
                    <a:pt x="613" y="27"/>
                  </a:lnTo>
                  <a:lnTo>
                    <a:pt x="615" y="27"/>
                  </a:lnTo>
                  <a:lnTo>
                    <a:pt x="615" y="28"/>
                  </a:lnTo>
                  <a:lnTo>
                    <a:pt x="615" y="28"/>
                  </a:lnTo>
                  <a:lnTo>
                    <a:pt x="615" y="28"/>
                  </a:lnTo>
                  <a:lnTo>
                    <a:pt x="615" y="28"/>
                  </a:lnTo>
                  <a:lnTo>
                    <a:pt x="617" y="28"/>
                  </a:lnTo>
                  <a:lnTo>
                    <a:pt x="617" y="30"/>
                  </a:lnTo>
                  <a:lnTo>
                    <a:pt x="615" y="30"/>
                  </a:lnTo>
                  <a:lnTo>
                    <a:pt x="615" y="32"/>
                  </a:lnTo>
                  <a:lnTo>
                    <a:pt x="613" y="32"/>
                  </a:lnTo>
                  <a:lnTo>
                    <a:pt x="611" y="32"/>
                  </a:lnTo>
                  <a:lnTo>
                    <a:pt x="609" y="34"/>
                  </a:lnTo>
                  <a:lnTo>
                    <a:pt x="608" y="36"/>
                  </a:lnTo>
                  <a:lnTo>
                    <a:pt x="606" y="38"/>
                  </a:lnTo>
                  <a:lnTo>
                    <a:pt x="604" y="40"/>
                  </a:lnTo>
                  <a:lnTo>
                    <a:pt x="598" y="42"/>
                  </a:lnTo>
                  <a:lnTo>
                    <a:pt x="598" y="42"/>
                  </a:lnTo>
                  <a:lnTo>
                    <a:pt x="596" y="40"/>
                  </a:lnTo>
                  <a:lnTo>
                    <a:pt x="596" y="40"/>
                  </a:lnTo>
                  <a:lnTo>
                    <a:pt x="594" y="40"/>
                  </a:lnTo>
                  <a:lnTo>
                    <a:pt x="594" y="40"/>
                  </a:lnTo>
                  <a:lnTo>
                    <a:pt x="592" y="40"/>
                  </a:lnTo>
                  <a:lnTo>
                    <a:pt x="592" y="40"/>
                  </a:lnTo>
                  <a:lnTo>
                    <a:pt x="590" y="42"/>
                  </a:lnTo>
                  <a:lnTo>
                    <a:pt x="589" y="44"/>
                  </a:lnTo>
                  <a:lnTo>
                    <a:pt x="587" y="46"/>
                  </a:lnTo>
                  <a:lnTo>
                    <a:pt x="587" y="48"/>
                  </a:lnTo>
                  <a:lnTo>
                    <a:pt x="585" y="49"/>
                  </a:lnTo>
                  <a:lnTo>
                    <a:pt x="583" y="51"/>
                  </a:lnTo>
                  <a:lnTo>
                    <a:pt x="583" y="51"/>
                  </a:lnTo>
                  <a:lnTo>
                    <a:pt x="583" y="53"/>
                  </a:lnTo>
                  <a:lnTo>
                    <a:pt x="583" y="53"/>
                  </a:lnTo>
                  <a:lnTo>
                    <a:pt x="583" y="53"/>
                  </a:lnTo>
                  <a:lnTo>
                    <a:pt x="581" y="55"/>
                  </a:lnTo>
                  <a:lnTo>
                    <a:pt x="581" y="55"/>
                  </a:lnTo>
                  <a:lnTo>
                    <a:pt x="581" y="57"/>
                  </a:lnTo>
                  <a:lnTo>
                    <a:pt x="583" y="59"/>
                  </a:lnTo>
                  <a:lnTo>
                    <a:pt x="585" y="61"/>
                  </a:lnTo>
                  <a:lnTo>
                    <a:pt x="585" y="61"/>
                  </a:lnTo>
                  <a:lnTo>
                    <a:pt x="585" y="61"/>
                  </a:lnTo>
                  <a:lnTo>
                    <a:pt x="587" y="61"/>
                  </a:lnTo>
                  <a:lnTo>
                    <a:pt x="587" y="61"/>
                  </a:lnTo>
                  <a:lnTo>
                    <a:pt x="587" y="61"/>
                  </a:lnTo>
                  <a:lnTo>
                    <a:pt x="587" y="61"/>
                  </a:lnTo>
                  <a:lnTo>
                    <a:pt x="587" y="63"/>
                  </a:lnTo>
                  <a:lnTo>
                    <a:pt x="583" y="68"/>
                  </a:lnTo>
                  <a:lnTo>
                    <a:pt x="583" y="68"/>
                  </a:lnTo>
                  <a:lnTo>
                    <a:pt x="583" y="70"/>
                  </a:lnTo>
                  <a:lnTo>
                    <a:pt x="583" y="70"/>
                  </a:lnTo>
                  <a:lnTo>
                    <a:pt x="583" y="70"/>
                  </a:lnTo>
                  <a:lnTo>
                    <a:pt x="583" y="72"/>
                  </a:lnTo>
                  <a:lnTo>
                    <a:pt x="585" y="72"/>
                  </a:lnTo>
                  <a:lnTo>
                    <a:pt x="583" y="76"/>
                  </a:lnTo>
                  <a:lnTo>
                    <a:pt x="583" y="76"/>
                  </a:lnTo>
                  <a:lnTo>
                    <a:pt x="581" y="76"/>
                  </a:lnTo>
                  <a:lnTo>
                    <a:pt x="581" y="76"/>
                  </a:lnTo>
                  <a:lnTo>
                    <a:pt x="579" y="76"/>
                  </a:lnTo>
                  <a:lnTo>
                    <a:pt x="579" y="78"/>
                  </a:lnTo>
                  <a:lnTo>
                    <a:pt x="575" y="78"/>
                  </a:lnTo>
                  <a:lnTo>
                    <a:pt x="575" y="78"/>
                  </a:lnTo>
                  <a:lnTo>
                    <a:pt x="571" y="80"/>
                  </a:lnTo>
                  <a:lnTo>
                    <a:pt x="569" y="78"/>
                  </a:lnTo>
                  <a:lnTo>
                    <a:pt x="569" y="78"/>
                  </a:lnTo>
                  <a:lnTo>
                    <a:pt x="569" y="78"/>
                  </a:lnTo>
                  <a:lnTo>
                    <a:pt x="569" y="76"/>
                  </a:lnTo>
                  <a:lnTo>
                    <a:pt x="569" y="74"/>
                  </a:lnTo>
                  <a:lnTo>
                    <a:pt x="569" y="74"/>
                  </a:lnTo>
                  <a:lnTo>
                    <a:pt x="569" y="74"/>
                  </a:lnTo>
                  <a:lnTo>
                    <a:pt x="568" y="74"/>
                  </a:lnTo>
                  <a:lnTo>
                    <a:pt x="566" y="74"/>
                  </a:lnTo>
                  <a:lnTo>
                    <a:pt x="566" y="72"/>
                  </a:lnTo>
                  <a:lnTo>
                    <a:pt x="564" y="72"/>
                  </a:lnTo>
                  <a:lnTo>
                    <a:pt x="564" y="72"/>
                  </a:lnTo>
                  <a:lnTo>
                    <a:pt x="562" y="72"/>
                  </a:lnTo>
                  <a:lnTo>
                    <a:pt x="560" y="72"/>
                  </a:lnTo>
                  <a:lnTo>
                    <a:pt x="560" y="72"/>
                  </a:lnTo>
                  <a:lnTo>
                    <a:pt x="560" y="74"/>
                  </a:lnTo>
                  <a:lnTo>
                    <a:pt x="560" y="76"/>
                  </a:lnTo>
                  <a:lnTo>
                    <a:pt x="560" y="78"/>
                  </a:lnTo>
                  <a:lnTo>
                    <a:pt x="560" y="78"/>
                  </a:lnTo>
                  <a:lnTo>
                    <a:pt x="558" y="80"/>
                  </a:lnTo>
                  <a:lnTo>
                    <a:pt x="558" y="80"/>
                  </a:lnTo>
                  <a:lnTo>
                    <a:pt x="554" y="82"/>
                  </a:lnTo>
                  <a:lnTo>
                    <a:pt x="552" y="84"/>
                  </a:lnTo>
                  <a:lnTo>
                    <a:pt x="550" y="86"/>
                  </a:lnTo>
                  <a:lnTo>
                    <a:pt x="549" y="86"/>
                  </a:lnTo>
                  <a:lnTo>
                    <a:pt x="549" y="86"/>
                  </a:lnTo>
                  <a:lnTo>
                    <a:pt x="549" y="87"/>
                  </a:lnTo>
                  <a:lnTo>
                    <a:pt x="549" y="89"/>
                  </a:lnTo>
                  <a:lnTo>
                    <a:pt x="549" y="89"/>
                  </a:lnTo>
                  <a:lnTo>
                    <a:pt x="547" y="91"/>
                  </a:lnTo>
                  <a:lnTo>
                    <a:pt x="547" y="91"/>
                  </a:lnTo>
                  <a:lnTo>
                    <a:pt x="545" y="91"/>
                  </a:lnTo>
                  <a:lnTo>
                    <a:pt x="545" y="91"/>
                  </a:lnTo>
                  <a:lnTo>
                    <a:pt x="543" y="91"/>
                  </a:lnTo>
                  <a:lnTo>
                    <a:pt x="543" y="89"/>
                  </a:lnTo>
                  <a:lnTo>
                    <a:pt x="541" y="89"/>
                  </a:lnTo>
                  <a:lnTo>
                    <a:pt x="541" y="89"/>
                  </a:lnTo>
                  <a:lnTo>
                    <a:pt x="541" y="87"/>
                  </a:lnTo>
                  <a:lnTo>
                    <a:pt x="541" y="87"/>
                  </a:lnTo>
                  <a:lnTo>
                    <a:pt x="541" y="86"/>
                  </a:lnTo>
                  <a:lnTo>
                    <a:pt x="543" y="84"/>
                  </a:lnTo>
                  <a:lnTo>
                    <a:pt x="543" y="82"/>
                  </a:lnTo>
                  <a:lnTo>
                    <a:pt x="543" y="82"/>
                  </a:lnTo>
                  <a:lnTo>
                    <a:pt x="543" y="82"/>
                  </a:lnTo>
                  <a:lnTo>
                    <a:pt x="543" y="80"/>
                  </a:lnTo>
                  <a:lnTo>
                    <a:pt x="541" y="80"/>
                  </a:lnTo>
                  <a:lnTo>
                    <a:pt x="541" y="80"/>
                  </a:lnTo>
                  <a:lnTo>
                    <a:pt x="537" y="74"/>
                  </a:lnTo>
                  <a:lnTo>
                    <a:pt x="535" y="74"/>
                  </a:lnTo>
                  <a:lnTo>
                    <a:pt x="535" y="72"/>
                  </a:lnTo>
                  <a:lnTo>
                    <a:pt x="535" y="72"/>
                  </a:lnTo>
                  <a:lnTo>
                    <a:pt x="535" y="70"/>
                  </a:lnTo>
                  <a:lnTo>
                    <a:pt x="535" y="68"/>
                  </a:lnTo>
                  <a:lnTo>
                    <a:pt x="535" y="68"/>
                  </a:lnTo>
                  <a:lnTo>
                    <a:pt x="535" y="67"/>
                  </a:lnTo>
                  <a:lnTo>
                    <a:pt x="535" y="67"/>
                  </a:lnTo>
                  <a:lnTo>
                    <a:pt x="535" y="67"/>
                  </a:lnTo>
                  <a:lnTo>
                    <a:pt x="535" y="65"/>
                  </a:lnTo>
                  <a:lnTo>
                    <a:pt x="535" y="65"/>
                  </a:lnTo>
                  <a:lnTo>
                    <a:pt x="533" y="65"/>
                  </a:lnTo>
                  <a:lnTo>
                    <a:pt x="533" y="65"/>
                  </a:lnTo>
                  <a:lnTo>
                    <a:pt x="533" y="65"/>
                  </a:lnTo>
                  <a:lnTo>
                    <a:pt x="531" y="65"/>
                  </a:lnTo>
                  <a:lnTo>
                    <a:pt x="531" y="63"/>
                  </a:lnTo>
                  <a:lnTo>
                    <a:pt x="529" y="63"/>
                  </a:lnTo>
                  <a:lnTo>
                    <a:pt x="528" y="63"/>
                  </a:lnTo>
                  <a:lnTo>
                    <a:pt x="528" y="65"/>
                  </a:lnTo>
                  <a:lnTo>
                    <a:pt x="526" y="67"/>
                  </a:lnTo>
                  <a:lnTo>
                    <a:pt x="526" y="68"/>
                  </a:lnTo>
                  <a:lnTo>
                    <a:pt x="522" y="72"/>
                  </a:lnTo>
                  <a:lnTo>
                    <a:pt x="522" y="72"/>
                  </a:lnTo>
                  <a:lnTo>
                    <a:pt x="522" y="74"/>
                  </a:lnTo>
                  <a:lnTo>
                    <a:pt x="522" y="74"/>
                  </a:lnTo>
                  <a:lnTo>
                    <a:pt x="522" y="76"/>
                  </a:lnTo>
                  <a:lnTo>
                    <a:pt x="522" y="78"/>
                  </a:lnTo>
                  <a:lnTo>
                    <a:pt x="520" y="82"/>
                  </a:lnTo>
                  <a:lnTo>
                    <a:pt x="520" y="82"/>
                  </a:lnTo>
                  <a:lnTo>
                    <a:pt x="520" y="82"/>
                  </a:lnTo>
                  <a:lnTo>
                    <a:pt x="520" y="84"/>
                  </a:lnTo>
                  <a:lnTo>
                    <a:pt x="520" y="86"/>
                  </a:lnTo>
                  <a:lnTo>
                    <a:pt x="520" y="86"/>
                  </a:lnTo>
                  <a:lnTo>
                    <a:pt x="520" y="87"/>
                  </a:lnTo>
                  <a:lnTo>
                    <a:pt x="516" y="93"/>
                  </a:lnTo>
                  <a:lnTo>
                    <a:pt x="516" y="93"/>
                  </a:lnTo>
                  <a:lnTo>
                    <a:pt x="516" y="95"/>
                  </a:lnTo>
                  <a:lnTo>
                    <a:pt x="516" y="95"/>
                  </a:lnTo>
                  <a:lnTo>
                    <a:pt x="518" y="97"/>
                  </a:lnTo>
                  <a:lnTo>
                    <a:pt x="520" y="99"/>
                  </a:lnTo>
                  <a:lnTo>
                    <a:pt x="520" y="99"/>
                  </a:lnTo>
                  <a:lnTo>
                    <a:pt x="520" y="101"/>
                  </a:lnTo>
                  <a:lnTo>
                    <a:pt x="520" y="101"/>
                  </a:lnTo>
                  <a:lnTo>
                    <a:pt x="520" y="101"/>
                  </a:lnTo>
                  <a:lnTo>
                    <a:pt x="518" y="103"/>
                  </a:lnTo>
                  <a:lnTo>
                    <a:pt x="518" y="103"/>
                  </a:lnTo>
                  <a:lnTo>
                    <a:pt x="518" y="105"/>
                  </a:lnTo>
                  <a:lnTo>
                    <a:pt x="518" y="106"/>
                  </a:lnTo>
                  <a:lnTo>
                    <a:pt x="518" y="106"/>
                  </a:lnTo>
                  <a:lnTo>
                    <a:pt x="518" y="108"/>
                  </a:lnTo>
                  <a:lnTo>
                    <a:pt x="518" y="108"/>
                  </a:lnTo>
                  <a:lnTo>
                    <a:pt x="516" y="110"/>
                  </a:lnTo>
                  <a:lnTo>
                    <a:pt x="514" y="108"/>
                  </a:lnTo>
                  <a:lnTo>
                    <a:pt x="512" y="110"/>
                  </a:lnTo>
                  <a:lnTo>
                    <a:pt x="512" y="110"/>
                  </a:lnTo>
                  <a:lnTo>
                    <a:pt x="512" y="112"/>
                  </a:lnTo>
                  <a:lnTo>
                    <a:pt x="510" y="112"/>
                  </a:lnTo>
                  <a:lnTo>
                    <a:pt x="510" y="114"/>
                  </a:lnTo>
                  <a:lnTo>
                    <a:pt x="510" y="114"/>
                  </a:lnTo>
                  <a:lnTo>
                    <a:pt x="508" y="114"/>
                  </a:lnTo>
                  <a:lnTo>
                    <a:pt x="508" y="114"/>
                  </a:lnTo>
                  <a:lnTo>
                    <a:pt x="507" y="114"/>
                  </a:lnTo>
                  <a:lnTo>
                    <a:pt x="507" y="114"/>
                  </a:lnTo>
                  <a:lnTo>
                    <a:pt x="505" y="114"/>
                  </a:lnTo>
                  <a:lnTo>
                    <a:pt x="505" y="114"/>
                  </a:lnTo>
                  <a:lnTo>
                    <a:pt x="505" y="114"/>
                  </a:lnTo>
                  <a:lnTo>
                    <a:pt x="503" y="112"/>
                  </a:lnTo>
                  <a:lnTo>
                    <a:pt x="501" y="110"/>
                  </a:lnTo>
                  <a:lnTo>
                    <a:pt x="499" y="110"/>
                  </a:lnTo>
                  <a:lnTo>
                    <a:pt x="495" y="108"/>
                  </a:lnTo>
                  <a:lnTo>
                    <a:pt x="491" y="108"/>
                  </a:lnTo>
                  <a:lnTo>
                    <a:pt x="488" y="112"/>
                  </a:lnTo>
                  <a:lnTo>
                    <a:pt x="484" y="114"/>
                  </a:lnTo>
                  <a:lnTo>
                    <a:pt x="480" y="114"/>
                  </a:lnTo>
                  <a:lnTo>
                    <a:pt x="472" y="120"/>
                  </a:lnTo>
                  <a:lnTo>
                    <a:pt x="465" y="122"/>
                  </a:lnTo>
                  <a:lnTo>
                    <a:pt x="465" y="122"/>
                  </a:lnTo>
                  <a:lnTo>
                    <a:pt x="467" y="124"/>
                  </a:lnTo>
                  <a:lnTo>
                    <a:pt x="467" y="125"/>
                  </a:lnTo>
                  <a:lnTo>
                    <a:pt x="467" y="125"/>
                  </a:lnTo>
                  <a:lnTo>
                    <a:pt x="468" y="127"/>
                  </a:lnTo>
                  <a:lnTo>
                    <a:pt x="468" y="127"/>
                  </a:lnTo>
                  <a:lnTo>
                    <a:pt x="468" y="129"/>
                  </a:lnTo>
                  <a:lnTo>
                    <a:pt x="468" y="129"/>
                  </a:lnTo>
                  <a:lnTo>
                    <a:pt x="467" y="129"/>
                  </a:lnTo>
                  <a:lnTo>
                    <a:pt x="467" y="129"/>
                  </a:lnTo>
                  <a:lnTo>
                    <a:pt x="465" y="131"/>
                  </a:lnTo>
                  <a:lnTo>
                    <a:pt x="463" y="131"/>
                  </a:lnTo>
                  <a:lnTo>
                    <a:pt x="463" y="131"/>
                  </a:lnTo>
                  <a:lnTo>
                    <a:pt x="463" y="131"/>
                  </a:lnTo>
                  <a:lnTo>
                    <a:pt x="461" y="133"/>
                  </a:lnTo>
                  <a:lnTo>
                    <a:pt x="461" y="133"/>
                  </a:lnTo>
                  <a:lnTo>
                    <a:pt x="459" y="135"/>
                  </a:lnTo>
                  <a:lnTo>
                    <a:pt x="459" y="135"/>
                  </a:lnTo>
                  <a:lnTo>
                    <a:pt x="459" y="135"/>
                  </a:lnTo>
                  <a:lnTo>
                    <a:pt x="457" y="137"/>
                  </a:lnTo>
                  <a:lnTo>
                    <a:pt x="455" y="137"/>
                  </a:lnTo>
                  <a:lnTo>
                    <a:pt x="455" y="137"/>
                  </a:lnTo>
                  <a:lnTo>
                    <a:pt x="453" y="137"/>
                  </a:lnTo>
                  <a:lnTo>
                    <a:pt x="451" y="137"/>
                  </a:lnTo>
                  <a:lnTo>
                    <a:pt x="451" y="139"/>
                  </a:lnTo>
                  <a:lnTo>
                    <a:pt x="451" y="139"/>
                  </a:lnTo>
                  <a:lnTo>
                    <a:pt x="449" y="139"/>
                  </a:lnTo>
                  <a:lnTo>
                    <a:pt x="448" y="141"/>
                  </a:lnTo>
                  <a:lnTo>
                    <a:pt x="448" y="141"/>
                  </a:lnTo>
                  <a:lnTo>
                    <a:pt x="448" y="141"/>
                  </a:lnTo>
                  <a:lnTo>
                    <a:pt x="448" y="143"/>
                  </a:lnTo>
                  <a:lnTo>
                    <a:pt x="448" y="145"/>
                  </a:lnTo>
                  <a:lnTo>
                    <a:pt x="448" y="145"/>
                  </a:lnTo>
                  <a:lnTo>
                    <a:pt x="448" y="145"/>
                  </a:lnTo>
                  <a:lnTo>
                    <a:pt x="446" y="146"/>
                  </a:lnTo>
                  <a:lnTo>
                    <a:pt x="446" y="146"/>
                  </a:lnTo>
                  <a:lnTo>
                    <a:pt x="446" y="148"/>
                  </a:lnTo>
                  <a:lnTo>
                    <a:pt x="444" y="148"/>
                  </a:lnTo>
                  <a:lnTo>
                    <a:pt x="444" y="150"/>
                  </a:lnTo>
                  <a:lnTo>
                    <a:pt x="442" y="152"/>
                  </a:lnTo>
                  <a:lnTo>
                    <a:pt x="442" y="152"/>
                  </a:lnTo>
                  <a:lnTo>
                    <a:pt x="442" y="152"/>
                  </a:lnTo>
                  <a:lnTo>
                    <a:pt x="442" y="152"/>
                  </a:lnTo>
                  <a:lnTo>
                    <a:pt x="442" y="154"/>
                  </a:lnTo>
                  <a:lnTo>
                    <a:pt x="442" y="154"/>
                  </a:lnTo>
                  <a:lnTo>
                    <a:pt x="444" y="154"/>
                  </a:lnTo>
                  <a:lnTo>
                    <a:pt x="444" y="154"/>
                  </a:lnTo>
                  <a:lnTo>
                    <a:pt x="444" y="156"/>
                  </a:lnTo>
                  <a:lnTo>
                    <a:pt x="444" y="156"/>
                  </a:lnTo>
                  <a:lnTo>
                    <a:pt x="442" y="156"/>
                  </a:lnTo>
                  <a:lnTo>
                    <a:pt x="442" y="158"/>
                  </a:lnTo>
                  <a:lnTo>
                    <a:pt x="442" y="158"/>
                  </a:lnTo>
                  <a:lnTo>
                    <a:pt x="442" y="158"/>
                  </a:lnTo>
                  <a:lnTo>
                    <a:pt x="442" y="162"/>
                  </a:lnTo>
                  <a:lnTo>
                    <a:pt x="442" y="162"/>
                  </a:lnTo>
                  <a:lnTo>
                    <a:pt x="442" y="164"/>
                  </a:lnTo>
                  <a:lnTo>
                    <a:pt x="440" y="164"/>
                  </a:lnTo>
                  <a:lnTo>
                    <a:pt x="440" y="165"/>
                  </a:lnTo>
                  <a:lnTo>
                    <a:pt x="442" y="165"/>
                  </a:lnTo>
                  <a:lnTo>
                    <a:pt x="442" y="165"/>
                  </a:lnTo>
                  <a:lnTo>
                    <a:pt x="440" y="167"/>
                  </a:lnTo>
                  <a:lnTo>
                    <a:pt x="440" y="169"/>
                  </a:lnTo>
                  <a:lnTo>
                    <a:pt x="438" y="169"/>
                  </a:lnTo>
                  <a:lnTo>
                    <a:pt x="438" y="171"/>
                  </a:lnTo>
                  <a:lnTo>
                    <a:pt x="436" y="171"/>
                  </a:lnTo>
                  <a:lnTo>
                    <a:pt x="436" y="173"/>
                  </a:lnTo>
                  <a:lnTo>
                    <a:pt x="436" y="173"/>
                  </a:lnTo>
                  <a:lnTo>
                    <a:pt x="436" y="173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2" y="175"/>
                  </a:lnTo>
                  <a:lnTo>
                    <a:pt x="430" y="175"/>
                  </a:lnTo>
                  <a:lnTo>
                    <a:pt x="430" y="175"/>
                  </a:lnTo>
                  <a:lnTo>
                    <a:pt x="430" y="175"/>
                  </a:lnTo>
                  <a:lnTo>
                    <a:pt x="428" y="175"/>
                  </a:lnTo>
                  <a:lnTo>
                    <a:pt x="427" y="175"/>
                  </a:lnTo>
                  <a:lnTo>
                    <a:pt x="427" y="173"/>
                  </a:lnTo>
                  <a:lnTo>
                    <a:pt x="427" y="173"/>
                  </a:lnTo>
                  <a:lnTo>
                    <a:pt x="427" y="173"/>
                  </a:lnTo>
                  <a:lnTo>
                    <a:pt x="427" y="173"/>
                  </a:lnTo>
                  <a:lnTo>
                    <a:pt x="425" y="173"/>
                  </a:lnTo>
                  <a:lnTo>
                    <a:pt x="425" y="173"/>
                  </a:lnTo>
                  <a:lnTo>
                    <a:pt x="425" y="173"/>
                  </a:lnTo>
                  <a:lnTo>
                    <a:pt x="423" y="175"/>
                  </a:lnTo>
                  <a:lnTo>
                    <a:pt x="423" y="177"/>
                  </a:lnTo>
                  <a:lnTo>
                    <a:pt x="423" y="177"/>
                  </a:lnTo>
                  <a:lnTo>
                    <a:pt x="421" y="179"/>
                  </a:lnTo>
                  <a:lnTo>
                    <a:pt x="419" y="179"/>
                  </a:lnTo>
                  <a:lnTo>
                    <a:pt x="419" y="179"/>
                  </a:lnTo>
                  <a:lnTo>
                    <a:pt x="419" y="179"/>
                  </a:lnTo>
                  <a:lnTo>
                    <a:pt x="417" y="179"/>
                  </a:lnTo>
                  <a:lnTo>
                    <a:pt x="415" y="179"/>
                  </a:lnTo>
                  <a:lnTo>
                    <a:pt x="413" y="179"/>
                  </a:lnTo>
                  <a:lnTo>
                    <a:pt x="411" y="179"/>
                  </a:lnTo>
                  <a:lnTo>
                    <a:pt x="411" y="181"/>
                  </a:lnTo>
                  <a:lnTo>
                    <a:pt x="411" y="181"/>
                  </a:lnTo>
                  <a:lnTo>
                    <a:pt x="411" y="181"/>
                  </a:lnTo>
                  <a:lnTo>
                    <a:pt x="411" y="184"/>
                  </a:lnTo>
                  <a:lnTo>
                    <a:pt x="411" y="184"/>
                  </a:lnTo>
                  <a:lnTo>
                    <a:pt x="411" y="186"/>
                  </a:lnTo>
                  <a:lnTo>
                    <a:pt x="411" y="186"/>
                  </a:lnTo>
                  <a:lnTo>
                    <a:pt x="409" y="188"/>
                  </a:lnTo>
                  <a:lnTo>
                    <a:pt x="409" y="188"/>
                  </a:lnTo>
                  <a:lnTo>
                    <a:pt x="406" y="188"/>
                  </a:lnTo>
                  <a:lnTo>
                    <a:pt x="404" y="190"/>
                  </a:lnTo>
                  <a:lnTo>
                    <a:pt x="402" y="190"/>
                  </a:lnTo>
                  <a:lnTo>
                    <a:pt x="400" y="190"/>
                  </a:lnTo>
                  <a:lnTo>
                    <a:pt x="400" y="190"/>
                  </a:lnTo>
                  <a:lnTo>
                    <a:pt x="400" y="190"/>
                  </a:lnTo>
                  <a:lnTo>
                    <a:pt x="398" y="190"/>
                  </a:lnTo>
                  <a:lnTo>
                    <a:pt x="398" y="190"/>
                  </a:lnTo>
                  <a:lnTo>
                    <a:pt x="398" y="192"/>
                  </a:lnTo>
                  <a:lnTo>
                    <a:pt x="398" y="192"/>
                  </a:lnTo>
                  <a:lnTo>
                    <a:pt x="396" y="192"/>
                  </a:lnTo>
                  <a:lnTo>
                    <a:pt x="394" y="192"/>
                  </a:lnTo>
                  <a:lnTo>
                    <a:pt x="394" y="192"/>
                  </a:lnTo>
                  <a:lnTo>
                    <a:pt x="394" y="192"/>
                  </a:lnTo>
                  <a:lnTo>
                    <a:pt x="392" y="192"/>
                  </a:lnTo>
                  <a:lnTo>
                    <a:pt x="390" y="192"/>
                  </a:lnTo>
                  <a:lnTo>
                    <a:pt x="390" y="192"/>
                  </a:lnTo>
                  <a:lnTo>
                    <a:pt x="390" y="190"/>
                  </a:lnTo>
                  <a:lnTo>
                    <a:pt x="388" y="190"/>
                  </a:lnTo>
                  <a:lnTo>
                    <a:pt x="388" y="190"/>
                  </a:lnTo>
                  <a:lnTo>
                    <a:pt x="387" y="190"/>
                  </a:lnTo>
                  <a:lnTo>
                    <a:pt x="387" y="190"/>
                  </a:lnTo>
                  <a:lnTo>
                    <a:pt x="387" y="192"/>
                  </a:lnTo>
                  <a:lnTo>
                    <a:pt x="387" y="192"/>
                  </a:lnTo>
                  <a:lnTo>
                    <a:pt x="387" y="192"/>
                  </a:lnTo>
                  <a:lnTo>
                    <a:pt x="387" y="194"/>
                  </a:lnTo>
                  <a:lnTo>
                    <a:pt x="387" y="194"/>
                  </a:lnTo>
                  <a:lnTo>
                    <a:pt x="387" y="194"/>
                  </a:lnTo>
                  <a:lnTo>
                    <a:pt x="387" y="196"/>
                  </a:lnTo>
                  <a:lnTo>
                    <a:pt x="387" y="196"/>
                  </a:lnTo>
                  <a:lnTo>
                    <a:pt x="387" y="196"/>
                  </a:lnTo>
                  <a:lnTo>
                    <a:pt x="387" y="196"/>
                  </a:lnTo>
                  <a:lnTo>
                    <a:pt x="385" y="196"/>
                  </a:lnTo>
                  <a:lnTo>
                    <a:pt x="385" y="196"/>
                  </a:lnTo>
                  <a:lnTo>
                    <a:pt x="385" y="196"/>
                  </a:lnTo>
                  <a:lnTo>
                    <a:pt x="383" y="196"/>
                  </a:lnTo>
                  <a:lnTo>
                    <a:pt x="383" y="198"/>
                  </a:lnTo>
                  <a:lnTo>
                    <a:pt x="383" y="198"/>
                  </a:lnTo>
                  <a:lnTo>
                    <a:pt x="381" y="200"/>
                  </a:lnTo>
                  <a:lnTo>
                    <a:pt x="383" y="202"/>
                  </a:lnTo>
                  <a:lnTo>
                    <a:pt x="383" y="202"/>
                  </a:lnTo>
                  <a:lnTo>
                    <a:pt x="383" y="202"/>
                  </a:lnTo>
                  <a:lnTo>
                    <a:pt x="383" y="203"/>
                  </a:lnTo>
                  <a:lnTo>
                    <a:pt x="383" y="205"/>
                  </a:lnTo>
                  <a:lnTo>
                    <a:pt x="381" y="205"/>
                  </a:lnTo>
                  <a:lnTo>
                    <a:pt x="381" y="205"/>
                  </a:lnTo>
                  <a:lnTo>
                    <a:pt x="381" y="207"/>
                  </a:lnTo>
                  <a:lnTo>
                    <a:pt x="379" y="207"/>
                  </a:lnTo>
                  <a:lnTo>
                    <a:pt x="379" y="207"/>
                  </a:lnTo>
                  <a:lnTo>
                    <a:pt x="379" y="207"/>
                  </a:lnTo>
                  <a:lnTo>
                    <a:pt x="377" y="205"/>
                  </a:lnTo>
                  <a:lnTo>
                    <a:pt x="375" y="205"/>
                  </a:lnTo>
                  <a:lnTo>
                    <a:pt x="375" y="205"/>
                  </a:lnTo>
                  <a:lnTo>
                    <a:pt x="375" y="205"/>
                  </a:lnTo>
                  <a:lnTo>
                    <a:pt x="373" y="205"/>
                  </a:lnTo>
                  <a:lnTo>
                    <a:pt x="371" y="205"/>
                  </a:lnTo>
                  <a:lnTo>
                    <a:pt x="369" y="203"/>
                  </a:lnTo>
                  <a:lnTo>
                    <a:pt x="369" y="203"/>
                  </a:lnTo>
                  <a:lnTo>
                    <a:pt x="367" y="203"/>
                  </a:lnTo>
                  <a:lnTo>
                    <a:pt x="366" y="203"/>
                  </a:lnTo>
                  <a:lnTo>
                    <a:pt x="366" y="203"/>
                  </a:lnTo>
                  <a:lnTo>
                    <a:pt x="366" y="203"/>
                  </a:lnTo>
                  <a:lnTo>
                    <a:pt x="364" y="203"/>
                  </a:lnTo>
                  <a:lnTo>
                    <a:pt x="364" y="205"/>
                  </a:lnTo>
                  <a:lnTo>
                    <a:pt x="364" y="205"/>
                  </a:lnTo>
                  <a:lnTo>
                    <a:pt x="362" y="205"/>
                  </a:lnTo>
                  <a:lnTo>
                    <a:pt x="362" y="203"/>
                  </a:lnTo>
                  <a:lnTo>
                    <a:pt x="362" y="203"/>
                  </a:lnTo>
                  <a:lnTo>
                    <a:pt x="362" y="203"/>
                  </a:lnTo>
                  <a:lnTo>
                    <a:pt x="362" y="203"/>
                  </a:lnTo>
                  <a:lnTo>
                    <a:pt x="364" y="202"/>
                  </a:lnTo>
                  <a:lnTo>
                    <a:pt x="364" y="202"/>
                  </a:lnTo>
                  <a:lnTo>
                    <a:pt x="362" y="202"/>
                  </a:lnTo>
                  <a:lnTo>
                    <a:pt x="362" y="202"/>
                  </a:lnTo>
                  <a:lnTo>
                    <a:pt x="360" y="200"/>
                  </a:lnTo>
                  <a:lnTo>
                    <a:pt x="362" y="200"/>
                  </a:lnTo>
                  <a:lnTo>
                    <a:pt x="360" y="200"/>
                  </a:lnTo>
                  <a:lnTo>
                    <a:pt x="360" y="200"/>
                  </a:lnTo>
                  <a:lnTo>
                    <a:pt x="360" y="200"/>
                  </a:lnTo>
                  <a:lnTo>
                    <a:pt x="358" y="200"/>
                  </a:lnTo>
                  <a:lnTo>
                    <a:pt x="358" y="198"/>
                  </a:lnTo>
                  <a:lnTo>
                    <a:pt x="356" y="198"/>
                  </a:lnTo>
                  <a:lnTo>
                    <a:pt x="356" y="198"/>
                  </a:lnTo>
                  <a:lnTo>
                    <a:pt x="354" y="196"/>
                  </a:lnTo>
                  <a:lnTo>
                    <a:pt x="354" y="198"/>
                  </a:lnTo>
                  <a:lnTo>
                    <a:pt x="352" y="198"/>
                  </a:lnTo>
                  <a:lnTo>
                    <a:pt x="352" y="198"/>
                  </a:lnTo>
                  <a:lnTo>
                    <a:pt x="352" y="200"/>
                  </a:lnTo>
                  <a:lnTo>
                    <a:pt x="350" y="200"/>
                  </a:lnTo>
                  <a:lnTo>
                    <a:pt x="350" y="200"/>
                  </a:lnTo>
                  <a:lnTo>
                    <a:pt x="348" y="200"/>
                  </a:lnTo>
                  <a:lnTo>
                    <a:pt x="348" y="200"/>
                  </a:lnTo>
                  <a:lnTo>
                    <a:pt x="348" y="202"/>
                  </a:lnTo>
                  <a:lnTo>
                    <a:pt x="348" y="202"/>
                  </a:lnTo>
                  <a:lnTo>
                    <a:pt x="348" y="202"/>
                  </a:lnTo>
                  <a:lnTo>
                    <a:pt x="348" y="203"/>
                  </a:lnTo>
                  <a:lnTo>
                    <a:pt x="348" y="205"/>
                  </a:lnTo>
                  <a:lnTo>
                    <a:pt x="347" y="205"/>
                  </a:lnTo>
                  <a:lnTo>
                    <a:pt x="347" y="205"/>
                  </a:lnTo>
                  <a:lnTo>
                    <a:pt x="347" y="207"/>
                  </a:lnTo>
                  <a:lnTo>
                    <a:pt x="347" y="207"/>
                  </a:lnTo>
                  <a:lnTo>
                    <a:pt x="345" y="207"/>
                  </a:lnTo>
                  <a:lnTo>
                    <a:pt x="345" y="209"/>
                  </a:lnTo>
                  <a:lnTo>
                    <a:pt x="343" y="207"/>
                  </a:lnTo>
                  <a:lnTo>
                    <a:pt x="341" y="207"/>
                  </a:lnTo>
                  <a:lnTo>
                    <a:pt x="341" y="207"/>
                  </a:lnTo>
                  <a:lnTo>
                    <a:pt x="341" y="205"/>
                  </a:lnTo>
                  <a:lnTo>
                    <a:pt x="339" y="205"/>
                  </a:lnTo>
                  <a:lnTo>
                    <a:pt x="339" y="203"/>
                  </a:lnTo>
                  <a:lnTo>
                    <a:pt x="339" y="203"/>
                  </a:lnTo>
                  <a:lnTo>
                    <a:pt x="339" y="203"/>
                  </a:lnTo>
                  <a:lnTo>
                    <a:pt x="339" y="203"/>
                  </a:lnTo>
                  <a:lnTo>
                    <a:pt x="339" y="203"/>
                  </a:lnTo>
                  <a:lnTo>
                    <a:pt x="339" y="203"/>
                  </a:lnTo>
                  <a:lnTo>
                    <a:pt x="337" y="203"/>
                  </a:lnTo>
                  <a:lnTo>
                    <a:pt x="337" y="203"/>
                  </a:lnTo>
                  <a:lnTo>
                    <a:pt x="337" y="205"/>
                  </a:lnTo>
                  <a:lnTo>
                    <a:pt x="337" y="205"/>
                  </a:lnTo>
                  <a:lnTo>
                    <a:pt x="337" y="205"/>
                  </a:lnTo>
                  <a:lnTo>
                    <a:pt x="337" y="207"/>
                  </a:lnTo>
                  <a:lnTo>
                    <a:pt x="337" y="207"/>
                  </a:lnTo>
                  <a:lnTo>
                    <a:pt x="337" y="207"/>
                  </a:lnTo>
                  <a:lnTo>
                    <a:pt x="339" y="207"/>
                  </a:lnTo>
                  <a:lnTo>
                    <a:pt x="339" y="209"/>
                  </a:lnTo>
                  <a:lnTo>
                    <a:pt x="339" y="209"/>
                  </a:lnTo>
                  <a:lnTo>
                    <a:pt x="339" y="209"/>
                  </a:lnTo>
                  <a:lnTo>
                    <a:pt x="339" y="209"/>
                  </a:lnTo>
                  <a:lnTo>
                    <a:pt x="337" y="211"/>
                  </a:lnTo>
                  <a:lnTo>
                    <a:pt x="337" y="211"/>
                  </a:lnTo>
                  <a:lnTo>
                    <a:pt x="337" y="211"/>
                  </a:lnTo>
                  <a:lnTo>
                    <a:pt x="337" y="211"/>
                  </a:lnTo>
                  <a:lnTo>
                    <a:pt x="337" y="213"/>
                  </a:lnTo>
                  <a:lnTo>
                    <a:pt x="335" y="213"/>
                  </a:lnTo>
                  <a:lnTo>
                    <a:pt x="337" y="213"/>
                  </a:lnTo>
                  <a:lnTo>
                    <a:pt x="339" y="213"/>
                  </a:lnTo>
                  <a:lnTo>
                    <a:pt x="339" y="215"/>
                  </a:lnTo>
                  <a:lnTo>
                    <a:pt x="341" y="215"/>
                  </a:lnTo>
                  <a:lnTo>
                    <a:pt x="345" y="215"/>
                  </a:lnTo>
                  <a:lnTo>
                    <a:pt x="345" y="217"/>
                  </a:lnTo>
                  <a:lnTo>
                    <a:pt x="347" y="217"/>
                  </a:lnTo>
                  <a:lnTo>
                    <a:pt x="347" y="217"/>
                  </a:lnTo>
                  <a:lnTo>
                    <a:pt x="347" y="217"/>
                  </a:lnTo>
                  <a:lnTo>
                    <a:pt x="348" y="219"/>
                  </a:lnTo>
                  <a:lnTo>
                    <a:pt x="348" y="217"/>
                  </a:lnTo>
                  <a:lnTo>
                    <a:pt x="348" y="217"/>
                  </a:lnTo>
                  <a:lnTo>
                    <a:pt x="348" y="215"/>
                  </a:lnTo>
                  <a:lnTo>
                    <a:pt x="350" y="215"/>
                  </a:lnTo>
                  <a:lnTo>
                    <a:pt x="350" y="217"/>
                  </a:lnTo>
                  <a:lnTo>
                    <a:pt x="352" y="215"/>
                  </a:lnTo>
                  <a:lnTo>
                    <a:pt x="356" y="217"/>
                  </a:lnTo>
                  <a:lnTo>
                    <a:pt x="356" y="217"/>
                  </a:lnTo>
                  <a:lnTo>
                    <a:pt x="358" y="219"/>
                  </a:lnTo>
                  <a:lnTo>
                    <a:pt x="358" y="219"/>
                  </a:lnTo>
                  <a:lnTo>
                    <a:pt x="358" y="219"/>
                  </a:lnTo>
                  <a:lnTo>
                    <a:pt x="356" y="219"/>
                  </a:lnTo>
                  <a:lnTo>
                    <a:pt x="356" y="219"/>
                  </a:lnTo>
                  <a:lnTo>
                    <a:pt x="356" y="221"/>
                  </a:lnTo>
                  <a:lnTo>
                    <a:pt x="356" y="221"/>
                  </a:lnTo>
                  <a:lnTo>
                    <a:pt x="356" y="221"/>
                  </a:lnTo>
                  <a:lnTo>
                    <a:pt x="358" y="222"/>
                  </a:lnTo>
                  <a:lnTo>
                    <a:pt x="356" y="222"/>
                  </a:lnTo>
                  <a:lnTo>
                    <a:pt x="354" y="222"/>
                  </a:lnTo>
                  <a:lnTo>
                    <a:pt x="354" y="224"/>
                  </a:lnTo>
                  <a:lnTo>
                    <a:pt x="354" y="224"/>
                  </a:lnTo>
                  <a:lnTo>
                    <a:pt x="354" y="226"/>
                  </a:lnTo>
                  <a:lnTo>
                    <a:pt x="354" y="226"/>
                  </a:lnTo>
                  <a:lnTo>
                    <a:pt x="354" y="228"/>
                  </a:lnTo>
                  <a:lnTo>
                    <a:pt x="354" y="228"/>
                  </a:lnTo>
                  <a:lnTo>
                    <a:pt x="356" y="228"/>
                  </a:lnTo>
                  <a:lnTo>
                    <a:pt x="356" y="228"/>
                  </a:lnTo>
                  <a:lnTo>
                    <a:pt x="356" y="228"/>
                  </a:lnTo>
                  <a:lnTo>
                    <a:pt x="358" y="230"/>
                  </a:lnTo>
                  <a:lnTo>
                    <a:pt x="358" y="230"/>
                  </a:lnTo>
                  <a:lnTo>
                    <a:pt x="358" y="230"/>
                  </a:lnTo>
                  <a:lnTo>
                    <a:pt x="358" y="230"/>
                  </a:lnTo>
                  <a:lnTo>
                    <a:pt x="356" y="232"/>
                  </a:lnTo>
                  <a:lnTo>
                    <a:pt x="354" y="232"/>
                  </a:lnTo>
                  <a:lnTo>
                    <a:pt x="354" y="232"/>
                  </a:lnTo>
                  <a:lnTo>
                    <a:pt x="352" y="232"/>
                  </a:lnTo>
                  <a:lnTo>
                    <a:pt x="350" y="232"/>
                  </a:lnTo>
                  <a:lnTo>
                    <a:pt x="350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7" y="230"/>
                  </a:lnTo>
                  <a:lnTo>
                    <a:pt x="347" y="230"/>
                  </a:lnTo>
                  <a:lnTo>
                    <a:pt x="345" y="230"/>
                  </a:lnTo>
                  <a:lnTo>
                    <a:pt x="345" y="228"/>
                  </a:lnTo>
                  <a:lnTo>
                    <a:pt x="345" y="228"/>
                  </a:lnTo>
                  <a:lnTo>
                    <a:pt x="345" y="228"/>
                  </a:lnTo>
                  <a:lnTo>
                    <a:pt x="343" y="226"/>
                  </a:lnTo>
                  <a:lnTo>
                    <a:pt x="343" y="226"/>
                  </a:lnTo>
                  <a:lnTo>
                    <a:pt x="343" y="226"/>
                  </a:lnTo>
                  <a:lnTo>
                    <a:pt x="341" y="226"/>
                  </a:lnTo>
                  <a:lnTo>
                    <a:pt x="341" y="224"/>
                  </a:lnTo>
                  <a:lnTo>
                    <a:pt x="339" y="224"/>
                  </a:lnTo>
                  <a:lnTo>
                    <a:pt x="339" y="226"/>
                  </a:lnTo>
                  <a:lnTo>
                    <a:pt x="339" y="226"/>
                  </a:lnTo>
                  <a:lnTo>
                    <a:pt x="339" y="226"/>
                  </a:lnTo>
                  <a:lnTo>
                    <a:pt x="337" y="228"/>
                  </a:lnTo>
                  <a:lnTo>
                    <a:pt x="337" y="228"/>
                  </a:lnTo>
                  <a:lnTo>
                    <a:pt x="337" y="228"/>
                  </a:lnTo>
                  <a:lnTo>
                    <a:pt x="337" y="228"/>
                  </a:lnTo>
                  <a:lnTo>
                    <a:pt x="337" y="226"/>
                  </a:lnTo>
                  <a:lnTo>
                    <a:pt x="337" y="226"/>
                  </a:lnTo>
                  <a:lnTo>
                    <a:pt x="337" y="224"/>
                  </a:lnTo>
                  <a:lnTo>
                    <a:pt x="335" y="224"/>
                  </a:lnTo>
                  <a:lnTo>
                    <a:pt x="335" y="224"/>
                  </a:lnTo>
                  <a:lnTo>
                    <a:pt x="333" y="224"/>
                  </a:lnTo>
                  <a:lnTo>
                    <a:pt x="333" y="222"/>
                  </a:lnTo>
                  <a:lnTo>
                    <a:pt x="333" y="222"/>
                  </a:lnTo>
                  <a:lnTo>
                    <a:pt x="333" y="222"/>
                  </a:lnTo>
                  <a:lnTo>
                    <a:pt x="333" y="222"/>
                  </a:lnTo>
                  <a:lnTo>
                    <a:pt x="331" y="221"/>
                  </a:lnTo>
                  <a:lnTo>
                    <a:pt x="331" y="221"/>
                  </a:lnTo>
                  <a:lnTo>
                    <a:pt x="331" y="219"/>
                  </a:lnTo>
                  <a:lnTo>
                    <a:pt x="331" y="219"/>
                  </a:lnTo>
                  <a:lnTo>
                    <a:pt x="331" y="217"/>
                  </a:lnTo>
                  <a:lnTo>
                    <a:pt x="331" y="217"/>
                  </a:lnTo>
                  <a:lnTo>
                    <a:pt x="331" y="215"/>
                  </a:lnTo>
                  <a:lnTo>
                    <a:pt x="329" y="213"/>
                  </a:lnTo>
                  <a:lnTo>
                    <a:pt x="327" y="211"/>
                  </a:lnTo>
                  <a:lnTo>
                    <a:pt x="327" y="209"/>
                  </a:lnTo>
                  <a:lnTo>
                    <a:pt x="326" y="209"/>
                  </a:lnTo>
                  <a:lnTo>
                    <a:pt x="326" y="209"/>
                  </a:lnTo>
                  <a:lnTo>
                    <a:pt x="324" y="209"/>
                  </a:lnTo>
                  <a:lnTo>
                    <a:pt x="324" y="209"/>
                  </a:lnTo>
                  <a:lnTo>
                    <a:pt x="324" y="207"/>
                  </a:lnTo>
                  <a:lnTo>
                    <a:pt x="322" y="207"/>
                  </a:lnTo>
                  <a:lnTo>
                    <a:pt x="322" y="209"/>
                  </a:lnTo>
                  <a:lnTo>
                    <a:pt x="322" y="209"/>
                  </a:lnTo>
                  <a:lnTo>
                    <a:pt x="322" y="207"/>
                  </a:lnTo>
                  <a:lnTo>
                    <a:pt x="320" y="205"/>
                  </a:lnTo>
                  <a:lnTo>
                    <a:pt x="320" y="205"/>
                  </a:lnTo>
                  <a:lnTo>
                    <a:pt x="318" y="207"/>
                  </a:lnTo>
                  <a:lnTo>
                    <a:pt x="318" y="207"/>
                  </a:lnTo>
                  <a:lnTo>
                    <a:pt x="316" y="209"/>
                  </a:lnTo>
                  <a:lnTo>
                    <a:pt x="316" y="209"/>
                  </a:lnTo>
                  <a:lnTo>
                    <a:pt x="316" y="211"/>
                  </a:lnTo>
                  <a:lnTo>
                    <a:pt x="316" y="211"/>
                  </a:lnTo>
                  <a:lnTo>
                    <a:pt x="314" y="211"/>
                  </a:lnTo>
                  <a:lnTo>
                    <a:pt x="314" y="211"/>
                  </a:lnTo>
                  <a:lnTo>
                    <a:pt x="314" y="211"/>
                  </a:lnTo>
                  <a:lnTo>
                    <a:pt x="314" y="211"/>
                  </a:lnTo>
                  <a:lnTo>
                    <a:pt x="312" y="211"/>
                  </a:lnTo>
                  <a:lnTo>
                    <a:pt x="312" y="211"/>
                  </a:lnTo>
                  <a:lnTo>
                    <a:pt x="310" y="211"/>
                  </a:lnTo>
                  <a:lnTo>
                    <a:pt x="310" y="213"/>
                  </a:lnTo>
                  <a:lnTo>
                    <a:pt x="310" y="213"/>
                  </a:lnTo>
                  <a:lnTo>
                    <a:pt x="307" y="213"/>
                  </a:lnTo>
                  <a:lnTo>
                    <a:pt x="307" y="217"/>
                  </a:lnTo>
                  <a:lnTo>
                    <a:pt x="305" y="217"/>
                  </a:lnTo>
                  <a:lnTo>
                    <a:pt x="305" y="219"/>
                  </a:lnTo>
                  <a:lnTo>
                    <a:pt x="305" y="219"/>
                  </a:lnTo>
                  <a:lnTo>
                    <a:pt x="303" y="221"/>
                  </a:lnTo>
                  <a:lnTo>
                    <a:pt x="303" y="222"/>
                  </a:lnTo>
                  <a:lnTo>
                    <a:pt x="303" y="222"/>
                  </a:lnTo>
                  <a:lnTo>
                    <a:pt x="303" y="222"/>
                  </a:lnTo>
                  <a:lnTo>
                    <a:pt x="305" y="224"/>
                  </a:lnTo>
                  <a:lnTo>
                    <a:pt x="307" y="224"/>
                  </a:lnTo>
                  <a:lnTo>
                    <a:pt x="307" y="224"/>
                  </a:lnTo>
                  <a:lnTo>
                    <a:pt x="307" y="226"/>
                  </a:lnTo>
                  <a:lnTo>
                    <a:pt x="307" y="226"/>
                  </a:lnTo>
                  <a:lnTo>
                    <a:pt x="307" y="226"/>
                  </a:lnTo>
                  <a:lnTo>
                    <a:pt x="308" y="228"/>
                  </a:lnTo>
                  <a:lnTo>
                    <a:pt x="308" y="228"/>
                  </a:lnTo>
                  <a:lnTo>
                    <a:pt x="308" y="232"/>
                  </a:lnTo>
                  <a:lnTo>
                    <a:pt x="308" y="232"/>
                  </a:lnTo>
                  <a:lnTo>
                    <a:pt x="307" y="234"/>
                  </a:lnTo>
                  <a:lnTo>
                    <a:pt x="307" y="236"/>
                  </a:lnTo>
                  <a:lnTo>
                    <a:pt x="307" y="236"/>
                  </a:lnTo>
                  <a:lnTo>
                    <a:pt x="305" y="238"/>
                  </a:lnTo>
                  <a:lnTo>
                    <a:pt x="305" y="238"/>
                  </a:lnTo>
                  <a:lnTo>
                    <a:pt x="303" y="238"/>
                  </a:lnTo>
                  <a:lnTo>
                    <a:pt x="303" y="240"/>
                  </a:lnTo>
                  <a:lnTo>
                    <a:pt x="303" y="240"/>
                  </a:lnTo>
                  <a:lnTo>
                    <a:pt x="301" y="243"/>
                  </a:lnTo>
                  <a:lnTo>
                    <a:pt x="299" y="245"/>
                  </a:lnTo>
                  <a:lnTo>
                    <a:pt x="297" y="245"/>
                  </a:lnTo>
                  <a:lnTo>
                    <a:pt x="295" y="245"/>
                  </a:lnTo>
                  <a:lnTo>
                    <a:pt x="295" y="245"/>
                  </a:lnTo>
                  <a:lnTo>
                    <a:pt x="293" y="245"/>
                  </a:lnTo>
                  <a:lnTo>
                    <a:pt x="293" y="243"/>
                  </a:lnTo>
                  <a:lnTo>
                    <a:pt x="291" y="242"/>
                  </a:lnTo>
                  <a:lnTo>
                    <a:pt x="291" y="240"/>
                  </a:lnTo>
                  <a:lnTo>
                    <a:pt x="289" y="240"/>
                  </a:lnTo>
                  <a:lnTo>
                    <a:pt x="289" y="240"/>
                  </a:lnTo>
                  <a:lnTo>
                    <a:pt x="287" y="240"/>
                  </a:lnTo>
                  <a:lnTo>
                    <a:pt x="286" y="240"/>
                  </a:lnTo>
                  <a:lnTo>
                    <a:pt x="284" y="236"/>
                  </a:lnTo>
                  <a:lnTo>
                    <a:pt x="282" y="236"/>
                  </a:lnTo>
                  <a:lnTo>
                    <a:pt x="282" y="236"/>
                  </a:lnTo>
                  <a:lnTo>
                    <a:pt x="280" y="238"/>
                  </a:lnTo>
                  <a:lnTo>
                    <a:pt x="278" y="240"/>
                  </a:lnTo>
                  <a:lnTo>
                    <a:pt x="278" y="240"/>
                  </a:lnTo>
                  <a:lnTo>
                    <a:pt x="274" y="240"/>
                  </a:lnTo>
                  <a:lnTo>
                    <a:pt x="272" y="240"/>
                  </a:lnTo>
                  <a:lnTo>
                    <a:pt x="270" y="242"/>
                  </a:lnTo>
                  <a:lnTo>
                    <a:pt x="270" y="243"/>
                  </a:lnTo>
                  <a:lnTo>
                    <a:pt x="268" y="243"/>
                  </a:lnTo>
                  <a:lnTo>
                    <a:pt x="268" y="242"/>
                  </a:lnTo>
                  <a:lnTo>
                    <a:pt x="266" y="243"/>
                  </a:lnTo>
                  <a:lnTo>
                    <a:pt x="265" y="243"/>
                  </a:lnTo>
                  <a:lnTo>
                    <a:pt x="263" y="245"/>
                  </a:lnTo>
                  <a:lnTo>
                    <a:pt x="263" y="245"/>
                  </a:lnTo>
                  <a:lnTo>
                    <a:pt x="261" y="245"/>
                  </a:lnTo>
                  <a:lnTo>
                    <a:pt x="261" y="245"/>
                  </a:lnTo>
                  <a:lnTo>
                    <a:pt x="257" y="245"/>
                  </a:lnTo>
                  <a:lnTo>
                    <a:pt x="257" y="245"/>
                  </a:lnTo>
                  <a:lnTo>
                    <a:pt x="253" y="247"/>
                  </a:lnTo>
                  <a:lnTo>
                    <a:pt x="251" y="247"/>
                  </a:lnTo>
                  <a:lnTo>
                    <a:pt x="251" y="249"/>
                  </a:lnTo>
                  <a:lnTo>
                    <a:pt x="251" y="249"/>
                  </a:lnTo>
                  <a:lnTo>
                    <a:pt x="249" y="251"/>
                  </a:lnTo>
                  <a:lnTo>
                    <a:pt x="247" y="251"/>
                  </a:lnTo>
                  <a:lnTo>
                    <a:pt x="242" y="251"/>
                  </a:lnTo>
                  <a:lnTo>
                    <a:pt x="242" y="251"/>
                  </a:lnTo>
                  <a:lnTo>
                    <a:pt x="240" y="251"/>
                  </a:lnTo>
                  <a:lnTo>
                    <a:pt x="238" y="251"/>
                  </a:lnTo>
                  <a:lnTo>
                    <a:pt x="236" y="251"/>
                  </a:lnTo>
                  <a:lnTo>
                    <a:pt x="236" y="253"/>
                  </a:lnTo>
                  <a:lnTo>
                    <a:pt x="234" y="253"/>
                  </a:lnTo>
                  <a:lnTo>
                    <a:pt x="232" y="257"/>
                  </a:lnTo>
                  <a:lnTo>
                    <a:pt x="232" y="257"/>
                  </a:lnTo>
                  <a:lnTo>
                    <a:pt x="230" y="259"/>
                  </a:lnTo>
                  <a:lnTo>
                    <a:pt x="232" y="261"/>
                  </a:lnTo>
                  <a:lnTo>
                    <a:pt x="232" y="261"/>
                  </a:lnTo>
                  <a:lnTo>
                    <a:pt x="232" y="262"/>
                  </a:lnTo>
                  <a:lnTo>
                    <a:pt x="232" y="262"/>
                  </a:lnTo>
                  <a:lnTo>
                    <a:pt x="230" y="264"/>
                  </a:lnTo>
                  <a:lnTo>
                    <a:pt x="230" y="266"/>
                  </a:lnTo>
                  <a:lnTo>
                    <a:pt x="230" y="268"/>
                  </a:lnTo>
                  <a:lnTo>
                    <a:pt x="230" y="270"/>
                  </a:lnTo>
                  <a:lnTo>
                    <a:pt x="230" y="272"/>
                  </a:lnTo>
                  <a:lnTo>
                    <a:pt x="230" y="272"/>
                  </a:lnTo>
                  <a:lnTo>
                    <a:pt x="232" y="274"/>
                  </a:lnTo>
                  <a:lnTo>
                    <a:pt x="232" y="278"/>
                  </a:lnTo>
                  <a:lnTo>
                    <a:pt x="232" y="281"/>
                  </a:lnTo>
                  <a:lnTo>
                    <a:pt x="230" y="283"/>
                  </a:lnTo>
                  <a:lnTo>
                    <a:pt x="230" y="283"/>
                  </a:lnTo>
                  <a:lnTo>
                    <a:pt x="228" y="285"/>
                  </a:lnTo>
                  <a:lnTo>
                    <a:pt x="226" y="285"/>
                  </a:lnTo>
                  <a:lnTo>
                    <a:pt x="226" y="285"/>
                  </a:lnTo>
                  <a:lnTo>
                    <a:pt x="225" y="285"/>
                  </a:lnTo>
                  <a:lnTo>
                    <a:pt x="225" y="283"/>
                  </a:lnTo>
                  <a:lnTo>
                    <a:pt x="223" y="283"/>
                  </a:lnTo>
                  <a:lnTo>
                    <a:pt x="223" y="283"/>
                  </a:lnTo>
                  <a:lnTo>
                    <a:pt x="217" y="283"/>
                  </a:lnTo>
                  <a:lnTo>
                    <a:pt x="215" y="283"/>
                  </a:lnTo>
                  <a:lnTo>
                    <a:pt x="215" y="283"/>
                  </a:lnTo>
                  <a:lnTo>
                    <a:pt x="213" y="283"/>
                  </a:lnTo>
                  <a:lnTo>
                    <a:pt x="213" y="283"/>
                  </a:lnTo>
                  <a:lnTo>
                    <a:pt x="211" y="283"/>
                  </a:lnTo>
                  <a:lnTo>
                    <a:pt x="209" y="283"/>
                  </a:lnTo>
                  <a:lnTo>
                    <a:pt x="209" y="285"/>
                  </a:lnTo>
                  <a:lnTo>
                    <a:pt x="207" y="285"/>
                  </a:lnTo>
                  <a:lnTo>
                    <a:pt x="206" y="285"/>
                  </a:lnTo>
                  <a:lnTo>
                    <a:pt x="204" y="287"/>
                  </a:lnTo>
                  <a:lnTo>
                    <a:pt x="202" y="287"/>
                  </a:lnTo>
                  <a:lnTo>
                    <a:pt x="202" y="289"/>
                  </a:lnTo>
                  <a:lnTo>
                    <a:pt x="202" y="291"/>
                  </a:lnTo>
                  <a:lnTo>
                    <a:pt x="204" y="293"/>
                  </a:lnTo>
                  <a:lnTo>
                    <a:pt x="204" y="295"/>
                  </a:lnTo>
                  <a:lnTo>
                    <a:pt x="204" y="295"/>
                  </a:lnTo>
                  <a:lnTo>
                    <a:pt x="202" y="297"/>
                  </a:lnTo>
                  <a:lnTo>
                    <a:pt x="202" y="297"/>
                  </a:lnTo>
                  <a:lnTo>
                    <a:pt x="202" y="297"/>
                  </a:lnTo>
                  <a:lnTo>
                    <a:pt x="200" y="297"/>
                  </a:lnTo>
                  <a:lnTo>
                    <a:pt x="198" y="295"/>
                  </a:lnTo>
                  <a:lnTo>
                    <a:pt x="198" y="295"/>
                  </a:lnTo>
                  <a:lnTo>
                    <a:pt x="198" y="293"/>
                  </a:lnTo>
                  <a:lnTo>
                    <a:pt x="198" y="293"/>
                  </a:lnTo>
                  <a:lnTo>
                    <a:pt x="198" y="291"/>
                  </a:lnTo>
                  <a:lnTo>
                    <a:pt x="198" y="291"/>
                  </a:lnTo>
                  <a:lnTo>
                    <a:pt x="196" y="291"/>
                  </a:lnTo>
                  <a:lnTo>
                    <a:pt x="196" y="291"/>
                  </a:lnTo>
                  <a:lnTo>
                    <a:pt x="194" y="291"/>
                  </a:lnTo>
                  <a:lnTo>
                    <a:pt x="194" y="293"/>
                  </a:lnTo>
                  <a:lnTo>
                    <a:pt x="194" y="293"/>
                  </a:lnTo>
                  <a:lnTo>
                    <a:pt x="196" y="295"/>
                  </a:lnTo>
                  <a:lnTo>
                    <a:pt x="196" y="295"/>
                  </a:lnTo>
                  <a:lnTo>
                    <a:pt x="196" y="297"/>
                  </a:lnTo>
                  <a:lnTo>
                    <a:pt x="196" y="297"/>
                  </a:lnTo>
                  <a:lnTo>
                    <a:pt x="196" y="299"/>
                  </a:lnTo>
                  <a:lnTo>
                    <a:pt x="194" y="300"/>
                  </a:lnTo>
                  <a:lnTo>
                    <a:pt x="194" y="300"/>
                  </a:lnTo>
                  <a:lnTo>
                    <a:pt x="192" y="302"/>
                  </a:lnTo>
                  <a:lnTo>
                    <a:pt x="190" y="302"/>
                  </a:lnTo>
                  <a:lnTo>
                    <a:pt x="190" y="304"/>
                  </a:lnTo>
                  <a:lnTo>
                    <a:pt x="188" y="304"/>
                  </a:lnTo>
                  <a:lnTo>
                    <a:pt x="186" y="304"/>
                  </a:lnTo>
                  <a:lnTo>
                    <a:pt x="185" y="304"/>
                  </a:lnTo>
                  <a:lnTo>
                    <a:pt x="185" y="304"/>
                  </a:lnTo>
                  <a:lnTo>
                    <a:pt x="181" y="302"/>
                  </a:lnTo>
                  <a:lnTo>
                    <a:pt x="181" y="302"/>
                  </a:lnTo>
                  <a:lnTo>
                    <a:pt x="181" y="300"/>
                  </a:lnTo>
                  <a:lnTo>
                    <a:pt x="179" y="299"/>
                  </a:lnTo>
                  <a:lnTo>
                    <a:pt x="179" y="299"/>
                  </a:lnTo>
                  <a:lnTo>
                    <a:pt x="177" y="297"/>
                  </a:lnTo>
                  <a:lnTo>
                    <a:pt x="175" y="297"/>
                  </a:lnTo>
                  <a:lnTo>
                    <a:pt x="173" y="297"/>
                  </a:lnTo>
                  <a:lnTo>
                    <a:pt x="173" y="299"/>
                  </a:lnTo>
                  <a:lnTo>
                    <a:pt x="171" y="299"/>
                  </a:lnTo>
                  <a:lnTo>
                    <a:pt x="171" y="300"/>
                  </a:lnTo>
                  <a:lnTo>
                    <a:pt x="169" y="300"/>
                  </a:lnTo>
                  <a:lnTo>
                    <a:pt x="169" y="300"/>
                  </a:lnTo>
                  <a:lnTo>
                    <a:pt x="167" y="300"/>
                  </a:lnTo>
                  <a:lnTo>
                    <a:pt x="165" y="300"/>
                  </a:lnTo>
                  <a:lnTo>
                    <a:pt x="164" y="299"/>
                  </a:lnTo>
                  <a:lnTo>
                    <a:pt x="160" y="299"/>
                  </a:lnTo>
                  <a:lnTo>
                    <a:pt x="158" y="299"/>
                  </a:lnTo>
                  <a:lnTo>
                    <a:pt x="156" y="299"/>
                  </a:lnTo>
                  <a:lnTo>
                    <a:pt x="154" y="299"/>
                  </a:lnTo>
                  <a:lnTo>
                    <a:pt x="152" y="300"/>
                  </a:lnTo>
                  <a:lnTo>
                    <a:pt x="150" y="300"/>
                  </a:lnTo>
                  <a:lnTo>
                    <a:pt x="150" y="300"/>
                  </a:lnTo>
                  <a:lnTo>
                    <a:pt x="148" y="302"/>
                  </a:lnTo>
                  <a:lnTo>
                    <a:pt x="148" y="302"/>
                  </a:lnTo>
                  <a:lnTo>
                    <a:pt x="146" y="304"/>
                  </a:lnTo>
                  <a:lnTo>
                    <a:pt x="145" y="304"/>
                  </a:lnTo>
                  <a:lnTo>
                    <a:pt x="145" y="302"/>
                  </a:lnTo>
                  <a:lnTo>
                    <a:pt x="143" y="302"/>
                  </a:lnTo>
                  <a:lnTo>
                    <a:pt x="143" y="302"/>
                  </a:lnTo>
                  <a:lnTo>
                    <a:pt x="141" y="304"/>
                  </a:lnTo>
                  <a:lnTo>
                    <a:pt x="143" y="306"/>
                  </a:lnTo>
                  <a:lnTo>
                    <a:pt x="143" y="306"/>
                  </a:lnTo>
                  <a:lnTo>
                    <a:pt x="141" y="308"/>
                  </a:lnTo>
                  <a:lnTo>
                    <a:pt x="141" y="308"/>
                  </a:lnTo>
                  <a:lnTo>
                    <a:pt x="141" y="310"/>
                  </a:lnTo>
                  <a:lnTo>
                    <a:pt x="141" y="310"/>
                  </a:lnTo>
                  <a:lnTo>
                    <a:pt x="141" y="312"/>
                  </a:lnTo>
                  <a:lnTo>
                    <a:pt x="141" y="312"/>
                  </a:lnTo>
                  <a:lnTo>
                    <a:pt x="141" y="314"/>
                  </a:lnTo>
                  <a:lnTo>
                    <a:pt x="139" y="314"/>
                  </a:lnTo>
                  <a:lnTo>
                    <a:pt x="137" y="314"/>
                  </a:lnTo>
                  <a:lnTo>
                    <a:pt x="137" y="314"/>
                  </a:lnTo>
                  <a:lnTo>
                    <a:pt x="135" y="316"/>
                  </a:lnTo>
                  <a:lnTo>
                    <a:pt x="135" y="316"/>
                  </a:lnTo>
                  <a:lnTo>
                    <a:pt x="135" y="318"/>
                  </a:lnTo>
                  <a:lnTo>
                    <a:pt x="135" y="318"/>
                  </a:lnTo>
                  <a:lnTo>
                    <a:pt x="135" y="318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3" y="321"/>
                  </a:lnTo>
                  <a:lnTo>
                    <a:pt x="131" y="321"/>
                  </a:lnTo>
                  <a:lnTo>
                    <a:pt x="131" y="321"/>
                  </a:lnTo>
                  <a:lnTo>
                    <a:pt x="131" y="321"/>
                  </a:lnTo>
                  <a:lnTo>
                    <a:pt x="129" y="321"/>
                  </a:lnTo>
                  <a:lnTo>
                    <a:pt x="129" y="321"/>
                  </a:lnTo>
                  <a:lnTo>
                    <a:pt x="129" y="323"/>
                  </a:lnTo>
                  <a:lnTo>
                    <a:pt x="127" y="323"/>
                  </a:lnTo>
                  <a:lnTo>
                    <a:pt x="127" y="323"/>
                  </a:lnTo>
                  <a:lnTo>
                    <a:pt x="124" y="321"/>
                  </a:lnTo>
                  <a:lnTo>
                    <a:pt x="124" y="321"/>
                  </a:lnTo>
                  <a:lnTo>
                    <a:pt x="124" y="319"/>
                  </a:lnTo>
                  <a:lnTo>
                    <a:pt x="122" y="318"/>
                  </a:lnTo>
                  <a:lnTo>
                    <a:pt x="122" y="316"/>
                  </a:lnTo>
                  <a:lnTo>
                    <a:pt x="122" y="316"/>
                  </a:lnTo>
                  <a:lnTo>
                    <a:pt x="122" y="316"/>
                  </a:lnTo>
                  <a:lnTo>
                    <a:pt x="120" y="316"/>
                  </a:lnTo>
                  <a:lnTo>
                    <a:pt x="120" y="316"/>
                  </a:lnTo>
                  <a:lnTo>
                    <a:pt x="120" y="318"/>
                  </a:lnTo>
                  <a:lnTo>
                    <a:pt x="118" y="318"/>
                  </a:lnTo>
                  <a:lnTo>
                    <a:pt x="118" y="319"/>
                  </a:lnTo>
                  <a:lnTo>
                    <a:pt x="118" y="319"/>
                  </a:lnTo>
                  <a:lnTo>
                    <a:pt x="116" y="318"/>
                  </a:lnTo>
                  <a:lnTo>
                    <a:pt x="114" y="318"/>
                  </a:lnTo>
                  <a:lnTo>
                    <a:pt x="112" y="318"/>
                  </a:lnTo>
                  <a:lnTo>
                    <a:pt x="112" y="318"/>
                  </a:lnTo>
                  <a:lnTo>
                    <a:pt x="110" y="318"/>
                  </a:lnTo>
                  <a:lnTo>
                    <a:pt x="108" y="316"/>
                  </a:lnTo>
                  <a:lnTo>
                    <a:pt x="106" y="316"/>
                  </a:lnTo>
                  <a:lnTo>
                    <a:pt x="106" y="316"/>
                  </a:lnTo>
                  <a:lnTo>
                    <a:pt x="105" y="318"/>
                  </a:lnTo>
                  <a:lnTo>
                    <a:pt x="105" y="318"/>
                  </a:lnTo>
                  <a:lnTo>
                    <a:pt x="103" y="318"/>
                  </a:lnTo>
                  <a:lnTo>
                    <a:pt x="103" y="318"/>
                  </a:lnTo>
                  <a:lnTo>
                    <a:pt x="103" y="318"/>
                  </a:lnTo>
                  <a:lnTo>
                    <a:pt x="101" y="319"/>
                  </a:lnTo>
                  <a:lnTo>
                    <a:pt x="101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7" y="319"/>
                  </a:lnTo>
                  <a:lnTo>
                    <a:pt x="97" y="318"/>
                  </a:lnTo>
                  <a:lnTo>
                    <a:pt x="97" y="318"/>
                  </a:lnTo>
                  <a:lnTo>
                    <a:pt x="95" y="318"/>
                  </a:lnTo>
                  <a:lnTo>
                    <a:pt x="95" y="318"/>
                  </a:lnTo>
                  <a:lnTo>
                    <a:pt x="93" y="318"/>
                  </a:lnTo>
                  <a:lnTo>
                    <a:pt x="93" y="318"/>
                  </a:lnTo>
                  <a:lnTo>
                    <a:pt x="91" y="318"/>
                  </a:lnTo>
                  <a:lnTo>
                    <a:pt x="91" y="318"/>
                  </a:lnTo>
                  <a:lnTo>
                    <a:pt x="91" y="318"/>
                  </a:lnTo>
                  <a:lnTo>
                    <a:pt x="89" y="318"/>
                  </a:lnTo>
                  <a:lnTo>
                    <a:pt x="89" y="318"/>
                  </a:lnTo>
                  <a:lnTo>
                    <a:pt x="87" y="318"/>
                  </a:lnTo>
                  <a:lnTo>
                    <a:pt x="85" y="318"/>
                  </a:lnTo>
                  <a:lnTo>
                    <a:pt x="85" y="318"/>
                  </a:lnTo>
                  <a:lnTo>
                    <a:pt x="84" y="316"/>
                  </a:lnTo>
                  <a:lnTo>
                    <a:pt x="84" y="316"/>
                  </a:lnTo>
                  <a:lnTo>
                    <a:pt x="84" y="316"/>
                  </a:lnTo>
                  <a:lnTo>
                    <a:pt x="82" y="316"/>
                  </a:lnTo>
                  <a:lnTo>
                    <a:pt x="82" y="314"/>
                  </a:lnTo>
                  <a:lnTo>
                    <a:pt x="82" y="316"/>
                  </a:lnTo>
                  <a:lnTo>
                    <a:pt x="80" y="316"/>
                  </a:lnTo>
                  <a:lnTo>
                    <a:pt x="80" y="316"/>
                  </a:lnTo>
                  <a:lnTo>
                    <a:pt x="78" y="316"/>
                  </a:lnTo>
                  <a:lnTo>
                    <a:pt x="76" y="314"/>
                  </a:lnTo>
                  <a:lnTo>
                    <a:pt x="70" y="314"/>
                  </a:lnTo>
                  <a:lnTo>
                    <a:pt x="66" y="310"/>
                  </a:lnTo>
                  <a:lnTo>
                    <a:pt x="66" y="310"/>
                  </a:lnTo>
                  <a:lnTo>
                    <a:pt x="66" y="310"/>
                  </a:lnTo>
                  <a:lnTo>
                    <a:pt x="55" y="310"/>
                  </a:lnTo>
                  <a:lnTo>
                    <a:pt x="51" y="310"/>
                  </a:lnTo>
                  <a:lnTo>
                    <a:pt x="49" y="310"/>
                  </a:lnTo>
                  <a:lnTo>
                    <a:pt x="47" y="308"/>
                  </a:lnTo>
                  <a:lnTo>
                    <a:pt x="47" y="308"/>
                  </a:lnTo>
                  <a:lnTo>
                    <a:pt x="42" y="310"/>
                  </a:lnTo>
                  <a:lnTo>
                    <a:pt x="40" y="310"/>
                  </a:lnTo>
                  <a:lnTo>
                    <a:pt x="32" y="314"/>
                  </a:lnTo>
                  <a:lnTo>
                    <a:pt x="28" y="318"/>
                  </a:lnTo>
                  <a:lnTo>
                    <a:pt x="28" y="319"/>
                  </a:lnTo>
                  <a:lnTo>
                    <a:pt x="28" y="321"/>
                  </a:lnTo>
                  <a:lnTo>
                    <a:pt x="28" y="323"/>
                  </a:lnTo>
                  <a:lnTo>
                    <a:pt x="28" y="327"/>
                  </a:lnTo>
                  <a:lnTo>
                    <a:pt x="28" y="329"/>
                  </a:lnTo>
                  <a:lnTo>
                    <a:pt x="28" y="331"/>
                  </a:lnTo>
                  <a:lnTo>
                    <a:pt x="30" y="331"/>
                  </a:lnTo>
                  <a:lnTo>
                    <a:pt x="30" y="331"/>
                  </a:lnTo>
                  <a:lnTo>
                    <a:pt x="30" y="331"/>
                  </a:lnTo>
                  <a:lnTo>
                    <a:pt x="30" y="331"/>
                  </a:lnTo>
                  <a:lnTo>
                    <a:pt x="32" y="333"/>
                  </a:lnTo>
                  <a:lnTo>
                    <a:pt x="32" y="337"/>
                  </a:lnTo>
                  <a:lnTo>
                    <a:pt x="34" y="338"/>
                  </a:lnTo>
                  <a:lnTo>
                    <a:pt x="34" y="338"/>
                  </a:lnTo>
                  <a:lnTo>
                    <a:pt x="32" y="338"/>
                  </a:lnTo>
                  <a:lnTo>
                    <a:pt x="32" y="338"/>
                  </a:lnTo>
                  <a:lnTo>
                    <a:pt x="30" y="338"/>
                  </a:lnTo>
                  <a:lnTo>
                    <a:pt x="30" y="338"/>
                  </a:lnTo>
                  <a:lnTo>
                    <a:pt x="30" y="338"/>
                  </a:lnTo>
                  <a:lnTo>
                    <a:pt x="28" y="338"/>
                  </a:lnTo>
                  <a:lnTo>
                    <a:pt x="28" y="338"/>
                  </a:lnTo>
                  <a:lnTo>
                    <a:pt x="26" y="340"/>
                  </a:lnTo>
                  <a:lnTo>
                    <a:pt x="26" y="342"/>
                  </a:lnTo>
                  <a:lnTo>
                    <a:pt x="26" y="342"/>
                  </a:lnTo>
                  <a:lnTo>
                    <a:pt x="26" y="342"/>
                  </a:lnTo>
                  <a:lnTo>
                    <a:pt x="26" y="342"/>
                  </a:lnTo>
                  <a:lnTo>
                    <a:pt x="26" y="348"/>
                  </a:lnTo>
                  <a:lnTo>
                    <a:pt x="26" y="352"/>
                  </a:lnTo>
                  <a:lnTo>
                    <a:pt x="26" y="354"/>
                  </a:lnTo>
                  <a:lnTo>
                    <a:pt x="26" y="354"/>
                  </a:lnTo>
                  <a:lnTo>
                    <a:pt x="26" y="354"/>
                  </a:lnTo>
                  <a:lnTo>
                    <a:pt x="26" y="354"/>
                  </a:lnTo>
                  <a:lnTo>
                    <a:pt x="24" y="352"/>
                  </a:lnTo>
                  <a:lnTo>
                    <a:pt x="23" y="352"/>
                  </a:lnTo>
                  <a:lnTo>
                    <a:pt x="23" y="352"/>
                  </a:lnTo>
                  <a:lnTo>
                    <a:pt x="23" y="354"/>
                  </a:lnTo>
                  <a:lnTo>
                    <a:pt x="23" y="354"/>
                  </a:lnTo>
                  <a:lnTo>
                    <a:pt x="23" y="354"/>
                  </a:lnTo>
                  <a:lnTo>
                    <a:pt x="24" y="356"/>
                  </a:lnTo>
                  <a:lnTo>
                    <a:pt x="24" y="358"/>
                  </a:lnTo>
                  <a:lnTo>
                    <a:pt x="24" y="359"/>
                  </a:lnTo>
                  <a:lnTo>
                    <a:pt x="26" y="359"/>
                  </a:lnTo>
                  <a:lnTo>
                    <a:pt x="26" y="359"/>
                  </a:lnTo>
                  <a:lnTo>
                    <a:pt x="26" y="361"/>
                  </a:lnTo>
                  <a:lnTo>
                    <a:pt x="26" y="361"/>
                  </a:lnTo>
                  <a:lnTo>
                    <a:pt x="28" y="367"/>
                  </a:lnTo>
                  <a:lnTo>
                    <a:pt x="28" y="369"/>
                  </a:lnTo>
                  <a:lnTo>
                    <a:pt x="28" y="369"/>
                  </a:lnTo>
                  <a:lnTo>
                    <a:pt x="30" y="369"/>
                  </a:lnTo>
                  <a:lnTo>
                    <a:pt x="32" y="371"/>
                  </a:lnTo>
                  <a:lnTo>
                    <a:pt x="34" y="371"/>
                  </a:lnTo>
                  <a:lnTo>
                    <a:pt x="34" y="371"/>
                  </a:lnTo>
                  <a:lnTo>
                    <a:pt x="36" y="373"/>
                  </a:lnTo>
                  <a:lnTo>
                    <a:pt x="36" y="378"/>
                  </a:lnTo>
                  <a:lnTo>
                    <a:pt x="38" y="384"/>
                  </a:lnTo>
                  <a:lnTo>
                    <a:pt x="38" y="384"/>
                  </a:lnTo>
                  <a:lnTo>
                    <a:pt x="38" y="388"/>
                  </a:lnTo>
                  <a:lnTo>
                    <a:pt x="38" y="388"/>
                  </a:lnTo>
                  <a:lnTo>
                    <a:pt x="38" y="390"/>
                  </a:lnTo>
                  <a:lnTo>
                    <a:pt x="38" y="390"/>
                  </a:lnTo>
                  <a:lnTo>
                    <a:pt x="38" y="392"/>
                  </a:lnTo>
                  <a:lnTo>
                    <a:pt x="36" y="392"/>
                  </a:lnTo>
                  <a:lnTo>
                    <a:pt x="36" y="392"/>
                  </a:lnTo>
                  <a:lnTo>
                    <a:pt x="36" y="394"/>
                  </a:lnTo>
                  <a:lnTo>
                    <a:pt x="34" y="396"/>
                  </a:lnTo>
                  <a:lnTo>
                    <a:pt x="34" y="397"/>
                  </a:lnTo>
                  <a:lnTo>
                    <a:pt x="34" y="397"/>
                  </a:lnTo>
                  <a:lnTo>
                    <a:pt x="30" y="401"/>
                  </a:lnTo>
                  <a:lnTo>
                    <a:pt x="30" y="401"/>
                  </a:lnTo>
                  <a:lnTo>
                    <a:pt x="30" y="401"/>
                  </a:lnTo>
                  <a:lnTo>
                    <a:pt x="28" y="401"/>
                  </a:lnTo>
                  <a:lnTo>
                    <a:pt x="28" y="401"/>
                  </a:lnTo>
                  <a:lnTo>
                    <a:pt x="28" y="401"/>
                  </a:lnTo>
                  <a:lnTo>
                    <a:pt x="28" y="399"/>
                  </a:lnTo>
                  <a:lnTo>
                    <a:pt x="26" y="399"/>
                  </a:lnTo>
                  <a:lnTo>
                    <a:pt x="26" y="399"/>
                  </a:lnTo>
                  <a:lnTo>
                    <a:pt x="26" y="399"/>
                  </a:lnTo>
                  <a:lnTo>
                    <a:pt x="24" y="399"/>
                  </a:lnTo>
                  <a:lnTo>
                    <a:pt x="24" y="399"/>
                  </a:lnTo>
                  <a:lnTo>
                    <a:pt x="23" y="399"/>
                  </a:lnTo>
                  <a:lnTo>
                    <a:pt x="23" y="399"/>
                  </a:lnTo>
                  <a:lnTo>
                    <a:pt x="21" y="399"/>
                  </a:lnTo>
                  <a:lnTo>
                    <a:pt x="21" y="399"/>
                  </a:lnTo>
                  <a:lnTo>
                    <a:pt x="19" y="399"/>
                  </a:lnTo>
                  <a:lnTo>
                    <a:pt x="17" y="397"/>
                  </a:lnTo>
                  <a:lnTo>
                    <a:pt x="15" y="397"/>
                  </a:lnTo>
                  <a:lnTo>
                    <a:pt x="13" y="397"/>
                  </a:lnTo>
                  <a:lnTo>
                    <a:pt x="5" y="394"/>
                  </a:lnTo>
                  <a:lnTo>
                    <a:pt x="4" y="394"/>
                  </a:lnTo>
                  <a:lnTo>
                    <a:pt x="2" y="396"/>
                  </a:lnTo>
                  <a:lnTo>
                    <a:pt x="2" y="397"/>
                  </a:lnTo>
                  <a:lnTo>
                    <a:pt x="2" y="399"/>
                  </a:lnTo>
                  <a:lnTo>
                    <a:pt x="2" y="399"/>
                  </a:lnTo>
                  <a:lnTo>
                    <a:pt x="2" y="401"/>
                  </a:lnTo>
                  <a:lnTo>
                    <a:pt x="2" y="401"/>
                  </a:lnTo>
                  <a:lnTo>
                    <a:pt x="0" y="401"/>
                  </a:lnTo>
                  <a:lnTo>
                    <a:pt x="0" y="403"/>
                  </a:lnTo>
                  <a:lnTo>
                    <a:pt x="0" y="403"/>
                  </a:lnTo>
                  <a:lnTo>
                    <a:pt x="0" y="403"/>
                  </a:lnTo>
                  <a:lnTo>
                    <a:pt x="2" y="403"/>
                  </a:lnTo>
                  <a:lnTo>
                    <a:pt x="4" y="405"/>
                  </a:lnTo>
                  <a:lnTo>
                    <a:pt x="4" y="405"/>
                  </a:lnTo>
                  <a:lnTo>
                    <a:pt x="5" y="405"/>
                  </a:lnTo>
                  <a:lnTo>
                    <a:pt x="7" y="405"/>
                  </a:lnTo>
                  <a:lnTo>
                    <a:pt x="7" y="407"/>
                  </a:lnTo>
                  <a:lnTo>
                    <a:pt x="7" y="407"/>
                  </a:lnTo>
                  <a:lnTo>
                    <a:pt x="9" y="407"/>
                  </a:lnTo>
                  <a:lnTo>
                    <a:pt x="9" y="407"/>
                  </a:lnTo>
                  <a:lnTo>
                    <a:pt x="9" y="409"/>
                  </a:lnTo>
                  <a:lnTo>
                    <a:pt x="9" y="409"/>
                  </a:lnTo>
                  <a:lnTo>
                    <a:pt x="9" y="411"/>
                  </a:lnTo>
                  <a:lnTo>
                    <a:pt x="9" y="413"/>
                  </a:lnTo>
                  <a:lnTo>
                    <a:pt x="9" y="415"/>
                  </a:lnTo>
                  <a:lnTo>
                    <a:pt x="7" y="422"/>
                  </a:lnTo>
                  <a:lnTo>
                    <a:pt x="7" y="422"/>
                  </a:lnTo>
                  <a:lnTo>
                    <a:pt x="7" y="422"/>
                  </a:lnTo>
                  <a:lnTo>
                    <a:pt x="7" y="422"/>
                  </a:lnTo>
                  <a:lnTo>
                    <a:pt x="5" y="424"/>
                  </a:lnTo>
                  <a:lnTo>
                    <a:pt x="4" y="424"/>
                  </a:lnTo>
                  <a:lnTo>
                    <a:pt x="4" y="424"/>
                  </a:lnTo>
                  <a:lnTo>
                    <a:pt x="4" y="428"/>
                  </a:lnTo>
                  <a:lnTo>
                    <a:pt x="4" y="428"/>
                  </a:lnTo>
                  <a:lnTo>
                    <a:pt x="4" y="430"/>
                  </a:lnTo>
                  <a:lnTo>
                    <a:pt x="4" y="432"/>
                  </a:lnTo>
                  <a:lnTo>
                    <a:pt x="2" y="434"/>
                  </a:lnTo>
                  <a:lnTo>
                    <a:pt x="2" y="435"/>
                  </a:lnTo>
                  <a:lnTo>
                    <a:pt x="2" y="437"/>
                  </a:lnTo>
                  <a:lnTo>
                    <a:pt x="2" y="439"/>
                  </a:lnTo>
                  <a:lnTo>
                    <a:pt x="4" y="443"/>
                  </a:lnTo>
                  <a:lnTo>
                    <a:pt x="4" y="443"/>
                  </a:lnTo>
                  <a:lnTo>
                    <a:pt x="4" y="445"/>
                  </a:lnTo>
                  <a:lnTo>
                    <a:pt x="5" y="445"/>
                  </a:lnTo>
                  <a:lnTo>
                    <a:pt x="5" y="445"/>
                  </a:lnTo>
                  <a:lnTo>
                    <a:pt x="7" y="445"/>
                  </a:lnTo>
                  <a:lnTo>
                    <a:pt x="7" y="447"/>
                  </a:lnTo>
                  <a:lnTo>
                    <a:pt x="7" y="447"/>
                  </a:lnTo>
                  <a:lnTo>
                    <a:pt x="9" y="449"/>
                  </a:lnTo>
                  <a:lnTo>
                    <a:pt x="9" y="451"/>
                  </a:lnTo>
                  <a:lnTo>
                    <a:pt x="9" y="451"/>
                  </a:lnTo>
                  <a:lnTo>
                    <a:pt x="9" y="451"/>
                  </a:lnTo>
                  <a:lnTo>
                    <a:pt x="11" y="451"/>
                  </a:lnTo>
                  <a:lnTo>
                    <a:pt x="11" y="451"/>
                  </a:lnTo>
                  <a:lnTo>
                    <a:pt x="13" y="451"/>
                  </a:lnTo>
                  <a:lnTo>
                    <a:pt x="13" y="451"/>
                  </a:lnTo>
                  <a:lnTo>
                    <a:pt x="13" y="451"/>
                  </a:lnTo>
                  <a:lnTo>
                    <a:pt x="15" y="451"/>
                  </a:lnTo>
                  <a:lnTo>
                    <a:pt x="17" y="451"/>
                  </a:lnTo>
                  <a:lnTo>
                    <a:pt x="19" y="451"/>
                  </a:lnTo>
                  <a:lnTo>
                    <a:pt x="19" y="451"/>
                  </a:lnTo>
                  <a:lnTo>
                    <a:pt x="19" y="453"/>
                  </a:lnTo>
                  <a:lnTo>
                    <a:pt x="19" y="453"/>
                  </a:lnTo>
                  <a:lnTo>
                    <a:pt x="19" y="455"/>
                  </a:lnTo>
                  <a:lnTo>
                    <a:pt x="19" y="455"/>
                  </a:lnTo>
                  <a:lnTo>
                    <a:pt x="19" y="456"/>
                  </a:lnTo>
                  <a:lnTo>
                    <a:pt x="19" y="456"/>
                  </a:lnTo>
                  <a:lnTo>
                    <a:pt x="17" y="458"/>
                  </a:lnTo>
                  <a:lnTo>
                    <a:pt x="17" y="458"/>
                  </a:lnTo>
                  <a:lnTo>
                    <a:pt x="17" y="458"/>
                  </a:lnTo>
                  <a:lnTo>
                    <a:pt x="17" y="458"/>
                  </a:lnTo>
                  <a:lnTo>
                    <a:pt x="15" y="458"/>
                  </a:lnTo>
                  <a:lnTo>
                    <a:pt x="15" y="458"/>
                  </a:lnTo>
                  <a:lnTo>
                    <a:pt x="15" y="458"/>
                  </a:lnTo>
                  <a:lnTo>
                    <a:pt x="15" y="458"/>
                  </a:lnTo>
                  <a:lnTo>
                    <a:pt x="13" y="458"/>
                  </a:lnTo>
                  <a:lnTo>
                    <a:pt x="13" y="458"/>
                  </a:lnTo>
                  <a:lnTo>
                    <a:pt x="13" y="460"/>
                  </a:lnTo>
                  <a:lnTo>
                    <a:pt x="13" y="460"/>
                  </a:lnTo>
                  <a:lnTo>
                    <a:pt x="13" y="462"/>
                  </a:lnTo>
                  <a:lnTo>
                    <a:pt x="13" y="462"/>
                  </a:lnTo>
                  <a:lnTo>
                    <a:pt x="13" y="464"/>
                  </a:lnTo>
                  <a:lnTo>
                    <a:pt x="13" y="464"/>
                  </a:lnTo>
                  <a:lnTo>
                    <a:pt x="15" y="466"/>
                  </a:lnTo>
                  <a:lnTo>
                    <a:pt x="15" y="466"/>
                  </a:lnTo>
                  <a:lnTo>
                    <a:pt x="19" y="468"/>
                  </a:lnTo>
                  <a:lnTo>
                    <a:pt x="19" y="468"/>
                  </a:lnTo>
                  <a:lnTo>
                    <a:pt x="19" y="468"/>
                  </a:lnTo>
                  <a:lnTo>
                    <a:pt x="19" y="470"/>
                  </a:lnTo>
                  <a:lnTo>
                    <a:pt x="19" y="470"/>
                  </a:lnTo>
                  <a:lnTo>
                    <a:pt x="17" y="470"/>
                  </a:lnTo>
                  <a:lnTo>
                    <a:pt x="17" y="472"/>
                  </a:lnTo>
                  <a:lnTo>
                    <a:pt x="17" y="472"/>
                  </a:lnTo>
                  <a:lnTo>
                    <a:pt x="23" y="474"/>
                  </a:lnTo>
                  <a:lnTo>
                    <a:pt x="26" y="474"/>
                  </a:lnTo>
                  <a:lnTo>
                    <a:pt x="28" y="474"/>
                  </a:lnTo>
                  <a:lnTo>
                    <a:pt x="30" y="475"/>
                  </a:lnTo>
                  <a:lnTo>
                    <a:pt x="32" y="475"/>
                  </a:lnTo>
                  <a:lnTo>
                    <a:pt x="32" y="475"/>
                  </a:lnTo>
                  <a:lnTo>
                    <a:pt x="34" y="474"/>
                  </a:lnTo>
                  <a:lnTo>
                    <a:pt x="34" y="474"/>
                  </a:lnTo>
                  <a:lnTo>
                    <a:pt x="34" y="474"/>
                  </a:lnTo>
                  <a:lnTo>
                    <a:pt x="34" y="470"/>
                  </a:lnTo>
                  <a:lnTo>
                    <a:pt x="34" y="470"/>
                  </a:lnTo>
                  <a:lnTo>
                    <a:pt x="34" y="470"/>
                  </a:lnTo>
                  <a:lnTo>
                    <a:pt x="36" y="468"/>
                  </a:lnTo>
                  <a:lnTo>
                    <a:pt x="36" y="466"/>
                  </a:lnTo>
                  <a:lnTo>
                    <a:pt x="38" y="464"/>
                  </a:lnTo>
                  <a:lnTo>
                    <a:pt x="38" y="464"/>
                  </a:lnTo>
                  <a:lnTo>
                    <a:pt x="40" y="464"/>
                  </a:lnTo>
                  <a:lnTo>
                    <a:pt x="40" y="466"/>
                  </a:lnTo>
                  <a:lnTo>
                    <a:pt x="42" y="466"/>
                  </a:lnTo>
                  <a:lnTo>
                    <a:pt x="44" y="466"/>
                  </a:lnTo>
                  <a:lnTo>
                    <a:pt x="45" y="466"/>
                  </a:lnTo>
                  <a:lnTo>
                    <a:pt x="47" y="466"/>
                  </a:lnTo>
                  <a:lnTo>
                    <a:pt x="49" y="466"/>
                  </a:lnTo>
                  <a:lnTo>
                    <a:pt x="49" y="466"/>
                  </a:lnTo>
                  <a:lnTo>
                    <a:pt x="49" y="466"/>
                  </a:lnTo>
                  <a:lnTo>
                    <a:pt x="49" y="466"/>
                  </a:lnTo>
                  <a:lnTo>
                    <a:pt x="49" y="466"/>
                  </a:lnTo>
                  <a:lnTo>
                    <a:pt x="49" y="468"/>
                  </a:lnTo>
                  <a:lnTo>
                    <a:pt x="51" y="468"/>
                  </a:lnTo>
                  <a:lnTo>
                    <a:pt x="51" y="470"/>
                  </a:lnTo>
                  <a:lnTo>
                    <a:pt x="55" y="470"/>
                  </a:lnTo>
                  <a:lnTo>
                    <a:pt x="55" y="470"/>
                  </a:lnTo>
                  <a:lnTo>
                    <a:pt x="57" y="470"/>
                  </a:lnTo>
                  <a:lnTo>
                    <a:pt x="57" y="472"/>
                  </a:lnTo>
                  <a:lnTo>
                    <a:pt x="59" y="474"/>
                  </a:lnTo>
                  <a:lnTo>
                    <a:pt x="61" y="474"/>
                  </a:lnTo>
                  <a:lnTo>
                    <a:pt x="61" y="474"/>
                  </a:lnTo>
                  <a:lnTo>
                    <a:pt x="61" y="474"/>
                  </a:lnTo>
                  <a:lnTo>
                    <a:pt x="63" y="474"/>
                  </a:lnTo>
                  <a:lnTo>
                    <a:pt x="61" y="472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59" y="468"/>
                  </a:lnTo>
                  <a:lnTo>
                    <a:pt x="59" y="468"/>
                  </a:lnTo>
                  <a:lnTo>
                    <a:pt x="59" y="466"/>
                  </a:lnTo>
                  <a:lnTo>
                    <a:pt x="59" y="466"/>
                  </a:lnTo>
                  <a:lnTo>
                    <a:pt x="61" y="466"/>
                  </a:lnTo>
                  <a:lnTo>
                    <a:pt x="61" y="466"/>
                  </a:lnTo>
                  <a:lnTo>
                    <a:pt x="63" y="466"/>
                  </a:lnTo>
                  <a:lnTo>
                    <a:pt x="63" y="466"/>
                  </a:lnTo>
                  <a:lnTo>
                    <a:pt x="63" y="466"/>
                  </a:lnTo>
                  <a:lnTo>
                    <a:pt x="65" y="466"/>
                  </a:lnTo>
                  <a:lnTo>
                    <a:pt x="65" y="468"/>
                  </a:lnTo>
                  <a:lnTo>
                    <a:pt x="65" y="468"/>
                  </a:lnTo>
                  <a:lnTo>
                    <a:pt x="65" y="468"/>
                  </a:lnTo>
                  <a:lnTo>
                    <a:pt x="65" y="468"/>
                  </a:lnTo>
                  <a:lnTo>
                    <a:pt x="65" y="468"/>
                  </a:lnTo>
                  <a:lnTo>
                    <a:pt x="68" y="470"/>
                  </a:lnTo>
                  <a:lnTo>
                    <a:pt x="68" y="470"/>
                  </a:lnTo>
                  <a:lnTo>
                    <a:pt x="68" y="470"/>
                  </a:lnTo>
                  <a:lnTo>
                    <a:pt x="68" y="470"/>
                  </a:lnTo>
                  <a:lnTo>
                    <a:pt x="68" y="472"/>
                  </a:lnTo>
                  <a:lnTo>
                    <a:pt x="68" y="474"/>
                  </a:lnTo>
                  <a:lnTo>
                    <a:pt x="68" y="474"/>
                  </a:lnTo>
                  <a:lnTo>
                    <a:pt x="68" y="475"/>
                  </a:lnTo>
                  <a:lnTo>
                    <a:pt x="68" y="477"/>
                  </a:lnTo>
                  <a:lnTo>
                    <a:pt x="68" y="477"/>
                  </a:lnTo>
                  <a:lnTo>
                    <a:pt x="68" y="479"/>
                  </a:lnTo>
                  <a:lnTo>
                    <a:pt x="68" y="479"/>
                  </a:lnTo>
                  <a:lnTo>
                    <a:pt x="68" y="479"/>
                  </a:lnTo>
                  <a:lnTo>
                    <a:pt x="68" y="479"/>
                  </a:lnTo>
                  <a:lnTo>
                    <a:pt x="66" y="481"/>
                  </a:lnTo>
                  <a:lnTo>
                    <a:pt x="63" y="481"/>
                  </a:lnTo>
                  <a:lnTo>
                    <a:pt x="61" y="481"/>
                  </a:lnTo>
                  <a:lnTo>
                    <a:pt x="61" y="481"/>
                  </a:lnTo>
                  <a:lnTo>
                    <a:pt x="61" y="481"/>
                  </a:lnTo>
                  <a:lnTo>
                    <a:pt x="59" y="483"/>
                  </a:lnTo>
                  <a:lnTo>
                    <a:pt x="57" y="485"/>
                  </a:lnTo>
                  <a:lnTo>
                    <a:pt x="57" y="485"/>
                  </a:lnTo>
                  <a:lnTo>
                    <a:pt x="57" y="485"/>
                  </a:lnTo>
                  <a:lnTo>
                    <a:pt x="57" y="485"/>
                  </a:lnTo>
                  <a:lnTo>
                    <a:pt x="57" y="485"/>
                  </a:lnTo>
                  <a:lnTo>
                    <a:pt x="59" y="487"/>
                  </a:lnTo>
                  <a:lnTo>
                    <a:pt x="59" y="487"/>
                  </a:lnTo>
                  <a:lnTo>
                    <a:pt x="59" y="487"/>
                  </a:lnTo>
                  <a:lnTo>
                    <a:pt x="59" y="487"/>
                  </a:lnTo>
                  <a:lnTo>
                    <a:pt x="59" y="489"/>
                  </a:lnTo>
                  <a:lnTo>
                    <a:pt x="57" y="491"/>
                  </a:lnTo>
                  <a:lnTo>
                    <a:pt x="57" y="491"/>
                  </a:lnTo>
                  <a:lnTo>
                    <a:pt x="57" y="493"/>
                  </a:lnTo>
                  <a:lnTo>
                    <a:pt x="57" y="493"/>
                  </a:lnTo>
                  <a:lnTo>
                    <a:pt x="57" y="493"/>
                  </a:lnTo>
                  <a:lnTo>
                    <a:pt x="59" y="494"/>
                  </a:lnTo>
                  <a:lnTo>
                    <a:pt x="59" y="494"/>
                  </a:lnTo>
                  <a:lnTo>
                    <a:pt x="59" y="496"/>
                  </a:lnTo>
                  <a:lnTo>
                    <a:pt x="59" y="496"/>
                  </a:lnTo>
                  <a:lnTo>
                    <a:pt x="59" y="498"/>
                  </a:lnTo>
                  <a:lnTo>
                    <a:pt x="59" y="498"/>
                  </a:lnTo>
                  <a:lnTo>
                    <a:pt x="61" y="498"/>
                  </a:lnTo>
                  <a:lnTo>
                    <a:pt x="61" y="500"/>
                  </a:lnTo>
                  <a:lnTo>
                    <a:pt x="61" y="500"/>
                  </a:lnTo>
                  <a:lnTo>
                    <a:pt x="63" y="500"/>
                  </a:lnTo>
                  <a:lnTo>
                    <a:pt x="61" y="502"/>
                  </a:lnTo>
                  <a:lnTo>
                    <a:pt x="61" y="502"/>
                  </a:lnTo>
                  <a:lnTo>
                    <a:pt x="61" y="504"/>
                  </a:lnTo>
                  <a:lnTo>
                    <a:pt x="63" y="506"/>
                  </a:lnTo>
                  <a:lnTo>
                    <a:pt x="63" y="506"/>
                  </a:lnTo>
                  <a:lnTo>
                    <a:pt x="63" y="506"/>
                  </a:lnTo>
                  <a:lnTo>
                    <a:pt x="63" y="508"/>
                  </a:lnTo>
                  <a:lnTo>
                    <a:pt x="61" y="508"/>
                  </a:lnTo>
                  <a:lnTo>
                    <a:pt x="61" y="508"/>
                  </a:lnTo>
                  <a:lnTo>
                    <a:pt x="59" y="506"/>
                  </a:lnTo>
                  <a:lnTo>
                    <a:pt x="57" y="506"/>
                  </a:lnTo>
                  <a:lnTo>
                    <a:pt x="57" y="506"/>
                  </a:lnTo>
                  <a:lnTo>
                    <a:pt x="57" y="506"/>
                  </a:lnTo>
                  <a:lnTo>
                    <a:pt x="57" y="504"/>
                  </a:lnTo>
                  <a:lnTo>
                    <a:pt x="57" y="504"/>
                  </a:lnTo>
                  <a:lnTo>
                    <a:pt x="57" y="502"/>
                  </a:lnTo>
                  <a:lnTo>
                    <a:pt x="57" y="502"/>
                  </a:lnTo>
                  <a:lnTo>
                    <a:pt x="55" y="500"/>
                  </a:lnTo>
                  <a:lnTo>
                    <a:pt x="53" y="496"/>
                  </a:lnTo>
                  <a:lnTo>
                    <a:pt x="53" y="496"/>
                  </a:lnTo>
                  <a:lnTo>
                    <a:pt x="53" y="496"/>
                  </a:lnTo>
                  <a:lnTo>
                    <a:pt x="53" y="496"/>
                  </a:lnTo>
                  <a:lnTo>
                    <a:pt x="51" y="496"/>
                  </a:lnTo>
                  <a:lnTo>
                    <a:pt x="51" y="494"/>
                  </a:lnTo>
                  <a:lnTo>
                    <a:pt x="49" y="494"/>
                  </a:lnTo>
                  <a:lnTo>
                    <a:pt x="49" y="494"/>
                  </a:lnTo>
                  <a:lnTo>
                    <a:pt x="49" y="494"/>
                  </a:lnTo>
                  <a:lnTo>
                    <a:pt x="42" y="496"/>
                  </a:lnTo>
                  <a:lnTo>
                    <a:pt x="42" y="496"/>
                  </a:lnTo>
                  <a:lnTo>
                    <a:pt x="40" y="496"/>
                  </a:lnTo>
                  <a:lnTo>
                    <a:pt x="38" y="496"/>
                  </a:lnTo>
                  <a:lnTo>
                    <a:pt x="36" y="496"/>
                  </a:lnTo>
                  <a:lnTo>
                    <a:pt x="36" y="496"/>
                  </a:lnTo>
                  <a:lnTo>
                    <a:pt x="34" y="496"/>
                  </a:lnTo>
                  <a:lnTo>
                    <a:pt x="34" y="494"/>
                  </a:lnTo>
                  <a:lnTo>
                    <a:pt x="34" y="494"/>
                  </a:lnTo>
                  <a:lnTo>
                    <a:pt x="32" y="493"/>
                  </a:lnTo>
                  <a:lnTo>
                    <a:pt x="32" y="493"/>
                  </a:lnTo>
                  <a:lnTo>
                    <a:pt x="28" y="493"/>
                  </a:lnTo>
                  <a:lnTo>
                    <a:pt x="28" y="493"/>
                  </a:lnTo>
                  <a:lnTo>
                    <a:pt x="26" y="491"/>
                  </a:lnTo>
                  <a:lnTo>
                    <a:pt x="26" y="491"/>
                  </a:lnTo>
                  <a:lnTo>
                    <a:pt x="26" y="491"/>
                  </a:lnTo>
                  <a:lnTo>
                    <a:pt x="24" y="491"/>
                  </a:lnTo>
                  <a:lnTo>
                    <a:pt x="24" y="489"/>
                  </a:lnTo>
                  <a:lnTo>
                    <a:pt x="24" y="487"/>
                  </a:lnTo>
                  <a:lnTo>
                    <a:pt x="23" y="483"/>
                  </a:lnTo>
                  <a:lnTo>
                    <a:pt x="23" y="481"/>
                  </a:lnTo>
                  <a:lnTo>
                    <a:pt x="23" y="481"/>
                  </a:lnTo>
                  <a:lnTo>
                    <a:pt x="23" y="481"/>
                  </a:lnTo>
                  <a:lnTo>
                    <a:pt x="23" y="481"/>
                  </a:lnTo>
                  <a:lnTo>
                    <a:pt x="23" y="481"/>
                  </a:lnTo>
                  <a:lnTo>
                    <a:pt x="21" y="481"/>
                  </a:lnTo>
                  <a:lnTo>
                    <a:pt x="21" y="481"/>
                  </a:lnTo>
                  <a:lnTo>
                    <a:pt x="19" y="479"/>
                  </a:lnTo>
                  <a:lnTo>
                    <a:pt x="19" y="479"/>
                  </a:lnTo>
                  <a:lnTo>
                    <a:pt x="19" y="479"/>
                  </a:lnTo>
                  <a:lnTo>
                    <a:pt x="19" y="479"/>
                  </a:lnTo>
                  <a:lnTo>
                    <a:pt x="17" y="479"/>
                  </a:lnTo>
                  <a:lnTo>
                    <a:pt x="17" y="479"/>
                  </a:lnTo>
                  <a:lnTo>
                    <a:pt x="17" y="481"/>
                  </a:lnTo>
                  <a:lnTo>
                    <a:pt x="17" y="481"/>
                  </a:lnTo>
                  <a:lnTo>
                    <a:pt x="15" y="481"/>
                  </a:lnTo>
                  <a:lnTo>
                    <a:pt x="15" y="481"/>
                  </a:lnTo>
                  <a:lnTo>
                    <a:pt x="13" y="483"/>
                  </a:lnTo>
                  <a:lnTo>
                    <a:pt x="13" y="483"/>
                  </a:lnTo>
                  <a:lnTo>
                    <a:pt x="15" y="483"/>
                  </a:lnTo>
                  <a:lnTo>
                    <a:pt x="19" y="489"/>
                  </a:lnTo>
                  <a:lnTo>
                    <a:pt x="21" y="491"/>
                  </a:lnTo>
                  <a:lnTo>
                    <a:pt x="21" y="491"/>
                  </a:lnTo>
                  <a:lnTo>
                    <a:pt x="21" y="491"/>
                  </a:lnTo>
                  <a:lnTo>
                    <a:pt x="21" y="493"/>
                  </a:lnTo>
                  <a:lnTo>
                    <a:pt x="21" y="493"/>
                  </a:lnTo>
                  <a:lnTo>
                    <a:pt x="19" y="494"/>
                  </a:lnTo>
                  <a:lnTo>
                    <a:pt x="21" y="496"/>
                  </a:lnTo>
                  <a:lnTo>
                    <a:pt x="21" y="496"/>
                  </a:lnTo>
                  <a:lnTo>
                    <a:pt x="21" y="496"/>
                  </a:lnTo>
                  <a:lnTo>
                    <a:pt x="21" y="498"/>
                  </a:lnTo>
                  <a:lnTo>
                    <a:pt x="23" y="498"/>
                  </a:lnTo>
                  <a:lnTo>
                    <a:pt x="24" y="500"/>
                  </a:lnTo>
                  <a:lnTo>
                    <a:pt x="24" y="502"/>
                  </a:lnTo>
                  <a:lnTo>
                    <a:pt x="26" y="504"/>
                  </a:lnTo>
                  <a:lnTo>
                    <a:pt x="26" y="504"/>
                  </a:lnTo>
                  <a:lnTo>
                    <a:pt x="26" y="506"/>
                  </a:lnTo>
                  <a:lnTo>
                    <a:pt x="26" y="506"/>
                  </a:lnTo>
                  <a:lnTo>
                    <a:pt x="26" y="506"/>
                  </a:lnTo>
                  <a:lnTo>
                    <a:pt x="26" y="508"/>
                  </a:lnTo>
                  <a:lnTo>
                    <a:pt x="26" y="508"/>
                  </a:lnTo>
                  <a:lnTo>
                    <a:pt x="26" y="508"/>
                  </a:lnTo>
                  <a:lnTo>
                    <a:pt x="24" y="508"/>
                  </a:lnTo>
                  <a:lnTo>
                    <a:pt x="24" y="510"/>
                  </a:lnTo>
                  <a:lnTo>
                    <a:pt x="24" y="510"/>
                  </a:lnTo>
                  <a:lnTo>
                    <a:pt x="24" y="510"/>
                  </a:lnTo>
                  <a:lnTo>
                    <a:pt x="24" y="512"/>
                  </a:lnTo>
                  <a:lnTo>
                    <a:pt x="23" y="512"/>
                  </a:lnTo>
                  <a:lnTo>
                    <a:pt x="23" y="513"/>
                  </a:lnTo>
                  <a:lnTo>
                    <a:pt x="23" y="513"/>
                  </a:lnTo>
                  <a:lnTo>
                    <a:pt x="23" y="515"/>
                  </a:lnTo>
                  <a:lnTo>
                    <a:pt x="23" y="517"/>
                  </a:lnTo>
                  <a:lnTo>
                    <a:pt x="23" y="519"/>
                  </a:lnTo>
                  <a:lnTo>
                    <a:pt x="23" y="521"/>
                  </a:lnTo>
                  <a:lnTo>
                    <a:pt x="23" y="521"/>
                  </a:lnTo>
                  <a:lnTo>
                    <a:pt x="24" y="521"/>
                  </a:lnTo>
                  <a:lnTo>
                    <a:pt x="24" y="519"/>
                  </a:lnTo>
                  <a:lnTo>
                    <a:pt x="24" y="519"/>
                  </a:lnTo>
                  <a:lnTo>
                    <a:pt x="24" y="517"/>
                  </a:lnTo>
                  <a:lnTo>
                    <a:pt x="24" y="517"/>
                  </a:lnTo>
                  <a:lnTo>
                    <a:pt x="24" y="517"/>
                  </a:lnTo>
                  <a:lnTo>
                    <a:pt x="26" y="517"/>
                  </a:lnTo>
                  <a:lnTo>
                    <a:pt x="26" y="517"/>
                  </a:lnTo>
                  <a:lnTo>
                    <a:pt x="26" y="519"/>
                  </a:lnTo>
                  <a:lnTo>
                    <a:pt x="26" y="519"/>
                  </a:lnTo>
                  <a:lnTo>
                    <a:pt x="28" y="521"/>
                  </a:lnTo>
                  <a:lnTo>
                    <a:pt x="28" y="521"/>
                  </a:lnTo>
                  <a:lnTo>
                    <a:pt x="30" y="521"/>
                  </a:lnTo>
                  <a:lnTo>
                    <a:pt x="30" y="521"/>
                  </a:lnTo>
                  <a:lnTo>
                    <a:pt x="30" y="521"/>
                  </a:lnTo>
                  <a:lnTo>
                    <a:pt x="30" y="519"/>
                  </a:lnTo>
                  <a:lnTo>
                    <a:pt x="32" y="519"/>
                  </a:lnTo>
                  <a:lnTo>
                    <a:pt x="32" y="519"/>
                  </a:lnTo>
                  <a:lnTo>
                    <a:pt x="32" y="519"/>
                  </a:lnTo>
                  <a:lnTo>
                    <a:pt x="34" y="519"/>
                  </a:lnTo>
                  <a:lnTo>
                    <a:pt x="36" y="519"/>
                  </a:lnTo>
                  <a:lnTo>
                    <a:pt x="36" y="519"/>
                  </a:lnTo>
                  <a:lnTo>
                    <a:pt x="38" y="519"/>
                  </a:lnTo>
                  <a:lnTo>
                    <a:pt x="38" y="519"/>
                  </a:lnTo>
                  <a:lnTo>
                    <a:pt x="38" y="517"/>
                  </a:lnTo>
                  <a:lnTo>
                    <a:pt x="38" y="517"/>
                  </a:lnTo>
                  <a:lnTo>
                    <a:pt x="38" y="515"/>
                  </a:lnTo>
                  <a:lnTo>
                    <a:pt x="38" y="515"/>
                  </a:lnTo>
                  <a:lnTo>
                    <a:pt x="38" y="513"/>
                  </a:lnTo>
                  <a:lnTo>
                    <a:pt x="38" y="513"/>
                  </a:lnTo>
                  <a:lnTo>
                    <a:pt x="38" y="512"/>
                  </a:lnTo>
                  <a:lnTo>
                    <a:pt x="36" y="512"/>
                  </a:lnTo>
                  <a:lnTo>
                    <a:pt x="36" y="512"/>
                  </a:lnTo>
                  <a:lnTo>
                    <a:pt x="36" y="512"/>
                  </a:lnTo>
                  <a:lnTo>
                    <a:pt x="36" y="512"/>
                  </a:lnTo>
                  <a:lnTo>
                    <a:pt x="36" y="510"/>
                  </a:lnTo>
                  <a:lnTo>
                    <a:pt x="36" y="510"/>
                  </a:lnTo>
                  <a:lnTo>
                    <a:pt x="38" y="510"/>
                  </a:lnTo>
                  <a:lnTo>
                    <a:pt x="38" y="510"/>
                  </a:lnTo>
                  <a:lnTo>
                    <a:pt x="38" y="510"/>
                  </a:lnTo>
                  <a:lnTo>
                    <a:pt x="38" y="508"/>
                  </a:lnTo>
                  <a:lnTo>
                    <a:pt x="38" y="508"/>
                  </a:lnTo>
                  <a:lnTo>
                    <a:pt x="38" y="508"/>
                  </a:lnTo>
                  <a:lnTo>
                    <a:pt x="38" y="508"/>
                  </a:lnTo>
                  <a:lnTo>
                    <a:pt x="38" y="508"/>
                  </a:lnTo>
                  <a:lnTo>
                    <a:pt x="38" y="506"/>
                  </a:lnTo>
                  <a:lnTo>
                    <a:pt x="38" y="506"/>
                  </a:lnTo>
                  <a:lnTo>
                    <a:pt x="38" y="506"/>
                  </a:lnTo>
                  <a:lnTo>
                    <a:pt x="40" y="506"/>
                  </a:lnTo>
                  <a:lnTo>
                    <a:pt x="40" y="506"/>
                  </a:lnTo>
                  <a:lnTo>
                    <a:pt x="40" y="506"/>
                  </a:lnTo>
                  <a:lnTo>
                    <a:pt x="40" y="506"/>
                  </a:lnTo>
                  <a:lnTo>
                    <a:pt x="40" y="508"/>
                  </a:lnTo>
                  <a:lnTo>
                    <a:pt x="40" y="508"/>
                  </a:lnTo>
                  <a:lnTo>
                    <a:pt x="40" y="510"/>
                  </a:lnTo>
                  <a:lnTo>
                    <a:pt x="42" y="510"/>
                  </a:lnTo>
                  <a:lnTo>
                    <a:pt x="44" y="508"/>
                  </a:lnTo>
                  <a:lnTo>
                    <a:pt x="44" y="508"/>
                  </a:lnTo>
                  <a:lnTo>
                    <a:pt x="44" y="508"/>
                  </a:lnTo>
                  <a:lnTo>
                    <a:pt x="45" y="508"/>
                  </a:lnTo>
                  <a:lnTo>
                    <a:pt x="45" y="510"/>
                  </a:lnTo>
                  <a:lnTo>
                    <a:pt x="47" y="510"/>
                  </a:lnTo>
                  <a:lnTo>
                    <a:pt x="49" y="510"/>
                  </a:lnTo>
                  <a:lnTo>
                    <a:pt x="49" y="510"/>
                  </a:lnTo>
                  <a:lnTo>
                    <a:pt x="51" y="510"/>
                  </a:lnTo>
                  <a:lnTo>
                    <a:pt x="51" y="512"/>
                  </a:lnTo>
                  <a:lnTo>
                    <a:pt x="53" y="512"/>
                  </a:lnTo>
                  <a:lnTo>
                    <a:pt x="53" y="512"/>
                  </a:lnTo>
                  <a:lnTo>
                    <a:pt x="55" y="512"/>
                  </a:lnTo>
                  <a:lnTo>
                    <a:pt x="55" y="512"/>
                  </a:lnTo>
                  <a:lnTo>
                    <a:pt x="57" y="512"/>
                  </a:lnTo>
                  <a:lnTo>
                    <a:pt x="59" y="512"/>
                  </a:lnTo>
                  <a:lnTo>
                    <a:pt x="61" y="512"/>
                  </a:lnTo>
                  <a:lnTo>
                    <a:pt x="63" y="512"/>
                  </a:lnTo>
                  <a:lnTo>
                    <a:pt x="63" y="512"/>
                  </a:lnTo>
                  <a:lnTo>
                    <a:pt x="63" y="513"/>
                  </a:lnTo>
                  <a:lnTo>
                    <a:pt x="63" y="513"/>
                  </a:lnTo>
                  <a:lnTo>
                    <a:pt x="63" y="515"/>
                  </a:lnTo>
                  <a:lnTo>
                    <a:pt x="65" y="515"/>
                  </a:lnTo>
                  <a:lnTo>
                    <a:pt x="65" y="515"/>
                  </a:lnTo>
                  <a:lnTo>
                    <a:pt x="65" y="517"/>
                  </a:lnTo>
                  <a:lnTo>
                    <a:pt x="66" y="517"/>
                  </a:lnTo>
                  <a:lnTo>
                    <a:pt x="66" y="521"/>
                  </a:lnTo>
                  <a:lnTo>
                    <a:pt x="66" y="521"/>
                  </a:lnTo>
                  <a:lnTo>
                    <a:pt x="66" y="523"/>
                  </a:lnTo>
                  <a:lnTo>
                    <a:pt x="66" y="525"/>
                  </a:lnTo>
                  <a:lnTo>
                    <a:pt x="66" y="525"/>
                  </a:lnTo>
                  <a:lnTo>
                    <a:pt x="68" y="525"/>
                  </a:lnTo>
                  <a:lnTo>
                    <a:pt x="68" y="525"/>
                  </a:lnTo>
                  <a:lnTo>
                    <a:pt x="68" y="525"/>
                  </a:lnTo>
                  <a:lnTo>
                    <a:pt x="70" y="525"/>
                  </a:lnTo>
                  <a:lnTo>
                    <a:pt x="72" y="525"/>
                  </a:lnTo>
                  <a:lnTo>
                    <a:pt x="72" y="525"/>
                  </a:lnTo>
                  <a:lnTo>
                    <a:pt x="74" y="523"/>
                  </a:lnTo>
                  <a:lnTo>
                    <a:pt x="76" y="521"/>
                  </a:lnTo>
                  <a:lnTo>
                    <a:pt x="78" y="521"/>
                  </a:lnTo>
                  <a:lnTo>
                    <a:pt x="80" y="521"/>
                  </a:lnTo>
                  <a:lnTo>
                    <a:pt x="80" y="521"/>
                  </a:lnTo>
                  <a:lnTo>
                    <a:pt x="82" y="521"/>
                  </a:lnTo>
                  <a:lnTo>
                    <a:pt x="80" y="521"/>
                  </a:lnTo>
                  <a:lnTo>
                    <a:pt x="80" y="519"/>
                  </a:lnTo>
                  <a:lnTo>
                    <a:pt x="80" y="519"/>
                  </a:lnTo>
                  <a:lnTo>
                    <a:pt x="82" y="519"/>
                  </a:lnTo>
                  <a:lnTo>
                    <a:pt x="82" y="517"/>
                  </a:lnTo>
                  <a:lnTo>
                    <a:pt x="82" y="517"/>
                  </a:lnTo>
                  <a:lnTo>
                    <a:pt x="84" y="517"/>
                  </a:lnTo>
                  <a:lnTo>
                    <a:pt x="85" y="517"/>
                  </a:lnTo>
                  <a:lnTo>
                    <a:pt x="85" y="517"/>
                  </a:lnTo>
                  <a:lnTo>
                    <a:pt x="85" y="519"/>
                  </a:lnTo>
                  <a:lnTo>
                    <a:pt x="87" y="519"/>
                  </a:lnTo>
                  <a:lnTo>
                    <a:pt x="87" y="519"/>
                  </a:lnTo>
                  <a:lnTo>
                    <a:pt x="87" y="519"/>
                  </a:lnTo>
                  <a:lnTo>
                    <a:pt x="87" y="519"/>
                  </a:lnTo>
                  <a:lnTo>
                    <a:pt x="89" y="517"/>
                  </a:lnTo>
                  <a:lnTo>
                    <a:pt x="89" y="517"/>
                  </a:lnTo>
                  <a:lnTo>
                    <a:pt x="89" y="515"/>
                  </a:lnTo>
                  <a:lnTo>
                    <a:pt x="89" y="515"/>
                  </a:lnTo>
                  <a:lnTo>
                    <a:pt x="91" y="515"/>
                  </a:lnTo>
                  <a:lnTo>
                    <a:pt x="93" y="513"/>
                  </a:lnTo>
                  <a:lnTo>
                    <a:pt x="93" y="513"/>
                  </a:lnTo>
                  <a:lnTo>
                    <a:pt x="93" y="513"/>
                  </a:lnTo>
                  <a:lnTo>
                    <a:pt x="95" y="512"/>
                  </a:lnTo>
                  <a:lnTo>
                    <a:pt x="95" y="512"/>
                  </a:lnTo>
                  <a:lnTo>
                    <a:pt x="97" y="510"/>
                  </a:lnTo>
                  <a:lnTo>
                    <a:pt x="99" y="510"/>
                  </a:lnTo>
                  <a:lnTo>
                    <a:pt x="99" y="510"/>
                  </a:lnTo>
                  <a:lnTo>
                    <a:pt x="99" y="508"/>
                  </a:lnTo>
                  <a:lnTo>
                    <a:pt x="99" y="508"/>
                  </a:lnTo>
                  <a:lnTo>
                    <a:pt x="99" y="508"/>
                  </a:lnTo>
                  <a:lnTo>
                    <a:pt x="99" y="506"/>
                  </a:lnTo>
                  <a:lnTo>
                    <a:pt x="97" y="506"/>
                  </a:lnTo>
                  <a:lnTo>
                    <a:pt x="97" y="506"/>
                  </a:lnTo>
                  <a:lnTo>
                    <a:pt x="97" y="504"/>
                  </a:lnTo>
                  <a:lnTo>
                    <a:pt x="97" y="504"/>
                  </a:lnTo>
                  <a:lnTo>
                    <a:pt x="97" y="504"/>
                  </a:lnTo>
                  <a:lnTo>
                    <a:pt x="99" y="502"/>
                  </a:lnTo>
                  <a:lnTo>
                    <a:pt x="99" y="502"/>
                  </a:lnTo>
                  <a:lnTo>
                    <a:pt x="99" y="502"/>
                  </a:lnTo>
                  <a:lnTo>
                    <a:pt x="101" y="504"/>
                  </a:lnTo>
                  <a:lnTo>
                    <a:pt x="103" y="504"/>
                  </a:lnTo>
                  <a:lnTo>
                    <a:pt x="105" y="504"/>
                  </a:lnTo>
                  <a:lnTo>
                    <a:pt x="105" y="504"/>
                  </a:lnTo>
                  <a:lnTo>
                    <a:pt x="105" y="504"/>
                  </a:lnTo>
                  <a:lnTo>
                    <a:pt x="106" y="504"/>
                  </a:lnTo>
                  <a:lnTo>
                    <a:pt x="106" y="504"/>
                  </a:lnTo>
                  <a:lnTo>
                    <a:pt x="108" y="504"/>
                  </a:lnTo>
                  <a:lnTo>
                    <a:pt x="108" y="504"/>
                  </a:lnTo>
                  <a:lnTo>
                    <a:pt x="108" y="504"/>
                  </a:lnTo>
                  <a:lnTo>
                    <a:pt x="110" y="502"/>
                  </a:lnTo>
                  <a:lnTo>
                    <a:pt x="110" y="502"/>
                  </a:lnTo>
                  <a:lnTo>
                    <a:pt x="110" y="502"/>
                  </a:lnTo>
                  <a:lnTo>
                    <a:pt x="112" y="500"/>
                  </a:lnTo>
                  <a:lnTo>
                    <a:pt x="112" y="500"/>
                  </a:lnTo>
                  <a:lnTo>
                    <a:pt x="112" y="500"/>
                  </a:lnTo>
                  <a:lnTo>
                    <a:pt x="112" y="500"/>
                  </a:lnTo>
                  <a:lnTo>
                    <a:pt x="112" y="502"/>
                  </a:lnTo>
                  <a:lnTo>
                    <a:pt x="112" y="502"/>
                  </a:lnTo>
                  <a:lnTo>
                    <a:pt x="112" y="504"/>
                  </a:lnTo>
                  <a:lnTo>
                    <a:pt x="112" y="504"/>
                  </a:lnTo>
                  <a:lnTo>
                    <a:pt x="112" y="506"/>
                  </a:lnTo>
                  <a:lnTo>
                    <a:pt x="112" y="506"/>
                  </a:lnTo>
                  <a:lnTo>
                    <a:pt x="110" y="508"/>
                  </a:lnTo>
                  <a:lnTo>
                    <a:pt x="110" y="508"/>
                  </a:lnTo>
                  <a:lnTo>
                    <a:pt x="110" y="508"/>
                  </a:lnTo>
                  <a:lnTo>
                    <a:pt x="110" y="510"/>
                  </a:lnTo>
                  <a:lnTo>
                    <a:pt x="110" y="512"/>
                  </a:lnTo>
                  <a:lnTo>
                    <a:pt x="110" y="512"/>
                  </a:lnTo>
                  <a:lnTo>
                    <a:pt x="110" y="513"/>
                  </a:lnTo>
                  <a:lnTo>
                    <a:pt x="110" y="513"/>
                  </a:lnTo>
                  <a:lnTo>
                    <a:pt x="112" y="513"/>
                  </a:lnTo>
                  <a:lnTo>
                    <a:pt x="112" y="512"/>
                  </a:lnTo>
                  <a:lnTo>
                    <a:pt x="114" y="510"/>
                  </a:lnTo>
                  <a:lnTo>
                    <a:pt x="114" y="510"/>
                  </a:lnTo>
                  <a:lnTo>
                    <a:pt x="116" y="510"/>
                  </a:lnTo>
                  <a:lnTo>
                    <a:pt x="116" y="510"/>
                  </a:lnTo>
                  <a:lnTo>
                    <a:pt x="118" y="510"/>
                  </a:lnTo>
                  <a:lnTo>
                    <a:pt x="118" y="510"/>
                  </a:lnTo>
                  <a:lnTo>
                    <a:pt x="118" y="510"/>
                  </a:lnTo>
                  <a:lnTo>
                    <a:pt x="122" y="508"/>
                  </a:lnTo>
                  <a:lnTo>
                    <a:pt x="125" y="510"/>
                  </a:lnTo>
                  <a:lnTo>
                    <a:pt x="127" y="513"/>
                  </a:lnTo>
                  <a:lnTo>
                    <a:pt x="127" y="515"/>
                  </a:lnTo>
                  <a:lnTo>
                    <a:pt x="127" y="515"/>
                  </a:lnTo>
                  <a:lnTo>
                    <a:pt x="127" y="517"/>
                  </a:lnTo>
                  <a:lnTo>
                    <a:pt x="125" y="519"/>
                  </a:lnTo>
                  <a:lnTo>
                    <a:pt x="125" y="521"/>
                  </a:lnTo>
                  <a:lnTo>
                    <a:pt x="125" y="521"/>
                  </a:lnTo>
                  <a:lnTo>
                    <a:pt x="127" y="523"/>
                  </a:lnTo>
                  <a:lnTo>
                    <a:pt x="127" y="523"/>
                  </a:lnTo>
                  <a:lnTo>
                    <a:pt x="127" y="525"/>
                  </a:lnTo>
                  <a:lnTo>
                    <a:pt x="127" y="525"/>
                  </a:lnTo>
                  <a:lnTo>
                    <a:pt x="127" y="525"/>
                  </a:lnTo>
                  <a:lnTo>
                    <a:pt x="127" y="527"/>
                  </a:lnTo>
                  <a:lnTo>
                    <a:pt x="125" y="527"/>
                  </a:lnTo>
                  <a:lnTo>
                    <a:pt x="124" y="525"/>
                  </a:lnTo>
                  <a:lnTo>
                    <a:pt x="124" y="525"/>
                  </a:lnTo>
                  <a:lnTo>
                    <a:pt x="124" y="527"/>
                  </a:lnTo>
                  <a:lnTo>
                    <a:pt x="124" y="527"/>
                  </a:lnTo>
                  <a:lnTo>
                    <a:pt x="124" y="529"/>
                  </a:lnTo>
                  <a:lnTo>
                    <a:pt x="124" y="529"/>
                  </a:lnTo>
                  <a:lnTo>
                    <a:pt x="125" y="531"/>
                  </a:lnTo>
                  <a:lnTo>
                    <a:pt x="125" y="531"/>
                  </a:lnTo>
                  <a:lnTo>
                    <a:pt x="127" y="529"/>
                  </a:lnTo>
                  <a:lnTo>
                    <a:pt x="127" y="529"/>
                  </a:lnTo>
                  <a:lnTo>
                    <a:pt x="129" y="529"/>
                  </a:lnTo>
                  <a:lnTo>
                    <a:pt x="129" y="529"/>
                  </a:lnTo>
                  <a:lnTo>
                    <a:pt x="131" y="531"/>
                  </a:lnTo>
                  <a:lnTo>
                    <a:pt x="133" y="534"/>
                  </a:lnTo>
                  <a:lnTo>
                    <a:pt x="135" y="534"/>
                  </a:lnTo>
                  <a:lnTo>
                    <a:pt x="135" y="534"/>
                  </a:lnTo>
                  <a:lnTo>
                    <a:pt x="135" y="534"/>
                  </a:lnTo>
                  <a:lnTo>
                    <a:pt x="137" y="534"/>
                  </a:lnTo>
                  <a:lnTo>
                    <a:pt x="137" y="534"/>
                  </a:lnTo>
                  <a:lnTo>
                    <a:pt x="139" y="536"/>
                  </a:lnTo>
                  <a:lnTo>
                    <a:pt x="141" y="536"/>
                  </a:lnTo>
                  <a:lnTo>
                    <a:pt x="143" y="536"/>
                  </a:lnTo>
                  <a:lnTo>
                    <a:pt x="143" y="536"/>
                  </a:lnTo>
                  <a:lnTo>
                    <a:pt x="145" y="536"/>
                  </a:lnTo>
                  <a:lnTo>
                    <a:pt x="145" y="534"/>
                  </a:lnTo>
                  <a:lnTo>
                    <a:pt x="146" y="534"/>
                  </a:lnTo>
                  <a:lnTo>
                    <a:pt x="146" y="534"/>
                  </a:lnTo>
                  <a:lnTo>
                    <a:pt x="146" y="534"/>
                  </a:lnTo>
                  <a:lnTo>
                    <a:pt x="148" y="536"/>
                  </a:lnTo>
                  <a:lnTo>
                    <a:pt x="148" y="536"/>
                  </a:lnTo>
                  <a:lnTo>
                    <a:pt x="148" y="536"/>
                  </a:lnTo>
                  <a:lnTo>
                    <a:pt x="150" y="536"/>
                  </a:lnTo>
                  <a:lnTo>
                    <a:pt x="150" y="536"/>
                  </a:lnTo>
                  <a:lnTo>
                    <a:pt x="152" y="536"/>
                  </a:lnTo>
                  <a:lnTo>
                    <a:pt x="152" y="536"/>
                  </a:lnTo>
                  <a:lnTo>
                    <a:pt x="152" y="536"/>
                  </a:lnTo>
                  <a:lnTo>
                    <a:pt x="152" y="536"/>
                  </a:lnTo>
                  <a:lnTo>
                    <a:pt x="152" y="538"/>
                  </a:lnTo>
                  <a:lnTo>
                    <a:pt x="152" y="540"/>
                  </a:lnTo>
                  <a:lnTo>
                    <a:pt x="152" y="540"/>
                  </a:lnTo>
                  <a:lnTo>
                    <a:pt x="152" y="542"/>
                  </a:lnTo>
                  <a:lnTo>
                    <a:pt x="152" y="544"/>
                  </a:lnTo>
                  <a:lnTo>
                    <a:pt x="152" y="544"/>
                  </a:lnTo>
                  <a:lnTo>
                    <a:pt x="152" y="546"/>
                  </a:lnTo>
                  <a:lnTo>
                    <a:pt x="152" y="546"/>
                  </a:lnTo>
                  <a:lnTo>
                    <a:pt x="152" y="548"/>
                  </a:lnTo>
                  <a:lnTo>
                    <a:pt x="152" y="548"/>
                  </a:lnTo>
                  <a:lnTo>
                    <a:pt x="152" y="553"/>
                  </a:lnTo>
                  <a:lnTo>
                    <a:pt x="152" y="553"/>
                  </a:lnTo>
                  <a:lnTo>
                    <a:pt x="152" y="553"/>
                  </a:lnTo>
                  <a:lnTo>
                    <a:pt x="150" y="553"/>
                  </a:lnTo>
                  <a:lnTo>
                    <a:pt x="150" y="555"/>
                  </a:lnTo>
                  <a:lnTo>
                    <a:pt x="150" y="555"/>
                  </a:lnTo>
                  <a:lnTo>
                    <a:pt x="150" y="555"/>
                  </a:lnTo>
                  <a:lnTo>
                    <a:pt x="150" y="557"/>
                  </a:lnTo>
                  <a:lnTo>
                    <a:pt x="152" y="557"/>
                  </a:lnTo>
                  <a:lnTo>
                    <a:pt x="152" y="557"/>
                  </a:lnTo>
                  <a:lnTo>
                    <a:pt x="152" y="559"/>
                  </a:lnTo>
                  <a:lnTo>
                    <a:pt x="152" y="559"/>
                  </a:lnTo>
                  <a:lnTo>
                    <a:pt x="154" y="561"/>
                  </a:lnTo>
                  <a:lnTo>
                    <a:pt x="154" y="561"/>
                  </a:lnTo>
                  <a:lnTo>
                    <a:pt x="154" y="561"/>
                  </a:lnTo>
                  <a:lnTo>
                    <a:pt x="156" y="561"/>
                  </a:lnTo>
                  <a:lnTo>
                    <a:pt x="156" y="561"/>
                  </a:lnTo>
                  <a:lnTo>
                    <a:pt x="158" y="561"/>
                  </a:lnTo>
                  <a:lnTo>
                    <a:pt x="158" y="561"/>
                  </a:lnTo>
                  <a:lnTo>
                    <a:pt x="158" y="561"/>
                  </a:lnTo>
                  <a:lnTo>
                    <a:pt x="160" y="561"/>
                  </a:lnTo>
                  <a:lnTo>
                    <a:pt x="160" y="561"/>
                  </a:lnTo>
                  <a:lnTo>
                    <a:pt x="160" y="561"/>
                  </a:lnTo>
                  <a:lnTo>
                    <a:pt x="160" y="561"/>
                  </a:lnTo>
                  <a:lnTo>
                    <a:pt x="162" y="563"/>
                  </a:lnTo>
                  <a:lnTo>
                    <a:pt x="165" y="565"/>
                  </a:lnTo>
                  <a:lnTo>
                    <a:pt x="165" y="565"/>
                  </a:lnTo>
                  <a:lnTo>
                    <a:pt x="165" y="565"/>
                  </a:lnTo>
                  <a:lnTo>
                    <a:pt x="165" y="565"/>
                  </a:lnTo>
                  <a:lnTo>
                    <a:pt x="167" y="565"/>
                  </a:lnTo>
                  <a:lnTo>
                    <a:pt x="167" y="565"/>
                  </a:lnTo>
                  <a:lnTo>
                    <a:pt x="167" y="565"/>
                  </a:lnTo>
                  <a:lnTo>
                    <a:pt x="169" y="563"/>
                  </a:lnTo>
                  <a:lnTo>
                    <a:pt x="169" y="563"/>
                  </a:lnTo>
                  <a:lnTo>
                    <a:pt x="169" y="565"/>
                  </a:lnTo>
                  <a:lnTo>
                    <a:pt x="171" y="565"/>
                  </a:lnTo>
                  <a:lnTo>
                    <a:pt x="171" y="565"/>
                  </a:lnTo>
                  <a:lnTo>
                    <a:pt x="171" y="567"/>
                  </a:lnTo>
                  <a:lnTo>
                    <a:pt x="171" y="567"/>
                  </a:lnTo>
                  <a:lnTo>
                    <a:pt x="171" y="569"/>
                  </a:lnTo>
                  <a:lnTo>
                    <a:pt x="171" y="571"/>
                  </a:lnTo>
                  <a:lnTo>
                    <a:pt x="171" y="571"/>
                  </a:lnTo>
                  <a:lnTo>
                    <a:pt x="171" y="571"/>
                  </a:lnTo>
                  <a:lnTo>
                    <a:pt x="169" y="572"/>
                  </a:lnTo>
                  <a:lnTo>
                    <a:pt x="169" y="572"/>
                  </a:lnTo>
                  <a:lnTo>
                    <a:pt x="169" y="574"/>
                  </a:lnTo>
                  <a:lnTo>
                    <a:pt x="169" y="574"/>
                  </a:lnTo>
                  <a:lnTo>
                    <a:pt x="169" y="576"/>
                  </a:lnTo>
                  <a:lnTo>
                    <a:pt x="167" y="578"/>
                  </a:lnTo>
                  <a:lnTo>
                    <a:pt x="167" y="578"/>
                  </a:lnTo>
                  <a:lnTo>
                    <a:pt x="165" y="580"/>
                  </a:lnTo>
                  <a:lnTo>
                    <a:pt x="165" y="582"/>
                  </a:lnTo>
                  <a:lnTo>
                    <a:pt x="165" y="584"/>
                  </a:lnTo>
                  <a:lnTo>
                    <a:pt x="165" y="584"/>
                  </a:lnTo>
                  <a:lnTo>
                    <a:pt x="165" y="586"/>
                  </a:lnTo>
                  <a:lnTo>
                    <a:pt x="164" y="586"/>
                  </a:lnTo>
                  <a:lnTo>
                    <a:pt x="162" y="588"/>
                  </a:lnTo>
                  <a:lnTo>
                    <a:pt x="162" y="588"/>
                  </a:lnTo>
                  <a:lnTo>
                    <a:pt x="162" y="588"/>
                  </a:lnTo>
                  <a:lnTo>
                    <a:pt x="162" y="590"/>
                  </a:lnTo>
                  <a:lnTo>
                    <a:pt x="160" y="591"/>
                  </a:lnTo>
                  <a:lnTo>
                    <a:pt x="160" y="591"/>
                  </a:lnTo>
                  <a:lnTo>
                    <a:pt x="160" y="591"/>
                  </a:lnTo>
                  <a:lnTo>
                    <a:pt x="160" y="593"/>
                  </a:lnTo>
                  <a:lnTo>
                    <a:pt x="156" y="597"/>
                  </a:lnTo>
                  <a:lnTo>
                    <a:pt x="156" y="597"/>
                  </a:lnTo>
                  <a:lnTo>
                    <a:pt x="156" y="599"/>
                  </a:lnTo>
                  <a:lnTo>
                    <a:pt x="156" y="599"/>
                  </a:lnTo>
                  <a:lnTo>
                    <a:pt x="158" y="599"/>
                  </a:lnTo>
                  <a:lnTo>
                    <a:pt x="158" y="599"/>
                  </a:lnTo>
                  <a:lnTo>
                    <a:pt x="160" y="601"/>
                  </a:lnTo>
                  <a:lnTo>
                    <a:pt x="162" y="603"/>
                  </a:lnTo>
                  <a:lnTo>
                    <a:pt x="162" y="603"/>
                  </a:lnTo>
                  <a:lnTo>
                    <a:pt x="162" y="605"/>
                  </a:lnTo>
                  <a:lnTo>
                    <a:pt x="162" y="605"/>
                  </a:lnTo>
                  <a:lnTo>
                    <a:pt x="160" y="605"/>
                  </a:lnTo>
                  <a:lnTo>
                    <a:pt x="158" y="605"/>
                  </a:lnTo>
                  <a:lnTo>
                    <a:pt x="152" y="601"/>
                  </a:lnTo>
                  <a:lnTo>
                    <a:pt x="152" y="599"/>
                  </a:lnTo>
                  <a:lnTo>
                    <a:pt x="152" y="599"/>
                  </a:lnTo>
                  <a:lnTo>
                    <a:pt x="152" y="599"/>
                  </a:lnTo>
                  <a:lnTo>
                    <a:pt x="150" y="599"/>
                  </a:lnTo>
                  <a:lnTo>
                    <a:pt x="150" y="599"/>
                  </a:lnTo>
                  <a:lnTo>
                    <a:pt x="150" y="601"/>
                  </a:lnTo>
                  <a:lnTo>
                    <a:pt x="150" y="601"/>
                  </a:lnTo>
                  <a:lnTo>
                    <a:pt x="150" y="603"/>
                  </a:lnTo>
                  <a:lnTo>
                    <a:pt x="150" y="605"/>
                  </a:lnTo>
                  <a:lnTo>
                    <a:pt x="148" y="605"/>
                  </a:lnTo>
                  <a:lnTo>
                    <a:pt x="148" y="605"/>
                  </a:lnTo>
                  <a:lnTo>
                    <a:pt x="148" y="605"/>
                  </a:lnTo>
                  <a:lnTo>
                    <a:pt x="146" y="605"/>
                  </a:lnTo>
                  <a:lnTo>
                    <a:pt x="146" y="605"/>
                  </a:lnTo>
                  <a:lnTo>
                    <a:pt x="146" y="605"/>
                  </a:lnTo>
                  <a:lnTo>
                    <a:pt x="145" y="607"/>
                  </a:lnTo>
                  <a:lnTo>
                    <a:pt x="145" y="607"/>
                  </a:lnTo>
                  <a:lnTo>
                    <a:pt x="145" y="607"/>
                  </a:lnTo>
                  <a:lnTo>
                    <a:pt x="145" y="607"/>
                  </a:lnTo>
                  <a:lnTo>
                    <a:pt x="143" y="607"/>
                  </a:lnTo>
                  <a:lnTo>
                    <a:pt x="143" y="605"/>
                  </a:lnTo>
                  <a:lnTo>
                    <a:pt x="143" y="605"/>
                  </a:lnTo>
                  <a:lnTo>
                    <a:pt x="141" y="605"/>
                  </a:lnTo>
                  <a:lnTo>
                    <a:pt x="141" y="605"/>
                  </a:lnTo>
                  <a:lnTo>
                    <a:pt x="141" y="605"/>
                  </a:lnTo>
                  <a:lnTo>
                    <a:pt x="141" y="607"/>
                  </a:lnTo>
                  <a:lnTo>
                    <a:pt x="141" y="607"/>
                  </a:lnTo>
                  <a:lnTo>
                    <a:pt x="141" y="609"/>
                  </a:lnTo>
                  <a:lnTo>
                    <a:pt x="141" y="610"/>
                  </a:lnTo>
                  <a:lnTo>
                    <a:pt x="141" y="610"/>
                  </a:lnTo>
                  <a:lnTo>
                    <a:pt x="141" y="612"/>
                  </a:lnTo>
                  <a:lnTo>
                    <a:pt x="141" y="614"/>
                  </a:lnTo>
                  <a:lnTo>
                    <a:pt x="139" y="614"/>
                  </a:lnTo>
                  <a:lnTo>
                    <a:pt x="143" y="620"/>
                  </a:lnTo>
                  <a:lnTo>
                    <a:pt x="146" y="622"/>
                  </a:lnTo>
                  <a:lnTo>
                    <a:pt x="150" y="626"/>
                  </a:lnTo>
                  <a:lnTo>
                    <a:pt x="154" y="626"/>
                  </a:lnTo>
                  <a:lnTo>
                    <a:pt x="154" y="626"/>
                  </a:lnTo>
                  <a:lnTo>
                    <a:pt x="154" y="626"/>
                  </a:lnTo>
                  <a:lnTo>
                    <a:pt x="156" y="626"/>
                  </a:lnTo>
                  <a:lnTo>
                    <a:pt x="158" y="626"/>
                  </a:lnTo>
                  <a:lnTo>
                    <a:pt x="158" y="626"/>
                  </a:lnTo>
                  <a:lnTo>
                    <a:pt x="160" y="626"/>
                  </a:lnTo>
                  <a:lnTo>
                    <a:pt x="164" y="622"/>
                  </a:lnTo>
                  <a:lnTo>
                    <a:pt x="164" y="620"/>
                  </a:lnTo>
                  <a:lnTo>
                    <a:pt x="164" y="618"/>
                  </a:lnTo>
                  <a:lnTo>
                    <a:pt x="164" y="618"/>
                  </a:lnTo>
                  <a:lnTo>
                    <a:pt x="164" y="616"/>
                  </a:lnTo>
                  <a:lnTo>
                    <a:pt x="164" y="616"/>
                  </a:lnTo>
                  <a:lnTo>
                    <a:pt x="165" y="616"/>
                  </a:lnTo>
                  <a:lnTo>
                    <a:pt x="165" y="616"/>
                  </a:lnTo>
                  <a:lnTo>
                    <a:pt x="165" y="616"/>
                  </a:lnTo>
                  <a:lnTo>
                    <a:pt x="167" y="616"/>
                  </a:lnTo>
                  <a:lnTo>
                    <a:pt x="167" y="616"/>
                  </a:lnTo>
                  <a:lnTo>
                    <a:pt x="171" y="614"/>
                  </a:lnTo>
                  <a:lnTo>
                    <a:pt x="171" y="614"/>
                  </a:lnTo>
                  <a:lnTo>
                    <a:pt x="171" y="612"/>
                  </a:lnTo>
                  <a:lnTo>
                    <a:pt x="175" y="607"/>
                  </a:lnTo>
                  <a:lnTo>
                    <a:pt x="177" y="599"/>
                  </a:lnTo>
                  <a:lnTo>
                    <a:pt x="177" y="597"/>
                  </a:lnTo>
                  <a:lnTo>
                    <a:pt x="177" y="597"/>
                  </a:lnTo>
                  <a:lnTo>
                    <a:pt x="177" y="595"/>
                  </a:lnTo>
                  <a:lnTo>
                    <a:pt x="177" y="593"/>
                  </a:lnTo>
                  <a:lnTo>
                    <a:pt x="177" y="593"/>
                  </a:lnTo>
                  <a:lnTo>
                    <a:pt x="179" y="591"/>
                  </a:lnTo>
                  <a:lnTo>
                    <a:pt x="179" y="590"/>
                  </a:lnTo>
                  <a:lnTo>
                    <a:pt x="181" y="590"/>
                  </a:lnTo>
                  <a:lnTo>
                    <a:pt x="181" y="590"/>
                  </a:lnTo>
                  <a:lnTo>
                    <a:pt x="183" y="590"/>
                  </a:lnTo>
                  <a:lnTo>
                    <a:pt x="183" y="590"/>
                  </a:lnTo>
                  <a:lnTo>
                    <a:pt x="185" y="588"/>
                  </a:lnTo>
                  <a:lnTo>
                    <a:pt x="185" y="588"/>
                  </a:lnTo>
                  <a:lnTo>
                    <a:pt x="185" y="586"/>
                  </a:lnTo>
                  <a:lnTo>
                    <a:pt x="186" y="586"/>
                  </a:lnTo>
                  <a:lnTo>
                    <a:pt x="190" y="586"/>
                  </a:lnTo>
                  <a:lnTo>
                    <a:pt x="192" y="586"/>
                  </a:lnTo>
                  <a:lnTo>
                    <a:pt x="194" y="584"/>
                  </a:lnTo>
                  <a:lnTo>
                    <a:pt x="198" y="584"/>
                  </a:lnTo>
                  <a:lnTo>
                    <a:pt x="198" y="584"/>
                  </a:lnTo>
                  <a:lnTo>
                    <a:pt x="200" y="586"/>
                  </a:lnTo>
                  <a:lnTo>
                    <a:pt x="200" y="588"/>
                  </a:lnTo>
                  <a:lnTo>
                    <a:pt x="200" y="588"/>
                  </a:lnTo>
                  <a:lnTo>
                    <a:pt x="200" y="588"/>
                  </a:lnTo>
                  <a:lnTo>
                    <a:pt x="202" y="588"/>
                  </a:lnTo>
                  <a:lnTo>
                    <a:pt x="204" y="588"/>
                  </a:lnTo>
                  <a:lnTo>
                    <a:pt x="204" y="586"/>
                  </a:lnTo>
                  <a:lnTo>
                    <a:pt x="204" y="586"/>
                  </a:lnTo>
                  <a:lnTo>
                    <a:pt x="204" y="586"/>
                  </a:lnTo>
                  <a:lnTo>
                    <a:pt x="204" y="584"/>
                  </a:lnTo>
                  <a:lnTo>
                    <a:pt x="206" y="584"/>
                  </a:lnTo>
                  <a:lnTo>
                    <a:pt x="206" y="582"/>
                  </a:lnTo>
                  <a:lnTo>
                    <a:pt x="207" y="584"/>
                  </a:lnTo>
                  <a:lnTo>
                    <a:pt x="209" y="584"/>
                  </a:lnTo>
                  <a:lnTo>
                    <a:pt x="209" y="584"/>
                  </a:lnTo>
                  <a:lnTo>
                    <a:pt x="211" y="584"/>
                  </a:lnTo>
                  <a:lnTo>
                    <a:pt x="211" y="584"/>
                  </a:lnTo>
                  <a:lnTo>
                    <a:pt x="211" y="584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13" y="588"/>
                  </a:lnTo>
                  <a:lnTo>
                    <a:pt x="215" y="588"/>
                  </a:lnTo>
                  <a:lnTo>
                    <a:pt x="215" y="588"/>
                  </a:lnTo>
                  <a:lnTo>
                    <a:pt x="217" y="588"/>
                  </a:lnTo>
                  <a:lnTo>
                    <a:pt x="217" y="588"/>
                  </a:lnTo>
                  <a:lnTo>
                    <a:pt x="219" y="588"/>
                  </a:lnTo>
                  <a:lnTo>
                    <a:pt x="221" y="588"/>
                  </a:lnTo>
                  <a:lnTo>
                    <a:pt x="225" y="588"/>
                  </a:lnTo>
                  <a:lnTo>
                    <a:pt x="225" y="588"/>
                  </a:lnTo>
                  <a:lnTo>
                    <a:pt x="226" y="588"/>
                  </a:lnTo>
                  <a:lnTo>
                    <a:pt x="226" y="586"/>
                  </a:lnTo>
                  <a:lnTo>
                    <a:pt x="230" y="584"/>
                  </a:lnTo>
                  <a:lnTo>
                    <a:pt x="232" y="578"/>
                  </a:lnTo>
                  <a:lnTo>
                    <a:pt x="234" y="578"/>
                  </a:lnTo>
                  <a:lnTo>
                    <a:pt x="234" y="578"/>
                  </a:lnTo>
                  <a:lnTo>
                    <a:pt x="236" y="578"/>
                  </a:lnTo>
                  <a:lnTo>
                    <a:pt x="238" y="578"/>
                  </a:lnTo>
                  <a:lnTo>
                    <a:pt x="238" y="580"/>
                  </a:lnTo>
                  <a:lnTo>
                    <a:pt x="238" y="580"/>
                  </a:lnTo>
                  <a:lnTo>
                    <a:pt x="240" y="580"/>
                  </a:lnTo>
                  <a:lnTo>
                    <a:pt x="242" y="578"/>
                  </a:lnTo>
                  <a:lnTo>
                    <a:pt x="244" y="576"/>
                  </a:lnTo>
                  <a:lnTo>
                    <a:pt x="246" y="574"/>
                  </a:lnTo>
                  <a:lnTo>
                    <a:pt x="246" y="572"/>
                  </a:lnTo>
                  <a:lnTo>
                    <a:pt x="246" y="572"/>
                  </a:lnTo>
                  <a:lnTo>
                    <a:pt x="249" y="571"/>
                  </a:lnTo>
                  <a:lnTo>
                    <a:pt x="249" y="571"/>
                  </a:lnTo>
                  <a:lnTo>
                    <a:pt x="249" y="569"/>
                  </a:lnTo>
                  <a:lnTo>
                    <a:pt x="249" y="569"/>
                  </a:lnTo>
                  <a:lnTo>
                    <a:pt x="249" y="567"/>
                  </a:lnTo>
                  <a:lnTo>
                    <a:pt x="249" y="567"/>
                  </a:lnTo>
                  <a:lnTo>
                    <a:pt x="251" y="565"/>
                  </a:lnTo>
                  <a:lnTo>
                    <a:pt x="251" y="563"/>
                  </a:lnTo>
                  <a:lnTo>
                    <a:pt x="251" y="563"/>
                  </a:lnTo>
                  <a:lnTo>
                    <a:pt x="251" y="561"/>
                  </a:lnTo>
                  <a:lnTo>
                    <a:pt x="251" y="561"/>
                  </a:lnTo>
                  <a:lnTo>
                    <a:pt x="251" y="561"/>
                  </a:lnTo>
                  <a:lnTo>
                    <a:pt x="253" y="559"/>
                  </a:lnTo>
                  <a:lnTo>
                    <a:pt x="255" y="559"/>
                  </a:lnTo>
                  <a:lnTo>
                    <a:pt x="257" y="559"/>
                  </a:lnTo>
                  <a:lnTo>
                    <a:pt x="259" y="559"/>
                  </a:lnTo>
                  <a:lnTo>
                    <a:pt x="259" y="561"/>
                  </a:lnTo>
                  <a:lnTo>
                    <a:pt x="261" y="561"/>
                  </a:lnTo>
                  <a:lnTo>
                    <a:pt x="263" y="563"/>
                  </a:lnTo>
                  <a:lnTo>
                    <a:pt x="263" y="565"/>
                  </a:lnTo>
                  <a:lnTo>
                    <a:pt x="263" y="565"/>
                  </a:lnTo>
                  <a:lnTo>
                    <a:pt x="265" y="565"/>
                  </a:lnTo>
                  <a:lnTo>
                    <a:pt x="266" y="565"/>
                  </a:lnTo>
                  <a:lnTo>
                    <a:pt x="272" y="565"/>
                  </a:lnTo>
                  <a:lnTo>
                    <a:pt x="274" y="565"/>
                  </a:lnTo>
                  <a:lnTo>
                    <a:pt x="274" y="565"/>
                  </a:lnTo>
                  <a:lnTo>
                    <a:pt x="274" y="567"/>
                  </a:lnTo>
                  <a:lnTo>
                    <a:pt x="274" y="567"/>
                  </a:lnTo>
                  <a:lnTo>
                    <a:pt x="274" y="569"/>
                  </a:lnTo>
                  <a:lnTo>
                    <a:pt x="274" y="569"/>
                  </a:lnTo>
                  <a:lnTo>
                    <a:pt x="274" y="569"/>
                  </a:lnTo>
                  <a:lnTo>
                    <a:pt x="278" y="571"/>
                  </a:lnTo>
                  <a:lnTo>
                    <a:pt x="278" y="571"/>
                  </a:lnTo>
                  <a:lnTo>
                    <a:pt x="280" y="571"/>
                  </a:lnTo>
                  <a:lnTo>
                    <a:pt x="282" y="571"/>
                  </a:lnTo>
                  <a:lnTo>
                    <a:pt x="282" y="571"/>
                  </a:lnTo>
                  <a:lnTo>
                    <a:pt x="284" y="571"/>
                  </a:lnTo>
                  <a:lnTo>
                    <a:pt x="284" y="569"/>
                  </a:lnTo>
                  <a:lnTo>
                    <a:pt x="284" y="569"/>
                  </a:lnTo>
                  <a:lnTo>
                    <a:pt x="284" y="569"/>
                  </a:lnTo>
                  <a:lnTo>
                    <a:pt x="282" y="569"/>
                  </a:lnTo>
                  <a:lnTo>
                    <a:pt x="282" y="567"/>
                  </a:lnTo>
                  <a:lnTo>
                    <a:pt x="282" y="567"/>
                  </a:lnTo>
                  <a:lnTo>
                    <a:pt x="280" y="567"/>
                  </a:lnTo>
                  <a:lnTo>
                    <a:pt x="280" y="567"/>
                  </a:lnTo>
                  <a:lnTo>
                    <a:pt x="280" y="565"/>
                  </a:lnTo>
                  <a:lnTo>
                    <a:pt x="280" y="565"/>
                  </a:lnTo>
                  <a:lnTo>
                    <a:pt x="280" y="565"/>
                  </a:lnTo>
                  <a:lnTo>
                    <a:pt x="282" y="563"/>
                  </a:lnTo>
                  <a:lnTo>
                    <a:pt x="282" y="563"/>
                  </a:lnTo>
                  <a:lnTo>
                    <a:pt x="284" y="565"/>
                  </a:lnTo>
                  <a:lnTo>
                    <a:pt x="284" y="565"/>
                  </a:lnTo>
                  <a:lnTo>
                    <a:pt x="286" y="563"/>
                  </a:lnTo>
                  <a:lnTo>
                    <a:pt x="291" y="561"/>
                  </a:lnTo>
                  <a:lnTo>
                    <a:pt x="299" y="557"/>
                  </a:lnTo>
                  <a:lnTo>
                    <a:pt x="299" y="555"/>
                  </a:lnTo>
                  <a:lnTo>
                    <a:pt x="299" y="555"/>
                  </a:lnTo>
                  <a:lnTo>
                    <a:pt x="299" y="553"/>
                  </a:lnTo>
                  <a:lnTo>
                    <a:pt x="299" y="553"/>
                  </a:lnTo>
                  <a:lnTo>
                    <a:pt x="299" y="553"/>
                  </a:lnTo>
                  <a:lnTo>
                    <a:pt x="299" y="552"/>
                  </a:lnTo>
                  <a:lnTo>
                    <a:pt x="301" y="552"/>
                  </a:lnTo>
                  <a:lnTo>
                    <a:pt x="301" y="550"/>
                  </a:lnTo>
                  <a:lnTo>
                    <a:pt x="303" y="548"/>
                  </a:lnTo>
                  <a:lnTo>
                    <a:pt x="305" y="548"/>
                  </a:lnTo>
                  <a:lnTo>
                    <a:pt x="307" y="548"/>
                  </a:lnTo>
                  <a:lnTo>
                    <a:pt x="307" y="546"/>
                  </a:lnTo>
                  <a:lnTo>
                    <a:pt x="308" y="546"/>
                  </a:lnTo>
                  <a:lnTo>
                    <a:pt x="308" y="546"/>
                  </a:lnTo>
                  <a:lnTo>
                    <a:pt x="308" y="544"/>
                  </a:lnTo>
                  <a:lnTo>
                    <a:pt x="307" y="544"/>
                  </a:lnTo>
                  <a:lnTo>
                    <a:pt x="307" y="544"/>
                  </a:lnTo>
                  <a:lnTo>
                    <a:pt x="307" y="544"/>
                  </a:lnTo>
                  <a:lnTo>
                    <a:pt x="307" y="542"/>
                  </a:lnTo>
                  <a:lnTo>
                    <a:pt x="305" y="542"/>
                  </a:lnTo>
                  <a:lnTo>
                    <a:pt x="307" y="542"/>
                  </a:lnTo>
                  <a:lnTo>
                    <a:pt x="307" y="542"/>
                  </a:lnTo>
                  <a:lnTo>
                    <a:pt x="307" y="540"/>
                  </a:lnTo>
                  <a:lnTo>
                    <a:pt x="307" y="542"/>
                  </a:lnTo>
                  <a:lnTo>
                    <a:pt x="308" y="542"/>
                  </a:lnTo>
                  <a:lnTo>
                    <a:pt x="310" y="544"/>
                  </a:lnTo>
                  <a:lnTo>
                    <a:pt x="312" y="544"/>
                  </a:lnTo>
                  <a:lnTo>
                    <a:pt x="312" y="544"/>
                  </a:lnTo>
                  <a:lnTo>
                    <a:pt x="312" y="544"/>
                  </a:lnTo>
                  <a:lnTo>
                    <a:pt x="312" y="546"/>
                  </a:lnTo>
                  <a:lnTo>
                    <a:pt x="312" y="546"/>
                  </a:lnTo>
                  <a:lnTo>
                    <a:pt x="312" y="546"/>
                  </a:lnTo>
                  <a:lnTo>
                    <a:pt x="312" y="546"/>
                  </a:lnTo>
                  <a:lnTo>
                    <a:pt x="312" y="548"/>
                  </a:lnTo>
                  <a:lnTo>
                    <a:pt x="312" y="548"/>
                  </a:lnTo>
                  <a:lnTo>
                    <a:pt x="312" y="548"/>
                  </a:lnTo>
                  <a:lnTo>
                    <a:pt x="314" y="548"/>
                  </a:lnTo>
                  <a:lnTo>
                    <a:pt x="316" y="548"/>
                  </a:lnTo>
                  <a:lnTo>
                    <a:pt x="316" y="548"/>
                  </a:lnTo>
                  <a:lnTo>
                    <a:pt x="322" y="550"/>
                  </a:lnTo>
                  <a:lnTo>
                    <a:pt x="324" y="550"/>
                  </a:lnTo>
                  <a:lnTo>
                    <a:pt x="327" y="548"/>
                  </a:lnTo>
                  <a:lnTo>
                    <a:pt x="327" y="548"/>
                  </a:lnTo>
                  <a:lnTo>
                    <a:pt x="327" y="548"/>
                  </a:lnTo>
                  <a:lnTo>
                    <a:pt x="326" y="548"/>
                  </a:lnTo>
                  <a:lnTo>
                    <a:pt x="326" y="548"/>
                  </a:lnTo>
                  <a:lnTo>
                    <a:pt x="324" y="546"/>
                  </a:lnTo>
                  <a:lnTo>
                    <a:pt x="324" y="546"/>
                  </a:lnTo>
                  <a:lnTo>
                    <a:pt x="324" y="546"/>
                  </a:lnTo>
                  <a:lnTo>
                    <a:pt x="320" y="546"/>
                  </a:lnTo>
                  <a:lnTo>
                    <a:pt x="316" y="546"/>
                  </a:lnTo>
                  <a:lnTo>
                    <a:pt x="314" y="544"/>
                  </a:lnTo>
                  <a:lnTo>
                    <a:pt x="314" y="544"/>
                  </a:lnTo>
                  <a:lnTo>
                    <a:pt x="314" y="544"/>
                  </a:lnTo>
                  <a:lnTo>
                    <a:pt x="312" y="540"/>
                  </a:lnTo>
                  <a:lnTo>
                    <a:pt x="308" y="538"/>
                  </a:lnTo>
                  <a:lnTo>
                    <a:pt x="308" y="536"/>
                  </a:lnTo>
                  <a:lnTo>
                    <a:pt x="308" y="532"/>
                  </a:lnTo>
                  <a:lnTo>
                    <a:pt x="310" y="531"/>
                  </a:lnTo>
                  <a:lnTo>
                    <a:pt x="310" y="529"/>
                  </a:lnTo>
                  <a:lnTo>
                    <a:pt x="312" y="529"/>
                  </a:lnTo>
                  <a:lnTo>
                    <a:pt x="312" y="527"/>
                  </a:lnTo>
                  <a:lnTo>
                    <a:pt x="312" y="527"/>
                  </a:lnTo>
                  <a:lnTo>
                    <a:pt x="312" y="527"/>
                  </a:lnTo>
                  <a:lnTo>
                    <a:pt x="314" y="529"/>
                  </a:lnTo>
                  <a:lnTo>
                    <a:pt x="314" y="529"/>
                  </a:lnTo>
                  <a:lnTo>
                    <a:pt x="314" y="531"/>
                  </a:lnTo>
                  <a:lnTo>
                    <a:pt x="314" y="532"/>
                  </a:lnTo>
                  <a:lnTo>
                    <a:pt x="316" y="532"/>
                  </a:lnTo>
                  <a:lnTo>
                    <a:pt x="316" y="531"/>
                  </a:lnTo>
                  <a:lnTo>
                    <a:pt x="316" y="523"/>
                  </a:lnTo>
                  <a:lnTo>
                    <a:pt x="316" y="523"/>
                  </a:lnTo>
                  <a:lnTo>
                    <a:pt x="320" y="527"/>
                  </a:lnTo>
                  <a:lnTo>
                    <a:pt x="322" y="531"/>
                  </a:lnTo>
                  <a:lnTo>
                    <a:pt x="326" y="536"/>
                  </a:lnTo>
                  <a:lnTo>
                    <a:pt x="329" y="544"/>
                  </a:lnTo>
                  <a:lnTo>
                    <a:pt x="329" y="544"/>
                  </a:lnTo>
                  <a:lnTo>
                    <a:pt x="329" y="542"/>
                  </a:lnTo>
                  <a:lnTo>
                    <a:pt x="329" y="542"/>
                  </a:lnTo>
                  <a:lnTo>
                    <a:pt x="327" y="536"/>
                  </a:lnTo>
                  <a:lnTo>
                    <a:pt x="326" y="529"/>
                  </a:lnTo>
                  <a:lnTo>
                    <a:pt x="324" y="527"/>
                  </a:lnTo>
                  <a:lnTo>
                    <a:pt x="324" y="525"/>
                  </a:lnTo>
                  <a:lnTo>
                    <a:pt x="324" y="523"/>
                  </a:lnTo>
                  <a:lnTo>
                    <a:pt x="326" y="521"/>
                  </a:lnTo>
                  <a:lnTo>
                    <a:pt x="326" y="515"/>
                  </a:lnTo>
                  <a:lnTo>
                    <a:pt x="326" y="512"/>
                  </a:lnTo>
                  <a:lnTo>
                    <a:pt x="318" y="498"/>
                  </a:lnTo>
                  <a:lnTo>
                    <a:pt x="316" y="494"/>
                  </a:lnTo>
                  <a:lnTo>
                    <a:pt x="314" y="483"/>
                  </a:lnTo>
                  <a:lnTo>
                    <a:pt x="314" y="479"/>
                  </a:lnTo>
                  <a:lnTo>
                    <a:pt x="316" y="475"/>
                  </a:lnTo>
                  <a:lnTo>
                    <a:pt x="314" y="474"/>
                  </a:lnTo>
                  <a:lnTo>
                    <a:pt x="312" y="475"/>
                  </a:lnTo>
                  <a:lnTo>
                    <a:pt x="310" y="475"/>
                  </a:lnTo>
                  <a:lnTo>
                    <a:pt x="310" y="477"/>
                  </a:lnTo>
                  <a:lnTo>
                    <a:pt x="308" y="479"/>
                  </a:lnTo>
                  <a:lnTo>
                    <a:pt x="307" y="477"/>
                  </a:lnTo>
                  <a:lnTo>
                    <a:pt x="308" y="475"/>
                  </a:lnTo>
                  <a:lnTo>
                    <a:pt x="308" y="475"/>
                  </a:lnTo>
                  <a:lnTo>
                    <a:pt x="310" y="475"/>
                  </a:lnTo>
                  <a:lnTo>
                    <a:pt x="310" y="474"/>
                  </a:lnTo>
                  <a:lnTo>
                    <a:pt x="312" y="474"/>
                  </a:lnTo>
                  <a:lnTo>
                    <a:pt x="314" y="472"/>
                  </a:lnTo>
                  <a:lnTo>
                    <a:pt x="316" y="472"/>
                  </a:lnTo>
                  <a:lnTo>
                    <a:pt x="318" y="466"/>
                  </a:lnTo>
                  <a:lnTo>
                    <a:pt x="320" y="464"/>
                  </a:lnTo>
                  <a:lnTo>
                    <a:pt x="320" y="460"/>
                  </a:lnTo>
                  <a:lnTo>
                    <a:pt x="320" y="453"/>
                  </a:lnTo>
                  <a:lnTo>
                    <a:pt x="320" y="447"/>
                  </a:lnTo>
                  <a:lnTo>
                    <a:pt x="320" y="445"/>
                  </a:lnTo>
                  <a:lnTo>
                    <a:pt x="320" y="445"/>
                  </a:lnTo>
                  <a:lnTo>
                    <a:pt x="322" y="443"/>
                  </a:lnTo>
                  <a:lnTo>
                    <a:pt x="322" y="443"/>
                  </a:lnTo>
                  <a:lnTo>
                    <a:pt x="320" y="443"/>
                  </a:lnTo>
                  <a:lnTo>
                    <a:pt x="320" y="443"/>
                  </a:lnTo>
                  <a:lnTo>
                    <a:pt x="318" y="443"/>
                  </a:lnTo>
                  <a:lnTo>
                    <a:pt x="316" y="443"/>
                  </a:lnTo>
                  <a:lnTo>
                    <a:pt x="316" y="443"/>
                  </a:lnTo>
                  <a:lnTo>
                    <a:pt x="318" y="441"/>
                  </a:lnTo>
                  <a:lnTo>
                    <a:pt x="318" y="441"/>
                  </a:lnTo>
                  <a:lnTo>
                    <a:pt x="320" y="441"/>
                  </a:lnTo>
                  <a:lnTo>
                    <a:pt x="320" y="439"/>
                  </a:lnTo>
                  <a:lnTo>
                    <a:pt x="318" y="437"/>
                  </a:lnTo>
                  <a:lnTo>
                    <a:pt x="318" y="437"/>
                  </a:lnTo>
                  <a:lnTo>
                    <a:pt x="318" y="434"/>
                  </a:lnTo>
                  <a:lnTo>
                    <a:pt x="316" y="434"/>
                  </a:lnTo>
                  <a:lnTo>
                    <a:pt x="314" y="432"/>
                  </a:lnTo>
                  <a:lnTo>
                    <a:pt x="314" y="430"/>
                  </a:lnTo>
                  <a:lnTo>
                    <a:pt x="312" y="430"/>
                  </a:lnTo>
                  <a:lnTo>
                    <a:pt x="312" y="430"/>
                  </a:lnTo>
                  <a:lnTo>
                    <a:pt x="312" y="424"/>
                  </a:lnTo>
                  <a:lnTo>
                    <a:pt x="310" y="409"/>
                  </a:lnTo>
                  <a:lnTo>
                    <a:pt x="310" y="407"/>
                  </a:lnTo>
                  <a:lnTo>
                    <a:pt x="308" y="405"/>
                  </a:lnTo>
                  <a:lnTo>
                    <a:pt x="308" y="401"/>
                  </a:lnTo>
                  <a:lnTo>
                    <a:pt x="308" y="394"/>
                  </a:lnTo>
                  <a:lnTo>
                    <a:pt x="310" y="382"/>
                  </a:lnTo>
                  <a:lnTo>
                    <a:pt x="312" y="373"/>
                  </a:lnTo>
                  <a:lnTo>
                    <a:pt x="310" y="373"/>
                  </a:lnTo>
                  <a:lnTo>
                    <a:pt x="314" y="367"/>
                  </a:lnTo>
                  <a:lnTo>
                    <a:pt x="314" y="365"/>
                  </a:lnTo>
                  <a:lnTo>
                    <a:pt x="316" y="363"/>
                  </a:lnTo>
                  <a:lnTo>
                    <a:pt x="318" y="359"/>
                  </a:lnTo>
                  <a:lnTo>
                    <a:pt x="320" y="359"/>
                  </a:lnTo>
                  <a:lnTo>
                    <a:pt x="322" y="356"/>
                  </a:lnTo>
                  <a:lnTo>
                    <a:pt x="322" y="354"/>
                  </a:lnTo>
                  <a:lnTo>
                    <a:pt x="322" y="354"/>
                  </a:lnTo>
                  <a:lnTo>
                    <a:pt x="322" y="352"/>
                  </a:lnTo>
                  <a:lnTo>
                    <a:pt x="324" y="350"/>
                  </a:lnTo>
                  <a:lnTo>
                    <a:pt x="324" y="348"/>
                  </a:lnTo>
                  <a:lnTo>
                    <a:pt x="327" y="337"/>
                  </a:lnTo>
                  <a:lnTo>
                    <a:pt x="329" y="335"/>
                  </a:lnTo>
                  <a:lnTo>
                    <a:pt x="335" y="327"/>
                  </a:lnTo>
                  <a:lnTo>
                    <a:pt x="339" y="325"/>
                  </a:lnTo>
                  <a:lnTo>
                    <a:pt x="343" y="325"/>
                  </a:lnTo>
                  <a:lnTo>
                    <a:pt x="345" y="323"/>
                  </a:lnTo>
                  <a:lnTo>
                    <a:pt x="345" y="323"/>
                  </a:lnTo>
                  <a:lnTo>
                    <a:pt x="347" y="321"/>
                  </a:lnTo>
                  <a:lnTo>
                    <a:pt x="347" y="321"/>
                  </a:lnTo>
                  <a:lnTo>
                    <a:pt x="347" y="321"/>
                  </a:lnTo>
                  <a:lnTo>
                    <a:pt x="348" y="321"/>
                  </a:lnTo>
                  <a:lnTo>
                    <a:pt x="352" y="319"/>
                  </a:lnTo>
                  <a:lnTo>
                    <a:pt x="352" y="319"/>
                  </a:lnTo>
                  <a:lnTo>
                    <a:pt x="354" y="318"/>
                  </a:lnTo>
                  <a:lnTo>
                    <a:pt x="354" y="318"/>
                  </a:lnTo>
                  <a:lnTo>
                    <a:pt x="356" y="319"/>
                  </a:lnTo>
                  <a:lnTo>
                    <a:pt x="356" y="318"/>
                  </a:lnTo>
                  <a:lnTo>
                    <a:pt x="358" y="318"/>
                  </a:lnTo>
                  <a:lnTo>
                    <a:pt x="360" y="318"/>
                  </a:lnTo>
                  <a:lnTo>
                    <a:pt x="364" y="318"/>
                  </a:lnTo>
                  <a:lnTo>
                    <a:pt x="364" y="316"/>
                  </a:lnTo>
                  <a:lnTo>
                    <a:pt x="364" y="316"/>
                  </a:lnTo>
                  <a:lnTo>
                    <a:pt x="366" y="316"/>
                  </a:lnTo>
                  <a:lnTo>
                    <a:pt x="366" y="316"/>
                  </a:lnTo>
                  <a:lnTo>
                    <a:pt x="366" y="316"/>
                  </a:lnTo>
                  <a:lnTo>
                    <a:pt x="367" y="316"/>
                  </a:lnTo>
                  <a:lnTo>
                    <a:pt x="371" y="316"/>
                  </a:lnTo>
                  <a:lnTo>
                    <a:pt x="373" y="316"/>
                  </a:lnTo>
                  <a:lnTo>
                    <a:pt x="375" y="318"/>
                  </a:lnTo>
                  <a:lnTo>
                    <a:pt x="377" y="321"/>
                  </a:lnTo>
                  <a:lnTo>
                    <a:pt x="377" y="325"/>
                  </a:lnTo>
                  <a:lnTo>
                    <a:pt x="377" y="333"/>
                  </a:lnTo>
                  <a:lnTo>
                    <a:pt x="379" y="333"/>
                  </a:lnTo>
                  <a:lnTo>
                    <a:pt x="379" y="331"/>
                  </a:lnTo>
                  <a:lnTo>
                    <a:pt x="383" y="323"/>
                  </a:lnTo>
                  <a:lnTo>
                    <a:pt x="385" y="316"/>
                  </a:lnTo>
                  <a:lnTo>
                    <a:pt x="385" y="312"/>
                  </a:lnTo>
                  <a:lnTo>
                    <a:pt x="385" y="308"/>
                  </a:lnTo>
                  <a:lnTo>
                    <a:pt x="383" y="304"/>
                  </a:lnTo>
                  <a:lnTo>
                    <a:pt x="385" y="304"/>
                  </a:lnTo>
                  <a:lnTo>
                    <a:pt x="385" y="306"/>
                  </a:lnTo>
                  <a:lnTo>
                    <a:pt x="385" y="306"/>
                  </a:lnTo>
                  <a:lnTo>
                    <a:pt x="387" y="304"/>
                  </a:lnTo>
                  <a:lnTo>
                    <a:pt x="385" y="304"/>
                  </a:lnTo>
                  <a:lnTo>
                    <a:pt x="387" y="302"/>
                  </a:lnTo>
                  <a:lnTo>
                    <a:pt x="387" y="306"/>
                  </a:lnTo>
                  <a:lnTo>
                    <a:pt x="387" y="308"/>
                  </a:lnTo>
                  <a:lnTo>
                    <a:pt x="387" y="310"/>
                  </a:lnTo>
                  <a:lnTo>
                    <a:pt x="387" y="316"/>
                  </a:lnTo>
                  <a:lnTo>
                    <a:pt x="387" y="318"/>
                  </a:lnTo>
                  <a:lnTo>
                    <a:pt x="387" y="319"/>
                  </a:lnTo>
                  <a:lnTo>
                    <a:pt x="388" y="321"/>
                  </a:lnTo>
                  <a:lnTo>
                    <a:pt x="390" y="321"/>
                  </a:lnTo>
                  <a:lnTo>
                    <a:pt x="390" y="323"/>
                  </a:lnTo>
                  <a:lnTo>
                    <a:pt x="394" y="325"/>
                  </a:lnTo>
                  <a:lnTo>
                    <a:pt x="394" y="327"/>
                  </a:lnTo>
                  <a:lnTo>
                    <a:pt x="394" y="327"/>
                  </a:lnTo>
                  <a:lnTo>
                    <a:pt x="396" y="327"/>
                  </a:lnTo>
                  <a:lnTo>
                    <a:pt x="396" y="327"/>
                  </a:lnTo>
                  <a:lnTo>
                    <a:pt x="396" y="327"/>
                  </a:lnTo>
                  <a:lnTo>
                    <a:pt x="396" y="325"/>
                  </a:lnTo>
                  <a:lnTo>
                    <a:pt x="396" y="323"/>
                  </a:lnTo>
                  <a:lnTo>
                    <a:pt x="396" y="323"/>
                  </a:lnTo>
                  <a:lnTo>
                    <a:pt x="396" y="323"/>
                  </a:lnTo>
                  <a:lnTo>
                    <a:pt x="394" y="321"/>
                  </a:lnTo>
                  <a:lnTo>
                    <a:pt x="394" y="321"/>
                  </a:lnTo>
                  <a:lnTo>
                    <a:pt x="398" y="318"/>
                  </a:lnTo>
                  <a:lnTo>
                    <a:pt x="400" y="316"/>
                  </a:lnTo>
                  <a:lnTo>
                    <a:pt x="404" y="314"/>
                  </a:lnTo>
                  <a:lnTo>
                    <a:pt x="408" y="310"/>
                  </a:lnTo>
                  <a:lnTo>
                    <a:pt x="409" y="310"/>
                  </a:lnTo>
                  <a:lnTo>
                    <a:pt x="409" y="308"/>
                  </a:lnTo>
                  <a:lnTo>
                    <a:pt x="409" y="302"/>
                  </a:lnTo>
                  <a:lnTo>
                    <a:pt x="409" y="300"/>
                  </a:lnTo>
                  <a:lnTo>
                    <a:pt x="411" y="299"/>
                  </a:lnTo>
                  <a:lnTo>
                    <a:pt x="413" y="293"/>
                  </a:lnTo>
                  <a:lnTo>
                    <a:pt x="415" y="287"/>
                  </a:lnTo>
                  <a:lnTo>
                    <a:pt x="417" y="283"/>
                  </a:lnTo>
                  <a:lnTo>
                    <a:pt x="419" y="280"/>
                  </a:lnTo>
                  <a:lnTo>
                    <a:pt x="419" y="278"/>
                  </a:lnTo>
                  <a:lnTo>
                    <a:pt x="419" y="278"/>
                  </a:lnTo>
                  <a:lnTo>
                    <a:pt x="419" y="276"/>
                  </a:lnTo>
                  <a:lnTo>
                    <a:pt x="419" y="276"/>
                  </a:lnTo>
                  <a:lnTo>
                    <a:pt x="419" y="274"/>
                  </a:lnTo>
                  <a:lnTo>
                    <a:pt x="425" y="270"/>
                  </a:lnTo>
                  <a:lnTo>
                    <a:pt x="427" y="270"/>
                  </a:lnTo>
                  <a:lnTo>
                    <a:pt x="427" y="270"/>
                  </a:lnTo>
                  <a:lnTo>
                    <a:pt x="428" y="270"/>
                  </a:lnTo>
                  <a:lnTo>
                    <a:pt x="430" y="270"/>
                  </a:lnTo>
                  <a:lnTo>
                    <a:pt x="430" y="270"/>
                  </a:lnTo>
                  <a:lnTo>
                    <a:pt x="432" y="270"/>
                  </a:lnTo>
                  <a:lnTo>
                    <a:pt x="432" y="270"/>
                  </a:lnTo>
                  <a:lnTo>
                    <a:pt x="434" y="270"/>
                  </a:lnTo>
                  <a:lnTo>
                    <a:pt x="434" y="272"/>
                  </a:lnTo>
                  <a:lnTo>
                    <a:pt x="434" y="272"/>
                  </a:lnTo>
                  <a:lnTo>
                    <a:pt x="434" y="272"/>
                  </a:lnTo>
                  <a:lnTo>
                    <a:pt x="434" y="274"/>
                  </a:lnTo>
                  <a:lnTo>
                    <a:pt x="440" y="272"/>
                  </a:lnTo>
                  <a:lnTo>
                    <a:pt x="442" y="272"/>
                  </a:lnTo>
                  <a:lnTo>
                    <a:pt x="444" y="272"/>
                  </a:lnTo>
                  <a:lnTo>
                    <a:pt x="446" y="272"/>
                  </a:lnTo>
                  <a:lnTo>
                    <a:pt x="446" y="270"/>
                  </a:lnTo>
                  <a:lnTo>
                    <a:pt x="448" y="270"/>
                  </a:lnTo>
                  <a:lnTo>
                    <a:pt x="448" y="270"/>
                  </a:lnTo>
                  <a:lnTo>
                    <a:pt x="448" y="272"/>
                  </a:lnTo>
                  <a:lnTo>
                    <a:pt x="448" y="274"/>
                  </a:lnTo>
                  <a:lnTo>
                    <a:pt x="449" y="274"/>
                  </a:lnTo>
                  <a:lnTo>
                    <a:pt x="453" y="274"/>
                  </a:lnTo>
                  <a:lnTo>
                    <a:pt x="453" y="274"/>
                  </a:lnTo>
                  <a:lnTo>
                    <a:pt x="455" y="274"/>
                  </a:lnTo>
                  <a:lnTo>
                    <a:pt x="457" y="274"/>
                  </a:lnTo>
                  <a:lnTo>
                    <a:pt x="459" y="276"/>
                  </a:lnTo>
                  <a:lnTo>
                    <a:pt x="461" y="276"/>
                  </a:lnTo>
                  <a:lnTo>
                    <a:pt x="461" y="276"/>
                  </a:lnTo>
                  <a:lnTo>
                    <a:pt x="465" y="276"/>
                  </a:lnTo>
                  <a:lnTo>
                    <a:pt x="467" y="274"/>
                  </a:lnTo>
                  <a:lnTo>
                    <a:pt x="474" y="270"/>
                  </a:lnTo>
                  <a:lnTo>
                    <a:pt x="476" y="270"/>
                  </a:lnTo>
                  <a:lnTo>
                    <a:pt x="478" y="270"/>
                  </a:lnTo>
                  <a:lnTo>
                    <a:pt x="482" y="268"/>
                  </a:lnTo>
                  <a:lnTo>
                    <a:pt x="482" y="268"/>
                  </a:lnTo>
                  <a:lnTo>
                    <a:pt x="484" y="266"/>
                  </a:lnTo>
                  <a:lnTo>
                    <a:pt x="484" y="266"/>
                  </a:lnTo>
                  <a:lnTo>
                    <a:pt x="486" y="266"/>
                  </a:lnTo>
                  <a:lnTo>
                    <a:pt x="488" y="266"/>
                  </a:lnTo>
                  <a:lnTo>
                    <a:pt x="488" y="266"/>
                  </a:lnTo>
                  <a:lnTo>
                    <a:pt x="489" y="264"/>
                  </a:lnTo>
                  <a:lnTo>
                    <a:pt x="491" y="262"/>
                  </a:lnTo>
                  <a:lnTo>
                    <a:pt x="493" y="264"/>
                  </a:lnTo>
                  <a:lnTo>
                    <a:pt x="495" y="262"/>
                  </a:lnTo>
                  <a:lnTo>
                    <a:pt x="499" y="261"/>
                  </a:lnTo>
                  <a:lnTo>
                    <a:pt x="503" y="259"/>
                  </a:lnTo>
                  <a:lnTo>
                    <a:pt x="505" y="259"/>
                  </a:lnTo>
                  <a:lnTo>
                    <a:pt x="507" y="257"/>
                  </a:lnTo>
                  <a:lnTo>
                    <a:pt x="512" y="251"/>
                  </a:lnTo>
                  <a:lnTo>
                    <a:pt x="516" y="251"/>
                  </a:lnTo>
                  <a:lnTo>
                    <a:pt x="514" y="249"/>
                  </a:lnTo>
                  <a:lnTo>
                    <a:pt x="514" y="247"/>
                  </a:lnTo>
                  <a:lnTo>
                    <a:pt x="514" y="247"/>
                  </a:lnTo>
                  <a:lnTo>
                    <a:pt x="514" y="245"/>
                  </a:lnTo>
                  <a:lnTo>
                    <a:pt x="514" y="245"/>
                  </a:lnTo>
                  <a:lnTo>
                    <a:pt x="514" y="247"/>
                  </a:lnTo>
                  <a:lnTo>
                    <a:pt x="516" y="247"/>
                  </a:lnTo>
                  <a:lnTo>
                    <a:pt x="516" y="247"/>
                  </a:lnTo>
                  <a:lnTo>
                    <a:pt x="516" y="247"/>
                  </a:lnTo>
                  <a:lnTo>
                    <a:pt x="516" y="247"/>
                  </a:lnTo>
                  <a:lnTo>
                    <a:pt x="516" y="245"/>
                  </a:lnTo>
                  <a:lnTo>
                    <a:pt x="518" y="242"/>
                  </a:lnTo>
                  <a:lnTo>
                    <a:pt x="520" y="238"/>
                  </a:lnTo>
                  <a:lnTo>
                    <a:pt x="520" y="234"/>
                  </a:lnTo>
                  <a:lnTo>
                    <a:pt x="522" y="228"/>
                  </a:lnTo>
                  <a:lnTo>
                    <a:pt x="522" y="224"/>
                  </a:lnTo>
                  <a:lnTo>
                    <a:pt x="522" y="219"/>
                  </a:lnTo>
                  <a:lnTo>
                    <a:pt x="520" y="217"/>
                  </a:lnTo>
                  <a:lnTo>
                    <a:pt x="520" y="215"/>
                  </a:lnTo>
                  <a:lnTo>
                    <a:pt x="520" y="217"/>
                  </a:lnTo>
                  <a:lnTo>
                    <a:pt x="520" y="221"/>
                  </a:lnTo>
                  <a:lnTo>
                    <a:pt x="522" y="224"/>
                  </a:lnTo>
                  <a:lnTo>
                    <a:pt x="520" y="224"/>
                  </a:lnTo>
                  <a:lnTo>
                    <a:pt x="518" y="224"/>
                  </a:lnTo>
                  <a:lnTo>
                    <a:pt x="518" y="224"/>
                  </a:lnTo>
                  <a:lnTo>
                    <a:pt x="518" y="224"/>
                  </a:lnTo>
                  <a:lnTo>
                    <a:pt x="516" y="224"/>
                  </a:lnTo>
                  <a:lnTo>
                    <a:pt x="516" y="224"/>
                  </a:lnTo>
                  <a:lnTo>
                    <a:pt x="516" y="224"/>
                  </a:lnTo>
                  <a:lnTo>
                    <a:pt x="516" y="224"/>
                  </a:lnTo>
                  <a:lnTo>
                    <a:pt x="514" y="224"/>
                  </a:lnTo>
                  <a:lnTo>
                    <a:pt x="512" y="222"/>
                  </a:lnTo>
                  <a:lnTo>
                    <a:pt x="510" y="221"/>
                  </a:lnTo>
                  <a:lnTo>
                    <a:pt x="510" y="219"/>
                  </a:lnTo>
                  <a:lnTo>
                    <a:pt x="510" y="217"/>
                  </a:lnTo>
                  <a:lnTo>
                    <a:pt x="514" y="211"/>
                  </a:lnTo>
                  <a:lnTo>
                    <a:pt x="514" y="207"/>
                  </a:lnTo>
                  <a:lnTo>
                    <a:pt x="516" y="205"/>
                  </a:lnTo>
                  <a:lnTo>
                    <a:pt x="520" y="203"/>
                  </a:lnTo>
                  <a:lnTo>
                    <a:pt x="522" y="200"/>
                  </a:lnTo>
                  <a:lnTo>
                    <a:pt x="524" y="198"/>
                  </a:lnTo>
                  <a:lnTo>
                    <a:pt x="526" y="196"/>
                  </a:lnTo>
                  <a:lnTo>
                    <a:pt x="528" y="196"/>
                  </a:lnTo>
                  <a:lnTo>
                    <a:pt x="529" y="192"/>
                  </a:lnTo>
                  <a:lnTo>
                    <a:pt x="531" y="190"/>
                  </a:lnTo>
                  <a:lnTo>
                    <a:pt x="554" y="177"/>
                  </a:lnTo>
                  <a:lnTo>
                    <a:pt x="558" y="175"/>
                  </a:lnTo>
                  <a:lnTo>
                    <a:pt x="562" y="173"/>
                  </a:lnTo>
                  <a:lnTo>
                    <a:pt x="566" y="173"/>
                  </a:lnTo>
                  <a:lnTo>
                    <a:pt x="566" y="171"/>
                  </a:lnTo>
                  <a:lnTo>
                    <a:pt x="568" y="169"/>
                  </a:lnTo>
                  <a:lnTo>
                    <a:pt x="569" y="169"/>
                  </a:lnTo>
                  <a:lnTo>
                    <a:pt x="569" y="171"/>
                  </a:lnTo>
                  <a:lnTo>
                    <a:pt x="569" y="171"/>
                  </a:lnTo>
                  <a:lnTo>
                    <a:pt x="575" y="167"/>
                  </a:lnTo>
                  <a:lnTo>
                    <a:pt x="575" y="167"/>
                  </a:lnTo>
                  <a:lnTo>
                    <a:pt x="577" y="167"/>
                  </a:lnTo>
                  <a:lnTo>
                    <a:pt x="577" y="165"/>
                  </a:lnTo>
                  <a:lnTo>
                    <a:pt x="579" y="164"/>
                  </a:lnTo>
                  <a:lnTo>
                    <a:pt x="581" y="164"/>
                  </a:lnTo>
                  <a:lnTo>
                    <a:pt x="585" y="162"/>
                  </a:lnTo>
                  <a:lnTo>
                    <a:pt x="589" y="160"/>
                  </a:lnTo>
                  <a:lnTo>
                    <a:pt x="596" y="156"/>
                  </a:lnTo>
                  <a:lnTo>
                    <a:pt x="598" y="154"/>
                  </a:lnTo>
                  <a:lnTo>
                    <a:pt x="600" y="154"/>
                  </a:lnTo>
                  <a:lnTo>
                    <a:pt x="600" y="154"/>
                  </a:lnTo>
                  <a:lnTo>
                    <a:pt x="602" y="152"/>
                  </a:lnTo>
                  <a:lnTo>
                    <a:pt x="602" y="152"/>
                  </a:lnTo>
                  <a:lnTo>
                    <a:pt x="600" y="148"/>
                  </a:lnTo>
                  <a:lnTo>
                    <a:pt x="602" y="148"/>
                  </a:lnTo>
                  <a:lnTo>
                    <a:pt x="604" y="148"/>
                  </a:lnTo>
                  <a:lnTo>
                    <a:pt x="604" y="148"/>
                  </a:lnTo>
                  <a:lnTo>
                    <a:pt x="606" y="146"/>
                  </a:lnTo>
                  <a:lnTo>
                    <a:pt x="608" y="146"/>
                  </a:lnTo>
                  <a:lnTo>
                    <a:pt x="608" y="145"/>
                  </a:lnTo>
                  <a:lnTo>
                    <a:pt x="608" y="145"/>
                  </a:lnTo>
                  <a:lnTo>
                    <a:pt x="606" y="145"/>
                  </a:lnTo>
                  <a:lnTo>
                    <a:pt x="604" y="143"/>
                  </a:lnTo>
                  <a:lnTo>
                    <a:pt x="602" y="143"/>
                  </a:lnTo>
                  <a:lnTo>
                    <a:pt x="602" y="141"/>
                  </a:lnTo>
                  <a:lnTo>
                    <a:pt x="604" y="141"/>
                  </a:lnTo>
                  <a:lnTo>
                    <a:pt x="606" y="141"/>
                  </a:lnTo>
                  <a:lnTo>
                    <a:pt x="606" y="143"/>
                  </a:lnTo>
                  <a:lnTo>
                    <a:pt x="606" y="143"/>
                  </a:lnTo>
                  <a:lnTo>
                    <a:pt x="606" y="143"/>
                  </a:lnTo>
                  <a:lnTo>
                    <a:pt x="606" y="143"/>
                  </a:lnTo>
                  <a:lnTo>
                    <a:pt x="606" y="143"/>
                  </a:lnTo>
                  <a:lnTo>
                    <a:pt x="608" y="143"/>
                  </a:lnTo>
                  <a:lnTo>
                    <a:pt x="608" y="143"/>
                  </a:lnTo>
                  <a:lnTo>
                    <a:pt x="608" y="143"/>
                  </a:lnTo>
                  <a:lnTo>
                    <a:pt x="609" y="143"/>
                  </a:lnTo>
                  <a:lnTo>
                    <a:pt x="609" y="143"/>
                  </a:lnTo>
                  <a:lnTo>
                    <a:pt x="611" y="141"/>
                  </a:lnTo>
                  <a:lnTo>
                    <a:pt x="617" y="135"/>
                  </a:lnTo>
                  <a:lnTo>
                    <a:pt x="619" y="133"/>
                  </a:lnTo>
                  <a:lnTo>
                    <a:pt x="619" y="129"/>
                  </a:lnTo>
                  <a:lnTo>
                    <a:pt x="619" y="127"/>
                  </a:lnTo>
                  <a:lnTo>
                    <a:pt x="621" y="125"/>
                  </a:lnTo>
                  <a:lnTo>
                    <a:pt x="621" y="124"/>
                  </a:lnTo>
                  <a:lnTo>
                    <a:pt x="621" y="122"/>
                  </a:lnTo>
                  <a:lnTo>
                    <a:pt x="621" y="122"/>
                  </a:lnTo>
                  <a:lnTo>
                    <a:pt x="623" y="122"/>
                  </a:lnTo>
                  <a:lnTo>
                    <a:pt x="623" y="124"/>
                  </a:lnTo>
                  <a:lnTo>
                    <a:pt x="623" y="124"/>
                  </a:lnTo>
                  <a:lnTo>
                    <a:pt x="625" y="122"/>
                  </a:lnTo>
                  <a:lnTo>
                    <a:pt x="629" y="120"/>
                  </a:lnTo>
                  <a:lnTo>
                    <a:pt x="629" y="118"/>
                  </a:lnTo>
                  <a:lnTo>
                    <a:pt x="630" y="118"/>
                  </a:lnTo>
                  <a:lnTo>
                    <a:pt x="630" y="116"/>
                  </a:lnTo>
                  <a:lnTo>
                    <a:pt x="630" y="116"/>
                  </a:lnTo>
                  <a:lnTo>
                    <a:pt x="632" y="116"/>
                  </a:lnTo>
                  <a:lnTo>
                    <a:pt x="632" y="112"/>
                  </a:lnTo>
                  <a:lnTo>
                    <a:pt x="634" y="112"/>
                  </a:lnTo>
                  <a:lnTo>
                    <a:pt x="636" y="108"/>
                  </a:lnTo>
                  <a:lnTo>
                    <a:pt x="651" y="101"/>
                  </a:lnTo>
                  <a:lnTo>
                    <a:pt x="680" y="87"/>
                  </a:lnTo>
                  <a:lnTo>
                    <a:pt x="682" y="84"/>
                  </a:lnTo>
                  <a:lnTo>
                    <a:pt x="684" y="82"/>
                  </a:lnTo>
                  <a:lnTo>
                    <a:pt x="684" y="80"/>
                  </a:lnTo>
                  <a:lnTo>
                    <a:pt x="684" y="80"/>
                  </a:lnTo>
                  <a:lnTo>
                    <a:pt x="686" y="78"/>
                  </a:lnTo>
                  <a:lnTo>
                    <a:pt x="686" y="78"/>
                  </a:lnTo>
                  <a:lnTo>
                    <a:pt x="686" y="76"/>
                  </a:lnTo>
                  <a:lnTo>
                    <a:pt x="688" y="74"/>
                  </a:lnTo>
                  <a:lnTo>
                    <a:pt x="690" y="72"/>
                  </a:lnTo>
                  <a:lnTo>
                    <a:pt x="693" y="70"/>
                  </a:lnTo>
                  <a:lnTo>
                    <a:pt x="695" y="68"/>
                  </a:lnTo>
                  <a:lnTo>
                    <a:pt x="699" y="65"/>
                  </a:lnTo>
                  <a:lnTo>
                    <a:pt x="703" y="61"/>
                  </a:lnTo>
                  <a:lnTo>
                    <a:pt x="705" y="59"/>
                  </a:lnTo>
                  <a:lnTo>
                    <a:pt x="703" y="61"/>
                  </a:lnTo>
                  <a:lnTo>
                    <a:pt x="699" y="63"/>
                  </a:lnTo>
                  <a:lnTo>
                    <a:pt x="697" y="65"/>
                  </a:lnTo>
                  <a:lnTo>
                    <a:pt x="695" y="65"/>
                  </a:lnTo>
                  <a:lnTo>
                    <a:pt x="693" y="65"/>
                  </a:lnTo>
                  <a:lnTo>
                    <a:pt x="695" y="63"/>
                  </a:lnTo>
                  <a:lnTo>
                    <a:pt x="695" y="63"/>
                  </a:lnTo>
                  <a:lnTo>
                    <a:pt x="697" y="63"/>
                  </a:lnTo>
                  <a:lnTo>
                    <a:pt x="699" y="63"/>
                  </a:lnTo>
                  <a:lnTo>
                    <a:pt x="699" y="63"/>
                  </a:lnTo>
                  <a:lnTo>
                    <a:pt x="701" y="61"/>
                  </a:lnTo>
                  <a:lnTo>
                    <a:pt x="701" y="61"/>
                  </a:lnTo>
                  <a:lnTo>
                    <a:pt x="703" y="59"/>
                  </a:lnTo>
                  <a:lnTo>
                    <a:pt x="705" y="59"/>
                  </a:lnTo>
                  <a:lnTo>
                    <a:pt x="707" y="55"/>
                  </a:lnTo>
                  <a:lnTo>
                    <a:pt x="710" y="51"/>
                  </a:lnTo>
                  <a:lnTo>
                    <a:pt x="712" y="51"/>
                  </a:lnTo>
                  <a:lnTo>
                    <a:pt x="712" y="49"/>
                  </a:lnTo>
                  <a:lnTo>
                    <a:pt x="714" y="48"/>
                  </a:lnTo>
                  <a:lnTo>
                    <a:pt x="722" y="38"/>
                  </a:lnTo>
                  <a:lnTo>
                    <a:pt x="722" y="36"/>
                  </a:lnTo>
                  <a:lnTo>
                    <a:pt x="730" y="25"/>
                  </a:lnTo>
                  <a:lnTo>
                    <a:pt x="733" y="23"/>
                  </a:lnTo>
                  <a:lnTo>
                    <a:pt x="735" y="21"/>
                  </a:lnTo>
                  <a:lnTo>
                    <a:pt x="737" y="19"/>
                  </a:lnTo>
                  <a:lnTo>
                    <a:pt x="741" y="13"/>
                  </a:lnTo>
                  <a:lnTo>
                    <a:pt x="741" y="11"/>
                  </a:lnTo>
                  <a:lnTo>
                    <a:pt x="745" y="8"/>
                  </a:lnTo>
                  <a:lnTo>
                    <a:pt x="745" y="8"/>
                  </a:lnTo>
                  <a:lnTo>
                    <a:pt x="743" y="6"/>
                  </a:lnTo>
                  <a:close/>
                  <a:moveTo>
                    <a:pt x="512" y="238"/>
                  </a:moveTo>
                  <a:lnTo>
                    <a:pt x="512" y="238"/>
                  </a:lnTo>
                  <a:lnTo>
                    <a:pt x="514" y="236"/>
                  </a:lnTo>
                  <a:lnTo>
                    <a:pt x="514" y="236"/>
                  </a:lnTo>
                  <a:lnTo>
                    <a:pt x="514" y="236"/>
                  </a:lnTo>
                  <a:lnTo>
                    <a:pt x="514" y="236"/>
                  </a:lnTo>
                  <a:lnTo>
                    <a:pt x="514" y="236"/>
                  </a:lnTo>
                  <a:lnTo>
                    <a:pt x="516" y="236"/>
                  </a:lnTo>
                  <a:lnTo>
                    <a:pt x="516" y="238"/>
                  </a:lnTo>
                  <a:lnTo>
                    <a:pt x="514" y="238"/>
                  </a:lnTo>
                  <a:lnTo>
                    <a:pt x="514" y="238"/>
                  </a:lnTo>
                  <a:lnTo>
                    <a:pt x="512" y="238"/>
                  </a:lnTo>
                  <a:lnTo>
                    <a:pt x="512" y="238"/>
                  </a:lnTo>
                  <a:lnTo>
                    <a:pt x="512" y="238"/>
                  </a:lnTo>
                  <a:lnTo>
                    <a:pt x="514" y="240"/>
                  </a:lnTo>
                  <a:lnTo>
                    <a:pt x="512" y="240"/>
                  </a:lnTo>
                  <a:lnTo>
                    <a:pt x="512" y="240"/>
                  </a:lnTo>
                  <a:lnTo>
                    <a:pt x="510" y="240"/>
                  </a:lnTo>
                  <a:lnTo>
                    <a:pt x="508" y="238"/>
                  </a:lnTo>
                  <a:lnTo>
                    <a:pt x="507" y="238"/>
                  </a:lnTo>
                  <a:lnTo>
                    <a:pt x="505" y="238"/>
                  </a:lnTo>
                  <a:lnTo>
                    <a:pt x="505" y="238"/>
                  </a:lnTo>
                  <a:lnTo>
                    <a:pt x="505" y="236"/>
                  </a:lnTo>
                  <a:lnTo>
                    <a:pt x="505" y="236"/>
                  </a:lnTo>
                  <a:lnTo>
                    <a:pt x="505" y="236"/>
                  </a:lnTo>
                  <a:lnTo>
                    <a:pt x="507" y="236"/>
                  </a:lnTo>
                  <a:lnTo>
                    <a:pt x="507" y="234"/>
                  </a:lnTo>
                  <a:lnTo>
                    <a:pt x="507" y="234"/>
                  </a:lnTo>
                  <a:lnTo>
                    <a:pt x="508" y="234"/>
                  </a:lnTo>
                  <a:lnTo>
                    <a:pt x="507" y="236"/>
                  </a:lnTo>
                  <a:lnTo>
                    <a:pt x="508" y="236"/>
                  </a:lnTo>
                  <a:lnTo>
                    <a:pt x="508" y="238"/>
                  </a:lnTo>
                  <a:lnTo>
                    <a:pt x="512" y="238"/>
                  </a:lnTo>
                  <a:close/>
                  <a:moveTo>
                    <a:pt x="392" y="325"/>
                  </a:moveTo>
                  <a:lnTo>
                    <a:pt x="388" y="323"/>
                  </a:lnTo>
                  <a:lnTo>
                    <a:pt x="385" y="321"/>
                  </a:lnTo>
                  <a:lnTo>
                    <a:pt x="385" y="321"/>
                  </a:lnTo>
                  <a:lnTo>
                    <a:pt x="383" y="323"/>
                  </a:lnTo>
                  <a:lnTo>
                    <a:pt x="388" y="329"/>
                  </a:lnTo>
                  <a:lnTo>
                    <a:pt x="390" y="331"/>
                  </a:lnTo>
                  <a:lnTo>
                    <a:pt x="390" y="331"/>
                  </a:lnTo>
                  <a:lnTo>
                    <a:pt x="392" y="331"/>
                  </a:lnTo>
                  <a:lnTo>
                    <a:pt x="394" y="329"/>
                  </a:lnTo>
                  <a:lnTo>
                    <a:pt x="394" y="329"/>
                  </a:lnTo>
                  <a:lnTo>
                    <a:pt x="394" y="327"/>
                  </a:lnTo>
                  <a:lnTo>
                    <a:pt x="392" y="32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72" name="BHUTAN">
              <a:extLst>
                <a:ext uri="{FF2B5EF4-FFF2-40B4-BE49-F238E27FC236}">
                  <a16:creationId xmlns:a16="http://schemas.microsoft.com/office/drawing/2014/main" id="{650B319E-9819-FC0C-0153-745C25CCA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4888" y="2284413"/>
              <a:ext cx="846138" cy="450850"/>
            </a:xfrm>
            <a:custGeom>
              <a:avLst/>
              <a:gdLst>
                <a:gd name="T0" fmla="*/ 520 w 533"/>
                <a:gd name="T1" fmla="*/ 111 h 284"/>
                <a:gd name="T2" fmla="*/ 486 w 533"/>
                <a:gd name="T3" fmla="*/ 93 h 284"/>
                <a:gd name="T4" fmla="*/ 451 w 533"/>
                <a:gd name="T5" fmla="*/ 84 h 284"/>
                <a:gd name="T6" fmla="*/ 451 w 533"/>
                <a:gd name="T7" fmla="*/ 42 h 284"/>
                <a:gd name="T8" fmla="*/ 427 w 533"/>
                <a:gd name="T9" fmla="*/ 23 h 284"/>
                <a:gd name="T10" fmla="*/ 430 w 533"/>
                <a:gd name="T11" fmla="*/ 14 h 284"/>
                <a:gd name="T12" fmla="*/ 387 w 533"/>
                <a:gd name="T13" fmla="*/ 2 h 284"/>
                <a:gd name="T14" fmla="*/ 367 w 533"/>
                <a:gd name="T15" fmla="*/ 15 h 284"/>
                <a:gd name="T16" fmla="*/ 354 w 533"/>
                <a:gd name="T17" fmla="*/ 19 h 284"/>
                <a:gd name="T18" fmla="*/ 333 w 533"/>
                <a:gd name="T19" fmla="*/ 29 h 284"/>
                <a:gd name="T20" fmla="*/ 312 w 533"/>
                <a:gd name="T21" fmla="*/ 25 h 284"/>
                <a:gd name="T22" fmla="*/ 282 w 533"/>
                <a:gd name="T23" fmla="*/ 6 h 284"/>
                <a:gd name="T24" fmla="*/ 255 w 533"/>
                <a:gd name="T25" fmla="*/ 21 h 284"/>
                <a:gd name="T26" fmla="*/ 230 w 533"/>
                <a:gd name="T27" fmla="*/ 52 h 284"/>
                <a:gd name="T28" fmla="*/ 215 w 533"/>
                <a:gd name="T29" fmla="*/ 59 h 284"/>
                <a:gd name="T30" fmla="*/ 194 w 533"/>
                <a:gd name="T31" fmla="*/ 71 h 284"/>
                <a:gd name="T32" fmla="*/ 152 w 533"/>
                <a:gd name="T33" fmla="*/ 88 h 284"/>
                <a:gd name="T34" fmla="*/ 122 w 533"/>
                <a:gd name="T35" fmla="*/ 118 h 284"/>
                <a:gd name="T36" fmla="*/ 110 w 533"/>
                <a:gd name="T37" fmla="*/ 124 h 284"/>
                <a:gd name="T38" fmla="*/ 103 w 533"/>
                <a:gd name="T39" fmla="*/ 145 h 284"/>
                <a:gd name="T40" fmla="*/ 80 w 533"/>
                <a:gd name="T41" fmla="*/ 162 h 284"/>
                <a:gd name="T42" fmla="*/ 68 w 533"/>
                <a:gd name="T43" fmla="*/ 162 h 284"/>
                <a:gd name="T44" fmla="*/ 61 w 533"/>
                <a:gd name="T45" fmla="*/ 162 h 284"/>
                <a:gd name="T46" fmla="*/ 26 w 533"/>
                <a:gd name="T47" fmla="*/ 171 h 284"/>
                <a:gd name="T48" fmla="*/ 5 w 533"/>
                <a:gd name="T49" fmla="*/ 196 h 284"/>
                <a:gd name="T50" fmla="*/ 28 w 533"/>
                <a:gd name="T51" fmla="*/ 202 h 284"/>
                <a:gd name="T52" fmla="*/ 42 w 533"/>
                <a:gd name="T53" fmla="*/ 225 h 284"/>
                <a:gd name="T54" fmla="*/ 38 w 533"/>
                <a:gd name="T55" fmla="*/ 240 h 284"/>
                <a:gd name="T56" fmla="*/ 68 w 533"/>
                <a:gd name="T57" fmla="*/ 255 h 284"/>
                <a:gd name="T58" fmla="*/ 114 w 533"/>
                <a:gd name="T59" fmla="*/ 242 h 284"/>
                <a:gd name="T60" fmla="*/ 167 w 533"/>
                <a:gd name="T61" fmla="*/ 249 h 284"/>
                <a:gd name="T62" fmla="*/ 200 w 533"/>
                <a:gd name="T63" fmla="*/ 244 h 284"/>
                <a:gd name="T64" fmla="*/ 209 w 533"/>
                <a:gd name="T65" fmla="*/ 227 h 284"/>
                <a:gd name="T66" fmla="*/ 246 w 533"/>
                <a:gd name="T67" fmla="*/ 189 h 284"/>
                <a:gd name="T68" fmla="*/ 249 w 533"/>
                <a:gd name="T69" fmla="*/ 183 h 284"/>
                <a:gd name="T70" fmla="*/ 276 w 533"/>
                <a:gd name="T71" fmla="*/ 183 h 284"/>
                <a:gd name="T72" fmla="*/ 345 w 533"/>
                <a:gd name="T73" fmla="*/ 154 h 284"/>
                <a:gd name="T74" fmla="*/ 377 w 533"/>
                <a:gd name="T75" fmla="*/ 147 h 284"/>
                <a:gd name="T76" fmla="*/ 387 w 533"/>
                <a:gd name="T77" fmla="*/ 173 h 284"/>
                <a:gd name="T78" fmla="*/ 396 w 533"/>
                <a:gd name="T79" fmla="*/ 189 h 284"/>
                <a:gd name="T80" fmla="*/ 398 w 533"/>
                <a:gd name="T81" fmla="*/ 206 h 284"/>
                <a:gd name="T82" fmla="*/ 406 w 533"/>
                <a:gd name="T83" fmla="*/ 202 h 284"/>
                <a:gd name="T84" fmla="*/ 406 w 533"/>
                <a:gd name="T85" fmla="*/ 211 h 284"/>
                <a:gd name="T86" fmla="*/ 400 w 533"/>
                <a:gd name="T87" fmla="*/ 217 h 284"/>
                <a:gd name="T88" fmla="*/ 375 w 533"/>
                <a:gd name="T89" fmla="*/ 225 h 284"/>
                <a:gd name="T90" fmla="*/ 360 w 533"/>
                <a:gd name="T91" fmla="*/ 223 h 284"/>
                <a:gd name="T92" fmla="*/ 339 w 533"/>
                <a:gd name="T93" fmla="*/ 242 h 284"/>
                <a:gd name="T94" fmla="*/ 335 w 533"/>
                <a:gd name="T95" fmla="*/ 249 h 284"/>
                <a:gd name="T96" fmla="*/ 333 w 533"/>
                <a:gd name="T97" fmla="*/ 263 h 284"/>
                <a:gd name="T98" fmla="*/ 339 w 533"/>
                <a:gd name="T99" fmla="*/ 280 h 284"/>
                <a:gd name="T100" fmla="*/ 366 w 533"/>
                <a:gd name="T101" fmla="*/ 267 h 284"/>
                <a:gd name="T102" fmla="*/ 383 w 533"/>
                <a:gd name="T103" fmla="*/ 253 h 284"/>
                <a:gd name="T104" fmla="*/ 446 w 533"/>
                <a:gd name="T105" fmla="*/ 217 h 284"/>
                <a:gd name="T106" fmla="*/ 467 w 533"/>
                <a:gd name="T107" fmla="*/ 213 h 284"/>
                <a:gd name="T108" fmla="*/ 484 w 533"/>
                <a:gd name="T109" fmla="*/ 217 h 284"/>
                <a:gd name="T110" fmla="*/ 503 w 533"/>
                <a:gd name="T111" fmla="*/ 238 h 284"/>
                <a:gd name="T112" fmla="*/ 512 w 533"/>
                <a:gd name="T113" fmla="*/ 236 h 284"/>
                <a:gd name="T114" fmla="*/ 489 w 533"/>
                <a:gd name="T115" fmla="*/ 202 h 284"/>
                <a:gd name="T116" fmla="*/ 488 w 533"/>
                <a:gd name="T117" fmla="*/ 183 h 284"/>
                <a:gd name="T118" fmla="*/ 507 w 533"/>
                <a:gd name="T119" fmla="*/ 168 h 284"/>
                <a:gd name="T120" fmla="*/ 520 w 533"/>
                <a:gd name="T121" fmla="*/ 154 h 284"/>
                <a:gd name="T122" fmla="*/ 531 w 533"/>
                <a:gd name="T123" fmla="*/ 152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33" h="284">
                  <a:moveTo>
                    <a:pt x="533" y="141"/>
                  </a:moveTo>
                  <a:lnTo>
                    <a:pt x="529" y="137"/>
                  </a:lnTo>
                  <a:lnTo>
                    <a:pt x="528" y="133"/>
                  </a:lnTo>
                  <a:lnTo>
                    <a:pt x="528" y="130"/>
                  </a:lnTo>
                  <a:lnTo>
                    <a:pt x="531" y="124"/>
                  </a:lnTo>
                  <a:lnTo>
                    <a:pt x="529" y="120"/>
                  </a:lnTo>
                  <a:lnTo>
                    <a:pt x="528" y="118"/>
                  </a:lnTo>
                  <a:lnTo>
                    <a:pt x="522" y="114"/>
                  </a:lnTo>
                  <a:lnTo>
                    <a:pt x="520" y="114"/>
                  </a:lnTo>
                  <a:lnTo>
                    <a:pt x="520" y="111"/>
                  </a:lnTo>
                  <a:lnTo>
                    <a:pt x="520" y="111"/>
                  </a:lnTo>
                  <a:lnTo>
                    <a:pt x="518" y="111"/>
                  </a:lnTo>
                  <a:lnTo>
                    <a:pt x="518" y="111"/>
                  </a:lnTo>
                  <a:lnTo>
                    <a:pt x="510" y="105"/>
                  </a:lnTo>
                  <a:lnTo>
                    <a:pt x="508" y="105"/>
                  </a:lnTo>
                  <a:lnTo>
                    <a:pt x="503" y="107"/>
                  </a:lnTo>
                  <a:lnTo>
                    <a:pt x="501" y="109"/>
                  </a:lnTo>
                  <a:lnTo>
                    <a:pt x="497" y="109"/>
                  </a:lnTo>
                  <a:lnTo>
                    <a:pt x="495" y="109"/>
                  </a:lnTo>
                  <a:lnTo>
                    <a:pt x="491" y="107"/>
                  </a:lnTo>
                  <a:lnTo>
                    <a:pt x="489" y="99"/>
                  </a:lnTo>
                  <a:lnTo>
                    <a:pt x="486" y="93"/>
                  </a:lnTo>
                  <a:lnTo>
                    <a:pt x="480" y="90"/>
                  </a:lnTo>
                  <a:lnTo>
                    <a:pt x="472" y="82"/>
                  </a:lnTo>
                  <a:lnTo>
                    <a:pt x="465" y="80"/>
                  </a:lnTo>
                  <a:lnTo>
                    <a:pt x="459" y="82"/>
                  </a:lnTo>
                  <a:lnTo>
                    <a:pt x="457" y="88"/>
                  </a:lnTo>
                  <a:lnTo>
                    <a:pt x="455" y="93"/>
                  </a:lnTo>
                  <a:lnTo>
                    <a:pt x="455" y="99"/>
                  </a:lnTo>
                  <a:lnTo>
                    <a:pt x="453" y="99"/>
                  </a:lnTo>
                  <a:lnTo>
                    <a:pt x="451" y="93"/>
                  </a:lnTo>
                  <a:lnTo>
                    <a:pt x="448" y="90"/>
                  </a:lnTo>
                  <a:lnTo>
                    <a:pt x="451" y="84"/>
                  </a:lnTo>
                  <a:lnTo>
                    <a:pt x="448" y="80"/>
                  </a:lnTo>
                  <a:lnTo>
                    <a:pt x="455" y="76"/>
                  </a:lnTo>
                  <a:lnTo>
                    <a:pt x="463" y="69"/>
                  </a:lnTo>
                  <a:lnTo>
                    <a:pt x="463" y="65"/>
                  </a:lnTo>
                  <a:lnTo>
                    <a:pt x="461" y="59"/>
                  </a:lnTo>
                  <a:lnTo>
                    <a:pt x="457" y="54"/>
                  </a:lnTo>
                  <a:lnTo>
                    <a:pt x="455" y="52"/>
                  </a:lnTo>
                  <a:lnTo>
                    <a:pt x="455" y="46"/>
                  </a:lnTo>
                  <a:lnTo>
                    <a:pt x="453" y="44"/>
                  </a:lnTo>
                  <a:lnTo>
                    <a:pt x="451" y="42"/>
                  </a:lnTo>
                  <a:lnTo>
                    <a:pt x="451" y="42"/>
                  </a:lnTo>
                  <a:lnTo>
                    <a:pt x="449" y="42"/>
                  </a:lnTo>
                  <a:lnTo>
                    <a:pt x="449" y="40"/>
                  </a:lnTo>
                  <a:lnTo>
                    <a:pt x="449" y="40"/>
                  </a:lnTo>
                  <a:lnTo>
                    <a:pt x="442" y="34"/>
                  </a:lnTo>
                  <a:lnTo>
                    <a:pt x="440" y="29"/>
                  </a:lnTo>
                  <a:lnTo>
                    <a:pt x="434" y="31"/>
                  </a:lnTo>
                  <a:lnTo>
                    <a:pt x="427" y="36"/>
                  </a:lnTo>
                  <a:lnTo>
                    <a:pt x="425" y="27"/>
                  </a:lnTo>
                  <a:lnTo>
                    <a:pt x="425" y="25"/>
                  </a:lnTo>
                  <a:lnTo>
                    <a:pt x="427" y="25"/>
                  </a:lnTo>
                  <a:lnTo>
                    <a:pt x="427" y="23"/>
                  </a:lnTo>
                  <a:lnTo>
                    <a:pt x="438" y="21"/>
                  </a:lnTo>
                  <a:lnTo>
                    <a:pt x="438" y="19"/>
                  </a:lnTo>
                  <a:lnTo>
                    <a:pt x="440" y="17"/>
                  </a:lnTo>
                  <a:lnTo>
                    <a:pt x="442" y="14"/>
                  </a:lnTo>
                  <a:lnTo>
                    <a:pt x="442" y="12"/>
                  </a:lnTo>
                  <a:lnTo>
                    <a:pt x="440" y="10"/>
                  </a:lnTo>
                  <a:lnTo>
                    <a:pt x="440" y="10"/>
                  </a:lnTo>
                  <a:lnTo>
                    <a:pt x="438" y="10"/>
                  </a:lnTo>
                  <a:lnTo>
                    <a:pt x="436" y="12"/>
                  </a:lnTo>
                  <a:lnTo>
                    <a:pt x="432" y="14"/>
                  </a:lnTo>
                  <a:lnTo>
                    <a:pt x="430" y="14"/>
                  </a:lnTo>
                  <a:lnTo>
                    <a:pt x="427" y="12"/>
                  </a:lnTo>
                  <a:lnTo>
                    <a:pt x="425" y="8"/>
                  </a:lnTo>
                  <a:lnTo>
                    <a:pt x="423" y="6"/>
                  </a:lnTo>
                  <a:lnTo>
                    <a:pt x="423" y="2"/>
                  </a:lnTo>
                  <a:lnTo>
                    <a:pt x="421" y="0"/>
                  </a:lnTo>
                  <a:lnTo>
                    <a:pt x="415" y="0"/>
                  </a:lnTo>
                  <a:lnTo>
                    <a:pt x="409" y="0"/>
                  </a:lnTo>
                  <a:lnTo>
                    <a:pt x="404" y="0"/>
                  </a:lnTo>
                  <a:lnTo>
                    <a:pt x="396" y="4"/>
                  </a:lnTo>
                  <a:lnTo>
                    <a:pt x="388" y="2"/>
                  </a:lnTo>
                  <a:lnTo>
                    <a:pt x="387" y="2"/>
                  </a:lnTo>
                  <a:lnTo>
                    <a:pt x="385" y="2"/>
                  </a:lnTo>
                  <a:lnTo>
                    <a:pt x="385" y="10"/>
                  </a:lnTo>
                  <a:lnTo>
                    <a:pt x="383" y="15"/>
                  </a:lnTo>
                  <a:lnTo>
                    <a:pt x="375" y="15"/>
                  </a:lnTo>
                  <a:lnTo>
                    <a:pt x="371" y="12"/>
                  </a:lnTo>
                  <a:lnTo>
                    <a:pt x="369" y="14"/>
                  </a:lnTo>
                  <a:lnTo>
                    <a:pt x="369" y="14"/>
                  </a:lnTo>
                  <a:lnTo>
                    <a:pt x="367" y="14"/>
                  </a:lnTo>
                  <a:lnTo>
                    <a:pt x="367" y="14"/>
                  </a:lnTo>
                  <a:lnTo>
                    <a:pt x="366" y="15"/>
                  </a:lnTo>
                  <a:lnTo>
                    <a:pt x="367" y="15"/>
                  </a:lnTo>
                  <a:lnTo>
                    <a:pt x="366" y="17"/>
                  </a:lnTo>
                  <a:lnTo>
                    <a:pt x="364" y="17"/>
                  </a:lnTo>
                  <a:lnTo>
                    <a:pt x="364" y="17"/>
                  </a:lnTo>
                  <a:lnTo>
                    <a:pt x="364" y="21"/>
                  </a:lnTo>
                  <a:lnTo>
                    <a:pt x="364" y="25"/>
                  </a:lnTo>
                  <a:lnTo>
                    <a:pt x="364" y="25"/>
                  </a:lnTo>
                  <a:lnTo>
                    <a:pt x="360" y="25"/>
                  </a:lnTo>
                  <a:lnTo>
                    <a:pt x="358" y="25"/>
                  </a:lnTo>
                  <a:lnTo>
                    <a:pt x="358" y="23"/>
                  </a:lnTo>
                  <a:lnTo>
                    <a:pt x="356" y="19"/>
                  </a:lnTo>
                  <a:lnTo>
                    <a:pt x="354" y="19"/>
                  </a:lnTo>
                  <a:lnTo>
                    <a:pt x="354" y="25"/>
                  </a:lnTo>
                  <a:lnTo>
                    <a:pt x="350" y="25"/>
                  </a:lnTo>
                  <a:lnTo>
                    <a:pt x="345" y="25"/>
                  </a:lnTo>
                  <a:lnTo>
                    <a:pt x="341" y="27"/>
                  </a:lnTo>
                  <a:lnTo>
                    <a:pt x="341" y="33"/>
                  </a:lnTo>
                  <a:lnTo>
                    <a:pt x="337" y="33"/>
                  </a:lnTo>
                  <a:lnTo>
                    <a:pt x="335" y="33"/>
                  </a:lnTo>
                  <a:lnTo>
                    <a:pt x="335" y="31"/>
                  </a:lnTo>
                  <a:lnTo>
                    <a:pt x="335" y="31"/>
                  </a:lnTo>
                  <a:lnTo>
                    <a:pt x="335" y="29"/>
                  </a:lnTo>
                  <a:lnTo>
                    <a:pt x="333" y="29"/>
                  </a:lnTo>
                  <a:lnTo>
                    <a:pt x="333" y="29"/>
                  </a:lnTo>
                  <a:lnTo>
                    <a:pt x="326" y="27"/>
                  </a:lnTo>
                  <a:lnTo>
                    <a:pt x="326" y="27"/>
                  </a:lnTo>
                  <a:lnTo>
                    <a:pt x="320" y="23"/>
                  </a:lnTo>
                  <a:lnTo>
                    <a:pt x="314" y="23"/>
                  </a:lnTo>
                  <a:lnTo>
                    <a:pt x="312" y="21"/>
                  </a:lnTo>
                  <a:lnTo>
                    <a:pt x="312" y="21"/>
                  </a:lnTo>
                  <a:lnTo>
                    <a:pt x="312" y="23"/>
                  </a:lnTo>
                  <a:lnTo>
                    <a:pt x="314" y="25"/>
                  </a:lnTo>
                  <a:lnTo>
                    <a:pt x="314" y="25"/>
                  </a:lnTo>
                  <a:lnTo>
                    <a:pt x="312" y="25"/>
                  </a:lnTo>
                  <a:lnTo>
                    <a:pt x="307" y="21"/>
                  </a:lnTo>
                  <a:lnTo>
                    <a:pt x="303" y="21"/>
                  </a:lnTo>
                  <a:lnTo>
                    <a:pt x="299" y="21"/>
                  </a:lnTo>
                  <a:lnTo>
                    <a:pt x="297" y="21"/>
                  </a:lnTo>
                  <a:lnTo>
                    <a:pt x="295" y="21"/>
                  </a:lnTo>
                  <a:lnTo>
                    <a:pt x="293" y="21"/>
                  </a:lnTo>
                  <a:lnTo>
                    <a:pt x="295" y="15"/>
                  </a:lnTo>
                  <a:lnTo>
                    <a:pt x="293" y="15"/>
                  </a:lnTo>
                  <a:lnTo>
                    <a:pt x="287" y="8"/>
                  </a:lnTo>
                  <a:lnTo>
                    <a:pt x="286" y="6"/>
                  </a:lnTo>
                  <a:lnTo>
                    <a:pt x="282" y="6"/>
                  </a:lnTo>
                  <a:lnTo>
                    <a:pt x="278" y="6"/>
                  </a:lnTo>
                  <a:lnTo>
                    <a:pt x="278" y="6"/>
                  </a:lnTo>
                  <a:lnTo>
                    <a:pt x="272" y="14"/>
                  </a:lnTo>
                  <a:lnTo>
                    <a:pt x="270" y="15"/>
                  </a:lnTo>
                  <a:lnTo>
                    <a:pt x="270" y="15"/>
                  </a:lnTo>
                  <a:lnTo>
                    <a:pt x="266" y="17"/>
                  </a:lnTo>
                  <a:lnTo>
                    <a:pt x="263" y="17"/>
                  </a:lnTo>
                  <a:lnTo>
                    <a:pt x="261" y="17"/>
                  </a:lnTo>
                  <a:lnTo>
                    <a:pt x="257" y="17"/>
                  </a:lnTo>
                  <a:lnTo>
                    <a:pt x="257" y="19"/>
                  </a:lnTo>
                  <a:lnTo>
                    <a:pt x="255" y="21"/>
                  </a:lnTo>
                  <a:lnTo>
                    <a:pt x="255" y="23"/>
                  </a:lnTo>
                  <a:lnTo>
                    <a:pt x="253" y="23"/>
                  </a:lnTo>
                  <a:lnTo>
                    <a:pt x="249" y="23"/>
                  </a:lnTo>
                  <a:lnTo>
                    <a:pt x="247" y="29"/>
                  </a:lnTo>
                  <a:lnTo>
                    <a:pt x="251" y="33"/>
                  </a:lnTo>
                  <a:lnTo>
                    <a:pt x="255" y="36"/>
                  </a:lnTo>
                  <a:lnTo>
                    <a:pt x="249" y="42"/>
                  </a:lnTo>
                  <a:lnTo>
                    <a:pt x="246" y="46"/>
                  </a:lnTo>
                  <a:lnTo>
                    <a:pt x="240" y="46"/>
                  </a:lnTo>
                  <a:lnTo>
                    <a:pt x="236" y="50"/>
                  </a:lnTo>
                  <a:lnTo>
                    <a:pt x="230" y="52"/>
                  </a:lnTo>
                  <a:lnTo>
                    <a:pt x="226" y="54"/>
                  </a:lnTo>
                  <a:lnTo>
                    <a:pt x="225" y="54"/>
                  </a:lnTo>
                  <a:lnTo>
                    <a:pt x="223" y="55"/>
                  </a:lnTo>
                  <a:lnTo>
                    <a:pt x="221" y="55"/>
                  </a:lnTo>
                  <a:lnTo>
                    <a:pt x="219" y="55"/>
                  </a:lnTo>
                  <a:lnTo>
                    <a:pt x="217" y="55"/>
                  </a:lnTo>
                  <a:lnTo>
                    <a:pt x="215" y="57"/>
                  </a:lnTo>
                  <a:lnTo>
                    <a:pt x="215" y="57"/>
                  </a:lnTo>
                  <a:lnTo>
                    <a:pt x="215" y="57"/>
                  </a:lnTo>
                  <a:lnTo>
                    <a:pt x="215" y="59"/>
                  </a:lnTo>
                  <a:lnTo>
                    <a:pt x="215" y="59"/>
                  </a:lnTo>
                  <a:lnTo>
                    <a:pt x="215" y="59"/>
                  </a:lnTo>
                  <a:lnTo>
                    <a:pt x="215" y="61"/>
                  </a:lnTo>
                  <a:lnTo>
                    <a:pt x="213" y="61"/>
                  </a:lnTo>
                  <a:lnTo>
                    <a:pt x="211" y="61"/>
                  </a:lnTo>
                  <a:lnTo>
                    <a:pt x="211" y="61"/>
                  </a:lnTo>
                  <a:lnTo>
                    <a:pt x="211" y="63"/>
                  </a:lnTo>
                  <a:lnTo>
                    <a:pt x="206" y="65"/>
                  </a:lnTo>
                  <a:lnTo>
                    <a:pt x="204" y="65"/>
                  </a:lnTo>
                  <a:lnTo>
                    <a:pt x="198" y="71"/>
                  </a:lnTo>
                  <a:lnTo>
                    <a:pt x="196" y="71"/>
                  </a:lnTo>
                  <a:lnTo>
                    <a:pt x="194" y="71"/>
                  </a:lnTo>
                  <a:lnTo>
                    <a:pt x="194" y="71"/>
                  </a:lnTo>
                  <a:lnTo>
                    <a:pt x="192" y="71"/>
                  </a:lnTo>
                  <a:lnTo>
                    <a:pt x="190" y="73"/>
                  </a:lnTo>
                  <a:lnTo>
                    <a:pt x="188" y="73"/>
                  </a:lnTo>
                  <a:lnTo>
                    <a:pt x="186" y="73"/>
                  </a:lnTo>
                  <a:lnTo>
                    <a:pt x="183" y="73"/>
                  </a:lnTo>
                  <a:lnTo>
                    <a:pt x="173" y="73"/>
                  </a:lnTo>
                  <a:lnTo>
                    <a:pt x="164" y="78"/>
                  </a:lnTo>
                  <a:lnTo>
                    <a:pt x="160" y="80"/>
                  </a:lnTo>
                  <a:lnTo>
                    <a:pt x="156" y="84"/>
                  </a:lnTo>
                  <a:lnTo>
                    <a:pt x="152" y="88"/>
                  </a:lnTo>
                  <a:lnTo>
                    <a:pt x="148" y="90"/>
                  </a:lnTo>
                  <a:lnTo>
                    <a:pt x="145" y="92"/>
                  </a:lnTo>
                  <a:lnTo>
                    <a:pt x="145" y="95"/>
                  </a:lnTo>
                  <a:lnTo>
                    <a:pt x="145" y="99"/>
                  </a:lnTo>
                  <a:lnTo>
                    <a:pt x="143" y="103"/>
                  </a:lnTo>
                  <a:lnTo>
                    <a:pt x="139" y="105"/>
                  </a:lnTo>
                  <a:lnTo>
                    <a:pt x="131" y="111"/>
                  </a:lnTo>
                  <a:lnTo>
                    <a:pt x="129" y="114"/>
                  </a:lnTo>
                  <a:lnTo>
                    <a:pt x="127" y="116"/>
                  </a:lnTo>
                  <a:lnTo>
                    <a:pt x="124" y="116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18" y="122"/>
                  </a:lnTo>
                  <a:lnTo>
                    <a:pt x="118" y="124"/>
                  </a:lnTo>
                  <a:lnTo>
                    <a:pt x="116" y="124"/>
                  </a:lnTo>
                  <a:lnTo>
                    <a:pt x="114" y="126"/>
                  </a:lnTo>
                  <a:lnTo>
                    <a:pt x="112" y="126"/>
                  </a:lnTo>
                  <a:lnTo>
                    <a:pt x="112" y="126"/>
                  </a:lnTo>
                  <a:lnTo>
                    <a:pt x="112" y="124"/>
                  </a:lnTo>
                  <a:lnTo>
                    <a:pt x="110" y="124"/>
                  </a:lnTo>
                  <a:lnTo>
                    <a:pt x="110" y="124"/>
                  </a:lnTo>
                  <a:lnTo>
                    <a:pt x="110" y="124"/>
                  </a:lnTo>
                  <a:lnTo>
                    <a:pt x="105" y="128"/>
                  </a:lnTo>
                  <a:lnTo>
                    <a:pt x="101" y="130"/>
                  </a:lnTo>
                  <a:lnTo>
                    <a:pt x="99" y="133"/>
                  </a:lnTo>
                  <a:lnTo>
                    <a:pt x="97" y="135"/>
                  </a:lnTo>
                  <a:lnTo>
                    <a:pt x="97" y="137"/>
                  </a:lnTo>
                  <a:lnTo>
                    <a:pt x="99" y="139"/>
                  </a:lnTo>
                  <a:lnTo>
                    <a:pt x="103" y="139"/>
                  </a:lnTo>
                  <a:lnTo>
                    <a:pt x="103" y="139"/>
                  </a:lnTo>
                  <a:lnTo>
                    <a:pt x="103" y="141"/>
                  </a:lnTo>
                  <a:lnTo>
                    <a:pt x="103" y="145"/>
                  </a:lnTo>
                  <a:lnTo>
                    <a:pt x="103" y="145"/>
                  </a:lnTo>
                  <a:lnTo>
                    <a:pt x="103" y="145"/>
                  </a:lnTo>
                  <a:lnTo>
                    <a:pt x="103" y="147"/>
                  </a:lnTo>
                  <a:lnTo>
                    <a:pt x="101" y="151"/>
                  </a:lnTo>
                  <a:lnTo>
                    <a:pt x="97" y="152"/>
                  </a:lnTo>
                  <a:lnTo>
                    <a:pt x="95" y="154"/>
                  </a:lnTo>
                  <a:lnTo>
                    <a:pt x="91" y="154"/>
                  </a:lnTo>
                  <a:lnTo>
                    <a:pt x="91" y="154"/>
                  </a:lnTo>
                  <a:lnTo>
                    <a:pt x="89" y="158"/>
                  </a:lnTo>
                  <a:lnTo>
                    <a:pt x="87" y="158"/>
                  </a:lnTo>
                  <a:lnTo>
                    <a:pt x="82" y="160"/>
                  </a:lnTo>
                  <a:lnTo>
                    <a:pt x="80" y="162"/>
                  </a:lnTo>
                  <a:lnTo>
                    <a:pt x="78" y="162"/>
                  </a:lnTo>
                  <a:lnTo>
                    <a:pt x="78" y="162"/>
                  </a:lnTo>
                  <a:lnTo>
                    <a:pt x="76" y="158"/>
                  </a:lnTo>
                  <a:lnTo>
                    <a:pt x="76" y="158"/>
                  </a:lnTo>
                  <a:lnTo>
                    <a:pt x="74" y="160"/>
                  </a:lnTo>
                  <a:lnTo>
                    <a:pt x="74" y="162"/>
                  </a:lnTo>
                  <a:lnTo>
                    <a:pt x="72" y="164"/>
                  </a:lnTo>
                  <a:lnTo>
                    <a:pt x="70" y="164"/>
                  </a:lnTo>
                  <a:lnTo>
                    <a:pt x="70" y="164"/>
                  </a:lnTo>
                  <a:lnTo>
                    <a:pt x="70" y="162"/>
                  </a:lnTo>
                  <a:lnTo>
                    <a:pt x="68" y="162"/>
                  </a:lnTo>
                  <a:lnTo>
                    <a:pt x="68" y="164"/>
                  </a:lnTo>
                  <a:lnTo>
                    <a:pt x="66" y="166"/>
                  </a:lnTo>
                  <a:lnTo>
                    <a:pt x="65" y="166"/>
                  </a:lnTo>
                  <a:lnTo>
                    <a:pt x="65" y="164"/>
                  </a:lnTo>
                  <a:lnTo>
                    <a:pt x="63" y="160"/>
                  </a:lnTo>
                  <a:lnTo>
                    <a:pt x="63" y="158"/>
                  </a:lnTo>
                  <a:lnTo>
                    <a:pt x="61" y="158"/>
                  </a:lnTo>
                  <a:lnTo>
                    <a:pt x="61" y="160"/>
                  </a:lnTo>
                  <a:lnTo>
                    <a:pt x="61" y="160"/>
                  </a:lnTo>
                  <a:lnTo>
                    <a:pt x="61" y="162"/>
                  </a:lnTo>
                  <a:lnTo>
                    <a:pt x="61" y="162"/>
                  </a:lnTo>
                  <a:lnTo>
                    <a:pt x="61" y="164"/>
                  </a:lnTo>
                  <a:lnTo>
                    <a:pt x="59" y="164"/>
                  </a:lnTo>
                  <a:lnTo>
                    <a:pt x="59" y="164"/>
                  </a:lnTo>
                  <a:lnTo>
                    <a:pt x="51" y="164"/>
                  </a:lnTo>
                  <a:lnTo>
                    <a:pt x="49" y="164"/>
                  </a:lnTo>
                  <a:lnTo>
                    <a:pt x="45" y="166"/>
                  </a:lnTo>
                  <a:lnTo>
                    <a:pt x="40" y="171"/>
                  </a:lnTo>
                  <a:lnTo>
                    <a:pt x="36" y="171"/>
                  </a:lnTo>
                  <a:lnTo>
                    <a:pt x="34" y="171"/>
                  </a:lnTo>
                  <a:lnTo>
                    <a:pt x="30" y="171"/>
                  </a:lnTo>
                  <a:lnTo>
                    <a:pt x="26" y="171"/>
                  </a:lnTo>
                  <a:lnTo>
                    <a:pt x="24" y="171"/>
                  </a:lnTo>
                  <a:lnTo>
                    <a:pt x="21" y="170"/>
                  </a:lnTo>
                  <a:lnTo>
                    <a:pt x="19" y="168"/>
                  </a:lnTo>
                  <a:lnTo>
                    <a:pt x="5" y="170"/>
                  </a:lnTo>
                  <a:lnTo>
                    <a:pt x="4" y="173"/>
                  </a:lnTo>
                  <a:lnTo>
                    <a:pt x="0" y="179"/>
                  </a:lnTo>
                  <a:lnTo>
                    <a:pt x="0" y="183"/>
                  </a:lnTo>
                  <a:lnTo>
                    <a:pt x="2" y="190"/>
                  </a:lnTo>
                  <a:lnTo>
                    <a:pt x="2" y="192"/>
                  </a:lnTo>
                  <a:lnTo>
                    <a:pt x="5" y="194"/>
                  </a:lnTo>
                  <a:lnTo>
                    <a:pt x="5" y="196"/>
                  </a:lnTo>
                  <a:lnTo>
                    <a:pt x="7" y="198"/>
                  </a:lnTo>
                  <a:lnTo>
                    <a:pt x="9" y="198"/>
                  </a:lnTo>
                  <a:lnTo>
                    <a:pt x="11" y="198"/>
                  </a:lnTo>
                  <a:lnTo>
                    <a:pt x="13" y="200"/>
                  </a:lnTo>
                  <a:lnTo>
                    <a:pt x="13" y="200"/>
                  </a:lnTo>
                  <a:lnTo>
                    <a:pt x="15" y="202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9" y="204"/>
                  </a:lnTo>
                  <a:lnTo>
                    <a:pt x="26" y="202"/>
                  </a:lnTo>
                  <a:lnTo>
                    <a:pt x="28" y="202"/>
                  </a:lnTo>
                  <a:lnTo>
                    <a:pt x="32" y="202"/>
                  </a:lnTo>
                  <a:lnTo>
                    <a:pt x="32" y="202"/>
                  </a:lnTo>
                  <a:lnTo>
                    <a:pt x="36" y="198"/>
                  </a:lnTo>
                  <a:lnTo>
                    <a:pt x="36" y="198"/>
                  </a:lnTo>
                  <a:lnTo>
                    <a:pt x="38" y="202"/>
                  </a:lnTo>
                  <a:lnTo>
                    <a:pt x="47" y="215"/>
                  </a:lnTo>
                  <a:lnTo>
                    <a:pt x="47" y="217"/>
                  </a:lnTo>
                  <a:lnTo>
                    <a:pt x="45" y="219"/>
                  </a:lnTo>
                  <a:lnTo>
                    <a:pt x="44" y="221"/>
                  </a:lnTo>
                  <a:lnTo>
                    <a:pt x="42" y="223"/>
                  </a:lnTo>
                  <a:lnTo>
                    <a:pt x="42" y="225"/>
                  </a:lnTo>
                  <a:lnTo>
                    <a:pt x="42" y="227"/>
                  </a:lnTo>
                  <a:lnTo>
                    <a:pt x="42" y="227"/>
                  </a:lnTo>
                  <a:lnTo>
                    <a:pt x="42" y="228"/>
                  </a:lnTo>
                  <a:lnTo>
                    <a:pt x="40" y="228"/>
                  </a:lnTo>
                  <a:lnTo>
                    <a:pt x="40" y="228"/>
                  </a:lnTo>
                  <a:lnTo>
                    <a:pt x="40" y="230"/>
                  </a:lnTo>
                  <a:lnTo>
                    <a:pt x="38" y="230"/>
                  </a:lnTo>
                  <a:lnTo>
                    <a:pt x="38" y="232"/>
                  </a:lnTo>
                  <a:lnTo>
                    <a:pt x="38" y="234"/>
                  </a:lnTo>
                  <a:lnTo>
                    <a:pt x="38" y="236"/>
                  </a:lnTo>
                  <a:lnTo>
                    <a:pt x="38" y="240"/>
                  </a:lnTo>
                  <a:lnTo>
                    <a:pt x="44" y="246"/>
                  </a:lnTo>
                  <a:lnTo>
                    <a:pt x="45" y="248"/>
                  </a:lnTo>
                  <a:lnTo>
                    <a:pt x="45" y="248"/>
                  </a:lnTo>
                  <a:lnTo>
                    <a:pt x="47" y="253"/>
                  </a:lnTo>
                  <a:lnTo>
                    <a:pt x="45" y="255"/>
                  </a:lnTo>
                  <a:lnTo>
                    <a:pt x="49" y="255"/>
                  </a:lnTo>
                  <a:lnTo>
                    <a:pt x="59" y="257"/>
                  </a:lnTo>
                  <a:lnTo>
                    <a:pt x="63" y="255"/>
                  </a:lnTo>
                  <a:lnTo>
                    <a:pt x="65" y="255"/>
                  </a:lnTo>
                  <a:lnTo>
                    <a:pt x="68" y="255"/>
                  </a:lnTo>
                  <a:lnTo>
                    <a:pt x="68" y="255"/>
                  </a:lnTo>
                  <a:lnTo>
                    <a:pt x="72" y="253"/>
                  </a:lnTo>
                  <a:lnTo>
                    <a:pt x="84" y="249"/>
                  </a:lnTo>
                  <a:lnTo>
                    <a:pt x="89" y="248"/>
                  </a:lnTo>
                  <a:lnTo>
                    <a:pt x="95" y="248"/>
                  </a:lnTo>
                  <a:lnTo>
                    <a:pt x="97" y="246"/>
                  </a:lnTo>
                  <a:lnTo>
                    <a:pt x="99" y="244"/>
                  </a:lnTo>
                  <a:lnTo>
                    <a:pt x="99" y="244"/>
                  </a:lnTo>
                  <a:lnTo>
                    <a:pt x="101" y="242"/>
                  </a:lnTo>
                  <a:lnTo>
                    <a:pt x="103" y="240"/>
                  </a:lnTo>
                  <a:lnTo>
                    <a:pt x="106" y="242"/>
                  </a:lnTo>
                  <a:lnTo>
                    <a:pt x="114" y="242"/>
                  </a:lnTo>
                  <a:lnTo>
                    <a:pt x="122" y="246"/>
                  </a:lnTo>
                  <a:lnTo>
                    <a:pt x="125" y="248"/>
                  </a:lnTo>
                  <a:lnTo>
                    <a:pt x="125" y="248"/>
                  </a:lnTo>
                  <a:lnTo>
                    <a:pt x="125" y="248"/>
                  </a:lnTo>
                  <a:lnTo>
                    <a:pt x="125" y="249"/>
                  </a:lnTo>
                  <a:lnTo>
                    <a:pt x="125" y="249"/>
                  </a:lnTo>
                  <a:lnTo>
                    <a:pt x="127" y="251"/>
                  </a:lnTo>
                  <a:lnTo>
                    <a:pt x="129" y="251"/>
                  </a:lnTo>
                  <a:lnTo>
                    <a:pt x="133" y="253"/>
                  </a:lnTo>
                  <a:lnTo>
                    <a:pt x="165" y="249"/>
                  </a:lnTo>
                  <a:lnTo>
                    <a:pt x="167" y="249"/>
                  </a:lnTo>
                  <a:lnTo>
                    <a:pt x="169" y="249"/>
                  </a:lnTo>
                  <a:lnTo>
                    <a:pt x="171" y="251"/>
                  </a:lnTo>
                  <a:lnTo>
                    <a:pt x="173" y="253"/>
                  </a:lnTo>
                  <a:lnTo>
                    <a:pt x="175" y="253"/>
                  </a:lnTo>
                  <a:lnTo>
                    <a:pt x="179" y="251"/>
                  </a:lnTo>
                  <a:lnTo>
                    <a:pt x="181" y="251"/>
                  </a:lnTo>
                  <a:lnTo>
                    <a:pt x="186" y="249"/>
                  </a:lnTo>
                  <a:lnTo>
                    <a:pt x="190" y="249"/>
                  </a:lnTo>
                  <a:lnTo>
                    <a:pt x="196" y="248"/>
                  </a:lnTo>
                  <a:lnTo>
                    <a:pt x="198" y="246"/>
                  </a:lnTo>
                  <a:lnTo>
                    <a:pt x="200" y="244"/>
                  </a:lnTo>
                  <a:lnTo>
                    <a:pt x="202" y="242"/>
                  </a:lnTo>
                  <a:lnTo>
                    <a:pt x="202" y="242"/>
                  </a:lnTo>
                  <a:lnTo>
                    <a:pt x="206" y="240"/>
                  </a:lnTo>
                  <a:lnTo>
                    <a:pt x="207" y="238"/>
                  </a:lnTo>
                  <a:lnTo>
                    <a:pt x="207" y="236"/>
                  </a:lnTo>
                  <a:lnTo>
                    <a:pt x="207" y="236"/>
                  </a:lnTo>
                  <a:lnTo>
                    <a:pt x="207" y="232"/>
                  </a:lnTo>
                  <a:lnTo>
                    <a:pt x="207" y="230"/>
                  </a:lnTo>
                  <a:lnTo>
                    <a:pt x="207" y="228"/>
                  </a:lnTo>
                  <a:lnTo>
                    <a:pt x="209" y="227"/>
                  </a:lnTo>
                  <a:lnTo>
                    <a:pt x="209" y="227"/>
                  </a:lnTo>
                  <a:lnTo>
                    <a:pt x="219" y="215"/>
                  </a:lnTo>
                  <a:lnTo>
                    <a:pt x="223" y="213"/>
                  </a:lnTo>
                  <a:lnTo>
                    <a:pt x="223" y="213"/>
                  </a:lnTo>
                  <a:lnTo>
                    <a:pt x="226" y="209"/>
                  </a:lnTo>
                  <a:lnTo>
                    <a:pt x="230" y="208"/>
                  </a:lnTo>
                  <a:lnTo>
                    <a:pt x="234" y="204"/>
                  </a:lnTo>
                  <a:lnTo>
                    <a:pt x="246" y="192"/>
                  </a:lnTo>
                  <a:lnTo>
                    <a:pt x="246" y="192"/>
                  </a:lnTo>
                  <a:lnTo>
                    <a:pt x="247" y="190"/>
                  </a:lnTo>
                  <a:lnTo>
                    <a:pt x="247" y="190"/>
                  </a:lnTo>
                  <a:lnTo>
                    <a:pt x="246" y="189"/>
                  </a:lnTo>
                  <a:lnTo>
                    <a:pt x="246" y="189"/>
                  </a:lnTo>
                  <a:lnTo>
                    <a:pt x="244" y="187"/>
                  </a:lnTo>
                  <a:lnTo>
                    <a:pt x="244" y="185"/>
                  </a:lnTo>
                  <a:lnTo>
                    <a:pt x="244" y="185"/>
                  </a:lnTo>
                  <a:lnTo>
                    <a:pt x="244" y="183"/>
                  </a:lnTo>
                  <a:lnTo>
                    <a:pt x="246" y="181"/>
                  </a:lnTo>
                  <a:lnTo>
                    <a:pt x="247" y="181"/>
                  </a:lnTo>
                  <a:lnTo>
                    <a:pt x="247" y="181"/>
                  </a:lnTo>
                  <a:lnTo>
                    <a:pt x="247" y="181"/>
                  </a:lnTo>
                  <a:lnTo>
                    <a:pt x="249" y="181"/>
                  </a:lnTo>
                  <a:lnTo>
                    <a:pt x="249" y="183"/>
                  </a:lnTo>
                  <a:lnTo>
                    <a:pt x="249" y="183"/>
                  </a:lnTo>
                  <a:lnTo>
                    <a:pt x="251" y="185"/>
                  </a:lnTo>
                  <a:lnTo>
                    <a:pt x="253" y="185"/>
                  </a:lnTo>
                  <a:lnTo>
                    <a:pt x="255" y="187"/>
                  </a:lnTo>
                  <a:lnTo>
                    <a:pt x="265" y="183"/>
                  </a:lnTo>
                  <a:lnTo>
                    <a:pt x="266" y="187"/>
                  </a:lnTo>
                  <a:lnTo>
                    <a:pt x="270" y="185"/>
                  </a:lnTo>
                  <a:lnTo>
                    <a:pt x="270" y="185"/>
                  </a:lnTo>
                  <a:lnTo>
                    <a:pt x="272" y="185"/>
                  </a:lnTo>
                  <a:lnTo>
                    <a:pt x="274" y="185"/>
                  </a:lnTo>
                  <a:lnTo>
                    <a:pt x="276" y="183"/>
                  </a:lnTo>
                  <a:lnTo>
                    <a:pt x="280" y="181"/>
                  </a:lnTo>
                  <a:lnTo>
                    <a:pt x="284" y="179"/>
                  </a:lnTo>
                  <a:lnTo>
                    <a:pt x="289" y="177"/>
                  </a:lnTo>
                  <a:lnTo>
                    <a:pt x="297" y="175"/>
                  </a:lnTo>
                  <a:lnTo>
                    <a:pt x="297" y="175"/>
                  </a:lnTo>
                  <a:lnTo>
                    <a:pt x="299" y="173"/>
                  </a:lnTo>
                  <a:lnTo>
                    <a:pt x="307" y="170"/>
                  </a:lnTo>
                  <a:lnTo>
                    <a:pt x="310" y="168"/>
                  </a:lnTo>
                  <a:lnTo>
                    <a:pt x="339" y="158"/>
                  </a:lnTo>
                  <a:lnTo>
                    <a:pt x="343" y="154"/>
                  </a:lnTo>
                  <a:lnTo>
                    <a:pt x="345" y="154"/>
                  </a:lnTo>
                  <a:lnTo>
                    <a:pt x="345" y="154"/>
                  </a:lnTo>
                  <a:lnTo>
                    <a:pt x="347" y="156"/>
                  </a:lnTo>
                  <a:lnTo>
                    <a:pt x="348" y="156"/>
                  </a:lnTo>
                  <a:lnTo>
                    <a:pt x="350" y="156"/>
                  </a:lnTo>
                  <a:lnTo>
                    <a:pt x="350" y="158"/>
                  </a:lnTo>
                  <a:lnTo>
                    <a:pt x="354" y="158"/>
                  </a:lnTo>
                  <a:lnTo>
                    <a:pt x="362" y="156"/>
                  </a:lnTo>
                  <a:lnTo>
                    <a:pt x="366" y="154"/>
                  </a:lnTo>
                  <a:lnTo>
                    <a:pt x="367" y="152"/>
                  </a:lnTo>
                  <a:lnTo>
                    <a:pt x="369" y="151"/>
                  </a:lnTo>
                  <a:lnTo>
                    <a:pt x="377" y="147"/>
                  </a:lnTo>
                  <a:lnTo>
                    <a:pt x="383" y="145"/>
                  </a:lnTo>
                  <a:lnTo>
                    <a:pt x="406" y="145"/>
                  </a:lnTo>
                  <a:lnTo>
                    <a:pt x="406" y="145"/>
                  </a:lnTo>
                  <a:lnTo>
                    <a:pt x="406" y="145"/>
                  </a:lnTo>
                  <a:lnTo>
                    <a:pt x="406" y="147"/>
                  </a:lnTo>
                  <a:lnTo>
                    <a:pt x="404" y="149"/>
                  </a:lnTo>
                  <a:lnTo>
                    <a:pt x="402" y="152"/>
                  </a:lnTo>
                  <a:lnTo>
                    <a:pt x="398" y="158"/>
                  </a:lnTo>
                  <a:lnTo>
                    <a:pt x="390" y="168"/>
                  </a:lnTo>
                  <a:lnTo>
                    <a:pt x="388" y="171"/>
                  </a:lnTo>
                  <a:lnTo>
                    <a:pt x="387" y="173"/>
                  </a:lnTo>
                  <a:lnTo>
                    <a:pt x="388" y="175"/>
                  </a:lnTo>
                  <a:lnTo>
                    <a:pt x="388" y="175"/>
                  </a:lnTo>
                  <a:lnTo>
                    <a:pt x="388" y="181"/>
                  </a:lnTo>
                  <a:lnTo>
                    <a:pt x="390" y="183"/>
                  </a:lnTo>
                  <a:lnTo>
                    <a:pt x="390" y="183"/>
                  </a:lnTo>
                  <a:lnTo>
                    <a:pt x="390" y="185"/>
                  </a:lnTo>
                  <a:lnTo>
                    <a:pt x="392" y="185"/>
                  </a:lnTo>
                  <a:lnTo>
                    <a:pt x="392" y="185"/>
                  </a:lnTo>
                  <a:lnTo>
                    <a:pt x="392" y="187"/>
                  </a:lnTo>
                  <a:lnTo>
                    <a:pt x="394" y="187"/>
                  </a:lnTo>
                  <a:lnTo>
                    <a:pt x="396" y="189"/>
                  </a:lnTo>
                  <a:lnTo>
                    <a:pt x="396" y="189"/>
                  </a:lnTo>
                  <a:lnTo>
                    <a:pt x="398" y="190"/>
                  </a:lnTo>
                  <a:lnTo>
                    <a:pt x="398" y="194"/>
                  </a:lnTo>
                  <a:lnTo>
                    <a:pt x="398" y="196"/>
                  </a:lnTo>
                  <a:lnTo>
                    <a:pt x="396" y="200"/>
                  </a:lnTo>
                  <a:lnTo>
                    <a:pt x="396" y="200"/>
                  </a:lnTo>
                  <a:lnTo>
                    <a:pt x="396" y="200"/>
                  </a:lnTo>
                  <a:lnTo>
                    <a:pt x="398" y="202"/>
                  </a:lnTo>
                  <a:lnTo>
                    <a:pt x="398" y="202"/>
                  </a:lnTo>
                  <a:lnTo>
                    <a:pt x="398" y="204"/>
                  </a:lnTo>
                  <a:lnTo>
                    <a:pt x="398" y="206"/>
                  </a:lnTo>
                  <a:lnTo>
                    <a:pt x="398" y="206"/>
                  </a:lnTo>
                  <a:lnTo>
                    <a:pt x="398" y="206"/>
                  </a:lnTo>
                  <a:lnTo>
                    <a:pt x="398" y="206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4" y="202"/>
                  </a:lnTo>
                  <a:lnTo>
                    <a:pt x="404" y="202"/>
                  </a:lnTo>
                  <a:lnTo>
                    <a:pt x="404" y="200"/>
                  </a:lnTo>
                  <a:lnTo>
                    <a:pt x="406" y="200"/>
                  </a:lnTo>
                  <a:lnTo>
                    <a:pt x="406" y="202"/>
                  </a:lnTo>
                  <a:lnTo>
                    <a:pt x="408" y="202"/>
                  </a:lnTo>
                  <a:lnTo>
                    <a:pt x="408" y="204"/>
                  </a:lnTo>
                  <a:lnTo>
                    <a:pt x="409" y="206"/>
                  </a:lnTo>
                  <a:lnTo>
                    <a:pt x="409" y="206"/>
                  </a:lnTo>
                  <a:lnTo>
                    <a:pt x="409" y="209"/>
                  </a:lnTo>
                  <a:lnTo>
                    <a:pt x="409" y="209"/>
                  </a:lnTo>
                  <a:lnTo>
                    <a:pt x="409" y="209"/>
                  </a:lnTo>
                  <a:lnTo>
                    <a:pt x="408" y="209"/>
                  </a:lnTo>
                  <a:lnTo>
                    <a:pt x="408" y="209"/>
                  </a:lnTo>
                  <a:lnTo>
                    <a:pt x="406" y="211"/>
                  </a:lnTo>
                  <a:lnTo>
                    <a:pt x="406" y="211"/>
                  </a:lnTo>
                  <a:lnTo>
                    <a:pt x="406" y="211"/>
                  </a:lnTo>
                  <a:lnTo>
                    <a:pt x="406" y="213"/>
                  </a:lnTo>
                  <a:lnTo>
                    <a:pt x="406" y="213"/>
                  </a:lnTo>
                  <a:lnTo>
                    <a:pt x="404" y="215"/>
                  </a:lnTo>
                  <a:lnTo>
                    <a:pt x="404" y="215"/>
                  </a:lnTo>
                  <a:lnTo>
                    <a:pt x="404" y="215"/>
                  </a:lnTo>
                  <a:lnTo>
                    <a:pt x="404" y="215"/>
                  </a:lnTo>
                  <a:lnTo>
                    <a:pt x="402" y="215"/>
                  </a:lnTo>
                  <a:lnTo>
                    <a:pt x="402" y="215"/>
                  </a:lnTo>
                  <a:lnTo>
                    <a:pt x="400" y="217"/>
                  </a:lnTo>
                  <a:lnTo>
                    <a:pt x="400" y="217"/>
                  </a:lnTo>
                  <a:lnTo>
                    <a:pt x="400" y="219"/>
                  </a:lnTo>
                  <a:lnTo>
                    <a:pt x="400" y="219"/>
                  </a:lnTo>
                  <a:lnTo>
                    <a:pt x="400" y="219"/>
                  </a:lnTo>
                  <a:lnTo>
                    <a:pt x="396" y="217"/>
                  </a:lnTo>
                  <a:lnTo>
                    <a:pt x="396" y="217"/>
                  </a:lnTo>
                  <a:lnTo>
                    <a:pt x="396" y="217"/>
                  </a:lnTo>
                  <a:lnTo>
                    <a:pt x="394" y="219"/>
                  </a:lnTo>
                  <a:lnTo>
                    <a:pt x="394" y="219"/>
                  </a:lnTo>
                  <a:lnTo>
                    <a:pt x="390" y="217"/>
                  </a:lnTo>
                  <a:lnTo>
                    <a:pt x="390" y="217"/>
                  </a:lnTo>
                  <a:lnTo>
                    <a:pt x="375" y="225"/>
                  </a:lnTo>
                  <a:lnTo>
                    <a:pt x="373" y="223"/>
                  </a:lnTo>
                  <a:lnTo>
                    <a:pt x="371" y="223"/>
                  </a:lnTo>
                  <a:lnTo>
                    <a:pt x="369" y="221"/>
                  </a:lnTo>
                  <a:lnTo>
                    <a:pt x="367" y="219"/>
                  </a:lnTo>
                  <a:lnTo>
                    <a:pt x="366" y="219"/>
                  </a:lnTo>
                  <a:lnTo>
                    <a:pt x="366" y="219"/>
                  </a:lnTo>
                  <a:lnTo>
                    <a:pt x="364" y="221"/>
                  </a:lnTo>
                  <a:lnTo>
                    <a:pt x="362" y="221"/>
                  </a:lnTo>
                  <a:lnTo>
                    <a:pt x="362" y="221"/>
                  </a:lnTo>
                  <a:lnTo>
                    <a:pt x="360" y="223"/>
                  </a:lnTo>
                  <a:lnTo>
                    <a:pt x="360" y="223"/>
                  </a:lnTo>
                  <a:lnTo>
                    <a:pt x="360" y="227"/>
                  </a:lnTo>
                  <a:lnTo>
                    <a:pt x="360" y="227"/>
                  </a:lnTo>
                  <a:lnTo>
                    <a:pt x="358" y="228"/>
                  </a:lnTo>
                  <a:lnTo>
                    <a:pt x="358" y="230"/>
                  </a:lnTo>
                  <a:lnTo>
                    <a:pt x="354" y="232"/>
                  </a:lnTo>
                  <a:lnTo>
                    <a:pt x="352" y="234"/>
                  </a:lnTo>
                  <a:lnTo>
                    <a:pt x="352" y="234"/>
                  </a:lnTo>
                  <a:lnTo>
                    <a:pt x="350" y="234"/>
                  </a:lnTo>
                  <a:lnTo>
                    <a:pt x="348" y="236"/>
                  </a:lnTo>
                  <a:lnTo>
                    <a:pt x="345" y="240"/>
                  </a:lnTo>
                  <a:lnTo>
                    <a:pt x="339" y="242"/>
                  </a:lnTo>
                  <a:lnTo>
                    <a:pt x="339" y="244"/>
                  </a:lnTo>
                  <a:lnTo>
                    <a:pt x="337" y="244"/>
                  </a:lnTo>
                  <a:lnTo>
                    <a:pt x="335" y="244"/>
                  </a:lnTo>
                  <a:lnTo>
                    <a:pt x="333" y="242"/>
                  </a:lnTo>
                  <a:lnTo>
                    <a:pt x="333" y="244"/>
                  </a:lnTo>
                  <a:lnTo>
                    <a:pt x="333" y="244"/>
                  </a:lnTo>
                  <a:lnTo>
                    <a:pt x="331" y="244"/>
                  </a:lnTo>
                  <a:lnTo>
                    <a:pt x="333" y="248"/>
                  </a:lnTo>
                  <a:lnTo>
                    <a:pt x="333" y="248"/>
                  </a:lnTo>
                  <a:lnTo>
                    <a:pt x="333" y="248"/>
                  </a:lnTo>
                  <a:lnTo>
                    <a:pt x="335" y="249"/>
                  </a:lnTo>
                  <a:lnTo>
                    <a:pt x="337" y="249"/>
                  </a:lnTo>
                  <a:lnTo>
                    <a:pt x="337" y="251"/>
                  </a:lnTo>
                  <a:lnTo>
                    <a:pt x="337" y="253"/>
                  </a:lnTo>
                  <a:lnTo>
                    <a:pt x="337" y="257"/>
                  </a:lnTo>
                  <a:lnTo>
                    <a:pt x="337" y="259"/>
                  </a:lnTo>
                  <a:lnTo>
                    <a:pt x="337" y="259"/>
                  </a:lnTo>
                  <a:lnTo>
                    <a:pt x="335" y="259"/>
                  </a:lnTo>
                  <a:lnTo>
                    <a:pt x="335" y="261"/>
                  </a:lnTo>
                  <a:lnTo>
                    <a:pt x="335" y="261"/>
                  </a:lnTo>
                  <a:lnTo>
                    <a:pt x="335" y="261"/>
                  </a:lnTo>
                  <a:lnTo>
                    <a:pt x="333" y="263"/>
                  </a:lnTo>
                  <a:lnTo>
                    <a:pt x="333" y="265"/>
                  </a:lnTo>
                  <a:lnTo>
                    <a:pt x="335" y="265"/>
                  </a:lnTo>
                  <a:lnTo>
                    <a:pt x="335" y="267"/>
                  </a:lnTo>
                  <a:lnTo>
                    <a:pt x="337" y="268"/>
                  </a:lnTo>
                  <a:lnTo>
                    <a:pt x="337" y="268"/>
                  </a:lnTo>
                  <a:lnTo>
                    <a:pt x="337" y="268"/>
                  </a:lnTo>
                  <a:lnTo>
                    <a:pt x="337" y="272"/>
                  </a:lnTo>
                  <a:lnTo>
                    <a:pt x="337" y="274"/>
                  </a:lnTo>
                  <a:lnTo>
                    <a:pt x="337" y="276"/>
                  </a:lnTo>
                  <a:lnTo>
                    <a:pt x="337" y="276"/>
                  </a:lnTo>
                  <a:lnTo>
                    <a:pt x="339" y="280"/>
                  </a:lnTo>
                  <a:lnTo>
                    <a:pt x="339" y="284"/>
                  </a:lnTo>
                  <a:lnTo>
                    <a:pt x="339" y="284"/>
                  </a:lnTo>
                  <a:lnTo>
                    <a:pt x="339" y="284"/>
                  </a:lnTo>
                  <a:lnTo>
                    <a:pt x="341" y="284"/>
                  </a:lnTo>
                  <a:lnTo>
                    <a:pt x="345" y="282"/>
                  </a:lnTo>
                  <a:lnTo>
                    <a:pt x="352" y="280"/>
                  </a:lnTo>
                  <a:lnTo>
                    <a:pt x="354" y="278"/>
                  </a:lnTo>
                  <a:lnTo>
                    <a:pt x="356" y="274"/>
                  </a:lnTo>
                  <a:lnTo>
                    <a:pt x="358" y="270"/>
                  </a:lnTo>
                  <a:lnTo>
                    <a:pt x="362" y="267"/>
                  </a:lnTo>
                  <a:lnTo>
                    <a:pt x="366" y="267"/>
                  </a:lnTo>
                  <a:lnTo>
                    <a:pt x="367" y="267"/>
                  </a:lnTo>
                  <a:lnTo>
                    <a:pt x="369" y="267"/>
                  </a:lnTo>
                  <a:lnTo>
                    <a:pt x="369" y="267"/>
                  </a:lnTo>
                  <a:lnTo>
                    <a:pt x="371" y="265"/>
                  </a:lnTo>
                  <a:lnTo>
                    <a:pt x="373" y="261"/>
                  </a:lnTo>
                  <a:lnTo>
                    <a:pt x="373" y="261"/>
                  </a:lnTo>
                  <a:lnTo>
                    <a:pt x="375" y="259"/>
                  </a:lnTo>
                  <a:lnTo>
                    <a:pt x="379" y="259"/>
                  </a:lnTo>
                  <a:lnTo>
                    <a:pt x="381" y="259"/>
                  </a:lnTo>
                  <a:lnTo>
                    <a:pt x="381" y="257"/>
                  </a:lnTo>
                  <a:lnTo>
                    <a:pt x="383" y="253"/>
                  </a:lnTo>
                  <a:lnTo>
                    <a:pt x="388" y="248"/>
                  </a:lnTo>
                  <a:lnTo>
                    <a:pt x="390" y="248"/>
                  </a:lnTo>
                  <a:lnTo>
                    <a:pt x="396" y="246"/>
                  </a:lnTo>
                  <a:lnTo>
                    <a:pt x="398" y="246"/>
                  </a:lnTo>
                  <a:lnTo>
                    <a:pt x="400" y="242"/>
                  </a:lnTo>
                  <a:lnTo>
                    <a:pt x="402" y="240"/>
                  </a:lnTo>
                  <a:lnTo>
                    <a:pt x="406" y="232"/>
                  </a:lnTo>
                  <a:lnTo>
                    <a:pt x="409" y="228"/>
                  </a:lnTo>
                  <a:lnTo>
                    <a:pt x="415" y="225"/>
                  </a:lnTo>
                  <a:lnTo>
                    <a:pt x="421" y="221"/>
                  </a:lnTo>
                  <a:lnTo>
                    <a:pt x="446" y="217"/>
                  </a:lnTo>
                  <a:lnTo>
                    <a:pt x="451" y="217"/>
                  </a:lnTo>
                  <a:lnTo>
                    <a:pt x="453" y="217"/>
                  </a:lnTo>
                  <a:lnTo>
                    <a:pt x="455" y="217"/>
                  </a:lnTo>
                  <a:lnTo>
                    <a:pt x="457" y="217"/>
                  </a:lnTo>
                  <a:lnTo>
                    <a:pt x="459" y="215"/>
                  </a:lnTo>
                  <a:lnTo>
                    <a:pt x="461" y="213"/>
                  </a:lnTo>
                  <a:lnTo>
                    <a:pt x="461" y="211"/>
                  </a:lnTo>
                  <a:lnTo>
                    <a:pt x="463" y="211"/>
                  </a:lnTo>
                  <a:lnTo>
                    <a:pt x="465" y="211"/>
                  </a:lnTo>
                  <a:lnTo>
                    <a:pt x="465" y="211"/>
                  </a:lnTo>
                  <a:lnTo>
                    <a:pt x="467" y="213"/>
                  </a:lnTo>
                  <a:lnTo>
                    <a:pt x="467" y="213"/>
                  </a:lnTo>
                  <a:lnTo>
                    <a:pt x="468" y="213"/>
                  </a:lnTo>
                  <a:lnTo>
                    <a:pt x="468" y="211"/>
                  </a:lnTo>
                  <a:lnTo>
                    <a:pt x="470" y="211"/>
                  </a:lnTo>
                  <a:lnTo>
                    <a:pt x="472" y="209"/>
                  </a:lnTo>
                  <a:lnTo>
                    <a:pt x="472" y="209"/>
                  </a:lnTo>
                  <a:lnTo>
                    <a:pt x="474" y="211"/>
                  </a:lnTo>
                  <a:lnTo>
                    <a:pt x="478" y="211"/>
                  </a:lnTo>
                  <a:lnTo>
                    <a:pt x="480" y="213"/>
                  </a:lnTo>
                  <a:lnTo>
                    <a:pt x="480" y="215"/>
                  </a:lnTo>
                  <a:lnTo>
                    <a:pt x="484" y="217"/>
                  </a:lnTo>
                  <a:lnTo>
                    <a:pt x="484" y="219"/>
                  </a:lnTo>
                  <a:lnTo>
                    <a:pt x="488" y="221"/>
                  </a:lnTo>
                  <a:lnTo>
                    <a:pt x="488" y="223"/>
                  </a:lnTo>
                  <a:lnTo>
                    <a:pt x="488" y="225"/>
                  </a:lnTo>
                  <a:lnTo>
                    <a:pt x="486" y="227"/>
                  </a:lnTo>
                  <a:lnTo>
                    <a:pt x="486" y="228"/>
                  </a:lnTo>
                  <a:lnTo>
                    <a:pt x="488" y="230"/>
                  </a:lnTo>
                  <a:lnTo>
                    <a:pt x="501" y="236"/>
                  </a:lnTo>
                  <a:lnTo>
                    <a:pt x="501" y="236"/>
                  </a:lnTo>
                  <a:lnTo>
                    <a:pt x="503" y="238"/>
                  </a:lnTo>
                  <a:lnTo>
                    <a:pt x="503" y="238"/>
                  </a:lnTo>
                  <a:lnTo>
                    <a:pt x="505" y="238"/>
                  </a:lnTo>
                  <a:lnTo>
                    <a:pt x="505" y="238"/>
                  </a:lnTo>
                  <a:lnTo>
                    <a:pt x="507" y="238"/>
                  </a:lnTo>
                  <a:lnTo>
                    <a:pt x="507" y="238"/>
                  </a:lnTo>
                  <a:lnTo>
                    <a:pt x="507" y="238"/>
                  </a:lnTo>
                  <a:lnTo>
                    <a:pt x="508" y="238"/>
                  </a:lnTo>
                  <a:lnTo>
                    <a:pt x="508" y="238"/>
                  </a:lnTo>
                  <a:lnTo>
                    <a:pt x="510" y="240"/>
                  </a:lnTo>
                  <a:lnTo>
                    <a:pt x="510" y="238"/>
                  </a:lnTo>
                  <a:lnTo>
                    <a:pt x="512" y="238"/>
                  </a:lnTo>
                  <a:lnTo>
                    <a:pt x="512" y="236"/>
                  </a:lnTo>
                  <a:lnTo>
                    <a:pt x="512" y="234"/>
                  </a:lnTo>
                  <a:lnTo>
                    <a:pt x="512" y="234"/>
                  </a:lnTo>
                  <a:lnTo>
                    <a:pt x="512" y="232"/>
                  </a:lnTo>
                  <a:lnTo>
                    <a:pt x="510" y="232"/>
                  </a:lnTo>
                  <a:lnTo>
                    <a:pt x="510" y="232"/>
                  </a:lnTo>
                  <a:lnTo>
                    <a:pt x="510" y="230"/>
                  </a:lnTo>
                  <a:lnTo>
                    <a:pt x="510" y="228"/>
                  </a:lnTo>
                  <a:lnTo>
                    <a:pt x="508" y="228"/>
                  </a:lnTo>
                  <a:lnTo>
                    <a:pt x="507" y="225"/>
                  </a:lnTo>
                  <a:lnTo>
                    <a:pt x="491" y="206"/>
                  </a:lnTo>
                  <a:lnTo>
                    <a:pt x="489" y="202"/>
                  </a:lnTo>
                  <a:lnTo>
                    <a:pt x="489" y="200"/>
                  </a:lnTo>
                  <a:lnTo>
                    <a:pt x="489" y="196"/>
                  </a:lnTo>
                  <a:lnTo>
                    <a:pt x="489" y="194"/>
                  </a:lnTo>
                  <a:lnTo>
                    <a:pt x="489" y="194"/>
                  </a:lnTo>
                  <a:lnTo>
                    <a:pt x="489" y="192"/>
                  </a:lnTo>
                  <a:lnTo>
                    <a:pt x="489" y="190"/>
                  </a:lnTo>
                  <a:lnTo>
                    <a:pt x="489" y="190"/>
                  </a:lnTo>
                  <a:lnTo>
                    <a:pt x="488" y="189"/>
                  </a:lnTo>
                  <a:lnTo>
                    <a:pt x="488" y="189"/>
                  </a:lnTo>
                  <a:lnTo>
                    <a:pt x="488" y="185"/>
                  </a:lnTo>
                  <a:lnTo>
                    <a:pt x="488" y="183"/>
                  </a:lnTo>
                  <a:lnTo>
                    <a:pt x="489" y="181"/>
                  </a:lnTo>
                  <a:lnTo>
                    <a:pt x="491" y="181"/>
                  </a:lnTo>
                  <a:lnTo>
                    <a:pt x="495" y="177"/>
                  </a:lnTo>
                  <a:lnTo>
                    <a:pt x="497" y="177"/>
                  </a:lnTo>
                  <a:lnTo>
                    <a:pt x="499" y="171"/>
                  </a:lnTo>
                  <a:lnTo>
                    <a:pt x="501" y="171"/>
                  </a:lnTo>
                  <a:lnTo>
                    <a:pt x="503" y="171"/>
                  </a:lnTo>
                  <a:lnTo>
                    <a:pt x="505" y="170"/>
                  </a:lnTo>
                  <a:lnTo>
                    <a:pt x="505" y="170"/>
                  </a:lnTo>
                  <a:lnTo>
                    <a:pt x="507" y="170"/>
                  </a:lnTo>
                  <a:lnTo>
                    <a:pt x="507" y="168"/>
                  </a:lnTo>
                  <a:lnTo>
                    <a:pt x="507" y="168"/>
                  </a:lnTo>
                  <a:lnTo>
                    <a:pt x="507" y="168"/>
                  </a:lnTo>
                  <a:lnTo>
                    <a:pt x="508" y="166"/>
                  </a:lnTo>
                  <a:lnTo>
                    <a:pt x="508" y="166"/>
                  </a:lnTo>
                  <a:lnTo>
                    <a:pt x="510" y="164"/>
                  </a:lnTo>
                  <a:lnTo>
                    <a:pt x="510" y="164"/>
                  </a:lnTo>
                  <a:lnTo>
                    <a:pt x="512" y="164"/>
                  </a:lnTo>
                  <a:lnTo>
                    <a:pt x="512" y="162"/>
                  </a:lnTo>
                  <a:lnTo>
                    <a:pt x="518" y="158"/>
                  </a:lnTo>
                  <a:lnTo>
                    <a:pt x="518" y="156"/>
                  </a:lnTo>
                  <a:lnTo>
                    <a:pt x="520" y="154"/>
                  </a:lnTo>
                  <a:lnTo>
                    <a:pt x="522" y="154"/>
                  </a:lnTo>
                  <a:lnTo>
                    <a:pt x="522" y="152"/>
                  </a:lnTo>
                  <a:lnTo>
                    <a:pt x="524" y="152"/>
                  </a:lnTo>
                  <a:lnTo>
                    <a:pt x="526" y="152"/>
                  </a:lnTo>
                  <a:lnTo>
                    <a:pt x="528" y="154"/>
                  </a:lnTo>
                  <a:lnTo>
                    <a:pt x="528" y="156"/>
                  </a:lnTo>
                  <a:lnTo>
                    <a:pt x="528" y="156"/>
                  </a:lnTo>
                  <a:lnTo>
                    <a:pt x="529" y="156"/>
                  </a:lnTo>
                  <a:lnTo>
                    <a:pt x="531" y="154"/>
                  </a:lnTo>
                  <a:lnTo>
                    <a:pt x="531" y="154"/>
                  </a:lnTo>
                  <a:lnTo>
                    <a:pt x="531" y="152"/>
                  </a:lnTo>
                  <a:lnTo>
                    <a:pt x="531" y="151"/>
                  </a:lnTo>
                  <a:lnTo>
                    <a:pt x="531" y="149"/>
                  </a:lnTo>
                  <a:lnTo>
                    <a:pt x="533" y="145"/>
                  </a:lnTo>
                  <a:lnTo>
                    <a:pt x="533" y="145"/>
                  </a:lnTo>
                  <a:lnTo>
                    <a:pt x="533" y="14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73" name="Freeform 76">
              <a:extLst>
                <a:ext uri="{FF2B5EF4-FFF2-40B4-BE49-F238E27FC236}">
                  <a16:creationId xmlns:a16="http://schemas.microsoft.com/office/drawing/2014/main" id="{99326596-9376-6365-39FF-B47D867423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550" y="4760913"/>
              <a:ext cx="301625" cy="1031875"/>
            </a:xfrm>
            <a:custGeom>
              <a:avLst/>
              <a:gdLst>
                <a:gd name="T0" fmla="*/ 147 w 190"/>
                <a:gd name="T1" fmla="*/ 605 h 650"/>
                <a:gd name="T2" fmla="*/ 131 w 190"/>
                <a:gd name="T3" fmla="*/ 625 h 650"/>
                <a:gd name="T4" fmla="*/ 143 w 190"/>
                <a:gd name="T5" fmla="*/ 637 h 650"/>
                <a:gd name="T6" fmla="*/ 152 w 190"/>
                <a:gd name="T7" fmla="*/ 645 h 650"/>
                <a:gd name="T8" fmla="*/ 158 w 190"/>
                <a:gd name="T9" fmla="*/ 625 h 650"/>
                <a:gd name="T10" fmla="*/ 135 w 190"/>
                <a:gd name="T11" fmla="*/ 589 h 650"/>
                <a:gd name="T12" fmla="*/ 131 w 190"/>
                <a:gd name="T13" fmla="*/ 603 h 650"/>
                <a:gd name="T14" fmla="*/ 103 w 190"/>
                <a:gd name="T15" fmla="*/ 532 h 650"/>
                <a:gd name="T16" fmla="*/ 106 w 190"/>
                <a:gd name="T17" fmla="*/ 546 h 650"/>
                <a:gd name="T18" fmla="*/ 124 w 190"/>
                <a:gd name="T19" fmla="*/ 534 h 650"/>
                <a:gd name="T20" fmla="*/ 120 w 190"/>
                <a:gd name="T21" fmla="*/ 530 h 650"/>
                <a:gd name="T22" fmla="*/ 118 w 190"/>
                <a:gd name="T23" fmla="*/ 511 h 650"/>
                <a:gd name="T24" fmla="*/ 120 w 190"/>
                <a:gd name="T25" fmla="*/ 527 h 650"/>
                <a:gd name="T26" fmla="*/ 120 w 190"/>
                <a:gd name="T27" fmla="*/ 530 h 650"/>
                <a:gd name="T28" fmla="*/ 78 w 190"/>
                <a:gd name="T29" fmla="*/ 506 h 650"/>
                <a:gd name="T30" fmla="*/ 127 w 190"/>
                <a:gd name="T31" fmla="*/ 492 h 650"/>
                <a:gd name="T32" fmla="*/ 51 w 190"/>
                <a:gd name="T33" fmla="*/ 416 h 650"/>
                <a:gd name="T34" fmla="*/ 57 w 190"/>
                <a:gd name="T35" fmla="*/ 422 h 650"/>
                <a:gd name="T36" fmla="*/ 17 w 190"/>
                <a:gd name="T37" fmla="*/ 274 h 650"/>
                <a:gd name="T38" fmla="*/ 15 w 190"/>
                <a:gd name="T39" fmla="*/ 296 h 650"/>
                <a:gd name="T40" fmla="*/ 30 w 190"/>
                <a:gd name="T41" fmla="*/ 287 h 650"/>
                <a:gd name="T42" fmla="*/ 42 w 190"/>
                <a:gd name="T43" fmla="*/ 207 h 650"/>
                <a:gd name="T44" fmla="*/ 36 w 190"/>
                <a:gd name="T45" fmla="*/ 218 h 650"/>
                <a:gd name="T46" fmla="*/ 0 w 190"/>
                <a:gd name="T47" fmla="*/ 198 h 650"/>
                <a:gd name="T48" fmla="*/ 74 w 190"/>
                <a:gd name="T49" fmla="*/ 156 h 650"/>
                <a:gd name="T50" fmla="*/ 74 w 190"/>
                <a:gd name="T51" fmla="*/ 165 h 650"/>
                <a:gd name="T52" fmla="*/ 80 w 190"/>
                <a:gd name="T53" fmla="*/ 150 h 650"/>
                <a:gd name="T54" fmla="*/ 78 w 190"/>
                <a:gd name="T55" fmla="*/ 141 h 650"/>
                <a:gd name="T56" fmla="*/ 47 w 190"/>
                <a:gd name="T57" fmla="*/ 74 h 650"/>
                <a:gd name="T58" fmla="*/ 42 w 190"/>
                <a:gd name="T59" fmla="*/ 76 h 650"/>
                <a:gd name="T60" fmla="*/ 68 w 190"/>
                <a:gd name="T61" fmla="*/ 112 h 650"/>
                <a:gd name="T62" fmla="*/ 68 w 190"/>
                <a:gd name="T63" fmla="*/ 82 h 650"/>
                <a:gd name="T64" fmla="*/ 61 w 190"/>
                <a:gd name="T65" fmla="*/ 72 h 650"/>
                <a:gd name="T66" fmla="*/ 66 w 190"/>
                <a:gd name="T67" fmla="*/ 63 h 650"/>
                <a:gd name="T68" fmla="*/ 70 w 190"/>
                <a:gd name="T69" fmla="*/ 61 h 650"/>
                <a:gd name="T70" fmla="*/ 72 w 190"/>
                <a:gd name="T71" fmla="*/ 36 h 650"/>
                <a:gd name="T72" fmla="*/ 80 w 190"/>
                <a:gd name="T73" fmla="*/ 26 h 650"/>
                <a:gd name="T74" fmla="*/ 72 w 190"/>
                <a:gd name="T75" fmla="*/ 9 h 650"/>
                <a:gd name="T76" fmla="*/ 66 w 190"/>
                <a:gd name="T77" fmla="*/ 15 h 650"/>
                <a:gd name="T78" fmla="*/ 57 w 190"/>
                <a:gd name="T79" fmla="*/ 34 h 650"/>
                <a:gd name="T80" fmla="*/ 59 w 190"/>
                <a:gd name="T81" fmla="*/ 51 h 650"/>
                <a:gd name="T82" fmla="*/ 51 w 190"/>
                <a:gd name="T83" fmla="*/ 80 h 650"/>
                <a:gd name="T84" fmla="*/ 49 w 190"/>
                <a:gd name="T85" fmla="*/ 97 h 650"/>
                <a:gd name="T86" fmla="*/ 53 w 190"/>
                <a:gd name="T87" fmla="*/ 133 h 650"/>
                <a:gd name="T88" fmla="*/ 51 w 190"/>
                <a:gd name="T89" fmla="*/ 141 h 650"/>
                <a:gd name="T90" fmla="*/ 46 w 190"/>
                <a:gd name="T91" fmla="*/ 139 h 650"/>
                <a:gd name="T92" fmla="*/ 38 w 190"/>
                <a:gd name="T93" fmla="*/ 165 h 650"/>
                <a:gd name="T94" fmla="*/ 30 w 190"/>
                <a:gd name="T95" fmla="*/ 169 h 650"/>
                <a:gd name="T96" fmla="*/ 32 w 190"/>
                <a:gd name="T97" fmla="*/ 179 h 650"/>
                <a:gd name="T98" fmla="*/ 40 w 190"/>
                <a:gd name="T99" fmla="*/ 192 h 650"/>
                <a:gd name="T100" fmla="*/ 40 w 190"/>
                <a:gd name="T101" fmla="*/ 201 h 650"/>
                <a:gd name="T102" fmla="*/ 51 w 190"/>
                <a:gd name="T103" fmla="*/ 194 h 650"/>
                <a:gd name="T104" fmla="*/ 44 w 190"/>
                <a:gd name="T105" fmla="*/ 196 h 650"/>
                <a:gd name="T106" fmla="*/ 51 w 190"/>
                <a:gd name="T107" fmla="*/ 165 h 650"/>
                <a:gd name="T108" fmla="*/ 51 w 190"/>
                <a:gd name="T109" fmla="*/ 156 h 650"/>
                <a:gd name="T110" fmla="*/ 57 w 190"/>
                <a:gd name="T111" fmla="*/ 144 h 650"/>
                <a:gd name="T112" fmla="*/ 63 w 190"/>
                <a:gd name="T113" fmla="*/ 133 h 650"/>
                <a:gd name="T114" fmla="*/ 63 w 190"/>
                <a:gd name="T115" fmla="*/ 125 h 650"/>
                <a:gd name="T116" fmla="*/ 65 w 190"/>
                <a:gd name="T117" fmla="*/ 118 h 650"/>
                <a:gd name="T118" fmla="*/ 72 w 190"/>
                <a:gd name="T119" fmla="*/ 2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90" h="650">
                  <a:moveTo>
                    <a:pt x="156" y="624"/>
                  </a:moveTo>
                  <a:lnTo>
                    <a:pt x="156" y="624"/>
                  </a:lnTo>
                  <a:lnTo>
                    <a:pt x="156" y="620"/>
                  </a:lnTo>
                  <a:lnTo>
                    <a:pt x="154" y="618"/>
                  </a:lnTo>
                  <a:lnTo>
                    <a:pt x="154" y="616"/>
                  </a:lnTo>
                  <a:lnTo>
                    <a:pt x="154" y="612"/>
                  </a:lnTo>
                  <a:lnTo>
                    <a:pt x="152" y="610"/>
                  </a:lnTo>
                  <a:lnTo>
                    <a:pt x="152" y="610"/>
                  </a:lnTo>
                  <a:lnTo>
                    <a:pt x="152" y="608"/>
                  </a:lnTo>
                  <a:lnTo>
                    <a:pt x="150" y="606"/>
                  </a:lnTo>
                  <a:lnTo>
                    <a:pt x="148" y="605"/>
                  </a:lnTo>
                  <a:lnTo>
                    <a:pt x="147" y="605"/>
                  </a:lnTo>
                  <a:lnTo>
                    <a:pt x="147" y="605"/>
                  </a:lnTo>
                  <a:lnTo>
                    <a:pt x="143" y="606"/>
                  </a:lnTo>
                  <a:lnTo>
                    <a:pt x="143" y="606"/>
                  </a:lnTo>
                  <a:lnTo>
                    <a:pt x="141" y="606"/>
                  </a:lnTo>
                  <a:lnTo>
                    <a:pt x="141" y="606"/>
                  </a:lnTo>
                  <a:lnTo>
                    <a:pt x="139" y="608"/>
                  </a:lnTo>
                  <a:lnTo>
                    <a:pt x="139" y="608"/>
                  </a:lnTo>
                  <a:lnTo>
                    <a:pt x="139" y="608"/>
                  </a:lnTo>
                  <a:lnTo>
                    <a:pt x="137" y="608"/>
                  </a:lnTo>
                  <a:lnTo>
                    <a:pt x="135" y="608"/>
                  </a:lnTo>
                  <a:lnTo>
                    <a:pt x="135" y="610"/>
                  </a:lnTo>
                  <a:lnTo>
                    <a:pt x="133" y="614"/>
                  </a:lnTo>
                  <a:lnTo>
                    <a:pt x="131" y="616"/>
                  </a:lnTo>
                  <a:lnTo>
                    <a:pt x="131" y="625"/>
                  </a:lnTo>
                  <a:lnTo>
                    <a:pt x="133" y="624"/>
                  </a:lnTo>
                  <a:lnTo>
                    <a:pt x="135" y="624"/>
                  </a:lnTo>
                  <a:lnTo>
                    <a:pt x="137" y="625"/>
                  </a:lnTo>
                  <a:lnTo>
                    <a:pt x="139" y="627"/>
                  </a:lnTo>
                  <a:lnTo>
                    <a:pt x="139" y="629"/>
                  </a:lnTo>
                  <a:lnTo>
                    <a:pt x="141" y="631"/>
                  </a:lnTo>
                  <a:lnTo>
                    <a:pt x="141" y="633"/>
                  </a:lnTo>
                  <a:lnTo>
                    <a:pt x="143" y="633"/>
                  </a:lnTo>
                  <a:lnTo>
                    <a:pt x="143" y="635"/>
                  </a:lnTo>
                  <a:lnTo>
                    <a:pt x="143" y="635"/>
                  </a:lnTo>
                  <a:lnTo>
                    <a:pt x="143" y="637"/>
                  </a:lnTo>
                  <a:lnTo>
                    <a:pt x="145" y="637"/>
                  </a:lnTo>
                  <a:lnTo>
                    <a:pt x="143" y="637"/>
                  </a:lnTo>
                  <a:lnTo>
                    <a:pt x="143" y="639"/>
                  </a:lnTo>
                  <a:lnTo>
                    <a:pt x="145" y="639"/>
                  </a:lnTo>
                  <a:lnTo>
                    <a:pt x="145" y="641"/>
                  </a:lnTo>
                  <a:lnTo>
                    <a:pt x="145" y="641"/>
                  </a:lnTo>
                  <a:lnTo>
                    <a:pt x="145" y="643"/>
                  </a:lnTo>
                  <a:lnTo>
                    <a:pt x="147" y="643"/>
                  </a:lnTo>
                  <a:lnTo>
                    <a:pt x="147" y="645"/>
                  </a:lnTo>
                  <a:lnTo>
                    <a:pt x="147" y="646"/>
                  </a:lnTo>
                  <a:lnTo>
                    <a:pt x="147" y="648"/>
                  </a:lnTo>
                  <a:lnTo>
                    <a:pt x="147" y="648"/>
                  </a:lnTo>
                  <a:lnTo>
                    <a:pt x="148" y="650"/>
                  </a:lnTo>
                  <a:lnTo>
                    <a:pt x="150" y="646"/>
                  </a:lnTo>
                  <a:lnTo>
                    <a:pt x="152" y="645"/>
                  </a:lnTo>
                  <a:lnTo>
                    <a:pt x="152" y="645"/>
                  </a:lnTo>
                  <a:lnTo>
                    <a:pt x="154" y="645"/>
                  </a:lnTo>
                  <a:lnTo>
                    <a:pt x="154" y="645"/>
                  </a:lnTo>
                  <a:lnTo>
                    <a:pt x="154" y="645"/>
                  </a:lnTo>
                  <a:lnTo>
                    <a:pt x="156" y="645"/>
                  </a:lnTo>
                  <a:lnTo>
                    <a:pt x="156" y="643"/>
                  </a:lnTo>
                  <a:lnTo>
                    <a:pt x="154" y="643"/>
                  </a:lnTo>
                  <a:lnTo>
                    <a:pt x="154" y="643"/>
                  </a:lnTo>
                  <a:lnTo>
                    <a:pt x="154" y="641"/>
                  </a:lnTo>
                  <a:lnTo>
                    <a:pt x="154" y="637"/>
                  </a:lnTo>
                  <a:lnTo>
                    <a:pt x="158" y="633"/>
                  </a:lnTo>
                  <a:lnTo>
                    <a:pt x="158" y="629"/>
                  </a:lnTo>
                  <a:lnTo>
                    <a:pt x="158" y="625"/>
                  </a:lnTo>
                  <a:lnTo>
                    <a:pt x="156" y="624"/>
                  </a:lnTo>
                  <a:close/>
                  <a:moveTo>
                    <a:pt x="137" y="597"/>
                  </a:moveTo>
                  <a:lnTo>
                    <a:pt x="139" y="597"/>
                  </a:lnTo>
                  <a:lnTo>
                    <a:pt x="139" y="595"/>
                  </a:lnTo>
                  <a:lnTo>
                    <a:pt x="139" y="593"/>
                  </a:lnTo>
                  <a:lnTo>
                    <a:pt x="139" y="591"/>
                  </a:lnTo>
                  <a:lnTo>
                    <a:pt x="139" y="591"/>
                  </a:lnTo>
                  <a:lnTo>
                    <a:pt x="137" y="589"/>
                  </a:lnTo>
                  <a:lnTo>
                    <a:pt x="137" y="589"/>
                  </a:lnTo>
                  <a:lnTo>
                    <a:pt x="137" y="587"/>
                  </a:lnTo>
                  <a:lnTo>
                    <a:pt x="137" y="586"/>
                  </a:lnTo>
                  <a:lnTo>
                    <a:pt x="135" y="587"/>
                  </a:lnTo>
                  <a:lnTo>
                    <a:pt x="135" y="589"/>
                  </a:lnTo>
                  <a:lnTo>
                    <a:pt x="133" y="591"/>
                  </a:lnTo>
                  <a:lnTo>
                    <a:pt x="131" y="591"/>
                  </a:lnTo>
                  <a:lnTo>
                    <a:pt x="129" y="593"/>
                  </a:lnTo>
                  <a:lnTo>
                    <a:pt x="127" y="595"/>
                  </a:lnTo>
                  <a:lnTo>
                    <a:pt x="127" y="597"/>
                  </a:lnTo>
                  <a:lnTo>
                    <a:pt x="127" y="597"/>
                  </a:lnTo>
                  <a:lnTo>
                    <a:pt x="129" y="599"/>
                  </a:lnTo>
                  <a:lnTo>
                    <a:pt x="129" y="599"/>
                  </a:lnTo>
                  <a:lnTo>
                    <a:pt x="129" y="601"/>
                  </a:lnTo>
                  <a:lnTo>
                    <a:pt x="129" y="601"/>
                  </a:lnTo>
                  <a:lnTo>
                    <a:pt x="129" y="603"/>
                  </a:lnTo>
                  <a:lnTo>
                    <a:pt x="129" y="603"/>
                  </a:lnTo>
                  <a:lnTo>
                    <a:pt x="131" y="603"/>
                  </a:lnTo>
                  <a:lnTo>
                    <a:pt x="135" y="599"/>
                  </a:lnTo>
                  <a:lnTo>
                    <a:pt x="137" y="597"/>
                  </a:lnTo>
                  <a:close/>
                  <a:moveTo>
                    <a:pt x="112" y="538"/>
                  </a:moveTo>
                  <a:lnTo>
                    <a:pt x="112" y="538"/>
                  </a:lnTo>
                  <a:lnTo>
                    <a:pt x="110" y="538"/>
                  </a:lnTo>
                  <a:lnTo>
                    <a:pt x="108" y="536"/>
                  </a:lnTo>
                  <a:lnTo>
                    <a:pt x="108" y="536"/>
                  </a:lnTo>
                  <a:lnTo>
                    <a:pt x="108" y="534"/>
                  </a:lnTo>
                  <a:lnTo>
                    <a:pt x="108" y="532"/>
                  </a:lnTo>
                  <a:lnTo>
                    <a:pt x="108" y="532"/>
                  </a:lnTo>
                  <a:lnTo>
                    <a:pt x="106" y="532"/>
                  </a:lnTo>
                  <a:lnTo>
                    <a:pt x="105" y="532"/>
                  </a:lnTo>
                  <a:lnTo>
                    <a:pt x="103" y="532"/>
                  </a:lnTo>
                  <a:lnTo>
                    <a:pt x="101" y="534"/>
                  </a:lnTo>
                  <a:lnTo>
                    <a:pt x="101" y="538"/>
                  </a:lnTo>
                  <a:lnTo>
                    <a:pt x="101" y="540"/>
                  </a:lnTo>
                  <a:lnTo>
                    <a:pt x="101" y="540"/>
                  </a:lnTo>
                  <a:lnTo>
                    <a:pt x="103" y="540"/>
                  </a:lnTo>
                  <a:lnTo>
                    <a:pt x="103" y="540"/>
                  </a:lnTo>
                  <a:lnTo>
                    <a:pt x="103" y="540"/>
                  </a:lnTo>
                  <a:lnTo>
                    <a:pt x="105" y="540"/>
                  </a:lnTo>
                  <a:lnTo>
                    <a:pt x="103" y="542"/>
                  </a:lnTo>
                  <a:lnTo>
                    <a:pt x="103" y="542"/>
                  </a:lnTo>
                  <a:lnTo>
                    <a:pt x="105" y="544"/>
                  </a:lnTo>
                  <a:lnTo>
                    <a:pt x="105" y="544"/>
                  </a:lnTo>
                  <a:lnTo>
                    <a:pt x="106" y="546"/>
                  </a:lnTo>
                  <a:lnTo>
                    <a:pt x="106" y="544"/>
                  </a:lnTo>
                  <a:lnTo>
                    <a:pt x="108" y="544"/>
                  </a:lnTo>
                  <a:lnTo>
                    <a:pt x="108" y="544"/>
                  </a:lnTo>
                  <a:lnTo>
                    <a:pt x="110" y="544"/>
                  </a:lnTo>
                  <a:lnTo>
                    <a:pt x="110" y="544"/>
                  </a:lnTo>
                  <a:lnTo>
                    <a:pt x="112" y="544"/>
                  </a:lnTo>
                  <a:lnTo>
                    <a:pt x="114" y="546"/>
                  </a:lnTo>
                  <a:lnTo>
                    <a:pt x="114" y="546"/>
                  </a:lnTo>
                  <a:lnTo>
                    <a:pt x="114" y="544"/>
                  </a:lnTo>
                  <a:lnTo>
                    <a:pt x="114" y="542"/>
                  </a:lnTo>
                  <a:lnTo>
                    <a:pt x="114" y="542"/>
                  </a:lnTo>
                  <a:lnTo>
                    <a:pt x="112" y="538"/>
                  </a:lnTo>
                  <a:close/>
                  <a:moveTo>
                    <a:pt x="124" y="534"/>
                  </a:moveTo>
                  <a:lnTo>
                    <a:pt x="124" y="532"/>
                  </a:lnTo>
                  <a:lnTo>
                    <a:pt x="122" y="532"/>
                  </a:lnTo>
                  <a:lnTo>
                    <a:pt x="122" y="532"/>
                  </a:lnTo>
                  <a:lnTo>
                    <a:pt x="122" y="534"/>
                  </a:lnTo>
                  <a:lnTo>
                    <a:pt x="120" y="532"/>
                  </a:lnTo>
                  <a:lnTo>
                    <a:pt x="120" y="534"/>
                  </a:lnTo>
                  <a:lnTo>
                    <a:pt x="120" y="536"/>
                  </a:lnTo>
                  <a:lnTo>
                    <a:pt x="120" y="536"/>
                  </a:lnTo>
                  <a:lnTo>
                    <a:pt x="126" y="540"/>
                  </a:lnTo>
                  <a:lnTo>
                    <a:pt x="126" y="536"/>
                  </a:lnTo>
                  <a:lnTo>
                    <a:pt x="126" y="534"/>
                  </a:lnTo>
                  <a:lnTo>
                    <a:pt x="124" y="534"/>
                  </a:lnTo>
                  <a:close/>
                  <a:moveTo>
                    <a:pt x="120" y="530"/>
                  </a:moveTo>
                  <a:lnTo>
                    <a:pt x="120" y="530"/>
                  </a:lnTo>
                  <a:lnTo>
                    <a:pt x="122" y="530"/>
                  </a:lnTo>
                  <a:lnTo>
                    <a:pt x="122" y="528"/>
                  </a:lnTo>
                  <a:lnTo>
                    <a:pt x="122" y="528"/>
                  </a:lnTo>
                  <a:lnTo>
                    <a:pt x="120" y="525"/>
                  </a:lnTo>
                  <a:lnTo>
                    <a:pt x="120" y="521"/>
                  </a:lnTo>
                  <a:lnTo>
                    <a:pt x="118" y="519"/>
                  </a:lnTo>
                  <a:lnTo>
                    <a:pt x="120" y="517"/>
                  </a:lnTo>
                  <a:lnTo>
                    <a:pt x="120" y="517"/>
                  </a:lnTo>
                  <a:lnTo>
                    <a:pt x="122" y="515"/>
                  </a:lnTo>
                  <a:lnTo>
                    <a:pt x="122" y="513"/>
                  </a:lnTo>
                  <a:lnTo>
                    <a:pt x="120" y="513"/>
                  </a:lnTo>
                  <a:lnTo>
                    <a:pt x="118" y="511"/>
                  </a:lnTo>
                  <a:lnTo>
                    <a:pt x="116" y="513"/>
                  </a:lnTo>
                  <a:lnTo>
                    <a:pt x="116" y="513"/>
                  </a:lnTo>
                  <a:lnTo>
                    <a:pt x="116" y="515"/>
                  </a:lnTo>
                  <a:lnTo>
                    <a:pt x="114" y="517"/>
                  </a:lnTo>
                  <a:lnTo>
                    <a:pt x="114" y="517"/>
                  </a:lnTo>
                  <a:lnTo>
                    <a:pt x="114" y="519"/>
                  </a:lnTo>
                  <a:lnTo>
                    <a:pt x="114" y="519"/>
                  </a:lnTo>
                  <a:lnTo>
                    <a:pt x="114" y="525"/>
                  </a:lnTo>
                  <a:lnTo>
                    <a:pt x="116" y="527"/>
                  </a:lnTo>
                  <a:lnTo>
                    <a:pt x="116" y="528"/>
                  </a:lnTo>
                  <a:lnTo>
                    <a:pt x="118" y="527"/>
                  </a:lnTo>
                  <a:lnTo>
                    <a:pt x="118" y="527"/>
                  </a:lnTo>
                  <a:lnTo>
                    <a:pt x="120" y="527"/>
                  </a:lnTo>
                  <a:lnTo>
                    <a:pt x="120" y="527"/>
                  </a:lnTo>
                  <a:lnTo>
                    <a:pt x="120" y="528"/>
                  </a:lnTo>
                  <a:lnTo>
                    <a:pt x="118" y="528"/>
                  </a:lnTo>
                  <a:lnTo>
                    <a:pt x="118" y="528"/>
                  </a:lnTo>
                  <a:lnTo>
                    <a:pt x="118" y="528"/>
                  </a:lnTo>
                  <a:lnTo>
                    <a:pt x="118" y="528"/>
                  </a:lnTo>
                  <a:lnTo>
                    <a:pt x="116" y="530"/>
                  </a:lnTo>
                  <a:lnTo>
                    <a:pt x="116" y="530"/>
                  </a:lnTo>
                  <a:lnTo>
                    <a:pt x="116" y="532"/>
                  </a:lnTo>
                  <a:lnTo>
                    <a:pt x="116" y="534"/>
                  </a:lnTo>
                  <a:lnTo>
                    <a:pt x="118" y="534"/>
                  </a:lnTo>
                  <a:lnTo>
                    <a:pt x="120" y="532"/>
                  </a:lnTo>
                  <a:lnTo>
                    <a:pt x="120" y="530"/>
                  </a:lnTo>
                  <a:lnTo>
                    <a:pt x="120" y="530"/>
                  </a:lnTo>
                  <a:close/>
                  <a:moveTo>
                    <a:pt x="87" y="511"/>
                  </a:moveTo>
                  <a:lnTo>
                    <a:pt x="84" y="511"/>
                  </a:lnTo>
                  <a:lnTo>
                    <a:pt x="82" y="509"/>
                  </a:lnTo>
                  <a:lnTo>
                    <a:pt x="82" y="508"/>
                  </a:lnTo>
                  <a:lnTo>
                    <a:pt x="82" y="506"/>
                  </a:lnTo>
                  <a:lnTo>
                    <a:pt x="82" y="502"/>
                  </a:lnTo>
                  <a:lnTo>
                    <a:pt x="82" y="500"/>
                  </a:lnTo>
                  <a:lnTo>
                    <a:pt x="80" y="500"/>
                  </a:lnTo>
                  <a:lnTo>
                    <a:pt x="78" y="502"/>
                  </a:lnTo>
                  <a:lnTo>
                    <a:pt x="78" y="502"/>
                  </a:lnTo>
                  <a:lnTo>
                    <a:pt x="78" y="504"/>
                  </a:lnTo>
                  <a:lnTo>
                    <a:pt x="78" y="506"/>
                  </a:lnTo>
                  <a:lnTo>
                    <a:pt x="78" y="508"/>
                  </a:lnTo>
                  <a:lnTo>
                    <a:pt x="80" y="511"/>
                  </a:lnTo>
                  <a:lnTo>
                    <a:pt x="82" y="513"/>
                  </a:lnTo>
                  <a:lnTo>
                    <a:pt x="84" y="513"/>
                  </a:lnTo>
                  <a:lnTo>
                    <a:pt x="86" y="515"/>
                  </a:lnTo>
                  <a:lnTo>
                    <a:pt x="87" y="515"/>
                  </a:lnTo>
                  <a:lnTo>
                    <a:pt x="87" y="513"/>
                  </a:lnTo>
                  <a:lnTo>
                    <a:pt x="87" y="513"/>
                  </a:lnTo>
                  <a:lnTo>
                    <a:pt x="87" y="511"/>
                  </a:lnTo>
                  <a:close/>
                  <a:moveTo>
                    <a:pt x="127" y="487"/>
                  </a:moveTo>
                  <a:lnTo>
                    <a:pt x="127" y="489"/>
                  </a:lnTo>
                  <a:lnTo>
                    <a:pt x="127" y="492"/>
                  </a:lnTo>
                  <a:lnTo>
                    <a:pt x="127" y="492"/>
                  </a:lnTo>
                  <a:lnTo>
                    <a:pt x="127" y="492"/>
                  </a:lnTo>
                  <a:lnTo>
                    <a:pt x="129" y="490"/>
                  </a:lnTo>
                  <a:lnTo>
                    <a:pt x="129" y="489"/>
                  </a:lnTo>
                  <a:lnTo>
                    <a:pt x="129" y="489"/>
                  </a:lnTo>
                  <a:lnTo>
                    <a:pt x="129" y="487"/>
                  </a:lnTo>
                  <a:lnTo>
                    <a:pt x="129" y="485"/>
                  </a:lnTo>
                  <a:lnTo>
                    <a:pt x="127" y="483"/>
                  </a:lnTo>
                  <a:lnTo>
                    <a:pt x="127" y="481"/>
                  </a:lnTo>
                  <a:lnTo>
                    <a:pt x="127" y="481"/>
                  </a:lnTo>
                  <a:lnTo>
                    <a:pt x="127" y="483"/>
                  </a:lnTo>
                  <a:lnTo>
                    <a:pt x="127" y="487"/>
                  </a:lnTo>
                  <a:close/>
                  <a:moveTo>
                    <a:pt x="53" y="418"/>
                  </a:moveTo>
                  <a:lnTo>
                    <a:pt x="51" y="416"/>
                  </a:lnTo>
                  <a:lnTo>
                    <a:pt x="49" y="416"/>
                  </a:lnTo>
                  <a:lnTo>
                    <a:pt x="49" y="416"/>
                  </a:lnTo>
                  <a:lnTo>
                    <a:pt x="49" y="418"/>
                  </a:lnTo>
                  <a:lnTo>
                    <a:pt x="49" y="418"/>
                  </a:lnTo>
                  <a:lnTo>
                    <a:pt x="47" y="420"/>
                  </a:lnTo>
                  <a:lnTo>
                    <a:pt x="46" y="420"/>
                  </a:lnTo>
                  <a:lnTo>
                    <a:pt x="46" y="422"/>
                  </a:lnTo>
                  <a:lnTo>
                    <a:pt x="46" y="424"/>
                  </a:lnTo>
                  <a:lnTo>
                    <a:pt x="46" y="426"/>
                  </a:lnTo>
                  <a:lnTo>
                    <a:pt x="47" y="428"/>
                  </a:lnTo>
                  <a:lnTo>
                    <a:pt x="53" y="430"/>
                  </a:lnTo>
                  <a:lnTo>
                    <a:pt x="57" y="426"/>
                  </a:lnTo>
                  <a:lnTo>
                    <a:pt x="57" y="422"/>
                  </a:lnTo>
                  <a:lnTo>
                    <a:pt x="55" y="418"/>
                  </a:lnTo>
                  <a:lnTo>
                    <a:pt x="53" y="418"/>
                  </a:lnTo>
                  <a:close/>
                  <a:moveTo>
                    <a:pt x="34" y="274"/>
                  </a:moveTo>
                  <a:lnTo>
                    <a:pt x="34" y="274"/>
                  </a:lnTo>
                  <a:lnTo>
                    <a:pt x="32" y="270"/>
                  </a:lnTo>
                  <a:lnTo>
                    <a:pt x="32" y="268"/>
                  </a:lnTo>
                  <a:lnTo>
                    <a:pt x="30" y="264"/>
                  </a:lnTo>
                  <a:lnTo>
                    <a:pt x="28" y="262"/>
                  </a:lnTo>
                  <a:lnTo>
                    <a:pt x="25" y="264"/>
                  </a:lnTo>
                  <a:lnTo>
                    <a:pt x="19" y="268"/>
                  </a:lnTo>
                  <a:lnTo>
                    <a:pt x="19" y="270"/>
                  </a:lnTo>
                  <a:lnTo>
                    <a:pt x="19" y="272"/>
                  </a:lnTo>
                  <a:lnTo>
                    <a:pt x="17" y="274"/>
                  </a:lnTo>
                  <a:lnTo>
                    <a:pt x="15" y="274"/>
                  </a:lnTo>
                  <a:lnTo>
                    <a:pt x="15" y="274"/>
                  </a:lnTo>
                  <a:lnTo>
                    <a:pt x="15" y="274"/>
                  </a:lnTo>
                  <a:lnTo>
                    <a:pt x="15" y="277"/>
                  </a:lnTo>
                  <a:lnTo>
                    <a:pt x="15" y="279"/>
                  </a:lnTo>
                  <a:lnTo>
                    <a:pt x="15" y="283"/>
                  </a:lnTo>
                  <a:lnTo>
                    <a:pt x="15" y="285"/>
                  </a:lnTo>
                  <a:lnTo>
                    <a:pt x="17" y="287"/>
                  </a:lnTo>
                  <a:lnTo>
                    <a:pt x="19" y="289"/>
                  </a:lnTo>
                  <a:lnTo>
                    <a:pt x="19" y="291"/>
                  </a:lnTo>
                  <a:lnTo>
                    <a:pt x="17" y="293"/>
                  </a:lnTo>
                  <a:lnTo>
                    <a:pt x="15" y="296"/>
                  </a:lnTo>
                  <a:lnTo>
                    <a:pt x="15" y="296"/>
                  </a:lnTo>
                  <a:lnTo>
                    <a:pt x="17" y="296"/>
                  </a:lnTo>
                  <a:lnTo>
                    <a:pt x="19" y="296"/>
                  </a:lnTo>
                  <a:lnTo>
                    <a:pt x="21" y="296"/>
                  </a:lnTo>
                  <a:lnTo>
                    <a:pt x="23" y="296"/>
                  </a:lnTo>
                  <a:lnTo>
                    <a:pt x="25" y="298"/>
                  </a:lnTo>
                  <a:lnTo>
                    <a:pt x="26" y="298"/>
                  </a:lnTo>
                  <a:lnTo>
                    <a:pt x="28" y="298"/>
                  </a:lnTo>
                  <a:lnTo>
                    <a:pt x="30" y="296"/>
                  </a:lnTo>
                  <a:lnTo>
                    <a:pt x="32" y="293"/>
                  </a:lnTo>
                  <a:lnTo>
                    <a:pt x="30" y="291"/>
                  </a:lnTo>
                  <a:lnTo>
                    <a:pt x="30" y="291"/>
                  </a:lnTo>
                  <a:lnTo>
                    <a:pt x="30" y="289"/>
                  </a:lnTo>
                  <a:lnTo>
                    <a:pt x="30" y="287"/>
                  </a:lnTo>
                  <a:lnTo>
                    <a:pt x="32" y="287"/>
                  </a:lnTo>
                  <a:lnTo>
                    <a:pt x="32" y="285"/>
                  </a:lnTo>
                  <a:lnTo>
                    <a:pt x="34" y="283"/>
                  </a:lnTo>
                  <a:lnTo>
                    <a:pt x="34" y="281"/>
                  </a:lnTo>
                  <a:lnTo>
                    <a:pt x="34" y="277"/>
                  </a:lnTo>
                  <a:lnTo>
                    <a:pt x="34" y="274"/>
                  </a:lnTo>
                  <a:close/>
                  <a:moveTo>
                    <a:pt x="44" y="215"/>
                  </a:moveTo>
                  <a:lnTo>
                    <a:pt x="42" y="215"/>
                  </a:lnTo>
                  <a:lnTo>
                    <a:pt x="42" y="213"/>
                  </a:lnTo>
                  <a:lnTo>
                    <a:pt x="44" y="211"/>
                  </a:lnTo>
                  <a:lnTo>
                    <a:pt x="44" y="211"/>
                  </a:lnTo>
                  <a:lnTo>
                    <a:pt x="44" y="209"/>
                  </a:lnTo>
                  <a:lnTo>
                    <a:pt x="42" y="207"/>
                  </a:lnTo>
                  <a:lnTo>
                    <a:pt x="40" y="205"/>
                  </a:lnTo>
                  <a:lnTo>
                    <a:pt x="38" y="205"/>
                  </a:lnTo>
                  <a:lnTo>
                    <a:pt x="38" y="209"/>
                  </a:lnTo>
                  <a:lnTo>
                    <a:pt x="38" y="211"/>
                  </a:lnTo>
                  <a:lnTo>
                    <a:pt x="38" y="213"/>
                  </a:lnTo>
                  <a:lnTo>
                    <a:pt x="38" y="215"/>
                  </a:lnTo>
                  <a:lnTo>
                    <a:pt x="38" y="215"/>
                  </a:lnTo>
                  <a:lnTo>
                    <a:pt x="36" y="215"/>
                  </a:lnTo>
                  <a:lnTo>
                    <a:pt x="36" y="215"/>
                  </a:lnTo>
                  <a:lnTo>
                    <a:pt x="34" y="215"/>
                  </a:lnTo>
                  <a:lnTo>
                    <a:pt x="34" y="218"/>
                  </a:lnTo>
                  <a:lnTo>
                    <a:pt x="36" y="218"/>
                  </a:lnTo>
                  <a:lnTo>
                    <a:pt x="36" y="218"/>
                  </a:lnTo>
                  <a:lnTo>
                    <a:pt x="36" y="218"/>
                  </a:lnTo>
                  <a:lnTo>
                    <a:pt x="38" y="220"/>
                  </a:lnTo>
                  <a:lnTo>
                    <a:pt x="40" y="218"/>
                  </a:lnTo>
                  <a:lnTo>
                    <a:pt x="42" y="218"/>
                  </a:lnTo>
                  <a:lnTo>
                    <a:pt x="44" y="218"/>
                  </a:lnTo>
                  <a:lnTo>
                    <a:pt x="44" y="217"/>
                  </a:lnTo>
                  <a:lnTo>
                    <a:pt x="44" y="217"/>
                  </a:lnTo>
                  <a:lnTo>
                    <a:pt x="44" y="215"/>
                  </a:lnTo>
                  <a:close/>
                  <a:moveTo>
                    <a:pt x="4" y="198"/>
                  </a:moveTo>
                  <a:lnTo>
                    <a:pt x="4" y="198"/>
                  </a:lnTo>
                  <a:lnTo>
                    <a:pt x="2" y="198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2" y="199"/>
                  </a:lnTo>
                  <a:lnTo>
                    <a:pt x="2" y="203"/>
                  </a:lnTo>
                  <a:lnTo>
                    <a:pt x="4" y="203"/>
                  </a:lnTo>
                  <a:lnTo>
                    <a:pt x="6" y="203"/>
                  </a:lnTo>
                  <a:lnTo>
                    <a:pt x="6" y="201"/>
                  </a:lnTo>
                  <a:lnTo>
                    <a:pt x="6" y="199"/>
                  </a:lnTo>
                  <a:lnTo>
                    <a:pt x="6" y="198"/>
                  </a:lnTo>
                  <a:lnTo>
                    <a:pt x="4" y="198"/>
                  </a:lnTo>
                  <a:close/>
                  <a:moveTo>
                    <a:pt x="76" y="163"/>
                  </a:moveTo>
                  <a:lnTo>
                    <a:pt x="76" y="163"/>
                  </a:lnTo>
                  <a:lnTo>
                    <a:pt x="76" y="161"/>
                  </a:lnTo>
                  <a:lnTo>
                    <a:pt x="74" y="158"/>
                  </a:lnTo>
                  <a:lnTo>
                    <a:pt x="74" y="156"/>
                  </a:lnTo>
                  <a:lnTo>
                    <a:pt x="74" y="156"/>
                  </a:lnTo>
                  <a:lnTo>
                    <a:pt x="70" y="156"/>
                  </a:lnTo>
                  <a:lnTo>
                    <a:pt x="70" y="156"/>
                  </a:lnTo>
                  <a:lnTo>
                    <a:pt x="68" y="158"/>
                  </a:lnTo>
                  <a:lnTo>
                    <a:pt x="66" y="160"/>
                  </a:lnTo>
                  <a:lnTo>
                    <a:pt x="68" y="161"/>
                  </a:lnTo>
                  <a:lnTo>
                    <a:pt x="68" y="161"/>
                  </a:lnTo>
                  <a:lnTo>
                    <a:pt x="70" y="161"/>
                  </a:lnTo>
                  <a:lnTo>
                    <a:pt x="70" y="163"/>
                  </a:lnTo>
                  <a:lnTo>
                    <a:pt x="70" y="163"/>
                  </a:lnTo>
                  <a:lnTo>
                    <a:pt x="72" y="163"/>
                  </a:lnTo>
                  <a:lnTo>
                    <a:pt x="74" y="163"/>
                  </a:lnTo>
                  <a:lnTo>
                    <a:pt x="74" y="165"/>
                  </a:lnTo>
                  <a:lnTo>
                    <a:pt x="74" y="165"/>
                  </a:lnTo>
                  <a:lnTo>
                    <a:pt x="76" y="167"/>
                  </a:lnTo>
                  <a:lnTo>
                    <a:pt x="76" y="169"/>
                  </a:lnTo>
                  <a:lnTo>
                    <a:pt x="78" y="169"/>
                  </a:lnTo>
                  <a:lnTo>
                    <a:pt x="76" y="163"/>
                  </a:lnTo>
                  <a:close/>
                  <a:moveTo>
                    <a:pt x="78" y="141"/>
                  </a:moveTo>
                  <a:lnTo>
                    <a:pt x="78" y="142"/>
                  </a:lnTo>
                  <a:lnTo>
                    <a:pt x="78" y="144"/>
                  </a:lnTo>
                  <a:lnTo>
                    <a:pt x="78" y="146"/>
                  </a:lnTo>
                  <a:lnTo>
                    <a:pt x="78" y="146"/>
                  </a:lnTo>
                  <a:lnTo>
                    <a:pt x="80" y="148"/>
                  </a:lnTo>
                  <a:lnTo>
                    <a:pt x="80" y="150"/>
                  </a:lnTo>
                  <a:lnTo>
                    <a:pt x="80" y="150"/>
                  </a:lnTo>
                  <a:lnTo>
                    <a:pt x="82" y="150"/>
                  </a:lnTo>
                  <a:lnTo>
                    <a:pt x="82" y="148"/>
                  </a:lnTo>
                  <a:lnTo>
                    <a:pt x="82" y="144"/>
                  </a:lnTo>
                  <a:lnTo>
                    <a:pt x="82" y="144"/>
                  </a:lnTo>
                  <a:lnTo>
                    <a:pt x="82" y="142"/>
                  </a:lnTo>
                  <a:lnTo>
                    <a:pt x="82" y="142"/>
                  </a:lnTo>
                  <a:lnTo>
                    <a:pt x="82" y="141"/>
                  </a:lnTo>
                  <a:lnTo>
                    <a:pt x="82" y="141"/>
                  </a:lnTo>
                  <a:lnTo>
                    <a:pt x="82" y="141"/>
                  </a:lnTo>
                  <a:lnTo>
                    <a:pt x="80" y="141"/>
                  </a:lnTo>
                  <a:lnTo>
                    <a:pt x="80" y="141"/>
                  </a:lnTo>
                  <a:lnTo>
                    <a:pt x="78" y="141"/>
                  </a:lnTo>
                  <a:lnTo>
                    <a:pt x="78" y="141"/>
                  </a:lnTo>
                  <a:close/>
                  <a:moveTo>
                    <a:pt x="152" y="133"/>
                  </a:moveTo>
                  <a:lnTo>
                    <a:pt x="152" y="133"/>
                  </a:lnTo>
                  <a:lnTo>
                    <a:pt x="150" y="133"/>
                  </a:lnTo>
                  <a:lnTo>
                    <a:pt x="150" y="135"/>
                  </a:lnTo>
                  <a:lnTo>
                    <a:pt x="152" y="133"/>
                  </a:lnTo>
                  <a:close/>
                  <a:moveTo>
                    <a:pt x="44" y="83"/>
                  </a:moveTo>
                  <a:lnTo>
                    <a:pt x="44" y="82"/>
                  </a:lnTo>
                  <a:lnTo>
                    <a:pt x="44" y="82"/>
                  </a:lnTo>
                  <a:lnTo>
                    <a:pt x="44" y="80"/>
                  </a:lnTo>
                  <a:lnTo>
                    <a:pt x="44" y="80"/>
                  </a:lnTo>
                  <a:lnTo>
                    <a:pt x="46" y="78"/>
                  </a:lnTo>
                  <a:lnTo>
                    <a:pt x="47" y="76"/>
                  </a:lnTo>
                  <a:lnTo>
                    <a:pt x="47" y="74"/>
                  </a:lnTo>
                  <a:lnTo>
                    <a:pt x="47" y="70"/>
                  </a:lnTo>
                  <a:lnTo>
                    <a:pt x="47" y="68"/>
                  </a:lnTo>
                  <a:lnTo>
                    <a:pt x="47" y="68"/>
                  </a:lnTo>
                  <a:lnTo>
                    <a:pt x="47" y="66"/>
                  </a:lnTo>
                  <a:lnTo>
                    <a:pt x="47" y="66"/>
                  </a:lnTo>
                  <a:lnTo>
                    <a:pt x="46" y="66"/>
                  </a:lnTo>
                  <a:lnTo>
                    <a:pt x="46" y="66"/>
                  </a:lnTo>
                  <a:lnTo>
                    <a:pt x="46" y="66"/>
                  </a:lnTo>
                  <a:lnTo>
                    <a:pt x="44" y="66"/>
                  </a:lnTo>
                  <a:lnTo>
                    <a:pt x="44" y="66"/>
                  </a:lnTo>
                  <a:lnTo>
                    <a:pt x="44" y="68"/>
                  </a:lnTo>
                  <a:lnTo>
                    <a:pt x="44" y="70"/>
                  </a:lnTo>
                  <a:lnTo>
                    <a:pt x="42" y="76"/>
                  </a:lnTo>
                  <a:lnTo>
                    <a:pt x="42" y="76"/>
                  </a:lnTo>
                  <a:lnTo>
                    <a:pt x="42" y="78"/>
                  </a:lnTo>
                  <a:lnTo>
                    <a:pt x="44" y="83"/>
                  </a:lnTo>
                  <a:lnTo>
                    <a:pt x="44" y="83"/>
                  </a:lnTo>
                  <a:close/>
                  <a:moveTo>
                    <a:pt x="190" y="23"/>
                  </a:moveTo>
                  <a:lnTo>
                    <a:pt x="188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3"/>
                  </a:lnTo>
                  <a:close/>
                  <a:moveTo>
                    <a:pt x="68" y="116"/>
                  </a:moveTo>
                  <a:lnTo>
                    <a:pt x="68" y="116"/>
                  </a:lnTo>
                  <a:lnTo>
                    <a:pt x="68" y="114"/>
                  </a:lnTo>
                  <a:lnTo>
                    <a:pt x="68" y="112"/>
                  </a:lnTo>
                  <a:lnTo>
                    <a:pt x="70" y="112"/>
                  </a:lnTo>
                  <a:lnTo>
                    <a:pt x="70" y="110"/>
                  </a:lnTo>
                  <a:lnTo>
                    <a:pt x="72" y="106"/>
                  </a:lnTo>
                  <a:lnTo>
                    <a:pt x="70" y="102"/>
                  </a:lnTo>
                  <a:lnTo>
                    <a:pt x="70" y="101"/>
                  </a:lnTo>
                  <a:lnTo>
                    <a:pt x="70" y="97"/>
                  </a:lnTo>
                  <a:lnTo>
                    <a:pt x="70" y="93"/>
                  </a:lnTo>
                  <a:lnTo>
                    <a:pt x="70" y="91"/>
                  </a:lnTo>
                  <a:lnTo>
                    <a:pt x="70" y="89"/>
                  </a:lnTo>
                  <a:lnTo>
                    <a:pt x="70" y="87"/>
                  </a:lnTo>
                  <a:lnTo>
                    <a:pt x="68" y="85"/>
                  </a:lnTo>
                  <a:lnTo>
                    <a:pt x="68" y="83"/>
                  </a:lnTo>
                  <a:lnTo>
                    <a:pt x="68" y="82"/>
                  </a:lnTo>
                  <a:lnTo>
                    <a:pt x="68" y="80"/>
                  </a:lnTo>
                  <a:lnTo>
                    <a:pt x="68" y="78"/>
                  </a:lnTo>
                  <a:lnTo>
                    <a:pt x="66" y="76"/>
                  </a:lnTo>
                  <a:lnTo>
                    <a:pt x="66" y="74"/>
                  </a:lnTo>
                  <a:lnTo>
                    <a:pt x="66" y="74"/>
                  </a:lnTo>
                  <a:lnTo>
                    <a:pt x="65" y="74"/>
                  </a:lnTo>
                  <a:lnTo>
                    <a:pt x="65" y="72"/>
                  </a:lnTo>
                  <a:lnTo>
                    <a:pt x="65" y="72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1" y="74"/>
                  </a:lnTo>
                  <a:lnTo>
                    <a:pt x="61" y="74"/>
                  </a:lnTo>
                  <a:lnTo>
                    <a:pt x="61" y="72"/>
                  </a:lnTo>
                  <a:lnTo>
                    <a:pt x="61" y="72"/>
                  </a:lnTo>
                  <a:lnTo>
                    <a:pt x="61" y="72"/>
                  </a:lnTo>
                  <a:lnTo>
                    <a:pt x="63" y="66"/>
                  </a:lnTo>
                  <a:lnTo>
                    <a:pt x="63" y="66"/>
                  </a:lnTo>
                  <a:lnTo>
                    <a:pt x="65" y="66"/>
                  </a:lnTo>
                  <a:lnTo>
                    <a:pt x="65" y="66"/>
                  </a:lnTo>
                  <a:lnTo>
                    <a:pt x="66" y="66"/>
                  </a:lnTo>
                  <a:lnTo>
                    <a:pt x="66" y="68"/>
                  </a:lnTo>
                  <a:lnTo>
                    <a:pt x="66" y="68"/>
                  </a:lnTo>
                  <a:lnTo>
                    <a:pt x="68" y="68"/>
                  </a:lnTo>
                  <a:lnTo>
                    <a:pt x="68" y="66"/>
                  </a:lnTo>
                  <a:lnTo>
                    <a:pt x="68" y="64"/>
                  </a:lnTo>
                  <a:lnTo>
                    <a:pt x="66" y="63"/>
                  </a:lnTo>
                  <a:lnTo>
                    <a:pt x="65" y="63"/>
                  </a:lnTo>
                  <a:lnTo>
                    <a:pt x="65" y="61"/>
                  </a:lnTo>
                  <a:lnTo>
                    <a:pt x="66" y="59"/>
                  </a:lnTo>
                  <a:lnTo>
                    <a:pt x="68" y="59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8" y="59"/>
                  </a:lnTo>
                  <a:lnTo>
                    <a:pt x="68" y="61"/>
                  </a:lnTo>
                  <a:lnTo>
                    <a:pt x="68" y="61"/>
                  </a:lnTo>
                  <a:lnTo>
                    <a:pt x="70" y="63"/>
                  </a:lnTo>
                  <a:lnTo>
                    <a:pt x="70" y="63"/>
                  </a:lnTo>
                  <a:lnTo>
                    <a:pt x="70" y="61"/>
                  </a:lnTo>
                  <a:lnTo>
                    <a:pt x="70" y="61"/>
                  </a:lnTo>
                  <a:lnTo>
                    <a:pt x="72" y="61"/>
                  </a:lnTo>
                  <a:lnTo>
                    <a:pt x="74" y="61"/>
                  </a:lnTo>
                  <a:lnTo>
                    <a:pt x="76" y="59"/>
                  </a:lnTo>
                  <a:lnTo>
                    <a:pt x="76" y="55"/>
                  </a:lnTo>
                  <a:lnTo>
                    <a:pt x="76" y="53"/>
                  </a:lnTo>
                  <a:lnTo>
                    <a:pt x="76" y="45"/>
                  </a:lnTo>
                  <a:lnTo>
                    <a:pt x="78" y="44"/>
                  </a:lnTo>
                  <a:lnTo>
                    <a:pt x="80" y="40"/>
                  </a:lnTo>
                  <a:lnTo>
                    <a:pt x="80" y="40"/>
                  </a:lnTo>
                  <a:lnTo>
                    <a:pt x="76" y="38"/>
                  </a:lnTo>
                  <a:lnTo>
                    <a:pt x="76" y="36"/>
                  </a:lnTo>
                  <a:lnTo>
                    <a:pt x="74" y="34"/>
                  </a:lnTo>
                  <a:lnTo>
                    <a:pt x="72" y="36"/>
                  </a:lnTo>
                  <a:lnTo>
                    <a:pt x="70" y="34"/>
                  </a:lnTo>
                  <a:lnTo>
                    <a:pt x="70" y="34"/>
                  </a:lnTo>
                  <a:lnTo>
                    <a:pt x="70" y="32"/>
                  </a:lnTo>
                  <a:lnTo>
                    <a:pt x="70" y="30"/>
                  </a:lnTo>
                  <a:lnTo>
                    <a:pt x="72" y="30"/>
                  </a:lnTo>
                  <a:lnTo>
                    <a:pt x="72" y="32"/>
                  </a:lnTo>
                  <a:lnTo>
                    <a:pt x="72" y="34"/>
                  </a:lnTo>
                  <a:lnTo>
                    <a:pt x="74" y="32"/>
                  </a:lnTo>
                  <a:lnTo>
                    <a:pt x="76" y="32"/>
                  </a:lnTo>
                  <a:lnTo>
                    <a:pt x="76" y="30"/>
                  </a:lnTo>
                  <a:lnTo>
                    <a:pt x="76" y="30"/>
                  </a:lnTo>
                  <a:lnTo>
                    <a:pt x="78" y="28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78" y="21"/>
                  </a:lnTo>
                  <a:lnTo>
                    <a:pt x="78" y="17"/>
                  </a:lnTo>
                  <a:lnTo>
                    <a:pt x="78" y="13"/>
                  </a:lnTo>
                  <a:lnTo>
                    <a:pt x="76" y="11"/>
                  </a:lnTo>
                  <a:lnTo>
                    <a:pt x="76" y="11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2" y="9"/>
                  </a:lnTo>
                  <a:lnTo>
                    <a:pt x="72" y="11"/>
                  </a:lnTo>
                  <a:lnTo>
                    <a:pt x="72" y="11"/>
                  </a:lnTo>
                  <a:lnTo>
                    <a:pt x="72" y="11"/>
                  </a:lnTo>
                  <a:lnTo>
                    <a:pt x="72" y="13"/>
                  </a:lnTo>
                  <a:lnTo>
                    <a:pt x="72" y="13"/>
                  </a:lnTo>
                  <a:lnTo>
                    <a:pt x="72" y="13"/>
                  </a:lnTo>
                  <a:lnTo>
                    <a:pt x="72" y="13"/>
                  </a:lnTo>
                  <a:lnTo>
                    <a:pt x="70" y="11"/>
                  </a:lnTo>
                  <a:lnTo>
                    <a:pt x="70" y="13"/>
                  </a:lnTo>
                  <a:lnTo>
                    <a:pt x="68" y="13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66" y="15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5" y="19"/>
                  </a:lnTo>
                  <a:lnTo>
                    <a:pt x="63" y="21"/>
                  </a:lnTo>
                  <a:lnTo>
                    <a:pt x="63" y="21"/>
                  </a:lnTo>
                  <a:lnTo>
                    <a:pt x="63" y="23"/>
                  </a:lnTo>
                  <a:lnTo>
                    <a:pt x="63" y="23"/>
                  </a:lnTo>
                  <a:lnTo>
                    <a:pt x="63" y="25"/>
                  </a:lnTo>
                  <a:lnTo>
                    <a:pt x="63" y="26"/>
                  </a:lnTo>
                  <a:lnTo>
                    <a:pt x="63" y="26"/>
                  </a:lnTo>
                  <a:lnTo>
                    <a:pt x="61" y="28"/>
                  </a:lnTo>
                  <a:lnTo>
                    <a:pt x="59" y="32"/>
                  </a:lnTo>
                  <a:lnTo>
                    <a:pt x="57" y="34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8"/>
                  </a:lnTo>
                  <a:lnTo>
                    <a:pt x="59" y="42"/>
                  </a:lnTo>
                  <a:lnTo>
                    <a:pt x="59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9" y="51"/>
                  </a:lnTo>
                  <a:lnTo>
                    <a:pt x="59" y="51"/>
                  </a:lnTo>
                  <a:lnTo>
                    <a:pt x="59" y="51"/>
                  </a:lnTo>
                  <a:lnTo>
                    <a:pt x="59" y="51"/>
                  </a:lnTo>
                  <a:lnTo>
                    <a:pt x="57" y="55"/>
                  </a:lnTo>
                  <a:lnTo>
                    <a:pt x="55" y="61"/>
                  </a:lnTo>
                  <a:lnTo>
                    <a:pt x="55" y="63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57" y="66"/>
                  </a:lnTo>
                  <a:lnTo>
                    <a:pt x="55" y="68"/>
                  </a:lnTo>
                  <a:lnTo>
                    <a:pt x="55" y="74"/>
                  </a:lnTo>
                  <a:lnTo>
                    <a:pt x="55" y="76"/>
                  </a:lnTo>
                  <a:lnTo>
                    <a:pt x="53" y="78"/>
                  </a:lnTo>
                  <a:lnTo>
                    <a:pt x="53" y="80"/>
                  </a:lnTo>
                  <a:lnTo>
                    <a:pt x="51" y="80"/>
                  </a:lnTo>
                  <a:lnTo>
                    <a:pt x="49" y="80"/>
                  </a:lnTo>
                  <a:lnTo>
                    <a:pt x="49" y="82"/>
                  </a:lnTo>
                  <a:lnTo>
                    <a:pt x="47" y="82"/>
                  </a:lnTo>
                  <a:lnTo>
                    <a:pt x="47" y="83"/>
                  </a:lnTo>
                  <a:lnTo>
                    <a:pt x="49" y="87"/>
                  </a:lnTo>
                  <a:lnTo>
                    <a:pt x="49" y="93"/>
                  </a:lnTo>
                  <a:lnTo>
                    <a:pt x="49" y="95"/>
                  </a:lnTo>
                  <a:lnTo>
                    <a:pt x="51" y="95"/>
                  </a:lnTo>
                  <a:lnTo>
                    <a:pt x="51" y="97"/>
                  </a:lnTo>
                  <a:lnTo>
                    <a:pt x="51" y="97"/>
                  </a:lnTo>
                  <a:lnTo>
                    <a:pt x="51" y="97"/>
                  </a:lnTo>
                  <a:lnTo>
                    <a:pt x="51" y="97"/>
                  </a:lnTo>
                  <a:lnTo>
                    <a:pt x="49" y="97"/>
                  </a:lnTo>
                  <a:lnTo>
                    <a:pt x="49" y="99"/>
                  </a:lnTo>
                  <a:lnTo>
                    <a:pt x="49" y="99"/>
                  </a:lnTo>
                  <a:lnTo>
                    <a:pt x="49" y="99"/>
                  </a:lnTo>
                  <a:lnTo>
                    <a:pt x="47" y="101"/>
                  </a:lnTo>
                  <a:lnTo>
                    <a:pt x="46" y="102"/>
                  </a:lnTo>
                  <a:lnTo>
                    <a:pt x="46" y="125"/>
                  </a:lnTo>
                  <a:lnTo>
                    <a:pt x="46" y="127"/>
                  </a:lnTo>
                  <a:lnTo>
                    <a:pt x="47" y="129"/>
                  </a:lnTo>
                  <a:lnTo>
                    <a:pt x="49" y="129"/>
                  </a:lnTo>
                  <a:lnTo>
                    <a:pt x="51" y="129"/>
                  </a:lnTo>
                  <a:lnTo>
                    <a:pt x="53" y="131"/>
                  </a:lnTo>
                  <a:lnTo>
                    <a:pt x="53" y="131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1" y="133"/>
                  </a:lnTo>
                  <a:lnTo>
                    <a:pt x="51" y="133"/>
                  </a:lnTo>
                  <a:lnTo>
                    <a:pt x="49" y="133"/>
                  </a:lnTo>
                  <a:lnTo>
                    <a:pt x="49" y="133"/>
                  </a:lnTo>
                  <a:lnTo>
                    <a:pt x="49" y="135"/>
                  </a:lnTo>
                  <a:lnTo>
                    <a:pt x="49" y="135"/>
                  </a:lnTo>
                  <a:lnTo>
                    <a:pt x="51" y="135"/>
                  </a:lnTo>
                  <a:lnTo>
                    <a:pt x="51" y="135"/>
                  </a:lnTo>
                  <a:lnTo>
                    <a:pt x="51" y="135"/>
                  </a:lnTo>
                  <a:lnTo>
                    <a:pt x="53" y="139"/>
                  </a:lnTo>
                  <a:lnTo>
                    <a:pt x="53" y="141"/>
                  </a:lnTo>
                  <a:lnTo>
                    <a:pt x="51" y="141"/>
                  </a:lnTo>
                  <a:lnTo>
                    <a:pt x="51" y="142"/>
                  </a:lnTo>
                  <a:lnTo>
                    <a:pt x="49" y="142"/>
                  </a:lnTo>
                  <a:lnTo>
                    <a:pt x="47" y="142"/>
                  </a:lnTo>
                  <a:lnTo>
                    <a:pt x="47" y="142"/>
                  </a:lnTo>
                  <a:lnTo>
                    <a:pt x="47" y="142"/>
                  </a:lnTo>
                  <a:lnTo>
                    <a:pt x="47" y="142"/>
                  </a:lnTo>
                  <a:lnTo>
                    <a:pt x="47" y="142"/>
                  </a:lnTo>
                  <a:lnTo>
                    <a:pt x="46" y="142"/>
                  </a:lnTo>
                  <a:lnTo>
                    <a:pt x="46" y="142"/>
                  </a:lnTo>
                  <a:lnTo>
                    <a:pt x="47" y="141"/>
                  </a:lnTo>
                  <a:lnTo>
                    <a:pt x="46" y="139"/>
                  </a:lnTo>
                  <a:lnTo>
                    <a:pt x="46" y="137"/>
                  </a:lnTo>
                  <a:lnTo>
                    <a:pt x="46" y="139"/>
                  </a:lnTo>
                  <a:lnTo>
                    <a:pt x="44" y="139"/>
                  </a:lnTo>
                  <a:lnTo>
                    <a:pt x="44" y="139"/>
                  </a:lnTo>
                  <a:lnTo>
                    <a:pt x="42" y="139"/>
                  </a:lnTo>
                  <a:lnTo>
                    <a:pt x="42" y="141"/>
                  </a:lnTo>
                  <a:lnTo>
                    <a:pt x="40" y="144"/>
                  </a:lnTo>
                  <a:lnTo>
                    <a:pt x="38" y="146"/>
                  </a:lnTo>
                  <a:lnTo>
                    <a:pt x="40" y="156"/>
                  </a:lnTo>
                  <a:lnTo>
                    <a:pt x="38" y="158"/>
                  </a:lnTo>
                  <a:lnTo>
                    <a:pt x="38" y="160"/>
                  </a:lnTo>
                  <a:lnTo>
                    <a:pt x="38" y="160"/>
                  </a:lnTo>
                  <a:lnTo>
                    <a:pt x="38" y="161"/>
                  </a:lnTo>
                  <a:lnTo>
                    <a:pt x="38" y="163"/>
                  </a:lnTo>
                  <a:lnTo>
                    <a:pt x="38" y="165"/>
                  </a:lnTo>
                  <a:lnTo>
                    <a:pt x="38" y="165"/>
                  </a:lnTo>
                  <a:lnTo>
                    <a:pt x="38" y="171"/>
                  </a:lnTo>
                  <a:lnTo>
                    <a:pt x="36" y="171"/>
                  </a:lnTo>
                  <a:lnTo>
                    <a:pt x="36" y="171"/>
                  </a:lnTo>
                  <a:lnTo>
                    <a:pt x="36" y="171"/>
                  </a:lnTo>
                  <a:lnTo>
                    <a:pt x="36" y="169"/>
                  </a:lnTo>
                  <a:lnTo>
                    <a:pt x="36" y="169"/>
                  </a:lnTo>
                  <a:lnTo>
                    <a:pt x="34" y="169"/>
                  </a:lnTo>
                  <a:lnTo>
                    <a:pt x="34" y="167"/>
                  </a:lnTo>
                  <a:lnTo>
                    <a:pt x="32" y="165"/>
                  </a:lnTo>
                  <a:lnTo>
                    <a:pt x="32" y="165"/>
                  </a:lnTo>
                  <a:lnTo>
                    <a:pt x="32" y="165"/>
                  </a:lnTo>
                  <a:lnTo>
                    <a:pt x="30" y="169"/>
                  </a:lnTo>
                  <a:lnTo>
                    <a:pt x="28" y="171"/>
                  </a:lnTo>
                  <a:lnTo>
                    <a:pt x="28" y="171"/>
                  </a:lnTo>
                  <a:lnTo>
                    <a:pt x="28" y="173"/>
                  </a:lnTo>
                  <a:lnTo>
                    <a:pt x="28" y="173"/>
                  </a:lnTo>
                  <a:lnTo>
                    <a:pt x="28" y="173"/>
                  </a:lnTo>
                  <a:lnTo>
                    <a:pt x="28" y="173"/>
                  </a:lnTo>
                  <a:lnTo>
                    <a:pt x="28" y="173"/>
                  </a:lnTo>
                  <a:lnTo>
                    <a:pt x="28" y="173"/>
                  </a:lnTo>
                  <a:lnTo>
                    <a:pt x="30" y="175"/>
                  </a:lnTo>
                  <a:lnTo>
                    <a:pt x="30" y="175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79"/>
                  </a:lnTo>
                  <a:lnTo>
                    <a:pt x="32" y="184"/>
                  </a:lnTo>
                  <a:lnTo>
                    <a:pt x="32" y="184"/>
                  </a:lnTo>
                  <a:lnTo>
                    <a:pt x="34" y="186"/>
                  </a:lnTo>
                  <a:lnTo>
                    <a:pt x="34" y="186"/>
                  </a:lnTo>
                  <a:lnTo>
                    <a:pt x="34" y="186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36" y="188"/>
                  </a:lnTo>
                  <a:lnTo>
                    <a:pt x="36" y="190"/>
                  </a:lnTo>
                  <a:lnTo>
                    <a:pt x="36" y="190"/>
                  </a:lnTo>
                  <a:lnTo>
                    <a:pt x="36" y="192"/>
                  </a:lnTo>
                  <a:lnTo>
                    <a:pt x="38" y="192"/>
                  </a:lnTo>
                  <a:lnTo>
                    <a:pt x="40" y="192"/>
                  </a:lnTo>
                  <a:lnTo>
                    <a:pt x="40" y="194"/>
                  </a:lnTo>
                  <a:lnTo>
                    <a:pt x="40" y="194"/>
                  </a:lnTo>
                  <a:lnTo>
                    <a:pt x="38" y="194"/>
                  </a:lnTo>
                  <a:lnTo>
                    <a:pt x="38" y="194"/>
                  </a:lnTo>
                  <a:lnTo>
                    <a:pt x="38" y="196"/>
                  </a:lnTo>
                  <a:lnTo>
                    <a:pt x="38" y="196"/>
                  </a:lnTo>
                  <a:lnTo>
                    <a:pt x="38" y="198"/>
                  </a:lnTo>
                  <a:lnTo>
                    <a:pt x="38" y="198"/>
                  </a:lnTo>
                  <a:lnTo>
                    <a:pt x="40" y="199"/>
                  </a:lnTo>
                  <a:lnTo>
                    <a:pt x="40" y="199"/>
                  </a:lnTo>
                  <a:lnTo>
                    <a:pt x="40" y="199"/>
                  </a:lnTo>
                  <a:lnTo>
                    <a:pt x="40" y="201"/>
                  </a:lnTo>
                  <a:lnTo>
                    <a:pt x="40" y="201"/>
                  </a:lnTo>
                  <a:lnTo>
                    <a:pt x="44" y="205"/>
                  </a:lnTo>
                  <a:lnTo>
                    <a:pt x="44" y="205"/>
                  </a:lnTo>
                  <a:lnTo>
                    <a:pt x="46" y="205"/>
                  </a:lnTo>
                  <a:lnTo>
                    <a:pt x="46" y="205"/>
                  </a:lnTo>
                  <a:lnTo>
                    <a:pt x="46" y="207"/>
                  </a:lnTo>
                  <a:lnTo>
                    <a:pt x="47" y="205"/>
                  </a:lnTo>
                  <a:lnTo>
                    <a:pt x="47" y="203"/>
                  </a:lnTo>
                  <a:lnTo>
                    <a:pt x="49" y="201"/>
                  </a:lnTo>
                  <a:lnTo>
                    <a:pt x="49" y="198"/>
                  </a:lnTo>
                  <a:lnTo>
                    <a:pt x="49" y="198"/>
                  </a:lnTo>
                  <a:lnTo>
                    <a:pt x="49" y="196"/>
                  </a:lnTo>
                  <a:lnTo>
                    <a:pt x="51" y="196"/>
                  </a:lnTo>
                  <a:lnTo>
                    <a:pt x="51" y="194"/>
                  </a:lnTo>
                  <a:lnTo>
                    <a:pt x="49" y="190"/>
                  </a:lnTo>
                  <a:lnTo>
                    <a:pt x="49" y="190"/>
                  </a:lnTo>
                  <a:lnTo>
                    <a:pt x="49" y="188"/>
                  </a:lnTo>
                  <a:lnTo>
                    <a:pt x="47" y="188"/>
                  </a:lnTo>
                  <a:lnTo>
                    <a:pt x="47" y="190"/>
                  </a:lnTo>
                  <a:lnTo>
                    <a:pt x="47" y="192"/>
                  </a:lnTo>
                  <a:lnTo>
                    <a:pt x="47" y="192"/>
                  </a:lnTo>
                  <a:lnTo>
                    <a:pt x="46" y="192"/>
                  </a:lnTo>
                  <a:lnTo>
                    <a:pt x="46" y="192"/>
                  </a:lnTo>
                  <a:lnTo>
                    <a:pt x="46" y="194"/>
                  </a:lnTo>
                  <a:lnTo>
                    <a:pt x="46" y="196"/>
                  </a:lnTo>
                  <a:lnTo>
                    <a:pt x="44" y="196"/>
                  </a:lnTo>
                  <a:lnTo>
                    <a:pt x="44" y="196"/>
                  </a:lnTo>
                  <a:lnTo>
                    <a:pt x="44" y="196"/>
                  </a:lnTo>
                  <a:lnTo>
                    <a:pt x="44" y="194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46" y="188"/>
                  </a:lnTo>
                  <a:lnTo>
                    <a:pt x="47" y="188"/>
                  </a:lnTo>
                  <a:lnTo>
                    <a:pt x="49" y="188"/>
                  </a:lnTo>
                  <a:lnTo>
                    <a:pt x="49" y="186"/>
                  </a:lnTo>
                  <a:lnTo>
                    <a:pt x="53" y="171"/>
                  </a:lnTo>
                  <a:lnTo>
                    <a:pt x="53" y="169"/>
                  </a:lnTo>
                  <a:lnTo>
                    <a:pt x="53" y="167"/>
                  </a:lnTo>
                  <a:lnTo>
                    <a:pt x="53" y="165"/>
                  </a:lnTo>
                  <a:lnTo>
                    <a:pt x="51" y="165"/>
                  </a:lnTo>
                  <a:lnTo>
                    <a:pt x="49" y="165"/>
                  </a:lnTo>
                  <a:lnTo>
                    <a:pt x="49" y="165"/>
                  </a:lnTo>
                  <a:lnTo>
                    <a:pt x="49" y="167"/>
                  </a:lnTo>
                  <a:lnTo>
                    <a:pt x="49" y="171"/>
                  </a:lnTo>
                  <a:lnTo>
                    <a:pt x="47" y="171"/>
                  </a:lnTo>
                  <a:lnTo>
                    <a:pt x="47" y="163"/>
                  </a:lnTo>
                  <a:lnTo>
                    <a:pt x="47" y="161"/>
                  </a:lnTo>
                  <a:lnTo>
                    <a:pt x="49" y="160"/>
                  </a:lnTo>
                  <a:lnTo>
                    <a:pt x="51" y="158"/>
                  </a:lnTo>
                  <a:lnTo>
                    <a:pt x="49" y="158"/>
                  </a:lnTo>
                  <a:lnTo>
                    <a:pt x="49" y="156"/>
                  </a:lnTo>
                  <a:lnTo>
                    <a:pt x="51" y="156"/>
                  </a:lnTo>
                  <a:lnTo>
                    <a:pt x="51" y="156"/>
                  </a:lnTo>
                  <a:lnTo>
                    <a:pt x="53" y="156"/>
                  </a:lnTo>
                  <a:lnTo>
                    <a:pt x="51" y="154"/>
                  </a:lnTo>
                  <a:lnTo>
                    <a:pt x="49" y="152"/>
                  </a:lnTo>
                  <a:lnTo>
                    <a:pt x="51" y="152"/>
                  </a:lnTo>
                  <a:lnTo>
                    <a:pt x="51" y="152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5" y="150"/>
                  </a:lnTo>
                  <a:lnTo>
                    <a:pt x="55" y="148"/>
                  </a:lnTo>
                  <a:lnTo>
                    <a:pt x="57" y="148"/>
                  </a:lnTo>
                  <a:lnTo>
                    <a:pt x="57" y="148"/>
                  </a:lnTo>
                  <a:lnTo>
                    <a:pt x="57" y="146"/>
                  </a:lnTo>
                  <a:lnTo>
                    <a:pt x="57" y="144"/>
                  </a:lnTo>
                  <a:lnTo>
                    <a:pt x="59" y="142"/>
                  </a:lnTo>
                  <a:lnTo>
                    <a:pt x="61" y="142"/>
                  </a:lnTo>
                  <a:lnTo>
                    <a:pt x="61" y="141"/>
                  </a:lnTo>
                  <a:lnTo>
                    <a:pt x="63" y="141"/>
                  </a:lnTo>
                  <a:lnTo>
                    <a:pt x="63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61" y="137"/>
                  </a:lnTo>
                  <a:lnTo>
                    <a:pt x="61" y="137"/>
                  </a:lnTo>
                  <a:lnTo>
                    <a:pt x="61" y="135"/>
                  </a:lnTo>
                  <a:lnTo>
                    <a:pt x="63" y="135"/>
                  </a:lnTo>
                  <a:lnTo>
                    <a:pt x="63" y="133"/>
                  </a:lnTo>
                  <a:lnTo>
                    <a:pt x="63" y="133"/>
                  </a:lnTo>
                  <a:lnTo>
                    <a:pt x="63" y="131"/>
                  </a:lnTo>
                  <a:lnTo>
                    <a:pt x="61" y="131"/>
                  </a:lnTo>
                  <a:lnTo>
                    <a:pt x="61" y="131"/>
                  </a:lnTo>
                  <a:lnTo>
                    <a:pt x="61" y="129"/>
                  </a:lnTo>
                  <a:lnTo>
                    <a:pt x="61" y="129"/>
                  </a:lnTo>
                  <a:lnTo>
                    <a:pt x="61" y="129"/>
                  </a:lnTo>
                  <a:lnTo>
                    <a:pt x="63" y="129"/>
                  </a:lnTo>
                  <a:lnTo>
                    <a:pt x="63" y="127"/>
                  </a:lnTo>
                  <a:lnTo>
                    <a:pt x="65" y="127"/>
                  </a:lnTo>
                  <a:lnTo>
                    <a:pt x="65" y="127"/>
                  </a:lnTo>
                  <a:lnTo>
                    <a:pt x="63" y="127"/>
                  </a:lnTo>
                  <a:lnTo>
                    <a:pt x="63" y="125"/>
                  </a:lnTo>
                  <a:lnTo>
                    <a:pt x="63" y="125"/>
                  </a:lnTo>
                  <a:lnTo>
                    <a:pt x="61" y="123"/>
                  </a:lnTo>
                  <a:lnTo>
                    <a:pt x="61" y="123"/>
                  </a:lnTo>
                  <a:lnTo>
                    <a:pt x="59" y="123"/>
                  </a:lnTo>
                  <a:lnTo>
                    <a:pt x="59" y="120"/>
                  </a:lnTo>
                  <a:lnTo>
                    <a:pt x="57" y="120"/>
                  </a:lnTo>
                  <a:lnTo>
                    <a:pt x="57" y="118"/>
                  </a:lnTo>
                  <a:lnTo>
                    <a:pt x="61" y="118"/>
                  </a:lnTo>
                  <a:lnTo>
                    <a:pt x="63" y="118"/>
                  </a:lnTo>
                  <a:lnTo>
                    <a:pt x="63" y="116"/>
                  </a:lnTo>
                  <a:lnTo>
                    <a:pt x="63" y="116"/>
                  </a:lnTo>
                  <a:lnTo>
                    <a:pt x="63" y="118"/>
                  </a:lnTo>
                  <a:lnTo>
                    <a:pt x="65" y="118"/>
                  </a:lnTo>
                  <a:lnTo>
                    <a:pt x="65" y="118"/>
                  </a:lnTo>
                  <a:lnTo>
                    <a:pt x="65" y="120"/>
                  </a:lnTo>
                  <a:lnTo>
                    <a:pt x="66" y="120"/>
                  </a:lnTo>
                  <a:lnTo>
                    <a:pt x="66" y="118"/>
                  </a:lnTo>
                  <a:lnTo>
                    <a:pt x="66" y="118"/>
                  </a:lnTo>
                  <a:lnTo>
                    <a:pt x="68" y="116"/>
                  </a:lnTo>
                  <a:close/>
                  <a:moveTo>
                    <a:pt x="74" y="4"/>
                  </a:moveTo>
                  <a:lnTo>
                    <a:pt x="76" y="4"/>
                  </a:lnTo>
                  <a:lnTo>
                    <a:pt x="76" y="2"/>
                  </a:lnTo>
                  <a:lnTo>
                    <a:pt x="76" y="2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0" y="2"/>
                  </a:lnTo>
                  <a:lnTo>
                    <a:pt x="72" y="2"/>
                  </a:lnTo>
                  <a:lnTo>
                    <a:pt x="74" y="4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874" name="Freeform 77">
              <a:extLst>
                <a:ext uri="{FF2B5EF4-FFF2-40B4-BE49-F238E27FC236}">
                  <a16:creationId xmlns:a16="http://schemas.microsoft.com/office/drawing/2014/main" id="{2A7259D5-4230-9BAD-1712-9BE14440D9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550" y="4760913"/>
              <a:ext cx="301625" cy="1031875"/>
            </a:xfrm>
            <a:custGeom>
              <a:avLst/>
              <a:gdLst>
                <a:gd name="T0" fmla="*/ 147 w 190"/>
                <a:gd name="T1" fmla="*/ 605 h 650"/>
                <a:gd name="T2" fmla="*/ 131 w 190"/>
                <a:gd name="T3" fmla="*/ 625 h 650"/>
                <a:gd name="T4" fmla="*/ 143 w 190"/>
                <a:gd name="T5" fmla="*/ 637 h 650"/>
                <a:gd name="T6" fmla="*/ 152 w 190"/>
                <a:gd name="T7" fmla="*/ 645 h 650"/>
                <a:gd name="T8" fmla="*/ 158 w 190"/>
                <a:gd name="T9" fmla="*/ 625 h 650"/>
                <a:gd name="T10" fmla="*/ 135 w 190"/>
                <a:gd name="T11" fmla="*/ 589 h 650"/>
                <a:gd name="T12" fmla="*/ 131 w 190"/>
                <a:gd name="T13" fmla="*/ 603 h 650"/>
                <a:gd name="T14" fmla="*/ 103 w 190"/>
                <a:gd name="T15" fmla="*/ 532 h 650"/>
                <a:gd name="T16" fmla="*/ 106 w 190"/>
                <a:gd name="T17" fmla="*/ 546 h 650"/>
                <a:gd name="T18" fmla="*/ 124 w 190"/>
                <a:gd name="T19" fmla="*/ 534 h 650"/>
                <a:gd name="T20" fmla="*/ 120 w 190"/>
                <a:gd name="T21" fmla="*/ 530 h 650"/>
                <a:gd name="T22" fmla="*/ 118 w 190"/>
                <a:gd name="T23" fmla="*/ 511 h 650"/>
                <a:gd name="T24" fmla="*/ 120 w 190"/>
                <a:gd name="T25" fmla="*/ 527 h 650"/>
                <a:gd name="T26" fmla="*/ 120 w 190"/>
                <a:gd name="T27" fmla="*/ 530 h 650"/>
                <a:gd name="T28" fmla="*/ 78 w 190"/>
                <a:gd name="T29" fmla="*/ 506 h 650"/>
                <a:gd name="T30" fmla="*/ 127 w 190"/>
                <a:gd name="T31" fmla="*/ 492 h 650"/>
                <a:gd name="T32" fmla="*/ 51 w 190"/>
                <a:gd name="T33" fmla="*/ 416 h 650"/>
                <a:gd name="T34" fmla="*/ 57 w 190"/>
                <a:gd name="T35" fmla="*/ 422 h 650"/>
                <a:gd name="T36" fmla="*/ 17 w 190"/>
                <a:gd name="T37" fmla="*/ 274 h 650"/>
                <a:gd name="T38" fmla="*/ 15 w 190"/>
                <a:gd name="T39" fmla="*/ 296 h 650"/>
                <a:gd name="T40" fmla="*/ 30 w 190"/>
                <a:gd name="T41" fmla="*/ 287 h 650"/>
                <a:gd name="T42" fmla="*/ 42 w 190"/>
                <a:gd name="T43" fmla="*/ 207 h 650"/>
                <a:gd name="T44" fmla="*/ 36 w 190"/>
                <a:gd name="T45" fmla="*/ 218 h 650"/>
                <a:gd name="T46" fmla="*/ 0 w 190"/>
                <a:gd name="T47" fmla="*/ 198 h 650"/>
                <a:gd name="T48" fmla="*/ 74 w 190"/>
                <a:gd name="T49" fmla="*/ 156 h 650"/>
                <a:gd name="T50" fmla="*/ 74 w 190"/>
                <a:gd name="T51" fmla="*/ 165 h 650"/>
                <a:gd name="T52" fmla="*/ 80 w 190"/>
                <a:gd name="T53" fmla="*/ 150 h 650"/>
                <a:gd name="T54" fmla="*/ 78 w 190"/>
                <a:gd name="T55" fmla="*/ 141 h 650"/>
                <a:gd name="T56" fmla="*/ 47 w 190"/>
                <a:gd name="T57" fmla="*/ 74 h 650"/>
                <a:gd name="T58" fmla="*/ 42 w 190"/>
                <a:gd name="T59" fmla="*/ 76 h 650"/>
                <a:gd name="T60" fmla="*/ 68 w 190"/>
                <a:gd name="T61" fmla="*/ 112 h 650"/>
                <a:gd name="T62" fmla="*/ 68 w 190"/>
                <a:gd name="T63" fmla="*/ 82 h 650"/>
                <a:gd name="T64" fmla="*/ 61 w 190"/>
                <a:gd name="T65" fmla="*/ 72 h 650"/>
                <a:gd name="T66" fmla="*/ 66 w 190"/>
                <a:gd name="T67" fmla="*/ 63 h 650"/>
                <a:gd name="T68" fmla="*/ 70 w 190"/>
                <a:gd name="T69" fmla="*/ 61 h 650"/>
                <a:gd name="T70" fmla="*/ 72 w 190"/>
                <a:gd name="T71" fmla="*/ 36 h 650"/>
                <a:gd name="T72" fmla="*/ 80 w 190"/>
                <a:gd name="T73" fmla="*/ 26 h 650"/>
                <a:gd name="T74" fmla="*/ 72 w 190"/>
                <a:gd name="T75" fmla="*/ 9 h 650"/>
                <a:gd name="T76" fmla="*/ 66 w 190"/>
                <a:gd name="T77" fmla="*/ 15 h 650"/>
                <a:gd name="T78" fmla="*/ 57 w 190"/>
                <a:gd name="T79" fmla="*/ 34 h 650"/>
                <a:gd name="T80" fmla="*/ 59 w 190"/>
                <a:gd name="T81" fmla="*/ 51 h 650"/>
                <a:gd name="T82" fmla="*/ 51 w 190"/>
                <a:gd name="T83" fmla="*/ 80 h 650"/>
                <a:gd name="T84" fmla="*/ 49 w 190"/>
                <a:gd name="T85" fmla="*/ 97 h 650"/>
                <a:gd name="T86" fmla="*/ 53 w 190"/>
                <a:gd name="T87" fmla="*/ 133 h 650"/>
                <a:gd name="T88" fmla="*/ 51 w 190"/>
                <a:gd name="T89" fmla="*/ 141 h 650"/>
                <a:gd name="T90" fmla="*/ 46 w 190"/>
                <a:gd name="T91" fmla="*/ 139 h 650"/>
                <a:gd name="T92" fmla="*/ 38 w 190"/>
                <a:gd name="T93" fmla="*/ 165 h 650"/>
                <a:gd name="T94" fmla="*/ 30 w 190"/>
                <a:gd name="T95" fmla="*/ 169 h 650"/>
                <a:gd name="T96" fmla="*/ 32 w 190"/>
                <a:gd name="T97" fmla="*/ 179 h 650"/>
                <a:gd name="T98" fmla="*/ 40 w 190"/>
                <a:gd name="T99" fmla="*/ 192 h 650"/>
                <a:gd name="T100" fmla="*/ 40 w 190"/>
                <a:gd name="T101" fmla="*/ 201 h 650"/>
                <a:gd name="T102" fmla="*/ 51 w 190"/>
                <a:gd name="T103" fmla="*/ 194 h 650"/>
                <a:gd name="T104" fmla="*/ 44 w 190"/>
                <a:gd name="T105" fmla="*/ 196 h 650"/>
                <a:gd name="T106" fmla="*/ 51 w 190"/>
                <a:gd name="T107" fmla="*/ 165 h 650"/>
                <a:gd name="T108" fmla="*/ 51 w 190"/>
                <a:gd name="T109" fmla="*/ 156 h 650"/>
                <a:gd name="T110" fmla="*/ 57 w 190"/>
                <a:gd name="T111" fmla="*/ 144 h 650"/>
                <a:gd name="T112" fmla="*/ 63 w 190"/>
                <a:gd name="T113" fmla="*/ 133 h 650"/>
                <a:gd name="T114" fmla="*/ 63 w 190"/>
                <a:gd name="T115" fmla="*/ 125 h 650"/>
                <a:gd name="T116" fmla="*/ 65 w 190"/>
                <a:gd name="T117" fmla="*/ 118 h 650"/>
                <a:gd name="T118" fmla="*/ 72 w 190"/>
                <a:gd name="T119" fmla="*/ 2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90" h="650">
                  <a:moveTo>
                    <a:pt x="156" y="624"/>
                  </a:moveTo>
                  <a:lnTo>
                    <a:pt x="156" y="624"/>
                  </a:lnTo>
                  <a:lnTo>
                    <a:pt x="156" y="620"/>
                  </a:lnTo>
                  <a:lnTo>
                    <a:pt x="154" y="618"/>
                  </a:lnTo>
                  <a:lnTo>
                    <a:pt x="154" y="616"/>
                  </a:lnTo>
                  <a:lnTo>
                    <a:pt x="154" y="612"/>
                  </a:lnTo>
                  <a:lnTo>
                    <a:pt x="152" y="610"/>
                  </a:lnTo>
                  <a:lnTo>
                    <a:pt x="152" y="610"/>
                  </a:lnTo>
                  <a:lnTo>
                    <a:pt x="152" y="608"/>
                  </a:lnTo>
                  <a:lnTo>
                    <a:pt x="150" y="606"/>
                  </a:lnTo>
                  <a:lnTo>
                    <a:pt x="148" y="605"/>
                  </a:lnTo>
                  <a:lnTo>
                    <a:pt x="147" y="605"/>
                  </a:lnTo>
                  <a:lnTo>
                    <a:pt x="147" y="605"/>
                  </a:lnTo>
                  <a:lnTo>
                    <a:pt x="143" y="606"/>
                  </a:lnTo>
                  <a:lnTo>
                    <a:pt x="143" y="606"/>
                  </a:lnTo>
                  <a:lnTo>
                    <a:pt x="141" y="606"/>
                  </a:lnTo>
                  <a:lnTo>
                    <a:pt x="141" y="606"/>
                  </a:lnTo>
                  <a:lnTo>
                    <a:pt x="139" y="608"/>
                  </a:lnTo>
                  <a:lnTo>
                    <a:pt x="139" y="608"/>
                  </a:lnTo>
                  <a:lnTo>
                    <a:pt x="139" y="608"/>
                  </a:lnTo>
                  <a:lnTo>
                    <a:pt x="137" y="608"/>
                  </a:lnTo>
                  <a:lnTo>
                    <a:pt x="135" y="608"/>
                  </a:lnTo>
                  <a:lnTo>
                    <a:pt x="135" y="610"/>
                  </a:lnTo>
                  <a:lnTo>
                    <a:pt x="133" y="614"/>
                  </a:lnTo>
                  <a:lnTo>
                    <a:pt x="131" y="616"/>
                  </a:lnTo>
                  <a:lnTo>
                    <a:pt x="131" y="625"/>
                  </a:lnTo>
                  <a:lnTo>
                    <a:pt x="133" y="624"/>
                  </a:lnTo>
                  <a:lnTo>
                    <a:pt x="135" y="624"/>
                  </a:lnTo>
                  <a:lnTo>
                    <a:pt x="137" y="625"/>
                  </a:lnTo>
                  <a:lnTo>
                    <a:pt x="139" y="627"/>
                  </a:lnTo>
                  <a:lnTo>
                    <a:pt x="139" y="629"/>
                  </a:lnTo>
                  <a:lnTo>
                    <a:pt x="141" y="631"/>
                  </a:lnTo>
                  <a:lnTo>
                    <a:pt x="141" y="633"/>
                  </a:lnTo>
                  <a:lnTo>
                    <a:pt x="143" y="633"/>
                  </a:lnTo>
                  <a:lnTo>
                    <a:pt x="143" y="635"/>
                  </a:lnTo>
                  <a:lnTo>
                    <a:pt x="143" y="635"/>
                  </a:lnTo>
                  <a:lnTo>
                    <a:pt x="143" y="637"/>
                  </a:lnTo>
                  <a:lnTo>
                    <a:pt x="145" y="637"/>
                  </a:lnTo>
                  <a:lnTo>
                    <a:pt x="143" y="637"/>
                  </a:lnTo>
                  <a:lnTo>
                    <a:pt x="143" y="639"/>
                  </a:lnTo>
                  <a:lnTo>
                    <a:pt x="145" y="639"/>
                  </a:lnTo>
                  <a:lnTo>
                    <a:pt x="145" y="641"/>
                  </a:lnTo>
                  <a:lnTo>
                    <a:pt x="145" y="641"/>
                  </a:lnTo>
                  <a:lnTo>
                    <a:pt x="145" y="643"/>
                  </a:lnTo>
                  <a:lnTo>
                    <a:pt x="147" y="643"/>
                  </a:lnTo>
                  <a:lnTo>
                    <a:pt x="147" y="645"/>
                  </a:lnTo>
                  <a:lnTo>
                    <a:pt x="147" y="646"/>
                  </a:lnTo>
                  <a:lnTo>
                    <a:pt x="147" y="648"/>
                  </a:lnTo>
                  <a:lnTo>
                    <a:pt x="147" y="648"/>
                  </a:lnTo>
                  <a:lnTo>
                    <a:pt x="148" y="650"/>
                  </a:lnTo>
                  <a:lnTo>
                    <a:pt x="150" y="646"/>
                  </a:lnTo>
                  <a:lnTo>
                    <a:pt x="152" y="645"/>
                  </a:lnTo>
                  <a:lnTo>
                    <a:pt x="152" y="645"/>
                  </a:lnTo>
                  <a:lnTo>
                    <a:pt x="154" y="645"/>
                  </a:lnTo>
                  <a:lnTo>
                    <a:pt x="154" y="645"/>
                  </a:lnTo>
                  <a:lnTo>
                    <a:pt x="154" y="645"/>
                  </a:lnTo>
                  <a:lnTo>
                    <a:pt x="156" y="645"/>
                  </a:lnTo>
                  <a:lnTo>
                    <a:pt x="156" y="643"/>
                  </a:lnTo>
                  <a:lnTo>
                    <a:pt x="154" y="643"/>
                  </a:lnTo>
                  <a:lnTo>
                    <a:pt x="154" y="643"/>
                  </a:lnTo>
                  <a:lnTo>
                    <a:pt x="154" y="641"/>
                  </a:lnTo>
                  <a:lnTo>
                    <a:pt x="154" y="637"/>
                  </a:lnTo>
                  <a:lnTo>
                    <a:pt x="158" y="633"/>
                  </a:lnTo>
                  <a:lnTo>
                    <a:pt x="158" y="629"/>
                  </a:lnTo>
                  <a:lnTo>
                    <a:pt x="158" y="625"/>
                  </a:lnTo>
                  <a:lnTo>
                    <a:pt x="156" y="624"/>
                  </a:lnTo>
                  <a:close/>
                  <a:moveTo>
                    <a:pt x="137" y="597"/>
                  </a:moveTo>
                  <a:lnTo>
                    <a:pt x="139" y="597"/>
                  </a:lnTo>
                  <a:lnTo>
                    <a:pt x="139" y="595"/>
                  </a:lnTo>
                  <a:lnTo>
                    <a:pt x="139" y="593"/>
                  </a:lnTo>
                  <a:lnTo>
                    <a:pt x="139" y="591"/>
                  </a:lnTo>
                  <a:lnTo>
                    <a:pt x="139" y="591"/>
                  </a:lnTo>
                  <a:lnTo>
                    <a:pt x="137" y="589"/>
                  </a:lnTo>
                  <a:lnTo>
                    <a:pt x="137" y="589"/>
                  </a:lnTo>
                  <a:lnTo>
                    <a:pt x="137" y="587"/>
                  </a:lnTo>
                  <a:lnTo>
                    <a:pt x="137" y="586"/>
                  </a:lnTo>
                  <a:lnTo>
                    <a:pt x="135" y="587"/>
                  </a:lnTo>
                  <a:lnTo>
                    <a:pt x="135" y="589"/>
                  </a:lnTo>
                  <a:lnTo>
                    <a:pt x="133" y="591"/>
                  </a:lnTo>
                  <a:lnTo>
                    <a:pt x="131" y="591"/>
                  </a:lnTo>
                  <a:lnTo>
                    <a:pt x="129" y="593"/>
                  </a:lnTo>
                  <a:lnTo>
                    <a:pt x="127" y="595"/>
                  </a:lnTo>
                  <a:lnTo>
                    <a:pt x="127" y="597"/>
                  </a:lnTo>
                  <a:lnTo>
                    <a:pt x="127" y="597"/>
                  </a:lnTo>
                  <a:lnTo>
                    <a:pt x="129" y="599"/>
                  </a:lnTo>
                  <a:lnTo>
                    <a:pt x="129" y="599"/>
                  </a:lnTo>
                  <a:lnTo>
                    <a:pt x="129" y="601"/>
                  </a:lnTo>
                  <a:lnTo>
                    <a:pt x="129" y="601"/>
                  </a:lnTo>
                  <a:lnTo>
                    <a:pt x="129" y="603"/>
                  </a:lnTo>
                  <a:lnTo>
                    <a:pt x="129" y="603"/>
                  </a:lnTo>
                  <a:lnTo>
                    <a:pt x="131" y="603"/>
                  </a:lnTo>
                  <a:lnTo>
                    <a:pt x="135" y="599"/>
                  </a:lnTo>
                  <a:lnTo>
                    <a:pt x="137" y="597"/>
                  </a:lnTo>
                  <a:close/>
                  <a:moveTo>
                    <a:pt x="112" y="538"/>
                  </a:moveTo>
                  <a:lnTo>
                    <a:pt x="112" y="538"/>
                  </a:lnTo>
                  <a:lnTo>
                    <a:pt x="110" y="538"/>
                  </a:lnTo>
                  <a:lnTo>
                    <a:pt x="108" y="536"/>
                  </a:lnTo>
                  <a:lnTo>
                    <a:pt x="108" y="536"/>
                  </a:lnTo>
                  <a:lnTo>
                    <a:pt x="108" y="534"/>
                  </a:lnTo>
                  <a:lnTo>
                    <a:pt x="108" y="532"/>
                  </a:lnTo>
                  <a:lnTo>
                    <a:pt x="108" y="532"/>
                  </a:lnTo>
                  <a:lnTo>
                    <a:pt x="106" y="532"/>
                  </a:lnTo>
                  <a:lnTo>
                    <a:pt x="105" y="532"/>
                  </a:lnTo>
                  <a:lnTo>
                    <a:pt x="103" y="532"/>
                  </a:lnTo>
                  <a:lnTo>
                    <a:pt x="101" y="534"/>
                  </a:lnTo>
                  <a:lnTo>
                    <a:pt x="101" y="538"/>
                  </a:lnTo>
                  <a:lnTo>
                    <a:pt x="101" y="540"/>
                  </a:lnTo>
                  <a:lnTo>
                    <a:pt x="101" y="540"/>
                  </a:lnTo>
                  <a:lnTo>
                    <a:pt x="103" y="540"/>
                  </a:lnTo>
                  <a:lnTo>
                    <a:pt x="103" y="540"/>
                  </a:lnTo>
                  <a:lnTo>
                    <a:pt x="103" y="540"/>
                  </a:lnTo>
                  <a:lnTo>
                    <a:pt x="105" y="540"/>
                  </a:lnTo>
                  <a:lnTo>
                    <a:pt x="103" y="542"/>
                  </a:lnTo>
                  <a:lnTo>
                    <a:pt x="103" y="542"/>
                  </a:lnTo>
                  <a:lnTo>
                    <a:pt x="105" y="544"/>
                  </a:lnTo>
                  <a:lnTo>
                    <a:pt x="105" y="544"/>
                  </a:lnTo>
                  <a:lnTo>
                    <a:pt x="106" y="546"/>
                  </a:lnTo>
                  <a:lnTo>
                    <a:pt x="106" y="544"/>
                  </a:lnTo>
                  <a:lnTo>
                    <a:pt x="108" y="544"/>
                  </a:lnTo>
                  <a:lnTo>
                    <a:pt x="108" y="544"/>
                  </a:lnTo>
                  <a:lnTo>
                    <a:pt x="110" y="544"/>
                  </a:lnTo>
                  <a:lnTo>
                    <a:pt x="110" y="544"/>
                  </a:lnTo>
                  <a:lnTo>
                    <a:pt x="112" y="544"/>
                  </a:lnTo>
                  <a:lnTo>
                    <a:pt x="114" y="546"/>
                  </a:lnTo>
                  <a:lnTo>
                    <a:pt x="114" y="546"/>
                  </a:lnTo>
                  <a:lnTo>
                    <a:pt x="114" y="544"/>
                  </a:lnTo>
                  <a:lnTo>
                    <a:pt x="114" y="542"/>
                  </a:lnTo>
                  <a:lnTo>
                    <a:pt x="114" y="542"/>
                  </a:lnTo>
                  <a:lnTo>
                    <a:pt x="112" y="538"/>
                  </a:lnTo>
                  <a:close/>
                  <a:moveTo>
                    <a:pt x="124" y="534"/>
                  </a:moveTo>
                  <a:lnTo>
                    <a:pt x="124" y="532"/>
                  </a:lnTo>
                  <a:lnTo>
                    <a:pt x="122" y="532"/>
                  </a:lnTo>
                  <a:lnTo>
                    <a:pt x="122" y="532"/>
                  </a:lnTo>
                  <a:lnTo>
                    <a:pt x="122" y="534"/>
                  </a:lnTo>
                  <a:lnTo>
                    <a:pt x="120" y="532"/>
                  </a:lnTo>
                  <a:lnTo>
                    <a:pt x="120" y="534"/>
                  </a:lnTo>
                  <a:lnTo>
                    <a:pt x="120" y="536"/>
                  </a:lnTo>
                  <a:lnTo>
                    <a:pt x="120" y="536"/>
                  </a:lnTo>
                  <a:lnTo>
                    <a:pt x="126" y="540"/>
                  </a:lnTo>
                  <a:lnTo>
                    <a:pt x="126" y="536"/>
                  </a:lnTo>
                  <a:lnTo>
                    <a:pt x="126" y="534"/>
                  </a:lnTo>
                  <a:lnTo>
                    <a:pt x="124" y="534"/>
                  </a:lnTo>
                  <a:close/>
                  <a:moveTo>
                    <a:pt x="120" y="530"/>
                  </a:moveTo>
                  <a:lnTo>
                    <a:pt x="120" y="530"/>
                  </a:lnTo>
                  <a:lnTo>
                    <a:pt x="122" y="530"/>
                  </a:lnTo>
                  <a:lnTo>
                    <a:pt x="122" y="528"/>
                  </a:lnTo>
                  <a:lnTo>
                    <a:pt x="122" y="528"/>
                  </a:lnTo>
                  <a:lnTo>
                    <a:pt x="120" y="525"/>
                  </a:lnTo>
                  <a:lnTo>
                    <a:pt x="120" y="521"/>
                  </a:lnTo>
                  <a:lnTo>
                    <a:pt x="118" y="519"/>
                  </a:lnTo>
                  <a:lnTo>
                    <a:pt x="120" y="517"/>
                  </a:lnTo>
                  <a:lnTo>
                    <a:pt x="120" y="517"/>
                  </a:lnTo>
                  <a:lnTo>
                    <a:pt x="122" y="515"/>
                  </a:lnTo>
                  <a:lnTo>
                    <a:pt x="122" y="513"/>
                  </a:lnTo>
                  <a:lnTo>
                    <a:pt x="120" y="513"/>
                  </a:lnTo>
                  <a:lnTo>
                    <a:pt x="118" y="511"/>
                  </a:lnTo>
                  <a:lnTo>
                    <a:pt x="116" y="513"/>
                  </a:lnTo>
                  <a:lnTo>
                    <a:pt x="116" y="513"/>
                  </a:lnTo>
                  <a:lnTo>
                    <a:pt x="116" y="515"/>
                  </a:lnTo>
                  <a:lnTo>
                    <a:pt x="114" y="517"/>
                  </a:lnTo>
                  <a:lnTo>
                    <a:pt x="114" y="517"/>
                  </a:lnTo>
                  <a:lnTo>
                    <a:pt x="114" y="519"/>
                  </a:lnTo>
                  <a:lnTo>
                    <a:pt x="114" y="519"/>
                  </a:lnTo>
                  <a:lnTo>
                    <a:pt x="114" y="525"/>
                  </a:lnTo>
                  <a:lnTo>
                    <a:pt x="116" y="527"/>
                  </a:lnTo>
                  <a:lnTo>
                    <a:pt x="116" y="528"/>
                  </a:lnTo>
                  <a:lnTo>
                    <a:pt x="118" y="527"/>
                  </a:lnTo>
                  <a:lnTo>
                    <a:pt x="118" y="527"/>
                  </a:lnTo>
                  <a:lnTo>
                    <a:pt x="120" y="527"/>
                  </a:lnTo>
                  <a:lnTo>
                    <a:pt x="120" y="527"/>
                  </a:lnTo>
                  <a:lnTo>
                    <a:pt x="120" y="528"/>
                  </a:lnTo>
                  <a:lnTo>
                    <a:pt x="118" y="528"/>
                  </a:lnTo>
                  <a:lnTo>
                    <a:pt x="118" y="528"/>
                  </a:lnTo>
                  <a:lnTo>
                    <a:pt x="118" y="528"/>
                  </a:lnTo>
                  <a:lnTo>
                    <a:pt x="118" y="528"/>
                  </a:lnTo>
                  <a:lnTo>
                    <a:pt x="116" y="530"/>
                  </a:lnTo>
                  <a:lnTo>
                    <a:pt x="116" y="530"/>
                  </a:lnTo>
                  <a:lnTo>
                    <a:pt x="116" y="532"/>
                  </a:lnTo>
                  <a:lnTo>
                    <a:pt x="116" y="534"/>
                  </a:lnTo>
                  <a:lnTo>
                    <a:pt x="118" y="534"/>
                  </a:lnTo>
                  <a:lnTo>
                    <a:pt x="120" y="532"/>
                  </a:lnTo>
                  <a:lnTo>
                    <a:pt x="120" y="530"/>
                  </a:lnTo>
                  <a:lnTo>
                    <a:pt x="120" y="530"/>
                  </a:lnTo>
                  <a:close/>
                  <a:moveTo>
                    <a:pt x="87" y="511"/>
                  </a:moveTo>
                  <a:lnTo>
                    <a:pt x="84" y="511"/>
                  </a:lnTo>
                  <a:lnTo>
                    <a:pt x="82" y="509"/>
                  </a:lnTo>
                  <a:lnTo>
                    <a:pt x="82" y="508"/>
                  </a:lnTo>
                  <a:lnTo>
                    <a:pt x="82" y="506"/>
                  </a:lnTo>
                  <a:lnTo>
                    <a:pt x="82" y="502"/>
                  </a:lnTo>
                  <a:lnTo>
                    <a:pt x="82" y="500"/>
                  </a:lnTo>
                  <a:lnTo>
                    <a:pt x="80" y="500"/>
                  </a:lnTo>
                  <a:lnTo>
                    <a:pt x="78" y="502"/>
                  </a:lnTo>
                  <a:lnTo>
                    <a:pt x="78" y="502"/>
                  </a:lnTo>
                  <a:lnTo>
                    <a:pt x="78" y="504"/>
                  </a:lnTo>
                  <a:lnTo>
                    <a:pt x="78" y="506"/>
                  </a:lnTo>
                  <a:lnTo>
                    <a:pt x="78" y="508"/>
                  </a:lnTo>
                  <a:lnTo>
                    <a:pt x="80" y="511"/>
                  </a:lnTo>
                  <a:lnTo>
                    <a:pt x="82" y="513"/>
                  </a:lnTo>
                  <a:lnTo>
                    <a:pt x="84" y="513"/>
                  </a:lnTo>
                  <a:lnTo>
                    <a:pt x="86" y="515"/>
                  </a:lnTo>
                  <a:lnTo>
                    <a:pt x="87" y="515"/>
                  </a:lnTo>
                  <a:lnTo>
                    <a:pt x="87" y="513"/>
                  </a:lnTo>
                  <a:lnTo>
                    <a:pt x="87" y="513"/>
                  </a:lnTo>
                  <a:lnTo>
                    <a:pt x="87" y="511"/>
                  </a:lnTo>
                  <a:close/>
                  <a:moveTo>
                    <a:pt x="127" y="487"/>
                  </a:moveTo>
                  <a:lnTo>
                    <a:pt x="127" y="489"/>
                  </a:lnTo>
                  <a:lnTo>
                    <a:pt x="127" y="492"/>
                  </a:lnTo>
                  <a:lnTo>
                    <a:pt x="127" y="492"/>
                  </a:lnTo>
                  <a:lnTo>
                    <a:pt x="127" y="492"/>
                  </a:lnTo>
                  <a:lnTo>
                    <a:pt x="129" y="490"/>
                  </a:lnTo>
                  <a:lnTo>
                    <a:pt x="129" y="489"/>
                  </a:lnTo>
                  <a:lnTo>
                    <a:pt x="129" y="489"/>
                  </a:lnTo>
                  <a:lnTo>
                    <a:pt x="129" y="487"/>
                  </a:lnTo>
                  <a:lnTo>
                    <a:pt x="129" y="485"/>
                  </a:lnTo>
                  <a:lnTo>
                    <a:pt x="127" y="483"/>
                  </a:lnTo>
                  <a:lnTo>
                    <a:pt x="127" y="481"/>
                  </a:lnTo>
                  <a:lnTo>
                    <a:pt x="127" y="481"/>
                  </a:lnTo>
                  <a:lnTo>
                    <a:pt x="127" y="483"/>
                  </a:lnTo>
                  <a:lnTo>
                    <a:pt x="127" y="487"/>
                  </a:lnTo>
                  <a:close/>
                  <a:moveTo>
                    <a:pt x="53" y="418"/>
                  </a:moveTo>
                  <a:lnTo>
                    <a:pt x="51" y="416"/>
                  </a:lnTo>
                  <a:lnTo>
                    <a:pt x="49" y="416"/>
                  </a:lnTo>
                  <a:lnTo>
                    <a:pt x="49" y="416"/>
                  </a:lnTo>
                  <a:lnTo>
                    <a:pt x="49" y="418"/>
                  </a:lnTo>
                  <a:lnTo>
                    <a:pt x="49" y="418"/>
                  </a:lnTo>
                  <a:lnTo>
                    <a:pt x="47" y="420"/>
                  </a:lnTo>
                  <a:lnTo>
                    <a:pt x="46" y="420"/>
                  </a:lnTo>
                  <a:lnTo>
                    <a:pt x="46" y="422"/>
                  </a:lnTo>
                  <a:lnTo>
                    <a:pt x="46" y="424"/>
                  </a:lnTo>
                  <a:lnTo>
                    <a:pt x="46" y="426"/>
                  </a:lnTo>
                  <a:lnTo>
                    <a:pt x="47" y="428"/>
                  </a:lnTo>
                  <a:lnTo>
                    <a:pt x="53" y="430"/>
                  </a:lnTo>
                  <a:lnTo>
                    <a:pt x="57" y="426"/>
                  </a:lnTo>
                  <a:lnTo>
                    <a:pt x="57" y="422"/>
                  </a:lnTo>
                  <a:lnTo>
                    <a:pt x="55" y="418"/>
                  </a:lnTo>
                  <a:lnTo>
                    <a:pt x="53" y="418"/>
                  </a:lnTo>
                  <a:close/>
                  <a:moveTo>
                    <a:pt x="34" y="274"/>
                  </a:moveTo>
                  <a:lnTo>
                    <a:pt x="34" y="274"/>
                  </a:lnTo>
                  <a:lnTo>
                    <a:pt x="32" y="270"/>
                  </a:lnTo>
                  <a:lnTo>
                    <a:pt x="32" y="268"/>
                  </a:lnTo>
                  <a:lnTo>
                    <a:pt x="30" y="264"/>
                  </a:lnTo>
                  <a:lnTo>
                    <a:pt x="28" y="262"/>
                  </a:lnTo>
                  <a:lnTo>
                    <a:pt x="25" y="264"/>
                  </a:lnTo>
                  <a:lnTo>
                    <a:pt x="19" y="268"/>
                  </a:lnTo>
                  <a:lnTo>
                    <a:pt x="19" y="270"/>
                  </a:lnTo>
                  <a:lnTo>
                    <a:pt x="19" y="272"/>
                  </a:lnTo>
                  <a:lnTo>
                    <a:pt x="17" y="274"/>
                  </a:lnTo>
                  <a:lnTo>
                    <a:pt x="15" y="274"/>
                  </a:lnTo>
                  <a:lnTo>
                    <a:pt x="15" y="274"/>
                  </a:lnTo>
                  <a:lnTo>
                    <a:pt x="15" y="274"/>
                  </a:lnTo>
                  <a:lnTo>
                    <a:pt x="15" y="277"/>
                  </a:lnTo>
                  <a:lnTo>
                    <a:pt x="15" y="279"/>
                  </a:lnTo>
                  <a:lnTo>
                    <a:pt x="15" y="283"/>
                  </a:lnTo>
                  <a:lnTo>
                    <a:pt x="15" y="285"/>
                  </a:lnTo>
                  <a:lnTo>
                    <a:pt x="17" y="287"/>
                  </a:lnTo>
                  <a:lnTo>
                    <a:pt x="19" y="289"/>
                  </a:lnTo>
                  <a:lnTo>
                    <a:pt x="19" y="291"/>
                  </a:lnTo>
                  <a:lnTo>
                    <a:pt x="17" y="293"/>
                  </a:lnTo>
                  <a:lnTo>
                    <a:pt x="15" y="296"/>
                  </a:lnTo>
                  <a:lnTo>
                    <a:pt x="15" y="296"/>
                  </a:lnTo>
                  <a:lnTo>
                    <a:pt x="17" y="296"/>
                  </a:lnTo>
                  <a:lnTo>
                    <a:pt x="19" y="296"/>
                  </a:lnTo>
                  <a:lnTo>
                    <a:pt x="21" y="296"/>
                  </a:lnTo>
                  <a:lnTo>
                    <a:pt x="23" y="296"/>
                  </a:lnTo>
                  <a:lnTo>
                    <a:pt x="25" y="298"/>
                  </a:lnTo>
                  <a:lnTo>
                    <a:pt x="26" y="298"/>
                  </a:lnTo>
                  <a:lnTo>
                    <a:pt x="28" y="298"/>
                  </a:lnTo>
                  <a:lnTo>
                    <a:pt x="30" y="296"/>
                  </a:lnTo>
                  <a:lnTo>
                    <a:pt x="32" y="293"/>
                  </a:lnTo>
                  <a:lnTo>
                    <a:pt x="30" y="291"/>
                  </a:lnTo>
                  <a:lnTo>
                    <a:pt x="30" y="291"/>
                  </a:lnTo>
                  <a:lnTo>
                    <a:pt x="30" y="289"/>
                  </a:lnTo>
                  <a:lnTo>
                    <a:pt x="30" y="287"/>
                  </a:lnTo>
                  <a:lnTo>
                    <a:pt x="32" y="287"/>
                  </a:lnTo>
                  <a:lnTo>
                    <a:pt x="32" y="285"/>
                  </a:lnTo>
                  <a:lnTo>
                    <a:pt x="34" y="283"/>
                  </a:lnTo>
                  <a:lnTo>
                    <a:pt x="34" y="281"/>
                  </a:lnTo>
                  <a:lnTo>
                    <a:pt x="34" y="277"/>
                  </a:lnTo>
                  <a:lnTo>
                    <a:pt x="34" y="274"/>
                  </a:lnTo>
                  <a:close/>
                  <a:moveTo>
                    <a:pt x="44" y="215"/>
                  </a:moveTo>
                  <a:lnTo>
                    <a:pt x="42" y="215"/>
                  </a:lnTo>
                  <a:lnTo>
                    <a:pt x="42" y="213"/>
                  </a:lnTo>
                  <a:lnTo>
                    <a:pt x="44" y="211"/>
                  </a:lnTo>
                  <a:lnTo>
                    <a:pt x="44" y="211"/>
                  </a:lnTo>
                  <a:lnTo>
                    <a:pt x="44" y="209"/>
                  </a:lnTo>
                  <a:lnTo>
                    <a:pt x="42" y="207"/>
                  </a:lnTo>
                  <a:lnTo>
                    <a:pt x="40" y="205"/>
                  </a:lnTo>
                  <a:lnTo>
                    <a:pt x="38" y="205"/>
                  </a:lnTo>
                  <a:lnTo>
                    <a:pt x="38" y="209"/>
                  </a:lnTo>
                  <a:lnTo>
                    <a:pt x="38" y="211"/>
                  </a:lnTo>
                  <a:lnTo>
                    <a:pt x="38" y="213"/>
                  </a:lnTo>
                  <a:lnTo>
                    <a:pt x="38" y="215"/>
                  </a:lnTo>
                  <a:lnTo>
                    <a:pt x="38" y="215"/>
                  </a:lnTo>
                  <a:lnTo>
                    <a:pt x="36" y="215"/>
                  </a:lnTo>
                  <a:lnTo>
                    <a:pt x="36" y="215"/>
                  </a:lnTo>
                  <a:lnTo>
                    <a:pt x="34" y="215"/>
                  </a:lnTo>
                  <a:lnTo>
                    <a:pt x="34" y="218"/>
                  </a:lnTo>
                  <a:lnTo>
                    <a:pt x="36" y="218"/>
                  </a:lnTo>
                  <a:lnTo>
                    <a:pt x="36" y="218"/>
                  </a:lnTo>
                  <a:lnTo>
                    <a:pt x="36" y="218"/>
                  </a:lnTo>
                  <a:lnTo>
                    <a:pt x="38" y="220"/>
                  </a:lnTo>
                  <a:lnTo>
                    <a:pt x="40" y="218"/>
                  </a:lnTo>
                  <a:lnTo>
                    <a:pt x="42" y="218"/>
                  </a:lnTo>
                  <a:lnTo>
                    <a:pt x="44" y="218"/>
                  </a:lnTo>
                  <a:lnTo>
                    <a:pt x="44" y="217"/>
                  </a:lnTo>
                  <a:lnTo>
                    <a:pt x="44" y="217"/>
                  </a:lnTo>
                  <a:lnTo>
                    <a:pt x="44" y="215"/>
                  </a:lnTo>
                  <a:close/>
                  <a:moveTo>
                    <a:pt x="4" y="198"/>
                  </a:moveTo>
                  <a:lnTo>
                    <a:pt x="4" y="198"/>
                  </a:lnTo>
                  <a:lnTo>
                    <a:pt x="2" y="198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2" y="199"/>
                  </a:lnTo>
                  <a:lnTo>
                    <a:pt x="2" y="203"/>
                  </a:lnTo>
                  <a:lnTo>
                    <a:pt x="4" y="203"/>
                  </a:lnTo>
                  <a:lnTo>
                    <a:pt x="6" y="203"/>
                  </a:lnTo>
                  <a:lnTo>
                    <a:pt x="6" y="201"/>
                  </a:lnTo>
                  <a:lnTo>
                    <a:pt x="6" y="199"/>
                  </a:lnTo>
                  <a:lnTo>
                    <a:pt x="6" y="198"/>
                  </a:lnTo>
                  <a:lnTo>
                    <a:pt x="4" y="198"/>
                  </a:lnTo>
                  <a:close/>
                  <a:moveTo>
                    <a:pt x="76" y="163"/>
                  </a:moveTo>
                  <a:lnTo>
                    <a:pt x="76" y="163"/>
                  </a:lnTo>
                  <a:lnTo>
                    <a:pt x="76" y="161"/>
                  </a:lnTo>
                  <a:lnTo>
                    <a:pt x="74" y="158"/>
                  </a:lnTo>
                  <a:lnTo>
                    <a:pt x="74" y="156"/>
                  </a:lnTo>
                  <a:lnTo>
                    <a:pt x="74" y="156"/>
                  </a:lnTo>
                  <a:lnTo>
                    <a:pt x="70" y="156"/>
                  </a:lnTo>
                  <a:lnTo>
                    <a:pt x="70" y="156"/>
                  </a:lnTo>
                  <a:lnTo>
                    <a:pt x="68" y="158"/>
                  </a:lnTo>
                  <a:lnTo>
                    <a:pt x="66" y="160"/>
                  </a:lnTo>
                  <a:lnTo>
                    <a:pt x="68" y="161"/>
                  </a:lnTo>
                  <a:lnTo>
                    <a:pt x="68" y="161"/>
                  </a:lnTo>
                  <a:lnTo>
                    <a:pt x="70" y="161"/>
                  </a:lnTo>
                  <a:lnTo>
                    <a:pt x="70" y="163"/>
                  </a:lnTo>
                  <a:lnTo>
                    <a:pt x="70" y="163"/>
                  </a:lnTo>
                  <a:lnTo>
                    <a:pt x="72" y="163"/>
                  </a:lnTo>
                  <a:lnTo>
                    <a:pt x="74" y="163"/>
                  </a:lnTo>
                  <a:lnTo>
                    <a:pt x="74" y="165"/>
                  </a:lnTo>
                  <a:lnTo>
                    <a:pt x="74" y="165"/>
                  </a:lnTo>
                  <a:lnTo>
                    <a:pt x="76" y="167"/>
                  </a:lnTo>
                  <a:lnTo>
                    <a:pt x="76" y="169"/>
                  </a:lnTo>
                  <a:lnTo>
                    <a:pt x="78" y="169"/>
                  </a:lnTo>
                  <a:lnTo>
                    <a:pt x="76" y="163"/>
                  </a:lnTo>
                  <a:close/>
                  <a:moveTo>
                    <a:pt x="78" y="141"/>
                  </a:moveTo>
                  <a:lnTo>
                    <a:pt x="78" y="142"/>
                  </a:lnTo>
                  <a:lnTo>
                    <a:pt x="78" y="144"/>
                  </a:lnTo>
                  <a:lnTo>
                    <a:pt x="78" y="146"/>
                  </a:lnTo>
                  <a:lnTo>
                    <a:pt x="78" y="146"/>
                  </a:lnTo>
                  <a:lnTo>
                    <a:pt x="80" y="148"/>
                  </a:lnTo>
                  <a:lnTo>
                    <a:pt x="80" y="150"/>
                  </a:lnTo>
                  <a:lnTo>
                    <a:pt x="80" y="150"/>
                  </a:lnTo>
                  <a:lnTo>
                    <a:pt x="82" y="150"/>
                  </a:lnTo>
                  <a:lnTo>
                    <a:pt x="82" y="148"/>
                  </a:lnTo>
                  <a:lnTo>
                    <a:pt x="82" y="144"/>
                  </a:lnTo>
                  <a:lnTo>
                    <a:pt x="82" y="144"/>
                  </a:lnTo>
                  <a:lnTo>
                    <a:pt x="82" y="142"/>
                  </a:lnTo>
                  <a:lnTo>
                    <a:pt x="82" y="142"/>
                  </a:lnTo>
                  <a:lnTo>
                    <a:pt x="82" y="141"/>
                  </a:lnTo>
                  <a:lnTo>
                    <a:pt x="82" y="141"/>
                  </a:lnTo>
                  <a:lnTo>
                    <a:pt x="82" y="141"/>
                  </a:lnTo>
                  <a:lnTo>
                    <a:pt x="80" y="141"/>
                  </a:lnTo>
                  <a:lnTo>
                    <a:pt x="80" y="141"/>
                  </a:lnTo>
                  <a:lnTo>
                    <a:pt x="78" y="141"/>
                  </a:lnTo>
                  <a:lnTo>
                    <a:pt x="78" y="141"/>
                  </a:lnTo>
                  <a:close/>
                  <a:moveTo>
                    <a:pt x="152" y="133"/>
                  </a:moveTo>
                  <a:lnTo>
                    <a:pt x="152" y="133"/>
                  </a:lnTo>
                  <a:lnTo>
                    <a:pt x="150" y="133"/>
                  </a:lnTo>
                  <a:lnTo>
                    <a:pt x="150" y="135"/>
                  </a:lnTo>
                  <a:lnTo>
                    <a:pt x="152" y="133"/>
                  </a:lnTo>
                  <a:close/>
                  <a:moveTo>
                    <a:pt x="44" y="83"/>
                  </a:moveTo>
                  <a:lnTo>
                    <a:pt x="44" y="82"/>
                  </a:lnTo>
                  <a:lnTo>
                    <a:pt x="44" y="82"/>
                  </a:lnTo>
                  <a:lnTo>
                    <a:pt x="44" y="80"/>
                  </a:lnTo>
                  <a:lnTo>
                    <a:pt x="44" y="80"/>
                  </a:lnTo>
                  <a:lnTo>
                    <a:pt x="46" y="78"/>
                  </a:lnTo>
                  <a:lnTo>
                    <a:pt x="47" y="76"/>
                  </a:lnTo>
                  <a:lnTo>
                    <a:pt x="47" y="74"/>
                  </a:lnTo>
                  <a:lnTo>
                    <a:pt x="47" y="70"/>
                  </a:lnTo>
                  <a:lnTo>
                    <a:pt x="47" y="68"/>
                  </a:lnTo>
                  <a:lnTo>
                    <a:pt x="47" y="68"/>
                  </a:lnTo>
                  <a:lnTo>
                    <a:pt x="47" y="66"/>
                  </a:lnTo>
                  <a:lnTo>
                    <a:pt x="47" y="66"/>
                  </a:lnTo>
                  <a:lnTo>
                    <a:pt x="46" y="66"/>
                  </a:lnTo>
                  <a:lnTo>
                    <a:pt x="46" y="66"/>
                  </a:lnTo>
                  <a:lnTo>
                    <a:pt x="46" y="66"/>
                  </a:lnTo>
                  <a:lnTo>
                    <a:pt x="44" y="66"/>
                  </a:lnTo>
                  <a:lnTo>
                    <a:pt x="44" y="66"/>
                  </a:lnTo>
                  <a:lnTo>
                    <a:pt x="44" y="68"/>
                  </a:lnTo>
                  <a:lnTo>
                    <a:pt x="44" y="70"/>
                  </a:lnTo>
                  <a:lnTo>
                    <a:pt x="42" y="76"/>
                  </a:lnTo>
                  <a:lnTo>
                    <a:pt x="42" y="76"/>
                  </a:lnTo>
                  <a:lnTo>
                    <a:pt x="42" y="78"/>
                  </a:lnTo>
                  <a:lnTo>
                    <a:pt x="44" y="83"/>
                  </a:lnTo>
                  <a:lnTo>
                    <a:pt x="44" y="83"/>
                  </a:lnTo>
                  <a:close/>
                  <a:moveTo>
                    <a:pt x="190" y="23"/>
                  </a:moveTo>
                  <a:lnTo>
                    <a:pt x="188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3"/>
                  </a:lnTo>
                  <a:close/>
                  <a:moveTo>
                    <a:pt x="68" y="116"/>
                  </a:moveTo>
                  <a:lnTo>
                    <a:pt x="68" y="116"/>
                  </a:lnTo>
                  <a:lnTo>
                    <a:pt x="68" y="114"/>
                  </a:lnTo>
                  <a:lnTo>
                    <a:pt x="68" y="112"/>
                  </a:lnTo>
                  <a:lnTo>
                    <a:pt x="70" y="112"/>
                  </a:lnTo>
                  <a:lnTo>
                    <a:pt x="70" y="110"/>
                  </a:lnTo>
                  <a:lnTo>
                    <a:pt x="72" y="106"/>
                  </a:lnTo>
                  <a:lnTo>
                    <a:pt x="70" y="102"/>
                  </a:lnTo>
                  <a:lnTo>
                    <a:pt x="70" y="101"/>
                  </a:lnTo>
                  <a:lnTo>
                    <a:pt x="70" y="97"/>
                  </a:lnTo>
                  <a:lnTo>
                    <a:pt x="70" y="93"/>
                  </a:lnTo>
                  <a:lnTo>
                    <a:pt x="70" y="91"/>
                  </a:lnTo>
                  <a:lnTo>
                    <a:pt x="70" y="89"/>
                  </a:lnTo>
                  <a:lnTo>
                    <a:pt x="70" y="87"/>
                  </a:lnTo>
                  <a:lnTo>
                    <a:pt x="68" y="85"/>
                  </a:lnTo>
                  <a:lnTo>
                    <a:pt x="68" y="83"/>
                  </a:lnTo>
                  <a:lnTo>
                    <a:pt x="68" y="82"/>
                  </a:lnTo>
                  <a:lnTo>
                    <a:pt x="68" y="80"/>
                  </a:lnTo>
                  <a:lnTo>
                    <a:pt x="68" y="78"/>
                  </a:lnTo>
                  <a:lnTo>
                    <a:pt x="66" y="76"/>
                  </a:lnTo>
                  <a:lnTo>
                    <a:pt x="66" y="74"/>
                  </a:lnTo>
                  <a:lnTo>
                    <a:pt x="66" y="74"/>
                  </a:lnTo>
                  <a:lnTo>
                    <a:pt x="65" y="74"/>
                  </a:lnTo>
                  <a:lnTo>
                    <a:pt x="65" y="72"/>
                  </a:lnTo>
                  <a:lnTo>
                    <a:pt x="65" y="72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1" y="74"/>
                  </a:lnTo>
                  <a:lnTo>
                    <a:pt x="61" y="74"/>
                  </a:lnTo>
                  <a:lnTo>
                    <a:pt x="61" y="72"/>
                  </a:lnTo>
                  <a:lnTo>
                    <a:pt x="61" y="72"/>
                  </a:lnTo>
                  <a:lnTo>
                    <a:pt x="61" y="72"/>
                  </a:lnTo>
                  <a:lnTo>
                    <a:pt x="63" y="66"/>
                  </a:lnTo>
                  <a:lnTo>
                    <a:pt x="63" y="66"/>
                  </a:lnTo>
                  <a:lnTo>
                    <a:pt x="65" y="66"/>
                  </a:lnTo>
                  <a:lnTo>
                    <a:pt x="65" y="66"/>
                  </a:lnTo>
                  <a:lnTo>
                    <a:pt x="66" y="66"/>
                  </a:lnTo>
                  <a:lnTo>
                    <a:pt x="66" y="68"/>
                  </a:lnTo>
                  <a:lnTo>
                    <a:pt x="66" y="68"/>
                  </a:lnTo>
                  <a:lnTo>
                    <a:pt x="68" y="68"/>
                  </a:lnTo>
                  <a:lnTo>
                    <a:pt x="68" y="66"/>
                  </a:lnTo>
                  <a:lnTo>
                    <a:pt x="68" y="64"/>
                  </a:lnTo>
                  <a:lnTo>
                    <a:pt x="66" y="63"/>
                  </a:lnTo>
                  <a:lnTo>
                    <a:pt x="65" y="63"/>
                  </a:lnTo>
                  <a:lnTo>
                    <a:pt x="65" y="61"/>
                  </a:lnTo>
                  <a:lnTo>
                    <a:pt x="66" y="59"/>
                  </a:lnTo>
                  <a:lnTo>
                    <a:pt x="68" y="59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8" y="59"/>
                  </a:lnTo>
                  <a:lnTo>
                    <a:pt x="68" y="61"/>
                  </a:lnTo>
                  <a:lnTo>
                    <a:pt x="68" y="61"/>
                  </a:lnTo>
                  <a:lnTo>
                    <a:pt x="70" y="63"/>
                  </a:lnTo>
                  <a:lnTo>
                    <a:pt x="70" y="63"/>
                  </a:lnTo>
                  <a:lnTo>
                    <a:pt x="70" y="61"/>
                  </a:lnTo>
                  <a:lnTo>
                    <a:pt x="70" y="61"/>
                  </a:lnTo>
                  <a:lnTo>
                    <a:pt x="72" y="61"/>
                  </a:lnTo>
                  <a:lnTo>
                    <a:pt x="74" y="61"/>
                  </a:lnTo>
                  <a:lnTo>
                    <a:pt x="76" y="59"/>
                  </a:lnTo>
                  <a:lnTo>
                    <a:pt x="76" y="55"/>
                  </a:lnTo>
                  <a:lnTo>
                    <a:pt x="76" y="53"/>
                  </a:lnTo>
                  <a:lnTo>
                    <a:pt x="76" y="45"/>
                  </a:lnTo>
                  <a:lnTo>
                    <a:pt x="78" y="44"/>
                  </a:lnTo>
                  <a:lnTo>
                    <a:pt x="80" y="40"/>
                  </a:lnTo>
                  <a:lnTo>
                    <a:pt x="80" y="40"/>
                  </a:lnTo>
                  <a:lnTo>
                    <a:pt x="76" y="38"/>
                  </a:lnTo>
                  <a:lnTo>
                    <a:pt x="76" y="36"/>
                  </a:lnTo>
                  <a:lnTo>
                    <a:pt x="74" y="34"/>
                  </a:lnTo>
                  <a:lnTo>
                    <a:pt x="72" y="36"/>
                  </a:lnTo>
                  <a:lnTo>
                    <a:pt x="70" y="34"/>
                  </a:lnTo>
                  <a:lnTo>
                    <a:pt x="70" y="34"/>
                  </a:lnTo>
                  <a:lnTo>
                    <a:pt x="70" y="32"/>
                  </a:lnTo>
                  <a:lnTo>
                    <a:pt x="70" y="30"/>
                  </a:lnTo>
                  <a:lnTo>
                    <a:pt x="72" y="30"/>
                  </a:lnTo>
                  <a:lnTo>
                    <a:pt x="72" y="32"/>
                  </a:lnTo>
                  <a:lnTo>
                    <a:pt x="72" y="34"/>
                  </a:lnTo>
                  <a:lnTo>
                    <a:pt x="74" y="32"/>
                  </a:lnTo>
                  <a:lnTo>
                    <a:pt x="76" y="32"/>
                  </a:lnTo>
                  <a:lnTo>
                    <a:pt x="76" y="30"/>
                  </a:lnTo>
                  <a:lnTo>
                    <a:pt x="76" y="30"/>
                  </a:lnTo>
                  <a:lnTo>
                    <a:pt x="78" y="28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78" y="21"/>
                  </a:lnTo>
                  <a:lnTo>
                    <a:pt x="78" y="17"/>
                  </a:lnTo>
                  <a:lnTo>
                    <a:pt x="78" y="13"/>
                  </a:lnTo>
                  <a:lnTo>
                    <a:pt x="76" y="11"/>
                  </a:lnTo>
                  <a:lnTo>
                    <a:pt x="76" y="11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2" y="9"/>
                  </a:lnTo>
                  <a:lnTo>
                    <a:pt x="72" y="11"/>
                  </a:lnTo>
                  <a:lnTo>
                    <a:pt x="72" y="11"/>
                  </a:lnTo>
                  <a:lnTo>
                    <a:pt x="72" y="11"/>
                  </a:lnTo>
                  <a:lnTo>
                    <a:pt x="72" y="13"/>
                  </a:lnTo>
                  <a:lnTo>
                    <a:pt x="72" y="13"/>
                  </a:lnTo>
                  <a:lnTo>
                    <a:pt x="72" y="13"/>
                  </a:lnTo>
                  <a:lnTo>
                    <a:pt x="72" y="13"/>
                  </a:lnTo>
                  <a:lnTo>
                    <a:pt x="70" y="11"/>
                  </a:lnTo>
                  <a:lnTo>
                    <a:pt x="70" y="13"/>
                  </a:lnTo>
                  <a:lnTo>
                    <a:pt x="68" y="13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66" y="15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5" y="19"/>
                  </a:lnTo>
                  <a:lnTo>
                    <a:pt x="63" y="21"/>
                  </a:lnTo>
                  <a:lnTo>
                    <a:pt x="63" y="21"/>
                  </a:lnTo>
                  <a:lnTo>
                    <a:pt x="63" y="23"/>
                  </a:lnTo>
                  <a:lnTo>
                    <a:pt x="63" y="23"/>
                  </a:lnTo>
                  <a:lnTo>
                    <a:pt x="63" y="25"/>
                  </a:lnTo>
                  <a:lnTo>
                    <a:pt x="63" y="26"/>
                  </a:lnTo>
                  <a:lnTo>
                    <a:pt x="63" y="26"/>
                  </a:lnTo>
                  <a:lnTo>
                    <a:pt x="61" y="28"/>
                  </a:lnTo>
                  <a:lnTo>
                    <a:pt x="59" y="32"/>
                  </a:lnTo>
                  <a:lnTo>
                    <a:pt x="57" y="34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8"/>
                  </a:lnTo>
                  <a:lnTo>
                    <a:pt x="59" y="42"/>
                  </a:lnTo>
                  <a:lnTo>
                    <a:pt x="59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9" y="51"/>
                  </a:lnTo>
                  <a:lnTo>
                    <a:pt x="59" y="51"/>
                  </a:lnTo>
                  <a:lnTo>
                    <a:pt x="59" y="51"/>
                  </a:lnTo>
                  <a:lnTo>
                    <a:pt x="59" y="51"/>
                  </a:lnTo>
                  <a:lnTo>
                    <a:pt x="57" y="55"/>
                  </a:lnTo>
                  <a:lnTo>
                    <a:pt x="55" y="61"/>
                  </a:lnTo>
                  <a:lnTo>
                    <a:pt x="55" y="63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57" y="66"/>
                  </a:lnTo>
                  <a:lnTo>
                    <a:pt x="55" y="68"/>
                  </a:lnTo>
                  <a:lnTo>
                    <a:pt x="55" y="74"/>
                  </a:lnTo>
                  <a:lnTo>
                    <a:pt x="55" y="76"/>
                  </a:lnTo>
                  <a:lnTo>
                    <a:pt x="53" y="78"/>
                  </a:lnTo>
                  <a:lnTo>
                    <a:pt x="53" y="80"/>
                  </a:lnTo>
                  <a:lnTo>
                    <a:pt x="51" y="80"/>
                  </a:lnTo>
                  <a:lnTo>
                    <a:pt x="49" y="80"/>
                  </a:lnTo>
                  <a:lnTo>
                    <a:pt x="49" y="82"/>
                  </a:lnTo>
                  <a:lnTo>
                    <a:pt x="47" y="82"/>
                  </a:lnTo>
                  <a:lnTo>
                    <a:pt x="47" y="83"/>
                  </a:lnTo>
                  <a:lnTo>
                    <a:pt x="49" y="87"/>
                  </a:lnTo>
                  <a:lnTo>
                    <a:pt x="49" y="93"/>
                  </a:lnTo>
                  <a:lnTo>
                    <a:pt x="49" y="95"/>
                  </a:lnTo>
                  <a:lnTo>
                    <a:pt x="51" y="95"/>
                  </a:lnTo>
                  <a:lnTo>
                    <a:pt x="51" y="97"/>
                  </a:lnTo>
                  <a:lnTo>
                    <a:pt x="51" y="97"/>
                  </a:lnTo>
                  <a:lnTo>
                    <a:pt x="51" y="97"/>
                  </a:lnTo>
                  <a:lnTo>
                    <a:pt x="51" y="97"/>
                  </a:lnTo>
                  <a:lnTo>
                    <a:pt x="49" y="97"/>
                  </a:lnTo>
                  <a:lnTo>
                    <a:pt x="49" y="99"/>
                  </a:lnTo>
                  <a:lnTo>
                    <a:pt x="49" y="99"/>
                  </a:lnTo>
                  <a:lnTo>
                    <a:pt x="49" y="99"/>
                  </a:lnTo>
                  <a:lnTo>
                    <a:pt x="47" y="101"/>
                  </a:lnTo>
                  <a:lnTo>
                    <a:pt x="46" y="102"/>
                  </a:lnTo>
                  <a:lnTo>
                    <a:pt x="46" y="125"/>
                  </a:lnTo>
                  <a:lnTo>
                    <a:pt x="46" y="127"/>
                  </a:lnTo>
                  <a:lnTo>
                    <a:pt x="47" y="129"/>
                  </a:lnTo>
                  <a:lnTo>
                    <a:pt x="49" y="129"/>
                  </a:lnTo>
                  <a:lnTo>
                    <a:pt x="51" y="129"/>
                  </a:lnTo>
                  <a:lnTo>
                    <a:pt x="53" y="131"/>
                  </a:lnTo>
                  <a:lnTo>
                    <a:pt x="53" y="131"/>
                  </a:lnTo>
                  <a:lnTo>
                    <a:pt x="53" y="133"/>
                  </a:lnTo>
                  <a:lnTo>
                    <a:pt x="53" y="133"/>
                  </a:lnTo>
                  <a:lnTo>
                    <a:pt x="51" y="133"/>
                  </a:lnTo>
                  <a:lnTo>
                    <a:pt x="51" y="133"/>
                  </a:lnTo>
                  <a:lnTo>
                    <a:pt x="49" y="133"/>
                  </a:lnTo>
                  <a:lnTo>
                    <a:pt x="49" y="133"/>
                  </a:lnTo>
                  <a:lnTo>
                    <a:pt x="49" y="135"/>
                  </a:lnTo>
                  <a:lnTo>
                    <a:pt x="49" y="135"/>
                  </a:lnTo>
                  <a:lnTo>
                    <a:pt x="51" y="135"/>
                  </a:lnTo>
                  <a:lnTo>
                    <a:pt x="51" y="135"/>
                  </a:lnTo>
                  <a:lnTo>
                    <a:pt x="51" y="135"/>
                  </a:lnTo>
                  <a:lnTo>
                    <a:pt x="53" y="139"/>
                  </a:lnTo>
                  <a:lnTo>
                    <a:pt x="53" y="141"/>
                  </a:lnTo>
                  <a:lnTo>
                    <a:pt x="51" y="141"/>
                  </a:lnTo>
                  <a:lnTo>
                    <a:pt x="51" y="142"/>
                  </a:lnTo>
                  <a:lnTo>
                    <a:pt x="49" y="142"/>
                  </a:lnTo>
                  <a:lnTo>
                    <a:pt x="47" y="142"/>
                  </a:lnTo>
                  <a:lnTo>
                    <a:pt x="47" y="142"/>
                  </a:lnTo>
                  <a:lnTo>
                    <a:pt x="47" y="142"/>
                  </a:lnTo>
                  <a:lnTo>
                    <a:pt x="47" y="142"/>
                  </a:lnTo>
                  <a:lnTo>
                    <a:pt x="47" y="142"/>
                  </a:lnTo>
                  <a:lnTo>
                    <a:pt x="46" y="142"/>
                  </a:lnTo>
                  <a:lnTo>
                    <a:pt x="46" y="142"/>
                  </a:lnTo>
                  <a:lnTo>
                    <a:pt x="47" y="141"/>
                  </a:lnTo>
                  <a:lnTo>
                    <a:pt x="46" y="139"/>
                  </a:lnTo>
                  <a:lnTo>
                    <a:pt x="46" y="137"/>
                  </a:lnTo>
                  <a:lnTo>
                    <a:pt x="46" y="139"/>
                  </a:lnTo>
                  <a:lnTo>
                    <a:pt x="44" y="139"/>
                  </a:lnTo>
                  <a:lnTo>
                    <a:pt x="44" y="139"/>
                  </a:lnTo>
                  <a:lnTo>
                    <a:pt x="42" y="139"/>
                  </a:lnTo>
                  <a:lnTo>
                    <a:pt x="42" y="141"/>
                  </a:lnTo>
                  <a:lnTo>
                    <a:pt x="40" y="144"/>
                  </a:lnTo>
                  <a:lnTo>
                    <a:pt x="38" y="146"/>
                  </a:lnTo>
                  <a:lnTo>
                    <a:pt x="40" y="156"/>
                  </a:lnTo>
                  <a:lnTo>
                    <a:pt x="38" y="158"/>
                  </a:lnTo>
                  <a:lnTo>
                    <a:pt x="38" y="160"/>
                  </a:lnTo>
                  <a:lnTo>
                    <a:pt x="38" y="160"/>
                  </a:lnTo>
                  <a:lnTo>
                    <a:pt x="38" y="161"/>
                  </a:lnTo>
                  <a:lnTo>
                    <a:pt x="38" y="163"/>
                  </a:lnTo>
                  <a:lnTo>
                    <a:pt x="38" y="165"/>
                  </a:lnTo>
                  <a:lnTo>
                    <a:pt x="38" y="165"/>
                  </a:lnTo>
                  <a:lnTo>
                    <a:pt x="38" y="171"/>
                  </a:lnTo>
                  <a:lnTo>
                    <a:pt x="36" y="171"/>
                  </a:lnTo>
                  <a:lnTo>
                    <a:pt x="36" y="171"/>
                  </a:lnTo>
                  <a:lnTo>
                    <a:pt x="36" y="171"/>
                  </a:lnTo>
                  <a:lnTo>
                    <a:pt x="36" y="169"/>
                  </a:lnTo>
                  <a:lnTo>
                    <a:pt x="36" y="169"/>
                  </a:lnTo>
                  <a:lnTo>
                    <a:pt x="34" y="169"/>
                  </a:lnTo>
                  <a:lnTo>
                    <a:pt x="34" y="167"/>
                  </a:lnTo>
                  <a:lnTo>
                    <a:pt x="32" y="165"/>
                  </a:lnTo>
                  <a:lnTo>
                    <a:pt x="32" y="165"/>
                  </a:lnTo>
                  <a:lnTo>
                    <a:pt x="32" y="165"/>
                  </a:lnTo>
                  <a:lnTo>
                    <a:pt x="30" y="169"/>
                  </a:lnTo>
                  <a:lnTo>
                    <a:pt x="28" y="171"/>
                  </a:lnTo>
                  <a:lnTo>
                    <a:pt x="28" y="171"/>
                  </a:lnTo>
                  <a:lnTo>
                    <a:pt x="28" y="173"/>
                  </a:lnTo>
                  <a:lnTo>
                    <a:pt x="28" y="173"/>
                  </a:lnTo>
                  <a:lnTo>
                    <a:pt x="28" y="173"/>
                  </a:lnTo>
                  <a:lnTo>
                    <a:pt x="28" y="173"/>
                  </a:lnTo>
                  <a:lnTo>
                    <a:pt x="28" y="173"/>
                  </a:lnTo>
                  <a:lnTo>
                    <a:pt x="28" y="173"/>
                  </a:lnTo>
                  <a:lnTo>
                    <a:pt x="30" y="175"/>
                  </a:lnTo>
                  <a:lnTo>
                    <a:pt x="30" y="175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79"/>
                  </a:lnTo>
                  <a:lnTo>
                    <a:pt x="32" y="184"/>
                  </a:lnTo>
                  <a:lnTo>
                    <a:pt x="32" y="184"/>
                  </a:lnTo>
                  <a:lnTo>
                    <a:pt x="34" y="186"/>
                  </a:lnTo>
                  <a:lnTo>
                    <a:pt x="34" y="186"/>
                  </a:lnTo>
                  <a:lnTo>
                    <a:pt x="34" y="186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36" y="188"/>
                  </a:lnTo>
                  <a:lnTo>
                    <a:pt x="36" y="190"/>
                  </a:lnTo>
                  <a:lnTo>
                    <a:pt x="36" y="190"/>
                  </a:lnTo>
                  <a:lnTo>
                    <a:pt x="36" y="192"/>
                  </a:lnTo>
                  <a:lnTo>
                    <a:pt x="38" y="192"/>
                  </a:lnTo>
                  <a:lnTo>
                    <a:pt x="40" y="192"/>
                  </a:lnTo>
                  <a:lnTo>
                    <a:pt x="40" y="194"/>
                  </a:lnTo>
                  <a:lnTo>
                    <a:pt x="40" y="194"/>
                  </a:lnTo>
                  <a:lnTo>
                    <a:pt x="38" y="194"/>
                  </a:lnTo>
                  <a:lnTo>
                    <a:pt x="38" y="194"/>
                  </a:lnTo>
                  <a:lnTo>
                    <a:pt x="38" y="196"/>
                  </a:lnTo>
                  <a:lnTo>
                    <a:pt x="38" y="196"/>
                  </a:lnTo>
                  <a:lnTo>
                    <a:pt x="38" y="198"/>
                  </a:lnTo>
                  <a:lnTo>
                    <a:pt x="38" y="198"/>
                  </a:lnTo>
                  <a:lnTo>
                    <a:pt x="40" y="199"/>
                  </a:lnTo>
                  <a:lnTo>
                    <a:pt x="40" y="199"/>
                  </a:lnTo>
                  <a:lnTo>
                    <a:pt x="40" y="199"/>
                  </a:lnTo>
                  <a:lnTo>
                    <a:pt x="40" y="201"/>
                  </a:lnTo>
                  <a:lnTo>
                    <a:pt x="40" y="201"/>
                  </a:lnTo>
                  <a:lnTo>
                    <a:pt x="44" y="205"/>
                  </a:lnTo>
                  <a:lnTo>
                    <a:pt x="44" y="205"/>
                  </a:lnTo>
                  <a:lnTo>
                    <a:pt x="46" y="205"/>
                  </a:lnTo>
                  <a:lnTo>
                    <a:pt x="46" y="205"/>
                  </a:lnTo>
                  <a:lnTo>
                    <a:pt x="46" y="207"/>
                  </a:lnTo>
                  <a:lnTo>
                    <a:pt x="47" y="205"/>
                  </a:lnTo>
                  <a:lnTo>
                    <a:pt x="47" y="203"/>
                  </a:lnTo>
                  <a:lnTo>
                    <a:pt x="49" y="201"/>
                  </a:lnTo>
                  <a:lnTo>
                    <a:pt x="49" y="198"/>
                  </a:lnTo>
                  <a:lnTo>
                    <a:pt x="49" y="198"/>
                  </a:lnTo>
                  <a:lnTo>
                    <a:pt x="49" y="196"/>
                  </a:lnTo>
                  <a:lnTo>
                    <a:pt x="51" y="196"/>
                  </a:lnTo>
                  <a:lnTo>
                    <a:pt x="51" y="194"/>
                  </a:lnTo>
                  <a:lnTo>
                    <a:pt x="49" y="190"/>
                  </a:lnTo>
                  <a:lnTo>
                    <a:pt x="49" y="190"/>
                  </a:lnTo>
                  <a:lnTo>
                    <a:pt x="49" y="188"/>
                  </a:lnTo>
                  <a:lnTo>
                    <a:pt x="47" y="188"/>
                  </a:lnTo>
                  <a:lnTo>
                    <a:pt x="47" y="190"/>
                  </a:lnTo>
                  <a:lnTo>
                    <a:pt x="47" y="192"/>
                  </a:lnTo>
                  <a:lnTo>
                    <a:pt x="47" y="192"/>
                  </a:lnTo>
                  <a:lnTo>
                    <a:pt x="46" y="192"/>
                  </a:lnTo>
                  <a:lnTo>
                    <a:pt x="46" y="192"/>
                  </a:lnTo>
                  <a:lnTo>
                    <a:pt x="46" y="194"/>
                  </a:lnTo>
                  <a:lnTo>
                    <a:pt x="46" y="196"/>
                  </a:lnTo>
                  <a:lnTo>
                    <a:pt x="44" y="196"/>
                  </a:lnTo>
                  <a:lnTo>
                    <a:pt x="44" y="196"/>
                  </a:lnTo>
                  <a:lnTo>
                    <a:pt x="44" y="196"/>
                  </a:lnTo>
                  <a:lnTo>
                    <a:pt x="44" y="194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46" y="188"/>
                  </a:lnTo>
                  <a:lnTo>
                    <a:pt x="47" y="188"/>
                  </a:lnTo>
                  <a:lnTo>
                    <a:pt x="49" y="188"/>
                  </a:lnTo>
                  <a:lnTo>
                    <a:pt x="49" y="186"/>
                  </a:lnTo>
                  <a:lnTo>
                    <a:pt x="53" y="171"/>
                  </a:lnTo>
                  <a:lnTo>
                    <a:pt x="53" y="169"/>
                  </a:lnTo>
                  <a:lnTo>
                    <a:pt x="53" y="167"/>
                  </a:lnTo>
                  <a:lnTo>
                    <a:pt x="53" y="165"/>
                  </a:lnTo>
                  <a:lnTo>
                    <a:pt x="51" y="165"/>
                  </a:lnTo>
                  <a:lnTo>
                    <a:pt x="49" y="165"/>
                  </a:lnTo>
                  <a:lnTo>
                    <a:pt x="49" y="165"/>
                  </a:lnTo>
                  <a:lnTo>
                    <a:pt x="49" y="167"/>
                  </a:lnTo>
                  <a:lnTo>
                    <a:pt x="49" y="171"/>
                  </a:lnTo>
                  <a:lnTo>
                    <a:pt x="47" y="171"/>
                  </a:lnTo>
                  <a:lnTo>
                    <a:pt x="47" y="163"/>
                  </a:lnTo>
                  <a:lnTo>
                    <a:pt x="47" y="161"/>
                  </a:lnTo>
                  <a:lnTo>
                    <a:pt x="49" y="160"/>
                  </a:lnTo>
                  <a:lnTo>
                    <a:pt x="51" y="158"/>
                  </a:lnTo>
                  <a:lnTo>
                    <a:pt x="49" y="158"/>
                  </a:lnTo>
                  <a:lnTo>
                    <a:pt x="49" y="156"/>
                  </a:lnTo>
                  <a:lnTo>
                    <a:pt x="51" y="156"/>
                  </a:lnTo>
                  <a:lnTo>
                    <a:pt x="51" y="156"/>
                  </a:lnTo>
                  <a:lnTo>
                    <a:pt x="53" y="156"/>
                  </a:lnTo>
                  <a:lnTo>
                    <a:pt x="51" y="154"/>
                  </a:lnTo>
                  <a:lnTo>
                    <a:pt x="49" y="152"/>
                  </a:lnTo>
                  <a:lnTo>
                    <a:pt x="51" y="152"/>
                  </a:lnTo>
                  <a:lnTo>
                    <a:pt x="51" y="152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5" y="150"/>
                  </a:lnTo>
                  <a:lnTo>
                    <a:pt x="55" y="148"/>
                  </a:lnTo>
                  <a:lnTo>
                    <a:pt x="57" y="148"/>
                  </a:lnTo>
                  <a:lnTo>
                    <a:pt x="57" y="148"/>
                  </a:lnTo>
                  <a:lnTo>
                    <a:pt x="57" y="146"/>
                  </a:lnTo>
                  <a:lnTo>
                    <a:pt x="57" y="144"/>
                  </a:lnTo>
                  <a:lnTo>
                    <a:pt x="59" y="142"/>
                  </a:lnTo>
                  <a:lnTo>
                    <a:pt x="61" y="142"/>
                  </a:lnTo>
                  <a:lnTo>
                    <a:pt x="61" y="141"/>
                  </a:lnTo>
                  <a:lnTo>
                    <a:pt x="63" y="141"/>
                  </a:lnTo>
                  <a:lnTo>
                    <a:pt x="63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61" y="137"/>
                  </a:lnTo>
                  <a:lnTo>
                    <a:pt x="61" y="137"/>
                  </a:lnTo>
                  <a:lnTo>
                    <a:pt x="61" y="135"/>
                  </a:lnTo>
                  <a:lnTo>
                    <a:pt x="63" y="135"/>
                  </a:lnTo>
                  <a:lnTo>
                    <a:pt x="63" y="133"/>
                  </a:lnTo>
                  <a:lnTo>
                    <a:pt x="63" y="133"/>
                  </a:lnTo>
                  <a:lnTo>
                    <a:pt x="63" y="131"/>
                  </a:lnTo>
                  <a:lnTo>
                    <a:pt x="61" y="131"/>
                  </a:lnTo>
                  <a:lnTo>
                    <a:pt x="61" y="131"/>
                  </a:lnTo>
                  <a:lnTo>
                    <a:pt x="61" y="129"/>
                  </a:lnTo>
                  <a:lnTo>
                    <a:pt x="61" y="129"/>
                  </a:lnTo>
                  <a:lnTo>
                    <a:pt x="61" y="129"/>
                  </a:lnTo>
                  <a:lnTo>
                    <a:pt x="63" y="129"/>
                  </a:lnTo>
                  <a:lnTo>
                    <a:pt x="63" y="127"/>
                  </a:lnTo>
                  <a:lnTo>
                    <a:pt x="65" y="127"/>
                  </a:lnTo>
                  <a:lnTo>
                    <a:pt x="65" y="127"/>
                  </a:lnTo>
                  <a:lnTo>
                    <a:pt x="63" y="127"/>
                  </a:lnTo>
                  <a:lnTo>
                    <a:pt x="63" y="125"/>
                  </a:lnTo>
                  <a:lnTo>
                    <a:pt x="63" y="125"/>
                  </a:lnTo>
                  <a:lnTo>
                    <a:pt x="61" y="123"/>
                  </a:lnTo>
                  <a:lnTo>
                    <a:pt x="61" y="123"/>
                  </a:lnTo>
                  <a:lnTo>
                    <a:pt x="59" y="123"/>
                  </a:lnTo>
                  <a:lnTo>
                    <a:pt x="59" y="120"/>
                  </a:lnTo>
                  <a:lnTo>
                    <a:pt x="57" y="120"/>
                  </a:lnTo>
                  <a:lnTo>
                    <a:pt x="57" y="118"/>
                  </a:lnTo>
                  <a:lnTo>
                    <a:pt x="61" y="118"/>
                  </a:lnTo>
                  <a:lnTo>
                    <a:pt x="63" y="118"/>
                  </a:lnTo>
                  <a:lnTo>
                    <a:pt x="63" y="116"/>
                  </a:lnTo>
                  <a:lnTo>
                    <a:pt x="63" y="116"/>
                  </a:lnTo>
                  <a:lnTo>
                    <a:pt x="63" y="118"/>
                  </a:lnTo>
                  <a:lnTo>
                    <a:pt x="65" y="118"/>
                  </a:lnTo>
                  <a:lnTo>
                    <a:pt x="65" y="118"/>
                  </a:lnTo>
                  <a:lnTo>
                    <a:pt x="65" y="120"/>
                  </a:lnTo>
                  <a:lnTo>
                    <a:pt x="66" y="120"/>
                  </a:lnTo>
                  <a:lnTo>
                    <a:pt x="66" y="118"/>
                  </a:lnTo>
                  <a:lnTo>
                    <a:pt x="66" y="118"/>
                  </a:lnTo>
                  <a:lnTo>
                    <a:pt x="68" y="116"/>
                  </a:lnTo>
                  <a:close/>
                  <a:moveTo>
                    <a:pt x="74" y="4"/>
                  </a:moveTo>
                  <a:lnTo>
                    <a:pt x="76" y="4"/>
                  </a:lnTo>
                  <a:lnTo>
                    <a:pt x="76" y="2"/>
                  </a:lnTo>
                  <a:lnTo>
                    <a:pt x="76" y="2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0" y="2"/>
                  </a:lnTo>
                  <a:lnTo>
                    <a:pt x="72" y="2"/>
                  </a:lnTo>
                  <a:lnTo>
                    <a:pt x="74" y="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US" sz="2267">
                <a:solidFill>
                  <a:srgbClr val="455560"/>
                </a:solidFill>
                <a:latin typeface="Arial"/>
              </a:endParaRPr>
            </a:p>
          </p:txBody>
        </p:sp>
      </p:grpSp>
      <p:grpSp>
        <p:nvGrpSpPr>
          <p:cNvPr id="596" name="GREENLAND">
            <a:extLst>
              <a:ext uri="{FF2B5EF4-FFF2-40B4-BE49-F238E27FC236}">
                <a16:creationId xmlns:a16="http://schemas.microsoft.com/office/drawing/2014/main" id="{AED6D212-6AC1-4687-D193-48E7540B8AFF}"/>
              </a:ext>
            </a:extLst>
          </p:cNvPr>
          <p:cNvGrpSpPr/>
          <p:nvPr userDrawn="1"/>
        </p:nvGrpSpPr>
        <p:grpSpPr>
          <a:xfrm>
            <a:off x="3685594" y="874116"/>
            <a:ext cx="1586513" cy="1582136"/>
            <a:chOff x="8368958" y="1524000"/>
            <a:chExt cx="2504605" cy="2497695"/>
          </a:xfrm>
          <a:solidFill>
            <a:srgbClr val="A63685"/>
          </a:solidFill>
        </p:grpSpPr>
        <p:sp>
          <p:nvSpPr>
            <p:cNvPr id="735" name="Freeform 704">
              <a:extLst>
                <a:ext uri="{FF2B5EF4-FFF2-40B4-BE49-F238E27FC236}">
                  <a16:creationId xmlns:a16="http://schemas.microsoft.com/office/drawing/2014/main" id="{CD083964-7743-A83C-EE6E-15A55BE9EF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01015" y="2100924"/>
              <a:ext cx="72546" cy="79455"/>
            </a:xfrm>
            <a:custGeom>
              <a:avLst/>
              <a:gdLst>
                <a:gd name="T0" fmla="*/ 1 w 21"/>
                <a:gd name="T1" fmla="*/ 1 h 23"/>
                <a:gd name="T2" fmla="*/ 1 w 21"/>
                <a:gd name="T3" fmla="*/ 14 h 23"/>
                <a:gd name="T4" fmla="*/ 18 w 21"/>
                <a:gd name="T5" fmla="*/ 22 h 23"/>
                <a:gd name="T6" fmla="*/ 19 w 21"/>
                <a:gd name="T7" fmla="*/ 11 h 23"/>
                <a:gd name="T8" fmla="*/ 15 w 21"/>
                <a:gd name="T9" fmla="*/ 14 h 23"/>
                <a:gd name="T10" fmla="*/ 10 w 21"/>
                <a:gd name="T11" fmla="*/ 8 h 23"/>
                <a:gd name="T12" fmla="*/ 15 w 21"/>
                <a:gd name="T13" fmla="*/ 2 h 23"/>
                <a:gd name="T14" fmla="*/ 1 w 21"/>
                <a:gd name="T15" fmla="*/ 1 h 23"/>
                <a:gd name="T16" fmla="*/ 1 w 21"/>
                <a:gd name="T17" fmla="*/ 0 h 23"/>
                <a:gd name="T18" fmla="*/ 1 w 21"/>
                <a:gd name="T19" fmla="*/ 0 h 23"/>
                <a:gd name="T20" fmla="*/ 15 w 21"/>
                <a:gd name="T21" fmla="*/ 1 h 23"/>
                <a:gd name="T22" fmla="*/ 16 w 21"/>
                <a:gd name="T23" fmla="*/ 1 h 23"/>
                <a:gd name="T24" fmla="*/ 16 w 21"/>
                <a:gd name="T25" fmla="*/ 2 h 23"/>
                <a:gd name="T26" fmla="*/ 12 w 21"/>
                <a:gd name="T27" fmla="*/ 8 h 23"/>
                <a:gd name="T28" fmla="*/ 15 w 21"/>
                <a:gd name="T29" fmla="*/ 13 h 23"/>
                <a:gd name="T30" fmla="*/ 19 w 21"/>
                <a:gd name="T31" fmla="*/ 10 h 23"/>
                <a:gd name="T32" fmla="*/ 19 w 21"/>
                <a:gd name="T33" fmla="*/ 10 h 23"/>
                <a:gd name="T34" fmla="*/ 21 w 21"/>
                <a:gd name="T35" fmla="*/ 10 h 23"/>
                <a:gd name="T36" fmla="*/ 21 w 21"/>
                <a:gd name="T37" fmla="*/ 11 h 23"/>
                <a:gd name="T38" fmla="*/ 19 w 21"/>
                <a:gd name="T39" fmla="*/ 22 h 23"/>
                <a:gd name="T40" fmla="*/ 19 w 21"/>
                <a:gd name="T41" fmla="*/ 23 h 23"/>
                <a:gd name="T42" fmla="*/ 18 w 21"/>
                <a:gd name="T43" fmla="*/ 23 h 23"/>
                <a:gd name="T44" fmla="*/ 18 w 21"/>
                <a:gd name="T45" fmla="*/ 23 h 23"/>
                <a:gd name="T46" fmla="*/ 1 w 21"/>
                <a:gd name="T47" fmla="*/ 16 h 23"/>
                <a:gd name="T48" fmla="*/ 0 w 21"/>
                <a:gd name="T49" fmla="*/ 14 h 23"/>
                <a:gd name="T50" fmla="*/ 0 w 21"/>
                <a:gd name="T51" fmla="*/ 1 h 23"/>
                <a:gd name="T52" fmla="*/ 1 w 21"/>
                <a:gd name="T53" fmla="*/ 1 h 23"/>
                <a:gd name="T54" fmla="*/ 1 w 21"/>
                <a:gd name="T5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1" h="23">
                  <a:moveTo>
                    <a:pt x="1" y="1"/>
                  </a:moveTo>
                  <a:lnTo>
                    <a:pt x="1" y="14"/>
                  </a:lnTo>
                  <a:lnTo>
                    <a:pt x="18" y="22"/>
                  </a:lnTo>
                  <a:lnTo>
                    <a:pt x="19" y="11"/>
                  </a:lnTo>
                  <a:lnTo>
                    <a:pt x="15" y="14"/>
                  </a:lnTo>
                  <a:lnTo>
                    <a:pt x="10" y="8"/>
                  </a:lnTo>
                  <a:lnTo>
                    <a:pt x="15" y="2"/>
                  </a:lnTo>
                  <a:lnTo>
                    <a:pt x="1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6" y="2"/>
                  </a:lnTo>
                  <a:lnTo>
                    <a:pt x="12" y="8"/>
                  </a:lnTo>
                  <a:lnTo>
                    <a:pt x="15" y="13"/>
                  </a:lnTo>
                  <a:lnTo>
                    <a:pt x="19" y="10"/>
                  </a:lnTo>
                  <a:lnTo>
                    <a:pt x="19" y="10"/>
                  </a:lnTo>
                  <a:lnTo>
                    <a:pt x="21" y="10"/>
                  </a:lnTo>
                  <a:lnTo>
                    <a:pt x="21" y="11"/>
                  </a:lnTo>
                  <a:lnTo>
                    <a:pt x="19" y="22"/>
                  </a:lnTo>
                  <a:lnTo>
                    <a:pt x="19" y="23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" y="16"/>
                  </a:lnTo>
                  <a:lnTo>
                    <a:pt x="0" y="14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36" name="Freeform 689">
              <a:extLst>
                <a:ext uri="{FF2B5EF4-FFF2-40B4-BE49-F238E27FC236}">
                  <a16:creationId xmlns:a16="http://schemas.microsoft.com/office/drawing/2014/main" id="{6B2F7248-1F27-63E3-2B99-C1CAE4B17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4807" y="4000968"/>
              <a:ext cx="20727" cy="13819"/>
            </a:xfrm>
            <a:custGeom>
              <a:avLst/>
              <a:gdLst>
                <a:gd name="T0" fmla="*/ 1 w 6"/>
                <a:gd name="T1" fmla="*/ 0 h 4"/>
                <a:gd name="T2" fmla="*/ 1 w 6"/>
                <a:gd name="T3" fmla="*/ 0 h 4"/>
                <a:gd name="T4" fmla="*/ 4 w 6"/>
                <a:gd name="T5" fmla="*/ 1 h 4"/>
                <a:gd name="T6" fmla="*/ 6 w 6"/>
                <a:gd name="T7" fmla="*/ 3 h 4"/>
                <a:gd name="T8" fmla="*/ 6 w 6"/>
                <a:gd name="T9" fmla="*/ 3 h 4"/>
                <a:gd name="T10" fmla="*/ 0 w 6"/>
                <a:gd name="T11" fmla="*/ 4 h 4"/>
                <a:gd name="T12" fmla="*/ 0 w 6"/>
                <a:gd name="T13" fmla="*/ 4 h 4"/>
                <a:gd name="T14" fmla="*/ 0 w 6"/>
                <a:gd name="T15" fmla="*/ 4 h 4"/>
                <a:gd name="T16" fmla="*/ 0 w 6"/>
                <a:gd name="T17" fmla="*/ 4 h 4"/>
                <a:gd name="T18" fmla="*/ 0 w 6"/>
                <a:gd name="T19" fmla="*/ 1 h 4"/>
                <a:gd name="T20" fmla="*/ 0 w 6"/>
                <a:gd name="T21" fmla="*/ 0 h 4"/>
                <a:gd name="T22" fmla="*/ 1 w 6"/>
                <a:gd name="T2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4">
                  <a:moveTo>
                    <a:pt x="1" y="0"/>
                  </a:moveTo>
                  <a:lnTo>
                    <a:pt x="1" y="0"/>
                  </a:lnTo>
                  <a:lnTo>
                    <a:pt x="4" y="1"/>
                  </a:lnTo>
                  <a:lnTo>
                    <a:pt x="6" y="3"/>
                  </a:lnTo>
                  <a:lnTo>
                    <a:pt x="6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37" name="Freeform 690">
              <a:extLst>
                <a:ext uri="{FF2B5EF4-FFF2-40B4-BE49-F238E27FC236}">
                  <a16:creationId xmlns:a16="http://schemas.microsoft.com/office/drawing/2014/main" id="{8EE2975C-BECF-4BEC-A21C-4313B56C90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67898" y="4000968"/>
              <a:ext cx="27637" cy="20727"/>
            </a:xfrm>
            <a:custGeom>
              <a:avLst/>
              <a:gdLst>
                <a:gd name="T0" fmla="*/ 3 w 8"/>
                <a:gd name="T1" fmla="*/ 1 h 6"/>
                <a:gd name="T2" fmla="*/ 2 w 8"/>
                <a:gd name="T3" fmla="*/ 4 h 6"/>
                <a:gd name="T4" fmla="*/ 6 w 8"/>
                <a:gd name="T5" fmla="*/ 3 h 6"/>
                <a:gd name="T6" fmla="*/ 3 w 8"/>
                <a:gd name="T7" fmla="*/ 1 h 6"/>
                <a:gd name="T8" fmla="*/ 3 w 8"/>
                <a:gd name="T9" fmla="*/ 0 h 6"/>
                <a:gd name="T10" fmla="*/ 3 w 8"/>
                <a:gd name="T11" fmla="*/ 0 h 6"/>
                <a:gd name="T12" fmla="*/ 8 w 8"/>
                <a:gd name="T13" fmla="*/ 1 h 6"/>
                <a:gd name="T14" fmla="*/ 8 w 8"/>
                <a:gd name="T15" fmla="*/ 1 h 6"/>
                <a:gd name="T16" fmla="*/ 8 w 8"/>
                <a:gd name="T17" fmla="*/ 3 h 6"/>
                <a:gd name="T18" fmla="*/ 8 w 8"/>
                <a:gd name="T19" fmla="*/ 3 h 6"/>
                <a:gd name="T20" fmla="*/ 8 w 8"/>
                <a:gd name="T21" fmla="*/ 4 h 6"/>
                <a:gd name="T22" fmla="*/ 3 w 8"/>
                <a:gd name="T23" fmla="*/ 6 h 6"/>
                <a:gd name="T24" fmla="*/ 2 w 8"/>
                <a:gd name="T25" fmla="*/ 6 h 6"/>
                <a:gd name="T26" fmla="*/ 2 w 8"/>
                <a:gd name="T27" fmla="*/ 6 h 6"/>
                <a:gd name="T28" fmla="*/ 0 w 8"/>
                <a:gd name="T29" fmla="*/ 4 h 6"/>
                <a:gd name="T30" fmla="*/ 2 w 8"/>
                <a:gd name="T31" fmla="*/ 1 h 6"/>
                <a:gd name="T32" fmla="*/ 2 w 8"/>
                <a:gd name="T33" fmla="*/ 0 h 6"/>
                <a:gd name="T34" fmla="*/ 3 w 8"/>
                <a:gd name="T3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" h="6">
                  <a:moveTo>
                    <a:pt x="3" y="1"/>
                  </a:moveTo>
                  <a:lnTo>
                    <a:pt x="2" y="4"/>
                  </a:lnTo>
                  <a:lnTo>
                    <a:pt x="6" y="3"/>
                  </a:lnTo>
                  <a:lnTo>
                    <a:pt x="3" y="1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4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38" name="Freeform 691">
              <a:extLst>
                <a:ext uri="{FF2B5EF4-FFF2-40B4-BE49-F238E27FC236}">
                  <a16:creationId xmlns:a16="http://schemas.microsoft.com/office/drawing/2014/main" id="{F8644D20-6F47-2D89-F320-90EC2FE3B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8958" y="1524000"/>
              <a:ext cx="2473513" cy="2470058"/>
            </a:xfrm>
            <a:custGeom>
              <a:avLst/>
              <a:gdLst>
                <a:gd name="T0" fmla="*/ 682 w 716"/>
                <a:gd name="T1" fmla="*/ 18 h 715"/>
                <a:gd name="T2" fmla="*/ 689 w 716"/>
                <a:gd name="T3" fmla="*/ 52 h 715"/>
                <a:gd name="T4" fmla="*/ 680 w 716"/>
                <a:gd name="T5" fmla="*/ 88 h 715"/>
                <a:gd name="T6" fmla="*/ 670 w 716"/>
                <a:gd name="T7" fmla="*/ 121 h 715"/>
                <a:gd name="T8" fmla="*/ 671 w 716"/>
                <a:gd name="T9" fmla="*/ 162 h 715"/>
                <a:gd name="T10" fmla="*/ 679 w 716"/>
                <a:gd name="T11" fmla="*/ 184 h 715"/>
                <a:gd name="T12" fmla="*/ 696 w 716"/>
                <a:gd name="T13" fmla="*/ 224 h 715"/>
                <a:gd name="T14" fmla="*/ 659 w 716"/>
                <a:gd name="T15" fmla="*/ 269 h 715"/>
                <a:gd name="T16" fmla="*/ 613 w 716"/>
                <a:gd name="T17" fmla="*/ 270 h 715"/>
                <a:gd name="T18" fmla="*/ 619 w 716"/>
                <a:gd name="T19" fmla="*/ 288 h 715"/>
                <a:gd name="T20" fmla="*/ 630 w 716"/>
                <a:gd name="T21" fmla="*/ 306 h 715"/>
                <a:gd name="T22" fmla="*/ 668 w 716"/>
                <a:gd name="T23" fmla="*/ 346 h 715"/>
                <a:gd name="T24" fmla="*/ 662 w 716"/>
                <a:gd name="T25" fmla="*/ 386 h 715"/>
                <a:gd name="T26" fmla="*/ 637 w 716"/>
                <a:gd name="T27" fmla="*/ 376 h 715"/>
                <a:gd name="T28" fmla="*/ 618 w 716"/>
                <a:gd name="T29" fmla="*/ 356 h 715"/>
                <a:gd name="T30" fmla="*/ 604 w 716"/>
                <a:gd name="T31" fmla="*/ 387 h 715"/>
                <a:gd name="T32" fmla="*/ 664 w 716"/>
                <a:gd name="T33" fmla="*/ 398 h 715"/>
                <a:gd name="T34" fmla="*/ 642 w 716"/>
                <a:gd name="T35" fmla="*/ 422 h 715"/>
                <a:gd name="T36" fmla="*/ 618 w 716"/>
                <a:gd name="T37" fmla="*/ 439 h 715"/>
                <a:gd name="T38" fmla="*/ 554 w 716"/>
                <a:gd name="T39" fmla="*/ 473 h 715"/>
                <a:gd name="T40" fmla="*/ 536 w 716"/>
                <a:gd name="T41" fmla="*/ 467 h 715"/>
                <a:gd name="T42" fmla="*/ 514 w 716"/>
                <a:gd name="T43" fmla="*/ 509 h 715"/>
                <a:gd name="T44" fmla="*/ 495 w 716"/>
                <a:gd name="T45" fmla="*/ 530 h 715"/>
                <a:gd name="T46" fmla="*/ 474 w 716"/>
                <a:gd name="T47" fmla="*/ 549 h 715"/>
                <a:gd name="T48" fmla="*/ 465 w 716"/>
                <a:gd name="T49" fmla="*/ 549 h 715"/>
                <a:gd name="T50" fmla="*/ 455 w 716"/>
                <a:gd name="T51" fmla="*/ 546 h 715"/>
                <a:gd name="T52" fmla="*/ 434 w 716"/>
                <a:gd name="T53" fmla="*/ 553 h 715"/>
                <a:gd name="T54" fmla="*/ 416 w 716"/>
                <a:gd name="T55" fmla="*/ 577 h 715"/>
                <a:gd name="T56" fmla="*/ 418 w 716"/>
                <a:gd name="T57" fmla="*/ 613 h 715"/>
                <a:gd name="T58" fmla="*/ 412 w 716"/>
                <a:gd name="T59" fmla="*/ 632 h 715"/>
                <a:gd name="T60" fmla="*/ 401 w 716"/>
                <a:gd name="T61" fmla="*/ 650 h 715"/>
                <a:gd name="T62" fmla="*/ 384 w 716"/>
                <a:gd name="T63" fmla="*/ 712 h 715"/>
                <a:gd name="T64" fmla="*/ 361 w 716"/>
                <a:gd name="T65" fmla="*/ 705 h 715"/>
                <a:gd name="T66" fmla="*/ 354 w 716"/>
                <a:gd name="T67" fmla="*/ 694 h 715"/>
                <a:gd name="T68" fmla="*/ 330 w 716"/>
                <a:gd name="T69" fmla="*/ 688 h 715"/>
                <a:gd name="T70" fmla="*/ 305 w 716"/>
                <a:gd name="T71" fmla="*/ 663 h 715"/>
                <a:gd name="T72" fmla="*/ 293 w 716"/>
                <a:gd name="T73" fmla="*/ 635 h 715"/>
                <a:gd name="T74" fmla="*/ 290 w 716"/>
                <a:gd name="T75" fmla="*/ 589 h 715"/>
                <a:gd name="T76" fmla="*/ 275 w 716"/>
                <a:gd name="T77" fmla="*/ 598 h 715"/>
                <a:gd name="T78" fmla="*/ 269 w 716"/>
                <a:gd name="T79" fmla="*/ 562 h 715"/>
                <a:gd name="T80" fmla="*/ 255 w 716"/>
                <a:gd name="T81" fmla="*/ 543 h 715"/>
                <a:gd name="T82" fmla="*/ 256 w 716"/>
                <a:gd name="T83" fmla="*/ 525 h 715"/>
                <a:gd name="T84" fmla="*/ 252 w 716"/>
                <a:gd name="T85" fmla="*/ 493 h 715"/>
                <a:gd name="T86" fmla="*/ 269 w 716"/>
                <a:gd name="T87" fmla="*/ 470 h 715"/>
                <a:gd name="T88" fmla="*/ 284 w 716"/>
                <a:gd name="T89" fmla="*/ 436 h 715"/>
                <a:gd name="T90" fmla="*/ 289 w 716"/>
                <a:gd name="T91" fmla="*/ 430 h 715"/>
                <a:gd name="T92" fmla="*/ 295 w 716"/>
                <a:gd name="T93" fmla="*/ 410 h 715"/>
                <a:gd name="T94" fmla="*/ 286 w 716"/>
                <a:gd name="T95" fmla="*/ 386 h 715"/>
                <a:gd name="T96" fmla="*/ 275 w 716"/>
                <a:gd name="T97" fmla="*/ 362 h 715"/>
                <a:gd name="T98" fmla="*/ 267 w 716"/>
                <a:gd name="T99" fmla="*/ 359 h 715"/>
                <a:gd name="T100" fmla="*/ 259 w 716"/>
                <a:gd name="T101" fmla="*/ 337 h 715"/>
                <a:gd name="T102" fmla="*/ 247 w 716"/>
                <a:gd name="T103" fmla="*/ 346 h 715"/>
                <a:gd name="T104" fmla="*/ 226 w 716"/>
                <a:gd name="T105" fmla="*/ 333 h 715"/>
                <a:gd name="T106" fmla="*/ 231 w 716"/>
                <a:gd name="T107" fmla="*/ 263 h 715"/>
                <a:gd name="T108" fmla="*/ 212 w 716"/>
                <a:gd name="T109" fmla="*/ 218 h 715"/>
                <a:gd name="T110" fmla="*/ 188 w 716"/>
                <a:gd name="T111" fmla="*/ 168 h 715"/>
                <a:gd name="T112" fmla="*/ 89 w 716"/>
                <a:gd name="T113" fmla="*/ 128 h 715"/>
                <a:gd name="T114" fmla="*/ 44 w 716"/>
                <a:gd name="T115" fmla="*/ 112 h 715"/>
                <a:gd name="T116" fmla="*/ 34 w 716"/>
                <a:gd name="T117" fmla="*/ 63 h 715"/>
                <a:gd name="T118" fmla="*/ 38 w 716"/>
                <a:gd name="T119" fmla="*/ 45 h 715"/>
                <a:gd name="T120" fmla="*/ 23 w 716"/>
                <a:gd name="T121" fmla="*/ 32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16" h="715">
                  <a:moveTo>
                    <a:pt x="6" y="0"/>
                  </a:moveTo>
                  <a:lnTo>
                    <a:pt x="673" y="0"/>
                  </a:lnTo>
                  <a:lnTo>
                    <a:pt x="673" y="0"/>
                  </a:lnTo>
                  <a:lnTo>
                    <a:pt x="673" y="2"/>
                  </a:lnTo>
                  <a:lnTo>
                    <a:pt x="671" y="8"/>
                  </a:lnTo>
                  <a:lnTo>
                    <a:pt x="674" y="9"/>
                  </a:lnTo>
                  <a:lnTo>
                    <a:pt x="674" y="11"/>
                  </a:lnTo>
                  <a:lnTo>
                    <a:pt x="668" y="33"/>
                  </a:lnTo>
                  <a:lnTo>
                    <a:pt x="671" y="36"/>
                  </a:lnTo>
                  <a:lnTo>
                    <a:pt x="680" y="18"/>
                  </a:lnTo>
                  <a:lnTo>
                    <a:pt x="680" y="18"/>
                  </a:lnTo>
                  <a:lnTo>
                    <a:pt x="680" y="18"/>
                  </a:lnTo>
                  <a:lnTo>
                    <a:pt x="682" y="18"/>
                  </a:lnTo>
                  <a:lnTo>
                    <a:pt x="701" y="32"/>
                  </a:lnTo>
                  <a:lnTo>
                    <a:pt x="704" y="42"/>
                  </a:lnTo>
                  <a:lnTo>
                    <a:pt x="704" y="42"/>
                  </a:lnTo>
                  <a:lnTo>
                    <a:pt x="701" y="43"/>
                  </a:lnTo>
                  <a:lnTo>
                    <a:pt x="701" y="45"/>
                  </a:lnTo>
                  <a:lnTo>
                    <a:pt x="701" y="43"/>
                  </a:lnTo>
                  <a:lnTo>
                    <a:pt x="683" y="35"/>
                  </a:lnTo>
                  <a:lnTo>
                    <a:pt x="682" y="38"/>
                  </a:lnTo>
                  <a:lnTo>
                    <a:pt x="689" y="45"/>
                  </a:lnTo>
                  <a:lnTo>
                    <a:pt x="689" y="45"/>
                  </a:lnTo>
                  <a:lnTo>
                    <a:pt x="687" y="46"/>
                  </a:lnTo>
                  <a:lnTo>
                    <a:pt x="685" y="48"/>
                  </a:lnTo>
                  <a:lnTo>
                    <a:pt x="689" y="52"/>
                  </a:lnTo>
                  <a:lnTo>
                    <a:pt x="689" y="52"/>
                  </a:lnTo>
                  <a:lnTo>
                    <a:pt x="687" y="54"/>
                  </a:lnTo>
                  <a:lnTo>
                    <a:pt x="686" y="54"/>
                  </a:lnTo>
                  <a:lnTo>
                    <a:pt x="713" y="58"/>
                  </a:lnTo>
                  <a:lnTo>
                    <a:pt x="714" y="58"/>
                  </a:lnTo>
                  <a:lnTo>
                    <a:pt x="716" y="78"/>
                  </a:lnTo>
                  <a:lnTo>
                    <a:pt x="713" y="89"/>
                  </a:lnTo>
                  <a:lnTo>
                    <a:pt x="713" y="91"/>
                  </a:lnTo>
                  <a:lnTo>
                    <a:pt x="711" y="91"/>
                  </a:lnTo>
                  <a:lnTo>
                    <a:pt x="711" y="91"/>
                  </a:lnTo>
                  <a:lnTo>
                    <a:pt x="682" y="84"/>
                  </a:lnTo>
                  <a:lnTo>
                    <a:pt x="673" y="86"/>
                  </a:lnTo>
                  <a:lnTo>
                    <a:pt x="680" y="88"/>
                  </a:lnTo>
                  <a:lnTo>
                    <a:pt x="680" y="88"/>
                  </a:lnTo>
                  <a:lnTo>
                    <a:pt x="680" y="89"/>
                  </a:lnTo>
                  <a:lnTo>
                    <a:pt x="658" y="95"/>
                  </a:lnTo>
                  <a:lnTo>
                    <a:pt x="668" y="109"/>
                  </a:lnTo>
                  <a:lnTo>
                    <a:pt x="668" y="110"/>
                  </a:lnTo>
                  <a:lnTo>
                    <a:pt x="668" y="110"/>
                  </a:lnTo>
                  <a:lnTo>
                    <a:pt x="667" y="110"/>
                  </a:lnTo>
                  <a:lnTo>
                    <a:pt x="668" y="110"/>
                  </a:lnTo>
                  <a:lnTo>
                    <a:pt x="668" y="110"/>
                  </a:lnTo>
                  <a:lnTo>
                    <a:pt x="670" y="110"/>
                  </a:lnTo>
                  <a:lnTo>
                    <a:pt x="670" y="110"/>
                  </a:lnTo>
                  <a:lnTo>
                    <a:pt x="670" y="112"/>
                  </a:lnTo>
                  <a:lnTo>
                    <a:pt x="670" y="121"/>
                  </a:lnTo>
                  <a:lnTo>
                    <a:pt x="693" y="128"/>
                  </a:lnTo>
                  <a:lnTo>
                    <a:pt x="695" y="128"/>
                  </a:lnTo>
                  <a:lnTo>
                    <a:pt x="693" y="129"/>
                  </a:lnTo>
                  <a:lnTo>
                    <a:pt x="679" y="135"/>
                  </a:lnTo>
                  <a:lnTo>
                    <a:pt x="696" y="149"/>
                  </a:lnTo>
                  <a:lnTo>
                    <a:pt x="698" y="149"/>
                  </a:lnTo>
                  <a:lnTo>
                    <a:pt x="699" y="171"/>
                  </a:lnTo>
                  <a:lnTo>
                    <a:pt x="698" y="178"/>
                  </a:lnTo>
                  <a:lnTo>
                    <a:pt x="696" y="180"/>
                  </a:lnTo>
                  <a:lnTo>
                    <a:pt x="696" y="180"/>
                  </a:lnTo>
                  <a:lnTo>
                    <a:pt x="696" y="180"/>
                  </a:lnTo>
                  <a:lnTo>
                    <a:pt x="671" y="162"/>
                  </a:lnTo>
                  <a:lnTo>
                    <a:pt x="671" y="162"/>
                  </a:lnTo>
                  <a:lnTo>
                    <a:pt x="671" y="162"/>
                  </a:lnTo>
                  <a:lnTo>
                    <a:pt x="671" y="162"/>
                  </a:lnTo>
                  <a:lnTo>
                    <a:pt x="670" y="162"/>
                  </a:lnTo>
                  <a:lnTo>
                    <a:pt x="668" y="162"/>
                  </a:lnTo>
                  <a:lnTo>
                    <a:pt x="667" y="162"/>
                  </a:lnTo>
                  <a:lnTo>
                    <a:pt x="665" y="162"/>
                  </a:lnTo>
                  <a:lnTo>
                    <a:pt x="683" y="174"/>
                  </a:lnTo>
                  <a:lnTo>
                    <a:pt x="683" y="175"/>
                  </a:lnTo>
                  <a:lnTo>
                    <a:pt x="683" y="175"/>
                  </a:lnTo>
                  <a:lnTo>
                    <a:pt x="673" y="186"/>
                  </a:lnTo>
                  <a:lnTo>
                    <a:pt x="673" y="186"/>
                  </a:lnTo>
                  <a:lnTo>
                    <a:pt x="676" y="186"/>
                  </a:lnTo>
                  <a:lnTo>
                    <a:pt x="679" y="184"/>
                  </a:lnTo>
                  <a:lnTo>
                    <a:pt x="680" y="184"/>
                  </a:lnTo>
                  <a:lnTo>
                    <a:pt x="682" y="184"/>
                  </a:lnTo>
                  <a:lnTo>
                    <a:pt x="682" y="184"/>
                  </a:lnTo>
                  <a:lnTo>
                    <a:pt x="682" y="186"/>
                  </a:lnTo>
                  <a:lnTo>
                    <a:pt x="680" y="201"/>
                  </a:lnTo>
                  <a:lnTo>
                    <a:pt x="680" y="202"/>
                  </a:lnTo>
                  <a:lnTo>
                    <a:pt x="696" y="202"/>
                  </a:lnTo>
                  <a:lnTo>
                    <a:pt x="698" y="202"/>
                  </a:lnTo>
                  <a:lnTo>
                    <a:pt x="704" y="214"/>
                  </a:lnTo>
                  <a:lnTo>
                    <a:pt x="702" y="215"/>
                  </a:lnTo>
                  <a:lnTo>
                    <a:pt x="696" y="224"/>
                  </a:lnTo>
                  <a:lnTo>
                    <a:pt x="696" y="224"/>
                  </a:lnTo>
                  <a:lnTo>
                    <a:pt x="696" y="224"/>
                  </a:lnTo>
                  <a:lnTo>
                    <a:pt x="664" y="210"/>
                  </a:lnTo>
                  <a:lnTo>
                    <a:pt x="667" y="217"/>
                  </a:lnTo>
                  <a:lnTo>
                    <a:pt x="665" y="218"/>
                  </a:lnTo>
                  <a:lnTo>
                    <a:pt x="661" y="220"/>
                  </a:lnTo>
                  <a:lnTo>
                    <a:pt x="662" y="220"/>
                  </a:lnTo>
                  <a:lnTo>
                    <a:pt x="664" y="220"/>
                  </a:lnTo>
                  <a:lnTo>
                    <a:pt x="664" y="221"/>
                  </a:lnTo>
                  <a:lnTo>
                    <a:pt x="661" y="232"/>
                  </a:lnTo>
                  <a:lnTo>
                    <a:pt x="686" y="241"/>
                  </a:lnTo>
                  <a:lnTo>
                    <a:pt x="686" y="242"/>
                  </a:lnTo>
                  <a:lnTo>
                    <a:pt x="685" y="257"/>
                  </a:lnTo>
                  <a:lnTo>
                    <a:pt x="685" y="258"/>
                  </a:lnTo>
                  <a:lnTo>
                    <a:pt x="659" y="269"/>
                  </a:lnTo>
                  <a:lnTo>
                    <a:pt x="659" y="269"/>
                  </a:lnTo>
                  <a:lnTo>
                    <a:pt x="659" y="269"/>
                  </a:lnTo>
                  <a:lnTo>
                    <a:pt x="637" y="247"/>
                  </a:lnTo>
                  <a:lnTo>
                    <a:pt x="634" y="255"/>
                  </a:lnTo>
                  <a:lnTo>
                    <a:pt x="633" y="255"/>
                  </a:lnTo>
                  <a:lnTo>
                    <a:pt x="633" y="255"/>
                  </a:lnTo>
                  <a:lnTo>
                    <a:pt x="633" y="255"/>
                  </a:lnTo>
                  <a:lnTo>
                    <a:pt x="627" y="253"/>
                  </a:lnTo>
                  <a:lnTo>
                    <a:pt x="628" y="258"/>
                  </a:lnTo>
                  <a:lnTo>
                    <a:pt x="628" y="258"/>
                  </a:lnTo>
                  <a:lnTo>
                    <a:pt x="615" y="270"/>
                  </a:lnTo>
                  <a:lnTo>
                    <a:pt x="613" y="270"/>
                  </a:lnTo>
                  <a:lnTo>
                    <a:pt x="613" y="270"/>
                  </a:lnTo>
                  <a:lnTo>
                    <a:pt x="612" y="270"/>
                  </a:lnTo>
                  <a:lnTo>
                    <a:pt x="609" y="270"/>
                  </a:lnTo>
                  <a:lnTo>
                    <a:pt x="607" y="269"/>
                  </a:lnTo>
                  <a:lnTo>
                    <a:pt x="607" y="269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3" y="275"/>
                  </a:lnTo>
                  <a:lnTo>
                    <a:pt x="625" y="279"/>
                  </a:lnTo>
                  <a:lnTo>
                    <a:pt x="627" y="279"/>
                  </a:lnTo>
                  <a:lnTo>
                    <a:pt x="627" y="279"/>
                  </a:lnTo>
                  <a:lnTo>
                    <a:pt x="606" y="291"/>
                  </a:lnTo>
                  <a:lnTo>
                    <a:pt x="619" y="288"/>
                  </a:lnTo>
                  <a:lnTo>
                    <a:pt x="619" y="288"/>
                  </a:lnTo>
                  <a:lnTo>
                    <a:pt x="621" y="288"/>
                  </a:lnTo>
                  <a:lnTo>
                    <a:pt x="628" y="294"/>
                  </a:lnTo>
                  <a:lnTo>
                    <a:pt x="628" y="294"/>
                  </a:lnTo>
                  <a:lnTo>
                    <a:pt x="630" y="303"/>
                  </a:lnTo>
                  <a:lnTo>
                    <a:pt x="628" y="304"/>
                  </a:lnTo>
                  <a:lnTo>
                    <a:pt x="621" y="306"/>
                  </a:lnTo>
                  <a:lnTo>
                    <a:pt x="621" y="307"/>
                  </a:lnTo>
                  <a:lnTo>
                    <a:pt x="621" y="313"/>
                  </a:lnTo>
                  <a:lnTo>
                    <a:pt x="622" y="307"/>
                  </a:lnTo>
                  <a:lnTo>
                    <a:pt x="624" y="307"/>
                  </a:lnTo>
                  <a:lnTo>
                    <a:pt x="630" y="306"/>
                  </a:lnTo>
                  <a:lnTo>
                    <a:pt x="630" y="306"/>
                  </a:lnTo>
                  <a:lnTo>
                    <a:pt x="630" y="306"/>
                  </a:lnTo>
                  <a:lnTo>
                    <a:pt x="658" y="327"/>
                  </a:lnTo>
                  <a:lnTo>
                    <a:pt x="658" y="328"/>
                  </a:lnTo>
                  <a:lnTo>
                    <a:pt x="650" y="340"/>
                  </a:lnTo>
                  <a:lnTo>
                    <a:pt x="664" y="334"/>
                  </a:lnTo>
                  <a:lnTo>
                    <a:pt x="664" y="334"/>
                  </a:lnTo>
                  <a:lnTo>
                    <a:pt x="665" y="334"/>
                  </a:lnTo>
                  <a:lnTo>
                    <a:pt x="665" y="336"/>
                  </a:lnTo>
                  <a:lnTo>
                    <a:pt x="658" y="347"/>
                  </a:lnTo>
                  <a:lnTo>
                    <a:pt x="658" y="352"/>
                  </a:lnTo>
                  <a:lnTo>
                    <a:pt x="667" y="344"/>
                  </a:lnTo>
                  <a:lnTo>
                    <a:pt x="667" y="344"/>
                  </a:lnTo>
                  <a:lnTo>
                    <a:pt x="668" y="344"/>
                  </a:lnTo>
                  <a:lnTo>
                    <a:pt x="668" y="346"/>
                  </a:lnTo>
                  <a:lnTo>
                    <a:pt x="667" y="361"/>
                  </a:lnTo>
                  <a:lnTo>
                    <a:pt x="667" y="361"/>
                  </a:lnTo>
                  <a:lnTo>
                    <a:pt x="665" y="362"/>
                  </a:lnTo>
                  <a:lnTo>
                    <a:pt x="668" y="365"/>
                  </a:lnTo>
                  <a:lnTo>
                    <a:pt x="668" y="365"/>
                  </a:lnTo>
                  <a:lnTo>
                    <a:pt x="667" y="373"/>
                  </a:lnTo>
                  <a:lnTo>
                    <a:pt x="671" y="386"/>
                  </a:lnTo>
                  <a:lnTo>
                    <a:pt x="671" y="386"/>
                  </a:lnTo>
                  <a:lnTo>
                    <a:pt x="670" y="386"/>
                  </a:lnTo>
                  <a:lnTo>
                    <a:pt x="670" y="386"/>
                  </a:lnTo>
                  <a:lnTo>
                    <a:pt x="667" y="386"/>
                  </a:lnTo>
                  <a:lnTo>
                    <a:pt x="664" y="386"/>
                  </a:lnTo>
                  <a:lnTo>
                    <a:pt x="662" y="386"/>
                  </a:lnTo>
                  <a:lnTo>
                    <a:pt x="661" y="386"/>
                  </a:lnTo>
                  <a:lnTo>
                    <a:pt x="659" y="386"/>
                  </a:lnTo>
                  <a:lnTo>
                    <a:pt x="658" y="377"/>
                  </a:lnTo>
                  <a:lnTo>
                    <a:pt x="658" y="386"/>
                  </a:lnTo>
                  <a:lnTo>
                    <a:pt x="658" y="387"/>
                  </a:lnTo>
                  <a:lnTo>
                    <a:pt x="656" y="387"/>
                  </a:lnTo>
                  <a:lnTo>
                    <a:pt x="655" y="387"/>
                  </a:lnTo>
                  <a:lnTo>
                    <a:pt x="653" y="387"/>
                  </a:lnTo>
                  <a:lnTo>
                    <a:pt x="650" y="386"/>
                  </a:lnTo>
                  <a:lnTo>
                    <a:pt x="647" y="386"/>
                  </a:lnTo>
                  <a:lnTo>
                    <a:pt x="646" y="386"/>
                  </a:lnTo>
                  <a:lnTo>
                    <a:pt x="646" y="386"/>
                  </a:lnTo>
                  <a:lnTo>
                    <a:pt x="637" y="376"/>
                  </a:lnTo>
                  <a:lnTo>
                    <a:pt x="634" y="362"/>
                  </a:lnTo>
                  <a:lnTo>
                    <a:pt x="628" y="352"/>
                  </a:lnTo>
                  <a:lnTo>
                    <a:pt x="593" y="333"/>
                  </a:lnTo>
                  <a:lnTo>
                    <a:pt x="593" y="339"/>
                  </a:lnTo>
                  <a:lnTo>
                    <a:pt x="593" y="340"/>
                  </a:lnTo>
                  <a:lnTo>
                    <a:pt x="593" y="340"/>
                  </a:lnTo>
                  <a:lnTo>
                    <a:pt x="590" y="340"/>
                  </a:lnTo>
                  <a:lnTo>
                    <a:pt x="596" y="346"/>
                  </a:lnTo>
                  <a:lnTo>
                    <a:pt x="615" y="346"/>
                  </a:lnTo>
                  <a:lnTo>
                    <a:pt x="615" y="346"/>
                  </a:lnTo>
                  <a:lnTo>
                    <a:pt x="618" y="356"/>
                  </a:lnTo>
                  <a:lnTo>
                    <a:pt x="618" y="356"/>
                  </a:lnTo>
                  <a:lnTo>
                    <a:pt x="618" y="356"/>
                  </a:lnTo>
                  <a:lnTo>
                    <a:pt x="618" y="356"/>
                  </a:lnTo>
                  <a:lnTo>
                    <a:pt x="616" y="356"/>
                  </a:lnTo>
                  <a:lnTo>
                    <a:pt x="616" y="358"/>
                  </a:lnTo>
                  <a:lnTo>
                    <a:pt x="616" y="358"/>
                  </a:lnTo>
                  <a:lnTo>
                    <a:pt x="604" y="367"/>
                  </a:lnTo>
                  <a:lnTo>
                    <a:pt x="584" y="367"/>
                  </a:lnTo>
                  <a:lnTo>
                    <a:pt x="587" y="373"/>
                  </a:lnTo>
                  <a:lnTo>
                    <a:pt x="587" y="374"/>
                  </a:lnTo>
                  <a:lnTo>
                    <a:pt x="585" y="380"/>
                  </a:lnTo>
                  <a:lnTo>
                    <a:pt x="576" y="386"/>
                  </a:lnTo>
                  <a:lnTo>
                    <a:pt x="604" y="386"/>
                  </a:lnTo>
                  <a:lnTo>
                    <a:pt x="604" y="387"/>
                  </a:lnTo>
                  <a:lnTo>
                    <a:pt x="604" y="387"/>
                  </a:lnTo>
                  <a:lnTo>
                    <a:pt x="581" y="402"/>
                  </a:lnTo>
                  <a:lnTo>
                    <a:pt x="587" y="402"/>
                  </a:lnTo>
                  <a:lnTo>
                    <a:pt x="619" y="389"/>
                  </a:lnTo>
                  <a:lnTo>
                    <a:pt x="619" y="389"/>
                  </a:lnTo>
                  <a:lnTo>
                    <a:pt x="619" y="389"/>
                  </a:lnTo>
                  <a:lnTo>
                    <a:pt x="642" y="399"/>
                  </a:lnTo>
                  <a:lnTo>
                    <a:pt x="643" y="399"/>
                  </a:lnTo>
                  <a:lnTo>
                    <a:pt x="646" y="399"/>
                  </a:lnTo>
                  <a:lnTo>
                    <a:pt x="650" y="398"/>
                  </a:lnTo>
                  <a:lnTo>
                    <a:pt x="655" y="398"/>
                  </a:lnTo>
                  <a:lnTo>
                    <a:pt x="659" y="398"/>
                  </a:lnTo>
                  <a:lnTo>
                    <a:pt x="662" y="398"/>
                  </a:lnTo>
                  <a:lnTo>
                    <a:pt x="664" y="398"/>
                  </a:lnTo>
                  <a:lnTo>
                    <a:pt x="664" y="398"/>
                  </a:lnTo>
                  <a:lnTo>
                    <a:pt x="664" y="399"/>
                  </a:lnTo>
                  <a:lnTo>
                    <a:pt x="661" y="407"/>
                  </a:lnTo>
                  <a:lnTo>
                    <a:pt x="659" y="407"/>
                  </a:lnTo>
                  <a:lnTo>
                    <a:pt x="650" y="407"/>
                  </a:lnTo>
                  <a:lnTo>
                    <a:pt x="649" y="408"/>
                  </a:lnTo>
                  <a:lnTo>
                    <a:pt x="652" y="411"/>
                  </a:lnTo>
                  <a:lnTo>
                    <a:pt x="653" y="413"/>
                  </a:lnTo>
                  <a:lnTo>
                    <a:pt x="652" y="413"/>
                  </a:lnTo>
                  <a:lnTo>
                    <a:pt x="642" y="414"/>
                  </a:lnTo>
                  <a:lnTo>
                    <a:pt x="643" y="417"/>
                  </a:lnTo>
                  <a:lnTo>
                    <a:pt x="643" y="417"/>
                  </a:lnTo>
                  <a:lnTo>
                    <a:pt x="642" y="422"/>
                  </a:lnTo>
                  <a:lnTo>
                    <a:pt x="642" y="422"/>
                  </a:lnTo>
                  <a:lnTo>
                    <a:pt x="640" y="422"/>
                  </a:lnTo>
                  <a:lnTo>
                    <a:pt x="639" y="422"/>
                  </a:lnTo>
                  <a:lnTo>
                    <a:pt x="636" y="422"/>
                  </a:lnTo>
                  <a:lnTo>
                    <a:pt x="636" y="422"/>
                  </a:lnTo>
                  <a:lnTo>
                    <a:pt x="637" y="426"/>
                  </a:lnTo>
                  <a:lnTo>
                    <a:pt x="637" y="426"/>
                  </a:lnTo>
                  <a:lnTo>
                    <a:pt x="637" y="427"/>
                  </a:lnTo>
                  <a:lnTo>
                    <a:pt x="622" y="433"/>
                  </a:lnTo>
                  <a:lnTo>
                    <a:pt x="627" y="438"/>
                  </a:lnTo>
                  <a:lnTo>
                    <a:pt x="627" y="438"/>
                  </a:lnTo>
                  <a:lnTo>
                    <a:pt x="625" y="439"/>
                  </a:lnTo>
                  <a:lnTo>
                    <a:pt x="618" y="439"/>
                  </a:lnTo>
                  <a:lnTo>
                    <a:pt x="621" y="442"/>
                  </a:lnTo>
                  <a:lnTo>
                    <a:pt x="621" y="442"/>
                  </a:lnTo>
                  <a:lnTo>
                    <a:pt x="609" y="453"/>
                  </a:lnTo>
                  <a:lnTo>
                    <a:pt x="567" y="467"/>
                  </a:lnTo>
                  <a:lnTo>
                    <a:pt x="567" y="467"/>
                  </a:lnTo>
                  <a:lnTo>
                    <a:pt x="567" y="467"/>
                  </a:lnTo>
                  <a:lnTo>
                    <a:pt x="561" y="465"/>
                  </a:lnTo>
                  <a:lnTo>
                    <a:pt x="559" y="473"/>
                  </a:lnTo>
                  <a:lnTo>
                    <a:pt x="557" y="473"/>
                  </a:lnTo>
                  <a:lnTo>
                    <a:pt x="557" y="473"/>
                  </a:lnTo>
                  <a:lnTo>
                    <a:pt x="557" y="473"/>
                  </a:lnTo>
                  <a:lnTo>
                    <a:pt x="553" y="470"/>
                  </a:lnTo>
                  <a:lnTo>
                    <a:pt x="554" y="473"/>
                  </a:lnTo>
                  <a:lnTo>
                    <a:pt x="554" y="475"/>
                  </a:lnTo>
                  <a:lnTo>
                    <a:pt x="554" y="475"/>
                  </a:lnTo>
                  <a:lnTo>
                    <a:pt x="554" y="475"/>
                  </a:lnTo>
                  <a:lnTo>
                    <a:pt x="547" y="470"/>
                  </a:lnTo>
                  <a:lnTo>
                    <a:pt x="545" y="472"/>
                  </a:lnTo>
                  <a:lnTo>
                    <a:pt x="548" y="475"/>
                  </a:lnTo>
                  <a:lnTo>
                    <a:pt x="548" y="475"/>
                  </a:lnTo>
                  <a:lnTo>
                    <a:pt x="548" y="476"/>
                  </a:lnTo>
                  <a:lnTo>
                    <a:pt x="538" y="476"/>
                  </a:lnTo>
                  <a:lnTo>
                    <a:pt x="538" y="475"/>
                  </a:lnTo>
                  <a:lnTo>
                    <a:pt x="535" y="469"/>
                  </a:lnTo>
                  <a:lnTo>
                    <a:pt x="535" y="469"/>
                  </a:lnTo>
                  <a:lnTo>
                    <a:pt x="536" y="467"/>
                  </a:lnTo>
                  <a:lnTo>
                    <a:pt x="530" y="463"/>
                  </a:lnTo>
                  <a:lnTo>
                    <a:pt x="527" y="456"/>
                  </a:lnTo>
                  <a:lnTo>
                    <a:pt x="524" y="459"/>
                  </a:lnTo>
                  <a:lnTo>
                    <a:pt x="529" y="469"/>
                  </a:lnTo>
                  <a:lnTo>
                    <a:pt x="535" y="473"/>
                  </a:lnTo>
                  <a:lnTo>
                    <a:pt x="535" y="475"/>
                  </a:lnTo>
                  <a:lnTo>
                    <a:pt x="532" y="481"/>
                  </a:lnTo>
                  <a:lnTo>
                    <a:pt x="518" y="487"/>
                  </a:lnTo>
                  <a:lnTo>
                    <a:pt x="518" y="491"/>
                  </a:lnTo>
                  <a:lnTo>
                    <a:pt x="518" y="493"/>
                  </a:lnTo>
                  <a:lnTo>
                    <a:pt x="514" y="499"/>
                  </a:lnTo>
                  <a:lnTo>
                    <a:pt x="514" y="509"/>
                  </a:lnTo>
                  <a:lnTo>
                    <a:pt x="514" y="509"/>
                  </a:lnTo>
                  <a:lnTo>
                    <a:pt x="510" y="513"/>
                  </a:lnTo>
                  <a:lnTo>
                    <a:pt x="510" y="518"/>
                  </a:lnTo>
                  <a:lnTo>
                    <a:pt x="510" y="518"/>
                  </a:lnTo>
                  <a:lnTo>
                    <a:pt x="505" y="524"/>
                  </a:lnTo>
                  <a:lnTo>
                    <a:pt x="505" y="524"/>
                  </a:lnTo>
                  <a:lnTo>
                    <a:pt x="505" y="524"/>
                  </a:lnTo>
                  <a:lnTo>
                    <a:pt x="505" y="524"/>
                  </a:lnTo>
                  <a:lnTo>
                    <a:pt x="502" y="521"/>
                  </a:lnTo>
                  <a:lnTo>
                    <a:pt x="499" y="531"/>
                  </a:lnTo>
                  <a:lnTo>
                    <a:pt x="499" y="533"/>
                  </a:lnTo>
                  <a:lnTo>
                    <a:pt x="499" y="533"/>
                  </a:lnTo>
                  <a:lnTo>
                    <a:pt x="498" y="533"/>
                  </a:lnTo>
                  <a:lnTo>
                    <a:pt x="495" y="530"/>
                  </a:lnTo>
                  <a:lnTo>
                    <a:pt x="492" y="536"/>
                  </a:lnTo>
                  <a:lnTo>
                    <a:pt x="492" y="536"/>
                  </a:lnTo>
                  <a:lnTo>
                    <a:pt x="492" y="536"/>
                  </a:lnTo>
                  <a:lnTo>
                    <a:pt x="492" y="536"/>
                  </a:lnTo>
                  <a:lnTo>
                    <a:pt x="486" y="531"/>
                  </a:lnTo>
                  <a:lnTo>
                    <a:pt x="487" y="536"/>
                  </a:lnTo>
                  <a:lnTo>
                    <a:pt x="487" y="537"/>
                  </a:lnTo>
                  <a:lnTo>
                    <a:pt x="483" y="546"/>
                  </a:lnTo>
                  <a:lnTo>
                    <a:pt x="481" y="548"/>
                  </a:lnTo>
                  <a:lnTo>
                    <a:pt x="481" y="548"/>
                  </a:lnTo>
                  <a:lnTo>
                    <a:pt x="481" y="546"/>
                  </a:lnTo>
                  <a:lnTo>
                    <a:pt x="477" y="543"/>
                  </a:lnTo>
                  <a:lnTo>
                    <a:pt x="474" y="549"/>
                  </a:lnTo>
                  <a:lnTo>
                    <a:pt x="474" y="549"/>
                  </a:lnTo>
                  <a:lnTo>
                    <a:pt x="474" y="549"/>
                  </a:lnTo>
                  <a:lnTo>
                    <a:pt x="474" y="549"/>
                  </a:lnTo>
                  <a:lnTo>
                    <a:pt x="468" y="542"/>
                  </a:lnTo>
                  <a:lnTo>
                    <a:pt x="468" y="546"/>
                  </a:lnTo>
                  <a:lnTo>
                    <a:pt x="467" y="546"/>
                  </a:lnTo>
                  <a:lnTo>
                    <a:pt x="467" y="548"/>
                  </a:lnTo>
                  <a:lnTo>
                    <a:pt x="467" y="546"/>
                  </a:lnTo>
                  <a:lnTo>
                    <a:pt x="465" y="546"/>
                  </a:lnTo>
                  <a:lnTo>
                    <a:pt x="467" y="549"/>
                  </a:lnTo>
                  <a:lnTo>
                    <a:pt x="465" y="549"/>
                  </a:lnTo>
                  <a:lnTo>
                    <a:pt x="465" y="549"/>
                  </a:lnTo>
                  <a:lnTo>
                    <a:pt x="465" y="549"/>
                  </a:lnTo>
                  <a:lnTo>
                    <a:pt x="458" y="543"/>
                  </a:lnTo>
                  <a:lnTo>
                    <a:pt x="458" y="542"/>
                  </a:lnTo>
                  <a:lnTo>
                    <a:pt x="467" y="533"/>
                  </a:lnTo>
                  <a:lnTo>
                    <a:pt x="458" y="530"/>
                  </a:lnTo>
                  <a:lnTo>
                    <a:pt x="456" y="531"/>
                  </a:lnTo>
                  <a:lnTo>
                    <a:pt x="459" y="536"/>
                  </a:lnTo>
                  <a:lnTo>
                    <a:pt x="459" y="536"/>
                  </a:lnTo>
                  <a:lnTo>
                    <a:pt x="459" y="536"/>
                  </a:lnTo>
                  <a:lnTo>
                    <a:pt x="455" y="540"/>
                  </a:lnTo>
                  <a:lnTo>
                    <a:pt x="456" y="545"/>
                  </a:lnTo>
                  <a:lnTo>
                    <a:pt x="456" y="546"/>
                  </a:lnTo>
                  <a:lnTo>
                    <a:pt x="455" y="546"/>
                  </a:lnTo>
                  <a:lnTo>
                    <a:pt x="455" y="546"/>
                  </a:lnTo>
                  <a:lnTo>
                    <a:pt x="452" y="545"/>
                  </a:lnTo>
                  <a:lnTo>
                    <a:pt x="450" y="546"/>
                  </a:lnTo>
                  <a:lnTo>
                    <a:pt x="455" y="549"/>
                  </a:lnTo>
                  <a:lnTo>
                    <a:pt x="455" y="549"/>
                  </a:lnTo>
                  <a:lnTo>
                    <a:pt x="453" y="555"/>
                  </a:lnTo>
                  <a:lnTo>
                    <a:pt x="452" y="555"/>
                  </a:lnTo>
                  <a:lnTo>
                    <a:pt x="452" y="555"/>
                  </a:lnTo>
                  <a:lnTo>
                    <a:pt x="449" y="555"/>
                  </a:lnTo>
                  <a:lnTo>
                    <a:pt x="444" y="555"/>
                  </a:lnTo>
                  <a:lnTo>
                    <a:pt x="441" y="555"/>
                  </a:lnTo>
                  <a:lnTo>
                    <a:pt x="437" y="555"/>
                  </a:lnTo>
                  <a:lnTo>
                    <a:pt x="435" y="555"/>
                  </a:lnTo>
                  <a:lnTo>
                    <a:pt x="434" y="553"/>
                  </a:lnTo>
                  <a:lnTo>
                    <a:pt x="428" y="559"/>
                  </a:lnTo>
                  <a:lnTo>
                    <a:pt x="433" y="565"/>
                  </a:lnTo>
                  <a:lnTo>
                    <a:pt x="433" y="567"/>
                  </a:lnTo>
                  <a:lnTo>
                    <a:pt x="428" y="574"/>
                  </a:lnTo>
                  <a:lnTo>
                    <a:pt x="428" y="574"/>
                  </a:lnTo>
                  <a:lnTo>
                    <a:pt x="427" y="574"/>
                  </a:lnTo>
                  <a:lnTo>
                    <a:pt x="425" y="574"/>
                  </a:lnTo>
                  <a:lnTo>
                    <a:pt x="422" y="573"/>
                  </a:lnTo>
                  <a:lnTo>
                    <a:pt x="419" y="573"/>
                  </a:lnTo>
                  <a:lnTo>
                    <a:pt x="416" y="573"/>
                  </a:lnTo>
                  <a:lnTo>
                    <a:pt x="416" y="573"/>
                  </a:lnTo>
                  <a:lnTo>
                    <a:pt x="415" y="577"/>
                  </a:lnTo>
                  <a:lnTo>
                    <a:pt x="416" y="577"/>
                  </a:lnTo>
                  <a:lnTo>
                    <a:pt x="416" y="577"/>
                  </a:lnTo>
                  <a:lnTo>
                    <a:pt x="427" y="592"/>
                  </a:lnTo>
                  <a:lnTo>
                    <a:pt x="427" y="594"/>
                  </a:lnTo>
                  <a:lnTo>
                    <a:pt x="425" y="594"/>
                  </a:lnTo>
                  <a:lnTo>
                    <a:pt x="413" y="596"/>
                  </a:lnTo>
                  <a:lnTo>
                    <a:pt x="421" y="599"/>
                  </a:lnTo>
                  <a:lnTo>
                    <a:pt x="422" y="599"/>
                  </a:lnTo>
                  <a:lnTo>
                    <a:pt x="424" y="613"/>
                  </a:lnTo>
                  <a:lnTo>
                    <a:pt x="422" y="613"/>
                  </a:lnTo>
                  <a:lnTo>
                    <a:pt x="422" y="613"/>
                  </a:lnTo>
                  <a:lnTo>
                    <a:pt x="422" y="613"/>
                  </a:lnTo>
                  <a:lnTo>
                    <a:pt x="419" y="613"/>
                  </a:lnTo>
                  <a:lnTo>
                    <a:pt x="418" y="613"/>
                  </a:lnTo>
                  <a:lnTo>
                    <a:pt x="415" y="613"/>
                  </a:lnTo>
                  <a:lnTo>
                    <a:pt x="415" y="613"/>
                  </a:lnTo>
                  <a:lnTo>
                    <a:pt x="421" y="617"/>
                  </a:lnTo>
                  <a:lnTo>
                    <a:pt x="421" y="619"/>
                  </a:lnTo>
                  <a:lnTo>
                    <a:pt x="421" y="619"/>
                  </a:lnTo>
                  <a:lnTo>
                    <a:pt x="416" y="622"/>
                  </a:lnTo>
                  <a:lnTo>
                    <a:pt x="415" y="628"/>
                  </a:lnTo>
                  <a:lnTo>
                    <a:pt x="415" y="628"/>
                  </a:lnTo>
                  <a:lnTo>
                    <a:pt x="415" y="628"/>
                  </a:lnTo>
                  <a:lnTo>
                    <a:pt x="415" y="628"/>
                  </a:lnTo>
                  <a:lnTo>
                    <a:pt x="410" y="626"/>
                  </a:lnTo>
                  <a:lnTo>
                    <a:pt x="410" y="631"/>
                  </a:lnTo>
                  <a:lnTo>
                    <a:pt x="412" y="632"/>
                  </a:lnTo>
                  <a:lnTo>
                    <a:pt x="412" y="632"/>
                  </a:lnTo>
                  <a:lnTo>
                    <a:pt x="412" y="634"/>
                  </a:lnTo>
                  <a:lnTo>
                    <a:pt x="410" y="632"/>
                  </a:lnTo>
                  <a:lnTo>
                    <a:pt x="409" y="632"/>
                  </a:lnTo>
                  <a:lnTo>
                    <a:pt x="407" y="632"/>
                  </a:lnTo>
                  <a:lnTo>
                    <a:pt x="406" y="632"/>
                  </a:lnTo>
                  <a:lnTo>
                    <a:pt x="409" y="634"/>
                  </a:lnTo>
                  <a:lnTo>
                    <a:pt x="412" y="637"/>
                  </a:lnTo>
                  <a:lnTo>
                    <a:pt x="412" y="637"/>
                  </a:lnTo>
                  <a:lnTo>
                    <a:pt x="412" y="638"/>
                  </a:lnTo>
                  <a:lnTo>
                    <a:pt x="407" y="639"/>
                  </a:lnTo>
                  <a:lnTo>
                    <a:pt x="395" y="644"/>
                  </a:lnTo>
                  <a:lnTo>
                    <a:pt x="401" y="650"/>
                  </a:lnTo>
                  <a:lnTo>
                    <a:pt x="403" y="668"/>
                  </a:lnTo>
                  <a:lnTo>
                    <a:pt x="395" y="682"/>
                  </a:lnTo>
                  <a:lnTo>
                    <a:pt x="394" y="702"/>
                  </a:lnTo>
                  <a:lnTo>
                    <a:pt x="393" y="702"/>
                  </a:lnTo>
                  <a:lnTo>
                    <a:pt x="385" y="702"/>
                  </a:lnTo>
                  <a:lnTo>
                    <a:pt x="390" y="705"/>
                  </a:lnTo>
                  <a:lnTo>
                    <a:pt x="390" y="705"/>
                  </a:lnTo>
                  <a:lnTo>
                    <a:pt x="391" y="712"/>
                  </a:lnTo>
                  <a:lnTo>
                    <a:pt x="391" y="712"/>
                  </a:lnTo>
                  <a:lnTo>
                    <a:pt x="391" y="714"/>
                  </a:lnTo>
                  <a:lnTo>
                    <a:pt x="390" y="714"/>
                  </a:lnTo>
                  <a:lnTo>
                    <a:pt x="387" y="714"/>
                  </a:lnTo>
                  <a:lnTo>
                    <a:pt x="384" y="712"/>
                  </a:lnTo>
                  <a:lnTo>
                    <a:pt x="381" y="712"/>
                  </a:lnTo>
                  <a:lnTo>
                    <a:pt x="379" y="712"/>
                  </a:lnTo>
                  <a:lnTo>
                    <a:pt x="378" y="712"/>
                  </a:lnTo>
                  <a:lnTo>
                    <a:pt x="378" y="712"/>
                  </a:lnTo>
                  <a:lnTo>
                    <a:pt x="376" y="709"/>
                  </a:lnTo>
                  <a:lnTo>
                    <a:pt x="370" y="715"/>
                  </a:lnTo>
                  <a:lnTo>
                    <a:pt x="369" y="715"/>
                  </a:lnTo>
                  <a:lnTo>
                    <a:pt x="369" y="715"/>
                  </a:lnTo>
                  <a:lnTo>
                    <a:pt x="363" y="712"/>
                  </a:lnTo>
                  <a:lnTo>
                    <a:pt x="361" y="711"/>
                  </a:lnTo>
                  <a:lnTo>
                    <a:pt x="364" y="703"/>
                  </a:lnTo>
                  <a:lnTo>
                    <a:pt x="363" y="705"/>
                  </a:lnTo>
                  <a:lnTo>
                    <a:pt x="361" y="705"/>
                  </a:lnTo>
                  <a:lnTo>
                    <a:pt x="361" y="705"/>
                  </a:lnTo>
                  <a:lnTo>
                    <a:pt x="361" y="705"/>
                  </a:lnTo>
                  <a:lnTo>
                    <a:pt x="361" y="700"/>
                  </a:lnTo>
                  <a:lnTo>
                    <a:pt x="358" y="705"/>
                  </a:lnTo>
                  <a:lnTo>
                    <a:pt x="358" y="705"/>
                  </a:lnTo>
                  <a:lnTo>
                    <a:pt x="358" y="705"/>
                  </a:lnTo>
                  <a:lnTo>
                    <a:pt x="357" y="705"/>
                  </a:lnTo>
                  <a:lnTo>
                    <a:pt x="355" y="699"/>
                  </a:lnTo>
                  <a:lnTo>
                    <a:pt x="355" y="697"/>
                  </a:lnTo>
                  <a:lnTo>
                    <a:pt x="357" y="693"/>
                  </a:lnTo>
                  <a:lnTo>
                    <a:pt x="354" y="696"/>
                  </a:lnTo>
                  <a:lnTo>
                    <a:pt x="354" y="696"/>
                  </a:lnTo>
                  <a:lnTo>
                    <a:pt x="354" y="694"/>
                  </a:lnTo>
                  <a:lnTo>
                    <a:pt x="354" y="694"/>
                  </a:lnTo>
                  <a:lnTo>
                    <a:pt x="355" y="691"/>
                  </a:lnTo>
                  <a:lnTo>
                    <a:pt x="355" y="691"/>
                  </a:lnTo>
                  <a:lnTo>
                    <a:pt x="352" y="691"/>
                  </a:lnTo>
                  <a:lnTo>
                    <a:pt x="352" y="691"/>
                  </a:lnTo>
                  <a:lnTo>
                    <a:pt x="351" y="691"/>
                  </a:lnTo>
                  <a:lnTo>
                    <a:pt x="351" y="691"/>
                  </a:lnTo>
                  <a:lnTo>
                    <a:pt x="352" y="688"/>
                  </a:lnTo>
                  <a:lnTo>
                    <a:pt x="324" y="696"/>
                  </a:lnTo>
                  <a:lnTo>
                    <a:pt x="324" y="696"/>
                  </a:lnTo>
                  <a:lnTo>
                    <a:pt x="324" y="694"/>
                  </a:lnTo>
                  <a:lnTo>
                    <a:pt x="324" y="694"/>
                  </a:lnTo>
                  <a:lnTo>
                    <a:pt x="330" y="688"/>
                  </a:lnTo>
                  <a:lnTo>
                    <a:pt x="312" y="680"/>
                  </a:lnTo>
                  <a:lnTo>
                    <a:pt x="311" y="678"/>
                  </a:lnTo>
                  <a:lnTo>
                    <a:pt x="312" y="678"/>
                  </a:lnTo>
                  <a:lnTo>
                    <a:pt x="318" y="677"/>
                  </a:lnTo>
                  <a:lnTo>
                    <a:pt x="309" y="677"/>
                  </a:lnTo>
                  <a:lnTo>
                    <a:pt x="309" y="675"/>
                  </a:lnTo>
                  <a:lnTo>
                    <a:pt x="309" y="675"/>
                  </a:lnTo>
                  <a:lnTo>
                    <a:pt x="312" y="671"/>
                  </a:lnTo>
                  <a:lnTo>
                    <a:pt x="307" y="665"/>
                  </a:lnTo>
                  <a:lnTo>
                    <a:pt x="308" y="665"/>
                  </a:lnTo>
                  <a:lnTo>
                    <a:pt x="311" y="662"/>
                  </a:lnTo>
                  <a:lnTo>
                    <a:pt x="305" y="663"/>
                  </a:lnTo>
                  <a:lnTo>
                    <a:pt x="305" y="663"/>
                  </a:lnTo>
                  <a:lnTo>
                    <a:pt x="305" y="662"/>
                  </a:lnTo>
                  <a:lnTo>
                    <a:pt x="302" y="660"/>
                  </a:lnTo>
                  <a:lnTo>
                    <a:pt x="302" y="659"/>
                  </a:lnTo>
                  <a:lnTo>
                    <a:pt x="304" y="659"/>
                  </a:lnTo>
                  <a:lnTo>
                    <a:pt x="307" y="657"/>
                  </a:lnTo>
                  <a:lnTo>
                    <a:pt x="298" y="648"/>
                  </a:lnTo>
                  <a:lnTo>
                    <a:pt x="298" y="647"/>
                  </a:lnTo>
                  <a:lnTo>
                    <a:pt x="298" y="641"/>
                  </a:lnTo>
                  <a:lnTo>
                    <a:pt x="296" y="642"/>
                  </a:lnTo>
                  <a:lnTo>
                    <a:pt x="296" y="642"/>
                  </a:lnTo>
                  <a:lnTo>
                    <a:pt x="296" y="642"/>
                  </a:lnTo>
                  <a:lnTo>
                    <a:pt x="295" y="642"/>
                  </a:lnTo>
                  <a:lnTo>
                    <a:pt x="293" y="635"/>
                  </a:lnTo>
                  <a:lnTo>
                    <a:pt x="292" y="635"/>
                  </a:lnTo>
                  <a:lnTo>
                    <a:pt x="290" y="635"/>
                  </a:lnTo>
                  <a:lnTo>
                    <a:pt x="281" y="616"/>
                  </a:lnTo>
                  <a:lnTo>
                    <a:pt x="281" y="616"/>
                  </a:lnTo>
                  <a:lnTo>
                    <a:pt x="281" y="613"/>
                  </a:lnTo>
                  <a:lnTo>
                    <a:pt x="280" y="614"/>
                  </a:lnTo>
                  <a:lnTo>
                    <a:pt x="280" y="614"/>
                  </a:lnTo>
                  <a:lnTo>
                    <a:pt x="280" y="614"/>
                  </a:lnTo>
                  <a:lnTo>
                    <a:pt x="280" y="613"/>
                  </a:lnTo>
                  <a:lnTo>
                    <a:pt x="280" y="602"/>
                  </a:lnTo>
                  <a:lnTo>
                    <a:pt x="280" y="602"/>
                  </a:lnTo>
                  <a:lnTo>
                    <a:pt x="296" y="592"/>
                  </a:lnTo>
                  <a:lnTo>
                    <a:pt x="290" y="589"/>
                  </a:lnTo>
                  <a:lnTo>
                    <a:pt x="289" y="589"/>
                  </a:lnTo>
                  <a:lnTo>
                    <a:pt x="289" y="588"/>
                  </a:lnTo>
                  <a:lnTo>
                    <a:pt x="292" y="585"/>
                  </a:lnTo>
                  <a:lnTo>
                    <a:pt x="293" y="583"/>
                  </a:lnTo>
                  <a:lnTo>
                    <a:pt x="293" y="585"/>
                  </a:lnTo>
                  <a:lnTo>
                    <a:pt x="295" y="585"/>
                  </a:lnTo>
                  <a:lnTo>
                    <a:pt x="296" y="585"/>
                  </a:lnTo>
                  <a:lnTo>
                    <a:pt x="292" y="580"/>
                  </a:lnTo>
                  <a:lnTo>
                    <a:pt x="284" y="585"/>
                  </a:lnTo>
                  <a:lnTo>
                    <a:pt x="278" y="598"/>
                  </a:lnTo>
                  <a:lnTo>
                    <a:pt x="278" y="598"/>
                  </a:lnTo>
                  <a:lnTo>
                    <a:pt x="277" y="598"/>
                  </a:lnTo>
                  <a:lnTo>
                    <a:pt x="275" y="598"/>
                  </a:lnTo>
                  <a:lnTo>
                    <a:pt x="274" y="598"/>
                  </a:lnTo>
                  <a:lnTo>
                    <a:pt x="272" y="598"/>
                  </a:lnTo>
                  <a:lnTo>
                    <a:pt x="272" y="598"/>
                  </a:lnTo>
                  <a:lnTo>
                    <a:pt x="272" y="598"/>
                  </a:lnTo>
                  <a:lnTo>
                    <a:pt x="272" y="585"/>
                  </a:lnTo>
                  <a:lnTo>
                    <a:pt x="275" y="580"/>
                  </a:lnTo>
                  <a:lnTo>
                    <a:pt x="269" y="574"/>
                  </a:lnTo>
                  <a:lnTo>
                    <a:pt x="268" y="573"/>
                  </a:lnTo>
                  <a:lnTo>
                    <a:pt x="269" y="565"/>
                  </a:lnTo>
                  <a:lnTo>
                    <a:pt x="267" y="565"/>
                  </a:lnTo>
                  <a:lnTo>
                    <a:pt x="267" y="565"/>
                  </a:lnTo>
                  <a:lnTo>
                    <a:pt x="267" y="565"/>
                  </a:lnTo>
                  <a:lnTo>
                    <a:pt x="269" y="562"/>
                  </a:lnTo>
                  <a:lnTo>
                    <a:pt x="265" y="559"/>
                  </a:lnTo>
                  <a:lnTo>
                    <a:pt x="264" y="559"/>
                  </a:lnTo>
                  <a:lnTo>
                    <a:pt x="264" y="553"/>
                  </a:lnTo>
                  <a:lnTo>
                    <a:pt x="259" y="555"/>
                  </a:lnTo>
                  <a:lnTo>
                    <a:pt x="259" y="555"/>
                  </a:lnTo>
                  <a:lnTo>
                    <a:pt x="258" y="555"/>
                  </a:lnTo>
                  <a:lnTo>
                    <a:pt x="258" y="555"/>
                  </a:lnTo>
                  <a:lnTo>
                    <a:pt x="261" y="548"/>
                  </a:lnTo>
                  <a:lnTo>
                    <a:pt x="259" y="549"/>
                  </a:lnTo>
                  <a:lnTo>
                    <a:pt x="259" y="549"/>
                  </a:lnTo>
                  <a:lnTo>
                    <a:pt x="259" y="549"/>
                  </a:lnTo>
                  <a:lnTo>
                    <a:pt x="258" y="549"/>
                  </a:lnTo>
                  <a:lnTo>
                    <a:pt x="255" y="543"/>
                  </a:lnTo>
                  <a:lnTo>
                    <a:pt x="255" y="542"/>
                  </a:lnTo>
                  <a:lnTo>
                    <a:pt x="259" y="539"/>
                  </a:lnTo>
                  <a:lnTo>
                    <a:pt x="253" y="539"/>
                  </a:lnTo>
                  <a:lnTo>
                    <a:pt x="253" y="537"/>
                  </a:lnTo>
                  <a:lnTo>
                    <a:pt x="253" y="537"/>
                  </a:lnTo>
                  <a:lnTo>
                    <a:pt x="256" y="534"/>
                  </a:lnTo>
                  <a:lnTo>
                    <a:pt x="253" y="533"/>
                  </a:lnTo>
                  <a:lnTo>
                    <a:pt x="252" y="533"/>
                  </a:lnTo>
                  <a:lnTo>
                    <a:pt x="253" y="527"/>
                  </a:lnTo>
                  <a:lnTo>
                    <a:pt x="253" y="525"/>
                  </a:lnTo>
                  <a:lnTo>
                    <a:pt x="253" y="525"/>
                  </a:lnTo>
                  <a:lnTo>
                    <a:pt x="255" y="525"/>
                  </a:lnTo>
                  <a:lnTo>
                    <a:pt x="256" y="525"/>
                  </a:lnTo>
                  <a:lnTo>
                    <a:pt x="258" y="525"/>
                  </a:lnTo>
                  <a:lnTo>
                    <a:pt x="255" y="524"/>
                  </a:lnTo>
                  <a:lnTo>
                    <a:pt x="255" y="522"/>
                  </a:lnTo>
                  <a:lnTo>
                    <a:pt x="259" y="515"/>
                  </a:lnTo>
                  <a:lnTo>
                    <a:pt x="253" y="515"/>
                  </a:lnTo>
                  <a:lnTo>
                    <a:pt x="252" y="513"/>
                  </a:lnTo>
                  <a:lnTo>
                    <a:pt x="249" y="509"/>
                  </a:lnTo>
                  <a:lnTo>
                    <a:pt x="249" y="508"/>
                  </a:lnTo>
                  <a:lnTo>
                    <a:pt x="250" y="496"/>
                  </a:lnTo>
                  <a:lnTo>
                    <a:pt x="252" y="496"/>
                  </a:lnTo>
                  <a:lnTo>
                    <a:pt x="255" y="493"/>
                  </a:lnTo>
                  <a:lnTo>
                    <a:pt x="252" y="493"/>
                  </a:lnTo>
                  <a:lnTo>
                    <a:pt x="252" y="493"/>
                  </a:lnTo>
                  <a:lnTo>
                    <a:pt x="252" y="491"/>
                  </a:lnTo>
                  <a:lnTo>
                    <a:pt x="255" y="488"/>
                  </a:lnTo>
                  <a:lnTo>
                    <a:pt x="253" y="481"/>
                  </a:lnTo>
                  <a:lnTo>
                    <a:pt x="253" y="479"/>
                  </a:lnTo>
                  <a:lnTo>
                    <a:pt x="262" y="476"/>
                  </a:lnTo>
                  <a:lnTo>
                    <a:pt x="255" y="473"/>
                  </a:lnTo>
                  <a:lnTo>
                    <a:pt x="255" y="472"/>
                  </a:lnTo>
                  <a:lnTo>
                    <a:pt x="256" y="472"/>
                  </a:lnTo>
                  <a:lnTo>
                    <a:pt x="286" y="472"/>
                  </a:lnTo>
                  <a:lnTo>
                    <a:pt x="280" y="467"/>
                  </a:lnTo>
                  <a:lnTo>
                    <a:pt x="280" y="466"/>
                  </a:lnTo>
                  <a:lnTo>
                    <a:pt x="281" y="463"/>
                  </a:lnTo>
                  <a:lnTo>
                    <a:pt x="269" y="470"/>
                  </a:lnTo>
                  <a:lnTo>
                    <a:pt x="262" y="469"/>
                  </a:lnTo>
                  <a:lnTo>
                    <a:pt x="262" y="469"/>
                  </a:lnTo>
                  <a:lnTo>
                    <a:pt x="262" y="463"/>
                  </a:lnTo>
                  <a:lnTo>
                    <a:pt x="265" y="456"/>
                  </a:lnTo>
                  <a:lnTo>
                    <a:pt x="267" y="456"/>
                  </a:lnTo>
                  <a:lnTo>
                    <a:pt x="284" y="456"/>
                  </a:lnTo>
                  <a:lnTo>
                    <a:pt x="286" y="450"/>
                  </a:lnTo>
                  <a:lnTo>
                    <a:pt x="283" y="450"/>
                  </a:lnTo>
                  <a:lnTo>
                    <a:pt x="281" y="448"/>
                  </a:lnTo>
                  <a:lnTo>
                    <a:pt x="283" y="448"/>
                  </a:lnTo>
                  <a:lnTo>
                    <a:pt x="286" y="445"/>
                  </a:lnTo>
                  <a:lnTo>
                    <a:pt x="284" y="436"/>
                  </a:lnTo>
                  <a:lnTo>
                    <a:pt x="284" y="436"/>
                  </a:lnTo>
                  <a:lnTo>
                    <a:pt x="286" y="436"/>
                  </a:lnTo>
                  <a:lnTo>
                    <a:pt x="286" y="436"/>
                  </a:lnTo>
                  <a:lnTo>
                    <a:pt x="287" y="436"/>
                  </a:lnTo>
                  <a:lnTo>
                    <a:pt x="290" y="438"/>
                  </a:lnTo>
                  <a:lnTo>
                    <a:pt x="292" y="438"/>
                  </a:lnTo>
                  <a:lnTo>
                    <a:pt x="293" y="438"/>
                  </a:lnTo>
                  <a:lnTo>
                    <a:pt x="292" y="436"/>
                  </a:lnTo>
                  <a:lnTo>
                    <a:pt x="292" y="435"/>
                  </a:lnTo>
                  <a:lnTo>
                    <a:pt x="295" y="433"/>
                  </a:lnTo>
                  <a:lnTo>
                    <a:pt x="295" y="430"/>
                  </a:lnTo>
                  <a:lnTo>
                    <a:pt x="293" y="430"/>
                  </a:lnTo>
                  <a:lnTo>
                    <a:pt x="292" y="430"/>
                  </a:lnTo>
                  <a:lnTo>
                    <a:pt x="289" y="430"/>
                  </a:lnTo>
                  <a:lnTo>
                    <a:pt x="287" y="430"/>
                  </a:lnTo>
                  <a:lnTo>
                    <a:pt x="287" y="430"/>
                  </a:lnTo>
                  <a:lnTo>
                    <a:pt x="286" y="430"/>
                  </a:lnTo>
                  <a:lnTo>
                    <a:pt x="286" y="430"/>
                  </a:lnTo>
                  <a:lnTo>
                    <a:pt x="286" y="425"/>
                  </a:lnTo>
                  <a:lnTo>
                    <a:pt x="286" y="425"/>
                  </a:lnTo>
                  <a:lnTo>
                    <a:pt x="289" y="423"/>
                  </a:lnTo>
                  <a:lnTo>
                    <a:pt x="287" y="419"/>
                  </a:lnTo>
                  <a:lnTo>
                    <a:pt x="289" y="417"/>
                  </a:lnTo>
                  <a:lnTo>
                    <a:pt x="292" y="416"/>
                  </a:lnTo>
                  <a:lnTo>
                    <a:pt x="290" y="413"/>
                  </a:lnTo>
                  <a:lnTo>
                    <a:pt x="290" y="411"/>
                  </a:lnTo>
                  <a:lnTo>
                    <a:pt x="295" y="410"/>
                  </a:lnTo>
                  <a:lnTo>
                    <a:pt x="293" y="404"/>
                  </a:lnTo>
                  <a:lnTo>
                    <a:pt x="268" y="401"/>
                  </a:lnTo>
                  <a:lnTo>
                    <a:pt x="249" y="390"/>
                  </a:lnTo>
                  <a:lnTo>
                    <a:pt x="241" y="377"/>
                  </a:lnTo>
                  <a:lnTo>
                    <a:pt x="241" y="377"/>
                  </a:lnTo>
                  <a:lnTo>
                    <a:pt x="241" y="377"/>
                  </a:lnTo>
                  <a:lnTo>
                    <a:pt x="262" y="374"/>
                  </a:lnTo>
                  <a:lnTo>
                    <a:pt x="290" y="389"/>
                  </a:lnTo>
                  <a:lnTo>
                    <a:pt x="290" y="386"/>
                  </a:lnTo>
                  <a:lnTo>
                    <a:pt x="290" y="386"/>
                  </a:lnTo>
                  <a:lnTo>
                    <a:pt x="287" y="386"/>
                  </a:lnTo>
                  <a:lnTo>
                    <a:pt x="287" y="386"/>
                  </a:lnTo>
                  <a:lnTo>
                    <a:pt x="286" y="386"/>
                  </a:lnTo>
                  <a:lnTo>
                    <a:pt x="281" y="382"/>
                  </a:lnTo>
                  <a:lnTo>
                    <a:pt x="283" y="380"/>
                  </a:lnTo>
                  <a:lnTo>
                    <a:pt x="283" y="380"/>
                  </a:lnTo>
                  <a:lnTo>
                    <a:pt x="283" y="380"/>
                  </a:lnTo>
                  <a:lnTo>
                    <a:pt x="286" y="382"/>
                  </a:lnTo>
                  <a:lnTo>
                    <a:pt x="289" y="377"/>
                  </a:lnTo>
                  <a:lnTo>
                    <a:pt x="284" y="376"/>
                  </a:lnTo>
                  <a:lnTo>
                    <a:pt x="284" y="374"/>
                  </a:lnTo>
                  <a:lnTo>
                    <a:pt x="286" y="374"/>
                  </a:lnTo>
                  <a:lnTo>
                    <a:pt x="287" y="373"/>
                  </a:lnTo>
                  <a:lnTo>
                    <a:pt x="274" y="364"/>
                  </a:lnTo>
                  <a:lnTo>
                    <a:pt x="274" y="362"/>
                  </a:lnTo>
                  <a:lnTo>
                    <a:pt x="275" y="362"/>
                  </a:lnTo>
                  <a:lnTo>
                    <a:pt x="275" y="362"/>
                  </a:lnTo>
                  <a:lnTo>
                    <a:pt x="280" y="365"/>
                  </a:lnTo>
                  <a:lnTo>
                    <a:pt x="280" y="359"/>
                  </a:lnTo>
                  <a:lnTo>
                    <a:pt x="280" y="359"/>
                  </a:lnTo>
                  <a:lnTo>
                    <a:pt x="277" y="359"/>
                  </a:lnTo>
                  <a:lnTo>
                    <a:pt x="274" y="361"/>
                  </a:lnTo>
                  <a:lnTo>
                    <a:pt x="272" y="361"/>
                  </a:lnTo>
                  <a:lnTo>
                    <a:pt x="271" y="361"/>
                  </a:lnTo>
                  <a:lnTo>
                    <a:pt x="271" y="361"/>
                  </a:lnTo>
                  <a:lnTo>
                    <a:pt x="271" y="359"/>
                  </a:lnTo>
                  <a:lnTo>
                    <a:pt x="275" y="353"/>
                  </a:lnTo>
                  <a:lnTo>
                    <a:pt x="267" y="359"/>
                  </a:lnTo>
                  <a:lnTo>
                    <a:pt x="267" y="359"/>
                  </a:lnTo>
                  <a:lnTo>
                    <a:pt x="265" y="359"/>
                  </a:lnTo>
                  <a:lnTo>
                    <a:pt x="265" y="358"/>
                  </a:lnTo>
                  <a:lnTo>
                    <a:pt x="272" y="347"/>
                  </a:lnTo>
                  <a:lnTo>
                    <a:pt x="272" y="347"/>
                  </a:lnTo>
                  <a:lnTo>
                    <a:pt x="269" y="347"/>
                  </a:lnTo>
                  <a:lnTo>
                    <a:pt x="267" y="349"/>
                  </a:lnTo>
                  <a:lnTo>
                    <a:pt x="264" y="349"/>
                  </a:lnTo>
                  <a:lnTo>
                    <a:pt x="261" y="349"/>
                  </a:lnTo>
                  <a:lnTo>
                    <a:pt x="261" y="349"/>
                  </a:lnTo>
                  <a:lnTo>
                    <a:pt x="259" y="349"/>
                  </a:lnTo>
                  <a:lnTo>
                    <a:pt x="259" y="347"/>
                  </a:lnTo>
                  <a:lnTo>
                    <a:pt x="274" y="339"/>
                  </a:lnTo>
                  <a:lnTo>
                    <a:pt x="259" y="337"/>
                  </a:lnTo>
                  <a:lnTo>
                    <a:pt x="258" y="337"/>
                  </a:lnTo>
                  <a:lnTo>
                    <a:pt x="258" y="336"/>
                  </a:lnTo>
                  <a:lnTo>
                    <a:pt x="261" y="330"/>
                  </a:lnTo>
                  <a:lnTo>
                    <a:pt x="258" y="333"/>
                  </a:lnTo>
                  <a:lnTo>
                    <a:pt x="256" y="333"/>
                  </a:lnTo>
                  <a:lnTo>
                    <a:pt x="256" y="333"/>
                  </a:lnTo>
                  <a:lnTo>
                    <a:pt x="256" y="333"/>
                  </a:lnTo>
                  <a:lnTo>
                    <a:pt x="253" y="327"/>
                  </a:lnTo>
                  <a:lnTo>
                    <a:pt x="253" y="331"/>
                  </a:lnTo>
                  <a:lnTo>
                    <a:pt x="253" y="331"/>
                  </a:lnTo>
                  <a:lnTo>
                    <a:pt x="246" y="340"/>
                  </a:lnTo>
                  <a:lnTo>
                    <a:pt x="247" y="346"/>
                  </a:lnTo>
                  <a:lnTo>
                    <a:pt x="247" y="346"/>
                  </a:lnTo>
                  <a:lnTo>
                    <a:pt x="247" y="347"/>
                  </a:lnTo>
                  <a:lnTo>
                    <a:pt x="246" y="347"/>
                  </a:lnTo>
                  <a:lnTo>
                    <a:pt x="244" y="347"/>
                  </a:lnTo>
                  <a:lnTo>
                    <a:pt x="240" y="347"/>
                  </a:lnTo>
                  <a:lnTo>
                    <a:pt x="237" y="347"/>
                  </a:lnTo>
                  <a:lnTo>
                    <a:pt x="232" y="349"/>
                  </a:lnTo>
                  <a:lnTo>
                    <a:pt x="231" y="349"/>
                  </a:lnTo>
                  <a:lnTo>
                    <a:pt x="229" y="349"/>
                  </a:lnTo>
                  <a:lnTo>
                    <a:pt x="229" y="349"/>
                  </a:lnTo>
                  <a:lnTo>
                    <a:pt x="225" y="341"/>
                  </a:lnTo>
                  <a:lnTo>
                    <a:pt x="225" y="337"/>
                  </a:lnTo>
                  <a:lnTo>
                    <a:pt x="225" y="337"/>
                  </a:lnTo>
                  <a:lnTo>
                    <a:pt x="226" y="333"/>
                  </a:lnTo>
                  <a:lnTo>
                    <a:pt x="235" y="325"/>
                  </a:lnTo>
                  <a:lnTo>
                    <a:pt x="226" y="322"/>
                  </a:lnTo>
                  <a:lnTo>
                    <a:pt x="226" y="322"/>
                  </a:lnTo>
                  <a:lnTo>
                    <a:pt x="226" y="321"/>
                  </a:lnTo>
                  <a:lnTo>
                    <a:pt x="238" y="307"/>
                  </a:lnTo>
                  <a:lnTo>
                    <a:pt x="238" y="287"/>
                  </a:lnTo>
                  <a:lnTo>
                    <a:pt x="226" y="279"/>
                  </a:lnTo>
                  <a:lnTo>
                    <a:pt x="225" y="278"/>
                  </a:lnTo>
                  <a:lnTo>
                    <a:pt x="226" y="278"/>
                  </a:lnTo>
                  <a:lnTo>
                    <a:pt x="231" y="272"/>
                  </a:lnTo>
                  <a:lnTo>
                    <a:pt x="228" y="269"/>
                  </a:lnTo>
                  <a:lnTo>
                    <a:pt x="228" y="269"/>
                  </a:lnTo>
                  <a:lnTo>
                    <a:pt x="231" y="263"/>
                  </a:lnTo>
                  <a:lnTo>
                    <a:pt x="226" y="266"/>
                  </a:lnTo>
                  <a:lnTo>
                    <a:pt x="226" y="266"/>
                  </a:lnTo>
                  <a:lnTo>
                    <a:pt x="226" y="266"/>
                  </a:lnTo>
                  <a:lnTo>
                    <a:pt x="225" y="264"/>
                  </a:lnTo>
                  <a:lnTo>
                    <a:pt x="226" y="257"/>
                  </a:lnTo>
                  <a:lnTo>
                    <a:pt x="221" y="253"/>
                  </a:lnTo>
                  <a:lnTo>
                    <a:pt x="221" y="251"/>
                  </a:lnTo>
                  <a:lnTo>
                    <a:pt x="224" y="242"/>
                  </a:lnTo>
                  <a:lnTo>
                    <a:pt x="216" y="233"/>
                  </a:lnTo>
                  <a:lnTo>
                    <a:pt x="216" y="233"/>
                  </a:lnTo>
                  <a:lnTo>
                    <a:pt x="218" y="221"/>
                  </a:lnTo>
                  <a:lnTo>
                    <a:pt x="213" y="218"/>
                  </a:lnTo>
                  <a:lnTo>
                    <a:pt x="212" y="218"/>
                  </a:lnTo>
                  <a:lnTo>
                    <a:pt x="213" y="218"/>
                  </a:lnTo>
                  <a:lnTo>
                    <a:pt x="216" y="215"/>
                  </a:lnTo>
                  <a:lnTo>
                    <a:pt x="210" y="214"/>
                  </a:lnTo>
                  <a:lnTo>
                    <a:pt x="210" y="214"/>
                  </a:lnTo>
                  <a:lnTo>
                    <a:pt x="210" y="212"/>
                  </a:lnTo>
                  <a:lnTo>
                    <a:pt x="218" y="211"/>
                  </a:lnTo>
                  <a:lnTo>
                    <a:pt x="209" y="202"/>
                  </a:lnTo>
                  <a:lnTo>
                    <a:pt x="207" y="201"/>
                  </a:lnTo>
                  <a:lnTo>
                    <a:pt x="209" y="192"/>
                  </a:lnTo>
                  <a:lnTo>
                    <a:pt x="194" y="180"/>
                  </a:lnTo>
                  <a:lnTo>
                    <a:pt x="191" y="167"/>
                  </a:lnTo>
                  <a:lnTo>
                    <a:pt x="189" y="168"/>
                  </a:lnTo>
                  <a:lnTo>
                    <a:pt x="188" y="168"/>
                  </a:lnTo>
                  <a:lnTo>
                    <a:pt x="188" y="168"/>
                  </a:lnTo>
                  <a:lnTo>
                    <a:pt x="188" y="168"/>
                  </a:lnTo>
                  <a:lnTo>
                    <a:pt x="191" y="158"/>
                  </a:lnTo>
                  <a:lnTo>
                    <a:pt x="186" y="149"/>
                  </a:lnTo>
                  <a:lnTo>
                    <a:pt x="127" y="116"/>
                  </a:lnTo>
                  <a:lnTo>
                    <a:pt x="100" y="135"/>
                  </a:lnTo>
                  <a:lnTo>
                    <a:pt x="100" y="135"/>
                  </a:lnTo>
                  <a:lnTo>
                    <a:pt x="99" y="135"/>
                  </a:lnTo>
                  <a:lnTo>
                    <a:pt x="96" y="131"/>
                  </a:lnTo>
                  <a:lnTo>
                    <a:pt x="95" y="131"/>
                  </a:lnTo>
                  <a:lnTo>
                    <a:pt x="98" y="122"/>
                  </a:lnTo>
                  <a:lnTo>
                    <a:pt x="92" y="119"/>
                  </a:lnTo>
                  <a:lnTo>
                    <a:pt x="89" y="128"/>
                  </a:lnTo>
                  <a:lnTo>
                    <a:pt x="89" y="129"/>
                  </a:lnTo>
                  <a:lnTo>
                    <a:pt x="89" y="129"/>
                  </a:lnTo>
                  <a:lnTo>
                    <a:pt x="87" y="129"/>
                  </a:lnTo>
                  <a:lnTo>
                    <a:pt x="78" y="122"/>
                  </a:lnTo>
                  <a:lnTo>
                    <a:pt x="75" y="127"/>
                  </a:lnTo>
                  <a:lnTo>
                    <a:pt x="87" y="140"/>
                  </a:lnTo>
                  <a:lnTo>
                    <a:pt x="87" y="141"/>
                  </a:lnTo>
                  <a:lnTo>
                    <a:pt x="87" y="141"/>
                  </a:lnTo>
                  <a:lnTo>
                    <a:pt x="87" y="141"/>
                  </a:lnTo>
                  <a:lnTo>
                    <a:pt x="62" y="132"/>
                  </a:lnTo>
                  <a:lnTo>
                    <a:pt x="44" y="112"/>
                  </a:lnTo>
                  <a:lnTo>
                    <a:pt x="44" y="112"/>
                  </a:lnTo>
                  <a:lnTo>
                    <a:pt x="44" y="112"/>
                  </a:lnTo>
                  <a:lnTo>
                    <a:pt x="60" y="97"/>
                  </a:lnTo>
                  <a:lnTo>
                    <a:pt x="40" y="92"/>
                  </a:lnTo>
                  <a:lnTo>
                    <a:pt x="40" y="92"/>
                  </a:lnTo>
                  <a:lnTo>
                    <a:pt x="38" y="88"/>
                  </a:lnTo>
                  <a:lnTo>
                    <a:pt x="38" y="86"/>
                  </a:lnTo>
                  <a:lnTo>
                    <a:pt x="40" y="81"/>
                  </a:lnTo>
                  <a:lnTo>
                    <a:pt x="32" y="91"/>
                  </a:lnTo>
                  <a:lnTo>
                    <a:pt x="31" y="91"/>
                  </a:lnTo>
                  <a:lnTo>
                    <a:pt x="31" y="91"/>
                  </a:lnTo>
                  <a:lnTo>
                    <a:pt x="31" y="91"/>
                  </a:lnTo>
                  <a:lnTo>
                    <a:pt x="20" y="78"/>
                  </a:lnTo>
                  <a:lnTo>
                    <a:pt x="20" y="76"/>
                  </a:lnTo>
                  <a:lnTo>
                    <a:pt x="34" y="63"/>
                  </a:lnTo>
                  <a:lnTo>
                    <a:pt x="35" y="63"/>
                  </a:lnTo>
                  <a:lnTo>
                    <a:pt x="93" y="64"/>
                  </a:lnTo>
                  <a:lnTo>
                    <a:pt x="84" y="52"/>
                  </a:lnTo>
                  <a:lnTo>
                    <a:pt x="84" y="52"/>
                  </a:lnTo>
                  <a:lnTo>
                    <a:pt x="84" y="51"/>
                  </a:lnTo>
                  <a:lnTo>
                    <a:pt x="93" y="46"/>
                  </a:lnTo>
                  <a:lnTo>
                    <a:pt x="89" y="36"/>
                  </a:lnTo>
                  <a:lnTo>
                    <a:pt x="86" y="38"/>
                  </a:lnTo>
                  <a:lnTo>
                    <a:pt x="75" y="39"/>
                  </a:lnTo>
                  <a:lnTo>
                    <a:pt x="63" y="41"/>
                  </a:lnTo>
                  <a:lnTo>
                    <a:pt x="52" y="43"/>
                  </a:lnTo>
                  <a:lnTo>
                    <a:pt x="41" y="45"/>
                  </a:lnTo>
                  <a:lnTo>
                    <a:pt x="38" y="45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43" y="35"/>
                  </a:lnTo>
                  <a:lnTo>
                    <a:pt x="41" y="35"/>
                  </a:lnTo>
                  <a:lnTo>
                    <a:pt x="40" y="36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2" y="38"/>
                  </a:lnTo>
                  <a:lnTo>
                    <a:pt x="31" y="38"/>
                  </a:lnTo>
                  <a:lnTo>
                    <a:pt x="31" y="36"/>
                  </a:lnTo>
                  <a:lnTo>
                    <a:pt x="31" y="36"/>
                  </a:lnTo>
                  <a:lnTo>
                    <a:pt x="35" y="27"/>
                  </a:lnTo>
                  <a:lnTo>
                    <a:pt x="23" y="32"/>
                  </a:lnTo>
                  <a:lnTo>
                    <a:pt x="23" y="32"/>
                  </a:lnTo>
                  <a:lnTo>
                    <a:pt x="22" y="30"/>
                  </a:lnTo>
                  <a:lnTo>
                    <a:pt x="10" y="20"/>
                  </a:lnTo>
                  <a:lnTo>
                    <a:pt x="0" y="6"/>
                  </a:lnTo>
                  <a:lnTo>
                    <a:pt x="0" y="5"/>
                  </a:lnTo>
                  <a:lnTo>
                    <a:pt x="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39" name="Freeform 693">
              <a:extLst>
                <a:ext uri="{FF2B5EF4-FFF2-40B4-BE49-F238E27FC236}">
                  <a16:creationId xmlns:a16="http://schemas.microsoft.com/office/drawing/2014/main" id="{5082C163-885E-0BAC-6B71-A38706A0A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0642" y="2764211"/>
              <a:ext cx="127821" cy="86365"/>
            </a:xfrm>
            <a:custGeom>
              <a:avLst/>
              <a:gdLst>
                <a:gd name="T0" fmla="*/ 30 w 37"/>
                <a:gd name="T1" fmla="*/ 0 h 25"/>
                <a:gd name="T2" fmla="*/ 30 w 37"/>
                <a:gd name="T3" fmla="*/ 2 h 25"/>
                <a:gd name="T4" fmla="*/ 36 w 37"/>
                <a:gd name="T5" fmla="*/ 8 h 25"/>
                <a:gd name="T6" fmla="*/ 37 w 37"/>
                <a:gd name="T7" fmla="*/ 18 h 25"/>
                <a:gd name="T8" fmla="*/ 37 w 37"/>
                <a:gd name="T9" fmla="*/ 18 h 25"/>
                <a:gd name="T10" fmla="*/ 34 w 37"/>
                <a:gd name="T11" fmla="*/ 21 h 25"/>
                <a:gd name="T12" fmla="*/ 30 w 37"/>
                <a:gd name="T13" fmla="*/ 21 h 25"/>
                <a:gd name="T14" fmla="*/ 22 w 37"/>
                <a:gd name="T15" fmla="*/ 23 h 25"/>
                <a:gd name="T16" fmla="*/ 13 w 37"/>
                <a:gd name="T17" fmla="*/ 24 h 25"/>
                <a:gd name="T18" fmla="*/ 5 w 37"/>
                <a:gd name="T19" fmla="*/ 25 h 25"/>
                <a:gd name="T20" fmla="*/ 2 w 37"/>
                <a:gd name="T21" fmla="*/ 25 h 25"/>
                <a:gd name="T22" fmla="*/ 2 w 37"/>
                <a:gd name="T23" fmla="*/ 25 h 25"/>
                <a:gd name="T24" fmla="*/ 0 w 37"/>
                <a:gd name="T25" fmla="*/ 25 h 25"/>
                <a:gd name="T26" fmla="*/ 2 w 37"/>
                <a:gd name="T27" fmla="*/ 18 h 25"/>
                <a:gd name="T28" fmla="*/ 2 w 37"/>
                <a:gd name="T29" fmla="*/ 18 h 25"/>
                <a:gd name="T30" fmla="*/ 12 w 37"/>
                <a:gd name="T31" fmla="*/ 9 h 25"/>
                <a:gd name="T32" fmla="*/ 28 w 37"/>
                <a:gd name="T33" fmla="*/ 2 h 25"/>
                <a:gd name="T34" fmla="*/ 30 w 37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" h="25">
                  <a:moveTo>
                    <a:pt x="30" y="0"/>
                  </a:moveTo>
                  <a:lnTo>
                    <a:pt x="30" y="2"/>
                  </a:lnTo>
                  <a:lnTo>
                    <a:pt x="36" y="8"/>
                  </a:lnTo>
                  <a:lnTo>
                    <a:pt x="37" y="18"/>
                  </a:lnTo>
                  <a:lnTo>
                    <a:pt x="37" y="18"/>
                  </a:lnTo>
                  <a:lnTo>
                    <a:pt x="34" y="21"/>
                  </a:lnTo>
                  <a:lnTo>
                    <a:pt x="30" y="21"/>
                  </a:lnTo>
                  <a:lnTo>
                    <a:pt x="22" y="23"/>
                  </a:lnTo>
                  <a:lnTo>
                    <a:pt x="13" y="24"/>
                  </a:lnTo>
                  <a:lnTo>
                    <a:pt x="5" y="25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0" y="25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12" y="9"/>
                  </a:lnTo>
                  <a:lnTo>
                    <a:pt x="28" y="2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40" name="Freeform 694">
              <a:extLst>
                <a:ext uri="{FF2B5EF4-FFF2-40B4-BE49-F238E27FC236}">
                  <a16:creationId xmlns:a16="http://schemas.microsoft.com/office/drawing/2014/main" id="{4E7A9E1F-AB82-2A52-1089-710EC64D4F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0642" y="2764211"/>
              <a:ext cx="127821" cy="93275"/>
            </a:xfrm>
            <a:custGeom>
              <a:avLst/>
              <a:gdLst>
                <a:gd name="T0" fmla="*/ 30 w 37"/>
                <a:gd name="T1" fmla="*/ 2 h 27"/>
                <a:gd name="T2" fmla="*/ 13 w 37"/>
                <a:gd name="T3" fmla="*/ 9 h 27"/>
                <a:gd name="T4" fmla="*/ 2 w 37"/>
                <a:gd name="T5" fmla="*/ 18 h 27"/>
                <a:gd name="T6" fmla="*/ 2 w 37"/>
                <a:gd name="T7" fmla="*/ 25 h 27"/>
                <a:gd name="T8" fmla="*/ 33 w 37"/>
                <a:gd name="T9" fmla="*/ 20 h 27"/>
                <a:gd name="T10" fmla="*/ 36 w 37"/>
                <a:gd name="T11" fmla="*/ 18 h 27"/>
                <a:gd name="T12" fmla="*/ 36 w 37"/>
                <a:gd name="T13" fmla="*/ 8 h 27"/>
                <a:gd name="T14" fmla="*/ 30 w 37"/>
                <a:gd name="T15" fmla="*/ 2 h 27"/>
                <a:gd name="T16" fmla="*/ 30 w 37"/>
                <a:gd name="T17" fmla="*/ 0 h 27"/>
                <a:gd name="T18" fmla="*/ 30 w 37"/>
                <a:gd name="T19" fmla="*/ 0 h 27"/>
                <a:gd name="T20" fmla="*/ 36 w 37"/>
                <a:gd name="T21" fmla="*/ 8 h 27"/>
                <a:gd name="T22" fmla="*/ 37 w 37"/>
                <a:gd name="T23" fmla="*/ 8 h 27"/>
                <a:gd name="T24" fmla="*/ 37 w 37"/>
                <a:gd name="T25" fmla="*/ 18 h 27"/>
                <a:gd name="T26" fmla="*/ 37 w 37"/>
                <a:gd name="T27" fmla="*/ 18 h 27"/>
                <a:gd name="T28" fmla="*/ 34 w 37"/>
                <a:gd name="T29" fmla="*/ 21 h 27"/>
                <a:gd name="T30" fmla="*/ 34 w 37"/>
                <a:gd name="T31" fmla="*/ 21 h 27"/>
                <a:gd name="T32" fmla="*/ 2 w 37"/>
                <a:gd name="T33" fmla="*/ 27 h 27"/>
                <a:gd name="T34" fmla="*/ 2 w 37"/>
                <a:gd name="T35" fmla="*/ 27 h 27"/>
                <a:gd name="T36" fmla="*/ 0 w 37"/>
                <a:gd name="T37" fmla="*/ 25 h 27"/>
                <a:gd name="T38" fmla="*/ 0 w 37"/>
                <a:gd name="T39" fmla="*/ 24 h 27"/>
                <a:gd name="T40" fmla="*/ 0 w 37"/>
                <a:gd name="T41" fmla="*/ 18 h 27"/>
                <a:gd name="T42" fmla="*/ 2 w 37"/>
                <a:gd name="T43" fmla="*/ 17 h 27"/>
                <a:gd name="T44" fmla="*/ 12 w 37"/>
                <a:gd name="T45" fmla="*/ 8 h 27"/>
                <a:gd name="T46" fmla="*/ 12 w 37"/>
                <a:gd name="T47" fmla="*/ 8 h 27"/>
                <a:gd name="T48" fmla="*/ 28 w 37"/>
                <a:gd name="T49" fmla="*/ 0 h 27"/>
                <a:gd name="T50" fmla="*/ 30 w 37"/>
                <a:gd name="T5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7" h="27">
                  <a:moveTo>
                    <a:pt x="30" y="2"/>
                  </a:moveTo>
                  <a:lnTo>
                    <a:pt x="13" y="9"/>
                  </a:lnTo>
                  <a:lnTo>
                    <a:pt x="2" y="18"/>
                  </a:lnTo>
                  <a:lnTo>
                    <a:pt x="2" y="25"/>
                  </a:lnTo>
                  <a:lnTo>
                    <a:pt x="33" y="20"/>
                  </a:lnTo>
                  <a:lnTo>
                    <a:pt x="36" y="18"/>
                  </a:lnTo>
                  <a:lnTo>
                    <a:pt x="36" y="8"/>
                  </a:lnTo>
                  <a:lnTo>
                    <a:pt x="30" y="2"/>
                  </a:lnTo>
                  <a:close/>
                  <a:moveTo>
                    <a:pt x="30" y="0"/>
                  </a:moveTo>
                  <a:lnTo>
                    <a:pt x="30" y="0"/>
                  </a:lnTo>
                  <a:lnTo>
                    <a:pt x="36" y="8"/>
                  </a:lnTo>
                  <a:lnTo>
                    <a:pt x="37" y="8"/>
                  </a:lnTo>
                  <a:lnTo>
                    <a:pt x="37" y="18"/>
                  </a:lnTo>
                  <a:lnTo>
                    <a:pt x="37" y="18"/>
                  </a:lnTo>
                  <a:lnTo>
                    <a:pt x="34" y="21"/>
                  </a:lnTo>
                  <a:lnTo>
                    <a:pt x="34" y="21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2" y="17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28" y="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41" name="Freeform 695">
              <a:extLst>
                <a:ext uri="{FF2B5EF4-FFF2-40B4-BE49-F238E27FC236}">
                  <a16:creationId xmlns:a16="http://schemas.microsoft.com/office/drawing/2014/main" id="{85D23592-F994-7E75-829F-C84EE2540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4106" y="1869462"/>
              <a:ext cx="20727" cy="107094"/>
            </a:xfrm>
            <a:custGeom>
              <a:avLst/>
              <a:gdLst>
                <a:gd name="T0" fmla="*/ 5 w 6"/>
                <a:gd name="T1" fmla="*/ 0 h 31"/>
                <a:gd name="T2" fmla="*/ 5 w 6"/>
                <a:gd name="T3" fmla="*/ 0 h 31"/>
                <a:gd name="T4" fmla="*/ 5 w 6"/>
                <a:gd name="T5" fmla="*/ 1 h 31"/>
                <a:gd name="T6" fmla="*/ 6 w 6"/>
                <a:gd name="T7" fmla="*/ 4 h 31"/>
                <a:gd name="T8" fmla="*/ 6 w 6"/>
                <a:gd name="T9" fmla="*/ 31 h 31"/>
                <a:gd name="T10" fmla="*/ 6 w 6"/>
                <a:gd name="T11" fmla="*/ 31 h 31"/>
                <a:gd name="T12" fmla="*/ 6 w 6"/>
                <a:gd name="T13" fmla="*/ 31 h 31"/>
                <a:gd name="T14" fmla="*/ 5 w 6"/>
                <a:gd name="T15" fmla="*/ 31 h 31"/>
                <a:gd name="T16" fmla="*/ 0 w 6"/>
                <a:gd name="T17" fmla="*/ 3 h 31"/>
                <a:gd name="T18" fmla="*/ 0 w 6"/>
                <a:gd name="T19" fmla="*/ 3 h 31"/>
                <a:gd name="T20" fmla="*/ 5 w 6"/>
                <a:gd name="T21" fmla="*/ 0 h 31"/>
                <a:gd name="T22" fmla="*/ 5 w 6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31">
                  <a:moveTo>
                    <a:pt x="5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6" y="4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42" name="Freeform 696">
              <a:extLst>
                <a:ext uri="{FF2B5EF4-FFF2-40B4-BE49-F238E27FC236}">
                  <a16:creationId xmlns:a16="http://schemas.microsoft.com/office/drawing/2014/main" id="{C68E59A4-A4D3-FAC0-4318-D963891B40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90652" y="1869462"/>
              <a:ext cx="31092" cy="110548"/>
            </a:xfrm>
            <a:custGeom>
              <a:avLst/>
              <a:gdLst>
                <a:gd name="T0" fmla="*/ 6 w 9"/>
                <a:gd name="T1" fmla="*/ 1 h 32"/>
                <a:gd name="T2" fmla="*/ 1 w 9"/>
                <a:gd name="T3" fmla="*/ 3 h 32"/>
                <a:gd name="T4" fmla="*/ 7 w 9"/>
                <a:gd name="T5" fmla="*/ 31 h 32"/>
                <a:gd name="T6" fmla="*/ 7 w 9"/>
                <a:gd name="T7" fmla="*/ 6 h 32"/>
                <a:gd name="T8" fmla="*/ 6 w 9"/>
                <a:gd name="T9" fmla="*/ 1 h 32"/>
                <a:gd name="T10" fmla="*/ 6 w 9"/>
                <a:gd name="T11" fmla="*/ 0 h 32"/>
                <a:gd name="T12" fmla="*/ 6 w 9"/>
                <a:gd name="T13" fmla="*/ 0 h 32"/>
                <a:gd name="T14" fmla="*/ 7 w 9"/>
                <a:gd name="T15" fmla="*/ 1 h 32"/>
                <a:gd name="T16" fmla="*/ 9 w 9"/>
                <a:gd name="T17" fmla="*/ 4 h 32"/>
                <a:gd name="T18" fmla="*/ 9 w 9"/>
                <a:gd name="T19" fmla="*/ 6 h 32"/>
                <a:gd name="T20" fmla="*/ 9 w 9"/>
                <a:gd name="T21" fmla="*/ 31 h 32"/>
                <a:gd name="T22" fmla="*/ 7 w 9"/>
                <a:gd name="T23" fmla="*/ 32 h 32"/>
                <a:gd name="T24" fmla="*/ 7 w 9"/>
                <a:gd name="T25" fmla="*/ 32 h 32"/>
                <a:gd name="T26" fmla="*/ 7 w 9"/>
                <a:gd name="T27" fmla="*/ 32 h 32"/>
                <a:gd name="T28" fmla="*/ 6 w 9"/>
                <a:gd name="T29" fmla="*/ 32 h 32"/>
                <a:gd name="T30" fmla="*/ 6 w 9"/>
                <a:gd name="T31" fmla="*/ 31 h 32"/>
                <a:gd name="T32" fmla="*/ 0 w 9"/>
                <a:gd name="T33" fmla="*/ 3 h 32"/>
                <a:gd name="T34" fmla="*/ 0 w 9"/>
                <a:gd name="T35" fmla="*/ 3 h 32"/>
                <a:gd name="T36" fmla="*/ 1 w 9"/>
                <a:gd name="T37" fmla="*/ 1 h 32"/>
                <a:gd name="T38" fmla="*/ 4 w 9"/>
                <a:gd name="T39" fmla="*/ 0 h 32"/>
                <a:gd name="T40" fmla="*/ 6 w 9"/>
                <a:gd name="T4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32">
                  <a:moveTo>
                    <a:pt x="6" y="1"/>
                  </a:moveTo>
                  <a:lnTo>
                    <a:pt x="1" y="3"/>
                  </a:lnTo>
                  <a:lnTo>
                    <a:pt x="7" y="31"/>
                  </a:lnTo>
                  <a:lnTo>
                    <a:pt x="7" y="6"/>
                  </a:lnTo>
                  <a:lnTo>
                    <a:pt x="6" y="1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7" y="1"/>
                  </a:lnTo>
                  <a:lnTo>
                    <a:pt x="9" y="4"/>
                  </a:lnTo>
                  <a:lnTo>
                    <a:pt x="9" y="6"/>
                  </a:lnTo>
                  <a:lnTo>
                    <a:pt x="9" y="31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6" y="32"/>
                  </a:lnTo>
                  <a:lnTo>
                    <a:pt x="6" y="31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1"/>
                  </a:lnTo>
                  <a:lnTo>
                    <a:pt x="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43" name="Freeform 697">
              <a:extLst>
                <a:ext uri="{FF2B5EF4-FFF2-40B4-BE49-F238E27FC236}">
                  <a16:creationId xmlns:a16="http://schemas.microsoft.com/office/drawing/2014/main" id="{48BF12F3-8F3D-4722-43DC-D1F2AAB5F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0796" y="2871305"/>
              <a:ext cx="138184" cy="138184"/>
            </a:xfrm>
            <a:custGeom>
              <a:avLst/>
              <a:gdLst>
                <a:gd name="T0" fmla="*/ 8 w 40"/>
                <a:gd name="T1" fmla="*/ 0 h 40"/>
                <a:gd name="T2" fmla="*/ 8 w 40"/>
                <a:gd name="T3" fmla="*/ 0 h 40"/>
                <a:gd name="T4" fmla="*/ 24 w 40"/>
                <a:gd name="T5" fmla="*/ 6 h 40"/>
                <a:gd name="T6" fmla="*/ 40 w 40"/>
                <a:gd name="T7" fmla="*/ 29 h 40"/>
                <a:gd name="T8" fmla="*/ 40 w 40"/>
                <a:gd name="T9" fmla="*/ 29 h 40"/>
                <a:gd name="T10" fmla="*/ 40 w 40"/>
                <a:gd name="T11" fmla="*/ 30 h 40"/>
                <a:gd name="T12" fmla="*/ 23 w 40"/>
                <a:gd name="T13" fmla="*/ 40 h 40"/>
                <a:gd name="T14" fmla="*/ 21 w 40"/>
                <a:gd name="T15" fmla="*/ 40 h 40"/>
                <a:gd name="T16" fmla="*/ 21 w 40"/>
                <a:gd name="T17" fmla="*/ 40 h 40"/>
                <a:gd name="T18" fmla="*/ 11 w 40"/>
                <a:gd name="T19" fmla="*/ 37 h 40"/>
                <a:gd name="T20" fmla="*/ 9 w 40"/>
                <a:gd name="T21" fmla="*/ 37 h 40"/>
                <a:gd name="T22" fmla="*/ 11 w 40"/>
                <a:gd name="T23" fmla="*/ 36 h 40"/>
                <a:gd name="T24" fmla="*/ 18 w 40"/>
                <a:gd name="T25" fmla="*/ 33 h 40"/>
                <a:gd name="T26" fmla="*/ 2 w 40"/>
                <a:gd name="T27" fmla="*/ 30 h 40"/>
                <a:gd name="T28" fmla="*/ 0 w 40"/>
                <a:gd name="T29" fmla="*/ 29 h 40"/>
                <a:gd name="T30" fmla="*/ 0 w 40"/>
                <a:gd name="T31" fmla="*/ 29 h 40"/>
                <a:gd name="T32" fmla="*/ 6 w 40"/>
                <a:gd name="T33" fmla="*/ 26 h 40"/>
                <a:gd name="T34" fmla="*/ 0 w 40"/>
                <a:gd name="T35" fmla="*/ 20 h 40"/>
                <a:gd name="T36" fmla="*/ 0 w 40"/>
                <a:gd name="T37" fmla="*/ 20 h 40"/>
                <a:gd name="T38" fmla="*/ 0 w 40"/>
                <a:gd name="T39" fmla="*/ 20 h 40"/>
                <a:gd name="T40" fmla="*/ 8 w 40"/>
                <a:gd name="T41" fmla="*/ 17 h 40"/>
                <a:gd name="T42" fmla="*/ 2 w 40"/>
                <a:gd name="T43" fmla="*/ 9 h 40"/>
                <a:gd name="T44" fmla="*/ 2 w 40"/>
                <a:gd name="T45" fmla="*/ 9 h 40"/>
                <a:gd name="T46" fmla="*/ 8 w 40"/>
                <a:gd name="T47" fmla="*/ 0 h 40"/>
                <a:gd name="T48" fmla="*/ 8 w 40"/>
                <a:gd name="T4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0" h="40">
                  <a:moveTo>
                    <a:pt x="8" y="0"/>
                  </a:moveTo>
                  <a:lnTo>
                    <a:pt x="8" y="0"/>
                  </a:lnTo>
                  <a:lnTo>
                    <a:pt x="24" y="6"/>
                  </a:lnTo>
                  <a:lnTo>
                    <a:pt x="40" y="29"/>
                  </a:lnTo>
                  <a:lnTo>
                    <a:pt x="40" y="29"/>
                  </a:lnTo>
                  <a:lnTo>
                    <a:pt x="40" y="30"/>
                  </a:lnTo>
                  <a:lnTo>
                    <a:pt x="23" y="40"/>
                  </a:lnTo>
                  <a:lnTo>
                    <a:pt x="21" y="40"/>
                  </a:lnTo>
                  <a:lnTo>
                    <a:pt x="21" y="40"/>
                  </a:lnTo>
                  <a:lnTo>
                    <a:pt x="11" y="37"/>
                  </a:lnTo>
                  <a:lnTo>
                    <a:pt x="9" y="37"/>
                  </a:lnTo>
                  <a:lnTo>
                    <a:pt x="11" y="36"/>
                  </a:lnTo>
                  <a:lnTo>
                    <a:pt x="18" y="33"/>
                  </a:lnTo>
                  <a:lnTo>
                    <a:pt x="2" y="30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6" y="26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8" y="17"/>
                  </a:lnTo>
                  <a:lnTo>
                    <a:pt x="2" y="9"/>
                  </a:lnTo>
                  <a:lnTo>
                    <a:pt x="2" y="9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44" name="Freeform 698">
              <a:extLst>
                <a:ext uri="{FF2B5EF4-FFF2-40B4-BE49-F238E27FC236}">
                  <a16:creationId xmlns:a16="http://schemas.microsoft.com/office/drawing/2014/main" id="{5C14EDBB-FBA1-E958-8E82-0FA79FF38E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77341" y="2867849"/>
              <a:ext cx="141640" cy="141640"/>
            </a:xfrm>
            <a:custGeom>
              <a:avLst/>
              <a:gdLst>
                <a:gd name="T0" fmla="*/ 9 w 41"/>
                <a:gd name="T1" fmla="*/ 1 h 41"/>
                <a:gd name="T2" fmla="*/ 3 w 41"/>
                <a:gd name="T3" fmla="*/ 10 h 41"/>
                <a:gd name="T4" fmla="*/ 10 w 41"/>
                <a:gd name="T5" fmla="*/ 18 h 41"/>
                <a:gd name="T6" fmla="*/ 1 w 41"/>
                <a:gd name="T7" fmla="*/ 21 h 41"/>
                <a:gd name="T8" fmla="*/ 9 w 41"/>
                <a:gd name="T9" fmla="*/ 27 h 41"/>
                <a:gd name="T10" fmla="*/ 3 w 41"/>
                <a:gd name="T11" fmla="*/ 30 h 41"/>
                <a:gd name="T12" fmla="*/ 21 w 41"/>
                <a:gd name="T13" fmla="*/ 34 h 41"/>
                <a:gd name="T14" fmla="*/ 12 w 41"/>
                <a:gd name="T15" fmla="*/ 38 h 41"/>
                <a:gd name="T16" fmla="*/ 22 w 41"/>
                <a:gd name="T17" fmla="*/ 40 h 41"/>
                <a:gd name="T18" fmla="*/ 41 w 41"/>
                <a:gd name="T19" fmla="*/ 30 h 41"/>
                <a:gd name="T20" fmla="*/ 24 w 41"/>
                <a:gd name="T21" fmla="*/ 7 h 41"/>
                <a:gd name="T22" fmla="*/ 9 w 41"/>
                <a:gd name="T23" fmla="*/ 1 h 41"/>
                <a:gd name="T24" fmla="*/ 9 w 41"/>
                <a:gd name="T25" fmla="*/ 0 h 41"/>
                <a:gd name="T26" fmla="*/ 9 w 41"/>
                <a:gd name="T27" fmla="*/ 0 h 41"/>
                <a:gd name="T28" fmla="*/ 25 w 41"/>
                <a:gd name="T29" fmla="*/ 6 h 41"/>
                <a:gd name="T30" fmla="*/ 25 w 41"/>
                <a:gd name="T31" fmla="*/ 6 h 41"/>
                <a:gd name="T32" fmla="*/ 41 w 41"/>
                <a:gd name="T33" fmla="*/ 30 h 41"/>
                <a:gd name="T34" fmla="*/ 41 w 41"/>
                <a:gd name="T35" fmla="*/ 30 h 41"/>
                <a:gd name="T36" fmla="*/ 41 w 41"/>
                <a:gd name="T37" fmla="*/ 31 h 41"/>
                <a:gd name="T38" fmla="*/ 24 w 41"/>
                <a:gd name="T39" fmla="*/ 41 h 41"/>
                <a:gd name="T40" fmla="*/ 22 w 41"/>
                <a:gd name="T41" fmla="*/ 41 h 41"/>
                <a:gd name="T42" fmla="*/ 22 w 41"/>
                <a:gd name="T43" fmla="*/ 41 h 41"/>
                <a:gd name="T44" fmla="*/ 12 w 41"/>
                <a:gd name="T45" fmla="*/ 40 h 41"/>
                <a:gd name="T46" fmla="*/ 10 w 41"/>
                <a:gd name="T47" fmla="*/ 38 h 41"/>
                <a:gd name="T48" fmla="*/ 10 w 41"/>
                <a:gd name="T49" fmla="*/ 38 h 41"/>
                <a:gd name="T50" fmla="*/ 10 w 41"/>
                <a:gd name="T51" fmla="*/ 37 h 41"/>
                <a:gd name="T52" fmla="*/ 10 w 41"/>
                <a:gd name="T53" fmla="*/ 37 h 41"/>
                <a:gd name="T54" fmla="*/ 16 w 41"/>
                <a:gd name="T55" fmla="*/ 34 h 41"/>
                <a:gd name="T56" fmla="*/ 1 w 41"/>
                <a:gd name="T57" fmla="*/ 31 h 41"/>
                <a:gd name="T58" fmla="*/ 1 w 41"/>
                <a:gd name="T59" fmla="*/ 31 h 41"/>
                <a:gd name="T60" fmla="*/ 1 w 41"/>
                <a:gd name="T61" fmla="*/ 30 h 41"/>
                <a:gd name="T62" fmla="*/ 1 w 41"/>
                <a:gd name="T63" fmla="*/ 30 h 41"/>
                <a:gd name="T64" fmla="*/ 1 w 41"/>
                <a:gd name="T65" fmla="*/ 28 h 41"/>
                <a:gd name="T66" fmla="*/ 6 w 41"/>
                <a:gd name="T67" fmla="*/ 27 h 41"/>
                <a:gd name="T68" fmla="*/ 1 w 41"/>
                <a:gd name="T69" fmla="*/ 22 h 41"/>
                <a:gd name="T70" fmla="*/ 0 w 41"/>
                <a:gd name="T71" fmla="*/ 21 h 41"/>
                <a:gd name="T72" fmla="*/ 1 w 41"/>
                <a:gd name="T73" fmla="*/ 19 h 41"/>
                <a:gd name="T74" fmla="*/ 7 w 41"/>
                <a:gd name="T75" fmla="*/ 18 h 41"/>
                <a:gd name="T76" fmla="*/ 1 w 41"/>
                <a:gd name="T77" fmla="*/ 12 h 41"/>
                <a:gd name="T78" fmla="*/ 1 w 41"/>
                <a:gd name="T79" fmla="*/ 10 h 41"/>
                <a:gd name="T80" fmla="*/ 1 w 41"/>
                <a:gd name="T81" fmla="*/ 9 h 41"/>
                <a:gd name="T82" fmla="*/ 7 w 41"/>
                <a:gd name="T83" fmla="*/ 0 h 41"/>
                <a:gd name="T84" fmla="*/ 9 w 41"/>
                <a:gd name="T8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1" h="41">
                  <a:moveTo>
                    <a:pt x="9" y="1"/>
                  </a:moveTo>
                  <a:lnTo>
                    <a:pt x="3" y="10"/>
                  </a:lnTo>
                  <a:lnTo>
                    <a:pt x="10" y="18"/>
                  </a:lnTo>
                  <a:lnTo>
                    <a:pt x="1" y="21"/>
                  </a:lnTo>
                  <a:lnTo>
                    <a:pt x="9" y="27"/>
                  </a:lnTo>
                  <a:lnTo>
                    <a:pt x="3" y="30"/>
                  </a:lnTo>
                  <a:lnTo>
                    <a:pt x="21" y="34"/>
                  </a:lnTo>
                  <a:lnTo>
                    <a:pt x="12" y="38"/>
                  </a:lnTo>
                  <a:lnTo>
                    <a:pt x="22" y="40"/>
                  </a:lnTo>
                  <a:lnTo>
                    <a:pt x="41" y="30"/>
                  </a:lnTo>
                  <a:lnTo>
                    <a:pt x="24" y="7"/>
                  </a:lnTo>
                  <a:lnTo>
                    <a:pt x="9" y="1"/>
                  </a:lnTo>
                  <a:close/>
                  <a:moveTo>
                    <a:pt x="9" y="0"/>
                  </a:moveTo>
                  <a:lnTo>
                    <a:pt x="9" y="0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41" y="30"/>
                  </a:lnTo>
                  <a:lnTo>
                    <a:pt x="41" y="30"/>
                  </a:lnTo>
                  <a:lnTo>
                    <a:pt x="41" y="31"/>
                  </a:lnTo>
                  <a:lnTo>
                    <a:pt x="24" y="41"/>
                  </a:lnTo>
                  <a:lnTo>
                    <a:pt x="22" y="41"/>
                  </a:lnTo>
                  <a:lnTo>
                    <a:pt x="22" y="41"/>
                  </a:lnTo>
                  <a:lnTo>
                    <a:pt x="12" y="40"/>
                  </a:lnTo>
                  <a:lnTo>
                    <a:pt x="10" y="38"/>
                  </a:lnTo>
                  <a:lnTo>
                    <a:pt x="10" y="38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16" y="34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6" y="27"/>
                  </a:lnTo>
                  <a:lnTo>
                    <a:pt x="1" y="22"/>
                  </a:lnTo>
                  <a:lnTo>
                    <a:pt x="0" y="21"/>
                  </a:lnTo>
                  <a:lnTo>
                    <a:pt x="1" y="19"/>
                  </a:lnTo>
                  <a:lnTo>
                    <a:pt x="7" y="18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9"/>
                  </a:lnTo>
                  <a:lnTo>
                    <a:pt x="7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45" name="Freeform 699">
              <a:extLst>
                <a:ext uri="{FF2B5EF4-FFF2-40B4-BE49-F238E27FC236}">
                  <a16:creationId xmlns:a16="http://schemas.microsoft.com/office/drawing/2014/main" id="{0D576E63-087F-E943-80BC-2D39989F0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8828" y="2515478"/>
              <a:ext cx="124367" cy="117457"/>
            </a:xfrm>
            <a:custGeom>
              <a:avLst/>
              <a:gdLst>
                <a:gd name="T0" fmla="*/ 2 w 36"/>
                <a:gd name="T1" fmla="*/ 0 h 34"/>
                <a:gd name="T2" fmla="*/ 2 w 36"/>
                <a:gd name="T3" fmla="*/ 0 h 34"/>
                <a:gd name="T4" fmla="*/ 21 w 36"/>
                <a:gd name="T5" fmla="*/ 4 h 34"/>
                <a:gd name="T6" fmla="*/ 33 w 36"/>
                <a:gd name="T7" fmla="*/ 14 h 34"/>
                <a:gd name="T8" fmla="*/ 36 w 36"/>
                <a:gd name="T9" fmla="*/ 20 h 34"/>
                <a:gd name="T10" fmla="*/ 34 w 36"/>
                <a:gd name="T11" fmla="*/ 20 h 34"/>
                <a:gd name="T12" fmla="*/ 34 w 36"/>
                <a:gd name="T13" fmla="*/ 20 h 34"/>
                <a:gd name="T14" fmla="*/ 25 w 36"/>
                <a:gd name="T15" fmla="*/ 22 h 34"/>
                <a:gd name="T16" fmla="*/ 33 w 36"/>
                <a:gd name="T17" fmla="*/ 25 h 34"/>
                <a:gd name="T18" fmla="*/ 33 w 36"/>
                <a:gd name="T19" fmla="*/ 26 h 34"/>
                <a:gd name="T20" fmla="*/ 30 w 36"/>
                <a:gd name="T21" fmla="*/ 32 h 34"/>
                <a:gd name="T22" fmla="*/ 30 w 36"/>
                <a:gd name="T23" fmla="*/ 34 h 34"/>
                <a:gd name="T24" fmla="*/ 30 w 36"/>
                <a:gd name="T25" fmla="*/ 34 h 34"/>
                <a:gd name="T26" fmla="*/ 30 w 36"/>
                <a:gd name="T27" fmla="*/ 34 h 34"/>
                <a:gd name="T28" fmla="*/ 8 w 36"/>
                <a:gd name="T29" fmla="*/ 17 h 34"/>
                <a:gd name="T30" fmla="*/ 0 w 36"/>
                <a:gd name="T31" fmla="*/ 1 h 34"/>
                <a:gd name="T32" fmla="*/ 0 w 36"/>
                <a:gd name="T33" fmla="*/ 0 h 34"/>
                <a:gd name="T34" fmla="*/ 2 w 36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34">
                  <a:moveTo>
                    <a:pt x="2" y="0"/>
                  </a:moveTo>
                  <a:lnTo>
                    <a:pt x="2" y="0"/>
                  </a:lnTo>
                  <a:lnTo>
                    <a:pt x="21" y="4"/>
                  </a:lnTo>
                  <a:lnTo>
                    <a:pt x="33" y="14"/>
                  </a:lnTo>
                  <a:lnTo>
                    <a:pt x="36" y="20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5" y="22"/>
                  </a:lnTo>
                  <a:lnTo>
                    <a:pt x="33" y="25"/>
                  </a:lnTo>
                  <a:lnTo>
                    <a:pt x="33" y="26"/>
                  </a:lnTo>
                  <a:lnTo>
                    <a:pt x="30" y="32"/>
                  </a:lnTo>
                  <a:lnTo>
                    <a:pt x="30" y="34"/>
                  </a:lnTo>
                  <a:lnTo>
                    <a:pt x="30" y="34"/>
                  </a:lnTo>
                  <a:lnTo>
                    <a:pt x="30" y="34"/>
                  </a:lnTo>
                  <a:lnTo>
                    <a:pt x="8" y="17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46" name="Freeform 700">
              <a:extLst>
                <a:ext uri="{FF2B5EF4-FFF2-40B4-BE49-F238E27FC236}">
                  <a16:creationId xmlns:a16="http://schemas.microsoft.com/office/drawing/2014/main" id="{62060E3D-35C7-2D24-5B2C-BFE340B5FB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48828" y="2508568"/>
              <a:ext cx="124367" cy="124367"/>
            </a:xfrm>
            <a:custGeom>
              <a:avLst/>
              <a:gdLst>
                <a:gd name="T0" fmla="*/ 2 w 36"/>
                <a:gd name="T1" fmla="*/ 2 h 36"/>
                <a:gd name="T2" fmla="*/ 9 w 36"/>
                <a:gd name="T3" fmla="*/ 19 h 36"/>
                <a:gd name="T4" fmla="*/ 30 w 36"/>
                <a:gd name="T5" fmla="*/ 34 h 36"/>
                <a:gd name="T6" fmla="*/ 31 w 36"/>
                <a:gd name="T7" fmla="*/ 28 h 36"/>
                <a:gd name="T8" fmla="*/ 24 w 36"/>
                <a:gd name="T9" fmla="*/ 22 h 36"/>
                <a:gd name="T10" fmla="*/ 34 w 36"/>
                <a:gd name="T11" fmla="*/ 22 h 36"/>
                <a:gd name="T12" fmla="*/ 33 w 36"/>
                <a:gd name="T13" fmla="*/ 16 h 36"/>
                <a:gd name="T14" fmla="*/ 21 w 36"/>
                <a:gd name="T15" fmla="*/ 8 h 36"/>
                <a:gd name="T16" fmla="*/ 2 w 36"/>
                <a:gd name="T17" fmla="*/ 2 h 36"/>
                <a:gd name="T18" fmla="*/ 2 w 36"/>
                <a:gd name="T19" fmla="*/ 0 h 36"/>
                <a:gd name="T20" fmla="*/ 2 w 36"/>
                <a:gd name="T21" fmla="*/ 0 h 36"/>
                <a:gd name="T22" fmla="*/ 21 w 36"/>
                <a:gd name="T23" fmla="*/ 6 h 36"/>
                <a:gd name="T24" fmla="*/ 22 w 36"/>
                <a:gd name="T25" fmla="*/ 6 h 36"/>
                <a:gd name="T26" fmla="*/ 34 w 36"/>
                <a:gd name="T27" fmla="*/ 15 h 36"/>
                <a:gd name="T28" fmla="*/ 34 w 36"/>
                <a:gd name="T29" fmla="*/ 16 h 36"/>
                <a:gd name="T30" fmla="*/ 36 w 36"/>
                <a:gd name="T31" fmla="*/ 22 h 36"/>
                <a:gd name="T32" fmla="*/ 36 w 36"/>
                <a:gd name="T33" fmla="*/ 22 h 36"/>
                <a:gd name="T34" fmla="*/ 34 w 36"/>
                <a:gd name="T35" fmla="*/ 24 h 36"/>
                <a:gd name="T36" fmla="*/ 28 w 36"/>
                <a:gd name="T37" fmla="*/ 24 h 36"/>
                <a:gd name="T38" fmla="*/ 33 w 36"/>
                <a:gd name="T39" fmla="*/ 27 h 36"/>
                <a:gd name="T40" fmla="*/ 33 w 36"/>
                <a:gd name="T41" fmla="*/ 27 h 36"/>
                <a:gd name="T42" fmla="*/ 33 w 36"/>
                <a:gd name="T43" fmla="*/ 28 h 36"/>
                <a:gd name="T44" fmla="*/ 31 w 36"/>
                <a:gd name="T45" fmla="*/ 36 h 36"/>
                <a:gd name="T46" fmla="*/ 30 w 36"/>
                <a:gd name="T47" fmla="*/ 36 h 36"/>
                <a:gd name="T48" fmla="*/ 30 w 36"/>
                <a:gd name="T49" fmla="*/ 36 h 36"/>
                <a:gd name="T50" fmla="*/ 28 w 36"/>
                <a:gd name="T51" fmla="*/ 36 h 36"/>
                <a:gd name="T52" fmla="*/ 8 w 36"/>
                <a:gd name="T53" fmla="*/ 19 h 36"/>
                <a:gd name="T54" fmla="*/ 8 w 36"/>
                <a:gd name="T55" fmla="*/ 19 h 36"/>
                <a:gd name="T56" fmla="*/ 0 w 36"/>
                <a:gd name="T57" fmla="*/ 3 h 36"/>
                <a:gd name="T58" fmla="*/ 0 w 36"/>
                <a:gd name="T59" fmla="*/ 2 h 36"/>
                <a:gd name="T60" fmla="*/ 2 w 36"/>
                <a:gd name="T6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6" h="36">
                  <a:moveTo>
                    <a:pt x="2" y="2"/>
                  </a:moveTo>
                  <a:lnTo>
                    <a:pt x="9" y="19"/>
                  </a:lnTo>
                  <a:lnTo>
                    <a:pt x="30" y="34"/>
                  </a:lnTo>
                  <a:lnTo>
                    <a:pt x="31" y="28"/>
                  </a:lnTo>
                  <a:lnTo>
                    <a:pt x="24" y="22"/>
                  </a:lnTo>
                  <a:lnTo>
                    <a:pt x="34" y="22"/>
                  </a:lnTo>
                  <a:lnTo>
                    <a:pt x="33" y="16"/>
                  </a:lnTo>
                  <a:lnTo>
                    <a:pt x="21" y="8"/>
                  </a:lnTo>
                  <a:lnTo>
                    <a:pt x="2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1" y="6"/>
                  </a:lnTo>
                  <a:lnTo>
                    <a:pt x="22" y="6"/>
                  </a:lnTo>
                  <a:lnTo>
                    <a:pt x="34" y="15"/>
                  </a:lnTo>
                  <a:lnTo>
                    <a:pt x="34" y="16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4" y="24"/>
                  </a:lnTo>
                  <a:lnTo>
                    <a:pt x="28" y="24"/>
                  </a:lnTo>
                  <a:lnTo>
                    <a:pt x="33" y="27"/>
                  </a:lnTo>
                  <a:lnTo>
                    <a:pt x="33" y="27"/>
                  </a:lnTo>
                  <a:lnTo>
                    <a:pt x="33" y="28"/>
                  </a:lnTo>
                  <a:lnTo>
                    <a:pt x="31" y="36"/>
                  </a:lnTo>
                  <a:lnTo>
                    <a:pt x="30" y="36"/>
                  </a:lnTo>
                  <a:lnTo>
                    <a:pt x="30" y="36"/>
                  </a:lnTo>
                  <a:lnTo>
                    <a:pt x="28" y="36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0" y="3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47" name="Freeform 701">
              <a:extLst>
                <a:ext uri="{FF2B5EF4-FFF2-40B4-BE49-F238E27FC236}">
                  <a16:creationId xmlns:a16="http://schemas.microsoft.com/office/drawing/2014/main" id="{25C8F21F-32E3-B4CD-CB7C-B5C5608B8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6285" y="2273654"/>
              <a:ext cx="86365" cy="44911"/>
            </a:xfrm>
            <a:custGeom>
              <a:avLst/>
              <a:gdLst>
                <a:gd name="T0" fmla="*/ 3 w 25"/>
                <a:gd name="T1" fmla="*/ 0 h 13"/>
                <a:gd name="T2" fmla="*/ 5 w 25"/>
                <a:gd name="T3" fmla="*/ 0 h 13"/>
                <a:gd name="T4" fmla="*/ 6 w 25"/>
                <a:gd name="T5" fmla="*/ 0 h 13"/>
                <a:gd name="T6" fmla="*/ 9 w 25"/>
                <a:gd name="T7" fmla="*/ 0 h 13"/>
                <a:gd name="T8" fmla="*/ 14 w 25"/>
                <a:gd name="T9" fmla="*/ 1 h 13"/>
                <a:gd name="T10" fmla="*/ 15 w 25"/>
                <a:gd name="T11" fmla="*/ 1 h 13"/>
                <a:gd name="T12" fmla="*/ 17 w 25"/>
                <a:gd name="T13" fmla="*/ 1 h 13"/>
                <a:gd name="T14" fmla="*/ 24 w 25"/>
                <a:gd name="T15" fmla="*/ 7 h 13"/>
                <a:gd name="T16" fmla="*/ 25 w 25"/>
                <a:gd name="T17" fmla="*/ 7 h 13"/>
                <a:gd name="T18" fmla="*/ 24 w 25"/>
                <a:gd name="T19" fmla="*/ 7 h 13"/>
                <a:gd name="T20" fmla="*/ 11 w 25"/>
                <a:gd name="T21" fmla="*/ 13 h 13"/>
                <a:gd name="T22" fmla="*/ 11 w 25"/>
                <a:gd name="T23" fmla="*/ 13 h 13"/>
                <a:gd name="T24" fmla="*/ 11 w 25"/>
                <a:gd name="T25" fmla="*/ 13 h 13"/>
                <a:gd name="T26" fmla="*/ 0 w 25"/>
                <a:gd name="T27" fmla="*/ 7 h 13"/>
                <a:gd name="T28" fmla="*/ 0 w 25"/>
                <a:gd name="T29" fmla="*/ 7 h 13"/>
                <a:gd name="T30" fmla="*/ 2 w 25"/>
                <a:gd name="T31" fmla="*/ 0 h 13"/>
                <a:gd name="T32" fmla="*/ 3 w 25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13">
                  <a:moveTo>
                    <a:pt x="3" y="0"/>
                  </a:moveTo>
                  <a:lnTo>
                    <a:pt x="5" y="0"/>
                  </a:lnTo>
                  <a:lnTo>
                    <a:pt x="6" y="0"/>
                  </a:lnTo>
                  <a:lnTo>
                    <a:pt x="9" y="0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24" y="7"/>
                  </a:lnTo>
                  <a:lnTo>
                    <a:pt x="25" y="7"/>
                  </a:lnTo>
                  <a:lnTo>
                    <a:pt x="24" y="7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48" name="Freeform 702">
              <a:extLst>
                <a:ext uri="{FF2B5EF4-FFF2-40B4-BE49-F238E27FC236}">
                  <a16:creationId xmlns:a16="http://schemas.microsoft.com/office/drawing/2014/main" id="{E9CEAFCE-035A-8DAE-9DBF-EFC7074E88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62831" y="2266745"/>
              <a:ext cx="89821" cy="58729"/>
            </a:xfrm>
            <a:custGeom>
              <a:avLst/>
              <a:gdLst>
                <a:gd name="T0" fmla="*/ 4 w 26"/>
                <a:gd name="T1" fmla="*/ 2 h 17"/>
                <a:gd name="T2" fmla="*/ 1 w 26"/>
                <a:gd name="T3" fmla="*/ 9 h 17"/>
                <a:gd name="T4" fmla="*/ 12 w 26"/>
                <a:gd name="T5" fmla="*/ 15 h 17"/>
                <a:gd name="T6" fmla="*/ 25 w 26"/>
                <a:gd name="T7" fmla="*/ 9 h 17"/>
                <a:gd name="T8" fmla="*/ 18 w 26"/>
                <a:gd name="T9" fmla="*/ 5 h 17"/>
                <a:gd name="T10" fmla="*/ 4 w 26"/>
                <a:gd name="T11" fmla="*/ 2 h 17"/>
                <a:gd name="T12" fmla="*/ 4 w 26"/>
                <a:gd name="T13" fmla="*/ 0 h 17"/>
                <a:gd name="T14" fmla="*/ 4 w 26"/>
                <a:gd name="T15" fmla="*/ 0 h 17"/>
                <a:gd name="T16" fmla="*/ 18 w 26"/>
                <a:gd name="T17" fmla="*/ 3 h 17"/>
                <a:gd name="T18" fmla="*/ 18 w 26"/>
                <a:gd name="T19" fmla="*/ 3 h 17"/>
                <a:gd name="T20" fmla="*/ 26 w 26"/>
                <a:gd name="T21" fmla="*/ 8 h 17"/>
                <a:gd name="T22" fmla="*/ 26 w 26"/>
                <a:gd name="T23" fmla="*/ 9 h 17"/>
                <a:gd name="T24" fmla="*/ 26 w 26"/>
                <a:gd name="T25" fmla="*/ 11 h 17"/>
                <a:gd name="T26" fmla="*/ 13 w 26"/>
                <a:gd name="T27" fmla="*/ 17 h 17"/>
                <a:gd name="T28" fmla="*/ 12 w 26"/>
                <a:gd name="T29" fmla="*/ 17 h 17"/>
                <a:gd name="T30" fmla="*/ 12 w 26"/>
                <a:gd name="T31" fmla="*/ 17 h 17"/>
                <a:gd name="T32" fmla="*/ 1 w 26"/>
                <a:gd name="T33" fmla="*/ 11 h 17"/>
                <a:gd name="T34" fmla="*/ 0 w 26"/>
                <a:gd name="T35" fmla="*/ 9 h 17"/>
                <a:gd name="T36" fmla="*/ 0 w 26"/>
                <a:gd name="T37" fmla="*/ 9 h 17"/>
                <a:gd name="T38" fmla="*/ 3 w 26"/>
                <a:gd name="T39" fmla="*/ 2 h 17"/>
                <a:gd name="T40" fmla="*/ 3 w 26"/>
                <a:gd name="T41" fmla="*/ 0 h 17"/>
                <a:gd name="T42" fmla="*/ 4 w 26"/>
                <a:gd name="T4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" h="17">
                  <a:moveTo>
                    <a:pt x="4" y="2"/>
                  </a:moveTo>
                  <a:lnTo>
                    <a:pt x="1" y="9"/>
                  </a:lnTo>
                  <a:lnTo>
                    <a:pt x="12" y="15"/>
                  </a:lnTo>
                  <a:lnTo>
                    <a:pt x="25" y="9"/>
                  </a:lnTo>
                  <a:lnTo>
                    <a:pt x="18" y="5"/>
                  </a:lnTo>
                  <a:lnTo>
                    <a:pt x="4" y="2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18" y="3"/>
                  </a:lnTo>
                  <a:lnTo>
                    <a:pt x="18" y="3"/>
                  </a:lnTo>
                  <a:lnTo>
                    <a:pt x="26" y="8"/>
                  </a:lnTo>
                  <a:lnTo>
                    <a:pt x="26" y="9"/>
                  </a:lnTo>
                  <a:lnTo>
                    <a:pt x="26" y="11"/>
                  </a:lnTo>
                  <a:lnTo>
                    <a:pt x="13" y="17"/>
                  </a:lnTo>
                  <a:lnTo>
                    <a:pt x="12" y="17"/>
                  </a:lnTo>
                  <a:lnTo>
                    <a:pt x="12" y="17"/>
                  </a:lnTo>
                  <a:lnTo>
                    <a:pt x="1" y="11"/>
                  </a:lnTo>
                  <a:lnTo>
                    <a:pt x="0" y="9"/>
                  </a:lnTo>
                  <a:lnTo>
                    <a:pt x="0" y="9"/>
                  </a:lnTo>
                  <a:lnTo>
                    <a:pt x="3" y="2"/>
                  </a:lnTo>
                  <a:lnTo>
                    <a:pt x="3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49" name="Freeform 703">
              <a:extLst>
                <a:ext uri="{FF2B5EF4-FFF2-40B4-BE49-F238E27FC236}">
                  <a16:creationId xmlns:a16="http://schemas.microsoft.com/office/drawing/2014/main" id="{F70E0BAE-D1D2-B62B-9E8E-9E1661A2F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4471" y="2104378"/>
              <a:ext cx="69092" cy="72546"/>
            </a:xfrm>
            <a:custGeom>
              <a:avLst/>
              <a:gdLst>
                <a:gd name="T0" fmla="*/ 0 w 20"/>
                <a:gd name="T1" fmla="*/ 0 h 21"/>
                <a:gd name="T2" fmla="*/ 2 w 20"/>
                <a:gd name="T3" fmla="*/ 0 h 21"/>
                <a:gd name="T4" fmla="*/ 5 w 20"/>
                <a:gd name="T5" fmla="*/ 0 h 21"/>
                <a:gd name="T6" fmla="*/ 8 w 20"/>
                <a:gd name="T7" fmla="*/ 0 h 21"/>
                <a:gd name="T8" fmla="*/ 11 w 20"/>
                <a:gd name="T9" fmla="*/ 0 h 21"/>
                <a:gd name="T10" fmla="*/ 12 w 20"/>
                <a:gd name="T11" fmla="*/ 0 h 21"/>
                <a:gd name="T12" fmla="*/ 14 w 20"/>
                <a:gd name="T13" fmla="*/ 0 h 21"/>
                <a:gd name="T14" fmla="*/ 14 w 20"/>
                <a:gd name="T15" fmla="*/ 1 h 21"/>
                <a:gd name="T16" fmla="*/ 14 w 20"/>
                <a:gd name="T17" fmla="*/ 1 h 21"/>
                <a:gd name="T18" fmla="*/ 11 w 20"/>
                <a:gd name="T19" fmla="*/ 7 h 21"/>
                <a:gd name="T20" fmla="*/ 14 w 20"/>
                <a:gd name="T21" fmla="*/ 12 h 21"/>
                <a:gd name="T22" fmla="*/ 18 w 20"/>
                <a:gd name="T23" fmla="*/ 10 h 21"/>
                <a:gd name="T24" fmla="*/ 18 w 20"/>
                <a:gd name="T25" fmla="*/ 10 h 21"/>
                <a:gd name="T26" fmla="*/ 20 w 20"/>
                <a:gd name="T27" fmla="*/ 10 h 21"/>
                <a:gd name="T28" fmla="*/ 20 w 20"/>
                <a:gd name="T29" fmla="*/ 10 h 21"/>
                <a:gd name="T30" fmla="*/ 18 w 20"/>
                <a:gd name="T31" fmla="*/ 21 h 21"/>
                <a:gd name="T32" fmla="*/ 18 w 20"/>
                <a:gd name="T33" fmla="*/ 21 h 21"/>
                <a:gd name="T34" fmla="*/ 17 w 20"/>
                <a:gd name="T35" fmla="*/ 21 h 21"/>
                <a:gd name="T36" fmla="*/ 17 w 20"/>
                <a:gd name="T37" fmla="*/ 21 h 21"/>
                <a:gd name="T38" fmla="*/ 0 w 20"/>
                <a:gd name="T39" fmla="*/ 13 h 21"/>
                <a:gd name="T40" fmla="*/ 0 w 20"/>
                <a:gd name="T41" fmla="*/ 13 h 21"/>
                <a:gd name="T42" fmla="*/ 0 w 20"/>
                <a:gd name="T43" fmla="*/ 0 h 21"/>
                <a:gd name="T44" fmla="*/ 0 w 20"/>
                <a:gd name="T45" fmla="*/ 0 h 21"/>
                <a:gd name="T46" fmla="*/ 0 w 20"/>
                <a:gd name="T4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1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11" y="7"/>
                  </a:lnTo>
                  <a:lnTo>
                    <a:pt x="14" y="12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18" y="21"/>
                  </a:lnTo>
                  <a:lnTo>
                    <a:pt x="18" y="21"/>
                  </a:lnTo>
                  <a:lnTo>
                    <a:pt x="17" y="21"/>
                  </a:lnTo>
                  <a:lnTo>
                    <a:pt x="17" y="21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50" name="Freeform 705">
              <a:extLst>
                <a:ext uri="{FF2B5EF4-FFF2-40B4-BE49-F238E27FC236}">
                  <a16:creationId xmlns:a16="http://schemas.microsoft.com/office/drawing/2014/main" id="{F5F9C52C-585A-35C5-2319-096F6336C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471" y="1603457"/>
              <a:ext cx="31092" cy="55273"/>
            </a:xfrm>
            <a:custGeom>
              <a:avLst/>
              <a:gdLst>
                <a:gd name="T0" fmla="*/ 6 w 9"/>
                <a:gd name="T1" fmla="*/ 0 h 16"/>
                <a:gd name="T2" fmla="*/ 6 w 9"/>
                <a:gd name="T3" fmla="*/ 0 h 16"/>
                <a:gd name="T4" fmla="*/ 9 w 9"/>
                <a:gd name="T5" fmla="*/ 3 h 16"/>
                <a:gd name="T6" fmla="*/ 9 w 9"/>
                <a:gd name="T7" fmla="*/ 3 h 16"/>
                <a:gd name="T8" fmla="*/ 7 w 9"/>
                <a:gd name="T9" fmla="*/ 12 h 16"/>
                <a:gd name="T10" fmla="*/ 7 w 9"/>
                <a:gd name="T11" fmla="*/ 13 h 16"/>
                <a:gd name="T12" fmla="*/ 1 w 9"/>
                <a:gd name="T13" fmla="*/ 16 h 16"/>
                <a:gd name="T14" fmla="*/ 0 w 9"/>
                <a:gd name="T15" fmla="*/ 16 h 16"/>
                <a:gd name="T16" fmla="*/ 0 w 9"/>
                <a:gd name="T17" fmla="*/ 16 h 16"/>
                <a:gd name="T18" fmla="*/ 0 w 9"/>
                <a:gd name="T19" fmla="*/ 16 h 16"/>
                <a:gd name="T20" fmla="*/ 4 w 9"/>
                <a:gd name="T21" fmla="*/ 0 h 16"/>
                <a:gd name="T22" fmla="*/ 4 w 9"/>
                <a:gd name="T23" fmla="*/ 0 h 16"/>
                <a:gd name="T24" fmla="*/ 6 w 9"/>
                <a:gd name="T2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6">
                  <a:moveTo>
                    <a:pt x="6" y="0"/>
                  </a:moveTo>
                  <a:lnTo>
                    <a:pt x="6" y="0"/>
                  </a:lnTo>
                  <a:lnTo>
                    <a:pt x="9" y="3"/>
                  </a:lnTo>
                  <a:lnTo>
                    <a:pt x="9" y="3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1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0"/>
                  </a:lnTo>
                  <a:lnTo>
                    <a:pt x="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51" name="Freeform 706">
              <a:extLst>
                <a:ext uri="{FF2B5EF4-FFF2-40B4-BE49-F238E27FC236}">
                  <a16:creationId xmlns:a16="http://schemas.microsoft.com/office/drawing/2014/main" id="{6AD56246-85DD-B843-4A16-1222A0C6B6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42471" y="1596546"/>
              <a:ext cx="31092" cy="69092"/>
            </a:xfrm>
            <a:custGeom>
              <a:avLst/>
              <a:gdLst>
                <a:gd name="T0" fmla="*/ 6 w 9"/>
                <a:gd name="T1" fmla="*/ 2 h 20"/>
                <a:gd name="T2" fmla="*/ 0 w 9"/>
                <a:gd name="T3" fmla="*/ 18 h 20"/>
                <a:gd name="T4" fmla="*/ 6 w 9"/>
                <a:gd name="T5" fmla="*/ 14 h 20"/>
                <a:gd name="T6" fmla="*/ 7 w 9"/>
                <a:gd name="T7" fmla="*/ 5 h 20"/>
                <a:gd name="T8" fmla="*/ 6 w 9"/>
                <a:gd name="T9" fmla="*/ 2 h 20"/>
                <a:gd name="T10" fmla="*/ 6 w 9"/>
                <a:gd name="T11" fmla="*/ 0 h 20"/>
                <a:gd name="T12" fmla="*/ 6 w 9"/>
                <a:gd name="T13" fmla="*/ 2 h 20"/>
                <a:gd name="T14" fmla="*/ 9 w 9"/>
                <a:gd name="T15" fmla="*/ 5 h 20"/>
                <a:gd name="T16" fmla="*/ 9 w 9"/>
                <a:gd name="T17" fmla="*/ 6 h 20"/>
                <a:gd name="T18" fmla="*/ 7 w 9"/>
                <a:gd name="T19" fmla="*/ 14 h 20"/>
                <a:gd name="T20" fmla="*/ 7 w 9"/>
                <a:gd name="T21" fmla="*/ 15 h 20"/>
                <a:gd name="T22" fmla="*/ 1 w 9"/>
                <a:gd name="T23" fmla="*/ 20 h 20"/>
                <a:gd name="T24" fmla="*/ 0 w 9"/>
                <a:gd name="T25" fmla="*/ 20 h 20"/>
                <a:gd name="T26" fmla="*/ 0 w 9"/>
                <a:gd name="T27" fmla="*/ 20 h 20"/>
                <a:gd name="T28" fmla="*/ 0 w 9"/>
                <a:gd name="T29" fmla="*/ 18 h 20"/>
                <a:gd name="T30" fmla="*/ 0 w 9"/>
                <a:gd name="T31" fmla="*/ 18 h 20"/>
                <a:gd name="T32" fmla="*/ 4 w 9"/>
                <a:gd name="T33" fmla="*/ 2 h 20"/>
                <a:gd name="T34" fmla="*/ 4 w 9"/>
                <a:gd name="T35" fmla="*/ 0 h 20"/>
                <a:gd name="T36" fmla="*/ 6 w 9"/>
                <a:gd name="T3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" h="20">
                  <a:moveTo>
                    <a:pt x="6" y="2"/>
                  </a:moveTo>
                  <a:lnTo>
                    <a:pt x="0" y="18"/>
                  </a:lnTo>
                  <a:lnTo>
                    <a:pt x="6" y="14"/>
                  </a:lnTo>
                  <a:lnTo>
                    <a:pt x="7" y="5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6" y="2"/>
                  </a:lnTo>
                  <a:lnTo>
                    <a:pt x="9" y="5"/>
                  </a:lnTo>
                  <a:lnTo>
                    <a:pt x="9" y="6"/>
                  </a:lnTo>
                  <a:lnTo>
                    <a:pt x="7" y="14"/>
                  </a:lnTo>
                  <a:lnTo>
                    <a:pt x="7" y="15"/>
                  </a:lnTo>
                  <a:lnTo>
                    <a:pt x="1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4" y="2"/>
                  </a:lnTo>
                  <a:lnTo>
                    <a:pt x="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52" name="Freeform 707">
              <a:extLst>
                <a:ext uri="{FF2B5EF4-FFF2-40B4-BE49-F238E27FC236}">
                  <a16:creationId xmlns:a16="http://schemas.microsoft.com/office/drawing/2014/main" id="{37B1364A-5642-57A9-7F5C-68895CE7B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7372" y="2422203"/>
              <a:ext cx="124367" cy="72546"/>
            </a:xfrm>
            <a:custGeom>
              <a:avLst/>
              <a:gdLst>
                <a:gd name="T0" fmla="*/ 8 w 36"/>
                <a:gd name="T1" fmla="*/ 0 h 21"/>
                <a:gd name="T2" fmla="*/ 8 w 36"/>
                <a:gd name="T3" fmla="*/ 0 h 21"/>
                <a:gd name="T4" fmla="*/ 34 w 36"/>
                <a:gd name="T5" fmla="*/ 12 h 21"/>
                <a:gd name="T6" fmla="*/ 36 w 36"/>
                <a:gd name="T7" fmla="*/ 13 h 21"/>
                <a:gd name="T8" fmla="*/ 34 w 36"/>
                <a:gd name="T9" fmla="*/ 13 h 21"/>
                <a:gd name="T10" fmla="*/ 18 w 36"/>
                <a:gd name="T11" fmla="*/ 19 h 21"/>
                <a:gd name="T12" fmla="*/ 17 w 36"/>
                <a:gd name="T13" fmla="*/ 21 h 21"/>
                <a:gd name="T14" fmla="*/ 17 w 36"/>
                <a:gd name="T15" fmla="*/ 19 h 21"/>
                <a:gd name="T16" fmla="*/ 0 w 36"/>
                <a:gd name="T17" fmla="*/ 10 h 21"/>
                <a:gd name="T18" fmla="*/ 0 w 36"/>
                <a:gd name="T19" fmla="*/ 10 h 21"/>
                <a:gd name="T20" fmla="*/ 0 w 36"/>
                <a:gd name="T21" fmla="*/ 9 h 21"/>
                <a:gd name="T22" fmla="*/ 8 w 36"/>
                <a:gd name="T23" fmla="*/ 0 h 21"/>
                <a:gd name="T24" fmla="*/ 8 w 36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21">
                  <a:moveTo>
                    <a:pt x="8" y="0"/>
                  </a:moveTo>
                  <a:lnTo>
                    <a:pt x="8" y="0"/>
                  </a:lnTo>
                  <a:lnTo>
                    <a:pt x="34" y="12"/>
                  </a:lnTo>
                  <a:lnTo>
                    <a:pt x="36" y="13"/>
                  </a:lnTo>
                  <a:lnTo>
                    <a:pt x="34" y="13"/>
                  </a:lnTo>
                  <a:lnTo>
                    <a:pt x="18" y="19"/>
                  </a:lnTo>
                  <a:lnTo>
                    <a:pt x="17" y="21"/>
                  </a:lnTo>
                  <a:lnTo>
                    <a:pt x="17" y="1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53" name="Freeform 708">
              <a:extLst>
                <a:ext uri="{FF2B5EF4-FFF2-40B4-BE49-F238E27FC236}">
                  <a16:creationId xmlns:a16="http://schemas.microsoft.com/office/drawing/2014/main" id="{880AE184-7913-0030-3D3F-86BB9EF19C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03917" y="2422203"/>
              <a:ext cx="127821" cy="72546"/>
            </a:xfrm>
            <a:custGeom>
              <a:avLst/>
              <a:gdLst>
                <a:gd name="T0" fmla="*/ 9 w 37"/>
                <a:gd name="T1" fmla="*/ 1 h 21"/>
                <a:gd name="T2" fmla="*/ 1 w 37"/>
                <a:gd name="T3" fmla="*/ 10 h 21"/>
                <a:gd name="T4" fmla="*/ 18 w 37"/>
                <a:gd name="T5" fmla="*/ 19 h 21"/>
                <a:gd name="T6" fmla="*/ 35 w 37"/>
                <a:gd name="T7" fmla="*/ 13 h 21"/>
                <a:gd name="T8" fmla="*/ 9 w 37"/>
                <a:gd name="T9" fmla="*/ 1 h 21"/>
                <a:gd name="T10" fmla="*/ 9 w 37"/>
                <a:gd name="T11" fmla="*/ 0 h 21"/>
                <a:gd name="T12" fmla="*/ 10 w 37"/>
                <a:gd name="T13" fmla="*/ 0 h 21"/>
                <a:gd name="T14" fmla="*/ 35 w 37"/>
                <a:gd name="T15" fmla="*/ 12 h 21"/>
                <a:gd name="T16" fmla="*/ 37 w 37"/>
                <a:gd name="T17" fmla="*/ 12 h 21"/>
                <a:gd name="T18" fmla="*/ 37 w 37"/>
                <a:gd name="T19" fmla="*/ 13 h 21"/>
                <a:gd name="T20" fmla="*/ 37 w 37"/>
                <a:gd name="T21" fmla="*/ 13 h 21"/>
                <a:gd name="T22" fmla="*/ 35 w 37"/>
                <a:gd name="T23" fmla="*/ 13 h 21"/>
                <a:gd name="T24" fmla="*/ 19 w 37"/>
                <a:gd name="T25" fmla="*/ 21 h 21"/>
                <a:gd name="T26" fmla="*/ 18 w 37"/>
                <a:gd name="T27" fmla="*/ 21 h 21"/>
                <a:gd name="T28" fmla="*/ 18 w 37"/>
                <a:gd name="T29" fmla="*/ 21 h 21"/>
                <a:gd name="T30" fmla="*/ 1 w 37"/>
                <a:gd name="T31" fmla="*/ 12 h 21"/>
                <a:gd name="T32" fmla="*/ 0 w 37"/>
                <a:gd name="T33" fmla="*/ 10 h 21"/>
                <a:gd name="T34" fmla="*/ 0 w 37"/>
                <a:gd name="T35" fmla="*/ 9 h 21"/>
                <a:gd name="T36" fmla="*/ 7 w 37"/>
                <a:gd name="T37" fmla="*/ 0 h 21"/>
                <a:gd name="T38" fmla="*/ 9 w 37"/>
                <a:gd name="T3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7" h="21">
                  <a:moveTo>
                    <a:pt x="9" y="1"/>
                  </a:moveTo>
                  <a:lnTo>
                    <a:pt x="1" y="10"/>
                  </a:lnTo>
                  <a:lnTo>
                    <a:pt x="18" y="19"/>
                  </a:lnTo>
                  <a:lnTo>
                    <a:pt x="35" y="13"/>
                  </a:lnTo>
                  <a:lnTo>
                    <a:pt x="9" y="1"/>
                  </a:lnTo>
                  <a:close/>
                  <a:moveTo>
                    <a:pt x="9" y="0"/>
                  </a:moveTo>
                  <a:lnTo>
                    <a:pt x="10" y="0"/>
                  </a:lnTo>
                  <a:lnTo>
                    <a:pt x="35" y="12"/>
                  </a:lnTo>
                  <a:lnTo>
                    <a:pt x="37" y="12"/>
                  </a:lnTo>
                  <a:lnTo>
                    <a:pt x="37" y="13"/>
                  </a:lnTo>
                  <a:lnTo>
                    <a:pt x="37" y="13"/>
                  </a:lnTo>
                  <a:lnTo>
                    <a:pt x="35" y="13"/>
                  </a:lnTo>
                  <a:lnTo>
                    <a:pt x="19" y="21"/>
                  </a:lnTo>
                  <a:lnTo>
                    <a:pt x="18" y="21"/>
                  </a:lnTo>
                  <a:lnTo>
                    <a:pt x="18" y="21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9"/>
                  </a:lnTo>
                  <a:lnTo>
                    <a:pt x="7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54" name="Freeform 709">
              <a:extLst>
                <a:ext uri="{FF2B5EF4-FFF2-40B4-BE49-F238E27FC236}">
                  <a16:creationId xmlns:a16="http://schemas.microsoft.com/office/drawing/2014/main" id="{34083248-63BD-7900-2130-F87CA29E7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5374" y="2484386"/>
              <a:ext cx="127821" cy="55273"/>
            </a:xfrm>
            <a:custGeom>
              <a:avLst/>
              <a:gdLst>
                <a:gd name="T0" fmla="*/ 17 w 37"/>
                <a:gd name="T1" fmla="*/ 0 h 16"/>
                <a:gd name="T2" fmla="*/ 35 w 37"/>
                <a:gd name="T3" fmla="*/ 7 h 16"/>
                <a:gd name="T4" fmla="*/ 37 w 37"/>
                <a:gd name="T5" fmla="*/ 7 h 16"/>
                <a:gd name="T6" fmla="*/ 35 w 37"/>
                <a:gd name="T7" fmla="*/ 9 h 16"/>
                <a:gd name="T8" fmla="*/ 32 w 37"/>
                <a:gd name="T9" fmla="*/ 10 h 16"/>
                <a:gd name="T10" fmla="*/ 35 w 37"/>
                <a:gd name="T11" fmla="*/ 15 h 16"/>
                <a:gd name="T12" fmla="*/ 37 w 37"/>
                <a:gd name="T13" fmla="*/ 16 h 16"/>
                <a:gd name="T14" fmla="*/ 35 w 37"/>
                <a:gd name="T15" fmla="*/ 16 h 16"/>
                <a:gd name="T16" fmla="*/ 35 w 37"/>
                <a:gd name="T17" fmla="*/ 16 h 16"/>
                <a:gd name="T18" fmla="*/ 34 w 37"/>
                <a:gd name="T19" fmla="*/ 16 h 16"/>
                <a:gd name="T20" fmla="*/ 32 w 37"/>
                <a:gd name="T21" fmla="*/ 16 h 16"/>
                <a:gd name="T22" fmla="*/ 31 w 37"/>
                <a:gd name="T23" fmla="*/ 16 h 16"/>
                <a:gd name="T24" fmla="*/ 31 w 37"/>
                <a:gd name="T25" fmla="*/ 16 h 16"/>
                <a:gd name="T26" fmla="*/ 1 w 37"/>
                <a:gd name="T27" fmla="*/ 4 h 16"/>
                <a:gd name="T28" fmla="*/ 0 w 37"/>
                <a:gd name="T29" fmla="*/ 3 h 16"/>
                <a:gd name="T30" fmla="*/ 1 w 37"/>
                <a:gd name="T31" fmla="*/ 3 h 16"/>
                <a:gd name="T32" fmla="*/ 17 w 37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6">
                  <a:moveTo>
                    <a:pt x="17" y="0"/>
                  </a:moveTo>
                  <a:lnTo>
                    <a:pt x="35" y="7"/>
                  </a:lnTo>
                  <a:lnTo>
                    <a:pt x="37" y="7"/>
                  </a:lnTo>
                  <a:lnTo>
                    <a:pt x="35" y="9"/>
                  </a:lnTo>
                  <a:lnTo>
                    <a:pt x="32" y="10"/>
                  </a:lnTo>
                  <a:lnTo>
                    <a:pt x="35" y="15"/>
                  </a:lnTo>
                  <a:lnTo>
                    <a:pt x="37" y="16"/>
                  </a:lnTo>
                  <a:lnTo>
                    <a:pt x="35" y="16"/>
                  </a:lnTo>
                  <a:lnTo>
                    <a:pt x="35" y="16"/>
                  </a:lnTo>
                  <a:lnTo>
                    <a:pt x="34" y="16"/>
                  </a:lnTo>
                  <a:lnTo>
                    <a:pt x="32" y="16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1" y="4"/>
                  </a:lnTo>
                  <a:lnTo>
                    <a:pt x="0" y="3"/>
                  </a:lnTo>
                  <a:lnTo>
                    <a:pt x="1" y="3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55" name="Freeform 711">
              <a:extLst>
                <a:ext uri="{FF2B5EF4-FFF2-40B4-BE49-F238E27FC236}">
                  <a16:creationId xmlns:a16="http://schemas.microsoft.com/office/drawing/2014/main" id="{DF06BD6A-0C90-4B7F-57DA-FA176D2ED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690" y="1700186"/>
              <a:ext cx="145094" cy="41456"/>
            </a:xfrm>
            <a:custGeom>
              <a:avLst/>
              <a:gdLst>
                <a:gd name="T0" fmla="*/ 24 w 42"/>
                <a:gd name="T1" fmla="*/ 0 h 12"/>
                <a:gd name="T2" fmla="*/ 24 w 42"/>
                <a:gd name="T3" fmla="*/ 0 h 12"/>
                <a:gd name="T4" fmla="*/ 42 w 42"/>
                <a:gd name="T5" fmla="*/ 10 h 12"/>
                <a:gd name="T6" fmla="*/ 42 w 42"/>
                <a:gd name="T7" fmla="*/ 12 h 12"/>
                <a:gd name="T8" fmla="*/ 40 w 42"/>
                <a:gd name="T9" fmla="*/ 12 h 12"/>
                <a:gd name="T10" fmla="*/ 2 w 42"/>
                <a:gd name="T11" fmla="*/ 9 h 12"/>
                <a:gd name="T12" fmla="*/ 0 w 42"/>
                <a:gd name="T13" fmla="*/ 9 h 12"/>
                <a:gd name="T14" fmla="*/ 0 w 42"/>
                <a:gd name="T15" fmla="*/ 7 h 12"/>
                <a:gd name="T16" fmla="*/ 24 w 42"/>
                <a:gd name="T17" fmla="*/ 0 h 12"/>
                <a:gd name="T18" fmla="*/ 24 w 42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12">
                  <a:moveTo>
                    <a:pt x="24" y="0"/>
                  </a:moveTo>
                  <a:lnTo>
                    <a:pt x="24" y="0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40" y="12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7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</p:grpSp>
      <p:grpSp>
        <p:nvGrpSpPr>
          <p:cNvPr id="597" name="CARIBBEAN">
            <a:extLst>
              <a:ext uri="{FF2B5EF4-FFF2-40B4-BE49-F238E27FC236}">
                <a16:creationId xmlns:a16="http://schemas.microsoft.com/office/drawing/2014/main" id="{96E31516-9021-0C8B-BFC3-713E4BE50B4B}"/>
              </a:ext>
            </a:extLst>
          </p:cNvPr>
          <p:cNvGrpSpPr/>
          <p:nvPr userDrawn="1"/>
        </p:nvGrpSpPr>
        <p:grpSpPr>
          <a:xfrm>
            <a:off x="3344221" y="3795487"/>
            <a:ext cx="687125" cy="382953"/>
            <a:chOff x="3507575" y="3934400"/>
            <a:chExt cx="646335" cy="360220"/>
          </a:xfrm>
          <a:solidFill>
            <a:srgbClr val="C74755"/>
          </a:solidFill>
        </p:grpSpPr>
        <p:sp>
          <p:nvSpPr>
            <p:cNvPr id="709" name="PUERTO RICO">
              <a:extLst>
                <a:ext uri="{FF2B5EF4-FFF2-40B4-BE49-F238E27FC236}">
                  <a16:creationId xmlns:a16="http://schemas.microsoft.com/office/drawing/2014/main" id="{1F98731C-8FE1-B116-1DED-08E34949C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005" y="4175232"/>
              <a:ext cx="43225" cy="18526"/>
            </a:xfrm>
            <a:custGeom>
              <a:avLst/>
              <a:gdLst>
                <a:gd name="T0" fmla="*/ 3 w 21"/>
                <a:gd name="T1" fmla="*/ 0 h 9"/>
                <a:gd name="T2" fmla="*/ 3 w 21"/>
                <a:gd name="T3" fmla="*/ 0 h 9"/>
                <a:gd name="T4" fmla="*/ 6 w 21"/>
                <a:gd name="T5" fmla="*/ 0 h 9"/>
                <a:gd name="T6" fmla="*/ 10 w 21"/>
                <a:gd name="T7" fmla="*/ 0 h 9"/>
                <a:gd name="T8" fmla="*/ 15 w 21"/>
                <a:gd name="T9" fmla="*/ 0 h 9"/>
                <a:gd name="T10" fmla="*/ 18 w 21"/>
                <a:gd name="T11" fmla="*/ 0 h 9"/>
                <a:gd name="T12" fmla="*/ 19 w 21"/>
                <a:gd name="T13" fmla="*/ 0 h 9"/>
                <a:gd name="T14" fmla="*/ 19 w 21"/>
                <a:gd name="T15" fmla="*/ 1 h 9"/>
                <a:gd name="T16" fmla="*/ 21 w 21"/>
                <a:gd name="T17" fmla="*/ 4 h 9"/>
                <a:gd name="T18" fmla="*/ 21 w 21"/>
                <a:gd name="T19" fmla="*/ 6 h 9"/>
                <a:gd name="T20" fmla="*/ 13 w 21"/>
                <a:gd name="T21" fmla="*/ 9 h 9"/>
                <a:gd name="T22" fmla="*/ 13 w 21"/>
                <a:gd name="T23" fmla="*/ 9 h 9"/>
                <a:gd name="T24" fmla="*/ 3 w 21"/>
                <a:gd name="T25" fmla="*/ 9 h 9"/>
                <a:gd name="T26" fmla="*/ 3 w 21"/>
                <a:gd name="T27" fmla="*/ 9 h 9"/>
                <a:gd name="T28" fmla="*/ 0 w 21"/>
                <a:gd name="T29" fmla="*/ 4 h 9"/>
                <a:gd name="T30" fmla="*/ 0 w 21"/>
                <a:gd name="T31" fmla="*/ 4 h 9"/>
                <a:gd name="T32" fmla="*/ 1 w 21"/>
                <a:gd name="T33" fmla="*/ 0 h 9"/>
                <a:gd name="T34" fmla="*/ 3 w 21"/>
                <a:gd name="T3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" h="9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1" y="4"/>
                  </a:lnTo>
                  <a:lnTo>
                    <a:pt x="21" y="6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grpSp>
          <p:nvGrpSpPr>
            <p:cNvPr id="710" name="CUBA">
              <a:extLst>
                <a:ext uri="{FF2B5EF4-FFF2-40B4-BE49-F238E27FC236}">
                  <a16:creationId xmlns:a16="http://schemas.microsoft.com/office/drawing/2014/main" id="{DC845372-E42C-E4F2-EA43-CF250FAA7AFB}"/>
                </a:ext>
              </a:extLst>
            </p:cNvPr>
            <p:cNvGrpSpPr/>
            <p:nvPr userDrawn="1"/>
          </p:nvGrpSpPr>
          <p:grpSpPr>
            <a:xfrm>
              <a:off x="3507575" y="4041436"/>
              <a:ext cx="286116" cy="100861"/>
              <a:chOff x="7830037" y="6315566"/>
              <a:chExt cx="480193" cy="169276"/>
            </a:xfrm>
            <a:grpFill/>
          </p:grpSpPr>
          <p:sp>
            <p:nvSpPr>
              <p:cNvPr id="732" name="CUBA">
                <a:extLst>
                  <a:ext uri="{FF2B5EF4-FFF2-40B4-BE49-F238E27FC236}">
                    <a16:creationId xmlns:a16="http://schemas.microsoft.com/office/drawing/2014/main" id="{BD1C4BB4-9F9E-9124-86D1-E070D53C5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0037" y="6315566"/>
                <a:ext cx="480193" cy="169276"/>
              </a:xfrm>
              <a:custGeom>
                <a:avLst/>
                <a:gdLst>
                  <a:gd name="T0" fmla="*/ 42 w 139"/>
                  <a:gd name="T1" fmla="*/ 0 h 49"/>
                  <a:gd name="T2" fmla="*/ 61 w 139"/>
                  <a:gd name="T3" fmla="*/ 3 h 49"/>
                  <a:gd name="T4" fmla="*/ 71 w 139"/>
                  <a:gd name="T5" fmla="*/ 12 h 49"/>
                  <a:gd name="T6" fmla="*/ 82 w 139"/>
                  <a:gd name="T7" fmla="*/ 12 h 49"/>
                  <a:gd name="T8" fmla="*/ 89 w 139"/>
                  <a:gd name="T9" fmla="*/ 17 h 49"/>
                  <a:gd name="T10" fmla="*/ 99 w 139"/>
                  <a:gd name="T11" fmla="*/ 22 h 49"/>
                  <a:gd name="T12" fmla="*/ 107 w 139"/>
                  <a:gd name="T13" fmla="*/ 26 h 49"/>
                  <a:gd name="T14" fmla="*/ 120 w 139"/>
                  <a:gd name="T15" fmla="*/ 29 h 49"/>
                  <a:gd name="T16" fmla="*/ 120 w 139"/>
                  <a:gd name="T17" fmla="*/ 29 h 49"/>
                  <a:gd name="T18" fmla="*/ 120 w 139"/>
                  <a:gd name="T19" fmla="*/ 35 h 49"/>
                  <a:gd name="T20" fmla="*/ 131 w 139"/>
                  <a:gd name="T21" fmla="*/ 35 h 49"/>
                  <a:gd name="T22" fmla="*/ 139 w 139"/>
                  <a:gd name="T23" fmla="*/ 41 h 49"/>
                  <a:gd name="T24" fmla="*/ 139 w 139"/>
                  <a:gd name="T25" fmla="*/ 43 h 49"/>
                  <a:gd name="T26" fmla="*/ 139 w 139"/>
                  <a:gd name="T27" fmla="*/ 43 h 49"/>
                  <a:gd name="T28" fmla="*/ 125 w 139"/>
                  <a:gd name="T29" fmla="*/ 47 h 49"/>
                  <a:gd name="T30" fmla="*/ 125 w 139"/>
                  <a:gd name="T31" fmla="*/ 49 h 49"/>
                  <a:gd name="T32" fmla="*/ 95 w 139"/>
                  <a:gd name="T33" fmla="*/ 49 h 49"/>
                  <a:gd name="T34" fmla="*/ 92 w 139"/>
                  <a:gd name="T35" fmla="*/ 47 h 49"/>
                  <a:gd name="T36" fmla="*/ 92 w 139"/>
                  <a:gd name="T37" fmla="*/ 47 h 49"/>
                  <a:gd name="T38" fmla="*/ 92 w 139"/>
                  <a:gd name="T39" fmla="*/ 46 h 49"/>
                  <a:gd name="T40" fmla="*/ 99 w 139"/>
                  <a:gd name="T41" fmla="*/ 40 h 49"/>
                  <a:gd name="T42" fmla="*/ 88 w 139"/>
                  <a:gd name="T43" fmla="*/ 37 h 49"/>
                  <a:gd name="T44" fmla="*/ 88 w 139"/>
                  <a:gd name="T45" fmla="*/ 37 h 49"/>
                  <a:gd name="T46" fmla="*/ 80 w 139"/>
                  <a:gd name="T47" fmla="*/ 25 h 49"/>
                  <a:gd name="T48" fmla="*/ 64 w 139"/>
                  <a:gd name="T49" fmla="*/ 23 h 49"/>
                  <a:gd name="T50" fmla="*/ 55 w 139"/>
                  <a:gd name="T51" fmla="*/ 17 h 49"/>
                  <a:gd name="T52" fmla="*/ 37 w 139"/>
                  <a:gd name="T53" fmla="*/ 16 h 49"/>
                  <a:gd name="T54" fmla="*/ 37 w 139"/>
                  <a:gd name="T55" fmla="*/ 16 h 49"/>
                  <a:gd name="T56" fmla="*/ 34 w 139"/>
                  <a:gd name="T57" fmla="*/ 13 h 49"/>
                  <a:gd name="T58" fmla="*/ 34 w 139"/>
                  <a:gd name="T59" fmla="*/ 13 h 49"/>
                  <a:gd name="T60" fmla="*/ 36 w 139"/>
                  <a:gd name="T61" fmla="*/ 12 h 49"/>
                  <a:gd name="T62" fmla="*/ 39 w 139"/>
                  <a:gd name="T63" fmla="*/ 10 h 49"/>
                  <a:gd name="T64" fmla="*/ 37 w 139"/>
                  <a:gd name="T65" fmla="*/ 10 h 49"/>
                  <a:gd name="T66" fmla="*/ 28 w 139"/>
                  <a:gd name="T67" fmla="*/ 10 h 49"/>
                  <a:gd name="T68" fmla="*/ 22 w 139"/>
                  <a:gd name="T69" fmla="*/ 15 h 49"/>
                  <a:gd name="T70" fmla="*/ 13 w 139"/>
                  <a:gd name="T71" fmla="*/ 16 h 49"/>
                  <a:gd name="T72" fmla="*/ 6 w 139"/>
                  <a:gd name="T73" fmla="*/ 22 h 49"/>
                  <a:gd name="T74" fmla="*/ 5 w 139"/>
                  <a:gd name="T75" fmla="*/ 22 h 49"/>
                  <a:gd name="T76" fmla="*/ 5 w 139"/>
                  <a:gd name="T77" fmla="*/ 22 h 49"/>
                  <a:gd name="T78" fmla="*/ 0 w 139"/>
                  <a:gd name="T79" fmla="*/ 20 h 49"/>
                  <a:gd name="T80" fmla="*/ 0 w 139"/>
                  <a:gd name="T81" fmla="*/ 19 h 49"/>
                  <a:gd name="T82" fmla="*/ 0 w 139"/>
                  <a:gd name="T83" fmla="*/ 19 h 49"/>
                  <a:gd name="T84" fmla="*/ 5 w 139"/>
                  <a:gd name="T85" fmla="*/ 17 h 49"/>
                  <a:gd name="T86" fmla="*/ 6 w 139"/>
                  <a:gd name="T87" fmla="*/ 10 h 49"/>
                  <a:gd name="T88" fmla="*/ 6 w 139"/>
                  <a:gd name="T89" fmla="*/ 10 h 49"/>
                  <a:gd name="T90" fmla="*/ 13 w 139"/>
                  <a:gd name="T91" fmla="*/ 6 h 49"/>
                  <a:gd name="T92" fmla="*/ 31 w 139"/>
                  <a:gd name="T93" fmla="*/ 0 h 49"/>
                  <a:gd name="T94" fmla="*/ 42 w 139"/>
                  <a:gd name="T9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9" h="49">
                    <a:moveTo>
                      <a:pt x="42" y="0"/>
                    </a:moveTo>
                    <a:lnTo>
                      <a:pt x="61" y="3"/>
                    </a:lnTo>
                    <a:lnTo>
                      <a:pt x="71" y="12"/>
                    </a:lnTo>
                    <a:lnTo>
                      <a:pt x="82" y="12"/>
                    </a:lnTo>
                    <a:lnTo>
                      <a:pt x="89" y="17"/>
                    </a:lnTo>
                    <a:lnTo>
                      <a:pt x="99" y="22"/>
                    </a:lnTo>
                    <a:lnTo>
                      <a:pt x="107" y="26"/>
                    </a:lnTo>
                    <a:lnTo>
                      <a:pt x="120" y="29"/>
                    </a:lnTo>
                    <a:lnTo>
                      <a:pt x="120" y="29"/>
                    </a:lnTo>
                    <a:lnTo>
                      <a:pt x="120" y="35"/>
                    </a:lnTo>
                    <a:lnTo>
                      <a:pt x="131" y="35"/>
                    </a:lnTo>
                    <a:lnTo>
                      <a:pt x="139" y="41"/>
                    </a:lnTo>
                    <a:lnTo>
                      <a:pt x="139" y="43"/>
                    </a:lnTo>
                    <a:lnTo>
                      <a:pt x="139" y="43"/>
                    </a:lnTo>
                    <a:lnTo>
                      <a:pt x="125" y="47"/>
                    </a:lnTo>
                    <a:lnTo>
                      <a:pt x="125" y="49"/>
                    </a:lnTo>
                    <a:lnTo>
                      <a:pt x="95" y="49"/>
                    </a:lnTo>
                    <a:lnTo>
                      <a:pt x="92" y="47"/>
                    </a:lnTo>
                    <a:lnTo>
                      <a:pt x="92" y="47"/>
                    </a:lnTo>
                    <a:lnTo>
                      <a:pt x="92" y="46"/>
                    </a:lnTo>
                    <a:lnTo>
                      <a:pt x="99" y="40"/>
                    </a:lnTo>
                    <a:lnTo>
                      <a:pt x="88" y="37"/>
                    </a:lnTo>
                    <a:lnTo>
                      <a:pt x="88" y="37"/>
                    </a:lnTo>
                    <a:lnTo>
                      <a:pt x="80" y="25"/>
                    </a:lnTo>
                    <a:lnTo>
                      <a:pt x="64" y="23"/>
                    </a:lnTo>
                    <a:lnTo>
                      <a:pt x="55" y="17"/>
                    </a:lnTo>
                    <a:lnTo>
                      <a:pt x="37" y="16"/>
                    </a:lnTo>
                    <a:lnTo>
                      <a:pt x="37" y="16"/>
                    </a:lnTo>
                    <a:lnTo>
                      <a:pt x="34" y="13"/>
                    </a:lnTo>
                    <a:lnTo>
                      <a:pt x="34" y="13"/>
                    </a:lnTo>
                    <a:lnTo>
                      <a:pt x="36" y="12"/>
                    </a:lnTo>
                    <a:lnTo>
                      <a:pt x="39" y="10"/>
                    </a:lnTo>
                    <a:lnTo>
                      <a:pt x="37" y="10"/>
                    </a:lnTo>
                    <a:lnTo>
                      <a:pt x="28" y="10"/>
                    </a:lnTo>
                    <a:lnTo>
                      <a:pt x="22" y="15"/>
                    </a:lnTo>
                    <a:lnTo>
                      <a:pt x="13" y="16"/>
                    </a:lnTo>
                    <a:lnTo>
                      <a:pt x="6" y="22"/>
                    </a:lnTo>
                    <a:lnTo>
                      <a:pt x="5" y="22"/>
                    </a:lnTo>
                    <a:lnTo>
                      <a:pt x="5" y="22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5" y="17"/>
                    </a:lnTo>
                    <a:lnTo>
                      <a:pt x="6" y="10"/>
                    </a:lnTo>
                    <a:lnTo>
                      <a:pt x="6" y="10"/>
                    </a:lnTo>
                    <a:lnTo>
                      <a:pt x="13" y="6"/>
                    </a:lnTo>
                    <a:lnTo>
                      <a:pt x="31" y="0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33" name="CUBA">
                <a:extLst>
                  <a:ext uri="{FF2B5EF4-FFF2-40B4-BE49-F238E27FC236}">
                    <a16:creationId xmlns:a16="http://schemas.microsoft.com/office/drawing/2014/main" id="{FE8371EF-2190-76DA-DE0E-2CDEFCF41A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6408" y="6350113"/>
                <a:ext cx="51819" cy="31093"/>
              </a:xfrm>
              <a:custGeom>
                <a:avLst/>
                <a:gdLst>
                  <a:gd name="T0" fmla="*/ 0 w 15"/>
                  <a:gd name="T1" fmla="*/ 0 h 9"/>
                  <a:gd name="T2" fmla="*/ 0 w 15"/>
                  <a:gd name="T3" fmla="*/ 0 h 9"/>
                  <a:gd name="T4" fmla="*/ 9 w 15"/>
                  <a:gd name="T5" fmla="*/ 3 h 9"/>
                  <a:gd name="T6" fmla="*/ 13 w 15"/>
                  <a:gd name="T7" fmla="*/ 6 h 9"/>
                  <a:gd name="T8" fmla="*/ 15 w 15"/>
                  <a:gd name="T9" fmla="*/ 6 h 9"/>
                  <a:gd name="T10" fmla="*/ 15 w 15"/>
                  <a:gd name="T11" fmla="*/ 9 h 9"/>
                  <a:gd name="T12" fmla="*/ 13 w 15"/>
                  <a:gd name="T13" fmla="*/ 9 h 9"/>
                  <a:gd name="T14" fmla="*/ 12 w 15"/>
                  <a:gd name="T15" fmla="*/ 9 h 9"/>
                  <a:gd name="T16" fmla="*/ 0 w 15"/>
                  <a:gd name="T17" fmla="*/ 0 h 9"/>
                  <a:gd name="T18" fmla="*/ 0 w 15"/>
                  <a:gd name="T19" fmla="*/ 0 h 9"/>
                  <a:gd name="T20" fmla="*/ 0 w 15"/>
                  <a:gd name="T2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" h="9">
                    <a:moveTo>
                      <a:pt x="0" y="0"/>
                    </a:moveTo>
                    <a:lnTo>
                      <a:pt x="0" y="0"/>
                    </a:lnTo>
                    <a:lnTo>
                      <a:pt x="9" y="3"/>
                    </a:lnTo>
                    <a:lnTo>
                      <a:pt x="13" y="6"/>
                    </a:lnTo>
                    <a:lnTo>
                      <a:pt x="15" y="6"/>
                    </a:lnTo>
                    <a:lnTo>
                      <a:pt x="15" y="9"/>
                    </a:lnTo>
                    <a:lnTo>
                      <a:pt x="13" y="9"/>
                    </a:lnTo>
                    <a:lnTo>
                      <a:pt x="12" y="9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34" name="CUBA">
                <a:extLst>
                  <a:ext uri="{FF2B5EF4-FFF2-40B4-BE49-F238E27FC236}">
                    <a16:creationId xmlns:a16="http://schemas.microsoft.com/office/drawing/2014/main" id="{8FAD2674-2CCF-E0B2-71CB-2487DA726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02585" y="6381204"/>
                <a:ext cx="24183" cy="24183"/>
              </a:xfrm>
              <a:custGeom>
                <a:avLst/>
                <a:gdLst>
                  <a:gd name="T0" fmla="*/ 3 w 7"/>
                  <a:gd name="T1" fmla="*/ 0 h 7"/>
                  <a:gd name="T2" fmla="*/ 6 w 7"/>
                  <a:gd name="T3" fmla="*/ 0 h 7"/>
                  <a:gd name="T4" fmla="*/ 7 w 7"/>
                  <a:gd name="T5" fmla="*/ 0 h 7"/>
                  <a:gd name="T6" fmla="*/ 7 w 7"/>
                  <a:gd name="T7" fmla="*/ 6 h 7"/>
                  <a:gd name="T8" fmla="*/ 7 w 7"/>
                  <a:gd name="T9" fmla="*/ 6 h 7"/>
                  <a:gd name="T10" fmla="*/ 7 w 7"/>
                  <a:gd name="T11" fmla="*/ 6 h 7"/>
                  <a:gd name="T12" fmla="*/ 6 w 7"/>
                  <a:gd name="T13" fmla="*/ 6 h 7"/>
                  <a:gd name="T14" fmla="*/ 4 w 7"/>
                  <a:gd name="T15" fmla="*/ 7 h 7"/>
                  <a:gd name="T16" fmla="*/ 3 w 7"/>
                  <a:gd name="T17" fmla="*/ 7 h 7"/>
                  <a:gd name="T18" fmla="*/ 1 w 7"/>
                  <a:gd name="T19" fmla="*/ 7 h 7"/>
                  <a:gd name="T20" fmla="*/ 1 w 7"/>
                  <a:gd name="T21" fmla="*/ 7 h 7"/>
                  <a:gd name="T22" fmla="*/ 0 w 7"/>
                  <a:gd name="T23" fmla="*/ 6 h 7"/>
                  <a:gd name="T24" fmla="*/ 3 w 7"/>
                  <a:gd name="T25" fmla="*/ 0 h 7"/>
                  <a:gd name="T26" fmla="*/ 3 w 7"/>
                  <a:gd name="T2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" h="7">
                    <a:moveTo>
                      <a:pt x="3" y="0"/>
                    </a:moveTo>
                    <a:lnTo>
                      <a:pt x="6" y="0"/>
                    </a:lnTo>
                    <a:lnTo>
                      <a:pt x="7" y="0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6" y="6"/>
                    </a:lnTo>
                    <a:lnTo>
                      <a:pt x="4" y="7"/>
                    </a:lnTo>
                    <a:lnTo>
                      <a:pt x="3" y="7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  <p:sp>
          <p:nvSpPr>
            <p:cNvPr id="711" name="DOMINICAN REPUBLIC">
              <a:extLst>
                <a:ext uri="{FF2B5EF4-FFF2-40B4-BE49-F238E27FC236}">
                  <a16:creationId xmlns:a16="http://schemas.microsoft.com/office/drawing/2014/main" id="{063B296D-3A38-8CF5-329F-DCC1EAE80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443" y="4136123"/>
              <a:ext cx="96745" cy="65869"/>
            </a:xfrm>
            <a:custGeom>
              <a:avLst/>
              <a:gdLst>
                <a:gd name="T0" fmla="*/ 15 w 47"/>
                <a:gd name="T1" fmla="*/ 0 h 32"/>
                <a:gd name="T2" fmla="*/ 25 w 47"/>
                <a:gd name="T3" fmla="*/ 3 h 32"/>
                <a:gd name="T4" fmla="*/ 28 w 47"/>
                <a:gd name="T5" fmla="*/ 7 h 32"/>
                <a:gd name="T6" fmla="*/ 36 w 47"/>
                <a:gd name="T7" fmla="*/ 9 h 32"/>
                <a:gd name="T8" fmla="*/ 36 w 47"/>
                <a:gd name="T9" fmla="*/ 9 h 32"/>
                <a:gd name="T10" fmla="*/ 36 w 47"/>
                <a:gd name="T11" fmla="*/ 10 h 32"/>
                <a:gd name="T12" fmla="*/ 33 w 47"/>
                <a:gd name="T13" fmla="*/ 12 h 32"/>
                <a:gd name="T14" fmla="*/ 40 w 47"/>
                <a:gd name="T15" fmla="*/ 13 h 32"/>
                <a:gd name="T16" fmla="*/ 47 w 47"/>
                <a:gd name="T17" fmla="*/ 17 h 32"/>
                <a:gd name="T18" fmla="*/ 47 w 47"/>
                <a:gd name="T19" fmla="*/ 19 h 32"/>
                <a:gd name="T20" fmla="*/ 45 w 47"/>
                <a:gd name="T21" fmla="*/ 23 h 32"/>
                <a:gd name="T22" fmla="*/ 45 w 47"/>
                <a:gd name="T23" fmla="*/ 23 h 32"/>
                <a:gd name="T24" fmla="*/ 43 w 47"/>
                <a:gd name="T25" fmla="*/ 23 h 32"/>
                <a:gd name="T26" fmla="*/ 40 w 47"/>
                <a:gd name="T27" fmla="*/ 23 h 32"/>
                <a:gd name="T28" fmla="*/ 37 w 47"/>
                <a:gd name="T29" fmla="*/ 22 h 32"/>
                <a:gd name="T30" fmla="*/ 34 w 47"/>
                <a:gd name="T31" fmla="*/ 22 h 32"/>
                <a:gd name="T32" fmla="*/ 31 w 47"/>
                <a:gd name="T33" fmla="*/ 22 h 32"/>
                <a:gd name="T34" fmla="*/ 31 w 47"/>
                <a:gd name="T35" fmla="*/ 20 h 32"/>
                <a:gd name="T36" fmla="*/ 18 w 47"/>
                <a:gd name="T37" fmla="*/ 26 h 32"/>
                <a:gd name="T38" fmla="*/ 18 w 47"/>
                <a:gd name="T39" fmla="*/ 26 h 32"/>
                <a:gd name="T40" fmla="*/ 18 w 47"/>
                <a:gd name="T41" fmla="*/ 25 h 32"/>
                <a:gd name="T42" fmla="*/ 15 w 47"/>
                <a:gd name="T43" fmla="*/ 22 h 32"/>
                <a:gd name="T44" fmla="*/ 6 w 47"/>
                <a:gd name="T45" fmla="*/ 32 h 32"/>
                <a:gd name="T46" fmla="*/ 6 w 47"/>
                <a:gd name="T47" fmla="*/ 32 h 32"/>
                <a:gd name="T48" fmla="*/ 6 w 47"/>
                <a:gd name="T49" fmla="*/ 32 h 32"/>
                <a:gd name="T50" fmla="*/ 4 w 47"/>
                <a:gd name="T51" fmla="*/ 32 h 32"/>
                <a:gd name="T52" fmla="*/ 2 w 47"/>
                <a:gd name="T53" fmla="*/ 26 h 32"/>
                <a:gd name="T54" fmla="*/ 0 w 47"/>
                <a:gd name="T55" fmla="*/ 19 h 32"/>
                <a:gd name="T56" fmla="*/ 3 w 47"/>
                <a:gd name="T57" fmla="*/ 10 h 32"/>
                <a:gd name="T58" fmla="*/ 2 w 47"/>
                <a:gd name="T59" fmla="*/ 1 h 32"/>
                <a:gd name="T60" fmla="*/ 2 w 47"/>
                <a:gd name="T61" fmla="*/ 1 h 32"/>
                <a:gd name="T62" fmla="*/ 2 w 47"/>
                <a:gd name="T63" fmla="*/ 1 h 32"/>
                <a:gd name="T64" fmla="*/ 15 w 47"/>
                <a:gd name="T6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" h="32">
                  <a:moveTo>
                    <a:pt x="15" y="0"/>
                  </a:moveTo>
                  <a:lnTo>
                    <a:pt x="25" y="3"/>
                  </a:lnTo>
                  <a:lnTo>
                    <a:pt x="28" y="7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6" y="10"/>
                  </a:lnTo>
                  <a:lnTo>
                    <a:pt x="33" y="12"/>
                  </a:lnTo>
                  <a:lnTo>
                    <a:pt x="40" y="13"/>
                  </a:lnTo>
                  <a:lnTo>
                    <a:pt x="47" y="17"/>
                  </a:lnTo>
                  <a:lnTo>
                    <a:pt x="47" y="19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40" y="23"/>
                  </a:lnTo>
                  <a:lnTo>
                    <a:pt x="37" y="22"/>
                  </a:lnTo>
                  <a:lnTo>
                    <a:pt x="34" y="22"/>
                  </a:lnTo>
                  <a:lnTo>
                    <a:pt x="31" y="22"/>
                  </a:lnTo>
                  <a:lnTo>
                    <a:pt x="31" y="20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8" y="25"/>
                  </a:lnTo>
                  <a:lnTo>
                    <a:pt x="15" y="22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4" y="32"/>
                  </a:lnTo>
                  <a:lnTo>
                    <a:pt x="2" y="26"/>
                  </a:lnTo>
                  <a:lnTo>
                    <a:pt x="0" y="19"/>
                  </a:lnTo>
                  <a:lnTo>
                    <a:pt x="3" y="1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grpSp>
          <p:nvGrpSpPr>
            <p:cNvPr id="712" name="HAITI">
              <a:extLst>
                <a:ext uri="{FF2B5EF4-FFF2-40B4-BE49-F238E27FC236}">
                  <a16:creationId xmlns:a16="http://schemas.microsoft.com/office/drawing/2014/main" id="{00D1274A-218E-0F9C-FE43-FE37D31A8A12}"/>
                </a:ext>
              </a:extLst>
            </p:cNvPr>
            <p:cNvGrpSpPr/>
            <p:nvPr userDrawn="1"/>
          </p:nvGrpSpPr>
          <p:grpSpPr>
            <a:xfrm>
              <a:off x="3787516" y="4129948"/>
              <a:ext cx="76160" cy="59693"/>
              <a:chOff x="8299866" y="6464116"/>
              <a:chExt cx="127821" cy="100184"/>
            </a:xfrm>
            <a:grpFill/>
          </p:grpSpPr>
          <p:sp>
            <p:nvSpPr>
              <p:cNvPr id="727" name="Freeform 417">
                <a:extLst>
                  <a:ext uri="{FF2B5EF4-FFF2-40B4-BE49-F238E27FC236}">
                    <a16:creationId xmlns:a16="http://schemas.microsoft.com/office/drawing/2014/main" id="{7424D1BC-D3DE-4715-0633-A3814D3D4A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51685" y="6519391"/>
                <a:ext cx="20727" cy="13818"/>
              </a:xfrm>
              <a:custGeom>
                <a:avLst/>
                <a:gdLst>
                  <a:gd name="T0" fmla="*/ 0 w 6"/>
                  <a:gd name="T1" fmla="*/ 0 h 4"/>
                  <a:gd name="T2" fmla="*/ 3 w 6"/>
                  <a:gd name="T3" fmla="*/ 0 h 4"/>
                  <a:gd name="T4" fmla="*/ 5 w 6"/>
                  <a:gd name="T5" fmla="*/ 0 h 4"/>
                  <a:gd name="T6" fmla="*/ 6 w 6"/>
                  <a:gd name="T7" fmla="*/ 3 h 4"/>
                  <a:gd name="T8" fmla="*/ 6 w 6"/>
                  <a:gd name="T9" fmla="*/ 4 h 4"/>
                  <a:gd name="T10" fmla="*/ 6 w 6"/>
                  <a:gd name="T11" fmla="*/ 4 h 4"/>
                  <a:gd name="T12" fmla="*/ 6 w 6"/>
                  <a:gd name="T13" fmla="*/ 4 h 4"/>
                  <a:gd name="T14" fmla="*/ 2 w 6"/>
                  <a:gd name="T15" fmla="*/ 3 h 4"/>
                  <a:gd name="T16" fmla="*/ 2 w 6"/>
                  <a:gd name="T17" fmla="*/ 3 h 4"/>
                  <a:gd name="T18" fmla="*/ 0 w 6"/>
                  <a:gd name="T19" fmla="*/ 1 h 4"/>
                  <a:gd name="T20" fmla="*/ 0 w 6"/>
                  <a:gd name="T21" fmla="*/ 0 h 4"/>
                  <a:gd name="T22" fmla="*/ 0 w 6"/>
                  <a:gd name="T2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28" name="Freeform 418">
                <a:extLst>
                  <a:ext uri="{FF2B5EF4-FFF2-40B4-BE49-F238E27FC236}">
                    <a16:creationId xmlns:a16="http://schemas.microsoft.com/office/drawing/2014/main" id="{E73F5663-4A02-45BC-F68F-92539EF463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48231" y="6519391"/>
                <a:ext cx="31093" cy="20727"/>
              </a:xfrm>
              <a:custGeom>
                <a:avLst/>
                <a:gdLst>
                  <a:gd name="T0" fmla="*/ 1 w 9"/>
                  <a:gd name="T1" fmla="*/ 1 h 6"/>
                  <a:gd name="T2" fmla="*/ 3 w 9"/>
                  <a:gd name="T3" fmla="*/ 3 h 6"/>
                  <a:gd name="T4" fmla="*/ 7 w 9"/>
                  <a:gd name="T5" fmla="*/ 4 h 6"/>
                  <a:gd name="T6" fmla="*/ 4 w 9"/>
                  <a:gd name="T7" fmla="*/ 1 h 6"/>
                  <a:gd name="T8" fmla="*/ 1 w 9"/>
                  <a:gd name="T9" fmla="*/ 1 h 6"/>
                  <a:gd name="T10" fmla="*/ 1 w 9"/>
                  <a:gd name="T11" fmla="*/ 0 h 6"/>
                  <a:gd name="T12" fmla="*/ 4 w 9"/>
                  <a:gd name="T13" fmla="*/ 0 h 6"/>
                  <a:gd name="T14" fmla="*/ 6 w 9"/>
                  <a:gd name="T15" fmla="*/ 0 h 6"/>
                  <a:gd name="T16" fmla="*/ 9 w 9"/>
                  <a:gd name="T17" fmla="*/ 3 h 6"/>
                  <a:gd name="T18" fmla="*/ 9 w 9"/>
                  <a:gd name="T19" fmla="*/ 4 h 6"/>
                  <a:gd name="T20" fmla="*/ 9 w 9"/>
                  <a:gd name="T21" fmla="*/ 4 h 6"/>
                  <a:gd name="T22" fmla="*/ 7 w 9"/>
                  <a:gd name="T23" fmla="*/ 6 h 6"/>
                  <a:gd name="T24" fmla="*/ 7 w 9"/>
                  <a:gd name="T25" fmla="*/ 6 h 6"/>
                  <a:gd name="T26" fmla="*/ 3 w 9"/>
                  <a:gd name="T27" fmla="*/ 4 h 6"/>
                  <a:gd name="T28" fmla="*/ 1 w 9"/>
                  <a:gd name="T29" fmla="*/ 3 h 6"/>
                  <a:gd name="T30" fmla="*/ 0 w 9"/>
                  <a:gd name="T31" fmla="*/ 1 h 6"/>
                  <a:gd name="T32" fmla="*/ 0 w 9"/>
                  <a:gd name="T33" fmla="*/ 0 h 6"/>
                  <a:gd name="T34" fmla="*/ 1 w 9"/>
                  <a:gd name="T3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" h="6">
                    <a:moveTo>
                      <a:pt x="1" y="1"/>
                    </a:moveTo>
                    <a:lnTo>
                      <a:pt x="3" y="3"/>
                    </a:lnTo>
                    <a:lnTo>
                      <a:pt x="7" y="4"/>
                    </a:lnTo>
                    <a:lnTo>
                      <a:pt x="4" y="1"/>
                    </a:lnTo>
                    <a:lnTo>
                      <a:pt x="1" y="1"/>
                    </a:lnTo>
                    <a:close/>
                    <a:moveTo>
                      <a:pt x="1" y="0"/>
                    </a:moveTo>
                    <a:lnTo>
                      <a:pt x="4" y="0"/>
                    </a:lnTo>
                    <a:lnTo>
                      <a:pt x="6" y="0"/>
                    </a:lnTo>
                    <a:lnTo>
                      <a:pt x="9" y="3"/>
                    </a:lnTo>
                    <a:lnTo>
                      <a:pt x="9" y="4"/>
                    </a:lnTo>
                    <a:lnTo>
                      <a:pt x="9" y="4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3" y="4"/>
                    </a:lnTo>
                    <a:lnTo>
                      <a:pt x="1" y="3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29" name="Freeform 419">
                <a:extLst>
                  <a:ext uri="{FF2B5EF4-FFF2-40B4-BE49-F238E27FC236}">
                    <a16:creationId xmlns:a16="http://schemas.microsoft.com/office/drawing/2014/main" id="{410FEC7F-D54F-9CEC-CBDE-2FDCF4BE5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8958" y="6467570"/>
                <a:ext cx="13818" cy="10364"/>
              </a:xfrm>
              <a:custGeom>
                <a:avLst/>
                <a:gdLst>
                  <a:gd name="T0" fmla="*/ 1 w 4"/>
                  <a:gd name="T1" fmla="*/ 0 h 3"/>
                  <a:gd name="T2" fmla="*/ 1 w 4"/>
                  <a:gd name="T3" fmla="*/ 0 h 3"/>
                  <a:gd name="T4" fmla="*/ 4 w 4"/>
                  <a:gd name="T5" fmla="*/ 2 h 3"/>
                  <a:gd name="T6" fmla="*/ 4 w 4"/>
                  <a:gd name="T7" fmla="*/ 2 h 3"/>
                  <a:gd name="T8" fmla="*/ 3 w 4"/>
                  <a:gd name="T9" fmla="*/ 3 h 3"/>
                  <a:gd name="T10" fmla="*/ 3 w 4"/>
                  <a:gd name="T11" fmla="*/ 3 h 3"/>
                  <a:gd name="T12" fmla="*/ 0 w 4"/>
                  <a:gd name="T13" fmla="*/ 2 h 3"/>
                  <a:gd name="T14" fmla="*/ 0 w 4"/>
                  <a:gd name="T15" fmla="*/ 2 h 3"/>
                  <a:gd name="T16" fmla="*/ 0 w 4"/>
                  <a:gd name="T17" fmla="*/ 0 h 3"/>
                  <a:gd name="T18" fmla="*/ 1 w 4"/>
                  <a:gd name="T19" fmla="*/ 0 h 3"/>
                  <a:gd name="T20" fmla="*/ 1 w 4"/>
                  <a:gd name="T2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3">
                    <a:moveTo>
                      <a:pt x="1" y="0"/>
                    </a:moveTo>
                    <a:lnTo>
                      <a:pt x="1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30" name="Freeform 420">
                <a:extLst>
                  <a:ext uri="{FF2B5EF4-FFF2-40B4-BE49-F238E27FC236}">
                    <a16:creationId xmlns:a16="http://schemas.microsoft.com/office/drawing/2014/main" id="{72051CC3-2876-CB6A-A862-ED1C62C0CC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68958" y="6464116"/>
                <a:ext cx="13818" cy="13818"/>
              </a:xfrm>
              <a:custGeom>
                <a:avLst/>
                <a:gdLst>
                  <a:gd name="T0" fmla="*/ 1 w 4"/>
                  <a:gd name="T1" fmla="*/ 1 h 4"/>
                  <a:gd name="T2" fmla="*/ 1 w 4"/>
                  <a:gd name="T3" fmla="*/ 3 h 4"/>
                  <a:gd name="T4" fmla="*/ 3 w 4"/>
                  <a:gd name="T5" fmla="*/ 3 h 4"/>
                  <a:gd name="T6" fmla="*/ 1 w 4"/>
                  <a:gd name="T7" fmla="*/ 1 h 4"/>
                  <a:gd name="T8" fmla="*/ 1 w 4"/>
                  <a:gd name="T9" fmla="*/ 0 h 4"/>
                  <a:gd name="T10" fmla="*/ 3 w 4"/>
                  <a:gd name="T11" fmla="*/ 0 h 4"/>
                  <a:gd name="T12" fmla="*/ 4 w 4"/>
                  <a:gd name="T13" fmla="*/ 1 h 4"/>
                  <a:gd name="T14" fmla="*/ 4 w 4"/>
                  <a:gd name="T15" fmla="*/ 3 h 4"/>
                  <a:gd name="T16" fmla="*/ 4 w 4"/>
                  <a:gd name="T17" fmla="*/ 4 h 4"/>
                  <a:gd name="T18" fmla="*/ 3 w 4"/>
                  <a:gd name="T19" fmla="*/ 4 h 4"/>
                  <a:gd name="T20" fmla="*/ 3 w 4"/>
                  <a:gd name="T21" fmla="*/ 4 h 4"/>
                  <a:gd name="T22" fmla="*/ 0 w 4"/>
                  <a:gd name="T23" fmla="*/ 4 h 4"/>
                  <a:gd name="T24" fmla="*/ 0 w 4"/>
                  <a:gd name="T25" fmla="*/ 3 h 4"/>
                  <a:gd name="T26" fmla="*/ 0 w 4"/>
                  <a:gd name="T27" fmla="*/ 1 h 4"/>
                  <a:gd name="T28" fmla="*/ 0 w 4"/>
                  <a:gd name="T29" fmla="*/ 1 h 4"/>
                  <a:gd name="T30" fmla="*/ 1 w 4"/>
                  <a:gd name="T3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lnTo>
                      <a:pt x="1" y="3"/>
                    </a:lnTo>
                    <a:lnTo>
                      <a:pt x="3" y="3"/>
                    </a:lnTo>
                    <a:lnTo>
                      <a:pt x="1" y="1"/>
                    </a:lnTo>
                    <a:close/>
                    <a:moveTo>
                      <a:pt x="1" y="0"/>
                    </a:moveTo>
                    <a:lnTo>
                      <a:pt x="3" y="0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31" name="Freeform 421">
                <a:extLst>
                  <a:ext uri="{FF2B5EF4-FFF2-40B4-BE49-F238E27FC236}">
                    <a16:creationId xmlns:a16="http://schemas.microsoft.com/office/drawing/2014/main" id="{33499472-4E78-6705-8666-ABDA8BF9B1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9866" y="6474480"/>
                <a:ext cx="127821" cy="89820"/>
              </a:xfrm>
              <a:custGeom>
                <a:avLst/>
                <a:gdLst>
                  <a:gd name="T0" fmla="*/ 20 w 37"/>
                  <a:gd name="T1" fmla="*/ 0 h 26"/>
                  <a:gd name="T2" fmla="*/ 20 w 37"/>
                  <a:gd name="T3" fmla="*/ 0 h 26"/>
                  <a:gd name="T4" fmla="*/ 29 w 37"/>
                  <a:gd name="T5" fmla="*/ 3 h 26"/>
                  <a:gd name="T6" fmla="*/ 35 w 37"/>
                  <a:gd name="T7" fmla="*/ 1 h 26"/>
                  <a:gd name="T8" fmla="*/ 35 w 37"/>
                  <a:gd name="T9" fmla="*/ 1 h 26"/>
                  <a:gd name="T10" fmla="*/ 35 w 37"/>
                  <a:gd name="T11" fmla="*/ 1 h 26"/>
                  <a:gd name="T12" fmla="*/ 35 w 37"/>
                  <a:gd name="T13" fmla="*/ 1 h 26"/>
                  <a:gd name="T14" fmla="*/ 37 w 37"/>
                  <a:gd name="T15" fmla="*/ 10 h 26"/>
                  <a:gd name="T16" fmla="*/ 35 w 37"/>
                  <a:gd name="T17" fmla="*/ 19 h 26"/>
                  <a:gd name="T18" fmla="*/ 36 w 37"/>
                  <a:gd name="T19" fmla="*/ 26 h 26"/>
                  <a:gd name="T20" fmla="*/ 36 w 37"/>
                  <a:gd name="T21" fmla="*/ 26 h 26"/>
                  <a:gd name="T22" fmla="*/ 35 w 37"/>
                  <a:gd name="T23" fmla="*/ 26 h 26"/>
                  <a:gd name="T24" fmla="*/ 35 w 37"/>
                  <a:gd name="T25" fmla="*/ 26 h 26"/>
                  <a:gd name="T26" fmla="*/ 30 w 37"/>
                  <a:gd name="T27" fmla="*/ 25 h 26"/>
                  <a:gd name="T28" fmla="*/ 23 w 37"/>
                  <a:gd name="T29" fmla="*/ 26 h 26"/>
                  <a:gd name="T30" fmla="*/ 12 w 37"/>
                  <a:gd name="T31" fmla="*/ 23 h 26"/>
                  <a:gd name="T32" fmla="*/ 8 w 37"/>
                  <a:gd name="T33" fmla="*/ 26 h 26"/>
                  <a:gd name="T34" fmla="*/ 8 w 37"/>
                  <a:gd name="T35" fmla="*/ 26 h 26"/>
                  <a:gd name="T36" fmla="*/ 8 w 37"/>
                  <a:gd name="T37" fmla="*/ 26 h 26"/>
                  <a:gd name="T38" fmla="*/ 0 w 37"/>
                  <a:gd name="T39" fmla="*/ 20 h 26"/>
                  <a:gd name="T40" fmla="*/ 0 w 37"/>
                  <a:gd name="T41" fmla="*/ 20 h 26"/>
                  <a:gd name="T42" fmla="*/ 0 w 37"/>
                  <a:gd name="T43" fmla="*/ 19 h 26"/>
                  <a:gd name="T44" fmla="*/ 0 w 37"/>
                  <a:gd name="T45" fmla="*/ 19 h 26"/>
                  <a:gd name="T46" fmla="*/ 2 w 37"/>
                  <a:gd name="T47" fmla="*/ 19 h 26"/>
                  <a:gd name="T48" fmla="*/ 5 w 37"/>
                  <a:gd name="T49" fmla="*/ 19 h 26"/>
                  <a:gd name="T50" fmla="*/ 14 w 37"/>
                  <a:gd name="T51" fmla="*/ 19 h 26"/>
                  <a:gd name="T52" fmla="*/ 23 w 37"/>
                  <a:gd name="T53" fmla="*/ 19 h 26"/>
                  <a:gd name="T54" fmla="*/ 26 w 37"/>
                  <a:gd name="T55" fmla="*/ 19 h 26"/>
                  <a:gd name="T56" fmla="*/ 26 w 37"/>
                  <a:gd name="T57" fmla="*/ 17 h 26"/>
                  <a:gd name="T58" fmla="*/ 21 w 37"/>
                  <a:gd name="T59" fmla="*/ 14 h 26"/>
                  <a:gd name="T60" fmla="*/ 21 w 37"/>
                  <a:gd name="T61" fmla="*/ 14 h 26"/>
                  <a:gd name="T62" fmla="*/ 21 w 37"/>
                  <a:gd name="T63" fmla="*/ 7 h 26"/>
                  <a:gd name="T64" fmla="*/ 14 w 37"/>
                  <a:gd name="T65" fmla="*/ 4 h 26"/>
                  <a:gd name="T66" fmla="*/ 12 w 37"/>
                  <a:gd name="T67" fmla="*/ 3 h 26"/>
                  <a:gd name="T68" fmla="*/ 12 w 37"/>
                  <a:gd name="T69" fmla="*/ 3 h 26"/>
                  <a:gd name="T70" fmla="*/ 20 w 37"/>
                  <a:gd name="T71" fmla="*/ 0 h 26"/>
                  <a:gd name="T72" fmla="*/ 20 w 37"/>
                  <a:gd name="T73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7" h="26">
                    <a:moveTo>
                      <a:pt x="20" y="0"/>
                    </a:moveTo>
                    <a:lnTo>
                      <a:pt x="20" y="0"/>
                    </a:lnTo>
                    <a:lnTo>
                      <a:pt x="29" y="3"/>
                    </a:lnTo>
                    <a:lnTo>
                      <a:pt x="35" y="1"/>
                    </a:lnTo>
                    <a:lnTo>
                      <a:pt x="35" y="1"/>
                    </a:lnTo>
                    <a:lnTo>
                      <a:pt x="35" y="1"/>
                    </a:lnTo>
                    <a:lnTo>
                      <a:pt x="35" y="1"/>
                    </a:lnTo>
                    <a:lnTo>
                      <a:pt x="37" y="10"/>
                    </a:lnTo>
                    <a:lnTo>
                      <a:pt x="35" y="19"/>
                    </a:lnTo>
                    <a:lnTo>
                      <a:pt x="36" y="26"/>
                    </a:lnTo>
                    <a:lnTo>
                      <a:pt x="36" y="26"/>
                    </a:lnTo>
                    <a:lnTo>
                      <a:pt x="35" y="26"/>
                    </a:lnTo>
                    <a:lnTo>
                      <a:pt x="35" y="26"/>
                    </a:lnTo>
                    <a:lnTo>
                      <a:pt x="30" y="25"/>
                    </a:lnTo>
                    <a:lnTo>
                      <a:pt x="23" y="26"/>
                    </a:lnTo>
                    <a:lnTo>
                      <a:pt x="12" y="23"/>
                    </a:lnTo>
                    <a:lnTo>
                      <a:pt x="8" y="26"/>
                    </a:lnTo>
                    <a:lnTo>
                      <a:pt x="8" y="26"/>
                    </a:lnTo>
                    <a:lnTo>
                      <a:pt x="8" y="26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2" y="19"/>
                    </a:lnTo>
                    <a:lnTo>
                      <a:pt x="5" y="19"/>
                    </a:lnTo>
                    <a:lnTo>
                      <a:pt x="14" y="19"/>
                    </a:lnTo>
                    <a:lnTo>
                      <a:pt x="23" y="19"/>
                    </a:lnTo>
                    <a:lnTo>
                      <a:pt x="26" y="19"/>
                    </a:lnTo>
                    <a:lnTo>
                      <a:pt x="26" y="17"/>
                    </a:lnTo>
                    <a:lnTo>
                      <a:pt x="21" y="14"/>
                    </a:lnTo>
                    <a:lnTo>
                      <a:pt x="21" y="14"/>
                    </a:lnTo>
                    <a:lnTo>
                      <a:pt x="21" y="7"/>
                    </a:lnTo>
                    <a:lnTo>
                      <a:pt x="14" y="4"/>
                    </a:lnTo>
                    <a:lnTo>
                      <a:pt x="12" y="3"/>
                    </a:lnTo>
                    <a:lnTo>
                      <a:pt x="12" y="3"/>
                    </a:lnTo>
                    <a:lnTo>
                      <a:pt x="20" y="0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  <p:sp>
          <p:nvSpPr>
            <p:cNvPr id="713" name="JAMAICA">
              <a:extLst>
                <a:ext uri="{FF2B5EF4-FFF2-40B4-BE49-F238E27FC236}">
                  <a16:creationId xmlns:a16="http://schemas.microsoft.com/office/drawing/2014/main" id="{E92A7CA5-A949-F0BE-5B56-F0CA5C2C6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538" y="4175232"/>
              <a:ext cx="59693" cy="24702"/>
            </a:xfrm>
            <a:custGeom>
              <a:avLst/>
              <a:gdLst>
                <a:gd name="T0" fmla="*/ 5 w 29"/>
                <a:gd name="T1" fmla="*/ 0 h 12"/>
                <a:gd name="T2" fmla="*/ 16 w 29"/>
                <a:gd name="T3" fmla="*/ 0 h 12"/>
                <a:gd name="T4" fmla="*/ 26 w 29"/>
                <a:gd name="T5" fmla="*/ 4 h 12"/>
                <a:gd name="T6" fmla="*/ 26 w 29"/>
                <a:gd name="T7" fmla="*/ 4 h 12"/>
                <a:gd name="T8" fmla="*/ 29 w 29"/>
                <a:gd name="T9" fmla="*/ 9 h 12"/>
                <a:gd name="T10" fmla="*/ 29 w 29"/>
                <a:gd name="T11" fmla="*/ 9 h 12"/>
                <a:gd name="T12" fmla="*/ 28 w 29"/>
                <a:gd name="T13" fmla="*/ 9 h 12"/>
                <a:gd name="T14" fmla="*/ 26 w 29"/>
                <a:gd name="T15" fmla="*/ 9 h 12"/>
                <a:gd name="T16" fmla="*/ 25 w 29"/>
                <a:gd name="T17" fmla="*/ 9 h 12"/>
                <a:gd name="T18" fmla="*/ 23 w 29"/>
                <a:gd name="T19" fmla="*/ 9 h 12"/>
                <a:gd name="T20" fmla="*/ 22 w 29"/>
                <a:gd name="T21" fmla="*/ 9 h 12"/>
                <a:gd name="T22" fmla="*/ 16 w 29"/>
                <a:gd name="T23" fmla="*/ 12 h 12"/>
                <a:gd name="T24" fmla="*/ 16 w 29"/>
                <a:gd name="T25" fmla="*/ 12 h 12"/>
                <a:gd name="T26" fmla="*/ 8 w 29"/>
                <a:gd name="T27" fmla="*/ 10 h 12"/>
                <a:gd name="T28" fmla="*/ 0 w 29"/>
                <a:gd name="T29" fmla="*/ 4 h 12"/>
                <a:gd name="T30" fmla="*/ 0 w 29"/>
                <a:gd name="T31" fmla="*/ 3 h 12"/>
                <a:gd name="T32" fmla="*/ 0 w 29"/>
                <a:gd name="T33" fmla="*/ 3 h 12"/>
                <a:gd name="T34" fmla="*/ 5 w 29"/>
                <a:gd name="T3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12">
                  <a:moveTo>
                    <a:pt x="5" y="0"/>
                  </a:moveTo>
                  <a:lnTo>
                    <a:pt x="16" y="0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8" y="9"/>
                  </a:lnTo>
                  <a:lnTo>
                    <a:pt x="26" y="9"/>
                  </a:lnTo>
                  <a:lnTo>
                    <a:pt x="25" y="9"/>
                  </a:lnTo>
                  <a:lnTo>
                    <a:pt x="23" y="9"/>
                  </a:lnTo>
                  <a:lnTo>
                    <a:pt x="22" y="9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8" y="10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grpSp>
          <p:nvGrpSpPr>
            <p:cNvPr id="714" name="THE BAHAMAS">
              <a:extLst>
                <a:ext uri="{FF2B5EF4-FFF2-40B4-BE49-F238E27FC236}">
                  <a16:creationId xmlns:a16="http://schemas.microsoft.com/office/drawing/2014/main" id="{1F258BA4-BE64-D0FA-5C9C-FB58EA9C843F}"/>
                </a:ext>
              </a:extLst>
            </p:cNvPr>
            <p:cNvGrpSpPr/>
            <p:nvPr userDrawn="1"/>
          </p:nvGrpSpPr>
          <p:grpSpPr>
            <a:xfrm>
              <a:off x="3666071" y="3934400"/>
              <a:ext cx="162614" cy="172905"/>
              <a:chOff x="8096043" y="6135926"/>
              <a:chExt cx="272917" cy="290189"/>
            </a:xfrm>
            <a:grpFill/>
          </p:grpSpPr>
          <p:sp>
            <p:nvSpPr>
              <p:cNvPr id="719" name="Freeform 441">
                <a:extLst>
                  <a:ext uri="{FF2B5EF4-FFF2-40B4-BE49-F238E27FC236}">
                    <a16:creationId xmlns:a16="http://schemas.microsoft.com/office/drawing/2014/main" id="{F2B6FE05-7400-4B22-7CE8-D00C0CE53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6043" y="6135926"/>
                <a:ext cx="51819" cy="20727"/>
              </a:xfrm>
              <a:custGeom>
                <a:avLst/>
                <a:gdLst>
                  <a:gd name="T0" fmla="*/ 12 w 15"/>
                  <a:gd name="T1" fmla="*/ 0 h 6"/>
                  <a:gd name="T2" fmla="*/ 12 w 15"/>
                  <a:gd name="T3" fmla="*/ 1 h 6"/>
                  <a:gd name="T4" fmla="*/ 15 w 15"/>
                  <a:gd name="T5" fmla="*/ 3 h 6"/>
                  <a:gd name="T6" fmla="*/ 15 w 15"/>
                  <a:gd name="T7" fmla="*/ 4 h 6"/>
                  <a:gd name="T8" fmla="*/ 13 w 15"/>
                  <a:gd name="T9" fmla="*/ 6 h 6"/>
                  <a:gd name="T10" fmla="*/ 0 w 15"/>
                  <a:gd name="T11" fmla="*/ 3 h 6"/>
                  <a:gd name="T12" fmla="*/ 0 w 15"/>
                  <a:gd name="T13" fmla="*/ 3 h 6"/>
                  <a:gd name="T14" fmla="*/ 0 w 15"/>
                  <a:gd name="T15" fmla="*/ 1 h 6"/>
                  <a:gd name="T16" fmla="*/ 2 w 15"/>
                  <a:gd name="T17" fmla="*/ 1 h 6"/>
                  <a:gd name="T18" fmla="*/ 3 w 15"/>
                  <a:gd name="T19" fmla="*/ 1 h 6"/>
                  <a:gd name="T20" fmla="*/ 6 w 15"/>
                  <a:gd name="T21" fmla="*/ 1 h 6"/>
                  <a:gd name="T22" fmla="*/ 9 w 15"/>
                  <a:gd name="T23" fmla="*/ 1 h 6"/>
                  <a:gd name="T24" fmla="*/ 11 w 15"/>
                  <a:gd name="T25" fmla="*/ 0 h 6"/>
                  <a:gd name="T26" fmla="*/ 12 w 15"/>
                  <a:gd name="T2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" h="6">
                    <a:moveTo>
                      <a:pt x="12" y="0"/>
                    </a:moveTo>
                    <a:lnTo>
                      <a:pt x="12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6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3" y="1"/>
                    </a:lnTo>
                    <a:lnTo>
                      <a:pt x="6" y="1"/>
                    </a:lnTo>
                    <a:lnTo>
                      <a:pt x="9" y="1"/>
                    </a:lnTo>
                    <a:lnTo>
                      <a:pt x="11" y="0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20" name="Freeform 443">
                <a:extLst>
                  <a:ext uri="{FF2B5EF4-FFF2-40B4-BE49-F238E27FC236}">
                    <a16:creationId xmlns:a16="http://schemas.microsoft.com/office/drawing/2014/main" id="{A2005767-8F61-6653-5439-9B988F882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0959" y="6401932"/>
                <a:ext cx="38001" cy="24183"/>
              </a:xfrm>
              <a:custGeom>
                <a:avLst/>
                <a:gdLst>
                  <a:gd name="T0" fmla="*/ 9 w 11"/>
                  <a:gd name="T1" fmla="*/ 0 h 7"/>
                  <a:gd name="T2" fmla="*/ 11 w 11"/>
                  <a:gd name="T3" fmla="*/ 0 h 7"/>
                  <a:gd name="T4" fmla="*/ 11 w 11"/>
                  <a:gd name="T5" fmla="*/ 1 h 7"/>
                  <a:gd name="T6" fmla="*/ 9 w 11"/>
                  <a:gd name="T7" fmla="*/ 4 h 7"/>
                  <a:gd name="T8" fmla="*/ 9 w 11"/>
                  <a:gd name="T9" fmla="*/ 6 h 7"/>
                  <a:gd name="T10" fmla="*/ 2 w 11"/>
                  <a:gd name="T11" fmla="*/ 7 h 7"/>
                  <a:gd name="T12" fmla="*/ 2 w 11"/>
                  <a:gd name="T13" fmla="*/ 7 h 7"/>
                  <a:gd name="T14" fmla="*/ 2 w 11"/>
                  <a:gd name="T15" fmla="*/ 7 h 7"/>
                  <a:gd name="T16" fmla="*/ 0 w 11"/>
                  <a:gd name="T17" fmla="*/ 7 h 7"/>
                  <a:gd name="T18" fmla="*/ 0 w 11"/>
                  <a:gd name="T19" fmla="*/ 4 h 7"/>
                  <a:gd name="T20" fmla="*/ 2 w 11"/>
                  <a:gd name="T21" fmla="*/ 3 h 7"/>
                  <a:gd name="T22" fmla="*/ 9 w 11"/>
                  <a:gd name="T23" fmla="*/ 0 h 7"/>
                  <a:gd name="T24" fmla="*/ 9 w 11"/>
                  <a:gd name="T2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" h="7">
                    <a:moveTo>
                      <a:pt x="9" y="0"/>
                    </a:moveTo>
                    <a:lnTo>
                      <a:pt x="11" y="0"/>
                    </a:lnTo>
                    <a:lnTo>
                      <a:pt x="11" y="1"/>
                    </a:lnTo>
                    <a:lnTo>
                      <a:pt x="9" y="4"/>
                    </a:lnTo>
                    <a:lnTo>
                      <a:pt x="9" y="6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3"/>
                    </a:lnTo>
                    <a:lnTo>
                      <a:pt x="9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21" name="Freeform 445">
                <a:extLst>
                  <a:ext uri="{FF2B5EF4-FFF2-40B4-BE49-F238E27FC236}">
                    <a16:creationId xmlns:a16="http://schemas.microsoft.com/office/drawing/2014/main" id="{0ECCBE92-A59B-7789-51D3-FE32F6457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4229" y="6243021"/>
                <a:ext cx="31093" cy="31093"/>
              </a:xfrm>
              <a:custGeom>
                <a:avLst/>
                <a:gdLst>
                  <a:gd name="T0" fmla="*/ 2 w 9"/>
                  <a:gd name="T1" fmla="*/ 0 h 9"/>
                  <a:gd name="T2" fmla="*/ 2 w 9"/>
                  <a:gd name="T3" fmla="*/ 0 h 9"/>
                  <a:gd name="T4" fmla="*/ 8 w 9"/>
                  <a:gd name="T5" fmla="*/ 6 h 9"/>
                  <a:gd name="T6" fmla="*/ 9 w 9"/>
                  <a:gd name="T7" fmla="*/ 7 h 9"/>
                  <a:gd name="T8" fmla="*/ 9 w 9"/>
                  <a:gd name="T9" fmla="*/ 9 h 9"/>
                  <a:gd name="T10" fmla="*/ 8 w 9"/>
                  <a:gd name="T11" fmla="*/ 9 h 9"/>
                  <a:gd name="T12" fmla="*/ 6 w 9"/>
                  <a:gd name="T13" fmla="*/ 9 h 9"/>
                  <a:gd name="T14" fmla="*/ 5 w 9"/>
                  <a:gd name="T15" fmla="*/ 9 h 9"/>
                  <a:gd name="T16" fmla="*/ 0 w 9"/>
                  <a:gd name="T17" fmla="*/ 0 h 9"/>
                  <a:gd name="T18" fmla="*/ 0 w 9"/>
                  <a:gd name="T19" fmla="*/ 0 h 9"/>
                  <a:gd name="T20" fmla="*/ 2 w 9"/>
                  <a:gd name="T2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9">
                    <a:moveTo>
                      <a:pt x="2" y="0"/>
                    </a:moveTo>
                    <a:lnTo>
                      <a:pt x="2" y="0"/>
                    </a:lnTo>
                    <a:lnTo>
                      <a:pt x="8" y="6"/>
                    </a:lnTo>
                    <a:lnTo>
                      <a:pt x="9" y="7"/>
                    </a:lnTo>
                    <a:lnTo>
                      <a:pt x="9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22" name="Freeform 447">
                <a:extLst>
                  <a:ext uri="{FF2B5EF4-FFF2-40B4-BE49-F238E27FC236}">
                    <a16:creationId xmlns:a16="http://schemas.microsoft.com/office/drawing/2014/main" id="{5C056D7A-B2B9-9768-B547-724B61D22A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10046" y="6218836"/>
                <a:ext cx="13818" cy="27637"/>
              </a:xfrm>
              <a:custGeom>
                <a:avLst/>
                <a:gdLst>
                  <a:gd name="T0" fmla="*/ 3 w 4"/>
                  <a:gd name="T1" fmla="*/ 0 h 8"/>
                  <a:gd name="T2" fmla="*/ 3 w 4"/>
                  <a:gd name="T3" fmla="*/ 0 h 8"/>
                  <a:gd name="T4" fmla="*/ 4 w 4"/>
                  <a:gd name="T5" fmla="*/ 1 h 8"/>
                  <a:gd name="T6" fmla="*/ 4 w 4"/>
                  <a:gd name="T7" fmla="*/ 7 h 8"/>
                  <a:gd name="T8" fmla="*/ 4 w 4"/>
                  <a:gd name="T9" fmla="*/ 8 h 8"/>
                  <a:gd name="T10" fmla="*/ 4 w 4"/>
                  <a:gd name="T11" fmla="*/ 8 h 8"/>
                  <a:gd name="T12" fmla="*/ 3 w 4"/>
                  <a:gd name="T13" fmla="*/ 8 h 8"/>
                  <a:gd name="T14" fmla="*/ 0 w 4"/>
                  <a:gd name="T15" fmla="*/ 5 h 8"/>
                  <a:gd name="T16" fmla="*/ 0 w 4"/>
                  <a:gd name="T17" fmla="*/ 4 h 8"/>
                  <a:gd name="T18" fmla="*/ 3 w 4"/>
                  <a:gd name="T19" fmla="*/ 0 h 8"/>
                  <a:gd name="T20" fmla="*/ 3 w 4"/>
                  <a:gd name="T2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3" y="0"/>
                    </a:lnTo>
                    <a:lnTo>
                      <a:pt x="4" y="1"/>
                    </a:lnTo>
                    <a:lnTo>
                      <a:pt x="4" y="7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3" y="8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23" name="Freeform 449">
                <a:extLst>
                  <a:ext uri="{FF2B5EF4-FFF2-40B4-BE49-F238E27FC236}">
                    <a16:creationId xmlns:a16="http://schemas.microsoft.com/office/drawing/2014/main" id="{2CA18EAB-E71A-32BB-85D5-B0066DE119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0952" y="6263747"/>
                <a:ext cx="17272" cy="31093"/>
              </a:xfrm>
              <a:custGeom>
                <a:avLst/>
                <a:gdLst>
                  <a:gd name="T0" fmla="*/ 5 w 5"/>
                  <a:gd name="T1" fmla="*/ 0 h 9"/>
                  <a:gd name="T2" fmla="*/ 5 w 5"/>
                  <a:gd name="T3" fmla="*/ 0 h 9"/>
                  <a:gd name="T4" fmla="*/ 5 w 5"/>
                  <a:gd name="T5" fmla="*/ 1 h 9"/>
                  <a:gd name="T6" fmla="*/ 5 w 5"/>
                  <a:gd name="T7" fmla="*/ 7 h 9"/>
                  <a:gd name="T8" fmla="*/ 5 w 5"/>
                  <a:gd name="T9" fmla="*/ 9 h 9"/>
                  <a:gd name="T10" fmla="*/ 5 w 5"/>
                  <a:gd name="T11" fmla="*/ 9 h 9"/>
                  <a:gd name="T12" fmla="*/ 3 w 5"/>
                  <a:gd name="T13" fmla="*/ 9 h 9"/>
                  <a:gd name="T14" fmla="*/ 0 w 5"/>
                  <a:gd name="T15" fmla="*/ 4 h 9"/>
                  <a:gd name="T16" fmla="*/ 0 w 5"/>
                  <a:gd name="T17" fmla="*/ 4 h 9"/>
                  <a:gd name="T18" fmla="*/ 3 w 5"/>
                  <a:gd name="T19" fmla="*/ 1 h 9"/>
                  <a:gd name="T20" fmla="*/ 5 w 5"/>
                  <a:gd name="T2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9">
                    <a:moveTo>
                      <a:pt x="5" y="0"/>
                    </a:moveTo>
                    <a:lnTo>
                      <a:pt x="5" y="0"/>
                    </a:lnTo>
                    <a:lnTo>
                      <a:pt x="5" y="1"/>
                    </a:lnTo>
                    <a:lnTo>
                      <a:pt x="5" y="7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3" y="9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3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24" name="Freeform 451">
                <a:extLst>
                  <a:ext uri="{FF2B5EF4-FFF2-40B4-BE49-F238E27FC236}">
                    <a16:creationId xmlns:a16="http://schemas.microsoft.com/office/drawing/2014/main" id="{BE5B649B-52A9-AFF1-94B3-4D74699E9F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16772" y="6218836"/>
                <a:ext cx="31093" cy="44911"/>
              </a:xfrm>
              <a:custGeom>
                <a:avLst/>
                <a:gdLst>
                  <a:gd name="T0" fmla="*/ 3 w 9"/>
                  <a:gd name="T1" fmla="*/ 0 h 13"/>
                  <a:gd name="T2" fmla="*/ 5 w 9"/>
                  <a:gd name="T3" fmla="*/ 0 h 13"/>
                  <a:gd name="T4" fmla="*/ 6 w 9"/>
                  <a:gd name="T5" fmla="*/ 1 h 13"/>
                  <a:gd name="T6" fmla="*/ 9 w 9"/>
                  <a:gd name="T7" fmla="*/ 7 h 13"/>
                  <a:gd name="T8" fmla="*/ 9 w 9"/>
                  <a:gd name="T9" fmla="*/ 7 h 13"/>
                  <a:gd name="T10" fmla="*/ 7 w 9"/>
                  <a:gd name="T11" fmla="*/ 11 h 13"/>
                  <a:gd name="T12" fmla="*/ 7 w 9"/>
                  <a:gd name="T13" fmla="*/ 13 h 13"/>
                  <a:gd name="T14" fmla="*/ 7 w 9"/>
                  <a:gd name="T15" fmla="*/ 13 h 13"/>
                  <a:gd name="T16" fmla="*/ 7 w 9"/>
                  <a:gd name="T17" fmla="*/ 13 h 13"/>
                  <a:gd name="T18" fmla="*/ 2 w 9"/>
                  <a:gd name="T19" fmla="*/ 7 h 13"/>
                  <a:gd name="T20" fmla="*/ 0 w 9"/>
                  <a:gd name="T21" fmla="*/ 7 h 13"/>
                  <a:gd name="T22" fmla="*/ 3 w 9"/>
                  <a:gd name="T23" fmla="*/ 0 h 13"/>
                  <a:gd name="T24" fmla="*/ 3 w 9"/>
                  <a:gd name="T25" fmla="*/ 0 h 13"/>
                  <a:gd name="T26" fmla="*/ 3 w 9"/>
                  <a:gd name="T2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" h="13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9" y="7"/>
                    </a:lnTo>
                    <a:lnTo>
                      <a:pt x="9" y="7"/>
                    </a:lnTo>
                    <a:lnTo>
                      <a:pt x="7" y="11"/>
                    </a:lnTo>
                    <a:lnTo>
                      <a:pt x="7" y="13"/>
                    </a:lnTo>
                    <a:lnTo>
                      <a:pt x="7" y="13"/>
                    </a:lnTo>
                    <a:lnTo>
                      <a:pt x="7" y="13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25" name="Freeform 453">
                <a:extLst>
                  <a:ext uri="{FF2B5EF4-FFF2-40B4-BE49-F238E27FC236}">
                    <a16:creationId xmlns:a16="http://schemas.microsoft.com/office/drawing/2014/main" id="{F2901CD5-D5F9-E231-6785-2584BF146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8591" y="6146290"/>
                <a:ext cx="13818" cy="41457"/>
              </a:xfrm>
              <a:custGeom>
                <a:avLst/>
                <a:gdLst>
                  <a:gd name="T0" fmla="*/ 3 w 4"/>
                  <a:gd name="T1" fmla="*/ 0 h 12"/>
                  <a:gd name="T2" fmla="*/ 3 w 4"/>
                  <a:gd name="T3" fmla="*/ 0 h 12"/>
                  <a:gd name="T4" fmla="*/ 3 w 4"/>
                  <a:gd name="T5" fmla="*/ 1 h 12"/>
                  <a:gd name="T6" fmla="*/ 4 w 4"/>
                  <a:gd name="T7" fmla="*/ 4 h 12"/>
                  <a:gd name="T8" fmla="*/ 3 w 4"/>
                  <a:gd name="T9" fmla="*/ 12 h 12"/>
                  <a:gd name="T10" fmla="*/ 3 w 4"/>
                  <a:gd name="T11" fmla="*/ 12 h 12"/>
                  <a:gd name="T12" fmla="*/ 3 w 4"/>
                  <a:gd name="T13" fmla="*/ 12 h 12"/>
                  <a:gd name="T14" fmla="*/ 1 w 4"/>
                  <a:gd name="T15" fmla="*/ 12 h 12"/>
                  <a:gd name="T16" fmla="*/ 0 w 4"/>
                  <a:gd name="T17" fmla="*/ 6 h 12"/>
                  <a:gd name="T18" fmla="*/ 0 w 4"/>
                  <a:gd name="T19" fmla="*/ 6 h 12"/>
                  <a:gd name="T20" fmla="*/ 1 w 4"/>
                  <a:gd name="T21" fmla="*/ 0 h 12"/>
                  <a:gd name="T22" fmla="*/ 3 w 4"/>
                  <a:gd name="T2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12">
                    <a:moveTo>
                      <a:pt x="3" y="0"/>
                    </a:moveTo>
                    <a:lnTo>
                      <a:pt x="3" y="0"/>
                    </a:lnTo>
                    <a:lnTo>
                      <a:pt x="3" y="1"/>
                    </a:lnTo>
                    <a:lnTo>
                      <a:pt x="4" y="4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1" y="12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26" name="Freeform 455">
                <a:extLst>
                  <a:ext uri="{FF2B5EF4-FFF2-40B4-BE49-F238E27FC236}">
                    <a16:creationId xmlns:a16="http://schemas.microsoft.com/office/drawing/2014/main" id="{95126E0C-F61E-D61B-6CF6-564AF426F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9866" y="6336295"/>
                <a:ext cx="27637" cy="31093"/>
              </a:xfrm>
              <a:custGeom>
                <a:avLst/>
                <a:gdLst>
                  <a:gd name="T0" fmla="*/ 0 w 8"/>
                  <a:gd name="T1" fmla="*/ 0 h 9"/>
                  <a:gd name="T2" fmla="*/ 2 w 8"/>
                  <a:gd name="T3" fmla="*/ 0 h 9"/>
                  <a:gd name="T4" fmla="*/ 3 w 8"/>
                  <a:gd name="T5" fmla="*/ 0 h 9"/>
                  <a:gd name="T6" fmla="*/ 5 w 8"/>
                  <a:gd name="T7" fmla="*/ 0 h 9"/>
                  <a:gd name="T8" fmla="*/ 6 w 8"/>
                  <a:gd name="T9" fmla="*/ 1 h 9"/>
                  <a:gd name="T10" fmla="*/ 8 w 8"/>
                  <a:gd name="T11" fmla="*/ 1 h 9"/>
                  <a:gd name="T12" fmla="*/ 8 w 8"/>
                  <a:gd name="T13" fmla="*/ 1 h 9"/>
                  <a:gd name="T14" fmla="*/ 8 w 8"/>
                  <a:gd name="T15" fmla="*/ 1 h 9"/>
                  <a:gd name="T16" fmla="*/ 5 w 8"/>
                  <a:gd name="T17" fmla="*/ 7 h 9"/>
                  <a:gd name="T18" fmla="*/ 5 w 8"/>
                  <a:gd name="T19" fmla="*/ 9 h 9"/>
                  <a:gd name="T20" fmla="*/ 5 w 8"/>
                  <a:gd name="T21" fmla="*/ 9 h 9"/>
                  <a:gd name="T22" fmla="*/ 3 w 8"/>
                  <a:gd name="T23" fmla="*/ 7 h 9"/>
                  <a:gd name="T24" fmla="*/ 3 w 8"/>
                  <a:gd name="T25" fmla="*/ 4 h 9"/>
                  <a:gd name="T26" fmla="*/ 0 w 8"/>
                  <a:gd name="T27" fmla="*/ 1 h 9"/>
                  <a:gd name="T28" fmla="*/ 0 w 8"/>
                  <a:gd name="T29" fmla="*/ 0 h 9"/>
                  <a:gd name="T30" fmla="*/ 0 w 8"/>
                  <a:gd name="T3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2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8" y="1"/>
                    </a:lnTo>
                    <a:lnTo>
                      <a:pt x="8" y="1"/>
                    </a:lnTo>
                    <a:lnTo>
                      <a:pt x="8" y="1"/>
                    </a:lnTo>
                    <a:lnTo>
                      <a:pt x="5" y="7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3" y="7"/>
                    </a:lnTo>
                    <a:lnTo>
                      <a:pt x="3" y="4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  <p:sp>
          <p:nvSpPr>
            <p:cNvPr id="715" name="USVI">
              <a:extLst>
                <a:ext uri="{FF2B5EF4-FFF2-40B4-BE49-F238E27FC236}">
                  <a16:creationId xmlns:a16="http://schemas.microsoft.com/office/drawing/2014/main" id="{1CF08933-F87E-F8CD-899F-B97670BF7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150" y="4232868"/>
              <a:ext cx="18526" cy="16467"/>
            </a:xfrm>
            <a:custGeom>
              <a:avLst/>
              <a:gdLst>
                <a:gd name="T0" fmla="*/ 6 w 9"/>
                <a:gd name="T1" fmla="*/ 0 h 8"/>
                <a:gd name="T2" fmla="*/ 6 w 9"/>
                <a:gd name="T3" fmla="*/ 0 h 8"/>
                <a:gd name="T4" fmla="*/ 9 w 9"/>
                <a:gd name="T5" fmla="*/ 3 h 8"/>
                <a:gd name="T6" fmla="*/ 9 w 9"/>
                <a:gd name="T7" fmla="*/ 3 h 8"/>
                <a:gd name="T8" fmla="*/ 9 w 9"/>
                <a:gd name="T9" fmla="*/ 5 h 8"/>
                <a:gd name="T10" fmla="*/ 1 w 9"/>
                <a:gd name="T11" fmla="*/ 8 h 8"/>
                <a:gd name="T12" fmla="*/ 1 w 9"/>
                <a:gd name="T13" fmla="*/ 8 h 8"/>
                <a:gd name="T14" fmla="*/ 1 w 9"/>
                <a:gd name="T15" fmla="*/ 8 h 8"/>
                <a:gd name="T16" fmla="*/ 0 w 9"/>
                <a:gd name="T17" fmla="*/ 8 h 8"/>
                <a:gd name="T18" fmla="*/ 0 w 9"/>
                <a:gd name="T19" fmla="*/ 3 h 8"/>
                <a:gd name="T20" fmla="*/ 1 w 9"/>
                <a:gd name="T21" fmla="*/ 2 h 8"/>
                <a:gd name="T22" fmla="*/ 4 w 9"/>
                <a:gd name="T23" fmla="*/ 0 h 8"/>
                <a:gd name="T24" fmla="*/ 6 w 9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8">
                  <a:moveTo>
                    <a:pt x="6" y="0"/>
                  </a:moveTo>
                  <a:lnTo>
                    <a:pt x="6" y="0"/>
                  </a:lnTo>
                  <a:lnTo>
                    <a:pt x="9" y="3"/>
                  </a:lnTo>
                  <a:lnTo>
                    <a:pt x="9" y="3"/>
                  </a:lnTo>
                  <a:lnTo>
                    <a:pt x="9" y="5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3"/>
                  </a:lnTo>
                  <a:lnTo>
                    <a:pt x="1" y="2"/>
                  </a:lnTo>
                  <a:lnTo>
                    <a:pt x="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16" name="BVI">
              <a:extLst>
                <a:ext uri="{FF2B5EF4-FFF2-40B4-BE49-F238E27FC236}">
                  <a16:creationId xmlns:a16="http://schemas.microsoft.com/office/drawing/2014/main" id="{1EB61182-DDEA-DC60-9BBA-55D0AC0C74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7150" y="4230810"/>
              <a:ext cx="18526" cy="20584"/>
            </a:xfrm>
            <a:custGeom>
              <a:avLst/>
              <a:gdLst>
                <a:gd name="T0" fmla="*/ 6 w 9"/>
                <a:gd name="T1" fmla="*/ 1 h 10"/>
                <a:gd name="T2" fmla="*/ 1 w 9"/>
                <a:gd name="T3" fmla="*/ 4 h 10"/>
                <a:gd name="T4" fmla="*/ 1 w 9"/>
                <a:gd name="T5" fmla="*/ 9 h 10"/>
                <a:gd name="T6" fmla="*/ 7 w 9"/>
                <a:gd name="T7" fmla="*/ 4 h 10"/>
                <a:gd name="T8" fmla="*/ 6 w 9"/>
                <a:gd name="T9" fmla="*/ 1 h 10"/>
                <a:gd name="T10" fmla="*/ 6 w 9"/>
                <a:gd name="T11" fmla="*/ 0 h 10"/>
                <a:gd name="T12" fmla="*/ 6 w 9"/>
                <a:gd name="T13" fmla="*/ 1 h 10"/>
                <a:gd name="T14" fmla="*/ 9 w 9"/>
                <a:gd name="T15" fmla="*/ 3 h 10"/>
                <a:gd name="T16" fmla="*/ 9 w 9"/>
                <a:gd name="T17" fmla="*/ 4 h 10"/>
                <a:gd name="T18" fmla="*/ 9 w 9"/>
                <a:gd name="T19" fmla="*/ 6 h 10"/>
                <a:gd name="T20" fmla="*/ 1 w 9"/>
                <a:gd name="T21" fmla="*/ 10 h 10"/>
                <a:gd name="T22" fmla="*/ 1 w 9"/>
                <a:gd name="T23" fmla="*/ 10 h 10"/>
                <a:gd name="T24" fmla="*/ 0 w 9"/>
                <a:gd name="T25" fmla="*/ 10 h 10"/>
                <a:gd name="T26" fmla="*/ 0 w 9"/>
                <a:gd name="T27" fmla="*/ 9 h 10"/>
                <a:gd name="T28" fmla="*/ 0 w 9"/>
                <a:gd name="T29" fmla="*/ 4 h 10"/>
                <a:gd name="T30" fmla="*/ 0 w 9"/>
                <a:gd name="T31" fmla="*/ 3 h 10"/>
                <a:gd name="T32" fmla="*/ 4 w 9"/>
                <a:gd name="T33" fmla="*/ 0 h 10"/>
                <a:gd name="T34" fmla="*/ 6 w 9"/>
                <a:gd name="T3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" h="10">
                  <a:moveTo>
                    <a:pt x="6" y="1"/>
                  </a:moveTo>
                  <a:lnTo>
                    <a:pt x="1" y="4"/>
                  </a:lnTo>
                  <a:lnTo>
                    <a:pt x="1" y="9"/>
                  </a:lnTo>
                  <a:lnTo>
                    <a:pt x="7" y="4"/>
                  </a:lnTo>
                  <a:lnTo>
                    <a:pt x="6" y="1"/>
                  </a:lnTo>
                  <a:close/>
                  <a:moveTo>
                    <a:pt x="6" y="0"/>
                  </a:moveTo>
                  <a:lnTo>
                    <a:pt x="6" y="1"/>
                  </a:lnTo>
                  <a:lnTo>
                    <a:pt x="9" y="3"/>
                  </a:lnTo>
                  <a:lnTo>
                    <a:pt x="9" y="4"/>
                  </a:lnTo>
                  <a:lnTo>
                    <a:pt x="9" y="6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4"/>
                  </a:lnTo>
                  <a:lnTo>
                    <a:pt x="0" y="3"/>
                  </a:lnTo>
                  <a:lnTo>
                    <a:pt x="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17" name="USVI">
              <a:extLst>
                <a:ext uri="{FF2B5EF4-FFF2-40B4-BE49-F238E27FC236}">
                  <a16:creationId xmlns:a16="http://schemas.microsoft.com/office/drawing/2014/main" id="{AD3C5EE1-632C-D6F5-F4BB-F1001F7E3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560" y="4278152"/>
              <a:ext cx="12350" cy="16467"/>
            </a:xfrm>
            <a:custGeom>
              <a:avLst/>
              <a:gdLst>
                <a:gd name="T0" fmla="*/ 2 w 6"/>
                <a:gd name="T1" fmla="*/ 0 h 8"/>
                <a:gd name="T2" fmla="*/ 2 w 6"/>
                <a:gd name="T3" fmla="*/ 0 h 8"/>
                <a:gd name="T4" fmla="*/ 6 w 6"/>
                <a:gd name="T5" fmla="*/ 6 h 8"/>
                <a:gd name="T6" fmla="*/ 6 w 6"/>
                <a:gd name="T7" fmla="*/ 6 h 8"/>
                <a:gd name="T8" fmla="*/ 5 w 6"/>
                <a:gd name="T9" fmla="*/ 8 h 8"/>
                <a:gd name="T10" fmla="*/ 3 w 6"/>
                <a:gd name="T11" fmla="*/ 8 h 8"/>
                <a:gd name="T12" fmla="*/ 3 w 6"/>
                <a:gd name="T13" fmla="*/ 6 h 8"/>
                <a:gd name="T14" fmla="*/ 0 w 6"/>
                <a:gd name="T15" fmla="*/ 0 h 8"/>
                <a:gd name="T16" fmla="*/ 2 w 6"/>
                <a:gd name="T17" fmla="*/ 0 h 8"/>
                <a:gd name="T18" fmla="*/ 2 w 6"/>
                <a:gd name="T1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8">
                  <a:moveTo>
                    <a:pt x="2" y="0"/>
                  </a:moveTo>
                  <a:lnTo>
                    <a:pt x="2" y="0"/>
                  </a:lnTo>
                  <a:lnTo>
                    <a:pt x="6" y="6"/>
                  </a:lnTo>
                  <a:lnTo>
                    <a:pt x="6" y="6"/>
                  </a:lnTo>
                  <a:lnTo>
                    <a:pt x="5" y="8"/>
                  </a:lnTo>
                  <a:lnTo>
                    <a:pt x="3" y="8"/>
                  </a:lnTo>
                  <a:lnTo>
                    <a:pt x="3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718" name="Anguia">
              <a:extLst>
                <a:ext uri="{FF2B5EF4-FFF2-40B4-BE49-F238E27FC236}">
                  <a16:creationId xmlns:a16="http://schemas.microsoft.com/office/drawing/2014/main" id="{68F68BD7-4B91-50D1-4242-0F40542B82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41560" y="4276094"/>
              <a:ext cx="12350" cy="18526"/>
            </a:xfrm>
            <a:custGeom>
              <a:avLst/>
              <a:gdLst>
                <a:gd name="T0" fmla="*/ 2 w 6"/>
                <a:gd name="T1" fmla="*/ 1 h 9"/>
                <a:gd name="T2" fmla="*/ 3 w 6"/>
                <a:gd name="T3" fmla="*/ 7 h 9"/>
                <a:gd name="T4" fmla="*/ 5 w 6"/>
                <a:gd name="T5" fmla="*/ 7 h 9"/>
                <a:gd name="T6" fmla="*/ 2 w 6"/>
                <a:gd name="T7" fmla="*/ 1 h 9"/>
                <a:gd name="T8" fmla="*/ 2 w 6"/>
                <a:gd name="T9" fmla="*/ 0 h 9"/>
                <a:gd name="T10" fmla="*/ 3 w 6"/>
                <a:gd name="T11" fmla="*/ 0 h 9"/>
                <a:gd name="T12" fmla="*/ 6 w 6"/>
                <a:gd name="T13" fmla="*/ 7 h 9"/>
                <a:gd name="T14" fmla="*/ 6 w 6"/>
                <a:gd name="T15" fmla="*/ 9 h 9"/>
                <a:gd name="T16" fmla="*/ 5 w 6"/>
                <a:gd name="T17" fmla="*/ 9 h 9"/>
                <a:gd name="T18" fmla="*/ 3 w 6"/>
                <a:gd name="T19" fmla="*/ 9 h 9"/>
                <a:gd name="T20" fmla="*/ 3 w 6"/>
                <a:gd name="T21" fmla="*/ 9 h 9"/>
                <a:gd name="T22" fmla="*/ 2 w 6"/>
                <a:gd name="T23" fmla="*/ 7 h 9"/>
                <a:gd name="T24" fmla="*/ 0 w 6"/>
                <a:gd name="T25" fmla="*/ 1 h 9"/>
                <a:gd name="T26" fmla="*/ 0 w 6"/>
                <a:gd name="T27" fmla="*/ 1 h 9"/>
                <a:gd name="T28" fmla="*/ 0 w 6"/>
                <a:gd name="T29" fmla="*/ 0 h 9"/>
                <a:gd name="T30" fmla="*/ 2 w 6"/>
                <a:gd name="T3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" h="9">
                  <a:moveTo>
                    <a:pt x="2" y="1"/>
                  </a:moveTo>
                  <a:lnTo>
                    <a:pt x="3" y="7"/>
                  </a:lnTo>
                  <a:lnTo>
                    <a:pt x="5" y="7"/>
                  </a:lnTo>
                  <a:lnTo>
                    <a:pt x="2" y="1"/>
                  </a:lnTo>
                  <a:close/>
                  <a:moveTo>
                    <a:pt x="2" y="0"/>
                  </a:moveTo>
                  <a:lnTo>
                    <a:pt x="3" y="0"/>
                  </a:lnTo>
                  <a:lnTo>
                    <a:pt x="6" y="7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2" y="7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</p:grpSp>
      <p:grpSp>
        <p:nvGrpSpPr>
          <p:cNvPr id="598" name="CENTRAL AMERICA">
            <a:extLst>
              <a:ext uri="{FF2B5EF4-FFF2-40B4-BE49-F238E27FC236}">
                <a16:creationId xmlns:a16="http://schemas.microsoft.com/office/drawing/2014/main" id="{D8DA02AC-5812-1A3C-4437-055393E89703}"/>
              </a:ext>
            </a:extLst>
          </p:cNvPr>
          <p:cNvGrpSpPr/>
          <p:nvPr userDrawn="1"/>
        </p:nvGrpSpPr>
        <p:grpSpPr>
          <a:xfrm>
            <a:off x="2422950" y="3602918"/>
            <a:ext cx="1142288" cy="783408"/>
            <a:chOff x="2640993" y="3753262"/>
            <a:chExt cx="1074479" cy="736903"/>
          </a:xfrm>
          <a:solidFill>
            <a:srgbClr val="C74755"/>
          </a:solidFill>
        </p:grpSpPr>
        <p:grpSp>
          <p:nvGrpSpPr>
            <p:cNvPr id="698" name="CENTRAL AMERICA">
              <a:extLst>
                <a:ext uri="{FF2B5EF4-FFF2-40B4-BE49-F238E27FC236}">
                  <a16:creationId xmlns:a16="http://schemas.microsoft.com/office/drawing/2014/main" id="{0AAA16AC-8F26-8843-03B4-2190EFC034A3}"/>
                </a:ext>
              </a:extLst>
            </p:cNvPr>
            <p:cNvGrpSpPr/>
            <p:nvPr userDrawn="1"/>
          </p:nvGrpSpPr>
          <p:grpSpPr>
            <a:xfrm>
              <a:off x="2640993" y="3753262"/>
              <a:ext cx="1074479" cy="736903"/>
              <a:chOff x="2640993" y="3753262"/>
              <a:chExt cx="1074479" cy="736903"/>
            </a:xfrm>
            <a:grpFill/>
          </p:grpSpPr>
          <p:sp>
            <p:nvSpPr>
              <p:cNvPr id="702" name="BELEZ">
                <a:extLst>
                  <a:ext uri="{FF2B5EF4-FFF2-40B4-BE49-F238E27FC236}">
                    <a16:creationId xmlns:a16="http://schemas.microsoft.com/office/drawing/2014/main" id="{463C660C-4D7E-5407-DBA2-84E982E28AF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3388188" y="4175232"/>
                <a:ext cx="34993" cy="74102"/>
              </a:xfrm>
              <a:custGeom>
                <a:avLst/>
                <a:gdLst>
                  <a:gd name="T0" fmla="*/ 12 w 17"/>
                  <a:gd name="T1" fmla="*/ 0 h 36"/>
                  <a:gd name="T2" fmla="*/ 12 w 17"/>
                  <a:gd name="T3" fmla="*/ 1 h 36"/>
                  <a:gd name="T4" fmla="*/ 17 w 17"/>
                  <a:gd name="T5" fmla="*/ 4 h 36"/>
                  <a:gd name="T6" fmla="*/ 17 w 17"/>
                  <a:gd name="T7" fmla="*/ 4 h 36"/>
                  <a:gd name="T8" fmla="*/ 14 w 17"/>
                  <a:gd name="T9" fmla="*/ 22 h 36"/>
                  <a:gd name="T10" fmla="*/ 6 w 17"/>
                  <a:gd name="T11" fmla="*/ 36 h 36"/>
                  <a:gd name="T12" fmla="*/ 6 w 17"/>
                  <a:gd name="T13" fmla="*/ 36 h 36"/>
                  <a:gd name="T14" fmla="*/ 0 w 17"/>
                  <a:gd name="T15" fmla="*/ 36 h 36"/>
                  <a:gd name="T16" fmla="*/ 0 w 17"/>
                  <a:gd name="T17" fmla="*/ 36 h 36"/>
                  <a:gd name="T18" fmla="*/ 0 w 17"/>
                  <a:gd name="T19" fmla="*/ 36 h 36"/>
                  <a:gd name="T20" fmla="*/ 0 w 17"/>
                  <a:gd name="T21" fmla="*/ 10 h 36"/>
                  <a:gd name="T22" fmla="*/ 2 w 17"/>
                  <a:gd name="T23" fmla="*/ 9 h 36"/>
                  <a:gd name="T24" fmla="*/ 6 w 17"/>
                  <a:gd name="T25" fmla="*/ 7 h 36"/>
                  <a:gd name="T26" fmla="*/ 9 w 17"/>
                  <a:gd name="T27" fmla="*/ 1 h 36"/>
                  <a:gd name="T28" fmla="*/ 9 w 17"/>
                  <a:gd name="T29" fmla="*/ 1 h 36"/>
                  <a:gd name="T30" fmla="*/ 12 w 17"/>
                  <a:gd name="T31" fmla="*/ 1 h 36"/>
                  <a:gd name="T32" fmla="*/ 12 w 17"/>
                  <a:gd name="T3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" h="36">
                    <a:moveTo>
                      <a:pt x="12" y="0"/>
                    </a:moveTo>
                    <a:lnTo>
                      <a:pt x="12" y="1"/>
                    </a:lnTo>
                    <a:lnTo>
                      <a:pt x="17" y="4"/>
                    </a:lnTo>
                    <a:lnTo>
                      <a:pt x="17" y="4"/>
                    </a:lnTo>
                    <a:lnTo>
                      <a:pt x="14" y="22"/>
                    </a:lnTo>
                    <a:lnTo>
                      <a:pt x="6" y="36"/>
                    </a:lnTo>
                    <a:lnTo>
                      <a:pt x="6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2" y="9"/>
                    </a:lnTo>
                    <a:lnTo>
                      <a:pt x="6" y="7"/>
                    </a:lnTo>
                    <a:lnTo>
                      <a:pt x="9" y="1"/>
                    </a:lnTo>
                    <a:lnTo>
                      <a:pt x="9" y="1"/>
                    </a:lnTo>
                    <a:lnTo>
                      <a:pt x="12" y="1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03" name="COSTA RICA">
                <a:extLst>
                  <a:ext uri="{FF2B5EF4-FFF2-40B4-BE49-F238E27FC236}">
                    <a16:creationId xmlns:a16="http://schemas.microsoft.com/office/drawing/2014/main" id="{EE86E0F7-39C1-EB69-64A1-8A654D41C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0815" y="4379013"/>
                <a:ext cx="88511" cy="80276"/>
              </a:xfrm>
              <a:custGeom>
                <a:avLst/>
                <a:gdLst>
                  <a:gd name="T0" fmla="*/ 1 w 43"/>
                  <a:gd name="T1" fmla="*/ 0 h 39"/>
                  <a:gd name="T2" fmla="*/ 3 w 43"/>
                  <a:gd name="T3" fmla="*/ 2 h 39"/>
                  <a:gd name="T4" fmla="*/ 6 w 43"/>
                  <a:gd name="T5" fmla="*/ 2 h 39"/>
                  <a:gd name="T6" fmla="*/ 10 w 43"/>
                  <a:gd name="T7" fmla="*/ 2 h 39"/>
                  <a:gd name="T8" fmla="*/ 13 w 43"/>
                  <a:gd name="T9" fmla="*/ 2 h 39"/>
                  <a:gd name="T10" fmla="*/ 16 w 43"/>
                  <a:gd name="T11" fmla="*/ 2 h 39"/>
                  <a:gd name="T12" fmla="*/ 18 w 43"/>
                  <a:gd name="T13" fmla="*/ 2 h 39"/>
                  <a:gd name="T14" fmla="*/ 22 w 43"/>
                  <a:gd name="T15" fmla="*/ 6 h 39"/>
                  <a:gd name="T16" fmla="*/ 28 w 43"/>
                  <a:gd name="T17" fmla="*/ 3 h 39"/>
                  <a:gd name="T18" fmla="*/ 28 w 43"/>
                  <a:gd name="T19" fmla="*/ 3 h 39"/>
                  <a:gd name="T20" fmla="*/ 29 w 43"/>
                  <a:gd name="T21" fmla="*/ 3 h 39"/>
                  <a:gd name="T22" fmla="*/ 34 w 43"/>
                  <a:gd name="T23" fmla="*/ 14 h 39"/>
                  <a:gd name="T24" fmla="*/ 43 w 43"/>
                  <a:gd name="T25" fmla="*/ 21 h 39"/>
                  <a:gd name="T26" fmla="*/ 43 w 43"/>
                  <a:gd name="T27" fmla="*/ 21 h 39"/>
                  <a:gd name="T28" fmla="*/ 43 w 43"/>
                  <a:gd name="T29" fmla="*/ 21 h 39"/>
                  <a:gd name="T30" fmla="*/ 40 w 43"/>
                  <a:gd name="T31" fmla="*/ 24 h 39"/>
                  <a:gd name="T32" fmla="*/ 40 w 43"/>
                  <a:gd name="T33" fmla="*/ 27 h 39"/>
                  <a:gd name="T34" fmla="*/ 41 w 43"/>
                  <a:gd name="T35" fmla="*/ 27 h 39"/>
                  <a:gd name="T36" fmla="*/ 41 w 43"/>
                  <a:gd name="T37" fmla="*/ 28 h 39"/>
                  <a:gd name="T38" fmla="*/ 38 w 43"/>
                  <a:gd name="T39" fmla="*/ 37 h 39"/>
                  <a:gd name="T40" fmla="*/ 37 w 43"/>
                  <a:gd name="T41" fmla="*/ 39 h 39"/>
                  <a:gd name="T42" fmla="*/ 37 w 43"/>
                  <a:gd name="T43" fmla="*/ 39 h 39"/>
                  <a:gd name="T44" fmla="*/ 37 w 43"/>
                  <a:gd name="T45" fmla="*/ 37 h 39"/>
                  <a:gd name="T46" fmla="*/ 34 w 43"/>
                  <a:gd name="T47" fmla="*/ 36 h 39"/>
                  <a:gd name="T48" fmla="*/ 34 w 43"/>
                  <a:gd name="T49" fmla="*/ 37 h 39"/>
                  <a:gd name="T50" fmla="*/ 34 w 43"/>
                  <a:gd name="T51" fmla="*/ 37 h 39"/>
                  <a:gd name="T52" fmla="*/ 34 w 43"/>
                  <a:gd name="T53" fmla="*/ 37 h 39"/>
                  <a:gd name="T54" fmla="*/ 32 w 43"/>
                  <a:gd name="T55" fmla="*/ 37 h 39"/>
                  <a:gd name="T56" fmla="*/ 28 w 43"/>
                  <a:gd name="T57" fmla="*/ 36 h 39"/>
                  <a:gd name="T58" fmla="*/ 28 w 43"/>
                  <a:gd name="T59" fmla="*/ 34 h 39"/>
                  <a:gd name="T60" fmla="*/ 28 w 43"/>
                  <a:gd name="T61" fmla="*/ 28 h 39"/>
                  <a:gd name="T62" fmla="*/ 18 w 43"/>
                  <a:gd name="T63" fmla="*/ 24 h 39"/>
                  <a:gd name="T64" fmla="*/ 12 w 43"/>
                  <a:gd name="T65" fmla="*/ 15 h 39"/>
                  <a:gd name="T66" fmla="*/ 12 w 43"/>
                  <a:gd name="T67" fmla="*/ 15 h 39"/>
                  <a:gd name="T68" fmla="*/ 12 w 43"/>
                  <a:gd name="T69" fmla="*/ 17 h 39"/>
                  <a:gd name="T70" fmla="*/ 12 w 43"/>
                  <a:gd name="T71" fmla="*/ 17 h 39"/>
                  <a:gd name="T72" fmla="*/ 12 w 43"/>
                  <a:gd name="T73" fmla="*/ 21 h 39"/>
                  <a:gd name="T74" fmla="*/ 12 w 43"/>
                  <a:gd name="T75" fmla="*/ 21 h 39"/>
                  <a:gd name="T76" fmla="*/ 10 w 43"/>
                  <a:gd name="T77" fmla="*/ 21 h 39"/>
                  <a:gd name="T78" fmla="*/ 10 w 43"/>
                  <a:gd name="T79" fmla="*/ 21 h 39"/>
                  <a:gd name="T80" fmla="*/ 3 w 43"/>
                  <a:gd name="T81" fmla="*/ 17 h 39"/>
                  <a:gd name="T82" fmla="*/ 0 w 43"/>
                  <a:gd name="T83" fmla="*/ 11 h 39"/>
                  <a:gd name="T84" fmla="*/ 1 w 43"/>
                  <a:gd name="T85" fmla="*/ 2 h 39"/>
                  <a:gd name="T86" fmla="*/ 1 w 43"/>
                  <a:gd name="T8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3" h="39">
                    <a:moveTo>
                      <a:pt x="1" y="0"/>
                    </a:moveTo>
                    <a:lnTo>
                      <a:pt x="3" y="2"/>
                    </a:lnTo>
                    <a:lnTo>
                      <a:pt x="6" y="2"/>
                    </a:lnTo>
                    <a:lnTo>
                      <a:pt x="10" y="2"/>
                    </a:lnTo>
                    <a:lnTo>
                      <a:pt x="13" y="2"/>
                    </a:lnTo>
                    <a:lnTo>
                      <a:pt x="16" y="2"/>
                    </a:lnTo>
                    <a:lnTo>
                      <a:pt x="18" y="2"/>
                    </a:lnTo>
                    <a:lnTo>
                      <a:pt x="22" y="6"/>
                    </a:lnTo>
                    <a:lnTo>
                      <a:pt x="28" y="3"/>
                    </a:lnTo>
                    <a:lnTo>
                      <a:pt x="28" y="3"/>
                    </a:lnTo>
                    <a:lnTo>
                      <a:pt x="29" y="3"/>
                    </a:lnTo>
                    <a:lnTo>
                      <a:pt x="34" y="14"/>
                    </a:lnTo>
                    <a:lnTo>
                      <a:pt x="43" y="21"/>
                    </a:lnTo>
                    <a:lnTo>
                      <a:pt x="43" y="21"/>
                    </a:lnTo>
                    <a:lnTo>
                      <a:pt x="43" y="21"/>
                    </a:lnTo>
                    <a:lnTo>
                      <a:pt x="40" y="24"/>
                    </a:lnTo>
                    <a:lnTo>
                      <a:pt x="40" y="27"/>
                    </a:lnTo>
                    <a:lnTo>
                      <a:pt x="41" y="27"/>
                    </a:lnTo>
                    <a:lnTo>
                      <a:pt x="41" y="28"/>
                    </a:lnTo>
                    <a:lnTo>
                      <a:pt x="38" y="37"/>
                    </a:lnTo>
                    <a:lnTo>
                      <a:pt x="37" y="39"/>
                    </a:lnTo>
                    <a:lnTo>
                      <a:pt x="37" y="39"/>
                    </a:lnTo>
                    <a:lnTo>
                      <a:pt x="37" y="37"/>
                    </a:lnTo>
                    <a:lnTo>
                      <a:pt x="34" y="36"/>
                    </a:lnTo>
                    <a:lnTo>
                      <a:pt x="34" y="37"/>
                    </a:lnTo>
                    <a:lnTo>
                      <a:pt x="34" y="37"/>
                    </a:lnTo>
                    <a:lnTo>
                      <a:pt x="34" y="37"/>
                    </a:lnTo>
                    <a:lnTo>
                      <a:pt x="32" y="37"/>
                    </a:lnTo>
                    <a:lnTo>
                      <a:pt x="28" y="36"/>
                    </a:lnTo>
                    <a:lnTo>
                      <a:pt x="28" y="34"/>
                    </a:lnTo>
                    <a:lnTo>
                      <a:pt x="28" y="28"/>
                    </a:lnTo>
                    <a:lnTo>
                      <a:pt x="18" y="24"/>
                    </a:lnTo>
                    <a:lnTo>
                      <a:pt x="12" y="15"/>
                    </a:lnTo>
                    <a:lnTo>
                      <a:pt x="12" y="15"/>
                    </a:lnTo>
                    <a:lnTo>
                      <a:pt x="12" y="17"/>
                    </a:lnTo>
                    <a:lnTo>
                      <a:pt x="12" y="17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0" y="21"/>
                    </a:lnTo>
                    <a:lnTo>
                      <a:pt x="10" y="21"/>
                    </a:lnTo>
                    <a:lnTo>
                      <a:pt x="3" y="17"/>
                    </a:lnTo>
                    <a:lnTo>
                      <a:pt x="0" y="11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04" name="EL SALVADOR">
                <a:extLst>
                  <a:ext uri="{FF2B5EF4-FFF2-40B4-BE49-F238E27FC236}">
                    <a16:creationId xmlns:a16="http://schemas.microsoft.com/office/drawing/2014/main" id="{90A85611-883E-8108-3968-6EB374B941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605" y="4290502"/>
                <a:ext cx="63810" cy="37051"/>
              </a:xfrm>
              <a:custGeom>
                <a:avLst/>
                <a:gdLst>
                  <a:gd name="T0" fmla="*/ 9 w 31"/>
                  <a:gd name="T1" fmla="*/ 0 h 18"/>
                  <a:gd name="T2" fmla="*/ 9 w 31"/>
                  <a:gd name="T3" fmla="*/ 0 h 18"/>
                  <a:gd name="T4" fmla="*/ 21 w 31"/>
                  <a:gd name="T5" fmla="*/ 8 h 18"/>
                  <a:gd name="T6" fmla="*/ 28 w 31"/>
                  <a:gd name="T7" fmla="*/ 6 h 18"/>
                  <a:gd name="T8" fmla="*/ 30 w 31"/>
                  <a:gd name="T9" fmla="*/ 8 h 18"/>
                  <a:gd name="T10" fmla="*/ 31 w 31"/>
                  <a:gd name="T11" fmla="*/ 14 h 18"/>
                  <a:gd name="T12" fmla="*/ 31 w 31"/>
                  <a:gd name="T13" fmla="*/ 15 h 18"/>
                  <a:gd name="T14" fmla="*/ 25 w 31"/>
                  <a:gd name="T15" fmla="*/ 18 h 18"/>
                  <a:gd name="T16" fmla="*/ 25 w 31"/>
                  <a:gd name="T17" fmla="*/ 18 h 18"/>
                  <a:gd name="T18" fmla="*/ 18 w 31"/>
                  <a:gd name="T19" fmla="*/ 18 h 18"/>
                  <a:gd name="T20" fmla="*/ 0 w 31"/>
                  <a:gd name="T21" fmla="*/ 11 h 18"/>
                  <a:gd name="T22" fmla="*/ 0 w 31"/>
                  <a:gd name="T23" fmla="*/ 9 h 18"/>
                  <a:gd name="T24" fmla="*/ 0 w 31"/>
                  <a:gd name="T25" fmla="*/ 9 h 18"/>
                  <a:gd name="T26" fmla="*/ 9 w 31"/>
                  <a:gd name="T27" fmla="*/ 0 h 18"/>
                  <a:gd name="T28" fmla="*/ 9 w 31"/>
                  <a:gd name="T2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18">
                    <a:moveTo>
                      <a:pt x="9" y="0"/>
                    </a:moveTo>
                    <a:lnTo>
                      <a:pt x="9" y="0"/>
                    </a:lnTo>
                    <a:lnTo>
                      <a:pt x="21" y="8"/>
                    </a:lnTo>
                    <a:lnTo>
                      <a:pt x="28" y="6"/>
                    </a:lnTo>
                    <a:lnTo>
                      <a:pt x="30" y="8"/>
                    </a:lnTo>
                    <a:lnTo>
                      <a:pt x="31" y="14"/>
                    </a:lnTo>
                    <a:lnTo>
                      <a:pt x="31" y="15"/>
                    </a:lnTo>
                    <a:lnTo>
                      <a:pt x="25" y="18"/>
                    </a:lnTo>
                    <a:lnTo>
                      <a:pt x="25" y="18"/>
                    </a:lnTo>
                    <a:lnTo>
                      <a:pt x="18" y="18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05" name="GUATEMALA">
                <a:extLst>
                  <a:ext uri="{FF2B5EF4-FFF2-40B4-BE49-F238E27FC236}">
                    <a16:creationId xmlns:a16="http://schemas.microsoft.com/office/drawing/2014/main" id="{DFE7A355-4FB7-B4E9-DC66-DE1D152ABD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5852" y="4193758"/>
                <a:ext cx="111152" cy="119387"/>
              </a:xfrm>
              <a:custGeom>
                <a:avLst/>
                <a:gdLst>
                  <a:gd name="T0" fmla="*/ 20 w 54"/>
                  <a:gd name="T1" fmla="*/ 0 h 58"/>
                  <a:gd name="T2" fmla="*/ 42 w 54"/>
                  <a:gd name="T3" fmla="*/ 0 h 58"/>
                  <a:gd name="T4" fmla="*/ 42 w 54"/>
                  <a:gd name="T5" fmla="*/ 0 h 58"/>
                  <a:gd name="T6" fmla="*/ 42 w 54"/>
                  <a:gd name="T7" fmla="*/ 1 h 58"/>
                  <a:gd name="T8" fmla="*/ 42 w 54"/>
                  <a:gd name="T9" fmla="*/ 25 h 58"/>
                  <a:gd name="T10" fmla="*/ 46 w 54"/>
                  <a:gd name="T11" fmla="*/ 25 h 58"/>
                  <a:gd name="T12" fmla="*/ 54 w 54"/>
                  <a:gd name="T13" fmla="*/ 28 h 58"/>
                  <a:gd name="T14" fmla="*/ 54 w 54"/>
                  <a:gd name="T15" fmla="*/ 29 h 58"/>
                  <a:gd name="T16" fmla="*/ 52 w 54"/>
                  <a:gd name="T17" fmla="*/ 32 h 58"/>
                  <a:gd name="T18" fmla="*/ 52 w 54"/>
                  <a:gd name="T19" fmla="*/ 32 h 58"/>
                  <a:gd name="T20" fmla="*/ 42 w 54"/>
                  <a:gd name="T21" fmla="*/ 40 h 58"/>
                  <a:gd name="T22" fmla="*/ 42 w 54"/>
                  <a:gd name="T23" fmla="*/ 44 h 58"/>
                  <a:gd name="T24" fmla="*/ 42 w 54"/>
                  <a:gd name="T25" fmla="*/ 44 h 58"/>
                  <a:gd name="T26" fmla="*/ 39 w 54"/>
                  <a:gd name="T27" fmla="*/ 47 h 58"/>
                  <a:gd name="T28" fmla="*/ 31 w 54"/>
                  <a:gd name="T29" fmla="*/ 58 h 58"/>
                  <a:gd name="T30" fmla="*/ 30 w 54"/>
                  <a:gd name="T31" fmla="*/ 58 h 58"/>
                  <a:gd name="T32" fmla="*/ 14 w 54"/>
                  <a:gd name="T33" fmla="*/ 55 h 58"/>
                  <a:gd name="T34" fmla="*/ 2 w 54"/>
                  <a:gd name="T35" fmla="*/ 46 h 58"/>
                  <a:gd name="T36" fmla="*/ 0 w 54"/>
                  <a:gd name="T37" fmla="*/ 44 h 58"/>
                  <a:gd name="T38" fmla="*/ 3 w 54"/>
                  <a:gd name="T39" fmla="*/ 38 h 58"/>
                  <a:gd name="T40" fmla="*/ 12 w 54"/>
                  <a:gd name="T41" fmla="*/ 25 h 58"/>
                  <a:gd name="T42" fmla="*/ 12 w 54"/>
                  <a:gd name="T43" fmla="*/ 24 h 58"/>
                  <a:gd name="T44" fmla="*/ 22 w 54"/>
                  <a:gd name="T45" fmla="*/ 24 h 58"/>
                  <a:gd name="T46" fmla="*/ 20 w 54"/>
                  <a:gd name="T47" fmla="*/ 16 h 58"/>
                  <a:gd name="T48" fmla="*/ 11 w 54"/>
                  <a:gd name="T49" fmla="*/ 7 h 58"/>
                  <a:gd name="T50" fmla="*/ 11 w 54"/>
                  <a:gd name="T51" fmla="*/ 6 h 58"/>
                  <a:gd name="T52" fmla="*/ 11 w 54"/>
                  <a:gd name="T53" fmla="*/ 6 h 58"/>
                  <a:gd name="T54" fmla="*/ 12 w 54"/>
                  <a:gd name="T55" fmla="*/ 6 h 58"/>
                  <a:gd name="T56" fmla="*/ 14 w 54"/>
                  <a:gd name="T57" fmla="*/ 6 h 58"/>
                  <a:gd name="T58" fmla="*/ 15 w 54"/>
                  <a:gd name="T59" fmla="*/ 6 h 58"/>
                  <a:gd name="T60" fmla="*/ 18 w 54"/>
                  <a:gd name="T61" fmla="*/ 7 h 58"/>
                  <a:gd name="T62" fmla="*/ 18 w 54"/>
                  <a:gd name="T63" fmla="*/ 7 h 58"/>
                  <a:gd name="T64" fmla="*/ 20 w 54"/>
                  <a:gd name="T65" fmla="*/ 1 h 58"/>
                  <a:gd name="T66" fmla="*/ 20 w 54"/>
                  <a:gd name="T6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4" h="58">
                    <a:moveTo>
                      <a:pt x="20" y="0"/>
                    </a:moveTo>
                    <a:lnTo>
                      <a:pt x="42" y="0"/>
                    </a:lnTo>
                    <a:lnTo>
                      <a:pt x="42" y="0"/>
                    </a:lnTo>
                    <a:lnTo>
                      <a:pt x="42" y="1"/>
                    </a:lnTo>
                    <a:lnTo>
                      <a:pt x="42" y="25"/>
                    </a:lnTo>
                    <a:lnTo>
                      <a:pt x="46" y="25"/>
                    </a:lnTo>
                    <a:lnTo>
                      <a:pt x="54" y="28"/>
                    </a:lnTo>
                    <a:lnTo>
                      <a:pt x="54" y="29"/>
                    </a:lnTo>
                    <a:lnTo>
                      <a:pt x="52" y="32"/>
                    </a:lnTo>
                    <a:lnTo>
                      <a:pt x="52" y="32"/>
                    </a:lnTo>
                    <a:lnTo>
                      <a:pt x="42" y="40"/>
                    </a:lnTo>
                    <a:lnTo>
                      <a:pt x="42" y="44"/>
                    </a:lnTo>
                    <a:lnTo>
                      <a:pt x="42" y="44"/>
                    </a:lnTo>
                    <a:lnTo>
                      <a:pt x="39" y="47"/>
                    </a:lnTo>
                    <a:lnTo>
                      <a:pt x="31" y="58"/>
                    </a:lnTo>
                    <a:lnTo>
                      <a:pt x="30" y="58"/>
                    </a:lnTo>
                    <a:lnTo>
                      <a:pt x="14" y="55"/>
                    </a:lnTo>
                    <a:lnTo>
                      <a:pt x="2" y="46"/>
                    </a:lnTo>
                    <a:lnTo>
                      <a:pt x="0" y="44"/>
                    </a:lnTo>
                    <a:lnTo>
                      <a:pt x="3" y="38"/>
                    </a:lnTo>
                    <a:lnTo>
                      <a:pt x="12" y="25"/>
                    </a:lnTo>
                    <a:lnTo>
                      <a:pt x="12" y="24"/>
                    </a:lnTo>
                    <a:lnTo>
                      <a:pt x="22" y="24"/>
                    </a:lnTo>
                    <a:lnTo>
                      <a:pt x="20" y="16"/>
                    </a:lnTo>
                    <a:lnTo>
                      <a:pt x="11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2" y="6"/>
                    </a:lnTo>
                    <a:lnTo>
                      <a:pt x="14" y="6"/>
                    </a:lnTo>
                    <a:lnTo>
                      <a:pt x="15" y="6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20" y="1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06" name="HONDURAS">
                <a:extLst>
                  <a:ext uri="{FF2B5EF4-FFF2-40B4-BE49-F238E27FC236}">
                    <a16:creationId xmlns:a16="http://schemas.microsoft.com/office/drawing/2014/main" id="{7CD38329-6904-B092-8676-4896EDF56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2013" y="4245217"/>
                <a:ext cx="170847" cy="86453"/>
              </a:xfrm>
              <a:custGeom>
                <a:avLst/>
                <a:gdLst>
                  <a:gd name="T0" fmla="*/ 58 w 83"/>
                  <a:gd name="T1" fmla="*/ 0 h 42"/>
                  <a:gd name="T2" fmla="*/ 71 w 83"/>
                  <a:gd name="T3" fmla="*/ 4 h 42"/>
                  <a:gd name="T4" fmla="*/ 82 w 83"/>
                  <a:gd name="T5" fmla="*/ 15 h 42"/>
                  <a:gd name="T6" fmla="*/ 83 w 83"/>
                  <a:gd name="T7" fmla="*/ 15 h 42"/>
                  <a:gd name="T8" fmla="*/ 82 w 83"/>
                  <a:gd name="T9" fmla="*/ 16 h 42"/>
                  <a:gd name="T10" fmla="*/ 68 w 83"/>
                  <a:gd name="T11" fmla="*/ 21 h 42"/>
                  <a:gd name="T12" fmla="*/ 68 w 83"/>
                  <a:gd name="T13" fmla="*/ 21 h 42"/>
                  <a:gd name="T14" fmla="*/ 68 w 83"/>
                  <a:gd name="T15" fmla="*/ 21 h 42"/>
                  <a:gd name="T16" fmla="*/ 63 w 83"/>
                  <a:gd name="T17" fmla="*/ 18 h 42"/>
                  <a:gd name="T18" fmla="*/ 58 w 83"/>
                  <a:gd name="T19" fmla="*/ 24 h 42"/>
                  <a:gd name="T20" fmla="*/ 49 w 83"/>
                  <a:gd name="T21" fmla="*/ 30 h 42"/>
                  <a:gd name="T22" fmla="*/ 49 w 83"/>
                  <a:gd name="T23" fmla="*/ 30 h 42"/>
                  <a:gd name="T24" fmla="*/ 49 w 83"/>
                  <a:gd name="T25" fmla="*/ 30 h 42"/>
                  <a:gd name="T26" fmla="*/ 45 w 83"/>
                  <a:gd name="T27" fmla="*/ 28 h 42"/>
                  <a:gd name="T28" fmla="*/ 43 w 83"/>
                  <a:gd name="T29" fmla="*/ 33 h 42"/>
                  <a:gd name="T30" fmla="*/ 42 w 83"/>
                  <a:gd name="T31" fmla="*/ 33 h 42"/>
                  <a:gd name="T32" fmla="*/ 37 w 83"/>
                  <a:gd name="T33" fmla="*/ 33 h 42"/>
                  <a:gd name="T34" fmla="*/ 37 w 83"/>
                  <a:gd name="T35" fmla="*/ 37 h 42"/>
                  <a:gd name="T36" fmla="*/ 33 w 83"/>
                  <a:gd name="T37" fmla="*/ 40 h 42"/>
                  <a:gd name="T38" fmla="*/ 28 w 83"/>
                  <a:gd name="T39" fmla="*/ 42 h 42"/>
                  <a:gd name="T40" fmla="*/ 28 w 83"/>
                  <a:gd name="T41" fmla="*/ 42 h 42"/>
                  <a:gd name="T42" fmla="*/ 28 w 83"/>
                  <a:gd name="T43" fmla="*/ 42 h 42"/>
                  <a:gd name="T44" fmla="*/ 25 w 83"/>
                  <a:gd name="T45" fmla="*/ 37 h 42"/>
                  <a:gd name="T46" fmla="*/ 23 w 83"/>
                  <a:gd name="T47" fmla="*/ 37 h 42"/>
                  <a:gd name="T48" fmla="*/ 23 w 83"/>
                  <a:gd name="T49" fmla="*/ 37 h 42"/>
                  <a:gd name="T50" fmla="*/ 21 w 83"/>
                  <a:gd name="T51" fmla="*/ 30 h 42"/>
                  <a:gd name="T52" fmla="*/ 14 w 83"/>
                  <a:gd name="T53" fmla="*/ 30 h 42"/>
                  <a:gd name="T54" fmla="*/ 2 w 83"/>
                  <a:gd name="T55" fmla="*/ 22 h 42"/>
                  <a:gd name="T56" fmla="*/ 0 w 83"/>
                  <a:gd name="T57" fmla="*/ 22 h 42"/>
                  <a:gd name="T58" fmla="*/ 2 w 83"/>
                  <a:gd name="T59" fmla="*/ 22 h 42"/>
                  <a:gd name="T60" fmla="*/ 3 w 83"/>
                  <a:gd name="T61" fmla="*/ 19 h 42"/>
                  <a:gd name="T62" fmla="*/ 3 w 83"/>
                  <a:gd name="T63" fmla="*/ 15 h 42"/>
                  <a:gd name="T64" fmla="*/ 3 w 83"/>
                  <a:gd name="T65" fmla="*/ 15 h 42"/>
                  <a:gd name="T66" fmla="*/ 14 w 83"/>
                  <a:gd name="T67" fmla="*/ 6 h 42"/>
                  <a:gd name="T68" fmla="*/ 15 w 83"/>
                  <a:gd name="T69" fmla="*/ 3 h 42"/>
                  <a:gd name="T70" fmla="*/ 15 w 83"/>
                  <a:gd name="T71" fmla="*/ 3 h 42"/>
                  <a:gd name="T72" fmla="*/ 58 w 83"/>
                  <a:gd name="T7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3" h="42">
                    <a:moveTo>
                      <a:pt x="58" y="0"/>
                    </a:moveTo>
                    <a:lnTo>
                      <a:pt x="71" y="4"/>
                    </a:lnTo>
                    <a:lnTo>
                      <a:pt x="82" y="15"/>
                    </a:lnTo>
                    <a:lnTo>
                      <a:pt x="83" y="15"/>
                    </a:lnTo>
                    <a:lnTo>
                      <a:pt x="82" y="16"/>
                    </a:lnTo>
                    <a:lnTo>
                      <a:pt x="68" y="21"/>
                    </a:lnTo>
                    <a:lnTo>
                      <a:pt x="68" y="21"/>
                    </a:lnTo>
                    <a:lnTo>
                      <a:pt x="68" y="21"/>
                    </a:lnTo>
                    <a:lnTo>
                      <a:pt x="63" y="18"/>
                    </a:lnTo>
                    <a:lnTo>
                      <a:pt x="58" y="24"/>
                    </a:lnTo>
                    <a:lnTo>
                      <a:pt x="49" y="30"/>
                    </a:lnTo>
                    <a:lnTo>
                      <a:pt x="49" y="30"/>
                    </a:lnTo>
                    <a:lnTo>
                      <a:pt x="49" y="30"/>
                    </a:lnTo>
                    <a:lnTo>
                      <a:pt x="45" y="28"/>
                    </a:lnTo>
                    <a:lnTo>
                      <a:pt x="43" y="33"/>
                    </a:lnTo>
                    <a:lnTo>
                      <a:pt x="42" y="33"/>
                    </a:lnTo>
                    <a:lnTo>
                      <a:pt x="37" y="33"/>
                    </a:lnTo>
                    <a:lnTo>
                      <a:pt x="37" y="37"/>
                    </a:lnTo>
                    <a:lnTo>
                      <a:pt x="33" y="40"/>
                    </a:lnTo>
                    <a:lnTo>
                      <a:pt x="28" y="42"/>
                    </a:lnTo>
                    <a:lnTo>
                      <a:pt x="28" y="42"/>
                    </a:lnTo>
                    <a:lnTo>
                      <a:pt x="28" y="42"/>
                    </a:lnTo>
                    <a:lnTo>
                      <a:pt x="25" y="37"/>
                    </a:lnTo>
                    <a:lnTo>
                      <a:pt x="23" y="37"/>
                    </a:lnTo>
                    <a:lnTo>
                      <a:pt x="23" y="37"/>
                    </a:lnTo>
                    <a:lnTo>
                      <a:pt x="21" y="30"/>
                    </a:lnTo>
                    <a:lnTo>
                      <a:pt x="14" y="30"/>
                    </a:lnTo>
                    <a:lnTo>
                      <a:pt x="2" y="22"/>
                    </a:lnTo>
                    <a:lnTo>
                      <a:pt x="0" y="22"/>
                    </a:lnTo>
                    <a:lnTo>
                      <a:pt x="2" y="22"/>
                    </a:lnTo>
                    <a:lnTo>
                      <a:pt x="3" y="19"/>
                    </a:lnTo>
                    <a:lnTo>
                      <a:pt x="3" y="15"/>
                    </a:lnTo>
                    <a:lnTo>
                      <a:pt x="3" y="15"/>
                    </a:lnTo>
                    <a:lnTo>
                      <a:pt x="14" y="6"/>
                    </a:lnTo>
                    <a:lnTo>
                      <a:pt x="15" y="3"/>
                    </a:lnTo>
                    <a:lnTo>
                      <a:pt x="15" y="3"/>
                    </a:lnTo>
                    <a:lnTo>
                      <a:pt x="58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07" name="MEXICO">
                <a:extLst>
                  <a:ext uri="{FF2B5EF4-FFF2-40B4-BE49-F238E27FC236}">
                    <a16:creationId xmlns:a16="http://schemas.microsoft.com/office/drawing/2014/main" id="{CD5F4A3B-2B07-910B-69AF-97D8D6D0F8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993" y="3753262"/>
                <a:ext cx="815122" cy="535181"/>
              </a:xfrm>
              <a:custGeom>
                <a:avLst/>
                <a:gdLst>
                  <a:gd name="T0" fmla="*/ 114 w 396"/>
                  <a:gd name="T1" fmla="*/ 15 h 260"/>
                  <a:gd name="T2" fmla="*/ 159 w 396"/>
                  <a:gd name="T3" fmla="*/ 31 h 260"/>
                  <a:gd name="T4" fmla="*/ 187 w 396"/>
                  <a:gd name="T5" fmla="*/ 45 h 260"/>
                  <a:gd name="T6" fmla="*/ 196 w 396"/>
                  <a:gd name="T7" fmla="*/ 43 h 260"/>
                  <a:gd name="T8" fmla="*/ 205 w 396"/>
                  <a:gd name="T9" fmla="*/ 43 h 260"/>
                  <a:gd name="T10" fmla="*/ 236 w 396"/>
                  <a:gd name="T11" fmla="*/ 94 h 260"/>
                  <a:gd name="T12" fmla="*/ 262 w 396"/>
                  <a:gd name="T13" fmla="*/ 109 h 260"/>
                  <a:gd name="T14" fmla="*/ 255 w 396"/>
                  <a:gd name="T15" fmla="*/ 156 h 260"/>
                  <a:gd name="T16" fmla="*/ 270 w 396"/>
                  <a:gd name="T17" fmla="*/ 186 h 260"/>
                  <a:gd name="T18" fmla="*/ 297 w 396"/>
                  <a:gd name="T19" fmla="*/ 209 h 260"/>
                  <a:gd name="T20" fmla="*/ 337 w 396"/>
                  <a:gd name="T21" fmla="*/ 199 h 260"/>
                  <a:gd name="T22" fmla="*/ 348 w 396"/>
                  <a:gd name="T23" fmla="*/ 169 h 260"/>
                  <a:gd name="T24" fmla="*/ 384 w 396"/>
                  <a:gd name="T25" fmla="*/ 165 h 260"/>
                  <a:gd name="T26" fmla="*/ 388 w 396"/>
                  <a:gd name="T27" fmla="*/ 163 h 260"/>
                  <a:gd name="T28" fmla="*/ 393 w 396"/>
                  <a:gd name="T29" fmla="*/ 165 h 260"/>
                  <a:gd name="T30" fmla="*/ 387 w 396"/>
                  <a:gd name="T31" fmla="*/ 190 h 260"/>
                  <a:gd name="T32" fmla="*/ 387 w 396"/>
                  <a:gd name="T33" fmla="*/ 195 h 260"/>
                  <a:gd name="T34" fmla="*/ 383 w 396"/>
                  <a:gd name="T35" fmla="*/ 212 h 260"/>
                  <a:gd name="T36" fmla="*/ 378 w 396"/>
                  <a:gd name="T37" fmla="*/ 202 h 260"/>
                  <a:gd name="T38" fmla="*/ 369 w 396"/>
                  <a:gd name="T39" fmla="*/ 214 h 260"/>
                  <a:gd name="T40" fmla="*/ 343 w 396"/>
                  <a:gd name="T41" fmla="*/ 221 h 260"/>
                  <a:gd name="T42" fmla="*/ 340 w 396"/>
                  <a:gd name="T43" fmla="*/ 221 h 260"/>
                  <a:gd name="T44" fmla="*/ 348 w 396"/>
                  <a:gd name="T45" fmla="*/ 238 h 260"/>
                  <a:gd name="T46" fmla="*/ 328 w 396"/>
                  <a:gd name="T47" fmla="*/ 252 h 260"/>
                  <a:gd name="T48" fmla="*/ 325 w 396"/>
                  <a:gd name="T49" fmla="*/ 260 h 260"/>
                  <a:gd name="T50" fmla="*/ 274 w 396"/>
                  <a:gd name="T51" fmla="*/ 246 h 260"/>
                  <a:gd name="T52" fmla="*/ 240 w 396"/>
                  <a:gd name="T53" fmla="*/ 233 h 260"/>
                  <a:gd name="T54" fmla="*/ 174 w 396"/>
                  <a:gd name="T55" fmla="*/ 203 h 260"/>
                  <a:gd name="T56" fmla="*/ 151 w 396"/>
                  <a:gd name="T57" fmla="*/ 180 h 260"/>
                  <a:gd name="T58" fmla="*/ 157 w 396"/>
                  <a:gd name="T59" fmla="*/ 168 h 260"/>
                  <a:gd name="T60" fmla="*/ 122 w 396"/>
                  <a:gd name="T61" fmla="*/ 123 h 260"/>
                  <a:gd name="T62" fmla="*/ 108 w 396"/>
                  <a:gd name="T63" fmla="*/ 110 h 260"/>
                  <a:gd name="T64" fmla="*/ 104 w 396"/>
                  <a:gd name="T65" fmla="*/ 107 h 260"/>
                  <a:gd name="T66" fmla="*/ 105 w 396"/>
                  <a:gd name="T67" fmla="*/ 97 h 260"/>
                  <a:gd name="T68" fmla="*/ 70 w 396"/>
                  <a:gd name="T69" fmla="*/ 63 h 260"/>
                  <a:gd name="T70" fmla="*/ 39 w 396"/>
                  <a:gd name="T71" fmla="*/ 21 h 260"/>
                  <a:gd name="T72" fmla="*/ 48 w 396"/>
                  <a:gd name="T73" fmla="*/ 52 h 260"/>
                  <a:gd name="T74" fmla="*/ 71 w 396"/>
                  <a:gd name="T75" fmla="*/ 91 h 260"/>
                  <a:gd name="T76" fmla="*/ 71 w 396"/>
                  <a:gd name="T77" fmla="*/ 89 h 260"/>
                  <a:gd name="T78" fmla="*/ 92 w 396"/>
                  <a:gd name="T79" fmla="*/ 125 h 260"/>
                  <a:gd name="T80" fmla="*/ 102 w 396"/>
                  <a:gd name="T81" fmla="*/ 137 h 260"/>
                  <a:gd name="T82" fmla="*/ 95 w 396"/>
                  <a:gd name="T83" fmla="*/ 147 h 260"/>
                  <a:gd name="T84" fmla="*/ 70 w 396"/>
                  <a:gd name="T85" fmla="*/ 120 h 260"/>
                  <a:gd name="T86" fmla="*/ 65 w 396"/>
                  <a:gd name="T87" fmla="*/ 106 h 260"/>
                  <a:gd name="T88" fmla="*/ 52 w 396"/>
                  <a:gd name="T89" fmla="*/ 91 h 260"/>
                  <a:gd name="T90" fmla="*/ 48 w 396"/>
                  <a:gd name="T91" fmla="*/ 91 h 260"/>
                  <a:gd name="T92" fmla="*/ 28 w 396"/>
                  <a:gd name="T93" fmla="*/ 74 h 260"/>
                  <a:gd name="T94" fmla="*/ 36 w 396"/>
                  <a:gd name="T95" fmla="*/ 74 h 260"/>
                  <a:gd name="T96" fmla="*/ 28 w 396"/>
                  <a:gd name="T97" fmla="*/ 51 h 260"/>
                  <a:gd name="T98" fmla="*/ 16 w 396"/>
                  <a:gd name="T99" fmla="*/ 37 h 260"/>
                  <a:gd name="T100" fmla="*/ 0 w 396"/>
                  <a:gd name="T101" fmla="*/ 5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96" h="260">
                    <a:moveTo>
                      <a:pt x="31" y="0"/>
                    </a:moveTo>
                    <a:lnTo>
                      <a:pt x="80" y="23"/>
                    </a:lnTo>
                    <a:lnTo>
                      <a:pt x="114" y="21"/>
                    </a:lnTo>
                    <a:lnTo>
                      <a:pt x="114" y="15"/>
                    </a:lnTo>
                    <a:lnTo>
                      <a:pt x="116" y="14"/>
                    </a:lnTo>
                    <a:lnTo>
                      <a:pt x="139" y="14"/>
                    </a:lnTo>
                    <a:lnTo>
                      <a:pt x="139" y="15"/>
                    </a:lnTo>
                    <a:lnTo>
                      <a:pt x="159" y="31"/>
                    </a:lnTo>
                    <a:lnTo>
                      <a:pt x="162" y="40"/>
                    </a:lnTo>
                    <a:lnTo>
                      <a:pt x="166" y="48"/>
                    </a:lnTo>
                    <a:lnTo>
                      <a:pt x="179" y="57"/>
                    </a:lnTo>
                    <a:lnTo>
                      <a:pt x="187" y="45"/>
                    </a:lnTo>
                    <a:lnTo>
                      <a:pt x="187" y="45"/>
                    </a:lnTo>
                    <a:lnTo>
                      <a:pt x="188" y="45"/>
                    </a:lnTo>
                    <a:lnTo>
                      <a:pt x="191" y="45"/>
                    </a:lnTo>
                    <a:lnTo>
                      <a:pt x="196" y="43"/>
                    </a:lnTo>
                    <a:lnTo>
                      <a:pt x="199" y="43"/>
                    </a:lnTo>
                    <a:lnTo>
                      <a:pt x="202" y="43"/>
                    </a:lnTo>
                    <a:lnTo>
                      <a:pt x="203" y="43"/>
                    </a:lnTo>
                    <a:lnTo>
                      <a:pt x="205" y="43"/>
                    </a:lnTo>
                    <a:lnTo>
                      <a:pt x="215" y="54"/>
                    </a:lnTo>
                    <a:lnTo>
                      <a:pt x="219" y="66"/>
                    </a:lnTo>
                    <a:lnTo>
                      <a:pt x="228" y="77"/>
                    </a:lnTo>
                    <a:lnTo>
                      <a:pt x="236" y="94"/>
                    </a:lnTo>
                    <a:lnTo>
                      <a:pt x="262" y="103"/>
                    </a:lnTo>
                    <a:lnTo>
                      <a:pt x="262" y="103"/>
                    </a:lnTo>
                    <a:lnTo>
                      <a:pt x="262" y="107"/>
                    </a:lnTo>
                    <a:lnTo>
                      <a:pt x="262" y="109"/>
                    </a:lnTo>
                    <a:lnTo>
                      <a:pt x="257" y="112"/>
                    </a:lnTo>
                    <a:lnTo>
                      <a:pt x="252" y="120"/>
                    </a:lnTo>
                    <a:lnTo>
                      <a:pt x="255" y="138"/>
                    </a:lnTo>
                    <a:lnTo>
                      <a:pt x="255" y="156"/>
                    </a:lnTo>
                    <a:lnTo>
                      <a:pt x="261" y="165"/>
                    </a:lnTo>
                    <a:lnTo>
                      <a:pt x="261" y="165"/>
                    </a:lnTo>
                    <a:lnTo>
                      <a:pt x="261" y="172"/>
                    </a:lnTo>
                    <a:lnTo>
                      <a:pt x="270" y="186"/>
                    </a:lnTo>
                    <a:lnTo>
                      <a:pt x="274" y="196"/>
                    </a:lnTo>
                    <a:lnTo>
                      <a:pt x="280" y="200"/>
                    </a:lnTo>
                    <a:lnTo>
                      <a:pt x="289" y="203"/>
                    </a:lnTo>
                    <a:lnTo>
                      <a:pt x="297" y="209"/>
                    </a:lnTo>
                    <a:lnTo>
                      <a:pt x="322" y="202"/>
                    </a:lnTo>
                    <a:lnTo>
                      <a:pt x="334" y="205"/>
                    </a:lnTo>
                    <a:lnTo>
                      <a:pt x="337" y="203"/>
                    </a:lnTo>
                    <a:lnTo>
                      <a:pt x="337" y="199"/>
                    </a:lnTo>
                    <a:lnTo>
                      <a:pt x="337" y="199"/>
                    </a:lnTo>
                    <a:lnTo>
                      <a:pt x="343" y="195"/>
                    </a:lnTo>
                    <a:lnTo>
                      <a:pt x="348" y="169"/>
                    </a:lnTo>
                    <a:lnTo>
                      <a:pt x="348" y="169"/>
                    </a:lnTo>
                    <a:lnTo>
                      <a:pt x="378" y="162"/>
                    </a:lnTo>
                    <a:lnTo>
                      <a:pt x="383" y="162"/>
                    </a:lnTo>
                    <a:lnTo>
                      <a:pt x="384" y="162"/>
                    </a:lnTo>
                    <a:lnTo>
                      <a:pt x="384" y="165"/>
                    </a:lnTo>
                    <a:lnTo>
                      <a:pt x="385" y="163"/>
                    </a:lnTo>
                    <a:lnTo>
                      <a:pt x="387" y="162"/>
                    </a:lnTo>
                    <a:lnTo>
                      <a:pt x="387" y="163"/>
                    </a:lnTo>
                    <a:lnTo>
                      <a:pt x="388" y="163"/>
                    </a:lnTo>
                    <a:lnTo>
                      <a:pt x="390" y="163"/>
                    </a:lnTo>
                    <a:lnTo>
                      <a:pt x="393" y="163"/>
                    </a:lnTo>
                    <a:lnTo>
                      <a:pt x="393" y="163"/>
                    </a:lnTo>
                    <a:lnTo>
                      <a:pt x="393" y="165"/>
                    </a:lnTo>
                    <a:lnTo>
                      <a:pt x="396" y="168"/>
                    </a:lnTo>
                    <a:lnTo>
                      <a:pt x="396" y="169"/>
                    </a:lnTo>
                    <a:lnTo>
                      <a:pt x="385" y="190"/>
                    </a:lnTo>
                    <a:lnTo>
                      <a:pt x="387" y="190"/>
                    </a:lnTo>
                    <a:lnTo>
                      <a:pt x="387" y="192"/>
                    </a:lnTo>
                    <a:lnTo>
                      <a:pt x="387" y="192"/>
                    </a:lnTo>
                    <a:lnTo>
                      <a:pt x="385" y="193"/>
                    </a:lnTo>
                    <a:lnTo>
                      <a:pt x="387" y="195"/>
                    </a:lnTo>
                    <a:lnTo>
                      <a:pt x="387" y="195"/>
                    </a:lnTo>
                    <a:lnTo>
                      <a:pt x="383" y="212"/>
                    </a:lnTo>
                    <a:lnTo>
                      <a:pt x="383" y="212"/>
                    </a:lnTo>
                    <a:lnTo>
                      <a:pt x="383" y="212"/>
                    </a:lnTo>
                    <a:lnTo>
                      <a:pt x="381" y="212"/>
                    </a:lnTo>
                    <a:lnTo>
                      <a:pt x="378" y="206"/>
                    </a:lnTo>
                    <a:lnTo>
                      <a:pt x="378" y="202"/>
                    </a:lnTo>
                    <a:lnTo>
                      <a:pt x="378" y="202"/>
                    </a:lnTo>
                    <a:lnTo>
                      <a:pt x="375" y="206"/>
                    </a:lnTo>
                    <a:lnTo>
                      <a:pt x="375" y="206"/>
                    </a:lnTo>
                    <a:lnTo>
                      <a:pt x="374" y="208"/>
                    </a:lnTo>
                    <a:lnTo>
                      <a:pt x="369" y="214"/>
                    </a:lnTo>
                    <a:lnTo>
                      <a:pt x="369" y="214"/>
                    </a:lnTo>
                    <a:lnTo>
                      <a:pt x="365" y="215"/>
                    </a:lnTo>
                    <a:lnTo>
                      <a:pt x="343" y="215"/>
                    </a:lnTo>
                    <a:lnTo>
                      <a:pt x="343" y="221"/>
                    </a:lnTo>
                    <a:lnTo>
                      <a:pt x="343" y="223"/>
                    </a:lnTo>
                    <a:lnTo>
                      <a:pt x="343" y="223"/>
                    </a:lnTo>
                    <a:lnTo>
                      <a:pt x="341" y="223"/>
                    </a:lnTo>
                    <a:lnTo>
                      <a:pt x="340" y="221"/>
                    </a:lnTo>
                    <a:lnTo>
                      <a:pt x="337" y="221"/>
                    </a:lnTo>
                    <a:lnTo>
                      <a:pt x="337" y="221"/>
                    </a:lnTo>
                    <a:lnTo>
                      <a:pt x="344" y="229"/>
                    </a:lnTo>
                    <a:lnTo>
                      <a:pt x="348" y="238"/>
                    </a:lnTo>
                    <a:lnTo>
                      <a:pt x="348" y="239"/>
                    </a:lnTo>
                    <a:lnTo>
                      <a:pt x="347" y="239"/>
                    </a:lnTo>
                    <a:lnTo>
                      <a:pt x="335" y="239"/>
                    </a:lnTo>
                    <a:lnTo>
                      <a:pt x="328" y="252"/>
                    </a:lnTo>
                    <a:lnTo>
                      <a:pt x="325" y="258"/>
                    </a:lnTo>
                    <a:lnTo>
                      <a:pt x="325" y="260"/>
                    </a:lnTo>
                    <a:lnTo>
                      <a:pt x="325" y="260"/>
                    </a:lnTo>
                    <a:lnTo>
                      <a:pt x="325" y="260"/>
                    </a:lnTo>
                    <a:lnTo>
                      <a:pt x="308" y="243"/>
                    </a:lnTo>
                    <a:lnTo>
                      <a:pt x="294" y="238"/>
                    </a:lnTo>
                    <a:lnTo>
                      <a:pt x="289" y="239"/>
                    </a:lnTo>
                    <a:lnTo>
                      <a:pt x="274" y="246"/>
                    </a:lnTo>
                    <a:lnTo>
                      <a:pt x="274" y="246"/>
                    </a:lnTo>
                    <a:lnTo>
                      <a:pt x="273" y="246"/>
                    </a:lnTo>
                    <a:lnTo>
                      <a:pt x="254" y="241"/>
                    </a:lnTo>
                    <a:lnTo>
                      <a:pt x="240" y="233"/>
                    </a:lnTo>
                    <a:lnTo>
                      <a:pt x="212" y="226"/>
                    </a:lnTo>
                    <a:lnTo>
                      <a:pt x="200" y="214"/>
                    </a:lnTo>
                    <a:lnTo>
                      <a:pt x="181" y="209"/>
                    </a:lnTo>
                    <a:lnTo>
                      <a:pt x="174" y="203"/>
                    </a:lnTo>
                    <a:lnTo>
                      <a:pt x="162" y="196"/>
                    </a:lnTo>
                    <a:lnTo>
                      <a:pt x="154" y="190"/>
                    </a:lnTo>
                    <a:lnTo>
                      <a:pt x="151" y="181"/>
                    </a:lnTo>
                    <a:lnTo>
                      <a:pt x="151" y="180"/>
                    </a:lnTo>
                    <a:lnTo>
                      <a:pt x="156" y="178"/>
                    </a:lnTo>
                    <a:lnTo>
                      <a:pt x="154" y="175"/>
                    </a:lnTo>
                    <a:lnTo>
                      <a:pt x="154" y="175"/>
                    </a:lnTo>
                    <a:lnTo>
                      <a:pt x="157" y="168"/>
                    </a:lnTo>
                    <a:lnTo>
                      <a:pt x="150" y="150"/>
                    </a:lnTo>
                    <a:lnTo>
                      <a:pt x="141" y="143"/>
                    </a:lnTo>
                    <a:lnTo>
                      <a:pt x="134" y="132"/>
                    </a:lnTo>
                    <a:lnTo>
                      <a:pt x="122" y="123"/>
                    </a:lnTo>
                    <a:lnTo>
                      <a:pt x="122" y="122"/>
                    </a:lnTo>
                    <a:lnTo>
                      <a:pt x="120" y="116"/>
                    </a:lnTo>
                    <a:lnTo>
                      <a:pt x="116" y="113"/>
                    </a:lnTo>
                    <a:lnTo>
                      <a:pt x="108" y="110"/>
                    </a:lnTo>
                    <a:lnTo>
                      <a:pt x="107" y="110"/>
                    </a:lnTo>
                    <a:lnTo>
                      <a:pt x="107" y="107"/>
                    </a:lnTo>
                    <a:lnTo>
                      <a:pt x="104" y="107"/>
                    </a:lnTo>
                    <a:lnTo>
                      <a:pt x="104" y="107"/>
                    </a:lnTo>
                    <a:lnTo>
                      <a:pt x="104" y="107"/>
                    </a:lnTo>
                    <a:lnTo>
                      <a:pt x="101" y="104"/>
                    </a:lnTo>
                    <a:lnTo>
                      <a:pt x="101" y="103"/>
                    </a:lnTo>
                    <a:lnTo>
                      <a:pt x="105" y="97"/>
                    </a:lnTo>
                    <a:lnTo>
                      <a:pt x="88" y="83"/>
                    </a:lnTo>
                    <a:lnTo>
                      <a:pt x="86" y="74"/>
                    </a:lnTo>
                    <a:lnTo>
                      <a:pt x="80" y="73"/>
                    </a:lnTo>
                    <a:lnTo>
                      <a:pt x="70" y="63"/>
                    </a:lnTo>
                    <a:lnTo>
                      <a:pt x="58" y="43"/>
                    </a:lnTo>
                    <a:lnTo>
                      <a:pt x="52" y="26"/>
                    </a:lnTo>
                    <a:lnTo>
                      <a:pt x="45" y="20"/>
                    </a:lnTo>
                    <a:lnTo>
                      <a:pt x="39" y="21"/>
                    </a:lnTo>
                    <a:lnTo>
                      <a:pt x="31" y="14"/>
                    </a:lnTo>
                    <a:lnTo>
                      <a:pt x="36" y="40"/>
                    </a:lnTo>
                    <a:lnTo>
                      <a:pt x="39" y="46"/>
                    </a:lnTo>
                    <a:lnTo>
                      <a:pt x="48" y="52"/>
                    </a:lnTo>
                    <a:lnTo>
                      <a:pt x="50" y="58"/>
                    </a:lnTo>
                    <a:lnTo>
                      <a:pt x="52" y="60"/>
                    </a:lnTo>
                    <a:lnTo>
                      <a:pt x="53" y="60"/>
                    </a:lnTo>
                    <a:lnTo>
                      <a:pt x="71" y="91"/>
                    </a:lnTo>
                    <a:lnTo>
                      <a:pt x="70" y="89"/>
                    </a:lnTo>
                    <a:lnTo>
                      <a:pt x="71" y="89"/>
                    </a:lnTo>
                    <a:lnTo>
                      <a:pt x="71" y="89"/>
                    </a:lnTo>
                    <a:lnTo>
                      <a:pt x="71" y="89"/>
                    </a:lnTo>
                    <a:lnTo>
                      <a:pt x="74" y="91"/>
                    </a:lnTo>
                    <a:lnTo>
                      <a:pt x="88" y="126"/>
                    </a:lnTo>
                    <a:lnTo>
                      <a:pt x="89" y="126"/>
                    </a:lnTo>
                    <a:lnTo>
                      <a:pt x="92" y="125"/>
                    </a:lnTo>
                    <a:lnTo>
                      <a:pt x="92" y="125"/>
                    </a:lnTo>
                    <a:lnTo>
                      <a:pt x="92" y="126"/>
                    </a:lnTo>
                    <a:lnTo>
                      <a:pt x="102" y="137"/>
                    </a:lnTo>
                    <a:lnTo>
                      <a:pt x="102" y="137"/>
                    </a:lnTo>
                    <a:lnTo>
                      <a:pt x="101" y="143"/>
                    </a:lnTo>
                    <a:lnTo>
                      <a:pt x="101" y="143"/>
                    </a:lnTo>
                    <a:lnTo>
                      <a:pt x="95" y="147"/>
                    </a:lnTo>
                    <a:lnTo>
                      <a:pt x="95" y="147"/>
                    </a:lnTo>
                    <a:lnTo>
                      <a:pt x="95" y="147"/>
                    </a:lnTo>
                    <a:lnTo>
                      <a:pt x="95" y="147"/>
                    </a:lnTo>
                    <a:lnTo>
                      <a:pt x="88" y="135"/>
                    </a:lnTo>
                    <a:lnTo>
                      <a:pt x="70" y="120"/>
                    </a:lnTo>
                    <a:lnTo>
                      <a:pt x="65" y="120"/>
                    </a:lnTo>
                    <a:lnTo>
                      <a:pt x="65" y="120"/>
                    </a:lnTo>
                    <a:lnTo>
                      <a:pt x="64" y="119"/>
                    </a:lnTo>
                    <a:lnTo>
                      <a:pt x="65" y="106"/>
                    </a:lnTo>
                    <a:lnTo>
                      <a:pt x="64" y="98"/>
                    </a:lnTo>
                    <a:lnTo>
                      <a:pt x="55" y="94"/>
                    </a:lnTo>
                    <a:lnTo>
                      <a:pt x="53" y="89"/>
                    </a:lnTo>
                    <a:lnTo>
                      <a:pt x="52" y="91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49" y="91"/>
                    </a:lnTo>
                    <a:lnTo>
                      <a:pt x="48" y="91"/>
                    </a:lnTo>
                    <a:lnTo>
                      <a:pt x="28" y="77"/>
                    </a:lnTo>
                    <a:lnTo>
                      <a:pt x="28" y="76"/>
                    </a:lnTo>
                    <a:lnTo>
                      <a:pt x="28" y="74"/>
                    </a:lnTo>
                    <a:lnTo>
                      <a:pt x="28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3" y="74"/>
                    </a:lnTo>
                    <a:lnTo>
                      <a:pt x="36" y="74"/>
                    </a:lnTo>
                    <a:lnTo>
                      <a:pt x="39" y="74"/>
                    </a:lnTo>
                    <a:lnTo>
                      <a:pt x="39" y="74"/>
                    </a:lnTo>
                    <a:lnTo>
                      <a:pt x="40" y="66"/>
                    </a:lnTo>
                    <a:lnTo>
                      <a:pt x="28" y="51"/>
                    </a:lnTo>
                    <a:lnTo>
                      <a:pt x="19" y="46"/>
                    </a:lnTo>
                    <a:lnTo>
                      <a:pt x="19" y="46"/>
                    </a:lnTo>
                    <a:lnTo>
                      <a:pt x="18" y="37"/>
                    </a:lnTo>
                    <a:lnTo>
                      <a:pt x="16" y="37"/>
                    </a:lnTo>
                    <a:lnTo>
                      <a:pt x="16" y="37"/>
                    </a:lnTo>
                    <a:lnTo>
                      <a:pt x="15" y="37"/>
                    </a:lnTo>
                    <a:lnTo>
                      <a:pt x="8" y="1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08" name="PANAMA">
                <a:extLst>
                  <a:ext uri="{FF2B5EF4-FFF2-40B4-BE49-F238E27FC236}">
                    <a16:creationId xmlns:a16="http://schemas.microsoft.com/office/drawing/2014/main" id="{ADD88581-8FF2-9502-EADE-11C625640E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976" y="4420180"/>
                <a:ext cx="158496" cy="69985"/>
              </a:xfrm>
              <a:custGeom>
                <a:avLst/>
                <a:gdLst>
                  <a:gd name="T0" fmla="*/ 6 w 77"/>
                  <a:gd name="T1" fmla="*/ 0 h 34"/>
                  <a:gd name="T2" fmla="*/ 6 w 77"/>
                  <a:gd name="T3" fmla="*/ 1 h 34"/>
                  <a:gd name="T4" fmla="*/ 10 w 77"/>
                  <a:gd name="T5" fmla="*/ 3 h 34"/>
                  <a:gd name="T6" fmla="*/ 12 w 77"/>
                  <a:gd name="T7" fmla="*/ 8 h 34"/>
                  <a:gd name="T8" fmla="*/ 23 w 77"/>
                  <a:gd name="T9" fmla="*/ 11 h 34"/>
                  <a:gd name="T10" fmla="*/ 37 w 77"/>
                  <a:gd name="T11" fmla="*/ 5 h 34"/>
                  <a:gd name="T12" fmla="*/ 37 w 77"/>
                  <a:gd name="T13" fmla="*/ 5 h 34"/>
                  <a:gd name="T14" fmla="*/ 38 w 77"/>
                  <a:gd name="T15" fmla="*/ 5 h 34"/>
                  <a:gd name="T16" fmla="*/ 40 w 77"/>
                  <a:gd name="T17" fmla="*/ 7 h 34"/>
                  <a:gd name="T18" fmla="*/ 43 w 77"/>
                  <a:gd name="T19" fmla="*/ 1 h 34"/>
                  <a:gd name="T20" fmla="*/ 44 w 77"/>
                  <a:gd name="T21" fmla="*/ 1 h 34"/>
                  <a:gd name="T22" fmla="*/ 50 w 77"/>
                  <a:gd name="T23" fmla="*/ 1 h 34"/>
                  <a:gd name="T24" fmla="*/ 64 w 77"/>
                  <a:gd name="T25" fmla="*/ 4 h 34"/>
                  <a:gd name="T26" fmla="*/ 74 w 77"/>
                  <a:gd name="T27" fmla="*/ 14 h 34"/>
                  <a:gd name="T28" fmla="*/ 74 w 77"/>
                  <a:gd name="T29" fmla="*/ 14 h 34"/>
                  <a:gd name="T30" fmla="*/ 74 w 77"/>
                  <a:gd name="T31" fmla="*/ 17 h 34"/>
                  <a:gd name="T32" fmla="*/ 77 w 77"/>
                  <a:gd name="T33" fmla="*/ 22 h 34"/>
                  <a:gd name="T34" fmla="*/ 77 w 77"/>
                  <a:gd name="T35" fmla="*/ 23 h 34"/>
                  <a:gd name="T36" fmla="*/ 72 w 77"/>
                  <a:gd name="T37" fmla="*/ 28 h 34"/>
                  <a:gd name="T38" fmla="*/ 72 w 77"/>
                  <a:gd name="T39" fmla="*/ 28 h 34"/>
                  <a:gd name="T40" fmla="*/ 71 w 77"/>
                  <a:gd name="T41" fmla="*/ 28 h 34"/>
                  <a:gd name="T42" fmla="*/ 69 w 77"/>
                  <a:gd name="T43" fmla="*/ 28 h 34"/>
                  <a:gd name="T44" fmla="*/ 68 w 77"/>
                  <a:gd name="T45" fmla="*/ 32 h 34"/>
                  <a:gd name="T46" fmla="*/ 66 w 77"/>
                  <a:gd name="T47" fmla="*/ 32 h 34"/>
                  <a:gd name="T48" fmla="*/ 66 w 77"/>
                  <a:gd name="T49" fmla="*/ 32 h 34"/>
                  <a:gd name="T50" fmla="*/ 66 w 77"/>
                  <a:gd name="T51" fmla="*/ 32 h 34"/>
                  <a:gd name="T52" fmla="*/ 61 w 77"/>
                  <a:gd name="T53" fmla="*/ 23 h 34"/>
                  <a:gd name="T54" fmla="*/ 61 w 77"/>
                  <a:gd name="T55" fmla="*/ 23 h 34"/>
                  <a:gd name="T56" fmla="*/ 64 w 77"/>
                  <a:gd name="T57" fmla="*/ 17 h 34"/>
                  <a:gd name="T58" fmla="*/ 61 w 77"/>
                  <a:gd name="T59" fmla="*/ 17 h 34"/>
                  <a:gd name="T60" fmla="*/ 50 w 77"/>
                  <a:gd name="T61" fmla="*/ 10 h 34"/>
                  <a:gd name="T62" fmla="*/ 34 w 77"/>
                  <a:gd name="T63" fmla="*/ 20 h 34"/>
                  <a:gd name="T64" fmla="*/ 34 w 77"/>
                  <a:gd name="T65" fmla="*/ 23 h 34"/>
                  <a:gd name="T66" fmla="*/ 38 w 77"/>
                  <a:gd name="T67" fmla="*/ 29 h 34"/>
                  <a:gd name="T68" fmla="*/ 38 w 77"/>
                  <a:gd name="T69" fmla="*/ 29 h 34"/>
                  <a:gd name="T70" fmla="*/ 38 w 77"/>
                  <a:gd name="T71" fmla="*/ 31 h 34"/>
                  <a:gd name="T72" fmla="*/ 32 w 77"/>
                  <a:gd name="T73" fmla="*/ 34 h 34"/>
                  <a:gd name="T74" fmla="*/ 32 w 77"/>
                  <a:gd name="T75" fmla="*/ 34 h 34"/>
                  <a:gd name="T76" fmla="*/ 28 w 77"/>
                  <a:gd name="T77" fmla="*/ 34 h 34"/>
                  <a:gd name="T78" fmla="*/ 28 w 77"/>
                  <a:gd name="T79" fmla="*/ 34 h 34"/>
                  <a:gd name="T80" fmla="*/ 26 w 77"/>
                  <a:gd name="T81" fmla="*/ 28 h 34"/>
                  <a:gd name="T82" fmla="*/ 23 w 77"/>
                  <a:gd name="T83" fmla="*/ 28 h 34"/>
                  <a:gd name="T84" fmla="*/ 22 w 77"/>
                  <a:gd name="T85" fmla="*/ 28 h 34"/>
                  <a:gd name="T86" fmla="*/ 22 w 77"/>
                  <a:gd name="T87" fmla="*/ 28 h 34"/>
                  <a:gd name="T88" fmla="*/ 16 w 77"/>
                  <a:gd name="T89" fmla="*/ 20 h 34"/>
                  <a:gd name="T90" fmla="*/ 4 w 77"/>
                  <a:gd name="T91" fmla="*/ 19 h 34"/>
                  <a:gd name="T92" fmla="*/ 3 w 77"/>
                  <a:gd name="T93" fmla="*/ 22 h 34"/>
                  <a:gd name="T94" fmla="*/ 1 w 77"/>
                  <a:gd name="T95" fmla="*/ 22 h 34"/>
                  <a:gd name="T96" fmla="*/ 1 w 77"/>
                  <a:gd name="T97" fmla="*/ 22 h 34"/>
                  <a:gd name="T98" fmla="*/ 1 w 77"/>
                  <a:gd name="T99" fmla="*/ 22 h 34"/>
                  <a:gd name="T100" fmla="*/ 0 w 77"/>
                  <a:gd name="T101" fmla="*/ 17 h 34"/>
                  <a:gd name="T102" fmla="*/ 0 w 77"/>
                  <a:gd name="T103" fmla="*/ 17 h 34"/>
                  <a:gd name="T104" fmla="*/ 3 w 77"/>
                  <a:gd name="T105" fmla="*/ 8 h 34"/>
                  <a:gd name="T106" fmla="*/ 1 w 77"/>
                  <a:gd name="T107" fmla="*/ 7 h 34"/>
                  <a:gd name="T108" fmla="*/ 1 w 77"/>
                  <a:gd name="T109" fmla="*/ 7 h 34"/>
                  <a:gd name="T110" fmla="*/ 1 w 77"/>
                  <a:gd name="T111" fmla="*/ 4 h 34"/>
                  <a:gd name="T112" fmla="*/ 1 w 77"/>
                  <a:gd name="T113" fmla="*/ 3 h 34"/>
                  <a:gd name="T114" fmla="*/ 6 w 77"/>
                  <a:gd name="T115" fmla="*/ 1 h 34"/>
                  <a:gd name="T116" fmla="*/ 6 w 77"/>
                  <a:gd name="T1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7" h="34">
                    <a:moveTo>
                      <a:pt x="6" y="0"/>
                    </a:moveTo>
                    <a:lnTo>
                      <a:pt x="6" y="1"/>
                    </a:lnTo>
                    <a:lnTo>
                      <a:pt x="10" y="3"/>
                    </a:lnTo>
                    <a:lnTo>
                      <a:pt x="12" y="8"/>
                    </a:lnTo>
                    <a:lnTo>
                      <a:pt x="23" y="11"/>
                    </a:lnTo>
                    <a:lnTo>
                      <a:pt x="37" y="5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40" y="7"/>
                    </a:lnTo>
                    <a:lnTo>
                      <a:pt x="43" y="1"/>
                    </a:lnTo>
                    <a:lnTo>
                      <a:pt x="44" y="1"/>
                    </a:lnTo>
                    <a:lnTo>
                      <a:pt x="50" y="1"/>
                    </a:lnTo>
                    <a:lnTo>
                      <a:pt x="64" y="4"/>
                    </a:lnTo>
                    <a:lnTo>
                      <a:pt x="74" y="14"/>
                    </a:lnTo>
                    <a:lnTo>
                      <a:pt x="74" y="14"/>
                    </a:lnTo>
                    <a:lnTo>
                      <a:pt x="74" y="17"/>
                    </a:lnTo>
                    <a:lnTo>
                      <a:pt x="77" y="22"/>
                    </a:lnTo>
                    <a:lnTo>
                      <a:pt x="77" y="23"/>
                    </a:lnTo>
                    <a:lnTo>
                      <a:pt x="72" y="28"/>
                    </a:lnTo>
                    <a:lnTo>
                      <a:pt x="72" y="28"/>
                    </a:lnTo>
                    <a:lnTo>
                      <a:pt x="71" y="28"/>
                    </a:lnTo>
                    <a:lnTo>
                      <a:pt x="69" y="28"/>
                    </a:lnTo>
                    <a:lnTo>
                      <a:pt x="68" y="32"/>
                    </a:lnTo>
                    <a:lnTo>
                      <a:pt x="66" y="32"/>
                    </a:lnTo>
                    <a:lnTo>
                      <a:pt x="66" y="32"/>
                    </a:lnTo>
                    <a:lnTo>
                      <a:pt x="66" y="32"/>
                    </a:lnTo>
                    <a:lnTo>
                      <a:pt x="61" y="23"/>
                    </a:lnTo>
                    <a:lnTo>
                      <a:pt x="61" y="23"/>
                    </a:lnTo>
                    <a:lnTo>
                      <a:pt x="64" y="17"/>
                    </a:lnTo>
                    <a:lnTo>
                      <a:pt x="61" y="17"/>
                    </a:lnTo>
                    <a:lnTo>
                      <a:pt x="50" y="10"/>
                    </a:lnTo>
                    <a:lnTo>
                      <a:pt x="34" y="20"/>
                    </a:lnTo>
                    <a:lnTo>
                      <a:pt x="34" y="23"/>
                    </a:lnTo>
                    <a:lnTo>
                      <a:pt x="38" y="29"/>
                    </a:lnTo>
                    <a:lnTo>
                      <a:pt x="38" y="29"/>
                    </a:lnTo>
                    <a:lnTo>
                      <a:pt x="38" y="31"/>
                    </a:lnTo>
                    <a:lnTo>
                      <a:pt x="32" y="34"/>
                    </a:lnTo>
                    <a:lnTo>
                      <a:pt x="32" y="34"/>
                    </a:lnTo>
                    <a:lnTo>
                      <a:pt x="28" y="34"/>
                    </a:lnTo>
                    <a:lnTo>
                      <a:pt x="28" y="34"/>
                    </a:lnTo>
                    <a:lnTo>
                      <a:pt x="26" y="28"/>
                    </a:lnTo>
                    <a:lnTo>
                      <a:pt x="23" y="28"/>
                    </a:lnTo>
                    <a:lnTo>
                      <a:pt x="22" y="28"/>
                    </a:lnTo>
                    <a:lnTo>
                      <a:pt x="22" y="28"/>
                    </a:lnTo>
                    <a:lnTo>
                      <a:pt x="16" y="20"/>
                    </a:lnTo>
                    <a:lnTo>
                      <a:pt x="4" y="19"/>
                    </a:lnTo>
                    <a:lnTo>
                      <a:pt x="3" y="22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3" y="8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6" y="1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  <p:grpSp>
          <p:nvGrpSpPr>
            <p:cNvPr id="699" name="NICARAGUA">
              <a:extLst>
                <a:ext uri="{FF2B5EF4-FFF2-40B4-BE49-F238E27FC236}">
                  <a16:creationId xmlns:a16="http://schemas.microsoft.com/office/drawing/2014/main" id="{93264054-2E05-3D10-7324-4798C7A029ED}"/>
                </a:ext>
              </a:extLst>
            </p:cNvPr>
            <p:cNvGrpSpPr/>
            <p:nvPr userDrawn="1"/>
          </p:nvGrpSpPr>
          <p:grpSpPr>
            <a:xfrm>
              <a:off x="3433473" y="4276093"/>
              <a:ext cx="119387" cy="119387"/>
              <a:chOff x="7705670" y="6709394"/>
              <a:chExt cx="200369" cy="200369"/>
            </a:xfrm>
            <a:grpFill/>
          </p:grpSpPr>
          <p:sp>
            <p:nvSpPr>
              <p:cNvPr id="700" name="Freeform 435">
                <a:extLst>
                  <a:ext uri="{FF2B5EF4-FFF2-40B4-BE49-F238E27FC236}">
                    <a16:creationId xmlns:a16="http://schemas.microsoft.com/office/drawing/2014/main" id="{2E2F23B5-8F57-1A4C-995B-A5FD8EB48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5670" y="6709394"/>
                <a:ext cx="200369" cy="200369"/>
              </a:xfrm>
              <a:custGeom>
                <a:avLst/>
                <a:gdLst>
                  <a:gd name="T0" fmla="*/ 57 w 58"/>
                  <a:gd name="T1" fmla="*/ 0 h 58"/>
                  <a:gd name="T2" fmla="*/ 57 w 58"/>
                  <a:gd name="T3" fmla="*/ 0 h 58"/>
                  <a:gd name="T4" fmla="*/ 58 w 58"/>
                  <a:gd name="T5" fmla="*/ 0 h 58"/>
                  <a:gd name="T6" fmla="*/ 51 w 58"/>
                  <a:gd name="T7" fmla="*/ 47 h 58"/>
                  <a:gd name="T8" fmla="*/ 52 w 58"/>
                  <a:gd name="T9" fmla="*/ 53 h 58"/>
                  <a:gd name="T10" fmla="*/ 52 w 58"/>
                  <a:gd name="T11" fmla="*/ 55 h 58"/>
                  <a:gd name="T12" fmla="*/ 46 w 58"/>
                  <a:gd name="T13" fmla="*/ 58 h 58"/>
                  <a:gd name="T14" fmla="*/ 45 w 58"/>
                  <a:gd name="T15" fmla="*/ 58 h 58"/>
                  <a:gd name="T16" fmla="*/ 45 w 58"/>
                  <a:gd name="T17" fmla="*/ 58 h 58"/>
                  <a:gd name="T18" fmla="*/ 41 w 58"/>
                  <a:gd name="T19" fmla="*/ 53 h 58"/>
                  <a:gd name="T20" fmla="*/ 24 w 58"/>
                  <a:gd name="T21" fmla="*/ 52 h 58"/>
                  <a:gd name="T22" fmla="*/ 24 w 58"/>
                  <a:gd name="T23" fmla="*/ 52 h 58"/>
                  <a:gd name="T24" fmla="*/ 0 w 58"/>
                  <a:gd name="T25" fmla="*/ 28 h 58"/>
                  <a:gd name="T26" fmla="*/ 0 w 58"/>
                  <a:gd name="T27" fmla="*/ 28 h 58"/>
                  <a:gd name="T28" fmla="*/ 0 w 58"/>
                  <a:gd name="T29" fmla="*/ 27 h 58"/>
                  <a:gd name="T30" fmla="*/ 2 w 58"/>
                  <a:gd name="T31" fmla="*/ 27 h 58"/>
                  <a:gd name="T32" fmla="*/ 3 w 58"/>
                  <a:gd name="T33" fmla="*/ 27 h 58"/>
                  <a:gd name="T34" fmla="*/ 8 w 58"/>
                  <a:gd name="T35" fmla="*/ 25 h 58"/>
                  <a:gd name="T36" fmla="*/ 11 w 58"/>
                  <a:gd name="T37" fmla="*/ 22 h 58"/>
                  <a:gd name="T38" fmla="*/ 11 w 58"/>
                  <a:gd name="T39" fmla="*/ 16 h 58"/>
                  <a:gd name="T40" fmla="*/ 12 w 58"/>
                  <a:gd name="T41" fmla="*/ 16 h 58"/>
                  <a:gd name="T42" fmla="*/ 17 w 58"/>
                  <a:gd name="T43" fmla="*/ 16 h 58"/>
                  <a:gd name="T44" fmla="*/ 18 w 58"/>
                  <a:gd name="T45" fmla="*/ 12 h 58"/>
                  <a:gd name="T46" fmla="*/ 20 w 58"/>
                  <a:gd name="T47" fmla="*/ 12 h 58"/>
                  <a:gd name="T48" fmla="*/ 20 w 58"/>
                  <a:gd name="T49" fmla="*/ 12 h 58"/>
                  <a:gd name="T50" fmla="*/ 24 w 58"/>
                  <a:gd name="T51" fmla="*/ 13 h 58"/>
                  <a:gd name="T52" fmla="*/ 32 w 58"/>
                  <a:gd name="T53" fmla="*/ 9 h 58"/>
                  <a:gd name="T54" fmla="*/ 36 w 58"/>
                  <a:gd name="T55" fmla="*/ 1 h 58"/>
                  <a:gd name="T56" fmla="*/ 38 w 58"/>
                  <a:gd name="T57" fmla="*/ 1 h 58"/>
                  <a:gd name="T58" fmla="*/ 38 w 58"/>
                  <a:gd name="T59" fmla="*/ 1 h 58"/>
                  <a:gd name="T60" fmla="*/ 43 w 58"/>
                  <a:gd name="T61" fmla="*/ 4 h 58"/>
                  <a:gd name="T62" fmla="*/ 57 w 58"/>
                  <a:gd name="T63" fmla="*/ 0 h 58"/>
                  <a:gd name="T64" fmla="*/ 57 w 58"/>
                  <a:gd name="T6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8" h="58">
                    <a:moveTo>
                      <a:pt x="57" y="0"/>
                    </a:moveTo>
                    <a:lnTo>
                      <a:pt x="57" y="0"/>
                    </a:lnTo>
                    <a:lnTo>
                      <a:pt x="58" y="0"/>
                    </a:lnTo>
                    <a:lnTo>
                      <a:pt x="51" y="47"/>
                    </a:lnTo>
                    <a:lnTo>
                      <a:pt x="52" y="53"/>
                    </a:lnTo>
                    <a:lnTo>
                      <a:pt x="52" y="55"/>
                    </a:lnTo>
                    <a:lnTo>
                      <a:pt x="46" y="58"/>
                    </a:lnTo>
                    <a:lnTo>
                      <a:pt x="45" y="58"/>
                    </a:lnTo>
                    <a:lnTo>
                      <a:pt x="45" y="58"/>
                    </a:lnTo>
                    <a:lnTo>
                      <a:pt x="41" y="53"/>
                    </a:lnTo>
                    <a:lnTo>
                      <a:pt x="24" y="52"/>
                    </a:lnTo>
                    <a:lnTo>
                      <a:pt x="24" y="52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2" y="27"/>
                    </a:lnTo>
                    <a:lnTo>
                      <a:pt x="3" y="27"/>
                    </a:lnTo>
                    <a:lnTo>
                      <a:pt x="8" y="25"/>
                    </a:lnTo>
                    <a:lnTo>
                      <a:pt x="11" y="22"/>
                    </a:lnTo>
                    <a:lnTo>
                      <a:pt x="11" y="16"/>
                    </a:lnTo>
                    <a:lnTo>
                      <a:pt x="12" y="16"/>
                    </a:lnTo>
                    <a:lnTo>
                      <a:pt x="17" y="16"/>
                    </a:lnTo>
                    <a:lnTo>
                      <a:pt x="18" y="12"/>
                    </a:lnTo>
                    <a:lnTo>
                      <a:pt x="20" y="12"/>
                    </a:lnTo>
                    <a:lnTo>
                      <a:pt x="20" y="12"/>
                    </a:lnTo>
                    <a:lnTo>
                      <a:pt x="24" y="13"/>
                    </a:lnTo>
                    <a:lnTo>
                      <a:pt x="32" y="9"/>
                    </a:lnTo>
                    <a:lnTo>
                      <a:pt x="36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43" y="4"/>
                    </a:lnTo>
                    <a:lnTo>
                      <a:pt x="57" y="0"/>
                    </a:lnTo>
                    <a:lnTo>
                      <a:pt x="57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  <p:sp>
            <p:nvSpPr>
              <p:cNvPr id="701" name="Freeform 1916">
                <a:extLst>
                  <a:ext uri="{FF2B5EF4-FFF2-40B4-BE49-F238E27FC236}">
                    <a16:creationId xmlns:a16="http://schemas.microsoft.com/office/drawing/2014/main" id="{2D9D1A13-A89A-7BE8-6FDB-356768358B5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785128" y="6840671"/>
                <a:ext cx="44911" cy="48365"/>
              </a:xfrm>
              <a:custGeom>
                <a:avLst/>
                <a:gdLst>
                  <a:gd name="T0" fmla="*/ 0 w 13"/>
                  <a:gd name="T1" fmla="*/ 0 h 14"/>
                  <a:gd name="T2" fmla="*/ 3 w 13"/>
                  <a:gd name="T3" fmla="*/ 0 h 14"/>
                  <a:gd name="T4" fmla="*/ 10 w 13"/>
                  <a:gd name="T5" fmla="*/ 6 h 14"/>
                  <a:gd name="T6" fmla="*/ 13 w 13"/>
                  <a:gd name="T7" fmla="*/ 14 h 14"/>
                  <a:gd name="T8" fmla="*/ 3 w 13"/>
                  <a:gd name="T9" fmla="*/ 11 h 14"/>
                  <a:gd name="T10" fmla="*/ 0 w 13"/>
                  <a:gd name="T1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14">
                    <a:moveTo>
                      <a:pt x="0" y="0"/>
                    </a:moveTo>
                    <a:lnTo>
                      <a:pt x="3" y="0"/>
                    </a:lnTo>
                    <a:lnTo>
                      <a:pt x="10" y="6"/>
                    </a:lnTo>
                    <a:lnTo>
                      <a:pt x="13" y="14"/>
                    </a:lnTo>
                    <a:lnTo>
                      <a:pt x="3" y="1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15166" tIns="57583" rIns="115166" bIns="57583" numCol="1" anchor="t" anchorCtr="0" compatLnSpc="1">
                <a:prstTxWarp prst="textNoShape">
                  <a:avLst/>
                </a:prstTxWarp>
              </a:bodyPr>
              <a:lstStyle/>
              <a:p>
                <a:pPr defTabSz="1151687"/>
                <a:endParaRPr lang="en-GB" sz="2267">
                  <a:solidFill>
                    <a:srgbClr val="455560"/>
                  </a:solidFill>
                  <a:latin typeface="Arial"/>
                </a:endParaRPr>
              </a:p>
            </p:txBody>
          </p:sp>
        </p:grpSp>
      </p:grpSp>
      <p:grpSp>
        <p:nvGrpSpPr>
          <p:cNvPr id="599" name="THE UNITED STATES">
            <a:extLst>
              <a:ext uri="{FF2B5EF4-FFF2-40B4-BE49-F238E27FC236}">
                <a16:creationId xmlns:a16="http://schemas.microsoft.com/office/drawing/2014/main" id="{20079F7F-797E-27B4-E263-DB52FFC90229}"/>
              </a:ext>
            </a:extLst>
          </p:cNvPr>
          <p:cNvGrpSpPr/>
          <p:nvPr userDrawn="1"/>
        </p:nvGrpSpPr>
        <p:grpSpPr>
          <a:xfrm>
            <a:off x="963359" y="1640018"/>
            <a:ext cx="2892922" cy="2314706"/>
            <a:chOff x="1268047" y="1906886"/>
            <a:chExt cx="2721190" cy="2177298"/>
          </a:xfrm>
          <a:solidFill>
            <a:srgbClr val="4D148C"/>
          </a:solidFill>
        </p:grpSpPr>
        <p:sp>
          <p:nvSpPr>
            <p:cNvPr id="681" name="Freeform 323">
              <a:extLst>
                <a:ext uri="{FF2B5EF4-FFF2-40B4-BE49-F238E27FC236}">
                  <a16:creationId xmlns:a16="http://schemas.microsoft.com/office/drawing/2014/main" id="{C7982725-5EBB-791A-438C-C68F3CA18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984" y="3469205"/>
              <a:ext cx="49401" cy="24702"/>
            </a:xfrm>
            <a:custGeom>
              <a:avLst/>
              <a:gdLst>
                <a:gd name="T0" fmla="*/ 22 w 24"/>
                <a:gd name="T1" fmla="*/ 0 h 12"/>
                <a:gd name="T2" fmla="*/ 24 w 24"/>
                <a:gd name="T3" fmla="*/ 0 h 12"/>
                <a:gd name="T4" fmla="*/ 24 w 24"/>
                <a:gd name="T5" fmla="*/ 0 h 12"/>
                <a:gd name="T6" fmla="*/ 19 w 24"/>
                <a:gd name="T7" fmla="*/ 6 h 12"/>
                <a:gd name="T8" fmla="*/ 0 w 24"/>
                <a:gd name="T9" fmla="*/ 12 h 12"/>
                <a:gd name="T10" fmla="*/ 0 w 24"/>
                <a:gd name="T11" fmla="*/ 12 h 12"/>
                <a:gd name="T12" fmla="*/ 0 w 24"/>
                <a:gd name="T13" fmla="*/ 12 h 12"/>
                <a:gd name="T14" fmla="*/ 0 w 24"/>
                <a:gd name="T15" fmla="*/ 11 h 12"/>
                <a:gd name="T16" fmla="*/ 3 w 24"/>
                <a:gd name="T17" fmla="*/ 6 h 12"/>
                <a:gd name="T18" fmla="*/ 22 w 24"/>
                <a:gd name="T19" fmla="*/ 0 h 12"/>
                <a:gd name="T20" fmla="*/ 22 w 24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12">
                  <a:moveTo>
                    <a:pt x="22" y="0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19" y="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3" y="6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82" name="Freeform 324">
              <a:extLst>
                <a:ext uri="{FF2B5EF4-FFF2-40B4-BE49-F238E27FC236}">
                  <a16:creationId xmlns:a16="http://schemas.microsoft.com/office/drawing/2014/main" id="{EB398D42-8C79-1258-623D-DE11FDF027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9867" y="3467147"/>
              <a:ext cx="53518" cy="26760"/>
            </a:xfrm>
            <a:custGeom>
              <a:avLst/>
              <a:gdLst>
                <a:gd name="T0" fmla="*/ 24 w 26"/>
                <a:gd name="T1" fmla="*/ 1 h 13"/>
                <a:gd name="T2" fmla="*/ 5 w 26"/>
                <a:gd name="T3" fmla="*/ 7 h 13"/>
                <a:gd name="T4" fmla="*/ 2 w 26"/>
                <a:gd name="T5" fmla="*/ 12 h 13"/>
                <a:gd name="T6" fmla="*/ 21 w 26"/>
                <a:gd name="T7" fmla="*/ 6 h 13"/>
                <a:gd name="T8" fmla="*/ 24 w 26"/>
                <a:gd name="T9" fmla="*/ 1 h 13"/>
                <a:gd name="T10" fmla="*/ 24 w 26"/>
                <a:gd name="T11" fmla="*/ 0 h 13"/>
                <a:gd name="T12" fmla="*/ 26 w 26"/>
                <a:gd name="T13" fmla="*/ 1 h 13"/>
                <a:gd name="T14" fmla="*/ 26 w 26"/>
                <a:gd name="T15" fmla="*/ 1 h 13"/>
                <a:gd name="T16" fmla="*/ 26 w 26"/>
                <a:gd name="T17" fmla="*/ 3 h 13"/>
                <a:gd name="T18" fmla="*/ 23 w 26"/>
                <a:gd name="T19" fmla="*/ 7 h 13"/>
                <a:gd name="T20" fmla="*/ 21 w 26"/>
                <a:gd name="T21" fmla="*/ 7 h 13"/>
                <a:gd name="T22" fmla="*/ 2 w 26"/>
                <a:gd name="T23" fmla="*/ 13 h 13"/>
                <a:gd name="T24" fmla="*/ 2 w 26"/>
                <a:gd name="T25" fmla="*/ 13 h 13"/>
                <a:gd name="T26" fmla="*/ 0 w 26"/>
                <a:gd name="T27" fmla="*/ 13 h 13"/>
                <a:gd name="T28" fmla="*/ 0 w 26"/>
                <a:gd name="T29" fmla="*/ 12 h 13"/>
                <a:gd name="T30" fmla="*/ 0 w 26"/>
                <a:gd name="T31" fmla="*/ 12 h 13"/>
                <a:gd name="T32" fmla="*/ 5 w 26"/>
                <a:gd name="T33" fmla="*/ 7 h 13"/>
                <a:gd name="T34" fmla="*/ 5 w 26"/>
                <a:gd name="T35" fmla="*/ 6 h 13"/>
                <a:gd name="T36" fmla="*/ 24 w 26"/>
                <a:gd name="T37" fmla="*/ 0 h 13"/>
                <a:gd name="T38" fmla="*/ 24 w 26"/>
                <a:gd name="T3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" h="13">
                  <a:moveTo>
                    <a:pt x="24" y="1"/>
                  </a:moveTo>
                  <a:lnTo>
                    <a:pt x="5" y="7"/>
                  </a:lnTo>
                  <a:lnTo>
                    <a:pt x="2" y="12"/>
                  </a:lnTo>
                  <a:lnTo>
                    <a:pt x="21" y="6"/>
                  </a:lnTo>
                  <a:lnTo>
                    <a:pt x="24" y="1"/>
                  </a:lnTo>
                  <a:close/>
                  <a:moveTo>
                    <a:pt x="24" y="0"/>
                  </a:moveTo>
                  <a:lnTo>
                    <a:pt x="26" y="1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3" y="7"/>
                  </a:lnTo>
                  <a:lnTo>
                    <a:pt x="21" y="7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5" y="7"/>
                  </a:lnTo>
                  <a:lnTo>
                    <a:pt x="5" y="6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83" name="Freeform 285">
              <a:extLst>
                <a:ext uri="{FF2B5EF4-FFF2-40B4-BE49-F238E27FC236}">
                  <a16:creationId xmlns:a16="http://schemas.microsoft.com/office/drawing/2014/main" id="{588FD628-EEBE-F9DC-041B-BE252A0B9A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39270" y="3152212"/>
              <a:ext cx="1549967" cy="833649"/>
            </a:xfrm>
            <a:custGeom>
              <a:avLst/>
              <a:gdLst>
                <a:gd name="T0" fmla="*/ 163 w 753"/>
                <a:gd name="T1" fmla="*/ 150 h 405"/>
                <a:gd name="T2" fmla="*/ 156 w 753"/>
                <a:gd name="T3" fmla="*/ 147 h 405"/>
                <a:gd name="T4" fmla="*/ 455 w 753"/>
                <a:gd name="T5" fmla="*/ 30 h 405"/>
                <a:gd name="T6" fmla="*/ 441 w 753"/>
                <a:gd name="T7" fmla="*/ 51 h 405"/>
                <a:gd name="T8" fmla="*/ 473 w 753"/>
                <a:gd name="T9" fmla="*/ 54 h 405"/>
                <a:gd name="T10" fmla="*/ 506 w 753"/>
                <a:gd name="T11" fmla="*/ 54 h 405"/>
                <a:gd name="T12" fmla="*/ 526 w 753"/>
                <a:gd name="T13" fmla="*/ 58 h 405"/>
                <a:gd name="T14" fmla="*/ 524 w 753"/>
                <a:gd name="T15" fmla="*/ 68 h 405"/>
                <a:gd name="T16" fmla="*/ 495 w 753"/>
                <a:gd name="T17" fmla="*/ 76 h 405"/>
                <a:gd name="T18" fmla="*/ 488 w 753"/>
                <a:gd name="T19" fmla="*/ 80 h 405"/>
                <a:gd name="T20" fmla="*/ 481 w 753"/>
                <a:gd name="T21" fmla="*/ 135 h 405"/>
                <a:gd name="T22" fmla="*/ 507 w 753"/>
                <a:gd name="T23" fmla="*/ 83 h 405"/>
                <a:gd name="T24" fmla="*/ 516 w 753"/>
                <a:gd name="T25" fmla="*/ 79 h 405"/>
                <a:gd name="T26" fmla="*/ 534 w 753"/>
                <a:gd name="T27" fmla="*/ 110 h 405"/>
                <a:gd name="T28" fmla="*/ 549 w 753"/>
                <a:gd name="T29" fmla="*/ 131 h 405"/>
                <a:gd name="T30" fmla="*/ 596 w 753"/>
                <a:gd name="T31" fmla="*/ 126 h 405"/>
                <a:gd name="T32" fmla="*/ 632 w 753"/>
                <a:gd name="T33" fmla="*/ 107 h 405"/>
                <a:gd name="T34" fmla="*/ 695 w 753"/>
                <a:gd name="T35" fmla="*/ 82 h 405"/>
                <a:gd name="T36" fmla="*/ 728 w 753"/>
                <a:gd name="T37" fmla="*/ 45 h 405"/>
                <a:gd name="T38" fmla="*/ 746 w 753"/>
                <a:gd name="T39" fmla="*/ 76 h 405"/>
                <a:gd name="T40" fmla="*/ 735 w 753"/>
                <a:gd name="T41" fmla="*/ 101 h 405"/>
                <a:gd name="T42" fmla="*/ 710 w 753"/>
                <a:gd name="T43" fmla="*/ 144 h 405"/>
                <a:gd name="T44" fmla="*/ 715 w 753"/>
                <a:gd name="T45" fmla="*/ 146 h 405"/>
                <a:gd name="T46" fmla="*/ 698 w 753"/>
                <a:gd name="T47" fmla="*/ 147 h 405"/>
                <a:gd name="T48" fmla="*/ 660 w 753"/>
                <a:gd name="T49" fmla="*/ 181 h 405"/>
                <a:gd name="T50" fmla="*/ 650 w 753"/>
                <a:gd name="T51" fmla="*/ 199 h 405"/>
                <a:gd name="T52" fmla="*/ 632 w 753"/>
                <a:gd name="T53" fmla="*/ 202 h 405"/>
                <a:gd name="T54" fmla="*/ 629 w 753"/>
                <a:gd name="T55" fmla="*/ 200 h 405"/>
                <a:gd name="T56" fmla="*/ 633 w 753"/>
                <a:gd name="T57" fmla="*/ 212 h 405"/>
                <a:gd name="T58" fmla="*/ 639 w 753"/>
                <a:gd name="T59" fmla="*/ 240 h 405"/>
                <a:gd name="T60" fmla="*/ 627 w 753"/>
                <a:gd name="T61" fmla="*/ 242 h 405"/>
                <a:gd name="T62" fmla="*/ 639 w 753"/>
                <a:gd name="T63" fmla="*/ 246 h 405"/>
                <a:gd name="T64" fmla="*/ 630 w 753"/>
                <a:gd name="T65" fmla="*/ 252 h 405"/>
                <a:gd name="T66" fmla="*/ 612 w 753"/>
                <a:gd name="T67" fmla="*/ 272 h 405"/>
                <a:gd name="T68" fmla="*/ 562 w 753"/>
                <a:gd name="T69" fmla="*/ 325 h 405"/>
                <a:gd name="T70" fmla="*/ 564 w 753"/>
                <a:gd name="T71" fmla="*/ 396 h 405"/>
                <a:gd name="T72" fmla="*/ 547 w 753"/>
                <a:gd name="T73" fmla="*/ 372 h 405"/>
                <a:gd name="T74" fmla="*/ 529 w 753"/>
                <a:gd name="T75" fmla="*/ 332 h 405"/>
                <a:gd name="T76" fmla="*/ 491 w 753"/>
                <a:gd name="T77" fmla="*/ 328 h 405"/>
                <a:gd name="T78" fmla="*/ 478 w 753"/>
                <a:gd name="T79" fmla="*/ 329 h 405"/>
                <a:gd name="T80" fmla="*/ 454 w 753"/>
                <a:gd name="T81" fmla="*/ 332 h 405"/>
                <a:gd name="T82" fmla="*/ 463 w 753"/>
                <a:gd name="T83" fmla="*/ 347 h 405"/>
                <a:gd name="T84" fmla="*/ 441 w 753"/>
                <a:gd name="T85" fmla="*/ 347 h 405"/>
                <a:gd name="T86" fmla="*/ 390 w 753"/>
                <a:gd name="T87" fmla="*/ 340 h 405"/>
                <a:gd name="T88" fmla="*/ 357 w 753"/>
                <a:gd name="T89" fmla="*/ 366 h 405"/>
                <a:gd name="T90" fmla="*/ 360 w 753"/>
                <a:gd name="T91" fmla="*/ 396 h 405"/>
                <a:gd name="T92" fmla="*/ 301 w 753"/>
                <a:gd name="T93" fmla="*/ 337 h 405"/>
                <a:gd name="T94" fmla="*/ 255 w 753"/>
                <a:gd name="T95" fmla="*/ 325 h 405"/>
                <a:gd name="T96" fmla="*/ 117 w 753"/>
                <a:gd name="T97" fmla="*/ 295 h 405"/>
                <a:gd name="T98" fmla="*/ 80 w 753"/>
                <a:gd name="T99" fmla="*/ 273 h 405"/>
                <a:gd name="T100" fmla="*/ 28 w 753"/>
                <a:gd name="T101" fmla="*/ 214 h 405"/>
                <a:gd name="T102" fmla="*/ 33 w 753"/>
                <a:gd name="T103" fmla="*/ 206 h 405"/>
                <a:gd name="T104" fmla="*/ 12 w 753"/>
                <a:gd name="T105" fmla="*/ 180 h 405"/>
                <a:gd name="T106" fmla="*/ 11 w 753"/>
                <a:gd name="T107" fmla="*/ 66 h 405"/>
                <a:gd name="T108" fmla="*/ 11 w 753"/>
                <a:gd name="T109" fmla="*/ 57 h 405"/>
                <a:gd name="T110" fmla="*/ 0 w 753"/>
                <a:gd name="T111" fmla="*/ 21 h 405"/>
                <a:gd name="T112" fmla="*/ 30 w 753"/>
                <a:gd name="T113" fmla="*/ 30 h 405"/>
                <a:gd name="T114" fmla="*/ 384 w 753"/>
                <a:gd name="T115" fmla="*/ 11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53" h="405">
                  <a:moveTo>
                    <a:pt x="151" y="146"/>
                  </a:moveTo>
                  <a:lnTo>
                    <a:pt x="160" y="159"/>
                  </a:lnTo>
                  <a:lnTo>
                    <a:pt x="162" y="162"/>
                  </a:lnTo>
                  <a:lnTo>
                    <a:pt x="165" y="160"/>
                  </a:lnTo>
                  <a:lnTo>
                    <a:pt x="166" y="159"/>
                  </a:lnTo>
                  <a:lnTo>
                    <a:pt x="162" y="154"/>
                  </a:lnTo>
                  <a:lnTo>
                    <a:pt x="162" y="154"/>
                  </a:lnTo>
                  <a:lnTo>
                    <a:pt x="163" y="150"/>
                  </a:lnTo>
                  <a:lnTo>
                    <a:pt x="160" y="149"/>
                  </a:lnTo>
                  <a:lnTo>
                    <a:pt x="160" y="151"/>
                  </a:lnTo>
                  <a:lnTo>
                    <a:pt x="159" y="153"/>
                  </a:lnTo>
                  <a:lnTo>
                    <a:pt x="159" y="153"/>
                  </a:lnTo>
                  <a:lnTo>
                    <a:pt x="159" y="153"/>
                  </a:lnTo>
                  <a:lnTo>
                    <a:pt x="156" y="151"/>
                  </a:lnTo>
                  <a:lnTo>
                    <a:pt x="154" y="150"/>
                  </a:lnTo>
                  <a:lnTo>
                    <a:pt x="156" y="147"/>
                  </a:lnTo>
                  <a:lnTo>
                    <a:pt x="151" y="146"/>
                  </a:lnTo>
                  <a:close/>
                  <a:moveTo>
                    <a:pt x="386" y="0"/>
                  </a:moveTo>
                  <a:lnTo>
                    <a:pt x="386" y="2"/>
                  </a:lnTo>
                  <a:lnTo>
                    <a:pt x="393" y="15"/>
                  </a:lnTo>
                  <a:lnTo>
                    <a:pt x="415" y="17"/>
                  </a:lnTo>
                  <a:lnTo>
                    <a:pt x="435" y="27"/>
                  </a:lnTo>
                  <a:lnTo>
                    <a:pt x="441" y="25"/>
                  </a:lnTo>
                  <a:lnTo>
                    <a:pt x="455" y="30"/>
                  </a:lnTo>
                  <a:lnTo>
                    <a:pt x="455" y="30"/>
                  </a:lnTo>
                  <a:lnTo>
                    <a:pt x="455" y="31"/>
                  </a:lnTo>
                  <a:lnTo>
                    <a:pt x="436" y="45"/>
                  </a:lnTo>
                  <a:lnTo>
                    <a:pt x="427" y="55"/>
                  </a:lnTo>
                  <a:lnTo>
                    <a:pt x="439" y="51"/>
                  </a:lnTo>
                  <a:lnTo>
                    <a:pt x="441" y="51"/>
                  </a:lnTo>
                  <a:lnTo>
                    <a:pt x="441" y="51"/>
                  </a:lnTo>
                  <a:lnTo>
                    <a:pt x="441" y="51"/>
                  </a:lnTo>
                  <a:lnTo>
                    <a:pt x="441" y="57"/>
                  </a:lnTo>
                  <a:lnTo>
                    <a:pt x="449" y="57"/>
                  </a:lnTo>
                  <a:lnTo>
                    <a:pt x="481" y="39"/>
                  </a:lnTo>
                  <a:lnTo>
                    <a:pt x="481" y="39"/>
                  </a:lnTo>
                  <a:lnTo>
                    <a:pt x="481" y="40"/>
                  </a:lnTo>
                  <a:lnTo>
                    <a:pt x="481" y="40"/>
                  </a:lnTo>
                  <a:lnTo>
                    <a:pt x="473" y="51"/>
                  </a:lnTo>
                  <a:lnTo>
                    <a:pt x="473" y="54"/>
                  </a:lnTo>
                  <a:lnTo>
                    <a:pt x="478" y="51"/>
                  </a:lnTo>
                  <a:lnTo>
                    <a:pt x="478" y="51"/>
                  </a:lnTo>
                  <a:lnTo>
                    <a:pt x="479" y="51"/>
                  </a:lnTo>
                  <a:lnTo>
                    <a:pt x="488" y="58"/>
                  </a:lnTo>
                  <a:lnTo>
                    <a:pt x="495" y="60"/>
                  </a:lnTo>
                  <a:lnTo>
                    <a:pt x="501" y="54"/>
                  </a:lnTo>
                  <a:lnTo>
                    <a:pt x="503" y="54"/>
                  </a:lnTo>
                  <a:lnTo>
                    <a:pt x="506" y="54"/>
                  </a:lnTo>
                  <a:lnTo>
                    <a:pt x="509" y="54"/>
                  </a:lnTo>
                  <a:lnTo>
                    <a:pt x="512" y="54"/>
                  </a:lnTo>
                  <a:lnTo>
                    <a:pt x="515" y="54"/>
                  </a:lnTo>
                  <a:lnTo>
                    <a:pt x="516" y="54"/>
                  </a:lnTo>
                  <a:lnTo>
                    <a:pt x="516" y="54"/>
                  </a:lnTo>
                  <a:lnTo>
                    <a:pt x="518" y="57"/>
                  </a:lnTo>
                  <a:lnTo>
                    <a:pt x="524" y="58"/>
                  </a:lnTo>
                  <a:lnTo>
                    <a:pt x="526" y="58"/>
                  </a:lnTo>
                  <a:lnTo>
                    <a:pt x="526" y="60"/>
                  </a:lnTo>
                  <a:lnTo>
                    <a:pt x="531" y="67"/>
                  </a:lnTo>
                  <a:lnTo>
                    <a:pt x="531" y="68"/>
                  </a:lnTo>
                  <a:lnTo>
                    <a:pt x="531" y="68"/>
                  </a:lnTo>
                  <a:lnTo>
                    <a:pt x="529" y="68"/>
                  </a:lnTo>
                  <a:lnTo>
                    <a:pt x="528" y="68"/>
                  </a:lnTo>
                  <a:lnTo>
                    <a:pt x="525" y="68"/>
                  </a:lnTo>
                  <a:lnTo>
                    <a:pt x="524" y="68"/>
                  </a:lnTo>
                  <a:lnTo>
                    <a:pt x="522" y="68"/>
                  </a:lnTo>
                  <a:lnTo>
                    <a:pt x="521" y="71"/>
                  </a:lnTo>
                  <a:lnTo>
                    <a:pt x="521" y="71"/>
                  </a:lnTo>
                  <a:lnTo>
                    <a:pt x="521" y="71"/>
                  </a:lnTo>
                  <a:lnTo>
                    <a:pt x="519" y="71"/>
                  </a:lnTo>
                  <a:lnTo>
                    <a:pt x="513" y="67"/>
                  </a:lnTo>
                  <a:lnTo>
                    <a:pt x="495" y="76"/>
                  </a:lnTo>
                  <a:lnTo>
                    <a:pt x="495" y="76"/>
                  </a:lnTo>
                  <a:lnTo>
                    <a:pt x="495" y="76"/>
                  </a:lnTo>
                  <a:lnTo>
                    <a:pt x="495" y="74"/>
                  </a:lnTo>
                  <a:lnTo>
                    <a:pt x="495" y="71"/>
                  </a:lnTo>
                  <a:lnTo>
                    <a:pt x="489" y="76"/>
                  </a:lnTo>
                  <a:lnTo>
                    <a:pt x="481" y="91"/>
                  </a:lnTo>
                  <a:lnTo>
                    <a:pt x="481" y="92"/>
                  </a:lnTo>
                  <a:lnTo>
                    <a:pt x="485" y="89"/>
                  </a:lnTo>
                  <a:lnTo>
                    <a:pt x="488" y="80"/>
                  </a:lnTo>
                  <a:lnTo>
                    <a:pt x="489" y="80"/>
                  </a:lnTo>
                  <a:lnTo>
                    <a:pt x="489" y="80"/>
                  </a:lnTo>
                  <a:lnTo>
                    <a:pt x="489" y="80"/>
                  </a:lnTo>
                  <a:lnTo>
                    <a:pt x="491" y="83"/>
                  </a:lnTo>
                  <a:lnTo>
                    <a:pt x="491" y="85"/>
                  </a:lnTo>
                  <a:lnTo>
                    <a:pt x="485" y="95"/>
                  </a:lnTo>
                  <a:lnTo>
                    <a:pt x="481" y="119"/>
                  </a:lnTo>
                  <a:lnTo>
                    <a:pt x="481" y="135"/>
                  </a:lnTo>
                  <a:lnTo>
                    <a:pt x="485" y="143"/>
                  </a:lnTo>
                  <a:lnTo>
                    <a:pt x="489" y="146"/>
                  </a:lnTo>
                  <a:lnTo>
                    <a:pt x="494" y="141"/>
                  </a:lnTo>
                  <a:lnTo>
                    <a:pt x="500" y="129"/>
                  </a:lnTo>
                  <a:lnTo>
                    <a:pt x="500" y="120"/>
                  </a:lnTo>
                  <a:lnTo>
                    <a:pt x="497" y="111"/>
                  </a:lnTo>
                  <a:lnTo>
                    <a:pt x="500" y="92"/>
                  </a:lnTo>
                  <a:lnTo>
                    <a:pt x="507" y="83"/>
                  </a:lnTo>
                  <a:lnTo>
                    <a:pt x="509" y="83"/>
                  </a:lnTo>
                  <a:lnTo>
                    <a:pt x="509" y="83"/>
                  </a:lnTo>
                  <a:lnTo>
                    <a:pt x="509" y="85"/>
                  </a:lnTo>
                  <a:lnTo>
                    <a:pt x="509" y="88"/>
                  </a:lnTo>
                  <a:lnTo>
                    <a:pt x="510" y="88"/>
                  </a:lnTo>
                  <a:lnTo>
                    <a:pt x="510" y="82"/>
                  </a:lnTo>
                  <a:lnTo>
                    <a:pt x="512" y="80"/>
                  </a:lnTo>
                  <a:lnTo>
                    <a:pt x="516" y="79"/>
                  </a:lnTo>
                  <a:lnTo>
                    <a:pt x="516" y="74"/>
                  </a:lnTo>
                  <a:lnTo>
                    <a:pt x="518" y="73"/>
                  </a:lnTo>
                  <a:lnTo>
                    <a:pt x="525" y="73"/>
                  </a:lnTo>
                  <a:lnTo>
                    <a:pt x="537" y="80"/>
                  </a:lnTo>
                  <a:lnTo>
                    <a:pt x="538" y="82"/>
                  </a:lnTo>
                  <a:lnTo>
                    <a:pt x="540" y="97"/>
                  </a:lnTo>
                  <a:lnTo>
                    <a:pt x="532" y="108"/>
                  </a:lnTo>
                  <a:lnTo>
                    <a:pt x="534" y="110"/>
                  </a:lnTo>
                  <a:lnTo>
                    <a:pt x="538" y="106"/>
                  </a:lnTo>
                  <a:lnTo>
                    <a:pt x="544" y="103"/>
                  </a:lnTo>
                  <a:lnTo>
                    <a:pt x="544" y="103"/>
                  </a:lnTo>
                  <a:lnTo>
                    <a:pt x="544" y="103"/>
                  </a:lnTo>
                  <a:lnTo>
                    <a:pt x="546" y="104"/>
                  </a:lnTo>
                  <a:lnTo>
                    <a:pt x="552" y="122"/>
                  </a:lnTo>
                  <a:lnTo>
                    <a:pt x="549" y="129"/>
                  </a:lnTo>
                  <a:lnTo>
                    <a:pt x="549" y="131"/>
                  </a:lnTo>
                  <a:lnTo>
                    <a:pt x="547" y="131"/>
                  </a:lnTo>
                  <a:lnTo>
                    <a:pt x="546" y="134"/>
                  </a:lnTo>
                  <a:lnTo>
                    <a:pt x="543" y="141"/>
                  </a:lnTo>
                  <a:lnTo>
                    <a:pt x="538" y="146"/>
                  </a:lnTo>
                  <a:lnTo>
                    <a:pt x="543" y="147"/>
                  </a:lnTo>
                  <a:lnTo>
                    <a:pt x="559" y="147"/>
                  </a:lnTo>
                  <a:lnTo>
                    <a:pt x="583" y="137"/>
                  </a:lnTo>
                  <a:lnTo>
                    <a:pt x="596" y="126"/>
                  </a:lnTo>
                  <a:lnTo>
                    <a:pt x="595" y="119"/>
                  </a:lnTo>
                  <a:lnTo>
                    <a:pt x="595" y="119"/>
                  </a:lnTo>
                  <a:lnTo>
                    <a:pt x="595" y="119"/>
                  </a:lnTo>
                  <a:lnTo>
                    <a:pt x="607" y="114"/>
                  </a:lnTo>
                  <a:lnTo>
                    <a:pt x="623" y="116"/>
                  </a:lnTo>
                  <a:lnTo>
                    <a:pt x="632" y="113"/>
                  </a:lnTo>
                  <a:lnTo>
                    <a:pt x="632" y="107"/>
                  </a:lnTo>
                  <a:lnTo>
                    <a:pt x="632" y="107"/>
                  </a:lnTo>
                  <a:lnTo>
                    <a:pt x="633" y="104"/>
                  </a:lnTo>
                  <a:lnTo>
                    <a:pt x="630" y="104"/>
                  </a:lnTo>
                  <a:lnTo>
                    <a:pt x="630" y="103"/>
                  </a:lnTo>
                  <a:lnTo>
                    <a:pt x="630" y="103"/>
                  </a:lnTo>
                  <a:lnTo>
                    <a:pt x="638" y="94"/>
                  </a:lnTo>
                  <a:lnTo>
                    <a:pt x="648" y="86"/>
                  </a:lnTo>
                  <a:lnTo>
                    <a:pt x="692" y="86"/>
                  </a:lnTo>
                  <a:lnTo>
                    <a:pt x="695" y="82"/>
                  </a:lnTo>
                  <a:lnTo>
                    <a:pt x="695" y="82"/>
                  </a:lnTo>
                  <a:lnTo>
                    <a:pt x="704" y="80"/>
                  </a:lnTo>
                  <a:lnTo>
                    <a:pt x="713" y="52"/>
                  </a:lnTo>
                  <a:lnTo>
                    <a:pt x="721" y="40"/>
                  </a:lnTo>
                  <a:lnTo>
                    <a:pt x="721" y="40"/>
                  </a:lnTo>
                  <a:lnTo>
                    <a:pt x="721" y="40"/>
                  </a:lnTo>
                  <a:lnTo>
                    <a:pt x="722" y="40"/>
                  </a:lnTo>
                  <a:lnTo>
                    <a:pt x="728" y="45"/>
                  </a:lnTo>
                  <a:lnTo>
                    <a:pt x="735" y="42"/>
                  </a:lnTo>
                  <a:lnTo>
                    <a:pt x="735" y="42"/>
                  </a:lnTo>
                  <a:lnTo>
                    <a:pt x="737" y="42"/>
                  </a:lnTo>
                  <a:lnTo>
                    <a:pt x="743" y="48"/>
                  </a:lnTo>
                  <a:lnTo>
                    <a:pt x="743" y="49"/>
                  </a:lnTo>
                  <a:lnTo>
                    <a:pt x="743" y="73"/>
                  </a:lnTo>
                  <a:lnTo>
                    <a:pt x="746" y="74"/>
                  </a:lnTo>
                  <a:lnTo>
                    <a:pt x="746" y="76"/>
                  </a:lnTo>
                  <a:lnTo>
                    <a:pt x="747" y="82"/>
                  </a:lnTo>
                  <a:lnTo>
                    <a:pt x="753" y="82"/>
                  </a:lnTo>
                  <a:lnTo>
                    <a:pt x="753" y="83"/>
                  </a:lnTo>
                  <a:lnTo>
                    <a:pt x="752" y="88"/>
                  </a:lnTo>
                  <a:lnTo>
                    <a:pt x="753" y="91"/>
                  </a:lnTo>
                  <a:lnTo>
                    <a:pt x="753" y="91"/>
                  </a:lnTo>
                  <a:lnTo>
                    <a:pt x="752" y="92"/>
                  </a:lnTo>
                  <a:lnTo>
                    <a:pt x="735" y="101"/>
                  </a:lnTo>
                  <a:lnTo>
                    <a:pt x="735" y="101"/>
                  </a:lnTo>
                  <a:lnTo>
                    <a:pt x="735" y="101"/>
                  </a:lnTo>
                  <a:lnTo>
                    <a:pt x="730" y="97"/>
                  </a:lnTo>
                  <a:lnTo>
                    <a:pt x="727" y="104"/>
                  </a:lnTo>
                  <a:lnTo>
                    <a:pt x="725" y="106"/>
                  </a:lnTo>
                  <a:lnTo>
                    <a:pt x="712" y="111"/>
                  </a:lnTo>
                  <a:lnTo>
                    <a:pt x="703" y="135"/>
                  </a:lnTo>
                  <a:lnTo>
                    <a:pt x="710" y="144"/>
                  </a:lnTo>
                  <a:lnTo>
                    <a:pt x="713" y="144"/>
                  </a:lnTo>
                  <a:lnTo>
                    <a:pt x="713" y="141"/>
                  </a:lnTo>
                  <a:lnTo>
                    <a:pt x="715" y="140"/>
                  </a:lnTo>
                  <a:lnTo>
                    <a:pt x="715" y="140"/>
                  </a:lnTo>
                  <a:lnTo>
                    <a:pt x="715" y="141"/>
                  </a:lnTo>
                  <a:lnTo>
                    <a:pt x="716" y="146"/>
                  </a:lnTo>
                  <a:lnTo>
                    <a:pt x="715" y="146"/>
                  </a:lnTo>
                  <a:lnTo>
                    <a:pt x="715" y="146"/>
                  </a:lnTo>
                  <a:lnTo>
                    <a:pt x="712" y="147"/>
                  </a:lnTo>
                  <a:lnTo>
                    <a:pt x="709" y="147"/>
                  </a:lnTo>
                  <a:lnTo>
                    <a:pt x="706" y="147"/>
                  </a:lnTo>
                  <a:lnTo>
                    <a:pt x="703" y="149"/>
                  </a:lnTo>
                  <a:lnTo>
                    <a:pt x="701" y="149"/>
                  </a:lnTo>
                  <a:lnTo>
                    <a:pt x="700" y="149"/>
                  </a:lnTo>
                  <a:lnTo>
                    <a:pt x="700" y="149"/>
                  </a:lnTo>
                  <a:lnTo>
                    <a:pt x="698" y="147"/>
                  </a:lnTo>
                  <a:lnTo>
                    <a:pt x="694" y="151"/>
                  </a:lnTo>
                  <a:lnTo>
                    <a:pt x="694" y="151"/>
                  </a:lnTo>
                  <a:lnTo>
                    <a:pt x="675" y="154"/>
                  </a:lnTo>
                  <a:lnTo>
                    <a:pt x="660" y="163"/>
                  </a:lnTo>
                  <a:lnTo>
                    <a:pt x="660" y="166"/>
                  </a:lnTo>
                  <a:lnTo>
                    <a:pt x="663" y="172"/>
                  </a:lnTo>
                  <a:lnTo>
                    <a:pt x="663" y="172"/>
                  </a:lnTo>
                  <a:lnTo>
                    <a:pt x="660" y="181"/>
                  </a:lnTo>
                  <a:lnTo>
                    <a:pt x="651" y="193"/>
                  </a:lnTo>
                  <a:lnTo>
                    <a:pt x="651" y="193"/>
                  </a:lnTo>
                  <a:lnTo>
                    <a:pt x="651" y="193"/>
                  </a:lnTo>
                  <a:lnTo>
                    <a:pt x="650" y="193"/>
                  </a:lnTo>
                  <a:lnTo>
                    <a:pt x="650" y="189"/>
                  </a:lnTo>
                  <a:lnTo>
                    <a:pt x="644" y="184"/>
                  </a:lnTo>
                  <a:lnTo>
                    <a:pt x="650" y="199"/>
                  </a:lnTo>
                  <a:lnTo>
                    <a:pt x="650" y="199"/>
                  </a:lnTo>
                  <a:lnTo>
                    <a:pt x="638" y="223"/>
                  </a:lnTo>
                  <a:lnTo>
                    <a:pt x="638" y="223"/>
                  </a:lnTo>
                  <a:lnTo>
                    <a:pt x="638" y="223"/>
                  </a:lnTo>
                  <a:lnTo>
                    <a:pt x="636" y="223"/>
                  </a:lnTo>
                  <a:lnTo>
                    <a:pt x="635" y="217"/>
                  </a:lnTo>
                  <a:lnTo>
                    <a:pt x="635" y="217"/>
                  </a:lnTo>
                  <a:lnTo>
                    <a:pt x="639" y="209"/>
                  </a:lnTo>
                  <a:lnTo>
                    <a:pt x="632" y="202"/>
                  </a:lnTo>
                  <a:lnTo>
                    <a:pt x="632" y="200"/>
                  </a:lnTo>
                  <a:lnTo>
                    <a:pt x="633" y="194"/>
                  </a:lnTo>
                  <a:lnTo>
                    <a:pt x="632" y="194"/>
                  </a:lnTo>
                  <a:lnTo>
                    <a:pt x="632" y="193"/>
                  </a:lnTo>
                  <a:lnTo>
                    <a:pt x="632" y="193"/>
                  </a:lnTo>
                  <a:lnTo>
                    <a:pt x="635" y="184"/>
                  </a:lnTo>
                  <a:lnTo>
                    <a:pt x="629" y="189"/>
                  </a:lnTo>
                  <a:lnTo>
                    <a:pt x="629" y="200"/>
                  </a:lnTo>
                  <a:lnTo>
                    <a:pt x="632" y="206"/>
                  </a:lnTo>
                  <a:lnTo>
                    <a:pt x="632" y="206"/>
                  </a:lnTo>
                  <a:lnTo>
                    <a:pt x="630" y="206"/>
                  </a:lnTo>
                  <a:lnTo>
                    <a:pt x="630" y="206"/>
                  </a:lnTo>
                  <a:lnTo>
                    <a:pt x="620" y="200"/>
                  </a:lnTo>
                  <a:lnTo>
                    <a:pt x="620" y="200"/>
                  </a:lnTo>
                  <a:lnTo>
                    <a:pt x="632" y="211"/>
                  </a:lnTo>
                  <a:lnTo>
                    <a:pt x="633" y="212"/>
                  </a:lnTo>
                  <a:lnTo>
                    <a:pt x="630" y="214"/>
                  </a:lnTo>
                  <a:lnTo>
                    <a:pt x="633" y="223"/>
                  </a:lnTo>
                  <a:lnTo>
                    <a:pt x="633" y="224"/>
                  </a:lnTo>
                  <a:lnTo>
                    <a:pt x="632" y="226"/>
                  </a:lnTo>
                  <a:lnTo>
                    <a:pt x="636" y="226"/>
                  </a:lnTo>
                  <a:lnTo>
                    <a:pt x="636" y="226"/>
                  </a:lnTo>
                  <a:lnTo>
                    <a:pt x="639" y="239"/>
                  </a:lnTo>
                  <a:lnTo>
                    <a:pt x="639" y="240"/>
                  </a:lnTo>
                  <a:lnTo>
                    <a:pt x="639" y="240"/>
                  </a:lnTo>
                  <a:lnTo>
                    <a:pt x="638" y="240"/>
                  </a:lnTo>
                  <a:lnTo>
                    <a:pt x="633" y="239"/>
                  </a:lnTo>
                  <a:lnTo>
                    <a:pt x="630" y="240"/>
                  </a:lnTo>
                  <a:lnTo>
                    <a:pt x="629" y="240"/>
                  </a:lnTo>
                  <a:lnTo>
                    <a:pt x="629" y="240"/>
                  </a:lnTo>
                  <a:lnTo>
                    <a:pt x="627" y="239"/>
                  </a:lnTo>
                  <a:lnTo>
                    <a:pt x="627" y="242"/>
                  </a:lnTo>
                  <a:lnTo>
                    <a:pt x="633" y="242"/>
                  </a:lnTo>
                  <a:lnTo>
                    <a:pt x="635" y="242"/>
                  </a:lnTo>
                  <a:lnTo>
                    <a:pt x="636" y="243"/>
                  </a:lnTo>
                  <a:lnTo>
                    <a:pt x="636" y="242"/>
                  </a:lnTo>
                  <a:lnTo>
                    <a:pt x="638" y="242"/>
                  </a:lnTo>
                  <a:lnTo>
                    <a:pt x="638" y="242"/>
                  </a:lnTo>
                  <a:lnTo>
                    <a:pt x="638" y="242"/>
                  </a:lnTo>
                  <a:lnTo>
                    <a:pt x="639" y="246"/>
                  </a:lnTo>
                  <a:lnTo>
                    <a:pt x="639" y="248"/>
                  </a:lnTo>
                  <a:lnTo>
                    <a:pt x="635" y="252"/>
                  </a:lnTo>
                  <a:lnTo>
                    <a:pt x="633" y="252"/>
                  </a:lnTo>
                  <a:lnTo>
                    <a:pt x="633" y="252"/>
                  </a:lnTo>
                  <a:lnTo>
                    <a:pt x="629" y="249"/>
                  </a:lnTo>
                  <a:lnTo>
                    <a:pt x="627" y="251"/>
                  </a:lnTo>
                  <a:lnTo>
                    <a:pt x="630" y="252"/>
                  </a:lnTo>
                  <a:lnTo>
                    <a:pt x="630" y="252"/>
                  </a:lnTo>
                  <a:lnTo>
                    <a:pt x="630" y="254"/>
                  </a:lnTo>
                  <a:lnTo>
                    <a:pt x="629" y="255"/>
                  </a:lnTo>
                  <a:lnTo>
                    <a:pt x="630" y="255"/>
                  </a:lnTo>
                  <a:lnTo>
                    <a:pt x="630" y="257"/>
                  </a:lnTo>
                  <a:lnTo>
                    <a:pt x="630" y="260"/>
                  </a:lnTo>
                  <a:lnTo>
                    <a:pt x="630" y="261"/>
                  </a:lnTo>
                  <a:lnTo>
                    <a:pt x="617" y="266"/>
                  </a:lnTo>
                  <a:lnTo>
                    <a:pt x="612" y="272"/>
                  </a:lnTo>
                  <a:lnTo>
                    <a:pt x="598" y="279"/>
                  </a:lnTo>
                  <a:lnTo>
                    <a:pt x="593" y="286"/>
                  </a:lnTo>
                  <a:lnTo>
                    <a:pt x="581" y="295"/>
                  </a:lnTo>
                  <a:lnTo>
                    <a:pt x="574" y="295"/>
                  </a:lnTo>
                  <a:lnTo>
                    <a:pt x="575" y="298"/>
                  </a:lnTo>
                  <a:lnTo>
                    <a:pt x="575" y="300"/>
                  </a:lnTo>
                  <a:lnTo>
                    <a:pt x="571" y="303"/>
                  </a:lnTo>
                  <a:lnTo>
                    <a:pt x="562" y="325"/>
                  </a:lnTo>
                  <a:lnTo>
                    <a:pt x="581" y="378"/>
                  </a:lnTo>
                  <a:lnTo>
                    <a:pt x="581" y="392"/>
                  </a:lnTo>
                  <a:lnTo>
                    <a:pt x="578" y="402"/>
                  </a:lnTo>
                  <a:lnTo>
                    <a:pt x="578" y="402"/>
                  </a:lnTo>
                  <a:lnTo>
                    <a:pt x="568" y="405"/>
                  </a:lnTo>
                  <a:lnTo>
                    <a:pt x="568" y="405"/>
                  </a:lnTo>
                  <a:lnTo>
                    <a:pt x="566" y="405"/>
                  </a:lnTo>
                  <a:lnTo>
                    <a:pt x="564" y="396"/>
                  </a:lnTo>
                  <a:lnTo>
                    <a:pt x="559" y="393"/>
                  </a:lnTo>
                  <a:lnTo>
                    <a:pt x="559" y="393"/>
                  </a:lnTo>
                  <a:lnTo>
                    <a:pt x="555" y="380"/>
                  </a:lnTo>
                  <a:lnTo>
                    <a:pt x="553" y="380"/>
                  </a:lnTo>
                  <a:lnTo>
                    <a:pt x="553" y="381"/>
                  </a:lnTo>
                  <a:lnTo>
                    <a:pt x="553" y="380"/>
                  </a:lnTo>
                  <a:lnTo>
                    <a:pt x="547" y="372"/>
                  </a:lnTo>
                  <a:lnTo>
                    <a:pt x="547" y="372"/>
                  </a:lnTo>
                  <a:lnTo>
                    <a:pt x="549" y="366"/>
                  </a:lnTo>
                  <a:lnTo>
                    <a:pt x="549" y="366"/>
                  </a:lnTo>
                  <a:lnTo>
                    <a:pt x="547" y="366"/>
                  </a:lnTo>
                  <a:lnTo>
                    <a:pt x="547" y="366"/>
                  </a:lnTo>
                  <a:lnTo>
                    <a:pt x="546" y="366"/>
                  </a:lnTo>
                  <a:lnTo>
                    <a:pt x="546" y="366"/>
                  </a:lnTo>
                  <a:lnTo>
                    <a:pt x="546" y="346"/>
                  </a:lnTo>
                  <a:lnTo>
                    <a:pt x="529" y="332"/>
                  </a:lnTo>
                  <a:lnTo>
                    <a:pt x="513" y="338"/>
                  </a:lnTo>
                  <a:lnTo>
                    <a:pt x="513" y="338"/>
                  </a:lnTo>
                  <a:lnTo>
                    <a:pt x="513" y="338"/>
                  </a:lnTo>
                  <a:lnTo>
                    <a:pt x="500" y="326"/>
                  </a:lnTo>
                  <a:lnTo>
                    <a:pt x="498" y="326"/>
                  </a:lnTo>
                  <a:lnTo>
                    <a:pt x="495" y="328"/>
                  </a:lnTo>
                  <a:lnTo>
                    <a:pt x="494" y="328"/>
                  </a:lnTo>
                  <a:lnTo>
                    <a:pt x="491" y="328"/>
                  </a:lnTo>
                  <a:lnTo>
                    <a:pt x="491" y="328"/>
                  </a:lnTo>
                  <a:lnTo>
                    <a:pt x="489" y="328"/>
                  </a:lnTo>
                  <a:lnTo>
                    <a:pt x="489" y="326"/>
                  </a:lnTo>
                  <a:lnTo>
                    <a:pt x="489" y="326"/>
                  </a:lnTo>
                  <a:lnTo>
                    <a:pt x="479" y="331"/>
                  </a:lnTo>
                  <a:lnTo>
                    <a:pt x="478" y="331"/>
                  </a:lnTo>
                  <a:lnTo>
                    <a:pt x="478" y="329"/>
                  </a:lnTo>
                  <a:lnTo>
                    <a:pt x="478" y="329"/>
                  </a:lnTo>
                  <a:lnTo>
                    <a:pt x="478" y="323"/>
                  </a:lnTo>
                  <a:lnTo>
                    <a:pt x="475" y="328"/>
                  </a:lnTo>
                  <a:lnTo>
                    <a:pt x="475" y="329"/>
                  </a:lnTo>
                  <a:lnTo>
                    <a:pt x="448" y="329"/>
                  </a:lnTo>
                  <a:lnTo>
                    <a:pt x="448" y="332"/>
                  </a:lnTo>
                  <a:lnTo>
                    <a:pt x="449" y="332"/>
                  </a:lnTo>
                  <a:lnTo>
                    <a:pt x="451" y="332"/>
                  </a:lnTo>
                  <a:lnTo>
                    <a:pt x="454" y="332"/>
                  </a:lnTo>
                  <a:lnTo>
                    <a:pt x="457" y="331"/>
                  </a:lnTo>
                  <a:lnTo>
                    <a:pt x="460" y="331"/>
                  </a:lnTo>
                  <a:lnTo>
                    <a:pt x="460" y="331"/>
                  </a:lnTo>
                  <a:lnTo>
                    <a:pt x="461" y="332"/>
                  </a:lnTo>
                  <a:lnTo>
                    <a:pt x="461" y="332"/>
                  </a:lnTo>
                  <a:lnTo>
                    <a:pt x="457" y="340"/>
                  </a:lnTo>
                  <a:lnTo>
                    <a:pt x="463" y="346"/>
                  </a:lnTo>
                  <a:lnTo>
                    <a:pt x="463" y="347"/>
                  </a:lnTo>
                  <a:lnTo>
                    <a:pt x="463" y="347"/>
                  </a:lnTo>
                  <a:lnTo>
                    <a:pt x="460" y="349"/>
                  </a:lnTo>
                  <a:lnTo>
                    <a:pt x="460" y="350"/>
                  </a:lnTo>
                  <a:lnTo>
                    <a:pt x="460" y="349"/>
                  </a:lnTo>
                  <a:lnTo>
                    <a:pt x="452" y="343"/>
                  </a:lnTo>
                  <a:lnTo>
                    <a:pt x="449" y="347"/>
                  </a:lnTo>
                  <a:lnTo>
                    <a:pt x="449" y="347"/>
                  </a:lnTo>
                  <a:lnTo>
                    <a:pt x="441" y="347"/>
                  </a:lnTo>
                  <a:lnTo>
                    <a:pt x="427" y="338"/>
                  </a:lnTo>
                  <a:lnTo>
                    <a:pt x="423" y="341"/>
                  </a:lnTo>
                  <a:lnTo>
                    <a:pt x="400" y="338"/>
                  </a:lnTo>
                  <a:lnTo>
                    <a:pt x="390" y="343"/>
                  </a:lnTo>
                  <a:lnTo>
                    <a:pt x="390" y="343"/>
                  </a:lnTo>
                  <a:lnTo>
                    <a:pt x="389" y="343"/>
                  </a:lnTo>
                  <a:lnTo>
                    <a:pt x="389" y="341"/>
                  </a:lnTo>
                  <a:lnTo>
                    <a:pt x="390" y="340"/>
                  </a:lnTo>
                  <a:lnTo>
                    <a:pt x="389" y="338"/>
                  </a:lnTo>
                  <a:lnTo>
                    <a:pt x="386" y="350"/>
                  </a:lnTo>
                  <a:lnTo>
                    <a:pt x="386" y="352"/>
                  </a:lnTo>
                  <a:lnTo>
                    <a:pt x="378" y="355"/>
                  </a:lnTo>
                  <a:lnTo>
                    <a:pt x="368" y="355"/>
                  </a:lnTo>
                  <a:lnTo>
                    <a:pt x="369" y="358"/>
                  </a:lnTo>
                  <a:lnTo>
                    <a:pt x="369" y="359"/>
                  </a:lnTo>
                  <a:lnTo>
                    <a:pt x="357" y="366"/>
                  </a:lnTo>
                  <a:lnTo>
                    <a:pt x="359" y="374"/>
                  </a:lnTo>
                  <a:lnTo>
                    <a:pt x="357" y="375"/>
                  </a:lnTo>
                  <a:lnTo>
                    <a:pt x="356" y="375"/>
                  </a:lnTo>
                  <a:lnTo>
                    <a:pt x="357" y="377"/>
                  </a:lnTo>
                  <a:lnTo>
                    <a:pt x="357" y="377"/>
                  </a:lnTo>
                  <a:lnTo>
                    <a:pt x="356" y="383"/>
                  </a:lnTo>
                  <a:lnTo>
                    <a:pt x="360" y="395"/>
                  </a:lnTo>
                  <a:lnTo>
                    <a:pt x="360" y="396"/>
                  </a:lnTo>
                  <a:lnTo>
                    <a:pt x="360" y="396"/>
                  </a:lnTo>
                  <a:lnTo>
                    <a:pt x="360" y="396"/>
                  </a:lnTo>
                  <a:lnTo>
                    <a:pt x="334" y="387"/>
                  </a:lnTo>
                  <a:lnTo>
                    <a:pt x="334" y="387"/>
                  </a:lnTo>
                  <a:lnTo>
                    <a:pt x="325" y="369"/>
                  </a:lnTo>
                  <a:lnTo>
                    <a:pt x="316" y="359"/>
                  </a:lnTo>
                  <a:lnTo>
                    <a:pt x="312" y="347"/>
                  </a:lnTo>
                  <a:lnTo>
                    <a:pt x="301" y="337"/>
                  </a:lnTo>
                  <a:lnTo>
                    <a:pt x="286" y="338"/>
                  </a:lnTo>
                  <a:lnTo>
                    <a:pt x="279" y="350"/>
                  </a:lnTo>
                  <a:lnTo>
                    <a:pt x="279" y="350"/>
                  </a:lnTo>
                  <a:lnTo>
                    <a:pt x="279" y="350"/>
                  </a:lnTo>
                  <a:lnTo>
                    <a:pt x="277" y="350"/>
                  </a:lnTo>
                  <a:lnTo>
                    <a:pt x="264" y="341"/>
                  </a:lnTo>
                  <a:lnTo>
                    <a:pt x="258" y="334"/>
                  </a:lnTo>
                  <a:lnTo>
                    <a:pt x="255" y="325"/>
                  </a:lnTo>
                  <a:lnTo>
                    <a:pt x="237" y="307"/>
                  </a:lnTo>
                  <a:lnTo>
                    <a:pt x="214" y="307"/>
                  </a:lnTo>
                  <a:lnTo>
                    <a:pt x="214" y="313"/>
                  </a:lnTo>
                  <a:lnTo>
                    <a:pt x="214" y="315"/>
                  </a:lnTo>
                  <a:lnTo>
                    <a:pt x="178" y="316"/>
                  </a:lnTo>
                  <a:lnTo>
                    <a:pt x="128" y="294"/>
                  </a:lnTo>
                  <a:lnTo>
                    <a:pt x="125" y="294"/>
                  </a:lnTo>
                  <a:lnTo>
                    <a:pt x="117" y="295"/>
                  </a:lnTo>
                  <a:lnTo>
                    <a:pt x="108" y="295"/>
                  </a:lnTo>
                  <a:lnTo>
                    <a:pt x="101" y="297"/>
                  </a:lnTo>
                  <a:lnTo>
                    <a:pt x="98" y="297"/>
                  </a:lnTo>
                  <a:lnTo>
                    <a:pt x="98" y="295"/>
                  </a:lnTo>
                  <a:lnTo>
                    <a:pt x="95" y="286"/>
                  </a:lnTo>
                  <a:lnTo>
                    <a:pt x="88" y="279"/>
                  </a:lnTo>
                  <a:lnTo>
                    <a:pt x="83" y="278"/>
                  </a:lnTo>
                  <a:lnTo>
                    <a:pt x="80" y="273"/>
                  </a:lnTo>
                  <a:lnTo>
                    <a:pt x="54" y="264"/>
                  </a:lnTo>
                  <a:lnTo>
                    <a:pt x="54" y="263"/>
                  </a:lnTo>
                  <a:lnTo>
                    <a:pt x="54" y="255"/>
                  </a:lnTo>
                  <a:lnTo>
                    <a:pt x="37" y="236"/>
                  </a:lnTo>
                  <a:lnTo>
                    <a:pt x="37" y="236"/>
                  </a:lnTo>
                  <a:lnTo>
                    <a:pt x="37" y="227"/>
                  </a:lnTo>
                  <a:lnTo>
                    <a:pt x="31" y="223"/>
                  </a:lnTo>
                  <a:lnTo>
                    <a:pt x="28" y="214"/>
                  </a:lnTo>
                  <a:lnTo>
                    <a:pt x="28" y="214"/>
                  </a:lnTo>
                  <a:lnTo>
                    <a:pt x="30" y="212"/>
                  </a:lnTo>
                  <a:lnTo>
                    <a:pt x="30" y="212"/>
                  </a:lnTo>
                  <a:lnTo>
                    <a:pt x="30" y="212"/>
                  </a:lnTo>
                  <a:lnTo>
                    <a:pt x="31" y="212"/>
                  </a:lnTo>
                  <a:lnTo>
                    <a:pt x="30" y="209"/>
                  </a:lnTo>
                  <a:lnTo>
                    <a:pt x="30" y="209"/>
                  </a:lnTo>
                  <a:lnTo>
                    <a:pt x="33" y="206"/>
                  </a:lnTo>
                  <a:lnTo>
                    <a:pt x="30" y="206"/>
                  </a:lnTo>
                  <a:lnTo>
                    <a:pt x="28" y="209"/>
                  </a:lnTo>
                  <a:lnTo>
                    <a:pt x="27" y="211"/>
                  </a:lnTo>
                  <a:lnTo>
                    <a:pt x="27" y="211"/>
                  </a:lnTo>
                  <a:lnTo>
                    <a:pt x="27" y="211"/>
                  </a:lnTo>
                  <a:lnTo>
                    <a:pt x="23" y="208"/>
                  </a:lnTo>
                  <a:lnTo>
                    <a:pt x="14" y="194"/>
                  </a:lnTo>
                  <a:lnTo>
                    <a:pt x="12" y="180"/>
                  </a:lnTo>
                  <a:lnTo>
                    <a:pt x="5" y="169"/>
                  </a:lnTo>
                  <a:lnTo>
                    <a:pt x="5" y="169"/>
                  </a:lnTo>
                  <a:lnTo>
                    <a:pt x="8" y="150"/>
                  </a:lnTo>
                  <a:lnTo>
                    <a:pt x="6" y="143"/>
                  </a:lnTo>
                  <a:lnTo>
                    <a:pt x="3" y="125"/>
                  </a:lnTo>
                  <a:lnTo>
                    <a:pt x="6" y="114"/>
                  </a:lnTo>
                  <a:lnTo>
                    <a:pt x="9" y="67"/>
                  </a:lnTo>
                  <a:lnTo>
                    <a:pt x="11" y="66"/>
                  </a:lnTo>
                  <a:lnTo>
                    <a:pt x="17" y="64"/>
                  </a:lnTo>
                  <a:lnTo>
                    <a:pt x="9" y="61"/>
                  </a:lnTo>
                  <a:lnTo>
                    <a:pt x="8" y="61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9" y="55"/>
                  </a:lnTo>
                  <a:lnTo>
                    <a:pt x="11" y="57"/>
                  </a:lnTo>
                  <a:lnTo>
                    <a:pt x="11" y="55"/>
                  </a:lnTo>
                  <a:lnTo>
                    <a:pt x="8" y="54"/>
                  </a:lnTo>
                  <a:lnTo>
                    <a:pt x="8" y="52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6" y="48"/>
                  </a:lnTo>
                  <a:lnTo>
                    <a:pt x="0" y="25"/>
                  </a:lnTo>
                  <a:lnTo>
                    <a:pt x="0" y="21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5" y="25"/>
                  </a:lnTo>
                  <a:lnTo>
                    <a:pt x="25" y="27"/>
                  </a:lnTo>
                  <a:lnTo>
                    <a:pt x="25" y="31"/>
                  </a:lnTo>
                  <a:lnTo>
                    <a:pt x="23" y="37"/>
                  </a:lnTo>
                  <a:lnTo>
                    <a:pt x="24" y="40"/>
                  </a:lnTo>
                  <a:lnTo>
                    <a:pt x="30" y="30"/>
                  </a:lnTo>
                  <a:lnTo>
                    <a:pt x="30" y="23"/>
                  </a:lnTo>
                  <a:lnTo>
                    <a:pt x="27" y="21"/>
                  </a:lnTo>
                  <a:lnTo>
                    <a:pt x="27" y="20"/>
                  </a:lnTo>
                  <a:lnTo>
                    <a:pt x="30" y="15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384" y="11"/>
                  </a:lnTo>
                  <a:lnTo>
                    <a:pt x="384" y="2"/>
                  </a:lnTo>
                  <a:lnTo>
                    <a:pt x="386" y="0"/>
                  </a:lnTo>
                  <a:lnTo>
                    <a:pt x="38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84" name="Freeform 319">
              <a:extLst>
                <a:ext uri="{FF2B5EF4-FFF2-40B4-BE49-F238E27FC236}">
                  <a16:creationId xmlns:a16="http://schemas.microsoft.com/office/drawing/2014/main" id="{CD8E591D-67B5-A33F-A2A3-7B739B982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499" y="2485294"/>
              <a:ext cx="16467" cy="22642"/>
            </a:xfrm>
            <a:custGeom>
              <a:avLst/>
              <a:gdLst>
                <a:gd name="T0" fmla="*/ 6 w 8"/>
                <a:gd name="T1" fmla="*/ 0 h 11"/>
                <a:gd name="T2" fmla="*/ 6 w 8"/>
                <a:gd name="T3" fmla="*/ 0 h 11"/>
                <a:gd name="T4" fmla="*/ 8 w 8"/>
                <a:gd name="T5" fmla="*/ 1 h 11"/>
                <a:gd name="T6" fmla="*/ 8 w 8"/>
                <a:gd name="T7" fmla="*/ 3 h 11"/>
                <a:gd name="T8" fmla="*/ 8 w 8"/>
                <a:gd name="T9" fmla="*/ 8 h 11"/>
                <a:gd name="T10" fmla="*/ 7 w 8"/>
                <a:gd name="T11" fmla="*/ 8 h 11"/>
                <a:gd name="T12" fmla="*/ 1 w 8"/>
                <a:gd name="T13" fmla="*/ 11 h 11"/>
                <a:gd name="T14" fmla="*/ 1 w 8"/>
                <a:gd name="T15" fmla="*/ 11 h 11"/>
                <a:gd name="T16" fmla="*/ 1 w 8"/>
                <a:gd name="T17" fmla="*/ 11 h 11"/>
                <a:gd name="T18" fmla="*/ 0 w 8"/>
                <a:gd name="T19" fmla="*/ 10 h 11"/>
                <a:gd name="T20" fmla="*/ 0 w 8"/>
                <a:gd name="T21" fmla="*/ 6 h 11"/>
                <a:gd name="T22" fmla="*/ 0 w 8"/>
                <a:gd name="T23" fmla="*/ 6 h 11"/>
                <a:gd name="T24" fmla="*/ 4 w 8"/>
                <a:gd name="T25" fmla="*/ 0 h 11"/>
                <a:gd name="T26" fmla="*/ 6 w 8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1">
                  <a:moveTo>
                    <a:pt x="6" y="0"/>
                  </a:moveTo>
                  <a:lnTo>
                    <a:pt x="6" y="0"/>
                  </a:lnTo>
                  <a:lnTo>
                    <a:pt x="8" y="1"/>
                  </a:lnTo>
                  <a:lnTo>
                    <a:pt x="8" y="3"/>
                  </a:lnTo>
                  <a:lnTo>
                    <a:pt x="8" y="8"/>
                  </a:lnTo>
                  <a:lnTo>
                    <a:pt x="7" y="8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10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85" name="Freeform 321">
              <a:extLst>
                <a:ext uri="{FF2B5EF4-FFF2-40B4-BE49-F238E27FC236}">
                  <a16:creationId xmlns:a16="http://schemas.microsoft.com/office/drawing/2014/main" id="{D41D52E5-3C7D-56D8-F4AF-EE40975508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8047" y="1906886"/>
              <a:ext cx="1025078" cy="1016845"/>
            </a:xfrm>
            <a:custGeom>
              <a:avLst/>
              <a:gdLst>
                <a:gd name="T0" fmla="*/ 89 w 498"/>
                <a:gd name="T1" fmla="*/ 184 h 494"/>
                <a:gd name="T2" fmla="*/ 168 w 498"/>
                <a:gd name="T3" fmla="*/ 24 h 494"/>
                <a:gd name="T4" fmla="*/ 196 w 498"/>
                <a:gd name="T5" fmla="*/ 17 h 494"/>
                <a:gd name="T6" fmla="*/ 212 w 498"/>
                <a:gd name="T7" fmla="*/ 30 h 494"/>
                <a:gd name="T8" fmla="*/ 326 w 498"/>
                <a:gd name="T9" fmla="*/ 48 h 494"/>
                <a:gd name="T10" fmla="*/ 378 w 498"/>
                <a:gd name="T11" fmla="*/ 358 h 494"/>
                <a:gd name="T12" fmla="*/ 396 w 498"/>
                <a:gd name="T13" fmla="*/ 378 h 494"/>
                <a:gd name="T14" fmla="*/ 442 w 498"/>
                <a:gd name="T15" fmla="*/ 395 h 494"/>
                <a:gd name="T16" fmla="*/ 486 w 498"/>
                <a:gd name="T17" fmla="*/ 493 h 494"/>
                <a:gd name="T18" fmla="*/ 470 w 498"/>
                <a:gd name="T19" fmla="*/ 475 h 494"/>
                <a:gd name="T20" fmla="*/ 461 w 498"/>
                <a:gd name="T21" fmla="*/ 444 h 494"/>
                <a:gd name="T22" fmla="*/ 455 w 498"/>
                <a:gd name="T23" fmla="*/ 433 h 494"/>
                <a:gd name="T24" fmla="*/ 451 w 498"/>
                <a:gd name="T25" fmla="*/ 423 h 494"/>
                <a:gd name="T26" fmla="*/ 446 w 498"/>
                <a:gd name="T27" fmla="*/ 417 h 494"/>
                <a:gd name="T28" fmla="*/ 427 w 498"/>
                <a:gd name="T29" fmla="*/ 411 h 494"/>
                <a:gd name="T30" fmla="*/ 417 w 498"/>
                <a:gd name="T31" fmla="*/ 398 h 494"/>
                <a:gd name="T32" fmla="*/ 411 w 498"/>
                <a:gd name="T33" fmla="*/ 411 h 494"/>
                <a:gd name="T34" fmla="*/ 385 w 498"/>
                <a:gd name="T35" fmla="*/ 389 h 494"/>
                <a:gd name="T36" fmla="*/ 368 w 498"/>
                <a:gd name="T37" fmla="*/ 371 h 494"/>
                <a:gd name="T38" fmla="*/ 314 w 498"/>
                <a:gd name="T39" fmla="*/ 367 h 494"/>
                <a:gd name="T40" fmla="*/ 285 w 498"/>
                <a:gd name="T41" fmla="*/ 347 h 494"/>
                <a:gd name="T42" fmla="*/ 280 w 498"/>
                <a:gd name="T43" fmla="*/ 338 h 494"/>
                <a:gd name="T44" fmla="*/ 262 w 498"/>
                <a:gd name="T45" fmla="*/ 343 h 494"/>
                <a:gd name="T46" fmla="*/ 262 w 498"/>
                <a:gd name="T47" fmla="*/ 352 h 494"/>
                <a:gd name="T48" fmla="*/ 240 w 498"/>
                <a:gd name="T49" fmla="*/ 374 h 494"/>
                <a:gd name="T50" fmla="*/ 215 w 498"/>
                <a:gd name="T51" fmla="*/ 389 h 494"/>
                <a:gd name="T52" fmla="*/ 216 w 498"/>
                <a:gd name="T53" fmla="*/ 375 h 494"/>
                <a:gd name="T54" fmla="*/ 236 w 498"/>
                <a:gd name="T55" fmla="*/ 337 h 494"/>
                <a:gd name="T56" fmla="*/ 203 w 498"/>
                <a:gd name="T57" fmla="*/ 361 h 494"/>
                <a:gd name="T58" fmla="*/ 193 w 498"/>
                <a:gd name="T59" fmla="*/ 395 h 494"/>
                <a:gd name="T60" fmla="*/ 163 w 498"/>
                <a:gd name="T61" fmla="*/ 423 h 494"/>
                <a:gd name="T62" fmla="*/ 139 w 498"/>
                <a:gd name="T63" fmla="*/ 451 h 494"/>
                <a:gd name="T64" fmla="*/ 125 w 498"/>
                <a:gd name="T65" fmla="*/ 463 h 494"/>
                <a:gd name="T66" fmla="*/ 86 w 498"/>
                <a:gd name="T67" fmla="*/ 479 h 494"/>
                <a:gd name="T68" fmla="*/ 73 w 498"/>
                <a:gd name="T69" fmla="*/ 487 h 494"/>
                <a:gd name="T70" fmla="*/ 61 w 498"/>
                <a:gd name="T71" fmla="*/ 484 h 494"/>
                <a:gd name="T72" fmla="*/ 102 w 498"/>
                <a:gd name="T73" fmla="*/ 456 h 494"/>
                <a:gd name="T74" fmla="*/ 139 w 498"/>
                <a:gd name="T75" fmla="*/ 402 h 494"/>
                <a:gd name="T76" fmla="*/ 123 w 498"/>
                <a:gd name="T77" fmla="*/ 405 h 494"/>
                <a:gd name="T78" fmla="*/ 79 w 498"/>
                <a:gd name="T79" fmla="*/ 402 h 494"/>
                <a:gd name="T80" fmla="*/ 79 w 498"/>
                <a:gd name="T81" fmla="*/ 386 h 494"/>
                <a:gd name="T82" fmla="*/ 67 w 498"/>
                <a:gd name="T83" fmla="*/ 375 h 494"/>
                <a:gd name="T84" fmla="*/ 52 w 498"/>
                <a:gd name="T85" fmla="*/ 367 h 494"/>
                <a:gd name="T86" fmla="*/ 46 w 498"/>
                <a:gd name="T87" fmla="*/ 338 h 494"/>
                <a:gd name="T88" fmla="*/ 28 w 498"/>
                <a:gd name="T89" fmla="*/ 330 h 494"/>
                <a:gd name="T90" fmla="*/ 25 w 498"/>
                <a:gd name="T91" fmla="*/ 318 h 494"/>
                <a:gd name="T92" fmla="*/ 77 w 498"/>
                <a:gd name="T93" fmla="*/ 269 h 494"/>
                <a:gd name="T94" fmla="*/ 71 w 498"/>
                <a:gd name="T95" fmla="*/ 248 h 494"/>
                <a:gd name="T96" fmla="*/ 27 w 498"/>
                <a:gd name="T97" fmla="*/ 239 h 494"/>
                <a:gd name="T98" fmla="*/ 24 w 498"/>
                <a:gd name="T99" fmla="*/ 187 h 494"/>
                <a:gd name="T100" fmla="*/ 58 w 498"/>
                <a:gd name="T101" fmla="*/ 184 h 494"/>
                <a:gd name="T102" fmla="*/ 80 w 498"/>
                <a:gd name="T103" fmla="*/ 171 h 494"/>
                <a:gd name="T104" fmla="*/ 89 w 498"/>
                <a:gd name="T105" fmla="*/ 177 h 494"/>
                <a:gd name="T106" fmla="*/ 74 w 498"/>
                <a:gd name="T107" fmla="*/ 162 h 494"/>
                <a:gd name="T108" fmla="*/ 49 w 498"/>
                <a:gd name="T109" fmla="*/ 137 h 494"/>
                <a:gd name="T110" fmla="*/ 65 w 498"/>
                <a:gd name="T111" fmla="*/ 76 h 494"/>
                <a:gd name="T112" fmla="*/ 70 w 498"/>
                <a:gd name="T113" fmla="*/ 63 h 494"/>
                <a:gd name="T114" fmla="*/ 82 w 498"/>
                <a:gd name="T115" fmla="*/ 42 h 494"/>
                <a:gd name="T116" fmla="*/ 107 w 498"/>
                <a:gd name="T117" fmla="*/ 34 h 494"/>
                <a:gd name="T118" fmla="*/ 119 w 498"/>
                <a:gd name="T119" fmla="*/ 17 h 494"/>
                <a:gd name="T120" fmla="*/ 150 w 498"/>
                <a:gd name="T121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8" h="494">
                  <a:moveTo>
                    <a:pt x="375" y="368"/>
                  </a:moveTo>
                  <a:lnTo>
                    <a:pt x="377" y="371"/>
                  </a:lnTo>
                  <a:lnTo>
                    <a:pt x="377" y="371"/>
                  </a:lnTo>
                  <a:lnTo>
                    <a:pt x="378" y="370"/>
                  </a:lnTo>
                  <a:lnTo>
                    <a:pt x="375" y="368"/>
                  </a:lnTo>
                  <a:close/>
                  <a:moveTo>
                    <a:pt x="233" y="310"/>
                  </a:moveTo>
                  <a:lnTo>
                    <a:pt x="228" y="330"/>
                  </a:lnTo>
                  <a:lnTo>
                    <a:pt x="234" y="318"/>
                  </a:lnTo>
                  <a:lnTo>
                    <a:pt x="233" y="310"/>
                  </a:lnTo>
                  <a:close/>
                  <a:moveTo>
                    <a:pt x="89" y="184"/>
                  </a:moveTo>
                  <a:lnTo>
                    <a:pt x="92" y="187"/>
                  </a:lnTo>
                  <a:lnTo>
                    <a:pt x="93" y="186"/>
                  </a:lnTo>
                  <a:lnTo>
                    <a:pt x="89" y="184"/>
                  </a:lnTo>
                  <a:close/>
                  <a:moveTo>
                    <a:pt x="150" y="0"/>
                  </a:moveTo>
                  <a:lnTo>
                    <a:pt x="150" y="0"/>
                  </a:lnTo>
                  <a:lnTo>
                    <a:pt x="166" y="8"/>
                  </a:lnTo>
                  <a:lnTo>
                    <a:pt x="166" y="9"/>
                  </a:lnTo>
                  <a:lnTo>
                    <a:pt x="166" y="9"/>
                  </a:lnTo>
                  <a:lnTo>
                    <a:pt x="157" y="20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72" y="9"/>
                  </a:lnTo>
                  <a:lnTo>
                    <a:pt x="172" y="9"/>
                  </a:lnTo>
                  <a:lnTo>
                    <a:pt x="172" y="9"/>
                  </a:lnTo>
                  <a:lnTo>
                    <a:pt x="182" y="21"/>
                  </a:lnTo>
                  <a:lnTo>
                    <a:pt x="196" y="17"/>
                  </a:lnTo>
                  <a:lnTo>
                    <a:pt x="196" y="15"/>
                  </a:lnTo>
                  <a:lnTo>
                    <a:pt x="196" y="17"/>
                  </a:lnTo>
                  <a:lnTo>
                    <a:pt x="200" y="23"/>
                  </a:lnTo>
                  <a:lnTo>
                    <a:pt x="202" y="23"/>
                  </a:lnTo>
                  <a:lnTo>
                    <a:pt x="203" y="23"/>
                  </a:lnTo>
                  <a:lnTo>
                    <a:pt x="206" y="21"/>
                  </a:lnTo>
                  <a:lnTo>
                    <a:pt x="209" y="21"/>
                  </a:lnTo>
                  <a:lnTo>
                    <a:pt x="209" y="21"/>
                  </a:lnTo>
                  <a:lnTo>
                    <a:pt x="211" y="21"/>
                  </a:lnTo>
                  <a:lnTo>
                    <a:pt x="211" y="23"/>
                  </a:lnTo>
                  <a:lnTo>
                    <a:pt x="209" y="29"/>
                  </a:lnTo>
                  <a:lnTo>
                    <a:pt x="212" y="30"/>
                  </a:lnTo>
                  <a:lnTo>
                    <a:pt x="218" y="32"/>
                  </a:lnTo>
                  <a:lnTo>
                    <a:pt x="218" y="33"/>
                  </a:lnTo>
                  <a:lnTo>
                    <a:pt x="218" y="33"/>
                  </a:lnTo>
                  <a:lnTo>
                    <a:pt x="216" y="34"/>
                  </a:lnTo>
                  <a:lnTo>
                    <a:pt x="246" y="34"/>
                  </a:lnTo>
                  <a:lnTo>
                    <a:pt x="299" y="54"/>
                  </a:lnTo>
                  <a:lnTo>
                    <a:pt x="304" y="52"/>
                  </a:lnTo>
                  <a:lnTo>
                    <a:pt x="313" y="51"/>
                  </a:lnTo>
                  <a:lnTo>
                    <a:pt x="322" y="49"/>
                  </a:lnTo>
                  <a:lnTo>
                    <a:pt x="326" y="48"/>
                  </a:lnTo>
                  <a:lnTo>
                    <a:pt x="326" y="48"/>
                  </a:lnTo>
                  <a:lnTo>
                    <a:pt x="351" y="66"/>
                  </a:lnTo>
                  <a:lnTo>
                    <a:pt x="354" y="63"/>
                  </a:lnTo>
                  <a:lnTo>
                    <a:pt x="354" y="63"/>
                  </a:lnTo>
                  <a:lnTo>
                    <a:pt x="354" y="63"/>
                  </a:lnTo>
                  <a:lnTo>
                    <a:pt x="356" y="64"/>
                  </a:lnTo>
                  <a:lnTo>
                    <a:pt x="356" y="358"/>
                  </a:lnTo>
                  <a:lnTo>
                    <a:pt x="368" y="361"/>
                  </a:lnTo>
                  <a:lnTo>
                    <a:pt x="378" y="358"/>
                  </a:lnTo>
                  <a:lnTo>
                    <a:pt x="378" y="358"/>
                  </a:lnTo>
                  <a:lnTo>
                    <a:pt x="380" y="358"/>
                  </a:lnTo>
                  <a:lnTo>
                    <a:pt x="380" y="358"/>
                  </a:lnTo>
                  <a:lnTo>
                    <a:pt x="378" y="365"/>
                  </a:lnTo>
                  <a:lnTo>
                    <a:pt x="393" y="380"/>
                  </a:lnTo>
                  <a:lnTo>
                    <a:pt x="394" y="378"/>
                  </a:lnTo>
                  <a:lnTo>
                    <a:pt x="393" y="375"/>
                  </a:lnTo>
                  <a:lnTo>
                    <a:pt x="393" y="375"/>
                  </a:lnTo>
                  <a:lnTo>
                    <a:pt x="393" y="375"/>
                  </a:lnTo>
                  <a:lnTo>
                    <a:pt x="394" y="375"/>
                  </a:lnTo>
                  <a:lnTo>
                    <a:pt x="396" y="378"/>
                  </a:lnTo>
                  <a:lnTo>
                    <a:pt x="396" y="378"/>
                  </a:lnTo>
                  <a:lnTo>
                    <a:pt x="394" y="381"/>
                  </a:lnTo>
                  <a:lnTo>
                    <a:pt x="397" y="386"/>
                  </a:lnTo>
                  <a:lnTo>
                    <a:pt x="400" y="393"/>
                  </a:lnTo>
                  <a:lnTo>
                    <a:pt x="411" y="387"/>
                  </a:lnTo>
                  <a:lnTo>
                    <a:pt x="415" y="377"/>
                  </a:lnTo>
                  <a:lnTo>
                    <a:pt x="427" y="371"/>
                  </a:lnTo>
                  <a:lnTo>
                    <a:pt x="427" y="371"/>
                  </a:lnTo>
                  <a:lnTo>
                    <a:pt x="428" y="371"/>
                  </a:lnTo>
                  <a:lnTo>
                    <a:pt x="442" y="395"/>
                  </a:lnTo>
                  <a:lnTo>
                    <a:pt x="449" y="401"/>
                  </a:lnTo>
                  <a:lnTo>
                    <a:pt x="474" y="450"/>
                  </a:lnTo>
                  <a:lnTo>
                    <a:pt x="498" y="464"/>
                  </a:lnTo>
                  <a:lnTo>
                    <a:pt x="498" y="464"/>
                  </a:lnTo>
                  <a:lnTo>
                    <a:pt x="498" y="487"/>
                  </a:lnTo>
                  <a:lnTo>
                    <a:pt x="498" y="488"/>
                  </a:lnTo>
                  <a:lnTo>
                    <a:pt x="488" y="494"/>
                  </a:lnTo>
                  <a:lnTo>
                    <a:pt x="488" y="494"/>
                  </a:lnTo>
                  <a:lnTo>
                    <a:pt x="486" y="494"/>
                  </a:lnTo>
                  <a:lnTo>
                    <a:pt x="486" y="493"/>
                  </a:lnTo>
                  <a:lnTo>
                    <a:pt x="486" y="487"/>
                  </a:lnTo>
                  <a:lnTo>
                    <a:pt x="486" y="487"/>
                  </a:lnTo>
                  <a:lnTo>
                    <a:pt x="491" y="484"/>
                  </a:lnTo>
                  <a:lnTo>
                    <a:pt x="489" y="481"/>
                  </a:lnTo>
                  <a:lnTo>
                    <a:pt x="488" y="481"/>
                  </a:lnTo>
                  <a:lnTo>
                    <a:pt x="486" y="481"/>
                  </a:lnTo>
                  <a:lnTo>
                    <a:pt x="483" y="463"/>
                  </a:lnTo>
                  <a:lnTo>
                    <a:pt x="476" y="467"/>
                  </a:lnTo>
                  <a:lnTo>
                    <a:pt x="471" y="475"/>
                  </a:lnTo>
                  <a:lnTo>
                    <a:pt x="470" y="475"/>
                  </a:lnTo>
                  <a:lnTo>
                    <a:pt x="470" y="475"/>
                  </a:lnTo>
                  <a:lnTo>
                    <a:pt x="470" y="475"/>
                  </a:lnTo>
                  <a:lnTo>
                    <a:pt x="468" y="472"/>
                  </a:lnTo>
                  <a:lnTo>
                    <a:pt x="468" y="470"/>
                  </a:lnTo>
                  <a:lnTo>
                    <a:pt x="473" y="460"/>
                  </a:lnTo>
                  <a:lnTo>
                    <a:pt x="473" y="460"/>
                  </a:lnTo>
                  <a:lnTo>
                    <a:pt x="476" y="460"/>
                  </a:lnTo>
                  <a:lnTo>
                    <a:pt x="470" y="456"/>
                  </a:lnTo>
                  <a:lnTo>
                    <a:pt x="467" y="448"/>
                  </a:lnTo>
                  <a:lnTo>
                    <a:pt x="461" y="444"/>
                  </a:lnTo>
                  <a:lnTo>
                    <a:pt x="458" y="441"/>
                  </a:lnTo>
                  <a:lnTo>
                    <a:pt x="460" y="439"/>
                  </a:lnTo>
                  <a:lnTo>
                    <a:pt x="460" y="439"/>
                  </a:lnTo>
                  <a:lnTo>
                    <a:pt x="460" y="439"/>
                  </a:lnTo>
                  <a:lnTo>
                    <a:pt x="461" y="441"/>
                  </a:lnTo>
                  <a:lnTo>
                    <a:pt x="461" y="439"/>
                  </a:lnTo>
                  <a:lnTo>
                    <a:pt x="454" y="438"/>
                  </a:lnTo>
                  <a:lnTo>
                    <a:pt x="452" y="436"/>
                  </a:lnTo>
                  <a:lnTo>
                    <a:pt x="454" y="436"/>
                  </a:lnTo>
                  <a:lnTo>
                    <a:pt x="455" y="433"/>
                  </a:lnTo>
                  <a:lnTo>
                    <a:pt x="454" y="433"/>
                  </a:lnTo>
                  <a:lnTo>
                    <a:pt x="454" y="432"/>
                  </a:lnTo>
                  <a:lnTo>
                    <a:pt x="454" y="427"/>
                  </a:lnTo>
                  <a:lnTo>
                    <a:pt x="452" y="427"/>
                  </a:lnTo>
                  <a:lnTo>
                    <a:pt x="451" y="427"/>
                  </a:lnTo>
                  <a:lnTo>
                    <a:pt x="451" y="427"/>
                  </a:lnTo>
                  <a:lnTo>
                    <a:pt x="451" y="427"/>
                  </a:lnTo>
                  <a:lnTo>
                    <a:pt x="451" y="424"/>
                  </a:lnTo>
                  <a:lnTo>
                    <a:pt x="451" y="423"/>
                  </a:lnTo>
                  <a:lnTo>
                    <a:pt x="451" y="423"/>
                  </a:lnTo>
                  <a:lnTo>
                    <a:pt x="452" y="423"/>
                  </a:lnTo>
                  <a:lnTo>
                    <a:pt x="457" y="426"/>
                  </a:lnTo>
                  <a:lnTo>
                    <a:pt x="452" y="421"/>
                  </a:lnTo>
                  <a:lnTo>
                    <a:pt x="451" y="421"/>
                  </a:lnTo>
                  <a:lnTo>
                    <a:pt x="451" y="421"/>
                  </a:lnTo>
                  <a:lnTo>
                    <a:pt x="449" y="421"/>
                  </a:lnTo>
                  <a:lnTo>
                    <a:pt x="448" y="417"/>
                  </a:lnTo>
                  <a:lnTo>
                    <a:pt x="448" y="417"/>
                  </a:lnTo>
                  <a:lnTo>
                    <a:pt x="448" y="417"/>
                  </a:lnTo>
                  <a:lnTo>
                    <a:pt x="446" y="417"/>
                  </a:lnTo>
                  <a:lnTo>
                    <a:pt x="443" y="411"/>
                  </a:lnTo>
                  <a:lnTo>
                    <a:pt x="436" y="408"/>
                  </a:lnTo>
                  <a:lnTo>
                    <a:pt x="436" y="407"/>
                  </a:lnTo>
                  <a:lnTo>
                    <a:pt x="427" y="384"/>
                  </a:lnTo>
                  <a:lnTo>
                    <a:pt x="427" y="387"/>
                  </a:lnTo>
                  <a:lnTo>
                    <a:pt x="433" y="405"/>
                  </a:lnTo>
                  <a:lnTo>
                    <a:pt x="431" y="410"/>
                  </a:lnTo>
                  <a:lnTo>
                    <a:pt x="430" y="411"/>
                  </a:lnTo>
                  <a:lnTo>
                    <a:pt x="428" y="411"/>
                  </a:lnTo>
                  <a:lnTo>
                    <a:pt x="427" y="411"/>
                  </a:lnTo>
                  <a:lnTo>
                    <a:pt x="427" y="411"/>
                  </a:lnTo>
                  <a:lnTo>
                    <a:pt x="427" y="411"/>
                  </a:lnTo>
                  <a:lnTo>
                    <a:pt x="425" y="405"/>
                  </a:lnTo>
                  <a:lnTo>
                    <a:pt x="421" y="408"/>
                  </a:lnTo>
                  <a:lnTo>
                    <a:pt x="421" y="408"/>
                  </a:lnTo>
                  <a:lnTo>
                    <a:pt x="421" y="407"/>
                  </a:lnTo>
                  <a:lnTo>
                    <a:pt x="420" y="407"/>
                  </a:lnTo>
                  <a:lnTo>
                    <a:pt x="421" y="402"/>
                  </a:lnTo>
                  <a:lnTo>
                    <a:pt x="418" y="395"/>
                  </a:lnTo>
                  <a:lnTo>
                    <a:pt x="417" y="398"/>
                  </a:lnTo>
                  <a:lnTo>
                    <a:pt x="417" y="398"/>
                  </a:lnTo>
                  <a:lnTo>
                    <a:pt x="417" y="398"/>
                  </a:lnTo>
                  <a:lnTo>
                    <a:pt x="417" y="398"/>
                  </a:lnTo>
                  <a:lnTo>
                    <a:pt x="408" y="393"/>
                  </a:lnTo>
                  <a:lnTo>
                    <a:pt x="408" y="393"/>
                  </a:lnTo>
                  <a:lnTo>
                    <a:pt x="418" y="404"/>
                  </a:lnTo>
                  <a:lnTo>
                    <a:pt x="418" y="404"/>
                  </a:lnTo>
                  <a:lnTo>
                    <a:pt x="418" y="408"/>
                  </a:lnTo>
                  <a:lnTo>
                    <a:pt x="418" y="408"/>
                  </a:lnTo>
                  <a:lnTo>
                    <a:pt x="411" y="411"/>
                  </a:lnTo>
                  <a:lnTo>
                    <a:pt x="411" y="411"/>
                  </a:lnTo>
                  <a:lnTo>
                    <a:pt x="411" y="411"/>
                  </a:lnTo>
                  <a:lnTo>
                    <a:pt x="397" y="402"/>
                  </a:lnTo>
                  <a:lnTo>
                    <a:pt x="397" y="402"/>
                  </a:lnTo>
                  <a:lnTo>
                    <a:pt x="399" y="399"/>
                  </a:lnTo>
                  <a:lnTo>
                    <a:pt x="391" y="392"/>
                  </a:lnTo>
                  <a:lnTo>
                    <a:pt x="390" y="392"/>
                  </a:lnTo>
                  <a:lnTo>
                    <a:pt x="390" y="384"/>
                  </a:lnTo>
                  <a:lnTo>
                    <a:pt x="385" y="389"/>
                  </a:lnTo>
                  <a:lnTo>
                    <a:pt x="385" y="389"/>
                  </a:lnTo>
                  <a:lnTo>
                    <a:pt x="385" y="389"/>
                  </a:lnTo>
                  <a:lnTo>
                    <a:pt x="369" y="378"/>
                  </a:lnTo>
                  <a:lnTo>
                    <a:pt x="369" y="378"/>
                  </a:lnTo>
                  <a:lnTo>
                    <a:pt x="369" y="377"/>
                  </a:lnTo>
                  <a:lnTo>
                    <a:pt x="372" y="375"/>
                  </a:lnTo>
                  <a:lnTo>
                    <a:pt x="374" y="367"/>
                  </a:lnTo>
                  <a:lnTo>
                    <a:pt x="374" y="367"/>
                  </a:lnTo>
                  <a:lnTo>
                    <a:pt x="372" y="365"/>
                  </a:lnTo>
                  <a:lnTo>
                    <a:pt x="369" y="371"/>
                  </a:lnTo>
                  <a:lnTo>
                    <a:pt x="368" y="371"/>
                  </a:lnTo>
                  <a:lnTo>
                    <a:pt x="359" y="374"/>
                  </a:lnTo>
                  <a:lnTo>
                    <a:pt x="350" y="370"/>
                  </a:lnTo>
                  <a:lnTo>
                    <a:pt x="348" y="370"/>
                  </a:lnTo>
                  <a:lnTo>
                    <a:pt x="348" y="365"/>
                  </a:lnTo>
                  <a:lnTo>
                    <a:pt x="344" y="367"/>
                  </a:lnTo>
                  <a:lnTo>
                    <a:pt x="337" y="367"/>
                  </a:lnTo>
                  <a:lnTo>
                    <a:pt x="326" y="367"/>
                  </a:lnTo>
                  <a:lnTo>
                    <a:pt x="317" y="367"/>
                  </a:lnTo>
                  <a:lnTo>
                    <a:pt x="314" y="367"/>
                  </a:lnTo>
                  <a:lnTo>
                    <a:pt x="314" y="367"/>
                  </a:lnTo>
                  <a:lnTo>
                    <a:pt x="302" y="355"/>
                  </a:lnTo>
                  <a:lnTo>
                    <a:pt x="298" y="358"/>
                  </a:lnTo>
                  <a:lnTo>
                    <a:pt x="298" y="359"/>
                  </a:lnTo>
                  <a:lnTo>
                    <a:pt x="298" y="358"/>
                  </a:lnTo>
                  <a:lnTo>
                    <a:pt x="291" y="352"/>
                  </a:lnTo>
                  <a:lnTo>
                    <a:pt x="291" y="352"/>
                  </a:lnTo>
                  <a:lnTo>
                    <a:pt x="291" y="349"/>
                  </a:lnTo>
                  <a:lnTo>
                    <a:pt x="285" y="349"/>
                  </a:lnTo>
                  <a:lnTo>
                    <a:pt x="283" y="349"/>
                  </a:lnTo>
                  <a:lnTo>
                    <a:pt x="285" y="347"/>
                  </a:lnTo>
                  <a:lnTo>
                    <a:pt x="286" y="346"/>
                  </a:lnTo>
                  <a:lnTo>
                    <a:pt x="279" y="347"/>
                  </a:lnTo>
                  <a:lnTo>
                    <a:pt x="279" y="347"/>
                  </a:lnTo>
                  <a:lnTo>
                    <a:pt x="279" y="347"/>
                  </a:lnTo>
                  <a:lnTo>
                    <a:pt x="279" y="346"/>
                  </a:lnTo>
                  <a:lnTo>
                    <a:pt x="282" y="344"/>
                  </a:lnTo>
                  <a:lnTo>
                    <a:pt x="279" y="344"/>
                  </a:lnTo>
                  <a:lnTo>
                    <a:pt x="279" y="344"/>
                  </a:lnTo>
                  <a:lnTo>
                    <a:pt x="279" y="344"/>
                  </a:lnTo>
                  <a:lnTo>
                    <a:pt x="280" y="338"/>
                  </a:lnTo>
                  <a:lnTo>
                    <a:pt x="270" y="341"/>
                  </a:lnTo>
                  <a:lnTo>
                    <a:pt x="270" y="341"/>
                  </a:lnTo>
                  <a:lnTo>
                    <a:pt x="268" y="341"/>
                  </a:lnTo>
                  <a:lnTo>
                    <a:pt x="267" y="338"/>
                  </a:lnTo>
                  <a:lnTo>
                    <a:pt x="267" y="341"/>
                  </a:lnTo>
                  <a:lnTo>
                    <a:pt x="267" y="341"/>
                  </a:lnTo>
                  <a:lnTo>
                    <a:pt x="264" y="343"/>
                  </a:lnTo>
                  <a:lnTo>
                    <a:pt x="264" y="343"/>
                  </a:lnTo>
                  <a:lnTo>
                    <a:pt x="262" y="343"/>
                  </a:lnTo>
                  <a:lnTo>
                    <a:pt x="262" y="343"/>
                  </a:lnTo>
                  <a:lnTo>
                    <a:pt x="264" y="335"/>
                  </a:lnTo>
                  <a:lnTo>
                    <a:pt x="255" y="344"/>
                  </a:lnTo>
                  <a:lnTo>
                    <a:pt x="259" y="346"/>
                  </a:lnTo>
                  <a:lnTo>
                    <a:pt x="259" y="347"/>
                  </a:lnTo>
                  <a:lnTo>
                    <a:pt x="259" y="347"/>
                  </a:lnTo>
                  <a:lnTo>
                    <a:pt x="257" y="353"/>
                  </a:lnTo>
                  <a:lnTo>
                    <a:pt x="262" y="352"/>
                  </a:lnTo>
                  <a:lnTo>
                    <a:pt x="262" y="352"/>
                  </a:lnTo>
                  <a:lnTo>
                    <a:pt x="262" y="352"/>
                  </a:lnTo>
                  <a:lnTo>
                    <a:pt x="262" y="352"/>
                  </a:lnTo>
                  <a:lnTo>
                    <a:pt x="257" y="367"/>
                  </a:lnTo>
                  <a:lnTo>
                    <a:pt x="255" y="367"/>
                  </a:lnTo>
                  <a:lnTo>
                    <a:pt x="255" y="367"/>
                  </a:lnTo>
                  <a:lnTo>
                    <a:pt x="245" y="365"/>
                  </a:lnTo>
                  <a:lnTo>
                    <a:pt x="242" y="374"/>
                  </a:lnTo>
                  <a:lnTo>
                    <a:pt x="242" y="374"/>
                  </a:lnTo>
                  <a:lnTo>
                    <a:pt x="242" y="374"/>
                  </a:lnTo>
                  <a:lnTo>
                    <a:pt x="240" y="374"/>
                  </a:lnTo>
                  <a:lnTo>
                    <a:pt x="240" y="371"/>
                  </a:lnTo>
                  <a:lnTo>
                    <a:pt x="240" y="374"/>
                  </a:lnTo>
                  <a:lnTo>
                    <a:pt x="239" y="375"/>
                  </a:lnTo>
                  <a:lnTo>
                    <a:pt x="236" y="375"/>
                  </a:lnTo>
                  <a:lnTo>
                    <a:pt x="233" y="383"/>
                  </a:lnTo>
                  <a:lnTo>
                    <a:pt x="231" y="383"/>
                  </a:lnTo>
                  <a:lnTo>
                    <a:pt x="231" y="383"/>
                  </a:lnTo>
                  <a:lnTo>
                    <a:pt x="231" y="381"/>
                  </a:lnTo>
                  <a:lnTo>
                    <a:pt x="231" y="378"/>
                  </a:lnTo>
                  <a:lnTo>
                    <a:pt x="224" y="386"/>
                  </a:lnTo>
                  <a:lnTo>
                    <a:pt x="215" y="389"/>
                  </a:lnTo>
                  <a:lnTo>
                    <a:pt x="215" y="389"/>
                  </a:lnTo>
                  <a:lnTo>
                    <a:pt x="214" y="387"/>
                  </a:lnTo>
                  <a:lnTo>
                    <a:pt x="211" y="386"/>
                  </a:lnTo>
                  <a:lnTo>
                    <a:pt x="211" y="384"/>
                  </a:lnTo>
                  <a:lnTo>
                    <a:pt x="212" y="380"/>
                  </a:lnTo>
                  <a:lnTo>
                    <a:pt x="214" y="380"/>
                  </a:lnTo>
                  <a:lnTo>
                    <a:pt x="218" y="380"/>
                  </a:lnTo>
                  <a:lnTo>
                    <a:pt x="222" y="374"/>
                  </a:lnTo>
                  <a:lnTo>
                    <a:pt x="216" y="377"/>
                  </a:lnTo>
                  <a:lnTo>
                    <a:pt x="216" y="377"/>
                  </a:lnTo>
                  <a:lnTo>
                    <a:pt x="216" y="375"/>
                  </a:lnTo>
                  <a:lnTo>
                    <a:pt x="212" y="374"/>
                  </a:lnTo>
                  <a:lnTo>
                    <a:pt x="212" y="373"/>
                  </a:lnTo>
                  <a:lnTo>
                    <a:pt x="218" y="358"/>
                  </a:lnTo>
                  <a:lnTo>
                    <a:pt x="219" y="346"/>
                  </a:lnTo>
                  <a:lnTo>
                    <a:pt x="219" y="346"/>
                  </a:lnTo>
                  <a:lnTo>
                    <a:pt x="231" y="340"/>
                  </a:lnTo>
                  <a:lnTo>
                    <a:pt x="243" y="341"/>
                  </a:lnTo>
                  <a:lnTo>
                    <a:pt x="236" y="338"/>
                  </a:lnTo>
                  <a:lnTo>
                    <a:pt x="236" y="337"/>
                  </a:lnTo>
                  <a:lnTo>
                    <a:pt x="236" y="337"/>
                  </a:lnTo>
                  <a:lnTo>
                    <a:pt x="242" y="330"/>
                  </a:lnTo>
                  <a:lnTo>
                    <a:pt x="236" y="334"/>
                  </a:lnTo>
                  <a:lnTo>
                    <a:pt x="234" y="334"/>
                  </a:lnTo>
                  <a:lnTo>
                    <a:pt x="234" y="334"/>
                  </a:lnTo>
                  <a:lnTo>
                    <a:pt x="228" y="332"/>
                  </a:lnTo>
                  <a:lnTo>
                    <a:pt x="228" y="332"/>
                  </a:lnTo>
                  <a:lnTo>
                    <a:pt x="228" y="332"/>
                  </a:lnTo>
                  <a:lnTo>
                    <a:pt x="228" y="332"/>
                  </a:lnTo>
                  <a:lnTo>
                    <a:pt x="214" y="343"/>
                  </a:lnTo>
                  <a:lnTo>
                    <a:pt x="203" y="361"/>
                  </a:lnTo>
                  <a:lnTo>
                    <a:pt x="203" y="361"/>
                  </a:lnTo>
                  <a:lnTo>
                    <a:pt x="202" y="361"/>
                  </a:lnTo>
                  <a:lnTo>
                    <a:pt x="197" y="359"/>
                  </a:lnTo>
                  <a:lnTo>
                    <a:pt x="202" y="367"/>
                  </a:lnTo>
                  <a:lnTo>
                    <a:pt x="202" y="367"/>
                  </a:lnTo>
                  <a:lnTo>
                    <a:pt x="184" y="381"/>
                  </a:lnTo>
                  <a:lnTo>
                    <a:pt x="182" y="389"/>
                  </a:lnTo>
                  <a:lnTo>
                    <a:pt x="188" y="390"/>
                  </a:lnTo>
                  <a:lnTo>
                    <a:pt x="193" y="395"/>
                  </a:lnTo>
                  <a:lnTo>
                    <a:pt x="193" y="395"/>
                  </a:lnTo>
                  <a:lnTo>
                    <a:pt x="193" y="396"/>
                  </a:lnTo>
                  <a:lnTo>
                    <a:pt x="184" y="405"/>
                  </a:lnTo>
                  <a:lnTo>
                    <a:pt x="182" y="408"/>
                  </a:lnTo>
                  <a:lnTo>
                    <a:pt x="184" y="411"/>
                  </a:lnTo>
                  <a:lnTo>
                    <a:pt x="182" y="413"/>
                  </a:lnTo>
                  <a:lnTo>
                    <a:pt x="171" y="417"/>
                  </a:lnTo>
                  <a:lnTo>
                    <a:pt x="166" y="424"/>
                  </a:lnTo>
                  <a:lnTo>
                    <a:pt x="166" y="424"/>
                  </a:lnTo>
                  <a:lnTo>
                    <a:pt x="166" y="424"/>
                  </a:lnTo>
                  <a:lnTo>
                    <a:pt x="163" y="423"/>
                  </a:lnTo>
                  <a:lnTo>
                    <a:pt x="162" y="427"/>
                  </a:lnTo>
                  <a:lnTo>
                    <a:pt x="162" y="427"/>
                  </a:lnTo>
                  <a:lnTo>
                    <a:pt x="153" y="433"/>
                  </a:lnTo>
                  <a:lnTo>
                    <a:pt x="153" y="433"/>
                  </a:lnTo>
                  <a:lnTo>
                    <a:pt x="154" y="433"/>
                  </a:lnTo>
                  <a:lnTo>
                    <a:pt x="153" y="439"/>
                  </a:lnTo>
                  <a:lnTo>
                    <a:pt x="153" y="439"/>
                  </a:lnTo>
                  <a:lnTo>
                    <a:pt x="139" y="445"/>
                  </a:lnTo>
                  <a:lnTo>
                    <a:pt x="139" y="450"/>
                  </a:lnTo>
                  <a:lnTo>
                    <a:pt x="139" y="451"/>
                  </a:lnTo>
                  <a:lnTo>
                    <a:pt x="133" y="451"/>
                  </a:lnTo>
                  <a:lnTo>
                    <a:pt x="133" y="453"/>
                  </a:lnTo>
                  <a:lnTo>
                    <a:pt x="135" y="453"/>
                  </a:lnTo>
                  <a:lnTo>
                    <a:pt x="133" y="454"/>
                  </a:lnTo>
                  <a:lnTo>
                    <a:pt x="123" y="457"/>
                  </a:lnTo>
                  <a:lnTo>
                    <a:pt x="123" y="458"/>
                  </a:lnTo>
                  <a:lnTo>
                    <a:pt x="123" y="457"/>
                  </a:lnTo>
                  <a:lnTo>
                    <a:pt x="120" y="456"/>
                  </a:lnTo>
                  <a:lnTo>
                    <a:pt x="125" y="463"/>
                  </a:lnTo>
                  <a:lnTo>
                    <a:pt x="125" y="463"/>
                  </a:lnTo>
                  <a:lnTo>
                    <a:pt x="125" y="464"/>
                  </a:lnTo>
                  <a:lnTo>
                    <a:pt x="114" y="467"/>
                  </a:lnTo>
                  <a:lnTo>
                    <a:pt x="111" y="475"/>
                  </a:lnTo>
                  <a:lnTo>
                    <a:pt x="110" y="475"/>
                  </a:lnTo>
                  <a:lnTo>
                    <a:pt x="110" y="475"/>
                  </a:lnTo>
                  <a:lnTo>
                    <a:pt x="110" y="475"/>
                  </a:lnTo>
                  <a:lnTo>
                    <a:pt x="107" y="469"/>
                  </a:lnTo>
                  <a:lnTo>
                    <a:pt x="88" y="479"/>
                  </a:lnTo>
                  <a:lnTo>
                    <a:pt x="86" y="479"/>
                  </a:lnTo>
                  <a:lnTo>
                    <a:pt x="86" y="479"/>
                  </a:lnTo>
                  <a:lnTo>
                    <a:pt x="86" y="479"/>
                  </a:lnTo>
                  <a:lnTo>
                    <a:pt x="86" y="473"/>
                  </a:lnTo>
                  <a:lnTo>
                    <a:pt x="86" y="473"/>
                  </a:lnTo>
                  <a:lnTo>
                    <a:pt x="80" y="485"/>
                  </a:lnTo>
                  <a:lnTo>
                    <a:pt x="80" y="485"/>
                  </a:lnTo>
                  <a:lnTo>
                    <a:pt x="74" y="487"/>
                  </a:lnTo>
                  <a:lnTo>
                    <a:pt x="74" y="487"/>
                  </a:lnTo>
                  <a:lnTo>
                    <a:pt x="73" y="485"/>
                  </a:lnTo>
                  <a:lnTo>
                    <a:pt x="73" y="487"/>
                  </a:lnTo>
                  <a:lnTo>
                    <a:pt x="73" y="487"/>
                  </a:lnTo>
                  <a:lnTo>
                    <a:pt x="73" y="487"/>
                  </a:lnTo>
                  <a:lnTo>
                    <a:pt x="73" y="487"/>
                  </a:lnTo>
                  <a:lnTo>
                    <a:pt x="65" y="485"/>
                  </a:lnTo>
                  <a:lnTo>
                    <a:pt x="64" y="490"/>
                  </a:lnTo>
                  <a:lnTo>
                    <a:pt x="64" y="491"/>
                  </a:lnTo>
                  <a:lnTo>
                    <a:pt x="64" y="491"/>
                  </a:lnTo>
                  <a:lnTo>
                    <a:pt x="62" y="491"/>
                  </a:lnTo>
                  <a:lnTo>
                    <a:pt x="59" y="485"/>
                  </a:lnTo>
                  <a:lnTo>
                    <a:pt x="59" y="484"/>
                  </a:lnTo>
                  <a:lnTo>
                    <a:pt x="61" y="484"/>
                  </a:lnTo>
                  <a:lnTo>
                    <a:pt x="62" y="482"/>
                  </a:lnTo>
                  <a:lnTo>
                    <a:pt x="89" y="463"/>
                  </a:lnTo>
                  <a:lnTo>
                    <a:pt x="89" y="463"/>
                  </a:lnTo>
                  <a:lnTo>
                    <a:pt x="89" y="463"/>
                  </a:lnTo>
                  <a:lnTo>
                    <a:pt x="98" y="466"/>
                  </a:lnTo>
                  <a:lnTo>
                    <a:pt x="99" y="466"/>
                  </a:lnTo>
                  <a:lnTo>
                    <a:pt x="99" y="463"/>
                  </a:lnTo>
                  <a:lnTo>
                    <a:pt x="101" y="460"/>
                  </a:lnTo>
                  <a:lnTo>
                    <a:pt x="101" y="457"/>
                  </a:lnTo>
                  <a:lnTo>
                    <a:pt x="102" y="456"/>
                  </a:lnTo>
                  <a:lnTo>
                    <a:pt x="102" y="456"/>
                  </a:lnTo>
                  <a:lnTo>
                    <a:pt x="102" y="454"/>
                  </a:lnTo>
                  <a:lnTo>
                    <a:pt x="123" y="444"/>
                  </a:lnTo>
                  <a:lnTo>
                    <a:pt x="125" y="438"/>
                  </a:lnTo>
                  <a:lnTo>
                    <a:pt x="132" y="433"/>
                  </a:lnTo>
                  <a:lnTo>
                    <a:pt x="141" y="410"/>
                  </a:lnTo>
                  <a:lnTo>
                    <a:pt x="139" y="410"/>
                  </a:lnTo>
                  <a:lnTo>
                    <a:pt x="138" y="410"/>
                  </a:lnTo>
                  <a:lnTo>
                    <a:pt x="138" y="408"/>
                  </a:lnTo>
                  <a:lnTo>
                    <a:pt x="139" y="402"/>
                  </a:lnTo>
                  <a:lnTo>
                    <a:pt x="147" y="392"/>
                  </a:lnTo>
                  <a:lnTo>
                    <a:pt x="132" y="401"/>
                  </a:lnTo>
                  <a:lnTo>
                    <a:pt x="131" y="402"/>
                  </a:lnTo>
                  <a:lnTo>
                    <a:pt x="131" y="401"/>
                  </a:lnTo>
                  <a:lnTo>
                    <a:pt x="125" y="396"/>
                  </a:lnTo>
                  <a:lnTo>
                    <a:pt x="125" y="395"/>
                  </a:lnTo>
                  <a:lnTo>
                    <a:pt x="125" y="393"/>
                  </a:lnTo>
                  <a:lnTo>
                    <a:pt x="122" y="398"/>
                  </a:lnTo>
                  <a:lnTo>
                    <a:pt x="123" y="404"/>
                  </a:lnTo>
                  <a:lnTo>
                    <a:pt x="123" y="405"/>
                  </a:lnTo>
                  <a:lnTo>
                    <a:pt x="120" y="407"/>
                  </a:lnTo>
                  <a:lnTo>
                    <a:pt x="120" y="408"/>
                  </a:lnTo>
                  <a:lnTo>
                    <a:pt x="120" y="408"/>
                  </a:lnTo>
                  <a:lnTo>
                    <a:pt x="119" y="407"/>
                  </a:lnTo>
                  <a:lnTo>
                    <a:pt x="111" y="395"/>
                  </a:lnTo>
                  <a:lnTo>
                    <a:pt x="102" y="395"/>
                  </a:lnTo>
                  <a:lnTo>
                    <a:pt x="102" y="393"/>
                  </a:lnTo>
                  <a:lnTo>
                    <a:pt x="102" y="387"/>
                  </a:lnTo>
                  <a:lnTo>
                    <a:pt x="96" y="393"/>
                  </a:lnTo>
                  <a:lnTo>
                    <a:pt x="79" y="402"/>
                  </a:lnTo>
                  <a:lnTo>
                    <a:pt x="79" y="402"/>
                  </a:lnTo>
                  <a:lnTo>
                    <a:pt x="77" y="401"/>
                  </a:lnTo>
                  <a:lnTo>
                    <a:pt x="77" y="401"/>
                  </a:lnTo>
                  <a:lnTo>
                    <a:pt x="85" y="396"/>
                  </a:lnTo>
                  <a:lnTo>
                    <a:pt x="83" y="392"/>
                  </a:lnTo>
                  <a:lnTo>
                    <a:pt x="83" y="390"/>
                  </a:lnTo>
                  <a:lnTo>
                    <a:pt x="85" y="389"/>
                  </a:lnTo>
                  <a:lnTo>
                    <a:pt x="80" y="387"/>
                  </a:lnTo>
                  <a:lnTo>
                    <a:pt x="79" y="386"/>
                  </a:lnTo>
                  <a:lnTo>
                    <a:pt x="79" y="386"/>
                  </a:lnTo>
                  <a:lnTo>
                    <a:pt x="83" y="377"/>
                  </a:lnTo>
                  <a:lnTo>
                    <a:pt x="74" y="358"/>
                  </a:lnTo>
                  <a:lnTo>
                    <a:pt x="74" y="358"/>
                  </a:lnTo>
                  <a:lnTo>
                    <a:pt x="83" y="347"/>
                  </a:lnTo>
                  <a:lnTo>
                    <a:pt x="77" y="352"/>
                  </a:lnTo>
                  <a:lnTo>
                    <a:pt x="74" y="358"/>
                  </a:lnTo>
                  <a:lnTo>
                    <a:pt x="76" y="362"/>
                  </a:lnTo>
                  <a:lnTo>
                    <a:pt x="76" y="362"/>
                  </a:lnTo>
                  <a:lnTo>
                    <a:pt x="67" y="375"/>
                  </a:lnTo>
                  <a:lnTo>
                    <a:pt x="67" y="375"/>
                  </a:lnTo>
                  <a:lnTo>
                    <a:pt x="65" y="375"/>
                  </a:lnTo>
                  <a:lnTo>
                    <a:pt x="62" y="375"/>
                  </a:lnTo>
                  <a:lnTo>
                    <a:pt x="59" y="375"/>
                  </a:lnTo>
                  <a:lnTo>
                    <a:pt x="58" y="374"/>
                  </a:lnTo>
                  <a:lnTo>
                    <a:pt x="56" y="374"/>
                  </a:lnTo>
                  <a:lnTo>
                    <a:pt x="55" y="374"/>
                  </a:lnTo>
                  <a:lnTo>
                    <a:pt x="50" y="368"/>
                  </a:lnTo>
                  <a:lnTo>
                    <a:pt x="50" y="368"/>
                  </a:lnTo>
                  <a:lnTo>
                    <a:pt x="52" y="368"/>
                  </a:lnTo>
                  <a:lnTo>
                    <a:pt x="52" y="367"/>
                  </a:lnTo>
                  <a:lnTo>
                    <a:pt x="49" y="367"/>
                  </a:lnTo>
                  <a:lnTo>
                    <a:pt x="49" y="367"/>
                  </a:lnTo>
                  <a:lnTo>
                    <a:pt x="48" y="361"/>
                  </a:lnTo>
                  <a:lnTo>
                    <a:pt x="48" y="359"/>
                  </a:lnTo>
                  <a:lnTo>
                    <a:pt x="56" y="344"/>
                  </a:lnTo>
                  <a:lnTo>
                    <a:pt x="48" y="344"/>
                  </a:lnTo>
                  <a:lnTo>
                    <a:pt x="45" y="343"/>
                  </a:lnTo>
                  <a:lnTo>
                    <a:pt x="45" y="343"/>
                  </a:lnTo>
                  <a:lnTo>
                    <a:pt x="45" y="343"/>
                  </a:lnTo>
                  <a:lnTo>
                    <a:pt x="46" y="338"/>
                  </a:lnTo>
                  <a:lnTo>
                    <a:pt x="43" y="338"/>
                  </a:lnTo>
                  <a:lnTo>
                    <a:pt x="39" y="340"/>
                  </a:lnTo>
                  <a:lnTo>
                    <a:pt x="37" y="340"/>
                  </a:lnTo>
                  <a:lnTo>
                    <a:pt x="37" y="340"/>
                  </a:lnTo>
                  <a:lnTo>
                    <a:pt x="37" y="340"/>
                  </a:lnTo>
                  <a:lnTo>
                    <a:pt x="34" y="334"/>
                  </a:lnTo>
                  <a:lnTo>
                    <a:pt x="34" y="332"/>
                  </a:lnTo>
                  <a:lnTo>
                    <a:pt x="36" y="330"/>
                  </a:lnTo>
                  <a:lnTo>
                    <a:pt x="30" y="330"/>
                  </a:lnTo>
                  <a:lnTo>
                    <a:pt x="28" y="330"/>
                  </a:lnTo>
                  <a:lnTo>
                    <a:pt x="30" y="328"/>
                  </a:lnTo>
                  <a:lnTo>
                    <a:pt x="34" y="324"/>
                  </a:lnTo>
                  <a:lnTo>
                    <a:pt x="25" y="327"/>
                  </a:lnTo>
                  <a:lnTo>
                    <a:pt x="25" y="328"/>
                  </a:lnTo>
                  <a:lnTo>
                    <a:pt x="24" y="327"/>
                  </a:lnTo>
                  <a:lnTo>
                    <a:pt x="24" y="327"/>
                  </a:lnTo>
                  <a:lnTo>
                    <a:pt x="27" y="321"/>
                  </a:lnTo>
                  <a:lnTo>
                    <a:pt x="25" y="318"/>
                  </a:lnTo>
                  <a:lnTo>
                    <a:pt x="25" y="318"/>
                  </a:lnTo>
                  <a:lnTo>
                    <a:pt x="25" y="318"/>
                  </a:lnTo>
                  <a:lnTo>
                    <a:pt x="30" y="315"/>
                  </a:lnTo>
                  <a:lnTo>
                    <a:pt x="34" y="301"/>
                  </a:lnTo>
                  <a:lnTo>
                    <a:pt x="46" y="291"/>
                  </a:lnTo>
                  <a:lnTo>
                    <a:pt x="53" y="291"/>
                  </a:lnTo>
                  <a:lnTo>
                    <a:pt x="53" y="288"/>
                  </a:lnTo>
                  <a:lnTo>
                    <a:pt x="53" y="287"/>
                  </a:lnTo>
                  <a:lnTo>
                    <a:pt x="58" y="284"/>
                  </a:lnTo>
                  <a:lnTo>
                    <a:pt x="67" y="282"/>
                  </a:lnTo>
                  <a:lnTo>
                    <a:pt x="77" y="269"/>
                  </a:lnTo>
                  <a:lnTo>
                    <a:pt x="77" y="269"/>
                  </a:lnTo>
                  <a:lnTo>
                    <a:pt x="92" y="267"/>
                  </a:lnTo>
                  <a:lnTo>
                    <a:pt x="96" y="258"/>
                  </a:lnTo>
                  <a:lnTo>
                    <a:pt x="88" y="239"/>
                  </a:lnTo>
                  <a:lnTo>
                    <a:pt x="88" y="239"/>
                  </a:lnTo>
                  <a:lnTo>
                    <a:pt x="88" y="239"/>
                  </a:lnTo>
                  <a:lnTo>
                    <a:pt x="93" y="239"/>
                  </a:lnTo>
                  <a:lnTo>
                    <a:pt x="96" y="233"/>
                  </a:lnTo>
                  <a:lnTo>
                    <a:pt x="85" y="230"/>
                  </a:lnTo>
                  <a:lnTo>
                    <a:pt x="71" y="248"/>
                  </a:lnTo>
                  <a:lnTo>
                    <a:pt x="71" y="248"/>
                  </a:lnTo>
                  <a:lnTo>
                    <a:pt x="71" y="248"/>
                  </a:lnTo>
                  <a:lnTo>
                    <a:pt x="71" y="248"/>
                  </a:lnTo>
                  <a:lnTo>
                    <a:pt x="68" y="241"/>
                  </a:lnTo>
                  <a:lnTo>
                    <a:pt x="67" y="242"/>
                  </a:lnTo>
                  <a:lnTo>
                    <a:pt x="67" y="244"/>
                  </a:lnTo>
                  <a:lnTo>
                    <a:pt x="67" y="244"/>
                  </a:lnTo>
                  <a:lnTo>
                    <a:pt x="67" y="244"/>
                  </a:lnTo>
                  <a:lnTo>
                    <a:pt x="59" y="239"/>
                  </a:lnTo>
                  <a:lnTo>
                    <a:pt x="43" y="242"/>
                  </a:lnTo>
                  <a:lnTo>
                    <a:pt x="27" y="239"/>
                  </a:lnTo>
                  <a:lnTo>
                    <a:pt x="27" y="238"/>
                  </a:lnTo>
                  <a:lnTo>
                    <a:pt x="16" y="218"/>
                  </a:lnTo>
                  <a:lnTo>
                    <a:pt x="16" y="218"/>
                  </a:lnTo>
                  <a:lnTo>
                    <a:pt x="16" y="218"/>
                  </a:lnTo>
                  <a:lnTo>
                    <a:pt x="24" y="215"/>
                  </a:lnTo>
                  <a:lnTo>
                    <a:pt x="10" y="214"/>
                  </a:lnTo>
                  <a:lnTo>
                    <a:pt x="0" y="203"/>
                  </a:lnTo>
                  <a:lnTo>
                    <a:pt x="0" y="202"/>
                  </a:lnTo>
                  <a:lnTo>
                    <a:pt x="0" y="202"/>
                  </a:lnTo>
                  <a:lnTo>
                    <a:pt x="24" y="187"/>
                  </a:lnTo>
                  <a:lnTo>
                    <a:pt x="33" y="189"/>
                  </a:lnTo>
                  <a:lnTo>
                    <a:pt x="30" y="186"/>
                  </a:lnTo>
                  <a:lnTo>
                    <a:pt x="30" y="184"/>
                  </a:lnTo>
                  <a:lnTo>
                    <a:pt x="31" y="184"/>
                  </a:lnTo>
                  <a:lnTo>
                    <a:pt x="46" y="174"/>
                  </a:lnTo>
                  <a:lnTo>
                    <a:pt x="55" y="174"/>
                  </a:lnTo>
                  <a:lnTo>
                    <a:pt x="58" y="175"/>
                  </a:lnTo>
                  <a:lnTo>
                    <a:pt x="58" y="175"/>
                  </a:lnTo>
                  <a:lnTo>
                    <a:pt x="58" y="184"/>
                  </a:lnTo>
                  <a:lnTo>
                    <a:pt x="58" y="184"/>
                  </a:lnTo>
                  <a:lnTo>
                    <a:pt x="55" y="186"/>
                  </a:lnTo>
                  <a:lnTo>
                    <a:pt x="59" y="192"/>
                  </a:lnTo>
                  <a:lnTo>
                    <a:pt x="83" y="195"/>
                  </a:lnTo>
                  <a:lnTo>
                    <a:pt x="86" y="184"/>
                  </a:lnTo>
                  <a:lnTo>
                    <a:pt x="82" y="184"/>
                  </a:lnTo>
                  <a:lnTo>
                    <a:pt x="80" y="183"/>
                  </a:lnTo>
                  <a:lnTo>
                    <a:pt x="80" y="183"/>
                  </a:lnTo>
                  <a:lnTo>
                    <a:pt x="82" y="178"/>
                  </a:lnTo>
                  <a:lnTo>
                    <a:pt x="79" y="172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5" y="178"/>
                  </a:lnTo>
                  <a:lnTo>
                    <a:pt x="98" y="181"/>
                  </a:lnTo>
                  <a:lnTo>
                    <a:pt x="111" y="175"/>
                  </a:lnTo>
                  <a:lnTo>
                    <a:pt x="90" y="171"/>
                  </a:lnTo>
                  <a:lnTo>
                    <a:pt x="90" y="175"/>
                  </a:lnTo>
                  <a:lnTo>
                    <a:pt x="90" y="177"/>
                  </a:lnTo>
                  <a:lnTo>
                    <a:pt x="90" y="177"/>
                  </a:lnTo>
                  <a:lnTo>
                    <a:pt x="89" y="177"/>
                  </a:lnTo>
                  <a:lnTo>
                    <a:pt x="82" y="169"/>
                  </a:lnTo>
                  <a:lnTo>
                    <a:pt x="82" y="168"/>
                  </a:lnTo>
                  <a:lnTo>
                    <a:pt x="86" y="162"/>
                  </a:lnTo>
                  <a:lnTo>
                    <a:pt x="86" y="160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2"/>
                  </a:lnTo>
                  <a:lnTo>
                    <a:pt x="77" y="162"/>
                  </a:lnTo>
                  <a:lnTo>
                    <a:pt x="76" y="162"/>
                  </a:lnTo>
                  <a:lnTo>
                    <a:pt x="74" y="162"/>
                  </a:lnTo>
                  <a:lnTo>
                    <a:pt x="74" y="162"/>
                  </a:lnTo>
                  <a:lnTo>
                    <a:pt x="74" y="162"/>
                  </a:lnTo>
                  <a:lnTo>
                    <a:pt x="74" y="158"/>
                  </a:lnTo>
                  <a:lnTo>
                    <a:pt x="71" y="162"/>
                  </a:lnTo>
                  <a:lnTo>
                    <a:pt x="70" y="162"/>
                  </a:lnTo>
                  <a:lnTo>
                    <a:pt x="70" y="162"/>
                  </a:lnTo>
                  <a:lnTo>
                    <a:pt x="59" y="158"/>
                  </a:lnTo>
                  <a:lnTo>
                    <a:pt x="59" y="158"/>
                  </a:lnTo>
                  <a:lnTo>
                    <a:pt x="55" y="143"/>
                  </a:lnTo>
                  <a:lnTo>
                    <a:pt x="49" y="137"/>
                  </a:lnTo>
                  <a:lnTo>
                    <a:pt x="16" y="115"/>
                  </a:lnTo>
                  <a:lnTo>
                    <a:pt x="16" y="113"/>
                  </a:lnTo>
                  <a:lnTo>
                    <a:pt x="16" y="113"/>
                  </a:lnTo>
                  <a:lnTo>
                    <a:pt x="24" y="109"/>
                  </a:lnTo>
                  <a:lnTo>
                    <a:pt x="24" y="109"/>
                  </a:lnTo>
                  <a:lnTo>
                    <a:pt x="24" y="109"/>
                  </a:lnTo>
                  <a:lnTo>
                    <a:pt x="24" y="95"/>
                  </a:lnTo>
                  <a:lnTo>
                    <a:pt x="25" y="95"/>
                  </a:lnTo>
                  <a:lnTo>
                    <a:pt x="55" y="91"/>
                  </a:lnTo>
                  <a:lnTo>
                    <a:pt x="65" y="76"/>
                  </a:lnTo>
                  <a:lnTo>
                    <a:pt x="67" y="67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8" y="66"/>
                  </a:lnTo>
                  <a:lnTo>
                    <a:pt x="70" y="67"/>
                  </a:lnTo>
                  <a:lnTo>
                    <a:pt x="67" y="64"/>
                  </a:lnTo>
                  <a:lnTo>
                    <a:pt x="67" y="64"/>
                  </a:lnTo>
                  <a:lnTo>
                    <a:pt x="67" y="63"/>
                  </a:lnTo>
                  <a:lnTo>
                    <a:pt x="70" y="63"/>
                  </a:lnTo>
                  <a:lnTo>
                    <a:pt x="70" y="63"/>
                  </a:lnTo>
                  <a:lnTo>
                    <a:pt x="68" y="63"/>
                  </a:lnTo>
                  <a:lnTo>
                    <a:pt x="68" y="61"/>
                  </a:lnTo>
                  <a:lnTo>
                    <a:pt x="74" y="52"/>
                  </a:lnTo>
                  <a:lnTo>
                    <a:pt x="74" y="52"/>
                  </a:lnTo>
                  <a:lnTo>
                    <a:pt x="76" y="52"/>
                  </a:lnTo>
                  <a:lnTo>
                    <a:pt x="80" y="55"/>
                  </a:lnTo>
                  <a:lnTo>
                    <a:pt x="77" y="52"/>
                  </a:lnTo>
                  <a:lnTo>
                    <a:pt x="77" y="51"/>
                  </a:lnTo>
                  <a:lnTo>
                    <a:pt x="80" y="42"/>
                  </a:lnTo>
                  <a:lnTo>
                    <a:pt x="82" y="42"/>
                  </a:lnTo>
                  <a:lnTo>
                    <a:pt x="82" y="42"/>
                  </a:lnTo>
                  <a:lnTo>
                    <a:pt x="83" y="42"/>
                  </a:lnTo>
                  <a:lnTo>
                    <a:pt x="85" y="43"/>
                  </a:lnTo>
                  <a:lnTo>
                    <a:pt x="85" y="43"/>
                  </a:lnTo>
                  <a:lnTo>
                    <a:pt x="83" y="46"/>
                  </a:lnTo>
                  <a:lnTo>
                    <a:pt x="104" y="30"/>
                  </a:lnTo>
                  <a:lnTo>
                    <a:pt x="104" y="30"/>
                  </a:lnTo>
                  <a:lnTo>
                    <a:pt x="104" y="30"/>
                  </a:lnTo>
                  <a:lnTo>
                    <a:pt x="107" y="33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107" y="42"/>
                  </a:lnTo>
                  <a:lnTo>
                    <a:pt x="108" y="34"/>
                  </a:lnTo>
                  <a:lnTo>
                    <a:pt x="108" y="34"/>
                  </a:lnTo>
                  <a:lnTo>
                    <a:pt x="113" y="33"/>
                  </a:lnTo>
                  <a:lnTo>
                    <a:pt x="105" y="29"/>
                  </a:lnTo>
                  <a:lnTo>
                    <a:pt x="105" y="29"/>
                  </a:lnTo>
                  <a:lnTo>
                    <a:pt x="105" y="29"/>
                  </a:lnTo>
                  <a:lnTo>
                    <a:pt x="108" y="24"/>
                  </a:lnTo>
                  <a:lnTo>
                    <a:pt x="119" y="17"/>
                  </a:lnTo>
                  <a:lnTo>
                    <a:pt x="120" y="17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14" y="24"/>
                  </a:lnTo>
                  <a:lnTo>
                    <a:pt x="117" y="26"/>
                  </a:lnTo>
                  <a:lnTo>
                    <a:pt x="117" y="23"/>
                  </a:lnTo>
                  <a:lnTo>
                    <a:pt x="117" y="23"/>
                  </a:lnTo>
                  <a:lnTo>
                    <a:pt x="133" y="20"/>
                  </a:lnTo>
                  <a:lnTo>
                    <a:pt x="150" y="0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86" name="Freeform 325">
              <a:extLst>
                <a:ext uri="{FF2B5EF4-FFF2-40B4-BE49-F238E27FC236}">
                  <a16:creationId xmlns:a16="http://schemas.microsoft.com/office/drawing/2014/main" id="{35C0FCB8-511C-E05A-F753-1E64D482F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491" y="2740535"/>
              <a:ext cx="30876" cy="20584"/>
            </a:xfrm>
            <a:custGeom>
              <a:avLst/>
              <a:gdLst>
                <a:gd name="T0" fmla="*/ 6 w 15"/>
                <a:gd name="T1" fmla="*/ 0 h 10"/>
                <a:gd name="T2" fmla="*/ 10 w 15"/>
                <a:gd name="T3" fmla="*/ 0 h 10"/>
                <a:gd name="T4" fmla="*/ 12 w 15"/>
                <a:gd name="T5" fmla="*/ 0 h 10"/>
                <a:gd name="T6" fmla="*/ 12 w 15"/>
                <a:gd name="T7" fmla="*/ 2 h 10"/>
                <a:gd name="T8" fmla="*/ 12 w 15"/>
                <a:gd name="T9" fmla="*/ 2 h 10"/>
                <a:gd name="T10" fmla="*/ 12 w 15"/>
                <a:gd name="T11" fmla="*/ 2 h 10"/>
                <a:gd name="T12" fmla="*/ 13 w 15"/>
                <a:gd name="T13" fmla="*/ 2 h 10"/>
                <a:gd name="T14" fmla="*/ 13 w 15"/>
                <a:gd name="T15" fmla="*/ 2 h 10"/>
                <a:gd name="T16" fmla="*/ 13 w 15"/>
                <a:gd name="T17" fmla="*/ 2 h 10"/>
                <a:gd name="T18" fmla="*/ 15 w 15"/>
                <a:gd name="T19" fmla="*/ 6 h 10"/>
                <a:gd name="T20" fmla="*/ 15 w 15"/>
                <a:gd name="T21" fmla="*/ 8 h 10"/>
                <a:gd name="T22" fmla="*/ 3 w 15"/>
                <a:gd name="T23" fmla="*/ 10 h 10"/>
                <a:gd name="T24" fmla="*/ 3 w 15"/>
                <a:gd name="T25" fmla="*/ 10 h 10"/>
                <a:gd name="T26" fmla="*/ 3 w 15"/>
                <a:gd name="T27" fmla="*/ 10 h 10"/>
                <a:gd name="T28" fmla="*/ 0 w 15"/>
                <a:gd name="T29" fmla="*/ 8 h 10"/>
                <a:gd name="T30" fmla="*/ 0 w 15"/>
                <a:gd name="T31" fmla="*/ 6 h 10"/>
                <a:gd name="T32" fmla="*/ 0 w 15"/>
                <a:gd name="T33" fmla="*/ 6 h 10"/>
                <a:gd name="T34" fmla="*/ 4 w 15"/>
                <a:gd name="T35" fmla="*/ 5 h 10"/>
                <a:gd name="T36" fmla="*/ 3 w 15"/>
                <a:gd name="T37" fmla="*/ 3 h 10"/>
                <a:gd name="T38" fmla="*/ 3 w 15"/>
                <a:gd name="T39" fmla="*/ 3 h 10"/>
                <a:gd name="T40" fmla="*/ 3 w 15"/>
                <a:gd name="T41" fmla="*/ 3 h 10"/>
                <a:gd name="T42" fmla="*/ 4 w 15"/>
                <a:gd name="T43" fmla="*/ 0 h 10"/>
                <a:gd name="T44" fmla="*/ 6 w 15"/>
                <a:gd name="T4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0">
                  <a:moveTo>
                    <a:pt x="6" y="0"/>
                  </a:moveTo>
                  <a:lnTo>
                    <a:pt x="10" y="0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5" y="6"/>
                  </a:lnTo>
                  <a:lnTo>
                    <a:pt x="15" y="8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5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87" name="Freeform 327">
              <a:extLst>
                <a:ext uri="{FF2B5EF4-FFF2-40B4-BE49-F238E27FC236}">
                  <a16:creationId xmlns:a16="http://schemas.microsoft.com/office/drawing/2014/main" id="{00C733B9-A9E6-5311-678B-12F481D33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207" y="2765235"/>
              <a:ext cx="72043" cy="61751"/>
            </a:xfrm>
            <a:custGeom>
              <a:avLst/>
              <a:gdLst>
                <a:gd name="T0" fmla="*/ 22 w 35"/>
                <a:gd name="T1" fmla="*/ 0 h 30"/>
                <a:gd name="T2" fmla="*/ 22 w 35"/>
                <a:gd name="T3" fmla="*/ 0 h 30"/>
                <a:gd name="T4" fmla="*/ 26 w 35"/>
                <a:gd name="T5" fmla="*/ 4 h 30"/>
                <a:gd name="T6" fmla="*/ 29 w 35"/>
                <a:gd name="T7" fmla="*/ 1 h 30"/>
                <a:gd name="T8" fmla="*/ 29 w 35"/>
                <a:gd name="T9" fmla="*/ 1 h 30"/>
                <a:gd name="T10" fmla="*/ 31 w 35"/>
                <a:gd name="T11" fmla="*/ 1 h 30"/>
                <a:gd name="T12" fmla="*/ 31 w 35"/>
                <a:gd name="T13" fmla="*/ 3 h 30"/>
                <a:gd name="T14" fmla="*/ 31 w 35"/>
                <a:gd name="T15" fmla="*/ 9 h 30"/>
                <a:gd name="T16" fmla="*/ 35 w 35"/>
                <a:gd name="T17" fmla="*/ 9 h 30"/>
                <a:gd name="T18" fmla="*/ 35 w 35"/>
                <a:gd name="T19" fmla="*/ 9 h 30"/>
                <a:gd name="T20" fmla="*/ 35 w 35"/>
                <a:gd name="T21" fmla="*/ 10 h 30"/>
                <a:gd name="T22" fmla="*/ 34 w 35"/>
                <a:gd name="T23" fmla="*/ 13 h 30"/>
                <a:gd name="T24" fmla="*/ 32 w 35"/>
                <a:gd name="T25" fmla="*/ 13 h 30"/>
                <a:gd name="T26" fmla="*/ 32 w 35"/>
                <a:gd name="T27" fmla="*/ 13 h 30"/>
                <a:gd name="T28" fmla="*/ 26 w 35"/>
                <a:gd name="T29" fmla="*/ 12 h 30"/>
                <a:gd name="T30" fmla="*/ 29 w 35"/>
                <a:gd name="T31" fmla="*/ 16 h 30"/>
                <a:gd name="T32" fmla="*/ 29 w 35"/>
                <a:gd name="T33" fmla="*/ 18 h 30"/>
                <a:gd name="T34" fmla="*/ 29 w 35"/>
                <a:gd name="T35" fmla="*/ 18 h 30"/>
                <a:gd name="T36" fmla="*/ 28 w 35"/>
                <a:gd name="T37" fmla="*/ 18 h 30"/>
                <a:gd name="T38" fmla="*/ 25 w 35"/>
                <a:gd name="T39" fmla="*/ 18 h 30"/>
                <a:gd name="T40" fmla="*/ 23 w 35"/>
                <a:gd name="T41" fmla="*/ 18 h 30"/>
                <a:gd name="T42" fmla="*/ 22 w 35"/>
                <a:gd name="T43" fmla="*/ 16 h 30"/>
                <a:gd name="T44" fmla="*/ 13 w 35"/>
                <a:gd name="T45" fmla="*/ 30 h 30"/>
                <a:gd name="T46" fmla="*/ 11 w 35"/>
                <a:gd name="T47" fmla="*/ 30 h 30"/>
                <a:gd name="T48" fmla="*/ 11 w 35"/>
                <a:gd name="T49" fmla="*/ 30 h 30"/>
                <a:gd name="T50" fmla="*/ 11 w 35"/>
                <a:gd name="T51" fmla="*/ 30 h 30"/>
                <a:gd name="T52" fmla="*/ 11 w 35"/>
                <a:gd name="T53" fmla="*/ 25 h 30"/>
                <a:gd name="T54" fmla="*/ 10 w 35"/>
                <a:gd name="T55" fmla="*/ 22 h 30"/>
                <a:gd name="T56" fmla="*/ 10 w 35"/>
                <a:gd name="T57" fmla="*/ 21 h 30"/>
                <a:gd name="T58" fmla="*/ 8 w 35"/>
                <a:gd name="T59" fmla="*/ 27 h 30"/>
                <a:gd name="T60" fmla="*/ 7 w 35"/>
                <a:gd name="T61" fmla="*/ 28 h 30"/>
                <a:gd name="T62" fmla="*/ 7 w 35"/>
                <a:gd name="T63" fmla="*/ 28 h 30"/>
                <a:gd name="T64" fmla="*/ 7 w 35"/>
                <a:gd name="T65" fmla="*/ 27 h 30"/>
                <a:gd name="T66" fmla="*/ 0 w 35"/>
                <a:gd name="T67" fmla="*/ 16 h 30"/>
                <a:gd name="T68" fmla="*/ 0 w 35"/>
                <a:gd name="T69" fmla="*/ 15 h 30"/>
                <a:gd name="T70" fmla="*/ 8 w 35"/>
                <a:gd name="T71" fmla="*/ 7 h 30"/>
                <a:gd name="T72" fmla="*/ 10 w 35"/>
                <a:gd name="T73" fmla="*/ 7 h 30"/>
                <a:gd name="T74" fmla="*/ 10 w 35"/>
                <a:gd name="T75" fmla="*/ 7 h 30"/>
                <a:gd name="T76" fmla="*/ 10 w 35"/>
                <a:gd name="T77" fmla="*/ 7 h 30"/>
                <a:gd name="T78" fmla="*/ 13 w 35"/>
                <a:gd name="T79" fmla="*/ 12 h 30"/>
                <a:gd name="T80" fmla="*/ 14 w 35"/>
                <a:gd name="T81" fmla="*/ 9 h 30"/>
                <a:gd name="T82" fmla="*/ 11 w 35"/>
                <a:gd name="T83" fmla="*/ 3 h 30"/>
                <a:gd name="T84" fmla="*/ 13 w 35"/>
                <a:gd name="T85" fmla="*/ 3 h 30"/>
                <a:gd name="T86" fmla="*/ 13 w 35"/>
                <a:gd name="T87" fmla="*/ 3 h 30"/>
                <a:gd name="T88" fmla="*/ 13 w 35"/>
                <a:gd name="T89" fmla="*/ 3 h 30"/>
                <a:gd name="T90" fmla="*/ 17 w 35"/>
                <a:gd name="T91" fmla="*/ 6 h 30"/>
                <a:gd name="T92" fmla="*/ 22 w 35"/>
                <a:gd name="T93" fmla="*/ 3 h 30"/>
                <a:gd name="T94" fmla="*/ 20 w 35"/>
                <a:gd name="T95" fmla="*/ 1 h 30"/>
                <a:gd name="T96" fmla="*/ 20 w 35"/>
                <a:gd name="T97" fmla="*/ 0 h 30"/>
                <a:gd name="T98" fmla="*/ 22 w 35"/>
                <a:gd name="T9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5" h="30">
                  <a:moveTo>
                    <a:pt x="22" y="0"/>
                  </a:moveTo>
                  <a:lnTo>
                    <a:pt x="22" y="0"/>
                  </a:lnTo>
                  <a:lnTo>
                    <a:pt x="26" y="4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31" y="1"/>
                  </a:lnTo>
                  <a:lnTo>
                    <a:pt x="31" y="3"/>
                  </a:lnTo>
                  <a:lnTo>
                    <a:pt x="31" y="9"/>
                  </a:lnTo>
                  <a:lnTo>
                    <a:pt x="35" y="9"/>
                  </a:lnTo>
                  <a:lnTo>
                    <a:pt x="35" y="9"/>
                  </a:lnTo>
                  <a:lnTo>
                    <a:pt x="35" y="10"/>
                  </a:lnTo>
                  <a:lnTo>
                    <a:pt x="34" y="13"/>
                  </a:lnTo>
                  <a:lnTo>
                    <a:pt x="32" y="13"/>
                  </a:lnTo>
                  <a:lnTo>
                    <a:pt x="32" y="13"/>
                  </a:lnTo>
                  <a:lnTo>
                    <a:pt x="26" y="12"/>
                  </a:lnTo>
                  <a:lnTo>
                    <a:pt x="29" y="16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8" y="18"/>
                  </a:lnTo>
                  <a:lnTo>
                    <a:pt x="25" y="18"/>
                  </a:lnTo>
                  <a:lnTo>
                    <a:pt x="23" y="18"/>
                  </a:lnTo>
                  <a:lnTo>
                    <a:pt x="22" y="16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11" y="30"/>
                  </a:lnTo>
                  <a:lnTo>
                    <a:pt x="11" y="30"/>
                  </a:lnTo>
                  <a:lnTo>
                    <a:pt x="11" y="25"/>
                  </a:lnTo>
                  <a:lnTo>
                    <a:pt x="10" y="22"/>
                  </a:lnTo>
                  <a:lnTo>
                    <a:pt x="10" y="21"/>
                  </a:lnTo>
                  <a:lnTo>
                    <a:pt x="8" y="27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7" y="2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8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3" y="12"/>
                  </a:lnTo>
                  <a:lnTo>
                    <a:pt x="14" y="9"/>
                  </a:lnTo>
                  <a:lnTo>
                    <a:pt x="11" y="3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7" y="6"/>
                  </a:lnTo>
                  <a:lnTo>
                    <a:pt x="22" y="3"/>
                  </a:lnTo>
                  <a:lnTo>
                    <a:pt x="20" y="1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88" name="Freeform 329">
              <a:extLst>
                <a:ext uri="{FF2B5EF4-FFF2-40B4-BE49-F238E27FC236}">
                  <a16:creationId xmlns:a16="http://schemas.microsoft.com/office/drawing/2014/main" id="{6F9D9FBD-9ADC-BA91-A7B1-2434047F0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265" y="2835220"/>
              <a:ext cx="6175" cy="10292"/>
            </a:xfrm>
            <a:custGeom>
              <a:avLst/>
              <a:gdLst>
                <a:gd name="T0" fmla="*/ 0 w 3"/>
                <a:gd name="T1" fmla="*/ 0 h 5"/>
                <a:gd name="T2" fmla="*/ 0 w 3"/>
                <a:gd name="T3" fmla="*/ 0 h 5"/>
                <a:gd name="T4" fmla="*/ 3 w 3"/>
                <a:gd name="T5" fmla="*/ 2 h 5"/>
                <a:gd name="T6" fmla="*/ 3 w 3"/>
                <a:gd name="T7" fmla="*/ 2 h 5"/>
                <a:gd name="T8" fmla="*/ 3 w 3"/>
                <a:gd name="T9" fmla="*/ 3 h 5"/>
                <a:gd name="T10" fmla="*/ 1 w 3"/>
                <a:gd name="T11" fmla="*/ 5 h 5"/>
                <a:gd name="T12" fmla="*/ 0 w 3"/>
                <a:gd name="T13" fmla="*/ 5 h 5"/>
                <a:gd name="T14" fmla="*/ 0 w 3"/>
                <a:gd name="T15" fmla="*/ 5 h 5"/>
                <a:gd name="T16" fmla="*/ 0 w 3"/>
                <a:gd name="T17" fmla="*/ 5 h 5"/>
                <a:gd name="T18" fmla="*/ 0 w 3"/>
                <a:gd name="T19" fmla="*/ 2 h 5"/>
                <a:gd name="T20" fmla="*/ 0 w 3"/>
                <a:gd name="T21" fmla="*/ 0 h 5"/>
                <a:gd name="T22" fmla="*/ 0 w 3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89" name="Freeform 331">
              <a:extLst>
                <a:ext uri="{FF2B5EF4-FFF2-40B4-BE49-F238E27FC236}">
                  <a16:creationId xmlns:a16="http://schemas.microsoft.com/office/drawing/2014/main" id="{A64D2297-2B5D-E607-D31A-0AF1E87D7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346" y="2847571"/>
              <a:ext cx="8234" cy="18526"/>
            </a:xfrm>
            <a:custGeom>
              <a:avLst/>
              <a:gdLst>
                <a:gd name="T0" fmla="*/ 1 w 4"/>
                <a:gd name="T1" fmla="*/ 0 h 9"/>
                <a:gd name="T2" fmla="*/ 1 w 4"/>
                <a:gd name="T3" fmla="*/ 0 h 9"/>
                <a:gd name="T4" fmla="*/ 3 w 4"/>
                <a:gd name="T5" fmla="*/ 1 h 9"/>
                <a:gd name="T6" fmla="*/ 4 w 4"/>
                <a:gd name="T7" fmla="*/ 3 h 9"/>
                <a:gd name="T8" fmla="*/ 3 w 4"/>
                <a:gd name="T9" fmla="*/ 9 h 9"/>
                <a:gd name="T10" fmla="*/ 1 w 4"/>
                <a:gd name="T11" fmla="*/ 9 h 9"/>
                <a:gd name="T12" fmla="*/ 1 w 4"/>
                <a:gd name="T13" fmla="*/ 9 h 9"/>
                <a:gd name="T14" fmla="*/ 1 w 4"/>
                <a:gd name="T15" fmla="*/ 9 h 9"/>
                <a:gd name="T16" fmla="*/ 0 w 4"/>
                <a:gd name="T17" fmla="*/ 1 h 9"/>
                <a:gd name="T18" fmla="*/ 1 w 4"/>
                <a:gd name="T19" fmla="*/ 0 h 9"/>
                <a:gd name="T20" fmla="*/ 1 w 4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9">
                  <a:moveTo>
                    <a:pt x="1" y="0"/>
                  </a:moveTo>
                  <a:lnTo>
                    <a:pt x="1" y="0"/>
                  </a:lnTo>
                  <a:lnTo>
                    <a:pt x="3" y="1"/>
                  </a:lnTo>
                  <a:lnTo>
                    <a:pt x="4" y="3"/>
                  </a:lnTo>
                  <a:lnTo>
                    <a:pt x="3" y="9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90" name="Freeform 335">
              <a:extLst>
                <a:ext uri="{FF2B5EF4-FFF2-40B4-BE49-F238E27FC236}">
                  <a16:creationId xmlns:a16="http://schemas.microsoft.com/office/drawing/2014/main" id="{77487E10-B806-3ABF-CED8-158731179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382" y="2905206"/>
              <a:ext cx="51459" cy="32934"/>
            </a:xfrm>
            <a:custGeom>
              <a:avLst/>
              <a:gdLst>
                <a:gd name="T0" fmla="*/ 18 w 25"/>
                <a:gd name="T1" fmla="*/ 0 h 16"/>
                <a:gd name="T2" fmla="*/ 18 w 25"/>
                <a:gd name="T3" fmla="*/ 0 h 16"/>
                <a:gd name="T4" fmla="*/ 25 w 25"/>
                <a:gd name="T5" fmla="*/ 8 h 16"/>
                <a:gd name="T6" fmla="*/ 25 w 25"/>
                <a:gd name="T7" fmla="*/ 9 h 16"/>
                <a:gd name="T8" fmla="*/ 24 w 25"/>
                <a:gd name="T9" fmla="*/ 9 h 16"/>
                <a:gd name="T10" fmla="*/ 12 w 25"/>
                <a:gd name="T11" fmla="*/ 11 h 16"/>
                <a:gd name="T12" fmla="*/ 8 w 25"/>
                <a:gd name="T13" fmla="*/ 16 h 16"/>
                <a:gd name="T14" fmla="*/ 6 w 25"/>
                <a:gd name="T15" fmla="*/ 16 h 16"/>
                <a:gd name="T16" fmla="*/ 6 w 25"/>
                <a:gd name="T17" fmla="*/ 16 h 16"/>
                <a:gd name="T18" fmla="*/ 6 w 25"/>
                <a:gd name="T19" fmla="*/ 16 h 16"/>
                <a:gd name="T20" fmla="*/ 0 w 25"/>
                <a:gd name="T21" fmla="*/ 12 h 16"/>
                <a:gd name="T22" fmla="*/ 0 w 25"/>
                <a:gd name="T23" fmla="*/ 11 h 16"/>
                <a:gd name="T24" fmla="*/ 6 w 25"/>
                <a:gd name="T25" fmla="*/ 3 h 16"/>
                <a:gd name="T26" fmla="*/ 18 w 25"/>
                <a:gd name="T27" fmla="*/ 0 h 16"/>
                <a:gd name="T28" fmla="*/ 18 w 25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" h="16">
                  <a:moveTo>
                    <a:pt x="18" y="0"/>
                  </a:moveTo>
                  <a:lnTo>
                    <a:pt x="18" y="0"/>
                  </a:lnTo>
                  <a:lnTo>
                    <a:pt x="25" y="8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12" y="11"/>
                  </a:lnTo>
                  <a:lnTo>
                    <a:pt x="8" y="16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6" y="3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91" name="Freeform 337">
              <a:extLst>
                <a:ext uri="{FF2B5EF4-FFF2-40B4-BE49-F238E27FC236}">
                  <a16:creationId xmlns:a16="http://schemas.microsoft.com/office/drawing/2014/main" id="{7CAA6D8F-5E05-B358-07DC-F446397BD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506" y="2942256"/>
              <a:ext cx="12350" cy="12350"/>
            </a:xfrm>
            <a:custGeom>
              <a:avLst/>
              <a:gdLst>
                <a:gd name="T0" fmla="*/ 2 w 6"/>
                <a:gd name="T1" fmla="*/ 0 h 6"/>
                <a:gd name="T2" fmla="*/ 3 w 6"/>
                <a:gd name="T3" fmla="*/ 0 h 6"/>
                <a:gd name="T4" fmla="*/ 6 w 6"/>
                <a:gd name="T5" fmla="*/ 4 h 6"/>
                <a:gd name="T6" fmla="*/ 6 w 6"/>
                <a:gd name="T7" fmla="*/ 4 h 6"/>
                <a:gd name="T8" fmla="*/ 5 w 6"/>
                <a:gd name="T9" fmla="*/ 4 h 6"/>
                <a:gd name="T10" fmla="*/ 5 w 6"/>
                <a:gd name="T11" fmla="*/ 6 h 6"/>
                <a:gd name="T12" fmla="*/ 3 w 6"/>
                <a:gd name="T13" fmla="*/ 6 h 6"/>
                <a:gd name="T14" fmla="*/ 2 w 6"/>
                <a:gd name="T15" fmla="*/ 6 h 6"/>
                <a:gd name="T16" fmla="*/ 2 w 6"/>
                <a:gd name="T17" fmla="*/ 6 h 6"/>
                <a:gd name="T18" fmla="*/ 0 w 6"/>
                <a:gd name="T19" fmla="*/ 6 h 6"/>
                <a:gd name="T20" fmla="*/ 0 w 6"/>
                <a:gd name="T21" fmla="*/ 4 h 6"/>
                <a:gd name="T22" fmla="*/ 2 w 6"/>
                <a:gd name="T23" fmla="*/ 1 h 6"/>
                <a:gd name="T24" fmla="*/ 2 w 6"/>
                <a:gd name="T25" fmla="*/ 0 h 6"/>
                <a:gd name="T26" fmla="*/ 2 w 6"/>
                <a:gd name="T2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3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5" y="4"/>
                  </a:lnTo>
                  <a:lnTo>
                    <a:pt x="5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92" name="Freeform 339">
              <a:extLst>
                <a:ext uri="{FF2B5EF4-FFF2-40B4-BE49-F238E27FC236}">
                  <a16:creationId xmlns:a16="http://schemas.microsoft.com/office/drawing/2014/main" id="{FB02B7C4-1E1E-E834-BC79-D7C3FD325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339" y="2956665"/>
              <a:ext cx="39109" cy="34993"/>
            </a:xfrm>
            <a:custGeom>
              <a:avLst/>
              <a:gdLst>
                <a:gd name="T0" fmla="*/ 17 w 19"/>
                <a:gd name="T1" fmla="*/ 0 h 17"/>
                <a:gd name="T2" fmla="*/ 19 w 19"/>
                <a:gd name="T3" fmla="*/ 0 h 17"/>
                <a:gd name="T4" fmla="*/ 19 w 19"/>
                <a:gd name="T5" fmla="*/ 0 h 17"/>
                <a:gd name="T6" fmla="*/ 16 w 19"/>
                <a:gd name="T7" fmla="*/ 6 h 17"/>
                <a:gd name="T8" fmla="*/ 16 w 19"/>
                <a:gd name="T9" fmla="*/ 6 h 17"/>
                <a:gd name="T10" fmla="*/ 17 w 19"/>
                <a:gd name="T11" fmla="*/ 8 h 17"/>
                <a:gd name="T12" fmla="*/ 16 w 19"/>
                <a:gd name="T13" fmla="*/ 8 h 17"/>
                <a:gd name="T14" fmla="*/ 11 w 19"/>
                <a:gd name="T15" fmla="*/ 12 h 17"/>
                <a:gd name="T16" fmla="*/ 0 w 19"/>
                <a:gd name="T17" fmla="*/ 17 h 17"/>
                <a:gd name="T18" fmla="*/ 0 w 19"/>
                <a:gd name="T19" fmla="*/ 17 h 17"/>
                <a:gd name="T20" fmla="*/ 0 w 19"/>
                <a:gd name="T21" fmla="*/ 15 h 17"/>
                <a:gd name="T22" fmla="*/ 0 w 19"/>
                <a:gd name="T23" fmla="*/ 15 h 17"/>
                <a:gd name="T24" fmla="*/ 8 w 19"/>
                <a:gd name="T25" fmla="*/ 6 h 17"/>
                <a:gd name="T26" fmla="*/ 7 w 19"/>
                <a:gd name="T27" fmla="*/ 2 h 17"/>
                <a:gd name="T28" fmla="*/ 5 w 19"/>
                <a:gd name="T29" fmla="*/ 2 h 17"/>
                <a:gd name="T30" fmla="*/ 7 w 19"/>
                <a:gd name="T31" fmla="*/ 2 h 17"/>
                <a:gd name="T32" fmla="*/ 7 w 19"/>
                <a:gd name="T33" fmla="*/ 2 h 17"/>
                <a:gd name="T34" fmla="*/ 10 w 19"/>
                <a:gd name="T35" fmla="*/ 0 h 17"/>
                <a:gd name="T36" fmla="*/ 13 w 19"/>
                <a:gd name="T37" fmla="*/ 0 h 17"/>
                <a:gd name="T38" fmla="*/ 14 w 19"/>
                <a:gd name="T39" fmla="*/ 0 h 17"/>
                <a:gd name="T40" fmla="*/ 17 w 19"/>
                <a:gd name="T41" fmla="*/ 0 h 17"/>
                <a:gd name="T42" fmla="*/ 17 w 19"/>
                <a:gd name="T4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" h="17">
                  <a:moveTo>
                    <a:pt x="17" y="0"/>
                  </a:moveTo>
                  <a:lnTo>
                    <a:pt x="19" y="0"/>
                  </a:lnTo>
                  <a:lnTo>
                    <a:pt x="19" y="0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1" y="12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8" y="6"/>
                  </a:lnTo>
                  <a:lnTo>
                    <a:pt x="7" y="2"/>
                  </a:lnTo>
                  <a:lnTo>
                    <a:pt x="5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10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93" name="Freeform 385">
              <a:extLst>
                <a:ext uri="{FF2B5EF4-FFF2-40B4-BE49-F238E27FC236}">
                  <a16:creationId xmlns:a16="http://schemas.microsoft.com/office/drawing/2014/main" id="{6BD70FDB-578C-B156-ADC2-BFEA55850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338" y="2631440"/>
              <a:ext cx="18526" cy="8234"/>
            </a:xfrm>
            <a:custGeom>
              <a:avLst/>
              <a:gdLst>
                <a:gd name="T0" fmla="*/ 3 w 9"/>
                <a:gd name="T1" fmla="*/ 0 h 4"/>
                <a:gd name="T2" fmla="*/ 3 w 9"/>
                <a:gd name="T3" fmla="*/ 0 h 4"/>
                <a:gd name="T4" fmla="*/ 9 w 9"/>
                <a:gd name="T5" fmla="*/ 3 h 4"/>
                <a:gd name="T6" fmla="*/ 9 w 9"/>
                <a:gd name="T7" fmla="*/ 3 h 4"/>
                <a:gd name="T8" fmla="*/ 9 w 9"/>
                <a:gd name="T9" fmla="*/ 4 h 4"/>
                <a:gd name="T10" fmla="*/ 7 w 9"/>
                <a:gd name="T11" fmla="*/ 4 h 4"/>
                <a:gd name="T12" fmla="*/ 6 w 9"/>
                <a:gd name="T13" fmla="*/ 4 h 4"/>
                <a:gd name="T14" fmla="*/ 3 w 9"/>
                <a:gd name="T15" fmla="*/ 4 h 4"/>
                <a:gd name="T16" fmla="*/ 1 w 9"/>
                <a:gd name="T17" fmla="*/ 4 h 4"/>
                <a:gd name="T18" fmla="*/ 0 w 9"/>
                <a:gd name="T19" fmla="*/ 4 h 4"/>
                <a:gd name="T20" fmla="*/ 0 w 9"/>
                <a:gd name="T21" fmla="*/ 4 h 4"/>
                <a:gd name="T22" fmla="*/ 0 w 9"/>
                <a:gd name="T23" fmla="*/ 3 h 4"/>
                <a:gd name="T24" fmla="*/ 1 w 9"/>
                <a:gd name="T25" fmla="*/ 1 h 4"/>
                <a:gd name="T26" fmla="*/ 3 w 9"/>
                <a:gd name="T2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4">
                  <a:moveTo>
                    <a:pt x="3" y="0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9" y="3"/>
                  </a:lnTo>
                  <a:lnTo>
                    <a:pt x="9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3" y="4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1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94" name="Freeform 387">
              <a:extLst>
                <a:ext uri="{FF2B5EF4-FFF2-40B4-BE49-F238E27FC236}">
                  <a16:creationId xmlns:a16="http://schemas.microsoft.com/office/drawing/2014/main" id="{2F06F49C-2971-29BB-36FB-A3CC6646E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368" y="2240345"/>
              <a:ext cx="16467" cy="14409"/>
            </a:xfrm>
            <a:custGeom>
              <a:avLst/>
              <a:gdLst>
                <a:gd name="T0" fmla="*/ 0 w 8"/>
                <a:gd name="T1" fmla="*/ 0 h 7"/>
                <a:gd name="T2" fmla="*/ 2 w 8"/>
                <a:gd name="T3" fmla="*/ 0 h 7"/>
                <a:gd name="T4" fmla="*/ 8 w 8"/>
                <a:gd name="T5" fmla="*/ 6 h 7"/>
                <a:gd name="T6" fmla="*/ 8 w 8"/>
                <a:gd name="T7" fmla="*/ 7 h 7"/>
                <a:gd name="T8" fmla="*/ 6 w 8"/>
                <a:gd name="T9" fmla="*/ 7 h 7"/>
                <a:gd name="T10" fmla="*/ 3 w 8"/>
                <a:gd name="T11" fmla="*/ 7 h 7"/>
                <a:gd name="T12" fmla="*/ 2 w 8"/>
                <a:gd name="T13" fmla="*/ 7 h 7"/>
                <a:gd name="T14" fmla="*/ 0 w 8"/>
                <a:gd name="T15" fmla="*/ 1 h 7"/>
                <a:gd name="T16" fmla="*/ 0 w 8"/>
                <a:gd name="T17" fmla="*/ 0 h 7"/>
                <a:gd name="T18" fmla="*/ 0 w 8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7">
                  <a:moveTo>
                    <a:pt x="0" y="0"/>
                  </a:moveTo>
                  <a:lnTo>
                    <a:pt x="2" y="0"/>
                  </a:lnTo>
                  <a:lnTo>
                    <a:pt x="8" y="6"/>
                  </a:lnTo>
                  <a:lnTo>
                    <a:pt x="8" y="7"/>
                  </a:lnTo>
                  <a:lnTo>
                    <a:pt x="6" y="7"/>
                  </a:lnTo>
                  <a:lnTo>
                    <a:pt x="3" y="7"/>
                  </a:lnTo>
                  <a:lnTo>
                    <a:pt x="2" y="7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95" name="Freeform 389">
              <a:extLst>
                <a:ext uri="{FF2B5EF4-FFF2-40B4-BE49-F238E27FC236}">
                  <a16:creationId xmlns:a16="http://schemas.microsoft.com/office/drawing/2014/main" id="{8F029BF0-683B-5854-0FB6-7403E0A23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455" y="2637615"/>
              <a:ext cx="55577" cy="37051"/>
            </a:xfrm>
            <a:custGeom>
              <a:avLst/>
              <a:gdLst>
                <a:gd name="T0" fmla="*/ 18 w 27"/>
                <a:gd name="T1" fmla="*/ 0 h 18"/>
                <a:gd name="T2" fmla="*/ 26 w 27"/>
                <a:gd name="T3" fmla="*/ 3 h 18"/>
                <a:gd name="T4" fmla="*/ 27 w 27"/>
                <a:gd name="T5" fmla="*/ 3 h 18"/>
                <a:gd name="T6" fmla="*/ 27 w 27"/>
                <a:gd name="T7" fmla="*/ 10 h 18"/>
                <a:gd name="T8" fmla="*/ 27 w 27"/>
                <a:gd name="T9" fmla="*/ 10 h 18"/>
                <a:gd name="T10" fmla="*/ 20 w 27"/>
                <a:gd name="T11" fmla="*/ 18 h 18"/>
                <a:gd name="T12" fmla="*/ 20 w 27"/>
                <a:gd name="T13" fmla="*/ 18 h 18"/>
                <a:gd name="T14" fmla="*/ 20 w 27"/>
                <a:gd name="T15" fmla="*/ 18 h 18"/>
                <a:gd name="T16" fmla="*/ 6 w 27"/>
                <a:gd name="T17" fmla="*/ 12 h 18"/>
                <a:gd name="T18" fmla="*/ 0 w 27"/>
                <a:gd name="T19" fmla="*/ 6 h 18"/>
                <a:gd name="T20" fmla="*/ 0 w 27"/>
                <a:gd name="T21" fmla="*/ 4 h 18"/>
                <a:gd name="T22" fmla="*/ 0 w 27"/>
                <a:gd name="T23" fmla="*/ 4 h 18"/>
                <a:gd name="T24" fmla="*/ 18 w 27"/>
                <a:gd name="T2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" h="18">
                  <a:moveTo>
                    <a:pt x="18" y="0"/>
                  </a:moveTo>
                  <a:lnTo>
                    <a:pt x="26" y="3"/>
                  </a:lnTo>
                  <a:lnTo>
                    <a:pt x="27" y="3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6" y="12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4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96" name="Freeform 391">
              <a:extLst>
                <a:ext uri="{FF2B5EF4-FFF2-40B4-BE49-F238E27FC236}">
                  <a16:creationId xmlns:a16="http://schemas.microsoft.com/office/drawing/2014/main" id="{038A9D05-DBB3-BD21-D617-5A7DA6B23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149" y="2612915"/>
              <a:ext cx="32934" cy="26760"/>
            </a:xfrm>
            <a:custGeom>
              <a:avLst/>
              <a:gdLst>
                <a:gd name="T0" fmla="*/ 6 w 16"/>
                <a:gd name="T1" fmla="*/ 0 h 13"/>
                <a:gd name="T2" fmla="*/ 6 w 16"/>
                <a:gd name="T3" fmla="*/ 0 h 13"/>
                <a:gd name="T4" fmla="*/ 16 w 16"/>
                <a:gd name="T5" fmla="*/ 7 h 13"/>
                <a:gd name="T6" fmla="*/ 16 w 16"/>
                <a:gd name="T7" fmla="*/ 7 h 13"/>
                <a:gd name="T8" fmla="*/ 16 w 16"/>
                <a:gd name="T9" fmla="*/ 7 h 13"/>
                <a:gd name="T10" fmla="*/ 10 w 16"/>
                <a:gd name="T11" fmla="*/ 13 h 13"/>
                <a:gd name="T12" fmla="*/ 9 w 16"/>
                <a:gd name="T13" fmla="*/ 13 h 13"/>
                <a:gd name="T14" fmla="*/ 9 w 16"/>
                <a:gd name="T15" fmla="*/ 13 h 13"/>
                <a:gd name="T16" fmla="*/ 1 w 16"/>
                <a:gd name="T17" fmla="*/ 6 h 13"/>
                <a:gd name="T18" fmla="*/ 0 w 16"/>
                <a:gd name="T19" fmla="*/ 6 h 13"/>
                <a:gd name="T20" fmla="*/ 1 w 16"/>
                <a:gd name="T21" fmla="*/ 4 h 13"/>
                <a:gd name="T22" fmla="*/ 6 w 16"/>
                <a:gd name="T23" fmla="*/ 0 h 13"/>
                <a:gd name="T24" fmla="*/ 6 w 16"/>
                <a:gd name="T2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" h="13">
                  <a:moveTo>
                    <a:pt x="6" y="0"/>
                  </a:moveTo>
                  <a:lnTo>
                    <a:pt x="6" y="0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0" y="13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" y="6"/>
                  </a:lnTo>
                  <a:lnTo>
                    <a:pt x="0" y="6"/>
                  </a:lnTo>
                  <a:lnTo>
                    <a:pt x="1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97" name="HAWAII">
              <a:extLst>
                <a:ext uri="{FF2B5EF4-FFF2-40B4-BE49-F238E27FC236}">
                  <a16:creationId xmlns:a16="http://schemas.microsoft.com/office/drawing/2014/main" id="{91BE79C6-BCFD-7D25-3BD8-A4F42F8745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96774" y="3972341"/>
              <a:ext cx="131491" cy="111843"/>
            </a:xfrm>
            <a:custGeom>
              <a:avLst/>
              <a:gdLst>
                <a:gd name="T0" fmla="*/ 38 w 44"/>
                <a:gd name="T1" fmla="*/ 25 h 38"/>
                <a:gd name="T2" fmla="*/ 38 w 44"/>
                <a:gd name="T3" fmla="*/ 27 h 38"/>
                <a:gd name="T4" fmla="*/ 35 w 44"/>
                <a:gd name="T5" fmla="*/ 28 h 38"/>
                <a:gd name="T6" fmla="*/ 44 w 44"/>
                <a:gd name="T7" fmla="*/ 32 h 38"/>
                <a:gd name="T8" fmla="*/ 43 w 44"/>
                <a:gd name="T9" fmla="*/ 28 h 38"/>
                <a:gd name="T10" fmla="*/ 38 w 44"/>
                <a:gd name="T11" fmla="*/ 25 h 38"/>
                <a:gd name="T12" fmla="*/ 31 w 44"/>
                <a:gd name="T13" fmla="*/ 14 h 38"/>
                <a:gd name="T14" fmla="*/ 33 w 44"/>
                <a:gd name="T15" fmla="*/ 18 h 38"/>
                <a:gd name="T16" fmla="*/ 33 w 44"/>
                <a:gd name="T17" fmla="*/ 17 h 38"/>
                <a:gd name="T18" fmla="*/ 33 w 44"/>
                <a:gd name="T19" fmla="*/ 14 h 38"/>
                <a:gd name="T20" fmla="*/ 31 w 44"/>
                <a:gd name="T21" fmla="*/ 14 h 38"/>
                <a:gd name="T22" fmla="*/ 17 w 44"/>
                <a:gd name="T23" fmla="*/ 5 h 38"/>
                <a:gd name="T24" fmla="*/ 16 w 44"/>
                <a:gd name="T25" fmla="*/ 5 h 38"/>
                <a:gd name="T26" fmla="*/ 16 w 44"/>
                <a:gd name="T27" fmla="*/ 7 h 38"/>
                <a:gd name="T28" fmla="*/ 19 w 44"/>
                <a:gd name="T29" fmla="*/ 9 h 38"/>
                <a:gd name="T30" fmla="*/ 20 w 44"/>
                <a:gd name="T31" fmla="*/ 9 h 38"/>
                <a:gd name="T32" fmla="*/ 19 w 44"/>
                <a:gd name="T33" fmla="*/ 7 h 38"/>
                <a:gd name="T34" fmla="*/ 19 w 44"/>
                <a:gd name="T35" fmla="*/ 5 h 38"/>
                <a:gd name="T36" fmla="*/ 17 w 44"/>
                <a:gd name="T37" fmla="*/ 5 h 38"/>
                <a:gd name="T38" fmla="*/ 2 w 44"/>
                <a:gd name="T39" fmla="*/ 0 h 38"/>
                <a:gd name="T40" fmla="*/ 4 w 44"/>
                <a:gd name="T41" fmla="*/ 5 h 38"/>
                <a:gd name="T42" fmla="*/ 2 w 44"/>
                <a:gd name="T4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38">
                  <a:moveTo>
                    <a:pt x="38" y="25"/>
                  </a:moveTo>
                  <a:cubicBezTo>
                    <a:pt x="38" y="25"/>
                    <a:pt x="38" y="27"/>
                    <a:pt x="38" y="27"/>
                  </a:cubicBezTo>
                  <a:cubicBezTo>
                    <a:pt x="38" y="27"/>
                    <a:pt x="35" y="28"/>
                    <a:pt x="35" y="28"/>
                  </a:cubicBezTo>
                  <a:cubicBezTo>
                    <a:pt x="37" y="38"/>
                    <a:pt x="38" y="36"/>
                    <a:pt x="44" y="32"/>
                  </a:cubicBezTo>
                  <a:cubicBezTo>
                    <a:pt x="43" y="30"/>
                    <a:pt x="43" y="30"/>
                    <a:pt x="43" y="28"/>
                  </a:cubicBezTo>
                  <a:cubicBezTo>
                    <a:pt x="41" y="25"/>
                    <a:pt x="41" y="27"/>
                    <a:pt x="38" y="25"/>
                  </a:cubicBezTo>
                  <a:close/>
                  <a:moveTo>
                    <a:pt x="31" y="14"/>
                  </a:moveTo>
                  <a:cubicBezTo>
                    <a:pt x="31" y="15"/>
                    <a:pt x="32" y="17"/>
                    <a:pt x="33" y="18"/>
                  </a:cubicBezTo>
                  <a:cubicBezTo>
                    <a:pt x="33" y="18"/>
                    <a:pt x="34" y="18"/>
                    <a:pt x="33" y="17"/>
                  </a:cubicBezTo>
                  <a:cubicBezTo>
                    <a:pt x="35" y="18"/>
                    <a:pt x="34" y="14"/>
                    <a:pt x="33" y="14"/>
                  </a:cubicBezTo>
                  <a:cubicBezTo>
                    <a:pt x="33" y="14"/>
                    <a:pt x="31" y="14"/>
                    <a:pt x="31" y="14"/>
                  </a:cubicBezTo>
                  <a:close/>
                  <a:moveTo>
                    <a:pt x="17" y="5"/>
                  </a:moveTo>
                  <a:cubicBezTo>
                    <a:pt x="19" y="5"/>
                    <a:pt x="16" y="5"/>
                    <a:pt x="16" y="5"/>
                  </a:cubicBezTo>
                  <a:cubicBezTo>
                    <a:pt x="16" y="6"/>
                    <a:pt x="16" y="7"/>
                    <a:pt x="16" y="7"/>
                  </a:cubicBezTo>
                  <a:cubicBezTo>
                    <a:pt x="17" y="8"/>
                    <a:pt x="18" y="8"/>
                    <a:pt x="19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8"/>
                    <a:pt x="19" y="7"/>
                    <a:pt x="19" y="7"/>
                  </a:cubicBezTo>
                  <a:cubicBezTo>
                    <a:pt x="19" y="7"/>
                    <a:pt x="20" y="6"/>
                    <a:pt x="19" y="5"/>
                  </a:cubicBezTo>
                  <a:cubicBezTo>
                    <a:pt x="19" y="5"/>
                    <a:pt x="17" y="5"/>
                    <a:pt x="17" y="5"/>
                  </a:cubicBezTo>
                  <a:close/>
                  <a:moveTo>
                    <a:pt x="2" y="0"/>
                  </a:moveTo>
                  <a:cubicBezTo>
                    <a:pt x="0" y="0"/>
                    <a:pt x="1" y="5"/>
                    <a:pt x="4" y="5"/>
                  </a:cubicBezTo>
                  <a:cubicBezTo>
                    <a:pt x="6" y="4"/>
                    <a:pt x="6" y="0"/>
                    <a:pt x="2" y="0"/>
                  </a:cubicBez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00" name="CANADA">
            <a:extLst>
              <a:ext uri="{FF2B5EF4-FFF2-40B4-BE49-F238E27FC236}">
                <a16:creationId xmlns:a16="http://schemas.microsoft.com/office/drawing/2014/main" id="{5C21BC87-50E9-B498-64F5-ACEF094DC48A}"/>
              </a:ext>
            </a:extLst>
          </p:cNvPr>
          <p:cNvGrpSpPr/>
          <p:nvPr userDrawn="1"/>
        </p:nvGrpSpPr>
        <p:grpSpPr>
          <a:xfrm>
            <a:off x="1738015" y="874116"/>
            <a:ext cx="2527478" cy="2398370"/>
            <a:chOff x="1996717" y="1186450"/>
            <a:chExt cx="2377440" cy="2255996"/>
          </a:xfrm>
          <a:solidFill>
            <a:srgbClr val="4D148C"/>
          </a:solidFill>
        </p:grpSpPr>
        <p:sp>
          <p:nvSpPr>
            <p:cNvPr id="601" name="Freeform 582">
              <a:extLst>
                <a:ext uri="{FF2B5EF4-FFF2-40B4-BE49-F238E27FC236}">
                  <a16:creationId xmlns:a16="http://schemas.microsoft.com/office/drawing/2014/main" id="{AA3A58AD-C18E-DE09-9CA2-4254CA224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802" y="3292183"/>
              <a:ext cx="39109" cy="18526"/>
            </a:xfrm>
            <a:custGeom>
              <a:avLst/>
              <a:gdLst>
                <a:gd name="T0" fmla="*/ 18 w 19"/>
                <a:gd name="T1" fmla="*/ 0 h 9"/>
                <a:gd name="T2" fmla="*/ 18 w 19"/>
                <a:gd name="T3" fmla="*/ 0 h 9"/>
                <a:gd name="T4" fmla="*/ 19 w 19"/>
                <a:gd name="T5" fmla="*/ 0 h 9"/>
                <a:gd name="T6" fmla="*/ 19 w 19"/>
                <a:gd name="T7" fmla="*/ 6 h 9"/>
                <a:gd name="T8" fmla="*/ 19 w 19"/>
                <a:gd name="T9" fmla="*/ 6 h 9"/>
                <a:gd name="T10" fmla="*/ 18 w 19"/>
                <a:gd name="T11" fmla="*/ 9 h 9"/>
                <a:gd name="T12" fmla="*/ 18 w 19"/>
                <a:gd name="T13" fmla="*/ 9 h 9"/>
                <a:gd name="T14" fmla="*/ 16 w 19"/>
                <a:gd name="T15" fmla="*/ 9 h 9"/>
                <a:gd name="T16" fmla="*/ 1 w 19"/>
                <a:gd name="T17" fmla="*/ 2 h 9"/>
                <a:gd name="T18" fmla="*/ 0 w 19"/>
                <a:gd name="T19" fmla="*/ 2 h 9"/>
                <a:gd name="T20" fmla="*/ 1 w 19"/>
                <a:gd name="T21" fmla="*/ 0 h 9"/>
                <a:gd name="T22" fmla="*/ 15 w 19"/>
                <a:gd name="T23" fmla="*/ 0 h 9"/>
                <a:gd name="T24" fmla="*/ 18 w 19"/>
                <a:gd name="T25" fmla="*/ 0 h 9"/>
                <a:gd name="T26" fmla="*/ 18 w 19"/>
                <a:gd name="T2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9">
                  <a:moveTo>
                    <a:pt x="18" y="0"/>
                  </a:moveTo>
                  <a:lnTo>
                    <a:pt x="18" y="0"/>
                  </a:lnTo>
                  <a:lnTo>
                    <a:pt x="19" y="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6" y="9"/>
                  </a:lnTo>
                  <a:lnTo>
                    <a:pt x="1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02" name="Freeform 594">
              <a:extLst>
                <a:ext uri="{FF2B5EF4-FFF2-40B4-BE49-F238E27FC236}">
                  <a16:creationId xmlns:a16="http://schemas.microsoft.com/office/drawing/2014/main" id="{F13F394C-261D-D8FC-4601-B7E40A7B5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165" y="3131629"/>
              <a:ext cx="76160" cy="37051"/>
            </a:xfrm>
            <a:custGeom>
              <a:avLst/>
              <a:gdLst>
                <a:gd name="T0" fmla="*/ 6 w 37"/>
                <a:gd name="T1" fmla="*/ 0 h 18"/>
                <a:gd name="T2" fmla="*/ 25 w 37"/>
                <a:gd name="T3" fmla="*/ 7 h 18"/>
                <a:gd name="T4" fmla="*/ 34 w 37"/>
                <a:gd name="T5" fmla="*/ 12 h 18"/>
                <a:gd name="T6" fmla="*/ 37 w 37"/>
                <a:gd name="T7" fmla="*/ 16 h 18"/>
                <a:gd name="T8" fmla="*/ 37 w 37"/>
                <a:gd name="T9" fmla="*/ 18 h 18"/>
                <a:gd name="T10" fmla="*/ 35 w 37"/>
                <a:gd name="T11" fmla="*/ 18 h 18"/>
                <a:gd name="T12" fmla="*/ 35 w 37"/>
                <a:gd name="T13" fmla="*/ 18 h 18"/>
                <a:gd name="T14" fmla="*/ 34 w 37"/>
                <a:gd name="T15" fmla="*/ 18 h 18"/>
                <a:gd name="T16" fmla="*/ 31 w 37"/>
                <a:gd name="T17" fmla="*/ 18 h 18"/>
                <a:gd name="T18" fmla="*/ 30 w 37"/>
                <a:gd name="T19" fmla="*/ 18 h 18"/>
                <a:gd name="T20" fmla="*/ 28 w 37"/>
                <a:gd name="T21" fmla="*/ 18 h 18"/>
                <a:gd name="T22" fmla="*/ 28 w 37"/>
                <a:gd name="T23" fmla="*/ 18 h 18"/>
                <a:gd name="T24" fmla="*/ 13 w 37"/>
                <a:gd name="T25" fmla="*/ 13 h 18"/>
                <a:gd name="T26" fmla="*/ 13 w 37"/>
                <a:gd name="T27" fmla="*/ 13 h 18"/>
                <a:gd name="T28" fmla="*/ 10 w 37"/>
                <a:gd name="T29" fmla="*/ 9 h 18"/>
                <a:gd name="T30" fmla="*/ 0 w 37"/>
                <a:gd name="T31" fmla="*/ 4 h 18"/>
                <a:gd name="T32" fmla="*/ 0 w 37"/>
                <a:gd name="T33" fmla="*/ 3 h 18"/>
                <a:gd name="T34" fmla="*/ 0 w 37"/>
                <a:gd name="T35" fmla="*/ 3 h 18"/>
                <a:gd name="T36" fmla="*/ 6 w 37"/>
                <a:gd name="T3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7" h="18">
                  <a:moveTo>
                    <a:pt x="6" y="0"/>
                  </a:moveTo>
                  <a:lnTo>
                    <a:pt x="25" y="7"/>
                  </a:lnTo>
                  <a:lnTo>
                    <a:pt x="34" y="12"/>
                  </a:lnTo>
                  <a:lnTo>
                    <a:pt x="37" y="16"/>
                  </a:lnTo>
                  <a:lnTo>
                    <a:pt x="37" y="18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4" y="18"/>
                  </a:lnTo>
                  <a:lnTo>
                    <a:pt x="31" y="18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0" y="9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03" name="Freeform 622">
              <a:extLst>
                <a:ext uri="{FF2B5EF4-FFF2-40B4-BE49-F238E27FC236}">
                  <a16:creationId xmlns:a16="http://schemas.microsoft.com/office/drawing/2014/main" id="{CA937B80-8582-21AF-5BDC-509CB4DBC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223" y="3251016"/>
              <a:ext cx="63810" cy="41167"/>
            </a:xfrm>
            <a:custGeom>
              <a:avLst/>
              <a:gdLst>
                <a:gd name="T0" fmla="*/ 5 w 31"/>
                <a:gd name="T1" fmla="*/ 0 h 20"/>
                <a:gd name="T2" fmla="*/ 5 w 31"/>
                <a:gd name="T3" fmla="*/ 0 h 20"/>
                <a:gd name="T4" fmla="*/ 6 w 31"/>
                <a:gd name="T5" fmla="*/ 1 h 20"/>
                <a:gd name="T6" fmla="*/ 5 w 31"/>
                <a:gd name="T7" fmla="*/ 4 h 20"/>
                <a:gd name="T8" fmla="*/ 9 w 31"/>
                <a:gd name="T9" fmla="*/ 9 h 20"/>
                <a:gd name="T10" fmla="*/ 31 w 31"/>
                <a:gd name="T11" fmla="*/ 12 h 20"/>
                <a:gd name="T12" fmla="*/ 31 w 31"/>
                <a:gd name="T13" fmla="*/ 12 h 20"/>
                <a:gd name="T14" fmla="*/ 31 w 31"/>
                <a:gd name="T15" fmla="*/ 13 h 20"/>
                <a:gd name="T16" fmla="*/ 24 w 31"/>
                <a:gd name="T17" fmla="*/ 20 h 20"/>
                <a:gd name="T18" fmla="*/ 24 w 31"/>
                <a:gd name="T19" fmla="*/ 20 h 20"/>
                <a:gd name="T20" fmla="*/ 24 w 31"/>
                <a:gd name="T21" fmla="*/ 20 h 20"/>
                <a:gd name="T22" fmla="*/ 23 w 31"/>
                <a:gd name="T23" fmla="*/ 20 h 20"/>
                <a:gd name="T24" fmla="*/ 18 w 31"/>
                <a:gd name="T25" fmla="*/ 15 h 20"/>
                <a:gd name="T26" fmla="*/ 12 w 31"/>
                <a:gd name="T27" fmla="*/ 16 h 20"/>
                <a:gd name="T28" fmla="*/ 12 w 31"/>
                <a:gd name="T29" fmla="*/ 16 h 20"/>
                <a:gd name="T30" fmla="*/ 11 w 31"/>
                <a:gd name="T31" fmla="*/ 16 h 20"/>
                <a:gd name="T32" fmla="*/ 0 w 31"/>
                <a:gd name="T33" fmla="*/ 7 h 20"/>
                <a:gd name="T34" fmla="*/ 0 w 31"/>
                <a:gd name="T35" fmla="*/ 6 h 20"/>
                <a:gd name="T36" fmla="*/ 5 w 31"/>
                <a:gd name="T37" fmla="*/ 0 h 20"/>
                <a:gd name="T38" fmla="*/ 5 w 31"/>
                <a:gd name="T3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" h="20">
                  <a:moveTo>
                    <a:pt x="5" y="0"/>
                  </a:moveTo>
                  <a:lnTo>
                    <a:pt x="5" y="0"/>
                  </a:lnTo>
                  <a:lnTo>
                    <a:pt x="6" y="1"/>
                  </a:lnTo>
                  <a:lnTo>
                    <a:pt x="5" y="4"/>
                  </a:lnTo>
                  <a:lnTo>
                    <a:pt x="9" y="9"/>
                  </a:lnTo>
                  <a:lnTo>
                    <a:pt x="31" y="12"/>
                  </a:lnTo>
                  <a:lnTo>
                    <a:pt x="31" y="12"/>
                  </a:lnTo>
                  <a:lnTo>
                    <a:pt x="31" y="13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23" y="20"/>
                  </a:lnTo>
                  <a:lnTo>
                    <a:pt x="18" y="15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1" y="16"/>
                  </a:lnTo>
                  <a:lnTo>
                    <a:pt x="0" y="7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04" name="VANCOUVER ISLAND">
              <a:extLst>
                <a:ext uri="{FF2B5EF4-FFF2-40B4-BE49-F238E27FC236}">
                  <a16:creationId xmlns:a16="http://schemas.microsoft.com/office/drawing/2014/main" id="{834BCAE6-CB5D-090D-3C6D-6E28398E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6352" y="3092520"/>
              <a:ext cx="139970" cy="109094"/>
            </a:xfrm>
            <a:custGeom>
              <a:avLst/>
              <a:gdLst>
                <a:gd name="T0" fmla="*/ 6 w 68"/>
                <a:gd name="T1" fmla="*/ 0 h 53"/>
                <a:gd name="T2" fmla="*/ 6 w 68"/>
                <a:gd name="T3" fmla="*/ 0 h 53"/>
                <a:gd name="T4" fmla="*/ 37 w 68"/>
                <a:gd name="T5" fmla="*/ 11 h 53"/>
                <a:gd name="T6" fmla="*/ 49 w 68"/>
                <a:gd name="T7" fmla="*/ 28 h 53"/>
                <a:gd name="T8" fmla="*/ 61 w 68"/>
                <a:gd name="T9" fmla="*/ 37 h 53"/>
                <a:gd name="T10" fmla="*/ 68 w 68"/>
                <a:gd name="T11" fmla="*/ 49 h 53"/>
                <a:gd name="T12" fmla="*/ 67 w 68"/>
                <a:gd name="T13" fmla="*/ 50 h 53"/>
                <a:gd name="T14" fmla="*/ 62 w 68"/>
                <a:gd name="T15" fmla="*/ 53 h 53"/>
                <a:gd name="T16" fmla="*/ 62 w 68"/>
                <a:gd name="T17" fmla="*/ 53 h 53"/>
                <a:gd name="T18" fmla="*/ 62 w 68"/>
                <a:gd name="T19" fmla="*/ 53 h 53"/>
                <a:gd name="T20" fmla="*/ 47 w 68"/>
                <a:gd name="T21" fmla="*/ 47 h 53"/>
                <a:gd name="T22" fmla="*/ 47 w 68"/>
                <a:gd name="T23" fmla="*/ 47 h 53"/>
                <a:gd name="T24" fmla="*/ 47 w 68"/>
                <a:gd name="T25" fmla="*/ 46 h 53"/>
                <a:gd name="T26" fmla="*/ 47 w 68"/>
                <a:gd name="T27" fmla="*/ 46 h 53"/>
                <a:gd name="T28" fmla="*/ 47 w 68"/>
                <a:gd name="T29" fmla="*/ 46 h 53"/>
                <a:gd name="T30" fmla="*/ 43 w 68"/>
                <a:gd name="T31" fmla="*/ 43 h 53"/>
                <a:gd name="T32" fmla="*/ 43 w 68"/>
                <a:gd name="T33" fmla="*/ 43 h 53"/>
                <a:gd name="T34" fmla="*/ 43 w 68"/>
                <a:gd name="T35" fmla="*/ 43 h 53"/>
                <a:gd name="T36" fmla="*/ 44 w 68"/>
                <a:gd name="T37" fmla="*/ 40 h 53"/>
                <a:gd name="T38" fmla="*/ 43 w 68"/>
                <a:gd name="T39" fmla="*/ 40 h 53"/>
                <a:gd name="T40" fmla="*/ 41 w 68"/>
                <a:gd name="T41" fmla="*/ 41 h 53"/>
                <a:gd name="T42" fmla="*/ 38 w 68"/>
                <a:gd name="T43" fmla="*/ 41 h 53"/>
                <a:gd name="T44" fmla="*/ 38 w 68"/>
                <a:gd name="T45" fmla="*/ 41 h 53"/>
                <a:gd name="T46" fmla="*/ 37 w 68"/>
                <a:gd name="T47" fmla="*/ 41 h 53"/>
                <a:gd name="T48" fmla="*/ 34 w 68"/>
                <a:gd name="T49" fmla="*/ 38 h 53"/>
                <a:gd name="T50" fmla="*/ 34 w 68"/>
                <a:gd name="T51" fmla="*/ 37 h 53"/>
                <a:gd name="T52" fmla="*/ 35 w 68"/>
                <a:gd name="T53" fmla="*/ 37 h 53"/>
                <a:gd name="T54" fmla="*/ 37 w 68"/>
                <a:gd name="T55" fmla="*/ 37 h 53"/>
                <a:gd name="T56" fmla="*/ 34 w 68"/>
                <a:gd name="T57" fmla="*/ 34 h 53"/>
                <a:gd name="T58" fmla="*/ 27 w 68"/>
                <a:gd name="T59" fmla="*/ 31 h 53"/>
                <a:gd name="T60" fmla="*/ 25 w 68"/>
                <a:gd name="T61" fmla="*/ 31 h 53"/>
                <a:gd name="T62" fmla="*/ 25 w 68"/>
                <a:gd name="T63" fmla="*/ 28 h 53"/>
                <a:gd name="T64" fmla="*/ 25 w 68"/>
                <a:gd name="T65" fmla="*/ 26 h 53"/>
                <a:gd name="T66" fmla="*/ 25 w 68"/>
                <a:gd name="T67" fmla="*/ 26 h 53"/>
                <a:gd name="T68" fmla="*/ 28 w 68"/>
                <a:gd name="T69" fmla="*/ 26 h 53"/>
                <a:gd name="T70" fmla="*/ 18 w 68"/>
                <a:gd name="T71" fmla="*/ 23 h 53"/>
                <a:gd name="T72" fmla="*/ 18 w 68"/>
                <a:gd name="T73" fmla="*/ 22 h 53"/>
                <a:gd name="T74" fmla="*/ 15 w 68"/>
                <a:gd name="T75" fmla="*/ 17 h 53"/>
                <a:gd name="T76" fmla="*/ 15 w 68"/>
                <a:gd name="T77" fmla="*/ 17 h 53"/>
                <a:gd name="T78" fmla="*/ 15 w 68"/>
                <a:gd name="T79" fmla="*/ 19 h 53"/>
                <a:gd name="T80" fmla="*/ 13 w 68"/>
                <a:gd name="T81" fmla="*/ 17 h 53"/>
                <a:gd name="T82" fmla="*/ 12 w 68"/>
                <a:gd name="T83" fmla="*/ 17 h 53"/>
                <a:gd name="T84" fmla="*/ 9 w 68"/>
                <a:gd name="T85" fmla="*/ 17 h 53"/>
                <a:gd name="T86" fmla="*/ 7 w 68"/>
                <a:gd name="T87" fmla="*/ 17 h 53"/>
                <a:gd name="T88" fmla="*/ 7 w 68"/>
                <a:gd name="T89" fmla="*/ 17 h 53"/>
                <a:gd name="T90" fmla="*/ 6 w 68"/>
                <a:gd name="T91" fmla="*/ 10 h 53"/>
                <a:gd name="T92" fmla="*/ 7 w 68"/>
                <a:gd name="T93" fmla="*/ 10 h 53"/>
                <a:gd name="T94" fmla="*/ 7 w 68"/>
                <a:gd name="T95" fmla="*/ 10 h 53"/>
                <a:gd name="T96" fmla="*/ 9 w 68"/>
                <a:gd name="T97" fmla="*/ 10 h 53"/>
                <a:gd name="T98" fmla="*/ 10 w 68"/>
                <a:gd name="T99" fmla="*/ 10 h 53"/>
                <a:gd name="T100" fmla="*/ 12 w 68"/>
                <a:gd name="T101" fmla="*/ 10 h 53"/>
                <a:gd name="T102" fmla="*/ 12 w 68"/>
                <a:gd name="T103" fmla="*/ 7 h 53"/>
                <a:gd name="T104" fmla="*/ 1 w 68"/>
                <a:gd name="T105" fmla="*/ 6 h 53"/>
                <a:gd name="T106" fmla="*/ 0 w 68"/>
                <a:gd name="T107" fmla="*/ 6 h 53"/>
                <a:gd name="T108" fmla="*/ 1 w 68"/>
                <a:gd name="T109" fmla="*/ 4 h 53"/>
                <a:gd name="T110" fmla="*/ 4 w 68"/>
                <a:gd name="T111" fmla="*/ 1 h 53"/>
                <a:gd name="T112" fmla="*/ 6 w 68"/>
                <a:gd name="T113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8" h="53">
                  <a:moveTo>
                    <a:pt x="6" y="0"/>
                  </a:moveTo>
                  <a:lnTo>
                    <a:pt x="6" y="0"/>
                  </a:lnTo>
                  <a:lnTo>
                    <a:pt x="37" y="11"/>
                  </a:lnTo>
                  <a:lnTo>
                    <a:pt x="49" y="28"/>
                  </a:lnTo>
                  <a:lnTo>
                    <a:pt x="61" y="37"/>
                  </a:lnTo>
                  <a:lnTo>
                    <a:pt x="68" y="49"/>
                  </a:lnTo>
                  <a:lnTo>
                    <a:pt x="67" y="50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47" y="47"/>
                  </a:lnTo>
                  <a:lnTo>
                    <a:pt x="47" y="47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3" y="43"/>
                  </a:lnTo>
                  <a:lnTo>
                    <a:pt x="43" y="43"/>
                  </a:lnTo>
                  <a:lnTo>
                    <a:pt x="43" y="43"/>
                  </a:lnTo>
                  <a:lnTo>
                    <a:pt x="44" y="40"/>
                  </a:lnTo>
                  <a:lnTo>
                    <a:pt x="43" y="40"/>
                  </a:lnTo>
                  <a:lnTo>
                    <a:pt x="41" y="41"/>
                  </a:lnTo>
                  <a:lnTo>
                    <a:pt x="38" y="41"/>
                  </a:lnTo>
                  <a:lnTo>
                    <a:pt x="38" y="41"/>
                  </a:lnTo>
                  <a:lnTo>
                    <a:pt x="37" y="41"/>
                  </a:lnTo>
                  <a:lnTo>
                    <a:pt x="34" y="38"/>
                  </a:lnTo>
                  <a:lnTo>
                    <a:pt x="34" y="37"/>
                  </a:lnTo>
                  <a:lnTo>
                    <a:pt x="35" y="37"/>
                  </a:lnTo>
                  <a:lnTo>
                    <a:pt x="37" y="37"/>
                  </a:lnTo>
                  <a:lnTo>
                    <a:pt x="34" y="34"/>
                  </a:lnTo>
                  <a:lnTo>
                    <a:pt x="27" y="31"/>
                  </a:lnTo>
                  <a:lnTo>
                    <a:pt x="25" y="31"/>
                  </a:lnTo>
                  <a:lnTo>
                    <a:pt x="25" y="28"/>
                  </a:lnTo>
                  <a:lnTo>
                    <a:pt x="25" y="26"/>
                  </a:lnTo>
                  <a:lnTo>
                    <a:pt x="25" y="26"/>
                  </a:lnTo>
                  <a:lnTo>
                    <a:pt x="28" y="26"/>
                  </a:lnTo>
                  <a:lnTo>
                    <a:pt x="18" y="23"/>
                  </a:lnTo>
                  <a:lnTo>
                    <a:pt x="18" y="22"/>
                  </a:lnTo>
                  <a:lnTo>
                    <a:pt x="15" y="17"/>
                  </a:lnTo>
                  <a:lnTo>
                    <a:pt x="15" y="17"/>
                  </a:lnTo>
                  <a:lnTo>
                    <a:pt x="15" y="19"/>
                  </a:lnTo>
                  <a:lnTo>
                    <a:pt x="13" y="17"/>
                  </a:lnTo>
                  <a:lnTo>
                    <a:pt x="12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6" y="10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10" y="10"/>
                  </a:lnTo>
                  <a:lnTo>
                    <a:pt x="12" y="10"/>
                  </a:lnTo>
                  <a:lnTo>
                    <a:pt x="12" y="7"/>
                  </a:lnTo>
                  <a:lnTo>
                    <a:pt x="1" y="6"/>
                  </a:lnTo>
                  <a:lnTo>
                    <a:pt x="0" y="6"/>
                  </a:lnTo>
                  <a:lnTo>
                    <a:pt x="1" y="4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05" name="Freeform 583">
              <a:extLst>
                <a:ext uri="{FF2B5EF4-FFF2-40B4-BE49-F238E27FC236}">
                  <a16:creationId xmlns:a16="http://schemas.microsoft.com/office/drawing/2014/main" id="{18B5C802-4185-0153-58AB-60D01BF7E2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50801" y="3290125"/>
              <a:ext cx="43225" cy="20584"/>
            </a:xfrm>
            <a:custGeom>
              <a:avLst/>
              <a:gdLst>
                <a:gd name="T0" fmla="*/ 18 w 21"/>
                <a:gd name="T1" fmla="*/ 1 h 10"/>
                <a:gd name="T2" fmla="*/ 15 w 21"/>
                <a:gd name="T3" fmla="*/ 3 h 10"/>
                <a:gd name="T4" fmla="*/ 1 w 21"/>
                <a:gd name="T5" fmla="*/ 3 h 10"/>
                <a:gd name="T6" fmla="*/ 18 w 21"/>
                <a:gd name="T7" fmla="*/ 9 h 10"/>
                <a:gd name="T8" fmla="*/ 19 w 21"/>
                <a:gd name="T9" fmla="*/ 7 h 10"/>
                <a:gd name="T10" fmla="*/ 18 w 21"/>
                <a:gd name="T11" fmla="*/ 1 h 10"/>
                <a:gd name="T12" fmla="*/ 18 w 21"/>
                <a:gd name="T13" fmla="*/ 0 h 10"/>
                <a:gd name="T14" fmla="*/ 19 w 21"/>
                <a:gd name="T15" fmla="*/ 0 h 10"/>
                <a:gd name="T16" fmla="*/ 19 w 21"/>
                <a:gd name="T17" fmla="*/ 1 h 10"/>
                <a:gd name="T18" fmla="*/ 21 w 21"/>
                <a:gd name="T19" fmla="*/ 7 h 10"/>
                <a:gd name="T20" fmla="*/ 21 w 21"/>
                <a:gd name="T21" fmla="*/ 9 h 10"/>
                <a:gd name="T22" fmla="*/ 18 w 21"/>
                <a:gd name="T23" fmla="*/ 10 h 10"/>
                <a:gd name="T24" fmla="*/ 18 w 21"/>
                <a:gd name="T25" fmla="*/ 10 h 10"/>
                <a:gd name="T26" fmla="*/ 16 w 21"/>
                <a:gd name="T27" fmla="*/ 10 h 10"/>
                <a:gd name="T28" fmla="*/ 1 w 21"/>
                <a:gd name="T29" fmla="*/ 4 h 10"/>
                <a:gd name="T30" fmla="*/ 0 w 21"/>
                <a:gd name="T31" fmla="*/ 3 h 10"/>
                <a:gd name="T32" fmla="*/ 0 w 21"/>
                <a:gd name="T33" fmla="*/ 3 h 10"/>
                <a:gd name="T34" fmla="*/ 0 w 21"/>
                <a:gd name="T35" fmla="*/ 1 h 10"/>
                <a:gd name="T36" fmla="*/ 1 w 21"/>
                <a:gd name="T37" fmla="*/ 1 h 10"/>
                <a:gd name="T38" fmla="*/ 15 w 21"/>
                <a:gd name="T39" fmla="*/ 1 h 10"/>
                <a:gd name="T40" fmla="*/ 18 w 21"/>
                <a:gd name="T41" fmla="*/ 0 h 10"/>
                <a:gd name="T42" fmla="*/ 18 w 21"/>
                <a:gd name="T4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" h="10">
                  <a:moveTo>
                    <a:pt x="18" y="1"/>
                  </a:moveTo>
                  <a:lnTo>
                    <a:pt x="15" y="3"/>
                  </a:lnTo>
                  <a:lnTo>
                    <a:pt x="1" y="3"/>
                  </a:lnTo>
                  <a:lnTo>
                    <a:pt x="18" y="9"/>
                  </a:lnTo>
                  <a:lnTo>
                    <a:pt x="19" y="7"/>
                  </a:lnTo>
                  <a:lnTo>
                    <a:pt x="18" y="1"/>
                  </a:lnTo>
                  <a:close/>
                  <a:moveTo>
                    <a:pt x="18" y="0"/>
                  </a:moveTo>
                  <a:lnTo>
                    <a:pt x="19" y="0"/>
                  </a:lnTo>
                  <a:lnTo>
                    <a:pt x="19" y="1"/>
                  </a:lnTo>
                  <a:lnTo>
                    <a:pt x="21" y="7"/>
                  </a:lnTo>
                  <a:lnTo>
                    <a:pt x="21" y="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1"/>
                  </a:lnTo>
                  <a:lnTo>
                    <a:pt x="15" y="1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06" name="Freeform 590">
              <a:extLst>
                <a:ext uri="{FF2B5EF4-FFF2-40B4-BE49-F238E27FC236}">
                  <a16:creationId xmlns:a16="http://schemas.microsoft.com/office/drawing/2014/main" id="{A27DE3E4-01F5-81B4-BDC0-393D9562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384" y="3251016"/>
              <a:ext cx="49401" cy="57635"/>
            </a:xfrm>
            <a:custGeom>
              <a:avLst/>
              <a:gdLst>
                <a:gd name="T0" fmla="*/ 14 w 24"/>
                <a:gd name="T1" fmla="*/ 0 h 28"/>
                <a:gd name="T2" fmla="*/ 14 w 24"/>
                <a:gd name="T3" fmla="*/ 0 h 28"/>
                <a:gd name="T4" fmla="*/ 17 w 24"/>
                <a:gd name="T5" fmla="*/ 3 h 28"/>
                <a:gd name="T6" fmla="*/ 17 w 24"/>
                <a:gd name="T7" fmla="*/ 4 h 28"/>
                <a:gd name="T8" fmla="*/ 12 w 24"/>
                <a:gd name="T9" fmla="*/ 18 h 28"/>
                <a:gd name="T10" fmla="*/ 17 w 24"/>
                <a:gd name="T11" fmla="*/ 18 h 28"/>
                <a:gd name="T12" fmla="*/ 20 w 24"/>
                <a:gd name="T13" fmla="*/ 13 h 28"/>
                <a:gd name="T14" fmla="*/ 21 w 24"/>
                <a:gd name="T15" fmla="*/ 13 h 28"/>
                <a:gd name="T16" fmla="*/ 21 w 24"/>
                <a:gd name="T17" fmla="*/ 13 h 28"/>
                <a:gd name="T18" fmla="*/ 21 w 24"/>
                <a:gd name="T19" fmla="*/ 13 h 28"/>
                <a:gd name="T20" fmla="*/ 24 w 24"/>
                <a:gd name="T21" fmla="*/ 19 h 28"/>
                <a:gd name="T22" fmla="*/ 24 w 24"/>
                <a:gd name="T23" fmla="*/ 20 h 28"/>
                <a:gd name="T24" fmla="*/ 14 w 24"/>
                <a:gd name="T25" fmla="*/ 26 h 28"/>
                <a:gd name="T26" fmla="*/ 14 w 24"/>
                <a:gd name="T27" fmla="*/ 26 h 28"/>
                <a:gd name="T28" fmla="*/ 11 w 24"/>
                <a:gd name="T29" fmla="*/ 26 h 28"/>
                <a:gd name="T30" fmla="*/ 8 w 24"/>
                <a:gd name="T31" fmla="*/ 26 h 28"/>
                <a:gd name="T32" fmla="*/ 5 w 24"/>
                <a:gd name="T33" fmla="*/ 28 h 28"/>
                <a:gd name="T34" fmla="*/ 3 w 24"/>
                <a:gd name="T35" fmla="*/ 28 h 28"/>
                <a:gd name="T36" fmla="*/ 3 w 24"/>
                <a:gd name="T37" fmla="*/ 26 h 28"/>
                <a:gd name="T38" fmla="*/ 0 w 24"/>
                <a:gd name="T39" fmla="*/ 23 h 28"/>
                <a:gd name="T40" fmla="*/ 0 w 24"/>
                <a:gd name="T41" fmla="*/ 23 h 28"/>
                <a:gd name="T42" fmla="*/ 2 w 24"/>
                <a:gd name="T43" fmla="*/ 16 h 28"/>
                <a:gd name="T44" fmla="*/ 12 w 24"/>
                <a:gd name="T45" fmla="*/ 0 h 28"/>
                <a:gd name="T46" fmla="*/ 14 w 24"/>
                <a:gd name="T47" fmla="*/ 0 h 28"/>
                <a:gd name="T48" fmla="*/ 14 w 24"/>
                <a:gd name="T4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" h="28">
                  <a:moveTo>
                    <a:pt x="14" y="0"/>
                  </a:moveTo>
                  <a:lnTo>
                    <a:pt x="14" y="0"/>
                  </a:lnTo>
                  <a:lnTo>
                    <a:pt x="17" y="3"/>
                  </a:lnTo>
                  <a:lnTo>
                    <a:pt x="17" y="4"/>
                  </a:lnTo>
                  <a:lnTo>
                    <a:pt x="12" y="18"/>
                  </a:lnTo>
                  <a:lnTo>
                    <a:pt x="17" y="18"/>
                  </a:lnTo>
                  <a:lnTo>
                    <a:pt x="20" y="13"/>
                  </a:lnTo>
                  <a:lnTo>
                    <a:pt x="21" y="13"/>
                  </a:lnTo>
                  <a:lnTo>
                    <a:pt x="21" y="13"/>
                  </a:lnTo>
                  <a:lnTo>
                    <a:pt x="21" y="13"/>
                  </a:lnTo>
                  <a:lnTo>
                    <a:pt x="24" y="19"/>
                  </a:lnTo>
                  <a:lnTo>
                    <a:pt x="24" y="20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1" y="26"/>
                  </a:lnTo>
                  <a:lnTo>
                    <a:pt x="8" y="26"/>
                  </a:lnTo>
                  <a:lnTo>
                    <a:pt x="5" y="28"/>
                  </a:lnTo>
                  <a:lnTo>
                    <a:pt x="3" y="28"/>
                  </a:lnTo>
                  <a:lnTo>
                    <a:pt x="3" y="26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6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07" name="Freeform 591">
              <a:extLst>
                <a:ext uri="{FF2B5EF4-FFF2-40B4-BE49-F238E27FC236}">
                  <a16:creationId xmlns:a16="http://schemas.microsoft.com/office/drawing/2014/main" id="{FD465A15-41F0-5C8F-D1C2-88042BFC38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5384" y="3251016"/>
              <a:ext cx="49401" cy="57635"/>
            </a:xfrm>
            <a:custGeom>
              <a:avLst/>
              <a:gdLst>
                <a:gd name="T0" fmla="*/ 14 w 24"/>
                <a:gd name="T1" fmla="*/ 1 h 28"/>
                <a:gd name="T2" fmla="*/ 3 w 24"/>
                <a:gd name="T3" fmla="*/ 16 h 28"/>
                <a:gd name="T4" fmla="*/ 2 w 24"/>
                <a:gd name="T5" fmla="*/ 23 h 28"/>
                <a:gd name="T6" fmla="*/ 3 w 24"/>
                <a:gd name="T7" fmla="*/ 26 h 28"/>
                <a:gd name="T8" fmla="*/ 14 w 24"/>
                <a:gd name="T9" fmla="*/ 26 h 28"/>
                <a:gd name="T10" fmla="*/ 23 w 24"/>
                <a:gd name="T11" fmla="*/ 20 h 28"/>
                <a:gd name="T12" fmla="*/ 21 w 24"/>
                <a:gd name="T13" fmla="*/ 15 h 28"/>
                <a:gd name="T14" fmla="*/ 18 w 24"/>
                <a:gd name="T15" fmla="*/ 18 h 28"/>
                <a:gd name="T16" fmla="*/ 12 w 24"/>
                <a:gd name="T17" fmla="*/ 18 h 28"/>
                <a:gd name="T18" fmla="*/ 17 w 24"/>
                <a:gd name="T19" fmla="*/ 3 h 28"/>
                <a:gd name="T20" fmla="*/ 14 w 24"/>
                <a:gd name="T21" fmla="*/ 1 h 28"/>
                <a:gd name="T22" fmla="*/ 14 w 24"/>
                <a:gd name="T23" fmla="*/ 0 h 28"/>
                <a:gd name="T24" fmla="*/ 14 w 24"/>
                <a:gd name="T25" fmla="*/ 0 h 28"/>
                <a:gd name="T26" fmla="*/ 17 w 24"/>
                <a:gd name="T27" fmla="*/ 3 h 28"/>
                <a:gd name="T28" fmla="*/ 18 w 24"/>
                <a:gd name="T29" fmla="*/ 3 h 28"/>
                <a:gd name="T30" fmla="*/ 18 w 24"/>
                <a:gd name="T31" fmla="*/ 4 h 28"/>
                <a:gd name="T32" fmla="*/ 14 w 24"/>
                <a:gd name="T33" fmla="*/ 16 h 28"/>
                <a:gd name="T34" fmla="*/ 17 w 24"/>
                <a:gd name="T35" fmla="*/ 16 h 28"/>
                <a:gd name="T36" fmla="*/ 20 w 24"/>
                <a:gd name="T37" fmla="*/ 13 h 28"/>
                <a:gd name="T38" fmla="*/ 21 w 24"/>
                <a:gd name="T39" fmla="*/ 13 h 28"/>
                <a:gd name="T40" fmla="*/ 21 w 24"/>
                <a:gd name="T41" fmla="*/ 13 h 28"/>
                <a:gd name="T42" fmla="*/ 21 w 24"/>
                <a:gd name="T43" fmla="*/ 13 h 28"/>
                <a:gd name="T44" fmla="*/ 24 w 24"/>
                <a:gd name="T45" fmla="*/ 19 h 28"/>
                <a:gd name="T46" fmla="*/ 24 w 24"/>
                <a:gd name="T47" fmla="*/ 20 h 28"/>
                <a:gd name="T48" fmla="*/ 24 w 24"/>
                <a:gd name="T49" fmla="*/ 20 h 28"/>
                <a:gd name="T50" fmla="*/ 15 w 24"/>
                <a:gd name="T51" fmla="*/ 26 h 28"/>
                <a:gd name="T52" fmla="*/ 14 w 24"/>
                <a:gd name="T53" fmla="*/ 28 h 28"/>
                <a:gd name="T54" fmla="*/ 3 w 24"/>
                <a:gd name="T55" fmla="*/ 28 h 28"/>
                <a:gd name="T56" fmla="*/ 3 w 24"/>
                <a:gd name="T57" fmla="*/ 28 h 28"/>
                <a:gd name="T58" fmla="*/ 3 w 24"/>
                <a:gd name="T59" fmla="*/ 28 h 28"/>
                <a:gd name="T60" fmla="*/ 0 w 24"/>
                <a:gd name="T61" fmla="*/ 23 h 28"/>
                <a:gd name="T62" fmla="*/ 0 w 24"/>
                <a:gd name="T63" fmla="*/ 23 h 28"/>
                <a:gd name="T64" fmla="*/ 2 w 24"/>
                <a:gd name="T65" fmla="*/ 16 h 28"/>
                <a:gd name="T66" fmla="*/ 2 w 24"/>
                <a:gd name="T67" fmla="*/ 16 h 28"/>
                <a:gd name="T68" fmla="*/ 12 w 24"/>
                <a:gd name="T69" fmla="*/ 0 h 28"/>
                <a:gd name="T70" fmla="*/ 12 w 24"/>
                <a:gd name="T71" fmla="*/ 0 h 28"/>
                <a:gd name="T72" fmla="*/ 14 w 24"/>
                <a:gd name="T7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" h="28">
                  <a:moveTo>
                    <a:pt x="14" y="1"/>
                  </a:moveTo>
                  <a:lnTo>
                    <a:pt x="3" y="16"/>
                  </a:lnTo>
                  <a:lnTo>
                    <a:pt x="2" y="23"/>
                  </a:lnTo>
                  <a:lnTo>
                    <a:pt x="3" y="26"/>
                  </a:lnTo>
                  <a:lnTo>
                    <a:pt x="14" y="26"/>
                  </a:lnTo>
                  <a:lnTo>
                    <a:pt x="23" y="20"/>
                  </a:lnTo>
                  <a:lnTo>
                    <a:pt x="21" y="15"/>
                  </a:lnTo>
                  <a:lnTo>
                    <a:pt x="18" y="18"/>
                  </a:lnTo>
                  <a:lnTo>
                    <a:pt x="12" y="18"/>
                  </a:lnTo>
                  <a:lnTo>
                    <a:pt x="17" y="3"/>
                  </a:lnTo>
                  <a:lnTo>
                    <a:pt x="14" y="1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17" y="3"/>
                  </a:lnTo>
                  <a:lnTo>
                    <a:pt x="18" y="3"/>
                  </a:lnTo>
                  <a:lnTo>
                    <a:pt x="18" y="4"/>
                  </a:lnTo>
                  <a:lnTo>
                    <a:pt x="14" y="16"/>
                  </a:lnTo>
                  <a:lnTo>
                    <a:pt x="17" y="16"/>
                  </a:lnTo>
                  <a:lnTo>
                    <a:pt x="20" y="13"/>
                  </a:lnTo>
                  <a:lnTo>
                    <a:pt x="21" y="13"/>
                  </a:lnTo>
                  <a:lnTo>
                    <a:pt x="21" y="13"/>
                  </a:lnTo>
                  <a:lnTo>
                    <a:pt x="21" y="13"/>
                  </a:lnTo>
                  <a:lnTo>
                    <a:pt x="24" y="19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15" y="26"/>
                  </a:lnTo>
                  <a:lnTo>
                    <a:pt x="14" y="28"/>
                  </a:lnTo>
                  <a:lnTo>
                    <a:pt x="3" y="28"/>
                  </a:lnTo>
                  <a:lnTo>
                    <a:pt x="3" y="28"/>
                  </a:lnTo>
                  <a:lnTo>
                    <a:pt x="3" y="28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08" name="Freeform 595">
              <a:extLst>
                <a:ext uri="{FF2B5EF4-FFF2-40B4-BE49-F238E27FC236}">
                  <a16:creationId xmlns:a16="http://schemas.microsoft.com/office/drawing/2014/main" id="{3ACDB3E3-F135-E661-93BE-161C27E11D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3049" y="3131629"/>
              <a:ext cx="80276" cy="39109"/>
            </a:xfrm>
            <a:custGeom>
              <a:avLst/>
              <a:gdLst>
                <a:gd name="T0" fmla="*/ 8 w 39"/>
                <a:gd name="T1" fmla="*/ 1 h 19"/>
                <a:gd name="T2" fmla="*/ 2 w 39"/>
                <a:gd name="T3" fmla="*/ 3 h 19"/>
                <a:gd name="T4" fmla="*/ 14 w 39"/>
                <a:gd name="T5" fmla="*/ 9 h 19"/>
                <a:gd name="T6" fmla="*/ 15 w 39"/>
                <a:gd name="T7" fmla="*/ 12 h 19"/>
                <a:gd name="T8" fmla="*/ 30 w 39"/>
                <a:gd name="T9" fmla="*/ 18 h 19"/>
                <a:gd name="T10" fmla="*/ 37 w 39"/>
                <a:gd name="T11" fmla="*/ 18 h 19"/>
                <a:gd name="T12" fmla="*/ 36 w 39"/>
                <a:gd name="T13" fmla="*/ 12 h 19"/>
                <a:gd name="T14" fmla="*/ 27 w 39"/>
                <a:gd name="T15" fmla="*/ 7 h 19"/>
                <a:gd name="T16" fmla="*/ 8 w 39"/>
                <a:gd name="T17" fmla="*/ 1 h 19"/>
                <a:gd name="T18" fmla="*/ 8 w 39"/>
                <a:gd name="T19" fmla="*/ 0 h 19"/>
                <a:gd name="T20" fmla="*/ 9 w 39"/>
                <a:gd name="T21" fmla="*/ 0 h 19"/>
                <a:gd name="T22" fmla="*/ 27 w 39"/>
                <a:gd name="T23" fmla="*/ 6 h 19"/>
                <a:gd name="T24" fmla="*/ 36 w 39"/>
                <a:gd name="T25" fmla="*/ 10 h 19"/>
                <a:gd name="T26" fmla="*/ 36 w 39"/>
                <a:gd name="T27" fmla="*/ 12 h 19"/>
                <a:gd name="T28" fmla="*/ 39 w 39"/>
                <a:gd name="T29" fmla="*/ 16 h 19"/>
                <a:gd name="T30" fmla="*/ 39 w 39"/>
                <a:gd name="T31" fmla="*/ 18 h 19"/>
                <a:gd name="T32" fmla="*/ 37 w 39"/>
                <a:gd name="T33" fmla="*/ 19 h 19"/>
                <a:gd name="T34" fmla="*/ 30 w 39"/>
                <a:gd name="T35" fmla="*/ 19 h 19"/>
                <a:gd name="T36" fmla="*/ 30 w 39"/>
                <a:gd name="T37" fmla="*/ 19 h 19"/>
                <a:gd name="T38" fmla="*/ 30 w 39"/>
                <a:gd name="T39" fmla="*/ 19 h 19"/>
                <a:gd name="T40" fmla="*/ 15 w 39"/>
                <a:gd name="T41" fmla="*/ 13 h 19"/>
                <a:gd name="T42" fmla="*/ 14 w 39"/>
                <a:gd name="T43" fmla="*/ 13 h 19"/>
                <a:gd name="T44" fmla="*/ 12 w 39"/>
                <a:gd name="T45" fmla="*/ 9 h 19"/>
                <a:gd name="T46" fmla="*/ 2 w 39"/>
                <a:gd name="T47" fmla="*/ 4 h 19"/>
                <a:gd name="T48" fmla="*/ 0 w 39"/>
                <a:gd name="T49" fmla="*/ 4 h 19"/>
                <a:gd name="T50" fmla="*/ 0 w 39"/>
                <a:gd name="T51" fmla="*/ 3 h 19"/>
                <a:gd name="T52" fmla="*/ 2 w 39"/>
                <a:gd name="T53" fmla="*/ 1 h 19"/>
                <a:gd name="T54" fmla="*/ 8 w 39"/>
                <a:gd name="T55" fmla="*/ 0 h 19"/>
                <a:gd name="T56" fmla="*/ 8 w 39"/>
                <a:gd name="T5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9" h="19">
                  <a:moveTo>
                    <a:pt x="8" y="1"/>
                  </a:moveTo>
                  <a:lnTo>
                    <a:pt x="2" y="3"/>
                  </a:lnTo>
                  <a:lnTo>
                    <a:pt x="14" y="9"/>
                  </a:lnTo>
                  <a:lnTo>
                    <a:pt x="15" y="12"/>
                  </a:lnTo>
                  <a:lnTo>
                    <a:pt x="30" y="18"/>
                  </a:lnTo>
                  <a:lnTo>
                    <a:pt x="37" y="18"/>
                  </a:lnTo>
                  <a:lnTo>
                    <a:pt x="36" y="12"/>
                  </a:lnTo>
                  <a:lnTo>
                    <a:pt x="27" y="7"/>
                  </a:lnTo>
                  <a:lnTo>
                    <a:pt x="8" y="1"/>
                  </a:lnTo>
                  <a:close/>
                  <a:moveTo>
                    <a:pt x="8" y="0"/>
                  </a:moveTo>
                  <a:lnTo>
                    <a:pt x="9" y="0"/>
                  </a:lnTo>
                  <a:lnTo>
                    <a:pt x="27" y="6"/>
                  </a:lnTo>
                  <a:lnTo>
                    <a:pt x="36" y="10"/>
                  </a:lnTo>
                  <a:lnTo>
                    <a:pt x="36" y="12"/>
                  </a:lnTo>
                  <a:lnTo>
                    <a:pt x="39" y="16"/>
                  </a:lnTo>
                  <a:lnTo>
                    <a:pt x="39" y="18"/>
                  </a:lnTo>
                  <a:lnTo>
                    <a:pt x="37" y="19"/>
                  </a:lnTo>
                  <a:lnTo>
                    <a:pt x="30" y="19"/>
                  </a:lnTo>
                  <a:lnTo>
                    <a:pt x="30" y="19"/>
                  </a:lnTo>
                  <a:lnTo>
                    <a:pt x="30" y="19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9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2" y="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09" name="Freeform 623">
              <a:extLst>
                <a:ext uri="{FF2B5EF4-FFF2-40B4-BE49-F238E27FC236}">
                  <a16:creationId xmlns:a16="http://schemas.microsoft.com/office/drawing/2014/main" id="{0717C7E5-CCB4-BAA5-0C8E-0A74C2744F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9223" y="3251016"/>
              <a:ext cx="67927" cy="45285"/>
            </a:xfrm>
            <a:custGeom>
              <a:avLst/>
              <a:gdLst>
                <a:gd name="T0" fmla="*/ 5 w 33"/>
                <a:gd name="T1" fmla="*/ 1 h 22"/>
                <a:gd name="T2" fmla="*/ 2 w 33"/>
                <a:gd name="T3" fmla="*/ 7 h 22"/>
                <a:gd name="T4" fmla="*/ 12 w 33"/>
                <a:gd name="T5" fmla="*/ 16 h 22"/>
                <a:gd name="T6" fmla="*/ 18 w 33"/>
                <a:gd name="T7" fmla="*/ 15 h 22"/>
                <a:gd name="T8" fmla="*/ 24 w 33"/>
                <a:gd name="T9" fmla="*/ 20 h 22"/>
                <a:gd name="T10" fmla="*/ 31 w 33"/>
                <a:gd name="T11" fmla="*/ 12 h 22"/>
                <a:gd name="T12" fmla="*/ 8 w 33"/>
                <a:gd name="T13" fmla="*/ 10 h 22"/>
                <a:gd name="T14" fmla="*/ 5 w 33"/>
                <a:gd name="T15" fmla="*/ 4 h 22"/>
                <a:gd name="T16" fmla="*/ 5 w 33"/>
                <a:gd name="T17" fmla="*/ 1 h 22"/>
                <a:gd name="T18" fmla="*/ 5 w 33"/>
                <a:gd name="T19" fmla="*/ 0 h 22"/>
                <a:gd name="T20" fmla="*/ 6 w 33"/>
                <a:gd name="T21" fmla="*/ 0 h 22"/>
                <a:gd name="T22" fmla="*/ 6 w 33"/>
                <a:gd name="T23" fmla="*/ 0 h 22"/>
                <a:gd name="T24" fmla="*/ 6 w 33"/>
                <a:gd name="T25" fmla="*/ 1 h 22"/>
                <a:gd name="T26" fmla="*/ 6 w 33"/>
                <a:gd name="T27" fmla="*/ 4 h 22"/>
                <a:gd name="T28" fmla="*/ 9 w 33"/>
                <a:gd name="T29" fmla="*/ 9 h 22"/>
                <a:gd name="T30" fmla="*/ 31 w 33"/>
                <a:gd name="T31" fmla="*/ 10 h 22"/>
                <a:gd name="T32" fmla="*/ 33 w 33"/>
                <a:gd name="T33" fmla="*/ 12 h 22"/>
                <a:gd name="T34" fmla="*/ 31 w 33"/>
                <a:gd name="T35" fmla="*/ 13 h 22"/>
                <a:gd name="T36" fmla="*/ 24 w 33"/>
                <a:gd name="T37" fmla="*/ 20 h 22"/>
                <a:gd name="T38" fmla="*/ 24 w 33"/>
                <a:gd name="T39" fmla="*/ 22 h 22"/>
                <a:gd name="T40" fmla="*/ 24 w 33"/>
                <a:gd name="T41" fmla="*/ 22 h 22"/>
                <a:gd name="T42" fmla="*/ 23 w 33"/>
                <a:gd name="T43" fmla="*/ 20 h 22"/>
                <a:gd name="T44" fmla="*/ 17 w 33"/>
                <a:gd name="T45" fmla="*/ 16 h 22"/>
                <a:gd name="T46" fmla="*/ 12 w 33"/>
                <a:gd name="T47" fmla="*/ 16 h 22"/>
                <a:gd name="T48" fmla="*/ 12 w 33"/>
                <a:gd name="T49" fmla="*/ 18 h 22"/>
                <a:gd name="T50" fmla="*/ 11 w 33"/>
                <a:gd name="T51" fmla="*/ 16 h 22"/>
                <a:gd name="T52" fmla="*/ 0 w 33"/>
                <a:gd name="T53" fmla="*/ 7 h 22"/>
                <a:gd name="T54" fmla="*/ 0 w 33"/>
                <a:gd name="T55" fmla="*/ 7 h 22"/>
                <a:gd name="T56" fmla="*/ 0 w 33"/>
                <a:gd name="T57" fmla="*/ 6 h 22"/>
                <a:gd name="T58" fmla="*/ 3 w 33"/>
                <a:gd name="T59" fmla="*/ 0 h 22"/>
                <a:gd name="T60" fmla="*/ 5 w 33"/>
                <a:gd name="T6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3" h="22">
                  <a:moveTo>
                    <a:pt x="5" y="1"/>
                  </a:moveTo>
                  <a:lnTo>
                    <a:pt x="2" y="7"/>
                  </a:lnTo>
                  <a:lnTo>
                    <a:pt x="12" y="16"/>
                  </a:lnTo>
                  <a:lnTo>
                    <a:pt x="18" y="15"/>
                  </a:lnTo>
                  <a:lnTo>
                    <a:pt x="24" y="20"/>
                  </a:lnTo>
                  <a:lnTo>
                    <a:pt x="31" y="12"/>
                  </a:lnTo>
                  <a:lnTo>
                    <a:pt x="8" y="10"/>
                  </a:lnTo>
                  <a:lnTo>
                    <a:pt x="5" y="4"/>
                  </a:lnTo>
                  <a:lnTo>
                    <a:pt x="5" y="1"/>
                  </a:lnTo>
                  <a:close/>
                  <a:moveTo>
                    <a:pt x="5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4"/>
                  </a:lnTo>
                  <a:lnTo>
                    <a:pt x="9" y="9"/>
                  </a:lnTo>
                  <a:lnTo>
                    <a:pt x="31" y="10"/>
                  </a:lnTo>
                  <a:lnTo>
                    <a:pt x="33" y="12"/>
                  </a:lnTo>
                  <a:lnTo>
                    <a:pt x="31" y="13"/>
                  </a:lnTo>
                  <a:lnTo>
                    <a:pt x="24" y="20"/>
                  </a:lnTo>
                  <a:lnTo>
                    <a:pt x="24" y="22"/>
                  </a:lnTo>
                  <a:lnTo>
                    <a:pt x="24" y="22"/>
                  </a:lnTo>
                  <a:lnTo>
                    <a:pt x="23" y="20"/>
                  </a:lnTo>
                  <a:lnTo>
                    <a:pt x="17" y="16"/>
                  </a:lnTo>
                  <a:lnTo>
                    <a:pt x="12" y="16"/>
                  </a:lnTo>
                  <a:lnTo>
                    <a:pt x="12" y="18"/>
                  </a:lnTo>
                  <a:lnTo>
                    <a:pt x="11" y="1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3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10" name="Freeform 287">
              <a:extLst>
                <a:ext uri="{FF2B5EF4-FFF2-40B4-BE49-F238E27FC236}">
                  <a16:creationId xmlns:a16="http://schemas.microsoft.com/office/drawing/2014/main" id="{CF24F990-B427-93A0-9069-A2F98DDA38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6717" y="1855427"/>
              <a:ext cx="2297163" cy="1587019"/>
            </a:xfrm>
            <a:custGeom>
              <a:avLst/>
              <a:gdLst>
                <a:gd name="T0" fmla="*/ 562 w 1116"/>
                <a:gd name="T1" fmla="*/ 580 h 771"/>
                <a:gd name="T2" fmla="*/ 583 w 1116"/>
                <a:gd name="T3" fmla="*/ 607 h 771"/>
                <a:gd name="T4" fmla="*/ 402 w 1116"/>
                <a:gd name="T5" fmla="*/ 420 h 771"/>
                <a:gd name="T6" fmla="*/ 415 w 1116"/>
                <a:gd name="T7" fmla="*/ 395 h 771"/>
                <a:gd name="T8" fmla="*/ 331 w 1116"/>
                <a:gd name="T9" fmla="*/ 353 h 771"/>
                <a:gd name="T10" fmla="*/ 399 w 1116"/>
                <a:gd name="T11" fmla="*/ 323 h 771"/>
                <a:gd name="T12" fmla="*/ 355 w 1116"/>
                <a:gd name="T13" fmla="*/ 332 h 771"/>
                <a:gd name="T14" fmla="*/ 235 w 1116"/>
                <a:gd name="T15" fmla="*/ 212 h 771"/>
                <a:gd name="T16" fmla="*/ 255 w 1116"/>
                <a:gd name="T17" fmla="*/ 239 h 771"/>
                <a:gd name="T18" fmla="*/ 294 w 1116"/>
                <a:gd name="T19" fmla="*/ 228 h 771"/>
                <a:gd name="T20" fmla="*/ 286 w 1116"/>
                <a:gd name="T21" fmla="*/ 191 h 771"/>
                <a:gd name="T22" fmla="*/ 647 w 1116"/>
                <a:gd name="T23" fmla="*/ 74 h 771"/>
                <a:gd name="T24" fmla="*/ 675 w 1116"/>
                <a:gd name="T25" fmla="*/ 107 h 771"/>
                <a:gd name="T26" fmla="*/ 730 w 1116"/>
                <a:gd name="T27" fmla="*/ 122 h 771"/>
                <a:gd name="T28" fmla="*/ 781 w 1116"/>
                <a:gd name="T29" fmla="*/ 123 h 771"/>
                <a:gd name="T30" fmla="*/ 746 w 1116"/>
                <a:gd name="T31" fmla="*/ 197 h 771"/>
                <a:gd name="T32" fmla="*/ 703 w 1116"/>
                <a:gd name="T33" fmla="*/ 237 h 771"/>
                <a:gd name="T34" fmla="*/ 669 w 1116"/>
                <a:gd name="T35" fmla="*/ 282 h 771"/>
                <a:gd name="T36" fmla="*/ 656 w 1116"/>
                <a:gd name="T37" fmla="*/ 294 h 771"/>
                <a:gd name="T38" fmla="*/ 613 w 1116"/>
                <a:gd name="T39" fmla="*/ 360 h 771"/>
                <a:gd name="T40" fmla="*/ 678 w 1116"/>
                <a:gd name="T41" fmla="*/ 470 h 771"/>
                <a:gd name="T42" fmla="*/ 789 w 1116"/>
                <a:gd name="T43" fmla="*/ 583 h 771"/>
                <a:gd name="T44" fmla="*/ 802 w 1116"/>
                <a:gd name="T45" fmla="*/ 524 h 771"/>
                <a:gd name="T46" fmla="*/ 830 w 1116"/>
                <a:gd name="T47" fmla="*/ 400 h 771"/>
                <a:gd name="T48" fmla="*/ 830 w 1116"/>
                <a:gd name="T49" fmla="*/ 320 h 771"/>
                <a:gd name="T50" fmla="*/ 907 w 1116"/>
                <a:gd name="T51" fmla="*/ 360 h 771"/>
                <a:gd name="T52" fmla="*/ 936 w 1116"/>
                <a:gd name="T53" fmla="*/ 412 h 771"/>
                <a:gd name="T54" fmla="*/ 956 w 1116"/>
                <a:gd name="T55" fmla="*/ 430 h 771"/>
                <a:gd name="T56" fmla="*/ 996 w 1116"/>
                <a:gd name="T57" fmla="*/ 383 h 771"/>
                <a:gd name="T58" fmla="*/ 1019 w 1116"/>
                <a:gd name="T59" fmla="*/ 415 h 771"/>
                <a:gd name="T60" fmla="*/ 1031 w 1116"/>
                <a:gd name="T61" fmla="*/ 455 h 771"/>
                <a:gd name="T62" fmla="*/ 1036 w 1116"/>
                <a:gd name="T63" fmla="*/ 485 h 771"/>
                <a:gd name="T64" fmla="*/ 1076 w 1116"/>
                <a:gd name="T65" fmla="*/ 516 h 771"/>
                <a:gd name="T66" fmla="*/ 1057 w 1116"/>
                <a:gd name="T67" fmla="*/ 546 h 771"/>
                <a:gd name="T68" fmla="*/ 1116 w 1116"/>
                <a:gd name="T69" fmla="*/ 553 h 771"/>
                <a:gd name="T70" fmla="*/ 1056 w 1116"/>
                <a:gd name="T71" fmla="*/ 612 h 771"/>
                <a:gd name="T72" fmla="*/ 1004 w 1116"/>
                <a:gd name="T73" fmla="*/ 650 h 771"/>
                <a:gd name="T74" fmla="*/ 1025 w 1116"/>
                <a:gd name="T75" fmla="*/ 703 h 771"/>
                <a:gd name="T76" fmla="*/ 989 w 1116"/>
                <a:gd name="T77" fmla="*/ 744 h 771"/>
                <a:gd name="T78" fmla="*/ 961 w 1116"/>
                <a:gd name="T79" fmla="*/ 712 h 771"/>
                <a:gd name="T80" fmla="*/ 836 w 1116"/>
                <a:gd name="T81" fmla="*/ 737 h 771"/>
                <a:gd name="T82" fmla="*/ 756 w 1116"/>
                <a:gd name="T83" fmla="*/ 771 h 771"/>
                <a:gd name="T84" fmla="*/ 784 w 1116"/>
                <a:gd name="T85" fmla="*/ 716 h 771"/>
                <a:gd name="T86" fmla="*/ 739 w 1116"/>
                <a:gd name="T87" fmla="*/ 690 h 771"/>
                <a:gd name="T88" fmla="*/ 693 w 1116"/>
                <a:gd name="T89" fmla="*/ 641 h 771"/>
                <a:gd name="T90" fmla="*/ 236 w 1116"/>
                <a:gd name="T91" fmla="*/ 638 h 771"/>
                <a:gd name="T92" fmla="*/ 197 w 1116"/>
                <a:gd name="T93" fmla="*/ 605 h 771"/>
                <a:gd name="T94" fmla="*/ 174 w 1116"/>
                <a:gd name="T95" fmla="*/ 587 h 771"/>
                <a:gd name="T96" fmla="*/ 143 w 1116"/>
                <a:gd name="T97" fmla="*/ 519 h 771"/>
                <a:gd name="T98" fmla="*/ 0 w 1116"/>
                <a:gd name="T99" fmla="*/ 88 h 771"/>
                <a:gd name="T100" fmla="*/ 150 w 1116"/>
                <a:gd name="T101" fmla="*/ 68 h 771"/>
                <a:gd name="T102" fmla="*/ 169 w 1116"/>
                <a:gd name="T103" fmla="*/ 57 h 771"/>
                <a:gd name="T104" fmla="*/ 223 w 1116"/>
                <a:gd name="T105" fmla="*/ 89 h 771"/>
                <a:gd name="T106" fmla="*/ 344 w 1116"/>
                <a:gd name="T107" fmla="*/ 141 h 771"/>
                <a:gd name="T108" fmla="*/ 432 w 1116"/>
                <a:gd name="T109" fmla="*/ 174 h 771"/>
                <a:gd name="T110" fmla="*/ 451 w 1116"/>
                <a:gd name="T111" fmla="*/ 134 h 771"/>
                <a:gd name="T112" fmla="*/ 464 w 1116"/>
                <a:gd name="T113" fmla="*/ 125 h 771"/>
                <a:gd name="T114" fmla="*/ 556 w 1116"/>
                <a:gd name="T115" fmla="*/ 147 h 771"/>
                <a:gd name="T116" fmla="*/ 572 w 1116"/>
                <a:gd name="T117" fmla="*/ 134 h 771"/>
                <a:gd name="T118" fmla="*/ 596 w 1116"/>
                <a:gd name="T119" fmla="*/ 172 h 771"/>
                <a:gd name="T120" fmla="*/ 607 w 1116"/>
                <a:gd name="T121" fmla="*/ 126 h 771"/>
                <a:gd name="T122" fmla="*/ 590 w 1116"/>
                <a:gd name="T123" fmla="*/ 24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16" h="771">
                  <a:moveTo>
                    <a:pt x="1013" y="710"/>
                  </a:moveTo>
                  <a:lnTo>
                    <a:pt x="1004" y="710"/>
                  </a:lnTo>
                  <a:lnTo>
                    <a:pt x="1005" y="713"/>
                  </a:lnTo>
                  <a:lnTo>
                    <a:pt x="1013" y="710"/>
                  </a:lnTo>
                  <a:close/>
                  <a:moveTo>
                    <a:pt x="559" y="529"/>
                  </a:moveTo>
                  <a:lnTo>
                    <a:pt x="562" y="531"/>
                  </a:lnTo>
                  <a:lnTo>
                    <a:pt x="564" y="531"/>
                  </a:lnTo>
                  <a:lnTo>
                    <a:pt x="562" y="531"/>
                  </a:lnTo>
                  <a:lnTo>
                    <a:pt x="561" y="535"/>
                  </a:lnTo>
                  <a:lnTo>
                    <a:pt x="564" y="541"/>
                  </a:lnTo>
                  <a:lnTo>
                    <a:pt x="564" y="543"/>
                  </a:lnTo>
                  <a:lnTo>
                    <a:pt x="564" y="543"/>
                  </a:lnTo>
                  <a:lnTo>
                    <a:pt x="564" y="543"/>
                  </a:lnTo>
                  <a:lnTo>
                    <a:pt x="552" y="540"/>
                  </a:lnTo>
                  <a:lnTo>
                    <a:pt x="547" y="549"/>
                  </a:lnTo>
                  <a:lnTo>
                    <a:pt x="549" y="552"/>
                  </a:lnTo>
                  <a:lnTo>
                    <a:pt x="558" y="555"/>
                  </a:lnTo>
                  <a:lnTo>
                    <a:pt x="558" y="556"/>
                  </a:lnTo>
                  <a:lnTo>
                    <a:pt x="558" y="556"/>
                  </a:lnTo>
                  <a:lnTo>
                    <a:pt x="552" y="559"/>
                  </a:lnTo>
                  <a:lnTo>
                    <a:pt x="555" y="565"/>
                  </a:lnTo>
                  <a:lnTo>
                    <a:pt x="561" y="571"/>
                  </a:lnTo>
                  <a:lnTo>
                    <a:pt x="562" y="580"/>
                  </a:lnTo>
                  <a:lnTo>
                    <a:pt x="565" y="580"/>
                  </a:lnTo>
                  <a:lnTo>
                    <a:pt x="568" y="575"/>
                  </a:lnTo>
                  <a:lnTo>
                    <a:pt x="570" y="575"/>
                  </a:lnTo>
                  <a:lnTo>
                    <a:pt x="570" y="575"/>
                  </a:lnTo>
                  <a:lnTo>
                    <a:pt x="570" y="575"/>
                  </a:lnTo>
                  <a:lnTo>
                    <a:pt x="574" y="589"/>
                  </a:lnTo>
                  <a:lnTo>
                    <a:pt x="575" y="584"/>
                  </a:lnTo>
                  <a:lnTo>
                    <a:pt x="575" y="584"/>
                  </a:lnTo>
                  <a:lnTo>
                    <a:pt x="577" y="584"/>
                  </a:lnTo>
                  <a:lnTo>
                    <a:pt x="580" y="586"/>
                  </a:lnTo>
                  <a:lnTo>
                    <a:pt x="581" y="586"/>
                  </a:lnTo>
                  <a:lnTo>
                    <a:pt x="578" y="595"/>
                  </a:lnTo>
                  <a:lnTo>
                    <a:pt x="581" y="593"/>
                  </a:lnTo>
                  <a:lnTo>
                    <a:pt x="581" y="593"/>
                  </a:lnTo>
                  <a:lnTo>
                    <a:pt x="583" y="593"/>
                  </a:lnTo>
                  <a:lnTo>
                    <a:pt x="583" y="595"/>
                  </a:lnTo>
                  <a:lnTo>
                    <a:pt x="577" y="607"/>
                  </a:lnTo>
                  <a:lnTo>
                    <a:pt x="578" y="611"/>
                  </a:lnTo>
                  <a:lnTo>
                    <a:pt x="580" y="611"/>
                  </a:lnTo>
                  <a:lnTo>
                    <a:pt x="581" y="607"/>
                  </a:lnTo>
                  <a:lnTo>
                    <a:pt x="583" y="607"/>
                  </a:lnTo>
                  <a:lnTo>
                    <a:pt x="583" y="607"/>
                  </a:lnTo>
                  <a:lnTo>
                    <a:pt x="583" y="607"/>
                  </a:lnTo>
                  <a:lnTo>
                    <a:pt x="583" y="607"/>
                  </a:lnTo>
                  <a:lnTo>
                    <a:pt x="586" y="595"/>
                  </a:lnTo>
                  <a:lnTo>
                    <a:pt x="575" y="575"/>
                  </a:lnTo>
                  <a:lnTo>
                    <a:pt x="572" y="558"/>
                  </a:lnTo>
                  <a:lnTo>
                    <a:pt x="568" y="553"/>
                  </a:lnTo>
                  <a:lnTo>
                    <a:pt x="565" y="541"/>
                  </a:lnTo>
                  <a:lnTo>
                    <a:pt x="565" y="538"/>
                  </a:lnTo>
                  <a:lnTo>
                    <a:pt x="565" y="537"/>
                  </a:lnTo>
                  <a:lnTo>
                    <a:pt x="568" y="535"/>
                  </a:lnTo>
                  <a:lnTo>
                    <a:pt x="567" y="534"/>
                  </a:lnTo>
                  <a:lnTo>
                    <a:pt x="562" y="537"/>
                  </a:lnTo>
                  <a:lnTo>
                    <a:pt x="562" y="537"/>
                  </a:lnTo>
                  <a:lnTo>
                    <a:pt x="562" y="537"/>
                  </a:lnTo>
                  <a:lnTo>
                    <a:pt x="562" y="535"/>
                  </a:lnTo>
                  <a:lnTo>
                    <a:pt x="564" y="531"/>
                  </a:lnTo>
                  <a:lnTo>
                    <a:pt x="562" y="529"/>
                  </a:lnTo>
                  <a:lnTo>
                    <a:pt x="559" y="529"/>
                  </a:lnTo>
                  <a:close/>
                  <a:moveTo>
                    <a:pt x="417" y="399"/>
                  </a:moveTo>
                  <a:lnTo>
                    <a:pt x="417" y="399"/>
                  </a:lnTo>
                  <a:lnTo>
                    <a:pt x="411" y="400"/>
                  </a:lnTo>
                  <a:lnTo>
                    <a:pt x="395" y="420"/>
                  </a:lnTo>
                  <a:lnTo>
                    <a:pt x="402" y="420"/>
                  </a:lnTo>
                  <a:lnTo>
                    <a:pt x="402" y="420"/>
                  </a:lnTo>
                  <a:lnTo>
                    <a:pt x="404" y="418"/>
                  </a:lnTo>
                  <a:lnTo>
                    <a:pt x="417" y="412"/>
                  </a:lnTo>
                  <a:lnTo>
                    <a:pt x="449" y="409"/>
                  </a:lnTo>
                  <a:lnTo>
                    <a:pt x="436" y="406"/>
                  </a:lnTo>
                  <a:lnTo>
                    <a:pt x="435" y="406"/>
                  </a:lnTo>
                  <a:lnTo>
                    <a:pt x="432" y="406"/>
                  </a:lnTo>
                  <a:lnTo>
                    <a:pt x="429" y="406"/>
                  </a:lnTo>
                  <a:lnTo>
                    <a:pt x="426" y="408"/>
                  </a:lnTo>
                  <a:lnTo>
                    <a:pt x="423" y="408"/>
                  </a:lnTo>
                  <a:lnTo>
                    <a:pt x="421" y="408"/>
                  </a:lnTo>
                  <a:lnTo>
                    <a:pt x="420" y="408"/>
                  </a:lnTo>
                  <a:lnTo>
                    <a:pt x="421" y="406"/>
                  </a:lnTo>
                  <a:lnTo>
                    <a:pt x="423" y="405"/>
                  </a:lnTo>
                  <a:lnTo>
                    <a:pt x="421" y="405"/>
                  </a:lnTo>
                  <a:lnTo>
                    <a:pt x="420" y="405"/>
                  </a:lnTo>
                  <a:lnTo>
                    <a:pt x="418" y="405"/>
                  </a:lnTo>
                  <a:lnTo>
                    <a:pt x="417" y="405"/>
                  </a:lnTo>
                  <a:lnTo>
                    <a:pt x="417" y="405"/>
                  </a:lnTo>
                  <a:lnTo>
                    <a:pt x="417" y="405"/>
                  </a:lnTo>
                  <a:lnTo>
                    <a:pt x="417" y="400"/>
                  </a:lnTo>
                  <a:lnTo>
                    <a:pt x="417" y="399"/>
                  </a:lnTo>
                  <a:lnTo>
                    <a:pt x="417" y="399"/>
                  </a:lnTo>
                  <a:close/>
                  <a:moveTo>
                    <a:pt x="415" y="395"/>
                  </a:moveTo>
                  <a:lnTo>
                    <a:pt x="414" y="396"/>
                  </a:lnTo>
                  <a:lnTo>
                    <a:pt x="417" y="398"/>
                  </a:lnTo>
                  <a:lnTo>
                    <a:pt x="417" y="399"/>
                  </a:lnTo>
                  <a:lnTo>
                    <a:pt x="417" y="399"/>
                  </a:lnTo>
                  <a:lnTo>
                    <a:pt x="423" y="395"/>
                  </a:lnTo>
                  <a:lnTo>
                    <a:pt x="415" y="395"/>
                  </a:lnTo>
                  <a:close/>
                  <a:moveTo>
                    <a:pt x="329" y="310"/>
                  </a:moveTo>
                  <a:lnTo>
                    <a:pt x="323" y="310"/>
                  </a:lnTo>
                  <a:lnTo>
                    <a:pt x="332" y="323"/>
                  </a:lnTo>
                  <a:lnTo>
                    <a:pt x="343" y="329"/>
                  </a:lnTo>
                  <a:lnTo>
                    <a:pt x="343" y="331"/>
                  </a:lnTo>
                  <a:lnTo>
                    <a:pt x="341" y="334"/>
                  </a:lnTo>
                  <a:lnTo>
                    <a:pt x="347" y="335"/>
                  </a:lnTo>
                  <a:lnTo>
                    <a:pt x="347" y="335"/>
                  </a:lnTo>
                  <a:lnTo>
                    <a:pt x="347" y="337"/>
                  </a:lnTo>
                  <a:lnTo>
                    <a:pt x="344" y="340"/>
                  </a:lnTo>
                  <a:lnTo>
                    <a:pt x="346" y="341"/>
                  </a:lnTo>
                  <a:lnTo>
                    <a:pt x="346" y="343"/>
                  </a:lnTo>
                  <a:lnTo>
                    <a:pt x="346" y="343"/>
                  </a:lnTo>
                  <a:lnTo>
                    <a:pt x="338" y="343"/>
                  </a:lnTo>
                  <a:lnTo>
                    <a:pt x="337" y="353"/>
                  </a:lnTo>
                  <a:lnTo>
                    <a:pt x="337" y="353"/>
                  </a:lnTo>
                  <a:lnTo>
                    <a:pt x="331" y="353"/>
                  </a:lnTo>
                  <a:lnTo>
                    <a:pt x="331" y="359"/>
                  </a:lnTo>
                  <a:lnTo>
                    <a:pt x="331" y="360"/>
                  </a:lnTo>
                  <a:lnTo>
                    <a:pt x="329" y="360"/>
                  </a:lnTo>
                  <a:lnTo>
                    <a:pt x="329" y="360"/>
                  </a:lnTo>
                  <a:lnTo>
                    <a:pt x="300" y="350"/>
                  </a:lnTo>
                  <a:lnTo>
                    <a:pt x="295" y="355"/>
                  </a:lnTo>
                  <a:lnTo>
                    <a:pt x="304" y="353"/>
                  </a:lnTo>
                  <a:lnTo>
                    <a:pt x="306" y="353"/>
                  </a:lnTo>
                  <a:lnTo>
                    <a:pt x="325" y="369"/>
                  </a:lnTo>
                  <a:lnTo>
                    <a:pt x="355" y="365"/>
                  </a:lnTo>
                  <a:lnTo>
                    <a:pt x="358" y="356"/>
                  </a:lnTo>
                  <a:lnTo>
                    <a:pt x="358" y="356"/>
                  </a:lnTo>
                  <a:lnTo>
                    <a:pt x="374" y="349"/>
                  </a:lnTo>
                  <a:lnTo>
                    <a:pt x="381" y="340"/>
                  </a:lnTo>
                  <a:lnTo>
                    <a:pt x="383" y="334"/>
                  </a:lnTo>
                  <a:lnTo>
                    <a:pt x="383" y="334"/>
                  </a:lnTo>
                  <a:lnTo>
                    <a:pt x="392" y="329"/>
                  </a:lnTo>
                  <a:lnTo>
                    <a:pt x="392" y="323"/>
                  </a:lnTo>
                  <a:lnTo>
                    <a:pt x="392" y="323"/>
                  </a:lnTo>
                  <a:lnTo>
                    <a:pt x="392" y="323"/>
                  </a:lnTo>
                  <a:lnTo>
                    <a:pt x="393" y="323"/>
                  </a:lnTo>
                  <a:lnTo>
                    <a:pt x="396" y="323"/>
                  </a:lnTo>
                  <a:lnTo>
                    <a:pt x="399" y="323"/>
                  </a:lnTo>
                  <a:lnTo>
                    <a:pt x="402" y="323"/>
                  </a:lnTo>
                  <a:lnTo>
                    <a:pt x="405" y="323"/>
                  </a:lnTo>
                  <a:lnTo>
                    <a:pt x="405" y="325"/>
                  </a:lnTo>
                  <a:lnTo>
                    <a:pt x="401" y="320"/>
                  </a:lnTo>
                  <a:lnTo>
                    <a:pt x="401" y="320"/>
                  </a:lnTo>
                  <a:lnTo>
                    <a:pt x="401" y="320"/>
                  </a:lnTo>
                  <a:lnTo>
                    <a:pt x="404" y="319"/>
                  </a:lnTo>
                  <a:lnTo>
                    <a:pt x="404" y="319"/>
                  </a:lnTo>
                  <a:lnTo>
                    <a:pt x="405" y="319"/>
                  </a:lnTo>
                  <a:lnTo>
                    <a:pt x="412" y="322"/>
                  </a:lnTo>
                  <a:lnTo>
                    <a:pt x="417" y="319"/>
                  </a:lnTo>
                  <a:lnTo>
                    <a:pt x="405" y="313"/>
                  </a:lnTo>
                  <a:lnTo>
                    <a:pt x="395" y="314"/>
                  </a:lnTo>
                  <a:lnTo>
                    <a:pt x="384" y="320"/>
                  </a:lnTo>
                  <a:lnTo>
                    <a:pt x="375" y="335"/>
                  </a:lnTo>
                  <a:lnTo>
                    <a:pt x="374" y="335"/>
                  </a:lnTo>
                  <a:lnTo>
                    <a:pt x="365" y="337"/>
                  </a:lnTo>
                  <a:lnTo>
                    <a:pt x="361" y="337"/>
                  </a:lnTo>
                  <a:lnTo>
                    <a:pt x="361" y="335"/>
                  </a:lnTo>
                  <a:lnTo>
                    <a:pt x="361" y="329"/>
                  </a:lnTo>
                  <a:lnTo>
                    <a:pt x="355" y="332"/>
                  </a:lnTo>
                  <a:lnTo>
                    <a:pt x="355" y="332"/>
                  </a:lnTo>
                  <a:lnTo>
                    <a:pt x="355" y="332"/>
                  </a:lnTo>
                  <a:lnTo>
                    <a:pt x="355" y="332"/>
                  </a:lnTo>
                  <a:lnTo>
                    <a:pt x="352" y="323"/>
                  </a:lnTo>
                  <a:lnTo>
                    <a:pt x="350" y="323"/>
                  </a:lnTo>
                  <a:lnTo>
                    <a:pt x="346" y="326"/>
                  </a:lnTo>
                  <a:lnTo>
                    <a:pt x="346" y="328"/>
                  </a:lnTo>
                  <a:lnTo>
                    <a:pt x="346" y="326"/>
                  </a:lnTo>
                  <a:lnTo>
                    <a:pt x="332" y="317"/>
                  </a:lnTo>
                  <a:lnTo>
                    <a:pt x="329" y="310"/>
                  </a:lnTo>
                  <a:close/>
                  <a:moveTo>
                    <a:pt x="276" y="187"/>
                  </a:moveTo>
                  <a:lnTo>
                    <a:pt x="251" y="202"/>
                  </a:lnTo>
                  <a:lnTo>
                    <a:pt x="211" y="211"/>
                  </a:lnTo>
                  <a:lnTo>
                    <a:pt x="209" y="215"/>
                  </a:lnTo>
                  <a:lnTo>
                    <a:pt x="212" y="220"/>
                  </a:lnTo>
                  <a:lnTo>
                    <a:pt x="215" y="214"/>
                  </a:lnTo>
                  <a:lnTo>
                    <a:pt x="215" y="214"/>
                  </a:lnTo>
                  <a:lnTo>
                    <a:pt x="217" y="214"/>
                  </a:lnTo>
                  <a:lnTo>
                    <a:pt x="220" y="214"/>
                  </a:lnTo>
                  <a:lnTo>
                    <a:pt x="223" y="215"/>
                  </a:lnTo>
                  <a:lnTo>
                    <a:pt x="227" y="215"/>
                  </a:lnTo>
                  <a:lnTo>
                    <a:pt x="230" y="217"/>
                  </a:lnTo>
                  <a:lnTo>
                    <a:pt x="232" y="217"/>
                  </a:lnTo>
                  <a:lnTo>
                    <a:pt x="233" y="217"/>
                  </a:lnTo>
                  <a:lnTo>
                    <a:pt x="235" y="212"/>
                  </a:lnTo>
                  <a:lnTo>
                    <a:pt x="235" y="212"/>
                  </a:lnTo>
                  <a:lnTo>
                    <a:pt x="235" y="212"/>
                  </a:lnTo>
                  <a:lnTo>
                    <a:pt x="258" y="217"/>
                  </a:lnTo>
                  <a:lnTo>
                    <a:pt x="258" y="218"/>
                  </a:lnTo>
                  <a:lnTo>
                    <a:pt x="258" y="218"/>
                  </a:lnTo>
                  <a:lnTo>
                    <a:pt x="257" y="223"/>
                  </a:lnTo>
                  <a:lnTo>
                    <a:pt x="257" y="223"/>
                  </a:lnTo>
                  <a:lnTo>
                    <a:pt x="255" y="223"/>
                  </a:lnTo>
                  <a:lnTo>
                    <a:pt x="252" y="223"/>
                  </a:lnTo>
                  <a:lnTo>
                    <a:pt x="249" y="221"/>
                  </a:lnTo>
                  <a:lnTo>
                    <a:pt x="246" y="221"/>
                  </a:lnTo>
                  <a:lnTo>
                    <a:pt x="245" y="221"/>
                  </a:lnTo>
                  <a:lnTo>
                    <a:pt x="243" y="221"/>
                  </a:lnTo>
                  <a:lnTo>
                    <a:pt x="246" y="226"/>
                  </a:lnTo>
                  <a:lnTo>
                    <a:pt x="246" y="231"/>
                  </a:lnTo>
                  <a:lnTo>
                    <a:pt x="246" y="231"/>
                  </a:lnTo>
                  <a:lnTo>
                    <a:pt x="239" y="237"/>
                  </a:lnTo>
                  <a:lnTo>
                    <a:pt x="238" y="243"/>
                  </a:lnTo>
                  <a:lnTo>
                    <a:pt x="238" y="245"/>
                  </a:lnTo>
                  <a:lnTo>
                    <a:pt x="232" y="246"/>
                  </a:lnTo>
                  <a:lnTo>
                    <a:pt x="249" y="252"/>
                  </a:lnTo>
                  <a:lnTo>
                    <a:pt x="254" y="248"/>
                  </a:lnTo>
                  <a:lnTo>
                    <a:pt x="255" y="239"/>
                  </a:lnTo>
                  <a:lnTo>
                    <a:pt x="255" y="239"/>
                  </a:lnTo>
                  <a:lnTo>
                    <a:pt x="269" y="233"/>
                  </a:lnTo>
                  <a:lnTo>
                    <a:pt x="269" y="233"/>
                  </a:lnTo>
                  <a:lnTo>
                    <a:pt x="269" y="233"/>
                  </a:lnTo>
                  <a:lnTo>
                    <a:pt x="270" y="233"/>
                  </a:lnTo>
                  <a:lnTo>
                    <a:pt x="270" y="239"/>
                  </a:lnTo>
                  <a:lnTo>
                    <a:pt x="269" y="243"/>
                  </a:lnTo>
                  <a:lnTo>
                    <a:pt x="257" y="254"/>
                  </a:lnTo>
                  <a:lnTo>
                    <a:pt x="258" y="258"/>
                  </a:lnTo>
                  <a:lnTo>
                    <a:pt x="276" y="240"/>
                  </a:lnTo>
                  <a:lnTo>
                    <a:pt x="278" y="240"/>
                  </a:lnTo>
                  <a:lnTo>
                    <a:pt x="278" y="240"/>
                  </a:lnTo>
                  <a:lnTo>
                    <a:pt x="279" y="240"/>
                  </a:lnTo>
                  <a:lnTo>
                    <a:pt x="280" y="240"/>
                  </a:lnTo>
                  <a:lnTo>
                    <a:pt x="276" y="234"/>
                  </a:lnTo>
                  <a:lnTo>
                    <a:pt x="276" y="234"/>
                  </a:lnTo>
                  <a:lnTo>
                    <a:pt x="280" y="227"/>
                  </a:lnTo>
                  <a:lnTo>
                    <a:pt x="282" y="227"/>
                  </a:lnTo>
                  <a:lnTo>
                    <a:pt x="282" y="227"/>
                  </a:lnTo>
                  <a:lnTo>
                    <a:pt x="285" y="227"/>
                  </a:lnTo>
                  <a:lnTo>
                    <a:pt x="288" y="227"/>
                  </a:lnTo>
                  <a:lnTo>
                    <a:pt x="291" y="228"/>
                  </a:lnTo>
                  <a:lnTo>
                    <a:pt x="294" y="228"/>
                  </a:lnTo>
                  <a:lnTo>
                    <a:pt x="295" y="228"/>
                  </a:lnTo>
                  <a:lnTo>
                    <a:pt x="306" y="214"/>
                  </a:lnTo>
                  <a:lnTo>
                    <a:pt x="304" y="211"/>
                  </a:lnTo>
                  <a:lnTo>
                    <a:pt x="304" y="211"/>
                  </a:lnTo>
                  <a:lnTo>
                    <a:pt x="306" y="206"/>
                  </a:lnTo>
                  <a:lnTo>
                    <a:pt x="306" y="206"/>
                  </a:lnTo>
                  <a:lnTo>
                    <a:pt x="306" y="206"/>
                  </a:lnTo>
                  <a:lnTo>
                    <a:pt x="304" y="206"/>
                  </a:lnTo>
                  <a:lnTo>
                    <a:pt x="304" y="206"/>
                  </a:lnTo>
                  <a:lnTo>
                    <a:pt x="306" y="200"/>
                  </a:lnTo>
                  <a:lnTo>
                    <a:pt x="295" y="209"/>
                  </a:lnTo>
                  <a:lnTo>
                    <a:pt x="295" y="209"/>
                  </a:lnTo>
                  <a:lnTo>
                    <a:pt x="294" y="209"/>
                  </a:lnTo>
                  <a:lnTo>
                    <a:pt x="291" y="209"/>
                  </a:lnTo>
                  <a:lnTo>
                    <a:pt x="286" y="209"/>
                  </a:lnTo>
                  <a:lnTo>
                    <a:pt x="280" y="209"/>
                  </a:lnTo>
                  <a:lnTo>
                    <a:pt x="276" y="209"/>
                  </a:lnTo>
                  <a:lnTo>
                    <a:pt x="273" y="209"/>
                  </a:lnTo>
                  <a:lnTo>
                    <a:pt x="272" y="209"/>
                  </a:lnTo>
                  <a:lnTo>
                    <a:pt x="269" y="206"/>
                  </a:lnTo>
                  <a:lnTo>
                    <a:pt x="269" y="206"/>
                  </a:lnTo>
                  <a:lnTo>
                    <a:pt x="272" y="200"/>
                  </a:lnTo>
                  <a:lnTo>
                    <a:pt x="286" y="191"/>
                  </a:lnTo>
                  <a:lnTo>
                    <a:pt x="276" y="187"/>
                  </a:lnTo>
                  <a:close/>
                  <a:moveTo>
                    <a:pt x="618" y="101"/>
                  </a:moveTo>
                  <a:lnTo>
                    <a:pt x="617" y="107"/>
                  </a:lnTo>
                  <a:lnTo>
                    <a:pt x="618" y="105"/>
                  </a:lnTo>
                  <a:lnTo>
                    <a:pt x="618" y="101"/>
                  </a:lnTo>
                  <a:close/>
                  <a:moveTo>
                    <a:pt x="602" y="0"/>
                  </a:moveTo>
                  <a:lnTo>
                    <a:pt x="602" y="0"/>
                  </a:lnTo>
                  <a:lnTo>
                    <a:pt x="608" y="2"/>
                  </a:lnTo>
                  <a:lnTo>
                    <a:pt x="610" y="2"/>
                  </a:lnTo>
                  <a:lnTo>
                    <a:pt x="610" y="3"/>
                  </a:lnTo>
                  <a:lnTo>
                    <a:pt x="608" y="8"/>
                  </a:lnTo>
                  <a:lnTo>
                    <a:pt x="610" y="11"/>
                  </a:lnTo>
                  <a:lnTo>
                    <a:pt x="617" y="8"/>
                  </a:lnTo>
                  <a:lnTo>
                    <a:pt x="618" y="8"/>
                  </a:lnTo>
                  <a:lnTo>
                    <a:pt x="618" y="8"/>
                  </a:lnTo>
                  <a:lnTo>
                    <a:pt x="618" y="9"/>
                  </a:lnTo>
                  <a:lnTo>
                    <a:pt x="620" y="18"/>
                  </a:lnTo>
                  <a:lnTo>
                    <a:pt x="627" y="27"/>
                  </a:lnTo>
                  <a:lnTo>
                    <a:pt x="629" y="48"/>
                  </a:lnTo>
                  <a:lnTo>
                    <a:pt x="648" y="74"/>
                  </a:lnTo>
                  <a:lnTo>
                    <a:pt x="648" y="74"/>
                  </a:lnTo>
                  <a:lnTo>
                    <a:pt x="647" y="74"/>
                  </a:lnTo>
                  <a:lnTo>
                    <a:pt x="647" y="74"/>
                  </a:lnTo>
                  <a:lnTo>
                    <a:pt x="644" y="74"/>
                  </a:lnTo>
                  <a:lnTo>
                    <a:pt x="641" y="74"/>
                  </a:lnTo>
                  <a:lnTo>
                    <a:pt x="638" y="73"/>
                  </a:lnTo>
                  <a:lnTo>
                    <a:pt x="638" y="73"/>
                  </a:lnTo>
                  <a:lnTo>
                    <a:pt x="642" y="80"/>
                  </a:lnTo>
                  <a:lnTo>
                    <a:pt x="642" y="80"/>
                  </a:lnTo>
                  <a:lnTo>
                    <a:pt x="632" y="91"/>
                  </a:lnTo>
                  <a:lnTo>
                    <a:pt x="656" y="97"/>
                  </a:lnTo>
                  <a:lnTo>
                    <a:pt x="657" y="98"/>
                  </a:lnTo>
                  <a:lnTo>
                    <a:pt x="656" y="104"/>
                  </a:lnTo>
                  <a:lnTo>
                    <a:pt x="656" y="105"/>
                  </a:lnTo>
                  <a:lnTo>
                    <a:pt x="656" y="105"/>
                  </a:lnTo>
                  <a:lnTo>
                    <a:pt x="654" y="105"/>
                  </a:lnTo>
                  <a:lnTo>
                    <a:pt x="651" y="104"/>
                  </a:lnTo>
                  <a:lnTo>
                    <a:pt x="661" y="122"/>
                  </a:lnTo>
                  <a:lnTo>
                    <a:pt x="663" y="123"/>
                  </a:lnTo>
                  <a:lnTo>
                    <a:pt x="660" y="134"/>
                  </a:lnTo>
                  <a:lnTo>
                    <a:pt x="663" y="140"/>
                  </a:lnTo>
                  <a:lnTo>
                    <a:pt x="669" y="126"/>
                  </a:lnTo>
                  <a:lnTo>
                    <a:pt x="669" y="114"/>
                  </a:lnTo>
                  <a:lnTo>
                    <a:pt x="673" y="107"/>
                  </a:lnTo>
                  <a:lnTo>
                    <a:pt x="673" y="107"/>
                  </a:lnTo>
                  <a:lnTo>
                    <a:pt x="675" y="107"/>
                  </a:lnTo>
                  <a:lnTo>
                    <a:pt x="676" y="105"/>
                  </a:lnTo>
                  <a:lnTo>
                    <a:pt x="678" y="105"/>
                  </a:lnTo>
                  <a:lnTo>
                    <a:pt x="679" y="105"/>
                  </a:lnTo>
                  <a:lnTo>
                    <a:pt x="681" y="105"/>
                  </a:lnTo>
                  <a:lnTo>
                    <a:pt x="691" y="120"/>
                  </a:lnTo>
                  <a:lnTo>
                    <a:pt x="696" y="141"/>
                  </a:lnTo>
                  <a:lnTo>
                    <a:pt x="696" y="141"/>
                  </a:lnTo>
                  <a:lnTo>
                    <a:pt x="696" y="141"/>
                  </a:lnTo>
                  <a:lnTo>
                    <a:pt x="694" y="142"/>
                  </a:lnTo>
                  <a:lnTo>
                    <a:pt x="693" y="142"/>
                  </a:lnTo>
                  <a:lnTo>
                    <a:pt x="691" y="142"/>
                  </a:lnTo>
                  <a:lnTo>
                    <a:pt x="691" y="142"/>
                  </a:lnTo>
                  <a:lnTo>
                    <a:pt x="690" y="142"/>
                  </a:lnTo>
                  <a:lnTo>
                    <a:pt x="688" y="154"/>
                  </a:lnTo>
                  <a:lnTo>
                    <a:pt x="701" y="177"/>
                  </a:lnTo>
                  <a:lnTo>
                    <a:pt x="712" y="171"/>
                  </a:lnTo>
                  <a:lnTo>
                    <a:pt x="712" y="160"/>
                  </a:lnTo>
                  <a:lnTo>
                    <a:pt x="721" y="140"/>
                  </a:lnTo>
                  <a:lnTo>
                    <a:pt x="722" y="128"/>
                  </a:lnTo>
                  <a:lnTo>
                    <a:pt x="722" y="128"/>
                  </a:lnTo>
                  <a:lnTo>
                    <a:pt x="734" y="125"/>
                  </a:lnTo>
                  <a:lnTo>
                    <a:pt x="730" y="122"/>
                  </a:lnTo>
                  <a:lnTo>
                    <a:pt x="730" y="122"/>
                  </a:lnTo>
                  <a:lnTo>
                    <a:pt x="730" y="120"/>
                  </a:lnTo>
                  <a:lnTo>
                    <a:pt x="736" y="114"/>
                  </a:lnTo>
                  <a:lnTo>
                    <a:pt x="725" y="105"/>
                  </a:lnTo>
                  <a:lnTo>
                    <a:pt x="725" y="105"/>
                  </a:lnTo>
                  <a:lnTo>
                    <a:pt x="725" y="86"/>
                  </a:lnTo>
                  <a:lnTo>
                    <a:pt x="727" y="86"/>
                  </a:lnTo>
                  <a:lnTo>
                    <a:pt x="727" y="86"/>
                  </a:lnTo>
                  <a:lnTo>
                    <a:pt x="730" y="86"/>
                  </a:lnTo>
                  <a:lnTo>
                    <a:pt x="740" y="88"/>
                  </a:lnTo>
                  <a:lnTo>
                    <a:pt x="750" y="89"/>
                  </a:lnTo>
                  <a:lnTo>
                    <a:pt x="759" y="89"/>
                  </a:lnTo>
                  <a:lnTo>
                    <a:pt x="762" y="91"/>
                  </a:lnTo>
                  <a:lnTo>
                    <a:pt x="764" y="91"/>
                  </a:lnTo>
                  <a:lnTo>
                    <a:pt x="765" y="98"/>
                  </a:lnTo>
                  <a:lnTo>
                    <a:pt x="765" y="98"/>
                  </a:lnTo>
                  <a:lnTo>
                    <a:pt x="764" y="100"/>
                  </a:lnTo>
                  <a:lnTo>
                    <a:pt x="768" y="107"/>
                  </a:lnTo>
                  <a:lnTo>
                    <a:pt x="781" y="111"/>
                  </a:lnTo>
                  <a:lnTo>
                    <a:pt x="781" y="111"/>
                  </a:lnTo>
                  <a:lnTo>
                    <a:pt x="781" y="113"/>
                  </a:lnTo>
                  <a:lnTo>
                    <a:pt x="774" y="120"/>
                  </a:lnTo>
                  <a:lnTo>
                    <a:pt x="781" y="122"/>
                  </a:lnTo>
                  <a:lnTo>
                    <a:pt x="781" y="123"/>
                  </a:lnTo>
                  <a:lnTo>
                    <a:pt x="780" y="131"/>
                  </a:lnTo>
                  <a:lnTo>
                    <a:pt x="773" y="138"/>
                  </a:lnTo>
                  <a:lnTo>
                    <a:pt x="773" y="138"/>
                  </a:lnTo>
                  <a:lnTo>
                    <a:pt x="773" y="138"/>
                  </a:lnTo>
                  <a:lnTo>
                    <a:pt x="773" y="138"/>
                  </a:lnTo>
                  <a:lnTo>
                    <a:pt x="770" y="134"/>
                  </a:lnTo>
                  <a:lnTo>
                    <a:pt x="765" y="135"/>
                  </a:lnTo>
                  <a:lnTo>
                    <a:pt x="768" y="140"/>
                  </a:lnTo>
                  <a:lnTo>
                    <a:pt x="768" y="141"/>
                  </a:lnTo>
                  <a:lnTo>
                    <a:pt x="768" y="145"/>
                  </a:lnTo>
                  <a:lnTo>
                    <a:pt x="771" y="144"/>
                  </a:lnTo>
                  <a:lnTo>
                    <a:pt x="773" y="144"/>
                  </a:lnTo>
                  <a:lnTo>
                    <a:pt x="773" y="144"/>
                  </a:lnTo>
                  <a:lnTo>
                    <a:pt x="773" y="144"/>
                  </a:lnTo>
                  <a:lnTo>
                    <a:pt x="771" y="154"/>
                  </a:lnTo>
                  <a:lnTo>
                    <a:pt x="781" y="168"/>
                  </a:lnTo>
                  <a:lnTo>
                    <a:pt x="781" y="169"/>
                  </a:lnTo>
                  <a:lnTo>
                    <a:pt x="781" y="178"/>
                  </a:lnTo>
                  <a:lnTo>
                    <a:pt x="764" y="200"/>
                  </a:lnTo>
                  <a:lnTo>
                    <a:pt x="755" y="206"/>
                  </a:lnTo>
                  <a:lnTo>
                    <a:pt x="755" y="206"/>
                  </a:lnTo>
                  <a:lnTo>
                    <a:pt x="753" y="206"/>
                  </a:lnTo>
                  <a:lnTo>
                    <a:pt x="746" y="197"/>
                  </a:lnTo>
                  <a:lnTo>
                    <a:pt x="744" y="200"/>
                  </a:lnTo>
                  <a:lnTo>
                    <a:pt x="749" y="212"/>
                  </a:lnTo>
                  <a:lnTo>
                    <a:pt x="749" y="214"/>
                  </a:lnTo>
                  <a:lnTo>
                    <a:pt x="749" y="214"/>
                  </a:lnTo>
                  <a:lnTo>
                    <a:pt x="749" y="214"/>
                  </a:lnTo>
                  <a:lnTo>
                    <a:pt x="740" y="208"/>
                  </a:lnTo>
                  <a:lnTo>
                    <a:pt x="740" y="211"/>
                  </a:lnTo>
                  <a:lnTo>
                    <a:pt x="740" y="212"/>
                  </a:lnTo>
                  <a:lnTo>
                    <a:pt x="739" y="212"/>
                  </a:lnTo>
                  <a:lnTo>
                    <a:pt x="739" y="212"/>
                  </a:lnTo>
                  <a:lnTo>
                    <a:pt x="736" y="212"/>
                  </a:lnTo>
                  <a:lnTo>
                    <a:pt x="733" y="211"/>
                  </a:lnTo>
                  <a:lnTo>
                    <a:pt x="731" y="211"/>
                  </a:lnTo>
                  <a:lnTo>
                    <a:pt x="730" y="211"/>
                  </a:lnTo>
                  <a:lnTo>
                    <a:pt x="730" y="211"/>
                  </a:lnTo>
                  <a:lnTo>
                    <a:pt x="728" y="200"/>
                  </a:lnTo>
                  <a:lnTo>
                    <a:pt x="713" y="200"/>
                  </a:lnTo>
                  <a:lnTo>
                    <a:pt x="712" y="206"/>
                  </a:lnTo>
                  <a:lnTo>
                    <a:pt x="719" y="208"/>
                  </a:lnTo>
                  <a:lnTo>
                    <a:pt x="719" y="208"/>
                  </a:lnTo>
                  <a:lnTo>
                    <a:pt x="719" y="215"/>
                  </a:lnTo>
                  <a:lnTo>
                    <a:pt x="719" y="215"/>
                  </a:lnTo>
                  <a:lnTo>
                    <a:pt x="703" y="237"/>
                  </a:lnTo>
                  <a:lnTo>
                    <a:pt x="703" y="239"/>
                  </a:lnTo>
                  <a:lnTo>
                    <a:pt x="701" y="239"/>
                  </a:lnTo>
                  <a:lnTo>
                    <a:pt x="700" y="239"/>
                  </a:lnTo>
                  <a:lnTo>
                    <a:pt x="697" y="239"/>
                  </a:lnTo>
                  <a:lnTo>
                    <a:pt x="694" y="239"/>
                  </a:lnTo>
                  <a:lnTo>
                    <a:pt x="693" y="240"/>
                  </a:lnTo>
                  <a:lnTo>
                    <a:pt x="693" y="239"/>
                  </a:lnTo>
                  <a:lnTo>
                    <a:pt x="684" y="228"/>
                  </a:lnTo>
                  <a:lnTo>
                    <a:pt x="666" y="223"/>
                  </a:lnTo>
                  <a:lnTo>
                    <a:pt x="664" y="224"/>
                  </a:lnTo>
                  <a:lnTo>
                    <a:pt x="679" y="239"/>
                  </a:lnTo>
                  <a:lnTo>
                    <a:pt x="707" y="242"/>
                  </a:lnTo>
                  <a:lnTo>
                    <a:pt x="709" y="243"/>
                  </a:lnTo>
                  <a:lnTo>
                    <a:pt x="709" y="243"/>
                  </a:lnTo>
                  <a:lnTo>
                    <a:pt x="693" y="274"/>
                  </a:lnTo>
                  <a:lnTo>
                    <a:pt x="693" y="276"/>
                  </a:lnTo>
                  <a:lnTo>
                    <a:pt x="679" y="280"/>
                  </a:lnTo>
                  <a:lnTo>
                    <a:pt x="679" y="280"/>
                  </a:lnTo>
                  <a:lnTo>
                    <a:pt x="678" y="280"/>
                  </a:lnTo>
                  <a:lnTo>
                    <a:pt x="670" y="277"/>
                  </a:lnTo>
                  <a:lnTo>
                    <a:pt x="670" y="280"/>
                  </a:lnTo>
                  <a:lnTo>
                    <a:pt x="670" y="282"/>
                  </a:lnTo>
                  <a:lnTo>
                    <a:pt x="669" y="282"/>
                  </a:lnTo>
                  <a:lnTo>
                    <a:pt x="667" y="282"/>
                  </a:lnTo>
                  <a:lnTo>
                    <a:pt x="667" y="289"/>
                  </a:lnTo>
                  <a:lnTo>
                    <a:pt x="666" y="289"/>
                  </a:lnTo>
                  <a:lnTo>
                    <a:pt x="660" y="295"/>
                  </a:lnTo>
                  <a:lnTo>
                    <a:pt x="658" y="295"/>
                  </a:lnTo>
                  <a:lnTo>
                    <a:pt x="658" y="295"/>
                  </a:lnTo>
                  <a:lnTo>
                    <a:pt x="647" y="286"/>
                  </a:lnTo>
                  <a:lnTo>
                    <a:pt x="639" y="288"/>
                  </a:lnTo>
                  <a:lnTo>
                    <a:pt x="623" y="279"/>
                  </a:lnTo>
                  <a:lnTo>
                    <a:pt x="621" y="282"/>
                  </a:lnTo>
                  <a:lnTo>
                    <a:pt x="623" y="283"/>
                  </a:lnTo>
                  <a:lnTo>
                    <a:pt x="623" y="282"/>
                  </a:lnTo>
                  <a:lnTo>
                    <a:pt x="623" y="280"/>
                  </a:lnTo>
                  <a:lnTo>
                    <a:pt x="624" y="280"/>
                  </a:lnTo>
                  <a:lnTo>
                    <a:pt x="624" y="280"/>
                  </a:lnTo>
                  <a:lnTo>
                    <a:pt x="639" y="289"/>
                  </a:lnTo>
                  <a:lnTo>
                    <a:pt x="639" y="289"/>
                  </a:lnTo>
                  <a:lnTo>
                    <a:pt x="639" y="289"/>
                  </a:lnTo>
                  <a:lnTo>
                    <a:pt x="639" y="291"/>
                  </a:lnTo>
                  <a:lnTo>
                    <a:pt x="644" y="288"/>
                  </a:lnTo>
                  <a:lnTo>
                    <a:pt x="644" y="288"/>
                  </a:lnTo>
                  <a:lnTo>
                    <a:pt x="644" y="288"/>
                  </a:lnTo>
                  <a:lnTo>
                    <a:pt x="656" y="294"/>
                  </a:lnTo>
                  <a:lnTo>
                    <a:pt x="657" y="295"/>
                  </a:lnTo>
                  <a:lnTo>
                    <a:pt x="660" y="309"/>
                  </a:lnTo>
                  <a:lnTo>
                    <a:pt x="658" y="310"/>
                  </a:lnTo>
                  <a:lnTo>
                    <a:pt x="648" y="314"/>
                  </a:lnTo>
                  <a:lnTo>
                    <a:pt x="636" y="314"/>
                  </a:lnTo>
                  <a:lnTo>
                    <a:pt x="638" y="319"/>
                  </a:lnTo>
                  <a:lnTo>
                    <a:pt x="642" y="320"/>
                  </a:lnTo>
                  <a:lnTo>
                    <a:pt x="642" y="322"/>
                  </a:lnTo>
                  <a:lnTo>
                    <a:pt x="642" y="322"/>
                  </a:lnTo>
                  <a:lnTo>
                    <a:pt x="633" y="322"/>
                  </a:lnTo>
                  <a:lnTo>
                    <a:pt x="633" y="335"/>
                  </a:lnTo>
                  <a:lnTo>
                    <a:pt x="633" y="337"/>
                  </a:lnTo>
                  <a:lnTo>
                    <a:pt x="633" y="337"/>
                  </a:lnTo>
                  <a:lnTo>
                    <a:pt x="633" y="337"/>
                  </a:lnTo>
                  <a:lnTo>
                    <a:pt x="629" y="334"/>
                  </a:lnTo>
                  <a:lnTo>
                    <a:pt x="624" y="340"/>
                  </a:lnTo>
                  <a:lnTo>
                    <a:pt x="624" y="340"/>
                  </a:lnTo>
                  <a:lnTo>
                    <a:pt x="623" y="340"/>
                  </a:lnTo>
                  <a:lnTo>
                    <a:pt x="624" y="343"/>
                  </a:lnTo>
                  <a:lnTo>
                    <a:pt x="624" y="343"/>
                  </a:lnTo>
                  <a:lnTo>
                    <a:pt x="621" y="349"/>
                  </a:lnTo>
                  <a:lnTo>
                    <a:pt x="608" y="355"/>
                  </a:lnTo>
                  <a:lnTo>
                    <a:pt x="613" y="360"/>
                  </a:lnTo>
                  <a:lnTo>
                    <a:pt x="613" y="360"/>
                  </a:lnTo>
                  <a:lnTo>
                    <a:pt x="605" y="380"/>
                  </a:lnTo>
                  <a:lnTo>
                    <a:pt x="605" y="412"/>
                  </a:lnTo>
                  <a:lnTo>
                    <a:pt x="604" y="415"/>
                  </a:lnTo>
                  <a:lnTo>
                    <a:pt x="610" y="421"/>
                  </a:lnTo>
                  <a:lnTo>
                    <a:pt x="611" y="427"/>
                  </a:lnTo>
                  <a:lnTo>
                    <a:pt x="613" y="423"/>
                  </a:lnTo>
                  <a:lnTo>
                    <a:pt x="613" y="421"/>
                  </a:lnTo>
                  <a:lnTo>
                    <a:pt x="614" y="421"/>
                  </a:lnTo>
                  <a:lnTo>
                    <a:pt x="615" y="423"/>
                  </a:lnTo>
                  <a:lnTo>
                    <a:pt x="618" y="423"/>
                  </a:lnTo>
                  <a:lnTo>
                    <a:pt x="621" y="423"/>
                  </a:lnTo>
                  <a:lnTo>
                    <a:pt x="624" y="424"/>
                  </a:lnTo>
                  <a:lnTo>
                    <a:pt x="624" y="424"/>
                  </a:lnTo>
                  <a:lnTo>
                    <a:pt x="626" y="424"/>
                  </a:lnTo>
                  <a:lnTo>
                    <a:pt x="636" y="455"/>
                  </a:lnTo>
                  <a:lnTo>
                    <a:pt x="636" y="463"/>
                  </a:lnTo>
                  <a:lnTo>
                    <a:pt x="636" y="463"/>
                  </a:lnTo>
                  <a:lnTo>
                    <a:pt x="633" y="466"/>
                  </a:lnTo>
                  <a:lnTo>
                    <a:pt x="653" y="458"/>
                  </a:lnTo>
                  <a:lnTo>
                    <a:pt x="653" y="458"/>
                  </a:lnTo>
                  <a:lnTo>
                    <a:pt x="653" y="458"/>
                  </a:lnTo>
                  <a:lnTo>
                    <a:pt x="678" y="470"/>
                  </a:lnTo>
                  <a:lnTo>
                    <a:pt x="691" y="479"/>
                  </a:lnTo>
                  <a:lnTo>
                    <a:pt x="698" y="491"/>
                  </a:lnTo>
                  <a:lnTo>
                    <a:pt x="721" y="497"/>
                  </a:lnTo>
                  <a:lnTo>
                    <a:pt x="728" y="504"/>
                  </a:lnTo>
                  <a:lnTo>
                    <a:pt x="728" y="504"/>
                  </a:lnTo>
                  <a:lnTo>
                    <a:pt x="728" y="506"/>
                  </a:lnTo>
                  <a:lnTo>
                    <a:pt x="728" y="506"/>
                  </a:lnTo>
                  <a:lnTo>
                    <a:pt x="733" y="506"/>
                  </a:lnTo>
                  <a:lnTo>
                    <a:pt x="741" y="507"/>
                  </a:lnTo>
                  <a:lnTo>
                    <a:pt x="753" y="509"/>
                  </a:lnTo>
                  <a:lnTo>
                    <a:pt x="764" y="509"/>
                  </a:lnTo>
                  <a:lnTo>
                    <a:pt x="768" y="510"/>
                  </a:lnTo>
                  <a:lnTo>
                    <a:pt x="768" y="510"/>
                  </a:lnTo>
                  <a:lnTo>
                    <a:pt x="767" y="532"/>
                  </a:lnTo>
                  <a:lnTo>
                    <a:pt x="770" y="552"/>
                  </a:lnTo>
                  <a:lnTo>
                    <a:pt x="768" y="558"/>
                  </a:lnTo>
                  <a:lnTo>
                    <a:pt x="780" y="571"/>
                  </a:lnTo>
                  <a:lnTo>
                    <a:pt x="780" y="572"/>
                  </a:lnTo>
                  <a:lnTo>
                    <a:pt x="779" y="572"/>
                  </a:lnTo>
                  <a:lnTo>
                    <a:pt x="773" y="577"/>
                  </a:lnTo>
                  <a:lnTo>
                    <a:pt x="781" y="577"/>
                  </a:lnTo>
                  <a:lnTo>
                    <a:pt x="783" y="577"/>
                  </a:lnTo>
                  <a:lnTo>
                    <a:pt x="789" y="583"/>
                  </a:lnTo>
                  <a:lnTo>
                    <a:pt x="790" y="590"/>
                  </a:lnTo>
                  <a:lnTo>
                    <a:pt x="790" y="592"/>
                  </a:lnTo>
                  <a:lnTo>
                    <a:pt x="786" y="596"/>
                  </a:lnTo>
                  <a:lnTo>
                    <a:pt x="792" y="592"/>
                  </a:lnTo>
                  <a:lnTo>
                    <a:pt x="792" y="592"/>
                  </a:lnTo>
                  <a:lnTo>
                    <a:pt x="793" y="592"/>
                  </a:lnTo>
                  <a:lnTo>
                    <a:pt x="801" y="596"/>
                  </a:lnTo>
                  <a:lnTo>
                    <a:pt x="801" y="592"/>
                  </a:lnTo>
                  <a:lnTo>
                    <a:pt x="801" y="590"/>
                  </a:lnTo>
                  <a:lnTo>
                    <a:pt x="802" y="590"/>
                  </a:lnTo>
                  <a:lnTo>
                    <a:pt x="805" y="589"/>
                  </a:lnTo>
                  <a:lnTo>
                    <a:pt x="805" y="587"/>
                  </a:lnTo>
                  <a:lnTo>
                    <a:pt x="805" y="589"/>
                  </a:lnTo>
                  <a:lnTo>
                    <a:pt x="813" y="593"/>
                  </a:lnTo>
                  <a:lnTo>
                    <a:pt x="814" y="589"/>
                  </a:lnTo>
                  <a:lnTo>
                    <a:pt x="810" y="583"/>
                  </a:lnTo>
                  <a:lnTo>
                    <a:pt x="810" y="581"/>
                  </a:lnTo>
                  <a:lnTo>
                    <a:pt x="819" y="574"/>
                  </a:lnTo>
                  <a:lnTo>
                    <a:pt x="819" y="574"/>
                  </a:lnTo>
                  <a:lnTo>
                    <a:pt x="819" y="574"/>
                  </a:lnTo>
                  <a:lnTo>
                    <a:pt x="814" y="568"/>
                  </a:lnTo>
                  <a:lnTo>
                    <a:pt x="811" y="537"/>
                  </a:lnTo>
                  <a:lnTo>
                    <a:pt x="802" y="524"/>
                  </a:lnTo>
                  <a:lnTo>
                    <a:pt x="802" y="524"/>
                  </a:lnTo>
                  <a:lnTo>
                    <a:pt x="827" y="504"/>
                  </a:lnTo>
                  <a:lnTo>
                    <a:pt x="839" y="485"/>
                  </a:lnTo>
                  <a:lnTo>
                    <a:pt x="841" y="485"/>
                  </a:lnTo>
                  <a:lnTo>
                    <a:pt x="847" y="483"/>
                  </a:lnTo>
                  <a:lnTo>
                    <a:pt x="844" y="478"/>
                  </a:lnTo>
                  <a:lnTo>
                    <a:pt x="841" y="483"/>
                  </a:lnTo>
                  <a:lnTo>
                    <a:pt x="841" y="483"/>
                  </a:lnTo>
                  <a:lnTo>
                    <a:pt x="841" y="483"/>
                  </a:lnTo>
                  <a:lnTo>
                    <a:pt x="839" y="483"/>
                  </a:lnTo>
                  <a:lnTo>
                    <a:pt x="838" y="467"/>
                  </a:lnTo>
                  <a:lnTo>
                    <a:pt x="829" y="435"/>
                  </a:lnTo>
                  <a:lnTo>
                    <a:pt x="813" y="423"/>
                  </a:lnTo>
                  <a:lnTo>
                    <a:pt x="813" y="421"/>
                  </a:lnTo>
                  <a:lnTo>
                    <a:pt x="813" y="415"/>
                  </a:lnTo>
                  <a:lnTo>
                    <a:pt x="814" y="414"/>
                  </a:lnTo>
                  <a:lnTo>
                    <a:pt x="827" y="409"/>
                  </a:lnTo>
                  <a:lnTo>
                    <a:pt x="827" y="400"/>
                  </a:lnTo>
                  <a:lnTo>
                    <a:pt x="827" y="400"/>
                  </a:lnTo>
                  <a:lnTo>
                    <a:pt x="827" y="400"/>
                  </a:lnTo>
                  <a:lnTo>
                    <a:pt x="829" y="400"/>
                  </a:lnTo>
                  <a:lnTo>
                    <a:pt x="830" y="400"/>
                  </a:lnTo>
                  <a:lnTo>
                    <a:pt x="830" y="400"/>
                  </a:lnTo>
                  <a:lnTo>
                    <a:pt x="832" y="400"/>
                  </a:lnTo>
                  <a:lnTo>
                    <a:pt x="830" y="400"/>
                  </a:lnTo>
                  <a:lnTo>
                    <a:pt x="830" y="399"/>
                  </a:lnTo>
                  <a:lnTo>
                    <a:pt x="833" y="393"/>
                  </a:lnTo>
                  <a:lnTo>
                    <a:pt x="827" y="393"/>
                  </a:lnTo>
                  <a:lnTo>
                    <a:pt x="827" y="393"/>
                  </a:lnTo>
                  <a:lnTo>
                    <a:pt x="827" y="392"/>
                  </a:lnTo>
                  <a:lnTo>
                    <a:pt x="829" y="387"/>
                  </a:lnTo>
                  <a:lnTo>
                    <a:pt x="826" y="380"/>
                  </a:lnTo>
                  <a:lnTo>
                    <a:pt x="824" y="374"/>
                  </a:lnTo>
                  <a:lnTo>
                    <a:pt x="826" y="372"/>
                  </a:lnTo>
                  <a:lnTo>
                    <a:pt x="827" y="372"/>
                  </a:lnTo>
                  <a:lnTo>
                    <a:pt x="822" y="371"/>
                  </a:lnTo>
                  <a:lnTo>
                    <a:pt x="822" y="369"/>
                  </a:lnTo>
                  <a:lnTo>
                    <a:pt x="822" y="369"/>
                  </a:lnTo>
                  <a:lnTo>
                    <a:pt x="830" y="346"/>
                  </a:lnTo>
                  <a:lnTo>
                    <a:pt x="822" y="344"/>
                  </a:lnTo>
                  <a:lnTo>
                    <a:pt x="822" y="343"/>
                  </a:lnTo>
                  <a:lnTo>
                    <a:pt x="820" y="331"/>
                  </a:lnTo>
                  <a:lnTo>
                    <a:pt x="820" y="329"/>
                  </a:lnTo>
                  <a:lnTo>
                    <a:pt x="829" y="320"/>
                  </a:lnTo>
                  <a:lnTo>
                    <a:pt x="830" y="320"/>
                  </a:lnTo>
                  <a:lnTo>
                    <a:pt x="830" y="320"/>
                  </a:lnTo>
                  <a:lnTo>
                    <a:pt x="862" y="332"/>
                  </a:lnTo>
                  <a:lnTo>
                    <a:pt x="878" y="323"/>
                  </a:lnTo>
                  <a:lnTo>
                    <a:pt x="878" y="323"/>
                  </a:lnTo>
                  <a:lnTo>
                    <a:pt x="878" y="323"/>
                  </a:lnTo>
                  <a:lnTo>
                    <a:pt x="894" y="332"/>
                  </a:lnTo>
                  <a:lnTo>
                    <a:pt x="894" y="334"/>
                  </a:lnTo>
                  <a:lnTo>
                    <a:pt x="893" y="341"/>
                  </a:lnTo>
                  <a:lnTo>
                    <a:pt x="899" y="340"/>
                  </a:lnTo>
                  <a:lnTo>
                    <a:pt x="899" y="338"/>
                  </a:lnTo>
                  <a:lnTo>
                    <a:pt x="899" y="340"/>
                  </a:lnTo>
                  <a:lnTo>
                    <a:pt x="899" y="340"/>
                  </a:lnTo>
                  <a:lnTo>
                    <a:pt x="902" y="347"/>
                  </a:lnTo>
                  <a:lnTo>
                    <a:pt x="902" y="347"/>
                  </a:lnTo>
                  <a:lnTo>
                    <a:pt x="900" y="349"/>
                  </a:lnTo>
                  <a:lnTo>
                    <a:pt x="900" y="349"/>
                  </a:lnTo>
                  <a:lnTo>
                    <a:pt x="903" y="349"/>
                  </a:lnTo>
                  <a:lnTo>
                    <a:pt x="905" y="349"/>
                  </a:lnTo>
                  <a:lnTo>
                    <a:pt x="907" y="349"/>
                  </a:lnTo>
                  <a:lnTo>
                    <a:pt x="907" y="349"/>
                  </a:lnTo>
                  <a:lnTo>
                    <a:pt x="909" y="349"/>
                  </a:lnTo>
                  <a:lnTo>
                    <a:pt x="909" y="350"/>
                  </a:lnTo>
                  <a:lnTo>
                    <a:pt x="905" y="353"/>
                  </a:lnTo>
                  <a:lnTo>
                    <a:pt x="907" y="360"/>
                  </a:lnTo>
                  <a:lnTo>
                    <a:pt x="924" y="362"/>
                  </a:lnTo>
                  <a:lnTo>
                    <a:pt x="925" y="362"/>
                  </a:lnTo>
                  <a:lnTo>
                    <a:pt x="927" y="368"/>
                  </a:lnTo>
                  <a:lnTo>
                    <a:pt x="933" y="362"/>
                  </a:lnTo>
                  <a:lnTo>
                    <a:pt x="933" y="362"/>
                  </a:lnTo>
                  <a:lnTo>
                    <a:pt x="933" y="362"/>
                  </a:lnTo>
                  <a:lnTo>
                    <a:pt x="934" y="362"/>
                  </a:lnTo>
                  <a:lnTo>
                    <a:pt x="937" y="366"/>
                  </a:lnTo>
                  <a:lnTo>
                    <a:pt x="937" y="366"/>
                  </a:lnTo>
                  <a:lnTo>
                    <a:pt x="933" y="378"/>
                  </a:lnTo>
                  <a:lnTo>
                    <a:pt x="937" y="389"/>
                  </a:lnTo>
                  <a:lnTo>
                    <a:pt x="937" y="390"/>
                  </a:lnTo>
                  <a:lnTo>
                    <a:pt x="936" y="390"/>
                  </a:lnTo>
                  <a:lnTo>
                    <a:pt x="919" y="390"/>
                  </a:lnTo>
                  <a:lnTo>
                    <a:pt x="933" y="393"/>
                  </a:lnTo>
                  <a:lnTo>
                    <a:pt x="934" y="393"/>
                  </a:lnTo>
                  <a:lnTo>
                    <a:pt x="937" y="400"/>
                  </a:lnTo>
                  <a:lnTo>
                    <a:pt x="937" y="400"/>
                  </a:lnTo>
                  <a:lnTo>
                    <a:pt x="934" y="408"/>
                  </a:lnTo>
                  <a:lnTo>
                    <a:pt x="939" y="408"/>
                  </a:lnTo>
                  <a:lnTo>
                    <a:pt x="939" y="409"/>
                  </a:lnTo>
                  <a:lnTo>
                    <a:pt x="939" y="409"/>
                  </a:lnTo>
                  <a:lnTo>
                    <a:pt x="936" y="412"/>
                  </a:lnTo>
                  <a:lnTo>
                    <a:pt x="939" y="417"/>
                  </a:lnTo>
                  <a:lnTo>
                    <a:pt x="939" y="418"/>
                  </a:lnTo>
                  <a:lnTo>
                    <a:pt x="939" y="418"/>
                  </a:lnTo>
                  <a:lnTo>
                    <a:pt x="933" y="421"/>
                  </a:lnTo>
                  <a:lnTo>
                    <a:pt x="933" y="421"/>
                  </a:lnTo>
                  <a:lnTo>
                    <a:pt x="933" y="421"/>
                  </a:lnTo>
                  <a:lnTo>
                    <a:pt x="930" y="420"/>
                  </a:lnTo>
                  <a:lnTo>
                    <a:pt x="930" y="421"/>
                  </a:lnTo>
                  <a:lnTo>
                    <a:pt x="930" y="423"/>
                  </a:lnTo>
                  <a:lnTo>
                    <a:pt x="928" y="423"/>
                  </a:lnTo>
                  <a:lnTo>
                    <a:pt x="948" y="420"/>
                  </a:lnTo>
                  <a:lnTo>
                    <a:pt x="948" y="420"/>
                  </a:lnTo>
                  <a:lnTo>
                    <a:pt x="949" y="420"/>
                  </a:lnTo>
                  <a:lnTo>
                    <a:pt x="952" y="430"/>
                  </a:lnTo>
                  <a:lnTo>
                    <a:pt x="952" y="435"/>
                  </a:lnTo>
                  <a:lnTo>
                    <a:pt x="955" y="426"/>
                  </a:lnTo>
                  <a:lnTo>
                    <a:pt x="956" y="426"/>
                  </a:lnTo>
                  <a:lnTo>
                    <a:pt x="956" y="426"/>
                  </a:lnTo>
                  <a:lnTo>
                    <a:pt x="956" y="427"/>
                  </a:lnTo>
                  <a:lnTo>
                    <a:pt x="956" y="430"/>
                  </a:lnTo>
                  <a:lnTo>
                    <a:pt x="956" y="430"/>
                  </a:lnTo>
                  <a:lnTo>
                    <a:pt x="956" y="430"/>
                  </a:lnTo>
                  <a:lnTo>
                    <a:pt x="956" y="430"/>
                  </a:lnTo>
                  <a:lnTo>
                    <a:pt x="958" y="432"/>
                  </a:lnTo>
                  <a:lnTo>
                    <a:pt x="959" y="438"/>
                  </a:lnTo>
                  <a:lnTo>
                    <a:pt x="971" y="429"/>
                  </a:lnTo>
                  <a:lnTo>
                    <a:pt x="974" y="420"/>
                  </a:lnTo>
                  <a:lnTo>
                    <a:pt x="974" y="420"/>
                  </a:lnTo>
                  <a:lnTo>
                    <a:pt x="974" y="420"/>
                  </a:lnTo>
                  <a:lnTo>
                    <a:pt x="976" y="420"/>
                  </a:lnTo>
                  <a:lnTo>
                    <a:pt x="980" y="424"/>
                  </a:lnTo>
                  <a:lnTo>
                    <a:pt x="980" y="424"/>
                  </a:lnTo>
                  <a:lnTo>
                    <a:pt x="980" y="429"/>
                  </a:lnTo>
                  <a:lnTo>
                    <a:pt x="983" y="426"/>
                  </a:lnTo>
                  <a:lnTo>
                    <a:pt x="979" y="420"/>
                  </a:lnTo>
                  <a:lnTo>
                    <a:pt x="979" y="418"/>
                  </a:lnTo>
                  <a:lnTo>
                    <a:pt x="979" y="418"/>
                  </a:lnTo>
                  <a:lnTo>
                    <a:pt x="983" y="418"/>
                  </a:lnTo>
                  <a:lnTo>
                    <a:pt x="985" y="412"/>
                  </a:lnTo>
                  <a:lnTo>
                    <a:pt x="985" y="409"/>
                  </a:lnTo>
                  <a:lnTo>
                    <a:pt x="985" y="408"/>
                  </a:lnTo>
                  <a:lnTo>
                    <a:pt x="989" y="405"/>
                  </a:lnTo>
                  <a:lnTo>
                    <a:pt x="986" y="399"/>
                  </a:lnTo>
                  <a:lnTo>
                    <a:pt x="986" y="398"/>
                  </a:lnTo>
                  <a:lnTo>
                    <a:pt x="995" y="383"/>
                  </a:lnTo>
                  <a:lnTo>
                    <a:pt x="996" y="383"/>
                  </a:lnTo>
                  <a:lnTo>
                    <a:pt x="999" y="383"/>
                  </a:lnTo>
                  <a:lnTo>
                    <a:pt x="1001" y="383"/>
                  </a:lnTo>
                  <a:lnTo>
                    <a:pt x="1004" y="390"/>
                  </a:lnTo>
                  <a:lnTo>
                    <a:pt x="1004" y="390"/>
                  </a:lnTo>
                  <a:lnTo>
                    <a:pt x="1002" y="393"/>
                  </a:lnTo>
                  <a:lnTo>
                    <a:pt x="1004" y="393"/>
                  </a:lnTo>
                  <a:lnTo>
                    <a:pt x="1004" y="395"/>
                  </a:lnTo>
                  <a:lnTo>
                    <a:pt x="1007" y="402"/>
                  </a:lnTo>
                  <a:lnTo>
                    <a:pt x="1011" y="402"/>
                  </a:lnTo>
                  <a:lnTo>
                    <a:pt x="1011" y="403"/>
                  </a:lnTo>
                  <a:lnTo>
                    <a:pt x="1011" y="403"/>
                  </a:lnTo>
                  <a:lnTo>
                    <a:pt x="1008" y="406"/>
                  </a:lnTo>
                  <a:lnTo>
                    <a:pt x="1016" y="411"/>
                  </a:lnTo>
                  <a:lnTo>
                    <a:pt x="1017" y="411"/>
                  </a:lnTo>
                  <a:lnTo>
                    <a:pt x="1016" y="412"/>
                  </a:lnTo>
                  <a:lnTo>
                    <a:pt x="1008" y="417"/>
                  </a:lnTo>
                  <a:lnTo>
                    <a:pt x="1010" y="417"/>
                  </a:lnTo>
                  <a:lnTo>
                    <a:pt x="1011" y="415"/>
                  </a:lnTo>
                  <a:lnTo>
                    <a:pt x="1014" y="415"/>
                  </a:lnTo>
                  <a:lnTo>
                    <a:pt x="1017" y="415"/>
                  </a:lnTo>
                  <a:lnTo>
                    <a:pt x="1017" y="414"/>
                  </a:lnTo>
                  <a:lnTo>
                    <a:pt x="1019" y="415"/>
                  </a:lnTo>
                  <a:lnTo>
                    <a:pt x="1019" y="415"/>
                  </a:lnTo>
                  <a:lnTo>
                    <a:pt x="1017" y="421"/>
                  </a:lnTo>
                  <a:lnTo>
                    <a:pt x="1023" y="426"/>
                  </a:lnTo>
                  <a:lnTo>
                    <a:pt x="1023" y="426"/>
                  </a:lnTo>
                  <a:lnTo>
                    <a:pt x="1023" y="427"/>
                  </a:lnTo>
                  <a:lnTo>
                    <a:pt x="1016" y="430"/>
                  </a:lnTo>
                  <a:lnTo>
                    <a:pt x="1026" y="432"/>
                  </a:lnTo>
                  <a:lnTo>
                    <a:pt x="1028" y="432"/>
                  </a:lnTo>
                  <a:lnTo>
                    <a:pt x="1028" y="433"/>
                  </a:lnTo>
                  <a:lnTo>
                    <a:pt x="1020" y="439"/>
                  </a:lnTo>
                  <a:lnTo>
                    <a:pt x="1026" y="438"/>
                  </a:lnTo>
                  <a:lnTo>
                    <a:pt x="1026" y="438"/>
                  </a:lnTo>
                  <a:lnTo>
                    <a:pt x="1028" y="438"/>
                  </a:lnTo>
                  <a:lnTo>
                    <a:pt x="1029" y="440"/>
                  </a:lnTo>
                  <a:lnTo>
                    <a:pt x="1029" y="442"/>
                  </a:lnTo>
                  <a:lnTo>
                    <a:pt x="1028" y="443"/>
                  </a:lnTo>
                  <a:lnTo>
                    <a:pt x="1029" y="443"/>
                  </a:lnTo>
                  <a:lnTo>
                    <a:pt x="1029" y="443"/>
                  </a:lnTo>
                  <a:lnTo>
                    <a:pt x="1031" y="443"/>
                  </a:lnTo>
                  <a:lnTo>
                    <a:pt x="1031" y="443"/>
                  </a:lnTo>
                  <a:lnTo>
                    <a:pt x="1036" y="451"/>
                  </a:lnTo>
                  <a:lnTo>
                    <a:pt x="1036" y="452"/>
                  </a:lnTo>
                  <a:lnTo>
                    <a:pt x="1036" y="452"/>
                  </a:lnTo>
                  <a:lnTo>
                    <a:pt x="1031" y="455"/>
                  </a:lnTo>
                  <a:lnTo>
                    <a:pt x="1032" y="455"/>
                  </a:lnTo>
                  <a:lnTo>
                    <a:pt x="1033" y="455"/>
                  </a:lnTo>
                  <a:lnTo>
                    <a:pt x="1035" y="455"/>
                  </a:lnTo>
                  <a:lnTo>
                    <a:pt x="1035" y="455"/>
                  </a:lnTo>
                  <a:lnTo>
                    <a:pt x="1041" y="466"/>
                  </a:lnTo>
                  <a:lnTo>
                    <a:pt x="1041" y="466"/>
                  </a:lnTo>
                  <a:lnTo>
                    <a:pt x="1036" y="472"/>
                  </a:lnTo>
                  <a:lnTo>
                    <a:pt x="1038" y="473"/>
                  </a:lnTo>
                  <a:lnTo>
                    <a:pt x="1038" y="475"/>
                  </a:lnTo>
                  <a:lnTo>
                    <a:pt x="1036" y="475"/>
                  </a:lnTo>
                  <a:lnTo>
                    <a:pt x="1036" y="475"/>
                  </a:lnTo>
                  <a:lnTo>
                    <a:pt x="1032" y="473"/>
                  </a:lnTo>
                  <a:lnTo>
                    <a:pt x="1032" y="473"/>
                  </a:lnTo>
                  <a:lnTo>
                    <a:pt x="1031" y="473"/>
                  </a:lnTo>
                  <a:lnTo>
                    <a:pt x="1026" y="475"/>
                  </a:lnTo>
                  <a:lnTo>
                    <a:pt x="1036" y="476"/>
                  </a:lnTo>
                  <a:lnTo>
                    <a:pt x="1036" y="476"/>
                  </a:lnTo>
                  <a:lnTo>
                    <a:pt x="1036" y="476"/>
                  </a:lnTo>
                  <a:lnTo>
                    <a:pt x="1035" y="479"/>
                  </a:lnTo>
                  <a:lnTo>
                    <a:pt x="1038" y="482"/>
                  </a:lnTo>
                  <a:lnTo>
                    <a:pt x="1038" y="483"/>
                  </a:lnTo>
                  <a:lnTo>
                    <a:pt x="1036" y="485"/>
                  </a:lnTo>
                  <a:lnTo>
                    <a:pt x="1036" y="485"/>
                  </a:lnTo>
                  <a:lnTo>
                    <a:pt x="1039" y="483"/>
                  </a:lnTo>
                  <a:lnTo>
                    <a:pt x="1041" y="483"/>
                  </a:lnTo>
                  <a:lnTo>
                    <a:pt x="1042" y="483"/>
                  </a:lnTo>
                  <a:lnTo>
                    <a:pt x="1042" y="485"/>
                  </a:lnTo>
                  <a:lnTo>
                    <a:pt x="1044" y="491"/>
                  </a:lnTo>
                  <a:lnTo>
                    <a:pt x="1056" y="494"/>
                  </a:lnTo>
                  <a:lnTo>
                    <a:pt x="1056" y="495"/>
                  </a:lnTo>
                  <a:lnTo>
                    <a:pt x="1057" y="503"/>
                  </a:lnTo>
                  <a:lnTo>
                    <a:pt x="1054" y="506"/>
                  </a:lnTo>
                  <a:lnTo>
                    <a:pt x="1056" y="506"/>
                  </a:lnTo>
                  <a:lnTo>
                    <a:pt x="1057" y="506"/>
                  </a:lnTo>
                  <a:lnTo>
                    <a:pt x="1060" y="504"/>
                  </a:lnTo>
                  <a:lnTo>
                    <a:pt x="1063" y="504"/>
                  </a:lnTo>
                  <a:lnTo>
                    <a:pt x="1063" y="504"/>
                  </a:lnTo>
                  <a:lnTo>
                    <a:pt x="1065" y="504"/>
                  </a:lnTo>
                  <a:lnTo>
                    <a:pt x="1066" y="507"/>
                  </a:lnTo>
                  <a:lnTo>
                    <a:pt x="1066" y="509"/>
                  </a:lnTo>
                  <a:lnTo>
                    <a:pt x="1066" y="512"/>
                  </a:lnTo>
                  <a:lnTo>
                    <a:pt x="1069" y="507"/>
                  </a:lnTo>
                  <a:lnTo>
                    <a:pt x="1071" y="507"/>
                  </a:lnTo>
                  <a:lnTo>
                    <a:pt x="1071" y="507"/>
                  </a:lnTo>
                  <a:lnTo>
                    <a:pt x="1071" y="507"/>
                  </a:lnTo>
                  <a:lnTo>
                    <a:pt x="1076" y="516"/>
                  </a:lnTo>
                  <a:lnTo>
                    <a:pt x="1081" y="518"/>
                  </a:lnTo>
                  <a:lnTo>
                    <a:pt x="1085" y="513"/>
                  </a:lnTo>
                  <a:lnTo>
                    <a:pt x="1085" y="513"/>
                  </a:lnTo>
                  <a:lnTo>
                    <a:pt x="1085" y="513"/>
                  </a:lnTo>
                  <a:lnTo>
                    <a:pt x="1085" y="513"/>
                  </a:lnTo>
                  <a:lnTo>
                    <a:pt x="1094" y="522"/>
                  </a:lnTo>
                  <a:lnTo>
                    <a:pt x="1094" y="522"/>
                  </a:lnTo>
                  <a:lnTo>
                    <a:pt x="1093" y="524"/>
                  </a:lnTo>
                  <a:lnTo>
                    <a:pt x="1072" y="532"/>
                  </a:lnTo>
                  <a:lnTo>
                    <a:pt x="1072" y="532"/>
                  </a:lnTo>
                  <a:lnTo>
                    <a:pt x="1075" y="532"/>
                  </a:lnTo>
                  <a:lnTo>
                    <a:pt x="1076" y="532"/>
                  </a:lnTo>
                  <a:lnTo>
                    <a:pt x="1076" y="531"/>
                  </a:lnTo>
                  <a:lnTo>
                    <a:pt x="1078" y="532"/>
                  </a:lnTo>
                  <a:lnTo>
                    <a:pt x="1076" y="532"/>
                  </a:lnTo>
                  <a:lnTo>
                    <a:pt x="1062" y="538"/>
                  </a:lnTo>
                  <a:lnTo>
                    <a:pt x="1059" y="544"/>
                  </a:lnTo>
                  <a:lnTo>
                    <a:pt x="1057" y="544"/>
                  </a:lnTo>
                  <a:lnTo>
                    <a:pt x="1057" y="544"/>
                  </a:lnTo>
                  <a:lnTo>
                    <a:pt x="1048" y="540"/>
                  </a:lnTo>
                  <a:lnTo>
                    <a:pt x="1047" y="541"/>
                  </a:lnTo>
                  <a:lnTo>
                    <a:pt x="1056" y="544"/>
                  </a:lnTo>
                  <a:lnTo>
                    <a:pt x="1057" y="546"/>
                  </a:lnTo>
                  <a:lnTo>
                    <a:pt x="1056" y="550"/>
                  </a:lnTo>
                  <a:lnTo>
                    <a:pt x="1076" y="534"/>
                  </a:lnTo>
                  <a:lnTo>
                    <a:pt x="1085" y="532"/>
                  </a:lnTo>
                  <a:lnTo>
                    <a:pt x="1084" y="532"/>
                  </a:lnTo>
                  <a:lnTo>
                    <a:pt x="1084" y="531"/>
                  </a:lnTo>
                  <a:lnTo>
                    <a:pt x="1084" y="531"/>
                  </a:lnTo>
                  <a:lnTo>
                    <a:pt x="1085" y="531"/>
                  </a:lnTo>
                  <a:lnTo>
                    <a:pt x="1088" y="531"/>
                  </a:lnTo>
                  <a:lnTo>
                    <a:pt x="1091" y="531"/>
                  </a:lnTo>
                  <a:lnTo>
                    <a:pt x="1094" y="531"/>
                  </a:lnTo>
                  <a:lnTo>
                    <a:pt x="1096" y="531"/>
                  </a:lnTo>
                  <a:lnTo>
                    <a:pt x="1096" y="531"/>
                  </a:lnTo>
                  <a:lnTo>
                    <a:pt x="1096" y="531"/>
                  </a:lnTo>
                  <a:lnTo>
                    <a:pt x="1096" y="546"/>
                  </a:lnTo>
                  <a:lnTo>
                    <a:pt x="1099" y="540"/>
                  </a:lnTo>
                  <a:lnTo>
                    <a:pt x="1100" y="538"/>
                  </a:lnTo>
                  <a:lnTo>
                    <a:pt x="1100" y="538"/>
                  </a:lnTo>
                  <a:lnTo>
                    <a:pt x="1114" y="544"/>
                  </a:lnTo>
                  <a:lnTo>
                    <a:pt x="1114" y="544"/>
                  </a:lnTo>
                  <a:lnTo>
                    <a:pt x="1114" y="546"/>
                  </a:lnTo>
                  <a:lnTo>
                    <a:pt x="1112" y="546"/>
                  </a:lnTo>
                  <a:lnTo>
                    <a:pt x="1116" y="553"/>
                  </a:lnTo>
                  <a:lnTo>
                    <a:pt x="1116" y="553"/>
                  </a:lnTo>
                  <a:lnTo>
                    <a:pt x="1115" y="553"/>
                  </a:lnTo>
                  <a:lnTo>
                    <a:pt x="1109" y="553"/>
                  </a:lnTo>
                  <a:lnTo>
                    <a:pt x="1114" y="556"/>
                  </a:lnTo>
                  <a:lnTo>
                    <a:pt x="1114" y="556"/>
                  </a:lnTo>
                  <a:lnTo>
                    <a:pt x="1116" y="565"/>
                  </a:lnTo>
                  <a:lnTo>
                    <a:pt x="1115" y="565"/>
                  </a:lnTo>
                  <a:lnTo>
                    <a:pt x="1114" y="567"/>
                  </a:lnTo>
                  <a:lnTo>
                    <a:pt x="1116" y="571"/>
                  </a:lnTo>
                  <a:lnTo>
                    <a:pt x="1116" y="571"/>
                  </a:lnTo>
                  <a:lnTo>
                    <a:pt x="1116" y="571"/>
                  </a:lnTo>
                  <a:lnTo>
                    <a:pt x="1115" y="571"/>
                  </a:lnTo>
                  <a:lnTo>
                    <a:pt x="1115" y="571"/>
                  </a:lnTo>
                  <a:lnTo>
                    <a:pt x="1114" y="571"/>
                  </a:lnTo>
                  <a:lnTo>
                    <a:pt x="1116" y="574"/>
                  </a:lnTo>
                  <a:lnTo>
                    <a:pt x="1116" y="575"/>
                  </a:lnTo>
                  <a:lnTo>
                    <a:pt x="1105" y="589"/>
                  </a:lnTo>
                  <a:lnTo>
                    <a:pt x="1081" y="593"/>
                  </a:lnTo>
                  <a:lnTo>
                    <a:pt x="1060" y="615"/>
                  </a:lnTo>
                  <a:lnTo>
                    <a:pt x="1060" y="615"/>
                  </a:lnTo>
                  <a:lnTo>
                    <a:pt x="1059" y="615"/>
                  </a:lnTo>
                  <a:lnTo>
                    <a:pt x="1057" y="614"/>
                  </a:lnTo>
                  <a:lnTo>
                    <a:pt x="1056" y="614"/>
                  </a:lnTo>
                  <a:lnTo>
                    <a:pt x="1056" y="612"/>
                  </a:lnTo>
                  <a:lnTo>
                    <a:pt x="1039" y="618"/>
                  </a:lnTo>
                  <a:lnTo>
                    <a:pt x="1039" y="618"/>
                  </a:lnTo>
                  <a:lnTo>
                    <a:pt x="1038" y="618"/>
                  </a:lnTo>
                  <a:lnTo>
                    <a:pt x="1031" y="615"/>
                  </a:lnTo>
                  <a:lnTo>
                    <a:pt x="977" y="615"/>
                  </a:lnTo>
                  <a:lnTo>
                    <a:pt x="971" y="621"/>
                  </a:lnTo>
                  <a:lnTo>
                    <a:pt x="965" y="633"/>
                  </a:lnTo>
                  <a:lnTo>
                    <a:pt x="964" y="633"/>
                  </a:lnTo>
                  <a:lnTo>
                    <a:pt x="955" y="635"/>
                  </a:lnTo>
                  <a:lnTo>
                    <a:pt x="945" y="644"/>
                  </a:lnTo>
                  <a:lnTo>
                    <a:pt x="937" y="654"/>
                  </a:lnTo>
                  <a:lnTo>
                    <a:pt x="933" y="657"/>
                  </a:lnTo>
                  <a:lnTo>
                    <a:pt x="925" y="670"/>
                  </a:lnTo>
                  <a:lnTo>
                    <a:pt x="918" y="679"/>
                  </a:lnTo>
                  <a:lnTo>
                    <a:pt x="919" y="678"/>
                  </a:lnTo>
                  <a:lnTo>
                    <a:pt x="934" y="660"/>
                  </a:lnTo>
                  <a:lnTo>
                    <a:pt x="949" y="647"/>
                  </a:lnTo>
                  <a:lnTo>
                    <a:pt x="973" y="636"/>
                  </a:lnTo>
                  <a:lnTo>
                    <a:pt x="993" y="635"/>
                  </a:lnTo>
                  <a:lnTo>
                    <a:pt x="1004" y="639"/>
                  </a:lnTo>
                  <a:lnTo>
                    <a:pt x="1004" y="641"/>
                  </a:lnTo>
                  <a:lnTo>
                    <a:pt x="1004" y="648"/>
                  </a:lnTo>
                  <a:lnTo>
                    <a:pt x="1004" y="650"/>
                  </a:lnTo>
                  <a:lnTo>
                    <a:pt x="992" y="658"/>
                  </a:lnTo>
                  <a:lnTo>
                    <a:pt x="990" y="658"/>
                  </a:lnTo>
                  <a:lnTo>
                    <a:pt x="990" y="658"/>
                  </a:lnTo>
                  <a:lnTo>
                    <a:pt x="983" y="657"/>
                  </a:lnTo>
                  <a:lnTo>
                    <a:pt x="977" y="658"/>
                  </a:lnTo>
                  <a:lnTo>
                    <a:pt x="985" y="660"/>
                  </a:lnTo>
                  <a:lnTo>
                    <a:pt x="985" y="660"/>
                  </a:lnTo>
                  <a:lnTo>
                    <a:pt x="986" y="664"/>
                  </a:lnTo>
                  <a:lnTo>
                    <a:pt x="993" y="661"/>
                  </a:lnTo>
                  <a:lnTo>
                    <a:pt x="993" y="661"/>
                  </a:lnTo>
                  <a:lnTo>
                    <a:pt x="993" y="661"/>
                  </a:lnTo>
                  <a:lnTo>
                    <a:pt x="998" y="663"/>
                  </a:lnTo>
                  <a:lnTo>
                    <a:pt x="998" y="664"/>
                  </a:lnTo>
                  <a:lnTo>
                    <a:pt x="992" y="676"/>
                  </a:lnTo>
                  <a:lnTo>
                    <a:pt x="996" y="676"/>
                  </a:lnTo>
                  <a:lnTo>
                    <a:pt x="998" y="678"/>
                  </a:lnTo>
                  <a:lnTo>
                    <a:pt x="998" y="688"/>
                  </a:lnTo>
                  <a:lnTo>
                    <a:pt x="1001" y="691"/>
                  </a:lnTo>
                  <a:lnTo>
                    <a:pt x="1011" y="696"/>
                  </a:lnTo>
                  <a:lnTo>
                    <a:pt x="1011" y="696"/>
                  </a:lnTo>
                  <a:lnTo>
                    <a:pt x="1011" y="697"/>
                  </a:lnTo>
                  <a:lnTo>
                    <a:pt x="1010" y="697"/>
                  </a:lnTo>
                  <a:lnTo>
                    <a:pt x="1025" y="703"/>
                  </a:lnTo>
                  <a:lnTo>
                    <a:pt x="1033" y="700"/>
                  </a:lnTo>
                  <a:lnTo>
                    <a:pt x="1035" y="698"/>
                  </a:lnTo>
                  <a:lnTo>
                    <a:pt x="1035" y="700"/>
                  </a:lnTo>
                  <a:lnTo>
                    <a:pt x="1035" y="700"/>
                  </a:lnTo>
                  <a:lnTo>
                    <a:pt x="1036" y="703"/>
                  </a:lnTo>
                  <a:lnTo>
                    <a:pt x="1042" y="704"/>
                  </a:lnTo>
                  <a:lnTo>
                    <a:pt x="1044" y="706"/>
                  </a:lnTo>
                  <a:lnTo>
                    <a:pt x="1042" y="709"/>
                  </a:lnTo>
                  <a:lnTo>
                    <a:pt x="1047" y="710"/>
                  </a:lnTo>
                  <a:lnTo>
                    <a:pt x="1048" y="710"/>
                  </a:lnTo>
                  <a:lnTo>
                    <a:pt x="1047" y="712"/>
                  </a:lnTo>
                  <a:lnTo>
                    <a:pt x="1023" y="721"/>
                  </a:lnTo>
                  <a:lnTo>
                    <a:pt x="1014" y="722"/>
                  </a:lnTo>
                  <a:lnTo>
                    <a:pt x="1014" y="725"/>
                  </a:lnTo>
                  <a:lnTo>
                    <a:pt x="1014" y="725"/>
                  </a:lnTo>
                  <a:lnTo>
                    <a:pt x="1013" y="725"/>
                  </a:lnTo>
                  <a:lnTo>
                    <a:pt x="1013" y="725"/>
                  </a:lnTo>
                  <a:lnTo>
                    <a:pt x="1010" y="725"/>
                  </a:lnTo>
                  <a:lnTo>
                    <a:pt x="1008" y="725"/>
                  </a:lnTo>
                  <a:lnTo>
                    <a:pt x="1007" y="725"/>
                  </a:lnTo>
                  <a:lnTo>
                    <a:pt x="1004" y="730"/>
                  </a:lnTo>
                  <a:lnTo>
                    <a:pt x="990" y="744"/>
                  </a:lnTo>
                  <a:lnTo>
                    <a:pt x="989" y="744"/>
                  </a:lnTo>
                  <a:lnTo>
                    <a:pt x="989" y="744"/>
                  </a:lnTo>
                  <a:lnTo>
                    <a:pt x="980" y="738"/>
                  </a:lnTo>
                  <a:lnTo>
                    <a:pt x="980" y="737"/>
                  </a:lnTo>
                  <a:lnTo>
                    <a:pt x="979" y="731"/>
                  </a:lnTo>
                  <a:lnTo>
                    <a:pt x="982" y="725"/>
                  </a:lnTo>
                  <a:lnTo>
                    <a:pt x="982" y="725"/>
                  </a:lnTo>
                  <a:lnTo>
                    <a:pt x="980" y="725"/>
                  </a:lnTo>
                  <a:lnTo>
                    <a:pt x="980" y="725"/>
                  </a:lnTo>
                  <a:lnTo>
                    <a:pt x="979" y="725"/>
                  </a:lnTo>
                  <a:lnTo>
                    <a:pt x="980" y="724"/>
                  </a:lnTo>
                  <a:lnTo>
                    <a:pt x="1001" y="710"/>
                  </a:lnTo>
                  <a:lnTo>
                    <a:pt x="1001" y="710"/>
                  </a:lnTo>
                  <a:lnTo>
                    <a:pt x="998" y="710"/>
                  </a:lnTo>
                  <a:lnTo>
                    <a:pt x="998" y="710"/>
                  </a:lnTo>
                  <a:lnTo>
                    <a:pt x="996" y="710"/>
                  </a:lnTo>
                  <a:lnTo>
                    <a:pt x="996" y="707"/>
                  </a:lnTo>
                  <a:lnTo>
                    <a:pt x="996" y="707"/>
                  </a:lnTo>
                  <a:lnTo>
                    <a:pt x="1002" y="700"/>
                  </a:lnTo>
                  <a:lnTo>
                    <a:pt x="1001" y="700"/>
                  </a:lnTo>
                  <a:lnTo>
                    <a:pt x="986" y="712"/>
                  </a:lnTo>
                  <a:lnTo>
                    <a:pt x="967" y="713"/>
                  </a:lnTo>
                  <a:lnTo>
                    <a:pt x="961" y="713"/>
                  </a:lnTo>
                  <a:lnTo>
                    <a:pt x="961" y="712"/>
                  </a:lnTo>
                  <a:lnTo>
                    <a:pt x="959" y="706"/>
                  </a:lnTo>
                  <a:lnTo>
                    <a:pt x="958" y="704"/>
                  </a:lnTo>
                  <a:lnTo>
                    <a:pt x="956" y="704"/>
                  </a:lnTo>
                  <a:lnTo>
                    <a:pt x="956" y="679"/>
                  </a:lnTo>
                  <a:lnTo>
                    <a:pt x="950" y="673"/>
                  </a:lnTo>
                  <a:lnTo>
                    <a:pt x="945" y="676"/>
                  </a:lnTo>
                  <a:lnTo>
                    <a:pt x="943" y="676"/>
                  </a:lnTo>
                  <a:lnTo>
                    <a:pt x="943" y="676"/>
                  </a:lnTo>
                  <a:lnTo>
                    <a:pt x="937" y="672"/>
                  </a:lnTo>
                  <a:lnTo>
                    <a:pt x="928" y="684"/>
                  </a:lnTo>
                  <a:lnTo>
                    <a:pt x="921" y="710"/>
                  </a:lnTo>
                  <a:lnTo>
                    <a:pt x="921" y="712"/>
                  </a:lnTo>
                  <a:lnTo>
                    <a:pt x="910" y="712"/>
                  </a:lnTo>
                  <a:lnTo>
                    <a:pt x="909" y="718"/>
                  </a:lnTo>
                  <a:lnTo>
                    <a:pt x="907" y="718"/>
                  </a:lnTo>
                  <a:lnTo>
                    <a:pt x="863" y="718"/>
                  </a:lnTo>
                  <a:lnTo>
                    <a:pt x="854" y="725"/>
                  </a:lnTo>
                  <a:lnTo>
                    <a:pt x="838" y="734"/>
                  </a:lnTo>
                  <a:lnTo>
                    <a:pt x="838" y="734"/>
                  </a:lnTo>
                  <a:lnTo>
                    <a:pt x="838" y="734"/>
                  </a:lnTo>
                  <a:lnTo>
                    <a:pt x="836" y="733"/>
                  </a:lnTo>
                  <a:lnTo>
                    <a:pt x="836" y="736"/>
                  </a:lnTo>
                  <a:lnTo>
                    <a:pt x="836" y="737"/>
                  </a:lnTo>
                  <a:lnTo>
                    <a:pt x="836" y="737"/>
                  </a:lnTo>
                  <a:lnTo>
                    <a:pt x="835" y="737"/>
                  </a:lnTo>
                  <a:lnTo>
                    <a:pt x="833" y="737"/>
                  </a:lnTo>
                  <a:lnTo>
                    <a:pt x="829" y="737"/>
                  </a:lnTo>
                  <a:lnTo>
                    <a:pt x="826" y="737"/>
                  </a:lnTo>
                  <a:lnTo>
                    <a:pt x="823" y="737"/>
                  </a:lnTo>
                  <a:lnTo>
                    <a:pt x="823" y="737"/>
                  </a:lnTo>
                  <a:lnTo>
                    <a:pt x="808" y="740"/>
                  </a:lnTo>
                  <a:lnTo>
                    <a:pt x="802" y="747"/>
                  </a:lnTo>
                  <a:lnTo>
                    <a:pt x="810" y="749"/>
                  </a:lnTo>
                  <a:lnTo>
                    <a:pt x="811" y="749"/>
                  </a:lnTo>
                  <a:lnTo>
                    <a:pt x="813" y="756"/>
                  </a:lnTo>
                  <a:lnTo>
                    <a:pt x="813" y="756"/>
                  </a:lnTo>
                  <a:lnTo>
                    <a:pt x="813" y="756"/>
                  </a:lnTo>
                  <a:lnTo>
                    <a:pt x="796" y="756"/>
                  </a:lnTo>
                  <a:lnTo>
                    <a:pt x="790" y="761"/>
                  </a:lnTo>
                  <a:lnTo>
                    <a:pt x="790" y="761"/>
                  </a:lnTo>
                  <a:lnTo>
                    <a:pt x="790" y="761"/>
                  </a:lnTo>
                  <a:lnTo>
                    <a:pt x="783" y="759"/>
                  </a:lnTo>
                  <a:lnTo>
                    <a:pt x="765" y="771"/>
                  </a:lnTo>
                  <a:lnTo>
                    <a:pt x="765" y="771"/>
                  </a:lnTo>
                  <a:lnTo>
                    <a:pt x="756" y="771"/>
                  </a:lnTo>
                  <a:lnTo>
                    <a:pt x="756" y="771"/>
                  </a:lnTo>
                  <a:lnTo>
                    <a:pt x="756" y="770"/>
                  </a:lnTo>
                  <a:lnTo>
                    <a:pt x="759" y="764"/>
                  </a:lnTo>
                  <a:lnTo>
                    <a:pt x="759" y="762"/>
                  </a:lnTo>
                  <a:lnTo>
                    <a:pt x="761" y="762"/>
                  </a:lnTo>
                  <a:lnTo>
                    <a:pt x="762" y="764"/>
                  </a:lnTo>
                  <a:lnTo>
                    <a:pt x="764" y="764"/>
                  </a:lnTo>
                  <a:lnTo>
                    <a:pt x="764" y="764"/>
                  </a:lnTo>
                  <a:lnTo>
                    <a:pt x="762" y="759"/>
                  </a:lnTo>
                  <a:lnTo>
                    <a:pt x="765" y="752"/>
                  </a:lnTo>
                  <a:lnTo>
                    <a:pt x="765" y="750"/>
                  </a:lnTo>
                  <a:lnTo>
                    <a:pt x="774" y="746"/>
                  </a:lnTo>
                  <a:lnTo>
                    <a:pt x="774" y="731"/>
                  </a:lnTo>
                  <a:lnTo>
                    <a:pt x="779" y="721"/>
                  </a:lnTo>
                  <a:lnTo>
                    <a:pt x="776" y="712"/>
                  </a:lnTo>
                  <a:lnTo>
                    <a:pt x="776" y="710"/>
                  </a:lnTo>
                  <a:lnTo>
                    <a:pt x="776" y="710"/>
                  </a:lnTo>
                  <a:lnTo>
                    <a:pt x="777" y="710"/>
                  </a:lnTo>
                  <a:lnTo>
                    <a:pt x="779" y="710"/>
                  </a:lnTo>
                  <a:lnTo>
                    <a:pt x="780" y="710"/>
                  </a:lnTo>
                  <a:lnTo>
                    <a:pt x="781" y="712"/>
                  </a:lnTo>
                  <a:lnTo>
                    <a:pt x="781" y="712"/>
                  </a:lnTo>
                  <a:lnTo>
                    <a:pt x="783" y="716"/>
                  </a:lnTo>
                  <a:lnTo>
                    <a:pt x="784" y="716"/>
                  </a:lnTo>
                  <a:lnTo>
                    <a:pt x="784" y="716"/>
                  </a:lnTo>
                  <a:lnTo>
                    <a:pt x="784" y="716"/>
                  </a:lnTo>
                  <a:lnTo>
                    <a:pt x="786" y="718"/>
                  </a:lnTo>
                  <a:lnTo>
                    <a:pt x="786" y="722"/>
                  </a:lnTo>
                  <a:lnTo>
                    <a:pt x="787" y="721"/>
                  </a:lnTo>
                  <a:lnTo>
                    <a:pt x="787" y="721"/>
                  </a:lnTo>
                  <a:lnTo>
                    <a:pt x="789" y="721"/>
                  </a:lnTo>
                  <a:lnTo>
                    <a:pt x="796" y="724"/>
                  </a:lnTo>
                  <a:lnTo>
                    <a:pt x="796" y="718"/>
                  </a:lnTo>
                  <a:lnTo>
                    <a:pt x="796" y="718"/>
                  </a:lnTo>
                  <a:lnTo>
                    <a:pt x="796" y="718"/>
                  </a:lnTo>
                  <a:lnTo>
                    <a:pt x="796" y="718"/>
                  </a:lnTo>
                  <a:lnTo>
                    <a:pt x="799" y="719"/>
                  </a:lnTo>
                  <a:lnTo>
                    <a:pt x="796" y="715"/>
                  </a:lnTo>
                  <a:lnTo>
                    <a:pt x="796" y="713"/>
                  </a:lnTo>
                  <a:lnTo>
                    <a:pt x="796" y="710"/>
                  </a:lnTo>
                  <a:lnTo>
                    <a:pt x="787" y="700"/>
                  </a:lnTo>
                  <a:lnTo>
                    <a:pt x="743" y="693"/>
                  </a:lnTo>
                  <a:lnTo>
                    <a:pt x="743" y="693"/>
                  </a:lnTo>
                  <a:lnTo>
                    <a:pt x="741" y="690"/>
                  </a:lnTo>
                  <a:lnTo>
                    <a:pt x="741" y="690"/>
                  </a:lnTo>
                  <a:lnTo>
                    <a:pt x="741" y="690"/>
                  </a:lnTo>
                  <a:lnTo>
                    <a:pt x="739" y="690"/>
                  </a:lnTo>
                  <a:lnTo>
                    <a:pt x="739" y="690"/>
                  </a:lnTo>
                  <a:lnTo>
                    <a:pt x="739" y="690"/>
                  </a:lnTo>
                  <a:lnTo>
                    <a:pt x="739" y="682"/>
                  </a:lnTo>
                  <a:lnTo>
                    <a:pt x="736" y="681"/>
                  </a:lnTo>
                  <a:lnTo>
                    <a:pt x="736" y="681"/>
                  </a:lnTo>
                  <a:lnTo>
                    <a:pt x="736" y="672"/>
                  </a:lnTo>
                  <a:lnTo>
                    <a:pt x="731" y="667"/>
                  </a:lnTo>
                  <a:lnTo>
                    <a:pt x="731" y="667"/>
                  </a:lnTo>
                  <a:lnTo>
                    <a:pt x="733" y="661"/>
                  </a:lnTo>
                  <a:lnTo>
                    <a:pt x="731" y="661"/>
                  </a:lnTo>
                  <a:lnTo>
                    <a:pt x="728" y="661"/>
                  </a:lnTo>
                  <a:lnTo>
                    <a:pt x="725" y="661"/>
                  </a:lnTo>
                  <a:lnTo>
                    <a:pt x="724" y="661"/>
                  </a:lnTo>
                  <a:lnTo>
                    <a:pt x="722" y="661"/>
                  </a:lnTo>
                  <a:lnTo>
                    <a:pt x="722" y="661"/>
                  </a:lnTo>
                  <a:lnTo>
                    <a:pt x="713" y="645"/>
                  </a:lnTo>
                  <a:lnTo>
                    <a:pt x="706" y="645"/>
                  </a:lnTo>
                  <a:lnTo>
                    <a:pt x="706" y="654"/>
                  </a:lnTo>
                  <a:lnTo>
                    <a:pt x="706" y="654"/>
                  </a:lnTo>
                  <a:lnTo>
                    <a:pt x="706" y="654"/>
                  </a:lnTo>
                  <a:lnTo>
                    <a:pt x="704" y="654"/>
                  </a:lnTo>
                  <a:lnTo>
                    <a:pt x="700" y="644"/>
                  </a:lnTo>
                  <a:lnTo>
                    <a:pt x="693" y="641"/>
                  </a:lnTo>
                  <a:lnTo>
                    <a:pt x="688" y="651"/>
                  </a:lnTo>
                  <a:lnTo>
                    <a:pt x="688" y="651"/>
                  </a:lnTo>
                  <a:lnTo>
                    <a:pt x="688" y="651"/>
                  </a:lnTo>
                  <a:lnTo>
                    <a:pt x="687" y="651"/>
                  </a:lnTo>
                  <a:lnTo>
                    <a:pt x="687" y="647"/>
                  </a:lnTo>
                  <a:lnTo>
                    <a:pt x="684" y="653"/>
                  </a:lnTo>
                  <a:lnTo>
                    <a:pt x="684" y="653"/>
                  </a:lnTo>
                  <a:lnTo>
                    <a:pt x="684" y="653"/>
                  </a:lnTo>
                  <a:lnTo>
                    <a:pt x="682" y="653"/>
                  </a:lnTo>
                  <a:lnTo>
                    <a:pt x="682" y="650"/>
                  </a:lnTo>
                  <a:lnTo>
                    <a:pt x="676" y="658"/>
                  </a:lnTo>
                  <a:lnTo>
                    <a:pt x="670" y="661"/>
                  </a:lnTo>
                  <a:lnTo>
                    <a:pt x="656" y="657"/>
                  </a:lnTo>
                  <a:lnTo>
                    <a:pt x="650" y="658"/>
                  </a:lnTo>
                  <a:lnTo>
                    <a:pt x="630" y="648"/>
                  </a:lnTo>
                  <a:lnTo>
                    <a:pt x="607" y="647"/>
                  </a:lnTo>
                  <a:lnTo>
                    <a:pt x="607" y="647"/>
                  </a:lnTo>
                  <a:lnTo>
                    <a:pt x="601" y="635"/>
                  </a:lnTo>
                  <a:lnTo>
                    <a:pt x="601" y="641"/>
                  </a:lnTo>
                  <a:lnTo>
                    <a:pt x="601" y="642"/>
                  </a:lnTo>
                  <a:lnTo>
                    <a:pt x="239" y="641"/>
                  </a:lnTo>
                  <a:lnTo>
                    <a:pt x="239" y="641"/>
                  </a:lnTo>
                  <a:lnTo>
                    <a:pt x="236" y="638"/>
                  </a:lnTo>
                  <a:lnTo>
                    <a:pt x="236" y="636"/>
                  </a:lnTo>
                  <a:lnTo>
                    <a:pt x="236" y="636"/>
                  </a:lnTo>
                  <a:lnTo>
                    <a:pt x="239" y="636"/>
                  </a:lnTo>
                  <a:lnTo>
                    <a:pt x="233" y="635"/>
                  </a:lnTo>
                  <a:lnTo>
                    <a:pt x="233" y="635"/>
                  </a:lnTo>
                  <a:lnTo>
                    <a:pt x="233" y="627"/>
                  </a:lnTo>
                  <a:lnTo>
                    <a:pt x="229" y="632"/>
                  </a:lnTo>
                  <a:lnTo>
                    <a:pt x="229" y="632"/>
                  </a:lnTo>
                  <a:lnTo>
                    <a:pt x="229" y="632"/>
                  </a:lnTo>
                  <a:lnTo>
                    <a:pt x="227" y="632"/>
                  </a:lnTo>
                  <a:lnTo>
                    <a:pt x="227" y="626"/>
                  </a:lnTo>
                  <a:lnTo>
                    <a:pt x="224" y="621"/>
                  </a:lnTo>
                  <a:lnTo>
                    <a:pt x="224" y="623"/>
                  </a:lnTo>
                  <a:lnTo>
                    <a:pt x="224" y="624"/>
                  </a:lnTo>
                  <a:lnTo>
                    <a:pt x="221" y="624"/>
                  </a:lnTo>
                  <a:lnTo>
                    <a:pt x="215" y="621"/>
                  </a:lnTo>
                  <a:lnTo>
                    <a:pt x="212" y="618"/>
                  </a:lnTo>
                  <a:lnTo>
                    <a:pt x="212" y="617"/>
                  </a:lnTo>
                  <a:lnTo>
                    <a:pt x="214" y="612"/>
                  </a:lnTo>
                  <a:lnTo>
                    <a:pt x="196" y="610"/>
                  </a:lnTo>
                  <a:lnTo>
                    <a:pt x="195" y="610"/>
                  </a:lnTo>
                  <a:lnTo>
                    <a:pt x="195" y="608"/>
                  </a:lnTo>
                  <a:lnTo>
                    <a:pt x="197" y="605"/>
                  </a:lnTo>
                  <a:lnTo>
                    <a:pt x="192" y="602"/>
                  </a:lnTo>
                  <a:lnTo>
                    <a:pt x="192" y="602"/>
                  </a:lnTo>
                  <a:lnTo>
                    <a:pt x="192" y="601"/>
                  </a:lnTo>
                  <a:lnTo>
                    <a:pt x="192" y="601"/>
                  </a:lnTo>
                  <a:lnTo>
                    <a:pt x="189" y="601"/>
                  </a:lnTo>
                  <a:lnTo>
                    <a:pt x="186" y="602"/>
                  </a:lnTo>
                  <a:lnTo>
                    <a:pt x="183" y="602"/>
                  </a:lnTo>
                  <a:lnTo>
                    <a:pt x="183" y="602"/>
                  </a:lnTo>
                  <a:lnTo>
                    <a:pt x="181" y="602"/>
                  </a:lnTo>
                  <a:lnTo>
                    <a:pt x="175" y="598"/>
                  </a:lnTo>
                  <a:lnTo>
                    <a:pt x="174" y="595"/>
                  </a:lnTo>
                  <a:lnTo>
                    <a:pt x="174" y="593"/>
                  </a:lnTo>
                  <a:lnTo>
                    <a:pt x="174" y="593"/>
                  </a:lnTo>
                  <a:lnTo>
                    <a:pt x="177" y="593"/>
                  </a:lnTo>
                  <a:lnTo>
                    <a:pt x="174" y="592"/>
                  </a:lnTo>
                  <a:lnTo>
                    <a:pt x="174" y="590"/>
                  </a:lnTo>
                  <a:lnTo>
                    <a:pt x="174" y="590"/>
                  </a:lnTo>
                  <a:lnTo>
                    <a:pt x="178" y="589"/>
                  </a:lnTo>
                  <a:lnTo>
                    <a:pt x="177" y="587"/>
                  </a:lnTo>
                  <a:lnTo>
                    <a:pt x="177" y="584"/>
                  </a:lnTo>
                  <a:lnTo>
                    <a:pt x="174" y="587"/>
                  </a:lnTo>
                  <a:lnTo>
                    <a:pt x="174" y="587"/>
                  </a:lnTo>
                  <a:lnTo>
                    <a:pt x="174" y="587"/>
                  </a:lnTo>
                  <a:lnTo>
                    <a:pt x="172" y="586"/>
                  </a:lnTo>
                  <a:lnTo>
                    <a:pt x="172" y="569"/>
                  </a:lnTo>
                  <a:lnTo>
                    <a:pt x="168" y="571"/>
                  </a:lnTo>
                  <a:lnTo>
                    <a:pt x="166" y="571"/>
                  </a:lnTo>
                  <a:lnTo>
                    <a:pt x="166" y="571"/>
                  </a:lnTo>
                  <a:lnTo>
                    <a:pt x="166" y="571"/>
                  </a:lnTo>
                  <a:lnTo>
                    <a:pt x="166" y="567"/>
                  </a:lnTo>
                  <a:lnTo>
                    <a:pt x="160" y="568"/>
                  </a:lnTo>
                  <a:lnTo>
                    <a:pt x="160" y="568"/>
                  </a:lnTo>
                  <a:lnTo>
                    <a:pt x="160" y="568"/>
                  </a:lnTo>
                  <a:lnTo>
                    <a:pt x="156" y="558"/>
                  </a:lnTo>
                  <a:lnTo>
                    <a:pt x="156" y="547"/>
                  </a:lnTo>
                  <a:lnTo>
                    <a:pt x="154" y="549"/>
                  </a:lnTo>
                  <a:lnTo>
                    <a:pt x="153" y="549"/>
                  </a:lnTo>
                  <a:lnTo>
                    <a:pt x="153" y="549"/>
                  </a:lnTo>
                  <a:lnTo>
                    <a:pt x="143" y="537"/>
                  </a:lnTo>
                  <a:lnTo>
                    <a:pt x="143" y="535"/>
                  </a:lnTo>
                  <a:lnTo>
                    <a:pt x="144" y="531"/>
                  </a:lnTo>
                  <a:lnTo>
                    <a:pt x="138" y="526"/>
                  </a:lnTo>
                  <a:lnTo>
                    <a:pt x="138" y="525"/>
                  </a:lnTo>
                  <a:lnTo>
                    <a:pt x="140" y="519"/>
                  </a:lnTo>
                  <a:lnTo>
                    <a:pt x="141" y="519"/>
                  </a:lnTo>
                  <a:lnTo>
                    <a:pt x="143" y="519"/>
                  </a:lnTo>
                  <a:lnTo>
                    <a:pt x="143" y="512"/>
                  </a:lnTo>
                  <a:lnTo>
                    <a:pt x="143" y="489"/>
                  </a:lnTo>
                  <a:lnTo>
                    <a:pt x="119" y="476"/>
                  </a:lnTo>
                  <a:lnTo>
                    <a:pt x="94" y="426"/>
                  </a:lnTo>
                  <a:lnTo>
                    <a:pt x="86" y="421"/>
                  </a:lnTo>
                  <a:lnTo>
                    <a:pt x="73" y="398"/>
                  </a:lnTo>
                  <a:lnTo>
                    <a:pt x="63" y="403"/>
                  </a:lnTo>
                  <a:lnTo>
                    <a:pt x="58" y="414"/>
                  </a:lnTo>
                  <a:lnTo>
                    <a:pt x="46" y="420"/>
                  </a:lnTo>
                  <a:lnTo>
                    <a:pt x="46" y="420"/>
                  </a:lnTo>
                  <a:lnTo>
                    <a:pt x="46" y="420"/>
                  </a:lnTo>
                  <a:lnTo>
                    <a:pt x="46" y="420"/>
                  </a:lnTo>
                  <a:lnTo>
                    <a:pt x="42" y="411"/>
                  </a:lnTo>
                  <a:lnTo>
                    <a:pt x="24" y="390"/>
                  </a:lnTo>
                  <a:lnTo>
                    <a:pt x="23" y="390"/>
                  </a:lnTo>
                  <a:lnTo>
                    <a:pt x="24" y="384"/>
                  </a:lnTo>
                  <a:lnTo>
                    <a:pt x="14" y="387"/>
                  </a:lnTo>
                  <a:lnTo>
                    <a:pt x="0" y="384"/>
                  </a:lnTo>
                  <a:lnTo>
                    <a:pt x="0" y="383"/>
                  </a:lnTo>
                  <a:lnTo>
                    <a:pt x="0" y="89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4" y="94"/>
                  </a:lnTo>
                  <a:lnTo>
                    <a:pt x="46" y="117"/>
                  </a:lnTo>
                  <a:lnTo>
                    <a:pt x="60" y="117"/>
                  </a:lnTo>
                  <a:lnTo>
                    <a:pt x="74" y="128"/>
                  </a:lnTo>
                  <a:lnTo>
                    <a:pt x="76" y="128"/>
                  </a:lnTo>
                  <a:lnTo>
                    <a:pt x="73" y="120"/>
                  </a:lnTo>
                  <a:lnTo>
                    <a:pt x="73" y="119"/>
                  </a:lnTo>
                  <a:lnTo>
                    <a:pt x="73" y="119"/>
                  </a:lnTo>
                  <a:lnTo>
                    <a:pt x="74" y="119"/>
                  </a:lnTo>
                  <a:lnTo>
                    <a:pt x="76" y="119"/>
                  </a:lnTo>
                  <a:lnTo>
                    <a:pt x="79" y="119"/>
                  </a:lnTo>
                  <a:lnTo>
                    <a:pt x="82" y="120"/>
                  </a:lnTo>
                  <a:lnTo>
                    <a:pt x="82" y="120"/>
                  </a:lnTo>
                  <a:lnTo>
                    <a:pt x="83" y="120"/>
                  </a:lnTo>
                  <a:lnTo>
                    <a:pt x="89" y="129"/>
                  </a:lnTo>
                  <a:lnTo>
                    <a:pt x="89" y="126"/>
                  </a:lnTo>
                  <a:lnTo>
                    <a:pt x="83" y="114"/>
                  </a:lnTo>
                  <a:lnTo>
                    <a:pt x="83" y="113"/>
                  </a:lnTo>
                  <a:lnTo>
                    <a:pt x="92" y="104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50" y="68"/>
                  </a:lnTo>
                  <a:lnTo>
                    <a:pt x="153" y="76"/>
                  </a:lnTo>
                  <a:lnTo>
                    <a:pt x="153" y="76"/>
                  </a:lnTo>
                  <a:lnTo>
                    <a:pt x="150" y="80"/>
                  </a:lnTo>
                  <a:lnTo>
                    <a:pt x="132" y="97"/>
                  </a:lnTo>
                  <a:lnTo>
                    <a:pt x="120" y="97"/>
                  </a:lnTo>
                  <a:lnTo>
                    <a:pt x="110" y="108"/>
                  </a:lnTo>
                  <a:lnTo>
                    <a:pt x="131" y="98"/>
                  </a:lnTo>
                  <a:lnTo>
                    <a:pt x="131" y="97"/>
                  </a:lnTo>
                  <a:lnTo>
                    <a:pt x="131" y="98"/>
                  </a:lnTo>
                  <a:lnTo>
                    <a:pt x="131" y="98"/>
                  </a:lnTo>
                  <a:lnTo>
                    <a:pt x="131" y="105"/>
                  </a:lnTo>
                  <a:lnTo>
                    <a:pt x="140" y="91"/>
                  </a:lnTo>
                  <a:lnTo>
                    <a:pt x="159" y="79"/>
                  </a:lnTo>
                  <a:lnTo>
                    <a:pt x="159" y="79"/>
                  </a:lnTo>
                  <a:lnTo>
                    <a:pt x="159" y="80"/>
                  </a:lnTo>
                  <a:lnTo>
                    <a:pt x="159" y="80"/>
                  </a:lnTo>
                  <a:lnTo>
                    <a:pt x="157" y="86"/>
                  </a:lnTo>
                  <a:lnTo>
                    <a:pt x="174" y="70"/>
                  </a:lnTo>
                  <a:lnTo>
                    <a:pt x="166" y="64"/>
                  </a:lnTo>
                  <a:lnTo>
                    <a:pt x="166" y="62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71" y="57"/>
                  </a:lnTo>
                  <a:lnTo>
                    <a:pt x="180" y="67"/>
                  </a:lnTo>
                  <a:lnTo>
                    <a:pt x="187" y="89"/>
                  </a:lnTo>
                  <a:lnTo>
                    <a:pt x="196" y="101"/>
                  </a:lnTo>
                  <a:lnTo>
                    <a:pt x="200" y="100"/>
                  </a:lnTo>
                  <a:lnTo>
                    <a:pt x="206" y="97"/>
                  </a:lnTo>
                  <a:lnTo>
                    <a:pt x="203" y="94"/>
                  </a:lnTo>
                  <a:lnTo>
                    <a:pt x="203" y="94"/>
                  </a:lnTo>
                  <a:lnTo>
                    <a:pt x="211" y="79"/>
                  </a:lnTo>
                  <a:lnTo>
                    <a:pt x="212" y="79"/>
                  </a:lnTo>
                  <a:lnTo>
                    <a:pt x="212" y="77"/>
                  </a:lnTo>
                  <a:lnTo>
                    <a:pt x="212" y="79"/>
                  </a:lnTo>
                  <a:lnTo>
                    <a:pt x="214" y="79"/>
                  </a:lnTo>
                  <a:lnTo>
                    <a:pt x="214" y="77"/>
                  </a:lnTo>
                  <a:lnTo>
                    <a:pt x="212" y="74"/>
                  </a:lnTo>
                  <a:lnTo>
                    <a:pt x="212" y="74"/>
                  </a:lnTo>
                  <a:lnTo>
                    <a:pt x="214" y="73"/>
                  </a:lnTo>
                  <a:lnTo>
                    <a:pt x="217" y="73"/>
                  </a:lnTo>
                  <a:lnTo>
                    <a:pt x="217" y="74"/>
                  </a:lnTo>
                  <a:lnTo>
                    <a:pt x="217" y="88"/>
                  </a:lnTo>
                  <a:lnTo>
                    <a:pt x="223" y="89"/>
                  </a:lnTo>
                  <a:lnTo>
                    <a:pt x="223" y="89"/>
                  </a:lnTo>
                  <a:lnTo>
                    <a:pt x="223" y="89"/>
                  </a:lnTo>
                  <a:lnTo>
                    <a:pt x="217" y="101"/>
                  </a:lnTo>
                  <a:lnTo>
                    <a:pt x="229" y="101"/>
                  </a:lnTo>
                  <a:lnTo>
                    <a:pt x="235" y="86"/>
                  </a:lnTo>
                  <a:lnTo>
                    <a:pt x="235" y="86"/>
                  </a:lnTo>
                  <a:lnTo>
                    <a:pt x="252" y="86"/>
                  </a:lnTo>
                  <a:lnTo>
                    <a:pt x="275" y="101"/>
                  </a:lnTo>
                  <a:lnTo>
                    <a:pt x="315" y="117"/>
                  </a:lnTo>
                  <a:lnTo>
                    <a:pt x="326" y="122"/>
                  </a:lnTo>
                  <a:lnTo>
                    <a:pt x="323" y="116"/>
                  </a:lnTo>
                  <a:lnTo>
                    <a:pt x="323" y="116"/>
                  </a:lnTo>
                  <a:lnTo>
                    <a:pt x="325" y="116"/>
                  </a:lnTo>
                  <a:lnTo>
                    <a:pt x="325" y="116"/>
                  </a:lnTo>
                  <a:lnTo>
                    <a:pt x="328" y="116"/>
                  </a:lnTo>
                  <a:lnTo>
                    <a:pt x="331" y="116"/>
                  </a:lnTo>
                  <a:lnTo>
                    <a:pt x="334" y="116"/>
                  </a:lnTo>
                  <a:lnTo>
                    <a:pt x="337" y="116"/>
                  </a:lnTo>
                  <a:lnTo>
                    <a:pt x="338" y="116"/>
                  </a:lnTo>
                  <a:lnTo>
                    <a:pt x="338" y="117"/>
                  </a:lnTo>
                  <a:lnTo>
                    <a:pt x="352" y="131"/>
                  </a:lnTo>
                  <a:lnTo>
                    <a:pt x="353" y="141"/>
                  </a:lnTo>
                  <a:lnTo>
                    <a:pt x="353" y="141"/>
                  </a:lnTo>
                  <a:lnTo>
                    <a:pt x="353" y="141"/>
                  </a:lnTo>
                  <a:lnTo>
                    <a:pt x="344" y="141"/>
                  </a:lnTo>
                  <a:lnTo>
                    <a:pt x="344" y="142"/>
                  </a:lnTo>
                  <a:lnTo>
                    <a:pt x="344" y="142"/>
                  </a:lnTo>
                  <a:lnTo>
                    <a:pt x="337" y="145"/>
                  </a:lnTo>
                  <a:lnTo>
                    <a:pt x="337" y="150"/>
                  </a:lnTo>
                  <a:lnTo>
                    <a:pt x="337" y="151"/>
                  </a:lnTo>
                  <a:lnTo>
                    <a:pt x="334" y="153"/>
                  </a:lnTo>
                  <a:lnTo>
                    <a:pt x="344" y="159"/>
                  </a:lnTo>
                  <a:lnTo>
                    <a:pt x="381" y="160"/>
                  </a:lnTo>
                  <a:lnTo>
                    <a:pt x="405" y="148"/>
                  </a:lnTo>
                  <a:lnTo>
                    <a:pt x="405" y="148"/>
                  </a:lnTo>
                  <a:lnTo>
                    <a:pt x="405" y="148"/>
                  </a:lnTo>
                  <a:lnTo>
                    <a:pt x="405" y="148"/>
                  </a:lnTo>
                  <a:lnTo>
                    <a:pt x="409" y="159"/>
                  </a:lnTo>
                  <a:lnTo>
                    <a:pt x="420" y="159"/>
                  </a:lnTo>
                  <a:lnTo>
                    <a:pt x="420" y="159"/>
                  </a:lnTo>
                  <a:lnTo>
                    <a:pt x="421" y="168"/>
                  </a:lnTo>
                  <a:lnTo>
                    <a:pt x="423" y="162"/>
                  </a:lnTo>
                  <a:lnTo>
                    <a:pt x="423" y="162"/>
                  </a:lnTo>
                  <a:lnTo>
                    <a:pt x="423" y="162"/>
                  </a:lnTo>
                  <a:lnTo>
                    <a:pt x="424" y="162"/>
                  </a:lnTo>
                  <a:lnTo>
                    <a:pt x="424" y="171"/>
                  </a:lnTo>
                  <a:lnTo>
                    <a:pt x="432" y="172"/>
                  </a:lnTo>
                  <a:lnTo>
                    <a:pt x="432" y="174"/>
                  </a:lnTo>
                  <a:lnTo>
                    <a:pt x="435" y="180"/>
                  </a:lnTo>
                  <a:lnTo>
                    <a:pt x="435" y="181"/>
                  </a:lnTo>
                  <a:lnTo>
                    <a:pt x="435" y="181"/>
                  </a:lnTo>
                  <a:lnTo>
                    <a:pt x="427" y="183"/>
                  </a:lnTo>
                  <a:lnTo>
                    <a:pt x="433" y="191"/>
                  </a:lnTo>
                  <a:lnTo>
                    <a:pt x="433" y="188"/>
                  </a:lnTo>
                  <a:lnTo>
                    <a:pt x="435" y="187"/>
                  </a:lnTo>
                  <a:lnTo>
                    <a:pt x="441" y="187"/>
                  </a:lnTo>
                  <a:lnTo>
                    <a:pt x="439" y="183"/>
                  </a:lnTo>
                  <a:lnTo>
                    <a:pt x="439" y="181"/>
                  </a:lnTo>
                  <a:lnTo>
                    <a:pt x="441" y="181"/>
                  </a:lnTo>
                  <a:lnTo>
                    <a:pt x="430" y="160"/>
                  </a:lnTo>
                  <a:lnTo>
                    <a:pt x="430" y="159"/>
                  </a:lnTo>
                  <a:lnTo>
                    <a:pt x="435" y="153"/>
                  </a:lnTo>
                  <a:lnTo>
                    <a:pt x="435" y="153"/>
                  </a:lnTo>
                  <a:lnTo>
                    <a:pt x="433" y="151"/>
                  </a:lnTo>
                  <a:lnTo>
                    <a:pt x="436" y="148"/>
                  </a:lnTo>
                  <a:lnTo>
                    <a:pt x="451" y="141"/>
                  </a:lnTo>
                  <a:lnTo>
                    <a:pt x="457" y="128"/>
                  </a:lnTo>
                  <a:lnTo>
                    <a:pt x="451" y="131"/>
                  </a:lnTo>
                  <a:lnTo>
                    <a:pt x="451" y="132"/>
                  </a:lnTo>
                  <a:lnTo>
                    <a:pt x="451" y="134"/>
                  </a:lnTo>
                  <a:lnTo>
                    <a:pt x="451" y="134"/>
                  </a:lnTo>
                  <a:lnTo>
                    <a:pt x="449" y="134"/>
                  </a:lnTo>
                  <a:lnTo>
                    <a:pt x="449" y="135"/>
                  </a:lnTo>
                  <a:lnTo>
                    <a:pt x="451" y="135"/>
                  </a:lnTo>
                  <a:lnTo>
                    <a:pt x="449" y="141"/>
                  </a:lnTo>
                  <a:lnTo>
                    <a:pt x="448" y="141"/>
                  </a:lnTo>
                  <a:lnTo>
                    <a:pt x="448" y="141"/>
                  </a:lnTo>
                  <a:lnTo>
                    <a:pt x="448" y="141"/>
                  </a:lnTo>
                  <a:lnTo>
                    <a:pt x="438" y="138"/>
                  </a:lnTo>
                  <a:lnTo>
                    <a:pt x="433" y="141"/>
                  </a:lnTo>
                  <a:lnTo>
                    <a:pt x="438" y="144"/>
                  </a:lnTo>
                  <a:lnTo>
                    <a:pt x="438" y="144"/>
                  </a:lnTo>
                  <a:lnTo>
                    <a:pt x="436" y="145"/>
                  </a:lnTo>
                  <a:lnTo>
                    <a:pt x="432" y="147"/>
                  </a:lnTo>
                  <a:lnTo>
                    <a:pt x="432" y="147"/>
                  </a:lnTo>
                  <a:lnTo>
                    <a:pt x="432" y="147"/>
                  </a:lnTo>
                  <a:lnTo>
                    <a:pt x="421" y="138"/>
                  </a:lnTo>
                  <a:lnTo>
                    <a:pt x="420" y="137"/>
                  </a:lnTo>
                  <a:lnTo>
                    <a:pt x="427" y="128"/>
                  </a:lnTo>
                  <a:lnTo>
                    <a:pt x="454" y="116"/>
                  </a:lnTo>
                  <a:lnTo>
                    <a:pt x="455" y="116"/>
                  </a:lnTo>
                  <a:lnTo>
                    <a:pt x="455" y="116"/>
                  </a:lnTo>
                  <a:lnTo>
                    <a:pt x="464" y="123"/>
                  </a:lnTo>
                  <a:lnTo>
                    <a:pt x="464" y="125"/>
                  </a:lnTo>
                  <a:lnTo>
                    <a:pt x="463" y="126"/>
                  </a:lnTo>
                  <a:lnTo>
                    <a:pt x="466" y="132"/>
                  </a:lnTo>
                  <a:lnTo>
                    <a:pt x="466" y="134"/>
                  </a:lnTo>
                  <a:lnTo>
                    <a:pt x="466" y="134"/>
                  </a:lnTo>
                  <a:lnTo>
                    <a:pt x="464" y="135"/>
                  </a:lnTo>
                  <a:lnTo>
                    <a:pt x="475" y="141"/>
                  </a:lnTo>
                  <a:lnTo>
                    <a:pt x="476" y="142"/>
                  </a:lnTo>
                  <a:lnTo>
                    <a:pt x="476" y="145"/>
                  </a:lnTo>
                  <a:lnTo>
                    <a:pt x="476" y="145"/>
                  </a:lnTo>
                  <a:lnTo>
                    <a:pt x="479" y="145"/>
                  </a:lnTo>
                  <a:lnTo>
                    <a:pt x="482" y="145"/>
                  </a:lnTo>
                  <a:lnTo>
                    <a:pt x="487" y="145"/>
                  </a:lnTo>
                  <a:lnTo>
                    <a:pt x="489" y="145"/>
                  </a:lnTo>
                  <a:lnTo>
                    <a:pt x="492" y="145"/>
                  </a:lnTo>
                  <a:lnTo>
                    <a:pt x="494" y="145"/>
                  </a:lnTo>
                  <a:lnTo>
                    <a:pt x="494" y="145"/>
                  </a:lnTo>
                  <a:lnTo>
                    <a:pt x="507" y="160"/>
                  </a:lnTo>
                  <a:lnTo>
                    <a:pt x="531" y="154"/>
                  </a:lnTo>
                  <a:lnTo>
                    <a:pt x="556" y="159"/>
                  </a:lnTo>
                  <a:lnTo>
                    <a:pt x="552" y="150"/>
                  </a:lnTo>
                  <a:lnTo>
                    <a:pt x="552" y="150"/>
                  </a:lnTo>
                  <a:lnTo>
                    <a:pt x="555" y="147"/>
                  </a:lnTo>
                  <a:lnTo>
                    <a:pt x="556" y="147"/>
                  </a:lnTo>
                  <a:lnTo>
                    <a:pt x="556" y="147"/>
                  </a:lnTo>
                  <a:lnTo>
                    <a:pt x="556" y="148"/>
                  </a:lnTo>
                  <a:lnTo>
                    <a:pt x="561" y="159"/>
                  </a:lnTo>
                  <a:lnTo>
                    <a:pt x="571" y="163"/>
                  </a:lnTo>
                  <a:lnTo>
                    <a:pt x="572" y="162"/>
                  </a:lnTo>
                  <a:lnTo>
                    <a:pt x="572" y="154"/>
                  </a:lnTo>
                  <a:lnTo>
                    <a:pt x="571" y="154"/>
                  </a:lnTo>
                  <a:lnTo>
                    <a:pt x="570" y="154"/>
                  </a:lnTo>
                  <a:lnTo>
                    <a:pt x="567" y="156"/>
                  </a:lnTo>
                  <a:lnTo>
                    <a:pt x="564" y="156"/>
                  </a:lnTo>
                  <a:lnTo>
                    <a:pt x="562" y="156"/>
                  </a:lnTo>
                  <a:lnTo>
                    <a:pt x="562" y="156"/>
                  </a:lnTo>
                  <a:lnTo>
                    <a:pt x="553" y="138"/>
                  </a:lnTo>
                  <a:lnTo>
                    <a:pt x="553" y="137"/>
                  </a:lnTo>
                  <a:lnTo>
                    <a:pt x="553" y="137"/>
                  </a:lnTo>
                  <a:lnTo>
                    <a:pt x="555" y="137"/>
                  </a:lnTo>
                  <a:lnTo>
                    <a:pt x="558" y="135"/>
                  </a:lnTo>
                  <a:lnTo>
                    <a:pt x="561" y="135"/>
                  </a:lnTo>
                  <a:lnTo>
                    <a:pt x="565" y="134"/>
                  </a:lnTo>
                  <a:lnTo>
                    <a:pt x="568" y="134"/>
                  </a:lnTo>
                  <a:lnTo>
                    <a:pt x="571" y="134"/>
                  </a:lnTo>
                  <a:lnTo>
                    <a:pt x="571" y="134"/>
                  </a:lnTo>
                  <a:lnTo>
                    <a:pt x="572" y="134"/>
                  </a:lnTo>
                  <a:lnTo>
                    <a:pt x="577" y="140"/>
                  </a:lnTo>
                  <a:lnTo>
                    <a:pt x="577" y="140"/>
                  </a:lnTo>
                  <a:lnTo>
                    <a:pt x="580" y="140"/>
                  </a:lnTo>
                  <a:lnTo>
                    <a:pt x="581" y="140"/>
                  </a:lnTo>
                  <a:lnTo>
                    <a:pt x="581" y="140"/>
                  </a:lnTo>
                  <a:lnTo>
                    <a:pt x="583" y="140"/>
                  </a:lnTo>
                  <a:lnTo>
                    <a:pt x="583" y="141"/>
                  </a:lnTo>
                  <a:lnTo>
                    <a:pt x="581" y="148"/>
                  </a:lnTo>
                  <a:lnTo>
                    <a:pt x="589" y="142"/>
                  </a:lnTo>
                  <a:lnTo>
                    <a:pt x="589" y="141"/>
                  </a:lnTo>
                  <a:lnTo>
                    <a:pt x="589" y="141"/>
                  </a:lnTo>
                  <a:lnTo>
                    <a:pt x="589" y="142"/>
                  </a:lnTo>
                  <a:lnTo>
                    <a:pt x="587" y="159"/>
                  </a:lnTo>
                  <a:lnTo>
                    <a:pt x="589" y="162"/>
                  </a:lnTo>
                  <a:lnTo>
                    <a:pt x="589" y="163"/>
                  </a:lnTo>
                  <a:lnTo>
                    <a:pt x="584" y="166"/>
                  </a:lnTo>
                  <a:lnTo>
                    <a:pt x="589" y="168"/>
                  </a:lnTo>
                  <a:lnTo>
                    <a:pt x="589" y="169"/>
                  </a:lnTo>
                  <a:lnTo>
                    <a:pt x="589" y="174"/>
                  </a:lnTo>
                  <a:lnTo>
                    <a:pt x="595" y="171"/>
                  </a:lnTo>
                  <a:lnTo>
                    <a:pt x="595" y="171"/>
                  </a:lnTo>
                  <a:lnTo>
                    <a:pt x="596" y="171"/>
                  </a:lnTo>
                  <a:lnTo>
                    <a:pt x="596" y="172"/>
                  </a:lnTo>
                  <a:lnTo>
                    <a:pt x="595" y="175"/>
                  </a:lnTo>
                  <a:lnTo>
                    <a:pt x="596" y="177"/>
                  </a:lnTo>
                  <a:lnTo>
                    <a:pt x="596" y="166"/>
                  </a:lnTo>
                  <a:lnTo>
                    <a:pt x="593" y="160"/>
                  </a:lnTo>
                  <a:lnTo>
                    <a:pt x="593" y="160"/>
                  </a:lnTo>
                  <a:lnTo>
                    <a:pt x="595" y="151"/>
                  </a:lnTo>
                  <a:lnTo>
                    <a:pt x="593" y="148"/>
                  </a:lnTo>
                  <a:lnTo>
                    <a:pt x="593" y="147"/>
                  </a:lnTo>
                  <a:lnTo>
                    <a:pt x="593" y="147"/>
                  </a:lnTo>
                  <a:lnTo>
                    <a:pt x="595" y="147"/>
                  </a:lnTo>
                  <a:lnTo>
                    <a:pt x="596" y="147"/>
                  </a:lnTo>
                  <a:lnTo>
                    <a:pt x="599" y="147"/>
                  </a:lnTo>
                  <a:lnTo>
                    <a:pt x="602" y="148"/>
                  </a:lnTo>
                  <a:lnTo>
                    <a:pt x="605" y="148"/>
                  </a:lnTo>
                  <a:lnTo>
                    <a:pt x="605" y="148"/>
                  </a:lnTo>
                  <a:lnTo>
                    <a:pt x="620" y="131"/>
                  </a:lnTo>
                  <a:lnTo>
                    <a:pt x="617" y="120"/>
                  </a:lnTo>
                  <a:lnTo>
                    <a:pt x="614" y="125"/>
                  </a:lnTo>
                  <a:lnTo>
                    <a:pt x="613" y="125"/>
                  </a:lnTo>
                  <a:lnTo>
                    <a:pt x="613" y="125"/>
                  </a:lnTo>
                  <a:lnTo>
                    <a:pt x="611" y="125"/>
                  </a:lnTo>
                  <a:lnTo>
                    <a:pt x="608" y="126"/>
                  </a:lnTo>
                  <a:lnTo>
                    <a:pt x="607" y="126"/>
                  </a:lnTo>
                  <a:lnTo>
                    <a:pt x="607" y="126"/>
                  </a:lnTo>
                  <a:lnTo>
                    <a:pt x="605" y="126"/>
                  </a:lnTo>
                  <a:lnTo>
                    <a:pt x="605" y="125"/>
                  </a:lnTo>
                  <a:lnTo>
                    <a:pt x="613" y="102"/>
                  </a:lnTo>
                  <a:lnTo>
                    <a:pt x="613" y="102"/>
                  </a:lnTo>
                  <a:lnTo>
                    <a:pt x="617" y="100"/>
                  </a:lnTo>
                  <a:lnTo>
                    <a:pt x="617" y="100"/>
                  </a:lnTo>
                  <a:lnTo>
                    <a:pt x="617" y="100"/>
                  </a:lnTo>
                  <a:lnTo>
                    <a:pt x="617" y="98"/>
                  </a:lnTo>
                  <a:lnTo>
                    <a:pt x="610" y="101"/>
                  </a:lnTo>
                  <a:lnTo>
                    <a:pt x="610" y="101"/>
                  </a:lnTo>
                  <a:lnTo>
                    <a:pt x="608" y="101"/>
                  </a:lnTo>
                  <a:lnTo>
                    <a:pt x="580" y="76"/>
                  </a:lnTo>
                  <a:lnTo>
                    <a:pt x="580" y="76"/>
                  </a:lnTo>
                  <a:lnTo>
                    <a:pt x="580" y="64"/>
                  </a:lnTo>
                  <a:lnTo>
                    <a:pt x="587" y="54"/>
                  </a:lnTo>
                  <a:lnTo>
                    <a:pt x="583" y="48"/>
                  </a:lnTo>
                  <a:lnTo>
                    <a:pt x="581" y="48"/>
                  </a:lnTo>
                  <a:lnTo>
                    <a:pt x="583" y="28"/>
                  </a:lnTo>
                  <a:lnTo>
                    <a:pt x="583" y="28"/>
                  </a:lnTo>
                  <a:lnTo>
                    <a:pt x="589" y="24"/>
                  </a:lnTo>
                  <a:lnTo>
                    <a:pt x="589" y="24"/>
                  </a:lnTo>
                  <a:lnTo>
                    <a:pt x="590" y="24"/>
                  </a:lnTo>
                  <a:lnTo>
                    <a:pt x="593" y="27"/>
                  </a:lnTo>
                  <a:lnTo>
                    <a:pt x="595" y="21"/>
                  </a:lnTo>
                  <a:lnTo>
                    <a:pt x="590" y="16"/>
                  </a:lnTo>
                  <a:lnTo>
                    <a:pt x="590" y="15"/>
                  </a:lnTo>
                  <a:lnTo>
                    <a:pt x="601" y="0"/>
                  </a:lnTo>
                  <a:lnTo>
                    <a:pt x="60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11" name="Freeform 363">
              <a:extLst>
                <a:ext uri="{FF2B5EF4-FFF2-40B4-BE49-F238E27FC236}">
                  <a16:creationId xmlns:a16="http://schemas.microsoft.com/office/drawing/2014/main" id="{6F05D8F2-4079-EB02-575C-BDDAB89B1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731" y="2896973"/>
              <a:ext cx="12350" cy="26759"/>
            </a:xfrm>
            <a:custGeom>
              <a:avLst/>
              <a:gdLst>
                <a:gd name="T0" fmla="*/ 0 w 6"/>
                <a:gd name="T1" fmla="*/ 0 h 13"/>
                <a:gd name="T2" fmla="*/ 0 w 6"/>
                <a:gd name="T3" fmla="*/ 0 h 13"/>
                <a:gd name="T4" fmla="*/ 3 w 6"/>
                <a:gd name="T5" fmla="*/ 6 h 13"/>
                <a:gd name="T6" fmla="*/ 6 w 6"/>
                <a:gd name="T7" fmla="*/ 12 h 13"/>
                <a:gd name="T8" fmla="*/ 6 w 6"/>
                <a:gd name="T9" fmla="*/ 13 h 13"/>
                <a:gd name="T10" fmla="*/ 6 w 6"/>
                <a:gd name="T11" fmla="*/ 13 h 13"/>
                <a:gd name="T12" fmla="*/ 4 w 6"/>
                <a:gd name="T13" fmla="*/ 13 h 13"/>
                <a:gd name="T14" fmla="*/ 0 w 6"/>
                <a:gd name="T15" fmla="*/ 7 h 13"/>
                <a:gd name="T16" fmla="*/ 0 w 6"/>
                <a:gd name="T17" fmla="*/ 1 h 13"/>
                <a:gd name="T18" fmla="*/ 0 w 6"/>
                <a:gd name="T19" fmla="*/ 0 h 13"/>
                <a:gd name="T20" fmla="*/ 0 w 6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13">
                  <a:moveTo>
                    <a:pt x="0" y="0"/>
                  </a:moveTo>
                  <a:lnTo>
                    <a:pt x="0" y="0"/>
                  </a:lnTo>
                  <a:lnTo>
                    <a:pt x="3" y="6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0" y="7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12" name="Freeform 365">
              <a:extLst>
                <a:ext uri="{FF2B5EF4-FFF2-40B4-BE49-F238E27FC236}">
                  <a16:creationId xmlns:a16="http://schemas.microsoft.com/office/drawing/2014/main" id="{181E0A27-276C-202D-0E5D-2BCC9FF60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3723" y="2866097"/>
              <a:ext cx="28817" cy="37051"/>
            </a:xfrm>
            <a:custGeom>
              <a:avLst/>
              <a:gdLst>
                <a:gd name="T0" fmla="*/ 9 w 14"/>
                <a:gd name="T1" fmla="*/ 0 h 18"/>
                <a:gd name="T2" fmla="*/ 9 w 14"/>
                <a:gd name="T3" fmla="*/ 0 h 18"/>
                <a:gd name="T4" fmla="*/ 9 w 14"/>
                <a:gd name="T5" fmla="*/ 0 h 18"/>
                <a:gd name="T6" fmla="*/ 14 w 14"/>
                <a:gd name="T7" fmla="*/ 18 h 18"/>
                <a:gd name="T8" fmla="*/ 12 w 14"/>
                <a:gd name="T9" fmla="*/ 18 h 18"/>
                <a:gd name="T10" fmla="*/ 12 w 14"/>
                <a:gd name="T11" fmla="*/ 18 h 18"/>
                <a:gd name="T12" fmla="*/ 12 w 14"/>
                <a:gd name="T13" fmla="*/ 18 h 18"/>
                <a:gd name="T14" fmla="*/ 6 w 14"/>
                <a:gd name="T15" fmla="*/ 16 h 18"/>
                <a:gd name="T16" fmla="*/ 6 w 14"/>
                <a:gd name="T17" fmla="*/ 15 h 18"/>
                <a:gd name="T18" fmla="*/ 6 w 14"/>
                <a:gd name="T19" fmla="*/ 12 h 18"/>
                <a:gd name="T20" fmla="*/ 5 w 14"/>
                <a:gd name="T21" fmla="*/ 15 h 18"/>
                <a:gd name="T22" fmla="*/ 3 w 14"/>
                <a:gd name="T23" fmla="*/ 15 h 18"/>
                <a:gd name="T24" fmla="*/ 3 w 14"/>
                <a:gd name="T25" fmla="*/ 15 h 18"/>
                <a:gd name="T26" fmla="*/ 3 w 14"/>
                <a:gd name="T27" fmla="*/ 15 h 18"/>
                <a:gd name="T28" fmla="*/ 0 w 14"/>
                <a:gd name="T29" fmla="*/ 12 h 18"/>
                <a:gd name="T30" fmla="*/ 0 w 14"/>
                <a:gd name="T31" fmla="*/ 12 h 18"/>
                <a:gd name="T32" fmla="*/ 2 w 14"/>
                <a:gd name="T33" fmla="*/ 3 h 18"/>
                <a:gd name="T34" fmla="*/ 3 w 14"/>
                <a:gd name="T35" fmla="*/ 1 h 18"/>
                <a:gd name="T36" fmla="*/ 9 w 14"/>
                <a:gd name="T37" fmla="*/ 0 h 18"/>
                <a:gd name="T38" fmla="*/ 9 w 14"/>
                <a:gd name="T3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8">
                  <a:moveTo>
                    <a:pt x="9" y="0"/>
                  </a:moveTo>
                  <a:lnTo>
                    <a:pt x="9" y="0"/>
                  </a:lnTo>
                  <a:lnTo>
                    <a:pt x="9" y="0"/>
                  </a:lnTo>
                  <a:lnTo>
                    <a:pt x="14" y="18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6" y="16"/>
                  </a:lnTo>
                  <a:lnTo>
                    <a:pt x="6" y="15"/>
                  </a:lnTo>
                  <a:lnTo>
                    <a:pt x="6" y="12"/>
                  </a:lnTo>
                  <a:lnTo>
                    <a:pt x="5" y="15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2" y="3"/>
                  </a:lnTo>
                  <a:lnTo>
                    <a:pt x="3" y="1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13" name="Freeform 367">
              <a:extLst>
                <a:ext uri="{FF2B5EF4-FFF2-40B4-BE49-F238E27FC236}">
                  <a16:creationId xmlns:a16="http://schemas.microsoft.com/office/drawing/2014/main" id="{D1144941-663E-A69B-987B-BC09D8608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2264" y="2845512"/>
              <a:ext cx="49401" cy="78219"/>
            </a:xfrm>
            <a:custGeom>
              <a:avLst/>
              <a:gdLst>
                <a:gd name="T0" fmla="*/ 2 w 24"/>
                <a:gd name="T1" fmla="*/ 0 h 38"/>
                <a:gd name="T2" fmla="*/ 3 w 24"/>
                <a:gd name="T3" fmla="*/ 0 h 38"/>
                <a:gd name="T4" fmla="*/ 5 w 24"/>
                <a:gd name="T5" fmla="*/ 0 h 38"/>
                <a:gd name="T6" fmla="*/ 8 w 24"/>
                <a:gd name="T7" fmla="*/ 0 h 38"/>
                <a:gd name="T8" fmla="*/ 8 w 24"/>
                <a:gd name="T9" fmla="*/ 1 h 38"/>
                <a:gd name="T10" fmla="*/ 9 w 24"/>
                <a:gd name="T11" fmla="*/ 1 h 38"/>
                <a:gd name="T12" fmla="*/ 9 w 24"/>
                <a:gd name="T13" fmla="*/ 7 h 38"/>
                <a:gd name="T14" fmla="*/ 14 w 24"/>
                <a:gd name="T15" fmla="*/ 7 h 38"/>
                <a:gd name="T16" fmla="*/ 14 w 24"/>
                <a:gd name="T17" fmla="*/ 7 h 38"/>
                <a:gd name="T18" fmla="*/ 21 w 24"/>
                <a:gd name="T19" fmla="*/ 20 h 38"/>
                <a:gd name="T20" fmla="*/ 21 w 24"/>
                <a:gd name="T21" fmla="*/ 22 h 38"/>
                <a:gd name="T22" fmla="*/ 21 w 24"/>
                <a:gd name="T23" fmla="*/ 22 h 38"/>
                <a:gd name="T24" fmla="*/ 21 w 24"/>
                <a:gd name="T25" fmla="*/ 22 h 38"/>
                <a:gd name="T26" fmla="*/ 18 w 24"/>
                <a:gd name="T27" fmla="*/ 20 h 38"/>
                <a:gd name="T28" fmla="*/ 19 w 24"/>
                <a:gd name="T29" fmla="*/ 23 h 38"/>
                <a:gd name="T30" fmla="*/ 24 w 24"/>
                <a:gd name="T31" fmla="*/ 26 h 38"/>
                <a:gd name="T32" fmla="*/ 24 w 24"/>
                <a:gd name="T33" fmla="*/ 28 h 38"/>
                <a:gd name="T34" fmla="*/ 22 w 24"/>
                <a:gd name="T35" fmla="*/ 31 h 38"/>
                <a:gd name="T36" fmla="*/ 24 w 24"/>
                <a:gd name="T37" fmla="*/ 31 h 38"/>
                <a:gd name="T38" fmla="*/ 24 w 24"/>
                <a:gd name="T39" fmla="*/ 31 h 38"/>
                <a:gd name="T40" fmla="*/ 24 w 24"/>
                <a:gd name="T41" fmla="*/ 31 h 38"/>
                <a:gd name="T42" fmla="*/ 24 w 24"/>
                <a:gd name="T43" fmla="*/ 32 h 38"/>
                <a:gd name="T44" fmla="*/ 24 w 24"/>
                <a:gd name="T45" fmla="*/ 38 h 38"/>
                <a:gd name="T46" fmla="*/ 24 w 24"/>
                <a:gd name="T47" fmla="*/ 38 h 38"/>
                <a:gd name="T48" fmla="*/ 19 w 24"/>
                <a:gd name="T49" fmla="*/ 38 h 38"/>
                <a:gd name="T50" fmla="*/ 19 w 24"/>
                <a:gd name="T51" fmla="*/ 38 h 38"/>
                <a:gd name="T52" fmla="*/ 15 w 24"/>
                <a:gd name="T53" fmla="*/ 28 h 38"/>
                <a:gd name="T54" fmla="*/ 8 w 24"/>
                <a:gd name="T55" fmla="*/ 25 h 38"/>
                <a:gd name="T56" fmla="*/ 8 w 24"/>
                <a:gd name="T57" fmla="*/ 23 h 38"/>
                <a:gd name="T58" fmla="*/ 8 w 24"/>
                <a:gd name="T59" fmla="*/ 23 h 38"/>
                <a:gd name="T60" fmla="*/ 11 w 24"/>
                <a:gd name="T61" fmla="*/ 22 h 38"/>
                <a:gd name="T62" fmla="*/ 11 w 24"/>
                <a:gd name="T63" fmla="*/ 19 h 38"/>
                <a:gd name="T64" fmla="*/ 5 w 24"/>
                <a:gd name="T65" fmla="*/ 17 h 38"/>
                <a:gd name="T66" fmla="*/ 5 w 24"/>
                <a:gd name="T67" fmla="*/ 17 h 38"/>
                <a:gd name="T68" fmla="*/ 6 w 24"/>
                <a:gd name="T69" fmla="*/ 7 h 38"/>
                <a:gd name="T70" fmla="*/ 2 w 24"/>
                <a:gd name="T71" fmla="*/ 11 h 38"/>
                <a:gd name="T72" fmla="*/ 2 w 24"/>
                <a:gd name="T73" fmla="*/ 11 h 38"/>
                <a:gd name="T74" fmla="*/ 0 w 24"/>
                <a:gd name="T75" fmla="*/ 11 h 38"/>
                <a:gd name="T76" fmla="*/ 0 w 24"/>
                <a:gd name="T77" fmla="*/ 10 h 38"/>
                <a:gd name="T78" fmla="*/ 3 w 24"/>
                <a:gd name="T79" fmla="*/ 4 h 38"/>
                <a:gd name="T80" fmla="*/ 2 w 24"/>
                <a:gd name="T81" fmla="*/ 1 h 38"/>
                <a:gd name="T82" fmla="*/ 2 w 24"/>
                <a:gd name="T83" fmla="*/ 0 h 38"/>
                <a:gd name="T84" fmla="*/ 2 w 24"/>
                <a:gd name="T8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4" h="38">
                  <a:moveTo>
                    <a:pt x="2" y="0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9" y="1"/>
                  </a:lnTo>
                  <a:lnTo>
                    <a:pt x="9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21" y="20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18" y="20"/>
                  </a:lnTo>
                  <a:lnTo>
                    <a:pt x="19" y="23"/>
                  </a:lnTo>
                  <a:lnTo>
                    <a:pt x="24" y="26"/>
                  </a:lnTo>
                  <a:lnTo>
                    <a:pt x="24" y="28"/>
                  </a:lnTo>
                  <a:lnTo>
                    <a:pt x="22" y="31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2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19" y="38"/>
                  </a:lnTo>
                  <a:lnTo>
                    <a:pt x="19" y="38"/>
                  </a:lnTo>
                  <a:lnTo>
                    <a:pt x="15" y="28"/>
                  </a:lnTo>
                  <a:lnTo>
                    <a:pt x="8" y="25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11" y="22"/>
                  </a:lnTo>
                  <a:lnTo>
                    <a:pt x="11" y="19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6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3" y="4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14" name="Freeform 369">
              <a:extLst>
                <a:ext uri="{FF2B5EF4-FFF2-40B4-BE49-F238E27FC236}">
                  <a16:creationId xmlns:a16="http://schemas.microsoft.com/office/drawing/2014/main" id="{6871ADC9-C38D-6570-F18C-B53E27519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221" y="2746710"/>
              <a:ext cx="41168" cy="49401"/>
            </a:xfrm>
            <a:custGeom>
              <a:avLst/>
              <a:gdLst>
                <a:gd name="T0" fmla="*/ 7 w 20"/>
                <a:gd name="T1" fmla="*/ 0 h 24"/>
                <a:gd name="T2" fmla="*/ 7 w 20"/>
                <a:gd name="T3" fmla="*/ 0 h 24"/>
                <a:gd name="T4" fmla="*/ 17 w 20"/>
                <a:gd name="T5" fmla="*/ 6 h 24"/>
                <a:gd name="T6" fmla="*/ 20 w 20"/>
                <a:gd name="T7" fmla="*/ 9 h 24"/>
                <a:gd name="T8" fmla="*/ 20 w 20"/>
                <a:gd name="T9" fmla="*/ 10 h 24"/>
                <a:gd name="T10" fmla="*/ 19 w 20"/>
                <a:gd name="T11" fmla="*/ 10 h 24"/>
                <a:gd name="T12" fmla="*/ 17 w 20"/>
                <a:gd name="T13" fmla="*/ 10 h 24"/>
                <a:gd name="T14" fmla="*/ 19 w 20"/>
                <a:gd name="T15" fmla="*/ 13 h 24"/>
                <a:gd name="T16" fmla="*/ 19 w 20"/>
                <a:gd name="T17" fmla="*/ 13 h 24"/>
                <a:gd name="T18" fmla="*/ 19 w 20"/>
                <a:gd name="T19" fmla="*/ 13 h 24"/>
                <a:gd name="T20" fmla="*/ 19 w 20"/>
                <a:gd name="T21" fmla="*/ 13 h 24"/>
                <a:gd name="T22" fmla="*/ 17 w 20"/>
                <a:gd name="T23" fmla="*/ 13 h 24"/>
                <a:gd name="T24" fmla="*/ 20 w 20"/>
                <a:gd name="T25" fmla="*/ 15 h 24"/>
                <a:gd name="T26" fmla="*/ 20 w 20"/>
                <a:gd name="T27" fmla="*/ 15 h 24"/>
                <a:gd name="T28" fmla="*/ 20 w 20"/>
                <a:gd name="T29" fmla="*/ 22 h 24"/>
                <a:gd name="T30" fmla="*/ 20 w 20"/>
                <a:gd name="T31" fmla="*/ 22 h 24"/>
                <a:gd name="T32" fmla="*/ 19 w 20"/>
                <a:gd name="T33" fmla="*/ 22 h 24"/>
                <a:gd name="T34" fmla="*/ 19 w 20"/>
                <a:gd name="T35" fmla="*/ 22 h 24"/>
                <a:gd name="T36" fmla="*/ 10 w 20"/>
                <a:gd name="T37" fmla="*/ 15 h 24"/>
                <a:gd name="T38" fmla="*/ 11 w 20"/>
                <a:gd name="T39" fmla="*/ 21 h 24"/>
                <a:gd name="T40" fmla="*/ 10 w 20"/>
                <a:gd name="T41" fmla="*/ 24 h 24"/>
                <a:gd name="T42" fmla="*/ 9 w 20"/>
                <a:gd name="T43" fmla="*/ 24 h 24"/>
                <a:gd name="T44" fmla="*/ 9 w 20"/>
                <a:gd name="T45" fmla="*/ 24 h 24"/>
                <a:gd name="T46" fmla="*/ 9 w 20"/>
                <a:gd name="T47" fmla="*/ 24 h 24"/>
                <a:gd name="T48" fmla="*/ 1 w 20"/>
                <a:gd name="T49" fmla="*/ 13 h 24"/>
                <a:gd name="T50" fmla="*/ 1 w 20"/>
                <a:gd name="T51" fmla="*/ 13 h 24"/>
                <a:gd name="T52" fmla="*/ 3 w 20"/>
                <a:gd name="T53" fmla="*/ 10 h 24"/>
                <a:gd name="T54" fmla="*/ 0 w 20"/>
                <a:gd name="T55" fmla="*/ 6 h 24"/>
                <a:gd name="T56" fmla="*/ 1 w 20"/>
                <a:gd name="T57" fmla="*/ 5 h 24"/>
                <a:gd name="T58" fmla="*/ 7 w 20"/>
                <a:gd name="T59" fmla="*/ 0 h 24"/>
                <a:gd name="T60" fmla="*/ 7 w 20"/>
                <a:gd name="T6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0" h="24">
                  <a:moveTo>
                    <a:pt x="7" y="0"/>
                  </a:moveTo>
                  <a:lnTo>
                    <a:pt x="7" y="0"/>
                  </a:lnTo>
                  <a:lnTo>
                    <a:pt x="17" y="6"/>
                  </a:lnTo>
                  <a:lnTo>
                    <a:pt x="20" y="9"/>
                  </a:lnTo>
                  <a:lnTo>
                    <a:pt x="20" y="10"/>
                  </a:lnTo>
                  <a:lnTo>
                    <a:pt x="19" y="10"/>
                  </a:lnTo>
                  <a:lnTo>
                    <a:pt x="17" y="10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20" y="15"/>
                  </a:lnTo>
                  <a:lnTo>
                    <a:pt x="20" y="15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10" y="15"/>
                  </a:lnTo>
                  <a:lnTo>
                    <a:pt x="11" y="21"/>
                  </a:lnTo>
                  <a:lnTo>
                    <a:pt x="10" y="24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3" y="10"/>
                  </a:lnTo>
                  <a:lnTo>
                    <a:pt x="0" y="6"/>
                  </a:lnTo>
                  <a:lnTo>
                    <a:pt x="1" y="5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15" name="Freeform 371">
              <a:extLst>
                <a:ext uri="{FF2B5EF4-FFF2-40B4-BE49-F238E27FC236}">
                  <a16:creationId xmlns:a16="http://schemas.microsoft.com/office/drawing/2014/main" id="{F0ED1586-9E2A-3307-CDF3-4F66AFA08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315" y="2841396"/>
              <a:ext cx="8234" cy="14408"/>
            </a:xfrm>
            <a:custGeom>
              <a:avLst/>
              <a:gdLst>
                <a:gd name="T0" fmla="*/ 1 w 4"/>
                <a:gd name="T1" fmla="*/ 0 h 7"/>
                <a:gd name="T2" fmla="*/ 1 w 4"/>
                <a:gd name="T3" fmla="*/ 0 h 7"/>
                <a:gd name="T4" fmla="*/ 4 w 4"/>
                <a:gd name="T5" fmla="*/ 3 h 7"/>
                <a:gd name="T6" fmla="*/ 4 w 4"/>
                <a:gd name="T7" fmla="*/ 3 h 7"/>
                <a:gd name="T8" fmla="*/ 4 w 4"/>
                <a:gd name="T9" fmla="*/ 6 h 7"/>
                <a:gd name="T10" fmla="*/ 4 w 4"/>
                <a:gd name="T11" fmla="*/ 7 h 7"/>
                <a:gd name="T12" fmla="*/ 4 w 4"/>
                <a:gd name="T13" fmla="*/ 7 h 7"/>
                <a:gd name="T14" fmla="*/ 3 w 4"/>
                <a:gd name="T15" fmla="*/ 6 h 7"/>
                <a:gd name="T16" fmla="*/ 0 w 4"/>
                <a:gd name="T17" fmla="*/ 0 h 7"/>
                <a:gd name="T18" fmla="*/ 0 w 4"/>
                <a:gd name="T19" fmla="*/ 0 h 7"/>
                <a:gd name="T20" fmla="*/ 1 w 4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7">
                  <a:moveTo>
                    <a:pt x="1" y="0"/>
                  </a:moveTo>
                  <a:lnTo>
                    <a:pt x="1" y="0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7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16" name="Freeform 373">
              <a:extLst>
                <a:ext uri="{FF2B5EF4-FFF2-40B4-BE49-F238E27FC236}">
                  <a16:creationId xmlns:a16="http://schemas.microsoft.com/office/drawing/2014/main" id="{EE5A25CC-DCDE-E223-84B9-DF53749DB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0790" y="2841396"/>
              <a:ext cx="12350" cy="8234"/>
            </a:xfrm>
            <a:custGeom>
              <a:avLst/>
              <a:gdLst>
                <a:gd name="T0" fmla="*/ 6 w 6"/>
                <a:gd name="T1" fmla="*/ 0 h 4"/>
                <a:gd name="T2" fmla="*/ 6 w 6"/>
                <a:gd name="T3" fmla="*/ 0 h 4"/>
                <a:gd name="T4" fmla="*/ 6 w 6"/>
                <a:gd name="T5" fmla="*/ 0 h 4"/>
                <a:gd name="T6" fmla="*/ 5 w 6"/>
                <a:gd name="T7" fmla="*/ 4 h 4"/>
                <a:gd name="T8" fmla="*/ 5 w 6"/>
                <a:gd name="T9" fmla="*/ 4 h 4"/>
                <a:gd name="T10" fmla="*/ 5 w 6"/>
                <a:gd name="T11" fmla="*/ 4 h 4"/>
                <a:gd name="T12" fmla="*/ 3 w 6"/>
                <a:gd name="T13" fmla="*/ 4 h 4"/>
                <a:gd name="T14" fmla="*/ 0 w 6"/>
                <a:gd name="T15" fmla="*/ 2 h 4"/>
                <a:gd name="T16" fmla="*/ 0 w 6"/>
                <a:gd name="T17" fmla="*/ 2 h 4"/>
                <a:gd name="T18" fmla="*/ 2 w 6"/>
                <a:gd name="T19" fmla="*/ 0 h 4"/>
                <a:gd name="T20" fmla="*/ 2 w 6"/>
                <a:gd name="T21" fmla="*/ 0 h 4"/>
                <a:gd name="T22" fmla="*/ 3 w 6"/>
                <a:gd name="T23" fmla="*/ 0 h 4"/>
                <a:gd name="T24" fmla="*/ 5 w 6"/>
                <a:gd name="T25" fmla="*/ 0 h 4"/>
                <a:gd name="T26" fmla="*/ 6 w 6"/>
                <a:gd name="T2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" h="4"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3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17" name="Freeform 374">
              <a:extLst>
                <a:ext uri="{FF2B5EF4-FFF2-40B4-BE49-F238E27FC236}">
                  <a16:creationId xmlns:a16="http://schemas.microsoft.com/office/drawing/2014/main" id="{FA59AEFD-F62C-0413-27A7-CAADE97A4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10790" y="2839338"/>
              <a:ext cx="12350" cy="10292"/>
            </a:xfrm>
            <a:custGeom>
              <a:avLst/>
              <a:gdLst>
                <a:gd name="T0" fmla="*/ 6 w 6"/>
                <a:gd name="T1" fmla="*/ 1 h 5"/>
                <a:gd name="T2" fmla="*/ 2 w 6"/>
                <a:gd name="T3" fmla="*/ 3 h 5"/>
                <a:gd name="T4" fmla="*/ 5 w 6"/>
                <a:gd name="T5" fmla="*/ 4 h 5"/>
                <a:gd name="T6" fmla="*/ 6 w 6"/>
                <a:gd name="T7" fmla="*/ 1 h 5"/>
                <a:gd name="T8" fmla="*/ 6 w 6"/>
                <a:gd name="T9" fmla="*/ 0 h 5"/>
                <a:gd name="T10" fmla="*/ 6 w 6"/>
                <a:gd name="T11" fmla="*/ 1 h 5"/>
                <a:gd name="T12" fmla="*/ 6 w 6"/>
                <a:gd name="T13" fmla="*/ 3 h 5"/>
                <a:gd name="T14" fmla="*/ 6 w 6"/>
                <a:gd name="T15" fmla="*/ 5 h 5"/>
                <a:gd name="T16" fmla="*/ 5 w 6"/>
                <a:gd name="T17" fmla="*/ 5 h 5"/>
                <a:gd name="T18" fmla="*/ 5 w 6"/>
                <a:gd name="T19" fmla="*/ 5 h 5"/>
                <a:gd name="T20" fmla="*/ 3 w 6"/>
                <a:gd name="T21" fmla="*/ 5 h 5"/>
                <a:gd name="T22" fmla="*/ 0 w 6"/>
                <a:gd name="T23" fmla="*/ 3 h 5"/>
                <a:gd name="T24" fmla="*/ 0 w 6"/>
                <a:gd name="T25" fmla="*/ 1 h 5"/>
                <a:gd name="T26" fmla="*/ 2 w 6"/>
                <a:gd name="T27" fmla="*/ 1 h 5"/>
                <a:gd name="T28" fmla="*/ 5 w 6"/>
                <a:gd name="T29" fmla="*/ 0 h 5"/>
                <a:gd name="T30" fmla="*/ 6 w 6"/>
                <a:gd name="T3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" h="5">
                  <a:moveTo>
                    <a:pt x="6" y="1"/>
                  </a:moveTo>
                  <a:lnTo>
                    <a:pt x="2" y="3"/>
                  </a:lnTo>
                  <a:lnTo>
                    <a:pt x="5" y="4"/>
                  </a:lnTo>
                  <a:lnTo>
                    <a:pt x="6" y="1"/>
                  </a:lnTo>
                  <a:close/>
                  <a:moveTo>
                    <a:pt x="6" y="0"/>
                  </a:moveTo>
                  <a:lnTo>
                    <a:pt x="6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2" y="1"/>
                  </a:lnTo>
                  <a:lnTo>
                    <a:pt x="5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18" name="Freeform 375">
              <a:extLst>
                <a:ext uri="{FF2B5EF4-FFF2-40B4-BE49-F238E27FC236}">
                  <a16:creationId xmlns:a16="http://schemas.microsoft.com/office/drawing/2014/main" id="{4DB72483-28DB-FE12-6AF4-D3A0B9047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4906" y="2822870"/>
              <a:ext cx="8234" cy="12350"/>
            </a:xfrm>
            <a:custGeom>
              <a:avLst/>
              <a:gdLst>
                <a:gd name="T0" fmla="*/ 1 w 4"/>
                <a:gd name="T1" fmla="*/ 0 h 6"/>
                <a:gd name="T2" fmla="*/ 3 w 4"/>
                <a:gd name="T3" fmla="*/ 2 h 6"/>
                <a:gd name="T4" fmla="*/ 4 w 4"/>
                <a:gd name="T5" fmla="*/ 6 h 6"/>
                <a:gd name="T6" fmla="*/ 4 w 4"/>
                <a:gd name="T7" fmla="*/ 6 h 6"/>
                <a:gd name="T8" fmla="*/ 4 w 4"/>
                <a:gd name="T9" fmla="*/ 6 h 6"/>
                <a:gd name="T10" fmla="*/ 1 w 4"/>
                <a:gd name="T11" fmla="*/ 6 h 6"/>
                <a:gd name="T12" fmla="*/ 0 w 4"/>
                <a:gd name="T13" fmla="*/ 5 h 6"/>
                <a:gd name="T14" fmla="*/ 1 w 4"/>
                <a:gd name="T15" fmla="*/ 2 h 6"/>
                <a:gd name="T16" fmla="*/ 1 w 4"/>
                <a:gd name="T17" fmla="*/ 0 h 6"/>
                <a:gd name="T18" fmla="*/ 1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lnTo>
                    <a:pt x="3" y="2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1" y="6"/>
                  </a:lnTo>
                  <a:lnTo>
                    <a:pt x="0" y="5"/>
                  </a:lnTo>
                  <a:lnTo>
                    <a:pt x="1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19" name="Freeform 376">
              <a:extLst>
                <a:ext uri="{FF2B5EF4-FFF2-40B4-BE49-F238E27FC236}">
                  <a16:creationId xmlns:a16="http://schemas.microsoft.com/office/drawing/2014/main" id="{438F9A34-E11E-4585-689A-81FA250F83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14906" y="2822870"/>
              <a:ext cx="12350" cy="16467"/>
            </a:xfrm>
            <a:custGeom>
              <a:avLst/>
              <a:gdLst>
                <a:gd name="T0" fmla="*/ 1 w 6"/>
                <a:gd name="T1" fmla="*/ 2 h 8"/>
                <a:gd name="T2" fmla="*/ 1 w 6"/>
                <a:gd name="T3" fmla="*/ 6 h 8"/>
                <a:gd name="T4" fmla="*/ 4 w 6"/>
                <a:gd name="T5" fmla="*/ 6 h 8"/>
                <a:gd name="T6" fmla="*/ 1 w 6"/>
                <a:gd name="T7" fmla="*/ 2 h 8"/>
                <a:gd name="T8" fmla="*/ 1 w 6"/>
                <a:gd name="T9" fmla="*/ 0 h 8"/>
                <a:gd name="T10" fmla="*/ 3 w 6"/>
                <a:gd name="T11" fmla="*/ 0 h 8"/>
                <a:gd name="T12" fmla="*/ 6 w 6"/>
                <a:gd name="T13" fmla="*/ 6 h 8"/>
                <a:gd name="T14" fmla="*/ 6 w 6"/>
                <a:gd name="T15" fmla="*/ 8 h 8"/>
                <a:gd name="T16" fmla="*/ 4 w 6"/>
                <a:gd name="T17" fmla="*/ 8 h 8"/>
                <a:gd name="T18" fmla="*/ 4 w 6"/>
                <a:gd name="T19" fmla="*/ 8 h 8"/>
                <a:gd name="T20" fmla="*/ 1 w 6"/>
                <a:gd name="T21" fmla="*/ 8 h 8"/>
                <a:gd name="T22" fmla="*/ 0 w 6"/>
                <a:gd name="T23" fmla="*/ 6 h 8"/>
                <a:gd name="T24" fmla="*/ 0 w 6"/>
                <a:gd name="T25" fmla="*/ 5 h 8"/>
                <a:gd name="T26" fmla="*/ 0 w 6"/>
                <a:gd name="T27" fmla="*/ 2 h 8"/>
                <a:gd name="T28" fmla="*/ 0 w 6"/>
                <a:gd name="T29" fmla="*/ 0 h 8"/>
                <a:gd name="T30" fmla="*/ 1 w 6"/>
                <a:gd name="T31" fmla="*/ 0 h 8"/>
                <a:gd name="T32" fmla="*/ 1 w 6"/>
                <a:gd name="T3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" h="8">
                  <a:moveTo>
                    <a:pt x="1" y="2"/>
                  </a:moveTo>
                  <a:lnTo>
                    <a:pt x="1" y="6"/>
                  </a:lnTo>
                  <a:lnTo>
                    <a:pt x="4" y="6"/>
                  </a:lnTo>
                  <a:lnTo>
                    <a:pt x="1" y="2"/>
                  </a:lnTo>
                  <a:close/>
                  <a:moveTo>
                    <a:pt x="1" y="0"/>
                  </a:moveTo>
                  <a:lnTo>
                    <a:pt x="3" y="0"/>
                  </a:lnTo>
                  <a:lnTo>
                    <a:pt x="6" y="6"/>
                  </a:lnTo>
                  <a:lnTo>
                    <a:pt x="6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1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20" name="Freeform 377">
              <a:extLst>
                <a:ext uri="{FF2B5EF4-FFF2-40B4-BE49-F238E27FC236}">
                  <a16:creationId xmlns:a16="http://schemas.microsoft.com/office/drawing/2014/main" id="{212137E9-D74D-669E-3FA6-79A2B9A31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088" y="2808462"/>
              <a:ext cx="28817" cy="32934"/>
            </a:xfrm>
            <a:custGeom>
              <a:avLst/>
              <a:gdLst>
                <a:gd name="T0" fmla="*/ 2 w 14"/>
                <a:gd name="T1" fmla="*/ 0 h 16"/>
                <a:gd name="T2" fmla="*/ 3 w 14"/>
                <a:gd name="T3" fmla="*/ 1 h 16"/>
                <a:gd name="T4" fmla="*/ 5 w 14"/>
                <a:gd name="T5" fmla="*/ 1 h 16"/>
                <a:gd name="T6" fmla="*/ 8 w 14"/>
                <a:gd name="T7" fmla="*/ 1 h 16"/>
                <a:gd name="T8" fmla="*/ 11 w 14"/>
                <a:gd name="T9" fmla="*/ 3 h 16"/>
                <a:gd name="T10" fmla="*/ 12 w 14"/>
                <a:gd name="T11" fmla="*/ 3 h 16"/>
                <a:gd name="T12" fmla="*/ 12 w 14"/>
                <a:gd name="T13" fmla="*/ 3 h 16"/>
                <a:gd name="T14" fmla="*/ 14 w 14"/>
                <a:gd name="T15" fmla="*/ 10 h 16"/>
                <a:gd name="T16" fmla="*/ 14 w 14"/>
                <a:gd name="T17" fmla="*/ 12 h 16"/>
                <a:gd name="T18" fmla="*/ 14 w 14"/>
                <a:gd name="T19" fmla="*/ 12 h 16"/>
                <a:gd name="T20" fmla="*/ 14 w 14"/>
                <a:gd name="T21" fmla="*/ 12 h 16"/>
                <a:gd name="T22" fmla="*/ 11 w 14"/>
                <a:gd name="T23" fmla="*/ 9 h 16"/>
                <a:gd name="T24" fmla="*/ 12 w 14"/>
                <a:gd name="T25" fmla="*/ 15 h 16"/>
                <a:gd name="T26" fmla="*/ 12 w 14"/>
                <a:gd name="T27" fmla="*/ 16 h 16"/>
                <a:gd name="T28" fmla="*/ 12 w 14"/>
                <a:gd name="T29" fmla="*/ 16 h 16"/>
                <a:gd name="T30" fmla="*/ 11 w 14"/>
                <a:gd name="T31" fmla="*/ 16 h 16"/>
                <a:gd name="T32" fmla="*/ 9 w 14"/>
                <a:gd name="T33" fmla="*/ 16 h 16"/>
                <a:gd name="T34" fmla="*/ 6 w 14"/>
                <a:gd name="T35" fmla="*/ 16 h 16"/>
                <a:gd name="T36" fmla="*/ 5 w 14"/>
                <a:gd name="T37" fmla="*/ 16 h 16"/>
                <a:gd name="T38" fmla="*/ 5 w 14"/>
                <a:gd name="T39" fmla="*/ 16 h 16"/>
                <a:gd name="T40" fmla="*/ 2 w 14"/>
                <a:gd name="T41" fmla="*/ 6 h 16"/>
                <a:gd name="T42" fmla="*/ 0 w 14"/>
                <a:gd name="T43" fmla="*/ 1 h 16"/>
                <a:gd name="T44" fmla="*/ 0 w 14"/>
                <a:gd name="T45" fmla="*/ 1 h 16"/>
                <a:gd name="T46" fmla="*/ 2 w 14"/>
                <a:gd name="T4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" h="16">
                  <a:moveTo>
                    <a:pt x="2" y="0"/>
                  </a:moveTo>
                  <a:lnTo>
                    <a:pt x="3" y="1"/>
                  </a:lnTo>
                  <a:lnTo>
                    <a:pt x="5" y="1"/>
                  </a:lnTo>
                  <a:lnTo>
                    <a:pt x="8" y="1"/>
                  </a:lnTo>
                  <a:lnTo>
                    <a:pt x="11" y="3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1" y="9"/>
                  </a:lnTo>
                  <a:lnTo>
                    <a:pt x="12" y="15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1" y="16"/>
                  </a:lnTo>
                  <a:lnTo>
                    <a:pt x="9" y="16"/>
                  </a:lnTo>
                  <a:lnTo>
                    <a:pt x="6" y="16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2" y="6"/>
                  </a:ln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21" name="Freeform 379">
              <a:extLst>
                <a:ext uri="{FF2B5EF4-FFF2-40B4-BE49-F238E27FC236}">
                  <a16:creationId xmlns:a16="http://schemas.microsoft.com/office/drawing/2014/main" id="{8DA2E30E-8C94-7B74-AE08-BD827806B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3738" y="2820812"/>
              <a:ext cx="18526" cy="39109"/>
            </a:xfrm>
            <a:custGeom>
              <a:avLst/>
              <a:gdLst>
                <a:gd name="T0" fmla="*/ 0 w 9"/>
                <a:gd name="T1" fmla="*/ 0 h 19"/>
                <a:gd name="T2" fmla="*/ 0 w 9"/>
                <a:gd name="T3" fmla="*/ 0 h 19"/>
                <a:gd name="T4" fmla="*/ 8 w 9"/>
                <a:gd name="T5" fmla="*/ 1 h 19"/>
                <a:gd name="T6" fmla="*/ 9 w 9"/>
                <a:gd name="T7" fmla="*/ 1 h 19"/>
                <a:gd name="T8" fmla="*/ 9 w 9"/>
                <a:gd name="T9" fmla="*/ 6 h 19"/>
                <a:gd name="T10" fmla="*/ 9 w 9"/>
                <a:gd name="T11" fmla="*/ 6 h 19"/>
                <a:gd name="T12" fmla="*/ 9 w 9"/>
                <a:gd name="T13" fmla="*/ 7 h 19"/>
                <a:gd name="T14" fmla="*/ 8 w 9"/>
                <a:gd name="T15" fmla="*/ 7 h 19"/>
                <a:gd name="T16" fmla="*/ 8 w 9"/>
                <a:gd name="T17" fmla="*/ 17 h 19"/>
                <a:gd name="T18" fmla="*/ 8 w 9"/>
                <a:gd name="T19" fmla="*/ 19 h 19"/>
                <a:gd name="T20" fmla="*/ 6 w 9"/>
                <a:gd name="T21" fmla="*/ 19 h 19"/>
                <a:gd name="T22" fmla="*/ 6 w 9"/>
                <a:gd name="T23" fmla="*/ 17 h 19"/>
                <a:gd name="T24" fmla="*/ 3 w 9"/>
                <a:gd name="T25" fmla="*/ 14 h 19"/>
                <a:gd name="T26" fmla="*/ 3 w 9"/>
                <a:gd name="T27" fmla="*/ 10 h 19"/>
                <a:gd name="T28" fmla="*/ 3 w 9"/>
                <a:gd name="T29" fmla="*/ 9 h 19"/>
                <a:gd name="T30" fmla="*/ 5 w 9"/>
                <a:gd name="T31" fmla="*/ 9 h 19"/>
                <a:gd name="T32" fmla="*/ 3 w 9"/>
                <a:gd name="T33" fmla="*/ 6 h 19"/>
                <a:gd name="T34" fmla="*/ 0 w 9"/>
                <a:gd name="T35" fmla="*/ 0 h 19"/>
                <a:gd name="T36" fmla="*/ 0 w 9"/>
                <a:gd name="T37" fmla="*/ 0 h 19"/>
                <a:gd name="T38" fmla="*/ 0 w 9"/>
                <a:gd name="T3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" h="19">
                  <a:moveTo>
                    <a:pt x="0" y="0"/>
                  </a:moveTo>
                  <a:lnTo>
                    <a:pt x="0" y="0"/>
                  </a:lnTo>
                  <a:lnTo>
                    <a:pt x="8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7"/>
                  </a:lnTo>
                  <a:lnTo>
                    <a:pt x="8" y="7"/>
                  </a:lnTo>
                  <a:lnTo>
                    <a:pt x="8" y="17"/>
                  </a:lnTo>
                  <a:lnTo>
                    <a:pt x="8" y="19"/>
                  </a:lnTo>
                  <a:lnTo>
                    <a:pt x="6" y="19"/>
                  </a:lnTo>
                  <a:lnTo>
                    <a:pt x="6" y="17"/>
                  </a:lnTo>
                  <a:lnTo>
                    <a:pt x="3" y="14"/>
                  </a:lnTo>
                  <a:lnTo>
                    <a:pt x="3" y="10"/>
                  </a:lnTo>
                  <a:lnTo>
                    <a:pt x="3" y="9"/>
                  </a:lnTo>
                  <a:lnTo>
                    <a:pt x="5" y="9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22" name="Freeform 381">
              <a:extLst>
                <a:ext uri="{FF2B5EF4-FFF2-40B4-BE49-F238E27FC236}">
                  <a16:creationId xmlns:a16="http://schemas.microsoft.com/office/drawing/2014/main" id="{0A5FB6BD-B569-1FDF-853A-9EBE5F7BD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5505" y="2757001"/>
              <a:ext cx="24701" cy="57635"/>
            </a:xfrm>
            <a:custGeom>
              <a:avLst/>
              <a:gdLst>
                <a:gd name="T0" fmla="*/ 4 w 12"/>
                <a:gd name="T1" fmla="*/ 0 h 28"/>
                <a:gd name="T2" fmla="*/ 4 w 12"/>
                <a:gd name="T3" fmla="*/ 0 h 28"/>
                <a:gd name="T4" fmla="*/ 6 w 12"/>
                <a:gd name="T5" fmla="*/ 0 h 28"/>
                <a:gd name="T6" fmla="*/ 7 w 12"/>
                <a:gd name="T7" fmla="*/ 2 h 28"/>
                <a:gd name="T8" fmla="*/ 12 w 12"/>
                <a:gd name="T9" fmla="*/ 19 h 28"/>
                <a:gd name="T10" fmla="*/ 12 w 12"/>
                <a:gd name="T11" fmla="*/ 20 h 28"/>
                <a:gd name="T12" fmla="*/ 12 w 12"/>
                <a:gd name="T13" fmla="*/ 20 h 28"/>
                <a:gd name="T14" fmla="*/ 12 w 12"/>
                <a:gd name="T15" fmla="*/ 20 h 28"/>
                <a:gd name="T16" fmla="*/ 9 w 12"/>
                <a:gd name="T17" fmla="*/ 19 h 28"/>
                <a:gd name="T18" fmla="*/ 9 w 12"/>
                <a:gd name="T19" fmla="*/ 22 h 28"/>
                <a:gd name="T20" fmla="*/ 9 w 12"/>
                <a:gd name="T21" fmla="*/ 23 h 28"/>
                <a:gd name="T22" fmla="*/ 4 w 12"/>
                <a:gd name="T23" fmla="*/ 28 h 28"/>
                <a:gd name="T24" fmla="*/ 3 w 12"/>
                <a:gd name="T25" fmla="*/ 28 h 28"/>
                <a:gd name="T26" fmla="*/ 3 w 12"/>
                <a:gd name="T27" fmla="*/ 28 h 28"/>
                <a:gd name="T28" fmla="*/ 3 w 12"/>
                <a:gd name="T29" fmla="*/ 26 h 28"/>
                <a:gd name="T30" fmla="*/ 3 w 12"/>
                <a:gd name="T31" fmla="*/ 19 h 28"/>
                <a:gd name="T32" fmla="*/ 3 w 12"/>
                <a:gd name="T33" fmla="*/ 19 h 28"/>
                <a:gd name="T34" fmla="*/ 4 w 12"/>
                <a:gd name="T35" fmla="*/ 17 h 28"/>
                <a:gd name="T36" fmla="*/ 3 w 12"/>
                <a:gd name="T37" fmla="*/ 16 h 28"/>
                <a:gd name="T38" fmla="*/ 3 w 12"/>
                <a:gd name="T39" fmla="*/ 16 h 28"/>
                <a:gd name="T40" fmla="*/ 3 w 12"/>
                <a:gd name="T41" fmla="*/ 14 h 28"/>
                <a:gd name="T42" fmla="*/ 4 w 12"/>
                <a:gd name="T43" fmla="*/ 14 h 28"/>
                <a:gd name="T44" fmla="*/ 1 w 12"/>
                <a:gd name="T45" fmla="*/ 14 h 28"/>
                <a:gd name="T46" fmla="*/ 1 w 12"/>
                <a:gd name="T47" fmla="*/ 14 h 28"/>
                <a:gd name="T48" fmla="*/ 0 w 12"/>
                <a:gd name="T49" fmla="*/ 2 h 28"/>
                <a:gd name="T50" fmla="*/ 0 w 12"/>
                <a:gd name="T51" fmla="*/ 1 h 28"/>
                <a:gd name="T52" fmla="*/ 4 w 12"/>
                <a:gd name="T53" fmla="*/ 0 h 28"/>
                <a:gd name="T54" fmla="*/ 4 w 12"/>
                <a:gd name="T5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" h="28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7" y="2"/>
                  </a:lnTo>
                  <a:lnTo>
                    <a:pt x="12" y="19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9" y="19"/>
                  </a:lnTo>
                  <a:lnTo>
                    <a:pt x="9" y="22"/>
                  </a:lnTo>
                  <a:lnTo>
                    <a:pt x="9" y="23"/>
                  </a:lnTo>
                  <a:lnTo>
                    <a:pt x="4" y="28"/>
                  </a:lnTo>
                  <a:lnTo>
                    <a:pt x="3" y="28"/>
                  </a:lnTo>
                  <a:lnTo>
                    <a:pt x="3" y="28"/>
                  </a:lnTo>
                  <a:lnTo>
                    <a:pt x="3" y="26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4" y="14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0" y="2"/>
                  </a:lnTo>
                  <a:lnTo>
                    <a:pt x="0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23" name="Freeform 383">
              <a:extLst>
                <a:ext uri="{FF2B5EF4-FFF2-40B4-BE49-F238E27FC236}">
                  <a16:creationId xmlns:a16="http://schemas.microsoft.com/office/drawing/2014/main" id="{2DA28303-4729-D053-0047-25F5DD1BC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0804" y="2785819"/>
              <a:ext cx="30876" cy="67927"/>
            </a:xfrm>
            <a:custGeom>
              <a:avLst/>
              <a:gdLst>
                <a:gd name="T0" fmla="*/ 3 w 15"/>
                <a:gd name="T1" fmla="*/ 0 h 33"/>
                <a:gd name="T2" fmla="*/ 3 w 15"/>
                <a:gd name="T3" fmla="*/ 0 h 33"/>
                <a:gd name="T4" fmla="*/ 10 w 15"/>
                <a:gd name="T5" fmla="*/ 6 h 33"/>
                <a:gd name="T6" fmla="*/ 15 w 15"/>
                <a:gd name="T7" fmla="*/ 23 h 33"/>
                <a:gd name="T8" fmla="*/ 13 w 15"/>
                <a:gd name="T9" fmla="*/ 33 h 33"/>
                <a:gd name="T10" fmla="*/ 13 w 15"/>
                <a:gd name="T11" fmla="*/ 33 h 33"/>
                <a:gd name="T12" fmla="*/ 13 w 15"/>
                <a:gd name="T13" fmla="*/ 33 h 33"/>
                <a:gd name="T14" fmla="*/ 12 w 15"/>
                <a:gd name="T15" fmla="*/ 33 h 33"/>
                <a:gd name="T16" fmla="*/ 9 w 15"/>
                <a:gd name="T17" fmla="*/ 24 h 33"/>
                <a:gd name="T18" fmla="*/ 9 w 15"/>
                <a:gd name="T19" fmla="*/ 24 h 33"/>
                <a:gd name="T20" fmla="*/ 9 w 15"/>
                <a:gd name="T21" fmla="*/ 21 h 33"/>
                <a:gd name="T22" fmla="*/ 9 w 15"/>
                <a:gd name="T23" fmla="*/ 21 h 33"/>
                <a:gd name="T24" fmla="*/ 9 w 15"/>
                <a:gd name="T25" fmla="*/ 21 h 33"/>
                <a:gd name="T26" fmla="*/ 4 w 15"/>
                <a:gd name="T27" fmla="*/ 17 h 33"/>
                <a:gd name="T28" fmla="*/ 3 w 15"/>
                <a:gd name="T29" fmla="*/ 17 h 33"/>
                <a:gd name="T30" fmla="*/ 6 w 15"/>
                <a:gd name="T31" fmla="*/ 12 h 33"/>
                <a:gd name="T32" fmla="*/ 0 w 15"/>
                <a:gd name="T33" fmla="*/ 6 h 33"/>
                <a:gd name="T34" fmla="*/ 0 w 15"/>
                <a:gd name="T35" fmla="*/ 6 h 33"/>
                <a:gd name="T36" fmla="*/ 1 w 15"/>
                <a:gd name="T37" fmla="*/ 0 h 33"/>
                <a:gd name="T38" fmla="*/ 3 w 15"/>
                <a:gd name="T39" fmla="*/ 0 h 33"/>
                <a:gd name="T40" fmla="*/ 3 w 15"/>
                <a:gd name="T4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33">
                  <a:moveTo>
                    <a:pt x="3" y="0"/>
                  </a:moveTo>
                  <a:lnTo>
                    <a:pt x="3" y="0"/>
                  </a:lnTo>
                  <a:lnTo>
                    <a:pt x="10" y="6"/>
                  </a:lnTo>
                  <a:lnTo>
                    <a:pt x="15" y="23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2" y="33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21"/>
                  </a:lnTo>
                  <a:lnTo>
                    <a:pt x="9" y="21"/>
                  </a:lnTo>
                  <a:lnTo>
                    <a:pt x="9" y="21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6" y="12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24" name="Freeform 399">
              <a:extLst>
                <a:ext uri="{FF2B5EF4-FFF2-40B4-BE49-F238E27FC236}">
                  <a16:creationId xmlns:a16="http://schemas.microsoft.com/office/drawing/2014/main" id="{F5FB98BB-5D5B-37C4-7D45-6A8F6D541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1429" y="1694872"/>
              <a:ext cx="778071" cy="862465"/>
            </a:xfrm>
            <a:custGeom>
              <a:avLst/>
              <a:gdLst>
                <a:gd name="T0" fmla="*/ 52 w 378"/>
                <a:gd name="T1" fmla="*/ 81 h 419"/>
                <a:gd name="T2" fmla="*/ 68 w 378"/>
                <a:gd name="T3" fmla="*/ 112 h 419"/>
                <a:gd name="T4" fmla="*/ 68 w 378"/>
                <a:gd name="T5" fmla="*/ 62 h 419"/>
                <a:gd name="T6" fmla="*/ 61 w 378"/>
                <a:gd name="T7" fmla="*/ 31 h 419"/>
                <a:gd name="T8" fmla="*/ 78 w 378"/>
                <a:gd name="T9" fmla="*/ 31 h 419"/>
                <a:gd name="T10" fmla="*/ 68 w 378"/>
                <a:gd name="T11" fmla="*/ 19 h 419"/>
                <a:gd name="T12" fmla="*/ 81 w 378"/>
                <a:gd name="T13" fmla="*/ 13 h 419"/>
                <a:gd name="T14" fmla="*/ 116 w 378"/>
                <a:gd name="T15" fmla="*/ 23 h 419"/>
                <a:gd name="T16" fmla="*/ 126 w 378"/>
                <a:gd name="T17" fmla="*/ 72 h 419"/>
                <a:gd name="T18" fmla="*/ 136 w 378"/>
                <a:gd name="T19" fmla="*/ 54 h 419"/>
                <a:gd name="T20" fmla="*/ 166 w 378"/>
                <a:gd name="T21" fmla="*/ 44 h 419"/>
                <a:gd name="T22" fmla="*/ 209 w 378"/>
                <a:gd name="T23" fmla="*/ 84 h 419"/>
                <a:gd name="T24" fmla="*/ 218 w 378"/>
                <a:gd name="T25" fmla="*/ 94 h 419"/>
                <a:gd name="T26" fmla="*/ 227 w 378"/>
                <a:gd name="T27" fmla="*/ 96 h 419"/>
                <a:gd name="T28" fmla="*/ 250 w 378"/>
                <a:gd name="T29" fmla="*/ 112 h 419"/>
                <a:gd name="T30" fmla="*/ 267 w 378"/>
                <a:gd name="T31" fmla="*/ 124 h 419"/>
                <a:gd name="T32" fmla="*/ 286 w 378"/>
                <a:gd name="T33" fmla="*/ 135 h 419"/>
                <a:gd name="T34" fmla="*/ 283 w 378"/>
                <a:gd name="T35" fmla="*/ 149 h 419"/>
                <a:gd name="T36" fmla="*/ 290 w 378"/>
                <a:gd name="T37" fmla="*/ 146 h 419"/>
                <a:gd name="T38" fmla="*/ 311 w 378"/>
                <a:gd name="T39" fmla="*/ 185 h 419"/>
                <a:gd name="T40" fmla="*/ 295 w 378"/>
                <a:gd name="T41" fmla="*/ 207 h 419"/>
                <a:gd name="T42" fmla="*/ 317 w 378"/>
                <a:gd name="T43" fmla="*/ 226 h 419"/>
                <a:gd name="T44" fmla="*/ 338 w 378"/>
                <a:gd name="T45" fmla="*/ 237 h 419"/>
                <a:gd name="T46" fmla="*/ 353 w 378"/>
                <a:gd name="T47" fmla="*/ 255 h 419"/>
                <a:gd name="T48" fmla="*/ 368 w 378"/>
                <a:gd name="T49" fmla="*/ 263 h 419"/>
                <a:gd name="T50" fmla="*/ 373 w 378"/>
                <a:gd name="T51" fmla="*/ 289 h 419"/>
                <a:gd name="T52" fmla="*/ 370 w 378"/>
                <a:gd name="T53" fmla="*/ 296 h 419"/>
                <a:gd name="T54" fmla="*/ 354 w 378"/>
                <a:gd name="T55" fmla="*/ 318 h 419"/>
                <a:gd name="T56" fmla="*/ 336 w 378"/>
                <a:gd name="T57" fmla="*/ 323 h 419"/>
                <a:gd name="T58" fmla="*/ 326 w 378"/>
                <a:gd name="T59" fmla="*/ 306 h 419"/>
                <a:gd name="T60" fmla="*/ 305 w 378"/>
                <a:gd name="T61" fmla="*/ 287 h 419"/>
                <a:gd name="T62" fmla="*/ 295 w 378"/>
                <a:gd name="T63" fmla="*/ 283 h 419"/>
                <a:gd name="T64" fmla="*/ 302 w 378"/>
                <a:gd name="T65" fmla="*/ 308 h 419"/>
                <a:gd name="T66" fmla="*/ 317 w 378"/>
                <a:gd name="T67" fmla="*/ 330 h 419"/>
                <a:gd name="T68" fmla="*/ 326 w 378"/>
                <a:gd name="T69" fmla="*/ 336 h 419"/>
                <a:gd name="T70" fmla="*/ 339 w 378"/>
                <a:gd name="T71" fmla="*/ 366 h 419"/>
                <a:gd name="T72" fmla="*/ 338 w 378"/>
                <a:gd name="T73" fmla="*/ 391 h 419"/>
                <a:gd name="T74" fmla="*/ 335 w 378"/>
                <a:gd name="T75" fmla="*/ 400 h 419"/>
                <a:gd name="T76" fmla="*/ 296 w 378"/>
                <a:gd name="T77" fmla="*/ 372 h 419"/>
                <a:gd name="T78" fmla="*/ 317 w 378"/>
                <a:gd name="T79" fmla="*/ 406 h 419"/>
                <a:gd name="T80" fmla="*/ 313 w 378"/>
                <a:gd name="T81" fmla="*/ 419 h 419"/>
                <a:gd name="T82" fmla="*/ 279 w 378"/>
                <a:gd name="T83" fmla="*/ 404 h 419"/>
                <a:gd name="T84" fmla="*/ 267 w 378"/>
                <a:gd name="T85" fmla="*/ 391 h 419"/>
                <a:gd name="T86" fmla="*/ 239 w 378"/>
                <a:gd name="T87" fmla="*/ 370 h 419"/>
                <a:gd name="T88" fmla="*/ 202 w 378"/>
                <a:gd name="T89" fmla="*/ 335 h 419"/>
                <a:gd name="T90" fmla="*/ 190 w 378"/>
                <a:gd name="T91" fmla="*/ 347 h 419"/>
                <a:gd name="T92" fmla="*/ 160 w 378"/>
                <a:gd name="T93" fmla="*/ 327 h 419"/>
                <a:gd name="T94" fmla="*/ 169 w 378"/>
                <a:gd name="T95" fmla="*/ 314 h 419"/>
                <a:gd name="T96" fmla="*/ 218 w 378"/>
                <a:gd name="T97" fmla="*/ 314 h 419"/>
                <a:gd name="T98" fmla="*/ 215 w 378"/>
                <a:gd name="T99" fmla="*/ 219 h 419"/>
                <a:gd name="T100" fmla="*/ 200 w 378"/>
                <a:gd name="T101" fmla="*/ 201 h 419"/>
                <a:gd name="T102" fmla="*/ 178 w 378"/>
                <a:gd name="T103" fmla="*/ 192 h 419"/>
                <a:gd name="T104" fmla="*/ 188 w 378"/>
                <a:gd name="T105" fmla="*/ 185 h 419"/>
                <a:gd name="T106" fmla="*/ 164 w 378"/>
                <a:gd name="T107" fmla="*/ 149 h 419"/>
                <a:gd name="T108" fmla="*/ 145 w 378"/>
                <a:gd name="T109" fmla="*/ 143 h 419"/>
                <a:gd name="T110" fmla="*/ 135 w 378"/>
                <a:gd name="T111" fmla="*/ 158 h 419"/>
                <a:gd name="T112" fmla="*/ 113 w 378"/>
                <a:gd name="T113" fmla="*/ 160 h 419"/>
                <a:gd name="T114" fmla="*/ 47 w 378"/>
                <a:gd name="T115" fmla="*/ 140 h 419"/>
                <a:gd name="T116" fmla="*/ 27 w 378"/>
                <a:gd name="T117" fmla="*/ 145 h 419"/>
                <a:gd name="T118" fmla="*/ 15 w 378"/>
                <a:gd name="T119" fmla="*/ 115 h 419"/>
                <a:gd name="T120" fmla="*/ 0 w 378"/>
                <a:gd name="T121" fmla="*/ 77 h 419"/>
                <a:gd name="T122" fmla="*/ 10 w 378"/>
                <a:gd name="T123" fmla="*/ 43 h 419"/>
                <a:gd name="T124" fmla="*/ 68 w 378"/>
                <a:gd name="T125" fmla="*/ 0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78" h="419">
                  <a:moveTo>
                    <a:pt x="68" y="0"/>
                  </a:moveTo>
                  <a:lnTo>
                    <a:pt x="70" y="0"/>
                  </a:lnTo>
                  <a:lnTo>
                    <a:pt x="70" y="0"/>
                  </a:lnTo>
                  <a:lnTo>
                    <a:pt x="53" y="26"/>
                  </a:lnTo>
                  <a:lnTo>
                    <a:pt x="47" y="50"/>
                  </a:lnTo>
                  <a:lnTo>
                    <a:pt x="52" y="60"/>
                  </a:lnTo>
                  <a:lnTo>
                    <a:pt x="49" y="75"/>
                  </a:lnTo>
                  <a:lnTo>
                    <a:pt x="52" y="81"/>
                  </a:lnTo>
                  <a:lnTo>
                    <a:pt x="70" y="106"/>
                  </a:lnTo>
                  <a:lnTo>
                    <a:pt x="70" y="106"/>
                  </a:lnTo>
                  <a:lnTo>
                    <a:pt x="70" y="106"/>
                  </a:lnTo>
                  <a:lnTo>
                    <a:pt x="53" y="114"/>
                  </a:lnTo>
                  <a:lnTo>
                    <a:pt x="67" y="111"/>
                  </a:lnTo>
                  <a:lnTo>
                    <a:pt x="68" y="111"/>
                  </a:lnTo>
                  <a:lnTo>
                    <a:pt x="68" y="111"/>
                  </a:lnTo>
                  <a:lnTo>
                    <a:pt x="68" y="112"/>
                  </a:lnTo>
                  <a:lnTo>
                    <a:pt x="70" y="117"/>
                  </a:lnTo>
                  <a:lnTo>
                    <a:pt x="70" y="115"/>
                  </a:lnTo>
                  <a:lnTo>
                    <a:pt x="71" y="93"/>
                  </a:lnTo>
                  <a:lnTo>
                    <a:pt x="64" y="90"/>
                  </a:lnTo>
                  <a:lnTo>
                    <a:pt x="62" y="90"/>
                  </a:lnTo>
                  <a:lnTo>
                    <a:pt x="55" y="78"/>
                  </a:lnTo>
                  <a:lnTo>
                    <a:pt x="55" y="77"/>
                  </a:lnTo>
                  <a:lnTo>
                    <a:pt x="68" y="62"/>
                  </a:lnTo>
                  <a:lnTo>
                    <a:pt x="61" y="59"/>
                  </a:lnTo>
                  <a:lnTo>
                    <a:pt x="61" y="59"/>
                  </a:lnTo>
                  <a:lnTo>
                    <a:pt x="58" y="40"/>
                  </a:lnTo>
                  <a:lnTo>
                    <a:pt x="58" y="38"/>
                  </a:lnTo>
                  <a:lnTo>
                    <a:pt x="59" y="38"/>
                  </a:lnTo>
                  <a:lnTo>
                    <a:pt x="59" y="38"/>
                  </a:lnTo>
                  <a:lnTo>
                    <a:pt x="77" y="43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1" y="29"/>
                  </a:lnTo>
                  <a:lnTo>
                    <a:pt x="62" y="29"/>
                  </a:lnTo>
                  <a:lnTo>
                    <a:pt x="64" y="29"/>
                  </a:lnTo>
                  <a:lnTo>
                    <a:pt x="68" y="31"/>
                  </a:lnTo>
                  <a:lnTo>
                    <a:pt x="71" y="31"/>
                  </a:lnTo>
                  <a:lnTo>
                    <a:pt x="76" y="31"/>
                  </a:lnTo>
                  <a:lnTo>
                    <a:pt x="78" y="31"/>
                  </a:lnTo>
                  <a:lnTo>
                    <a:pt x="78" y="31"/>
                  </a:lnTo>
                  <a:lnTo>
                    <a:pt x="70" y="26"/>
                  </a:lnTo>
                  <a:lnTo>
                    <a:pt x="67" y="23"/>
                  </a:lnTo>
                  <a:lnTo>
                    <a:pt x="67" y="23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8" y="19"/>
                  </a:lnTo>
                  <a:lnTo>
                    <a:pt x="68" y="19"/>
                  </a:lnTo>
                  <a:lnTo>
                    <a:pt x="76" y="22"/>
                  </a:lnTo>
                  <a:lnTo>
                    <a:pt x="74" y="14"/>
                  </a:lnTo>
                  <a:lnTo>
                    <a:pt x="76" y="14"/>
                  </a:lnTo>
                  <a:lnTo>
                    <a:pt x="76" y="13"/>
                  </a:lnTo>
                  <a:lnTo>
                    <a:pt x="76" y="14"/>
                  </a:lnTo>
                  <a:lnTo>
                    <a:pt x="86" y="19"/>
                  </a:lnTo>
                  <a:lnTo>
                    <a:pt x="86" y="16"/>
                  </a:lnTo>
                  <a:lnTo>
                    <a:pt x="81" y="13"/>
                  </a:lnTo>
                  <a:lnTo>
                    <a:pt x="81" y="11"/>
                  </a:lnTo>
                  <a:lnTo>
                    <a:pt x="86" y="7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8" y="19"/>
                  </a:lnTo>
                  <a:lnTo>
                    <a:pt x="118" y="19"/>
                  </a:lnTo>
                  <a:lnTo>
                    <a:pt x="116" y="23"/>
                  </a:lnTo>
                  <a:lnTo>
                    <a:pt x="126" y="29"/>
                  </a:lnTo>
                  <a:lnTo>
                    <a:pt x="126" y="31"/>
                  </a:lnTo>
                  <a:lnTo>
                    <a:pt x="124" y="38"/>
                  </a:lnTo>
                  <a:lnTo>
                    <a:pt x="129" y="46"/>
                  </a:lnTo>
                  <a:lnTo>
                    <a:pt x="130" y="47"/>
                  </a:lnTo>
                  <a:lnTo>
                    <a:pt x="123" y="69"/>
                  </a:lnTo>
                  <a:lnTo>
                    <a:pt x="126" y="72"/>
                  </a:lnTo>
                  <a:lnTo>
                    <a:pt x="126" y="72"/>
                  </a:lnTo>
                  <a:lnTo>
                    <a:pt x="126" y="74"/>
                  </a:lnTo>
                  <a:lnTo>
                    <a:pt x="121" y="75"/>
                  </a:lnTo>
                  <a:lnTo>
                    <a:pt x="121" y="80"/>
                  </a:lnTo>
                  <a:lnTo>
                    <a:pt x="132" y="68"/>
                  </a:lnTo>
                  <a:lnTo>
                    <a:pt x="135" y="54"/>
                  </a:lnTo>
                  <a:lnTo>
                    <a:pt x="136" y="54"/>
                  </a:lnTo>
                  <a:lnTo>
                    <a:pt x="136" y="54"/>
                  </a:lnTo>
                  <a:lnTo>
                    <a:pt x="136" y="54"/>
                  </a:lnTo>
                  <a:lnTo>
                    <a:pt x="136" y="62"/>
                  </a:lnTo>
                  <a:lnTo>
                    <a:pt x="147" y="66"/>
                  </a:lnTo>
                  <a:lnTo>
                    <a:pt x="154" y="60"/>
                  </a:lnTo>
                  <a:lnTo>
                    <a:pt x="151" y="54"/>
                  </a:lnTo>
                  <a:lnTo>
                    <a:pt x="151" y="53"/>
                  </a:lnTo>
                  <a:lnTo>
                    <a:pt x="164" y="46"/>
                  </a:lnTo>
                  <a:lnTo>
                    <a:pt x="166" y="44"/>
                  </a:lnTo>
                  <a:lnTo>
                    <a:pt x="166" y="44"/>
                  </a:lnTo>
                  <a:lnTo>
                    <a:pt x="191" y="51"/>
                  </a:lnTo>
                  <a:lnTo>
                    <a:pt x="200" y="63"/>
                  </a:lnTo>
                  <a:lnTo>
                    <a:pt x="200" y="65"/>
                  </a:lnTo>
                  <a:lnTo>
                    <a:pt x="199" y="72"/>
                  </a:lnTo>
                  <a:lnTo>
                    <a:pt x="209" y="74"/>
                  </a:lnTo>
                  <a:lnTo>
                    <a:pt x="209" y="75"/>
                  </a:lnTo>
                  <a:lnTo>
                    <a:pt x="209" y="83"/>
                  </a:lnTo>
                  <a:lnTo>
                    <a:pt x="209" y="84"/>
                  </a:lnTo>
                  <a:lnTo>
                    <a:pt x="202" y="89"/>
                  </a:lnTo>
                  <a:lnTo>
                    <a:pt x="218" y="86"/>
                  </a:lnTo>
                  <a:lnTo>
                    <a:pt x="218" y="86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13" y="97"/>
                  </a:lnTo>
                  <a:lnTo>
                    <a:pt x="218" y="94"/>
                  </a:lnTo>
                  <a:lnTo>
                    <a:pt x="218" y="94"/>
                  </a:lnTo>
                  <a:lnTo>
                    <a:pt x="218" y="94"/>
                  </a:lnTo>
                  <a:lnTo>
                    <a:pt x="218" y="96"/>
                  </a:lnTo>
                  <a:lnTo>
                    <a:pt x="218" y="100"/>
                  </a:lnTo>
                  <a:lnTo>
                    <a:pt x="221" y="103"/>
                  </a:lnTo>
                  <a:lnTo>
                    <a:pt x="221" y="96"/>
                  </a:lnTo>
                  <a:lnTo>
                    <a:pt x="221" y="96"/>
                  </a:lnTo>
                  <a:lnTo>
                    <a:pt x="222" y="96"/>
                  </a:lnTo>
                  <a:lnTo>
                    <a:pt x="227" y="96"/>
                  </a:lnTo>
                  <a:lnTo>
                    <a:pt x="231" y="89"/>
                  </a:lnTo>
                  <a:lnTo>
                    <a:pt x="231" y="89"/>
                  </a:lnTo>
                  <a:lnTo>
                    <a:pt x="231" y="89"/>
                  </a:lnTo>
                  <a:lnTo>
                    <a:pt x="233" y="89"/>
                  </a:lnTo>
                  <a:lnTo>
                    <a:pt x="247" y="97"/>
                  </a:lnTo>
                  <a:lnTo>
                    <a:pt x="252" y="109"/>
                  </a:lnTo>
                  <a:lnTo>
                    <a:pt x="252" y="109"/>
                  </a:lnTo>
                  <a:lnTo>
                    <a:pt x="250" y="112"/>
                  </a:lnTo>
                  <a:lnTo>
                    <a:pt x="250" y="114"/>
                  </a:lnTo>
                  <a:lnTo>
                    <a:pt x="243" y="115"/>
                  </a:lnTo>
                  <a:lnTo>
                    <a:pt x="258" y="115"/>
                  </a:lnTo>
                  <a:lnTo>
                    <a:pt x="258" y="117"/>
                  </a:lnTo>
                  <a:lnTo>
                    <a:pt x="259" y="121"/>
                  </a:lnTo>
                  <a:lnTo>
                    <a:pt x="255" y="130"/>
                  </a:lnTo>
                  <a:lnTo>
                    <a:pt x="267" y="124"/>
                  </a:lnTo>
                  <a:lnTo>
                    <a:pt x="267" y="124"/>
                  </a:lnTo>
                  <a:lnTo>
                    <a:pt x="267" y="124"/>
                  </a:lnTo>
                  <a:lnTo>
                    <a:pt x="267" y="126"/>
                  </a:lnTo>
                  <a:lnTo>
                    <a:pt x="262" y="135"/>
                  </a:lnTo>
                  <a:lnTo>
                    <a:pt x="271" y="127"/>
                  </a:lnTo>
                  <a:lnTo>
                    <a:pt x="271" y="127"/>
                  </a:lnTo>
                  <a:lnTo>
                    <a:pt x="271" y="127"/>
                  </a:lnTo>
                  <a:lnTo>
                    <a:pt x="286" y="133"/>
                  </a:lnTo>
                  <a:lnTo>
                    <a:pt x="286" y="135"/>
                  </a:lnTo>
                  <a:lnTo>
                    <a:pt x="286" y="143"/>
                  </a:lnTo>
                  <a:lnTo>
                    <a:pt x="285" y="143"/>
                  </a:lnTo>
                  <a:lnTo>
                    <a:pt x="273" y="151"/>
                  </a:lnTo>
                  <a:lnTo>
                    <a:pt x="274" y="151"/>
                  </a:lnTo>
                  <a:lnTo>
                    <a:pt x="277" y="149"/>
                  </a:lnTo>
                  <a:lnTo>
                    <a:pt x="280" y="149"/>
                  </a:lnTo>
                  <a:lnTo>
                    <a:pt x="282" y="149"/>
                  </a:lnTo>
                  <a:lnTo>
                    <a:pt x="283" y="149"/>
                  </a:lnTo>
                  <a:lnTo>
                    <a:pt x="285" y="149"/>
                  </a:lnTo>
                  <a:lnTo>
                    <a:pt x="285" y="151"/>
                  </a:lnTo>
                  <a:lnTo>
                    <a:pt x="280" y="157"/>
                  </a:lnTo>
                  <a:lnTo>
                    <a:pt x="287" y="152"/>
                  </a:lnTo>
                  <a:lnTo>
                    <a:pt x="289" y="146"/>
                  </a:lnTo>
                  <a:lnTo>
                    <a:pt x="289" y="145"/>
                  </a:lnTo>
                  <a:lnTo>
                    <a:pt x="290" y="145"/>
                  </a:lnTo>
                  <a:lnTo>
                    <a:pt x="290" y="146"/>
                  </a:lnTo>
                  <a:lnTo>
                    <a:pt x="302" y="160"/>
                  </a:lnTo>
                  <a:lnTo>
                    <a:pt x="304" y="163"/>
                  </a:lnTo>
                  <a:lnTo>
                    <a:pt x="304" y="164"/>
                  </a:lnTo>
                  <a:lnTo>
                    <a:pt x="302" y="167"/>
                  </a:lnTo>
                  <a:lnTo>
                    <a:pt x="283" y="175"/>
                  </a:lnTo>
                  <a:lnTo>
                    <a:pt x="311" y="183"/>
                  </a:lnTo>
                  <a:lnTo>
                    <a:pt x="311" y="185"/>
                  </a:lnTo>
                  <a:lnTo>
                    <a:pt x="311" y="185"/>
                  </a:lnTo>
                  <a:lnTo>
                    <a:pt x="286" y="188"/>
                  </a:lnTo>
                  <a:lnTo>
                    <a:pt x="295" y="194"/>
                  </a:lnTo>
                  <a:lnTo>
                    <a:pt x="295" y="194"/>
                  </a:lnTo>
                  <a:lnTo>
                    <a:pt x="295" y="194"/>
                  </a:lnTo>
                  <a:lnTo>
                    <a:pt x="290" y="198"/>
                  </a:lnTo>
                  <a:lnTo>
                    <a:pt x="296" y="206"/>
                  </a:lnTo>
                  <a:lnTo>
                    <a:pt x="296" y="206"/>
                  </a:lnTo>
                  <a:lnTo>
                    <a:pt x="295" y="207"/>
                  </a:lnTo>
                  <a:lnTo>
                    <a:pt x="289" y="209"/>
                  </a:lnTo>
                  <a:lnTo>
                    <a:pt x="308" y="216"/>
                  </a:lnTo>
                  <a:lnTo>
                    <a:pt x="310" y="216"/>
                  </a:lnTo>
                  <a:lnTo>
                    <a:pt x="307" y="222"/>
                  </a:lnTo>
                  <a:lnTo>
                    <a:pt x="316" y="222"/>
                  </a:lnTo>
                  <a:lnTo>
                    <a:pt x="316" y="222"/>
                  </a:lnTo>
                  <a:lnTo>
                    <a:pt x="317" y="225"/>
                  </a:lnTo>
                  <a:lnTo>
                    <a:pt x="317" y="226"/>
                  </a:lnTo>
                  <a:lnTo>
                    <a:pt x="316" y="229"/>
                  </a:lnTo>
                  <a:lnTo>
                    <a:pt x="319" y="232"/>
                  </a:lnTo>
                  <a:lnTo>
                    <a:pt x="330" y="228"/>
                  </a:lnTo>
                  <a:lnTo>
                    <a:pt x="330" y="228"/>
                  </a:lnTo>
                  <a:lnTo>
                    <a:pt x="332" y="228"/>
                  </a:lnTo>
                  <a:lnTo>
                    <a:pt x="332" y="228"/>
                  </a:lnTo>
                  <a:lnTo>
                    <a:pt x="330" y="235"/>
                  </a:lnTo>
                  <a:lnTo>
                    <a:pt x="338" y="237"/>
                  </a:lnTo>
                  <a:lnTo>
                    <a:pt x="338" y="237"/>
                  </a:lnTo>
                  <a:lnTo>
                    <a:pt x="345" y="250"/>
                  </a:lnTo>
                  <a:lnTo>
                    <a:pt x="345" y="252"/>
                  </a:lnTo>
                  <a:lnTo>
                    <a:pt x="342" y="256"/>
                  </a:lnTo>
                  <a:lnTo>
                    <a:pt x="344" y="256"/>
                  </a:lnTo>
                  <a:lnTo>
                    <a:pt x="347" y="256"/>
                  </a:lnTo>
                  <a:lnTo>
                    <a:pt x="350" y="255"/>
                  </a:lnTo>
                  <a:lnTo>
                    <a:pt x="353" y="255"/>
                  </a:lnTo>
                  <a:lnTo>
                    <a:pt x="356" y="255"/>
                  </a:lnTo>
                  <a:lnTo>
                    <a:pt x="357" y="255"/>
                  </a:lnTo>
                  <a:lnTo>
                    <a:pt x="357" y="255"/>
                  </a:lnTo>
                  <a:lnTo>
                    <a:pt x="357" y="255"/>
                  </a:lnTo>
                  <a:lnTo>
                    <a:pt x="354" y="266"/>
                  </a:lnTo>
                  <a:lnTo>
                    <a:pt x="368" y="263"/>
                  </a:lnTo>
                  <a:lnTo>
                    <a:pt x="368" y="263"/>
                  </a:lnTo>
                  <a:lnTo>
                    <a:pt x="368" y="263"/>
                  </a:lnTo>
                  <a:lnTo>
                    <a:pt x="378" y="277"/>
                  </a:lnTo>
                  <a:lnTo>
                    <a:pt x="378" y="278"/>
                  </a:lnTo>
                  <a:lnTo>
                    <a:pt x="375" y="284"/>
                  </a:lnTo>
                  <a:lnTo>
                    <a:pt x="376" y="286"/>
                  </a:lnTo>
                  <a:lnTo>
                    <a:pt x="376" y="287"/>
                  </a:lnTo>
                  <a:lnTo>
                    <a:pt x="375" y="289"/>
                  </a:lnTo>
                  <a:lnTo>
                    <a:pt x="373" y="289"/>
                  </a:lnTo>
                  <a:lnTo>
                    <a:pt x="373" y="289"/>
                  </a:lnTo>
                  <a:lnTo>
                    <a:pt x="372" y="289"/>
                  </a:lnTo>
                  <a:lnTo>
                    <a:pt x="369" y="289"/>
                  </a:lnTo>
                  <a:lnTo>
                    <a:pt x="368" y="289"/>
                  </a:lnTo>
                  <a:lnTo>
                    <a:pt x="366" y="289"/>
                  </a:lnTo>
                  <a:lnTo>
                    <a:pt x="366" y="289"/>
                  </a:lnTo>
                  <a:lnTo>
                    <a:pt x="363" y="295"/>
                  </a:lnTo>
                  <a:lnTo>
                    <a:pt x="369" y="295"/>
                  </a:lnTo>
                  <a:lnTo>
                    <a:pt x="370" y="296"/>
                  </a:lnTo>
                  <a:lnTo>
                    <a:pt x="369" y="296"/>
                  </a:lnTo>
                  <a:lnTo>
                    <a:pt x="365" y="299"/>
                  </a:lnTo>
                  <a:lnTo>
                    <a:pt x="362" y="311"/>
                  </a:lnTo>
                  <a:lnTo>
                    <a:pt x="362" y="311"/>
                  </a:lnTo>
                  <a:lnTo>
                    <a:pt x="360" y="311"/>
                  </a:lnTo>
                  <a:lnTo>
                    <a:pt x="360" y="311"/>
                  </a:lnTo>
                  <a:lnTo>
                    <a:pt x="353" y="306"/>
                  </a:lnTo>
                  <a:lnTo>
                    <a:pt x="354" y="318"/>
                  </a:lnTo>
                  <a:lnTo>
                    <a:pt x="350" y="332"/>
                  </a:lnTo>
                  <a:lnTo>
                    <a:pt x="350" y="332"/>
                  </a:lnTo>
                  <a:lnTo>
                    <a:pt x="350" y="332"/>
                  </a:lnTo>
                  <a:lnTo>
                    <a:pt x="348" y="332"/>
                  </a:lnTo>
                  <a:lnTo>
                    <a:pt x="341" y="321"/>
                  </a:lnTo>
                  <a:lnTo>
                    <a:pt x="336" y="323"/>
                  </a:lnTo>
                  <a:lnTo>
                    <a:pt x="336" y="323"/>
                  </a:lnTo>
                  <a:lnTo>
                    <a:pt x="336" y="323"/>
                  </a:lnTo>
                  <a:lnTo>
                    <a:pt x="333" y="320"/>
                  </a:lnTo>
                  <a:lnTo>
                    <a:pt x="333" y="318"/>
                  </a:lnTo>
                  <a:lnTo>
                    <a:pt x="333" y="314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30" y="315"/>
                  </a:lnTo>
                  <a:lnTo>
                    <a:pt x="326" y="306"/>
                  </a:lnTo>
                  <a:lnTo>
                    <a:pt x="326" y="298"/>
                  </a:lnTo>
                  <a:lnTo>
                    <a:pt x="325" y="298"/>
                  </a:lnTo>
                  <a:lnTo>
                    <a:pt x="323" y="298"/>
                  </a:lnTo>
                  <a:lnTo>
                    <a:pt x="320" y="299"/>
                  </a:lnTo>
                  <a:lnTo>
                    <a:pt x="320" y="299"/>
                  </a:lnTo>
                  <a:lnTo>
                    <a:pt x="319" y="298"/>
                  </a:lnTo>
                  <a:lnTo>
                    <a:pt x="317" y="293"/>
                  </a:lnTo>
                  <a:lnTo>
                    <a:pt x="305" y="287"/>
                  </a:lnTo>
                  <a:lnTo>
                    <a:pt x="304" y="286"/>
                  </a:lnTo>
                  <a:lnTo>
                    <a:pt x="305" y="280"/>
                  </a:lnTo>
                  <a:lnTo>
                    <a:pt x="299" y="280"/>
                  </a:lnTo>
                  <a:lnTo>
                    <a:pt x="302" y="286"/>
                  </a:lnTo>
                  <a:lnTo>
                    <a:pt x="302" y="287"/>
                  </a:lnTo>
                  <a:lnTo>
                    <a:pt x="302" y="287"/>
                  </a:lnTo>
                  <a:lnTo>
                    <a:pt x="301" y="287"/>
                  </a:lnTo>
                  <a:lnTo>
                    <a:pt x="295" y="283"/>
                  </a:lnTo>
                  <a:lnTo>
                    <a:pt x="290" y="284"/>
                  </a:lnTo>
                  <a:lnTo>
                    <a:pt x="304" y="298"/>
                  </a:lnTo>
                  <a:lnTo>
                    <a:pt x="304" y="298"/>
                  </a:lnTo>
                  <a:lnTo>
                    <a:pt x="304" y="299"/>
                  </a:lnTo>
                  <a:lnTo>
                    <a:pt x="293" y="301"/>
                  </a:lnTo>
                  <a:lnTo>
                    <a:pt x="293" y="308"/>
                  </a:lnTo>
                  <a:lnTo>
                    <a:pt x="301" y="308"/>
                  </a:lnTo>
                  <a:lnTo>
                    <a:pt x="302" y="308"/>
                  </a:lnTo>
                  <a:lnTo>
                    <a:pt x="302" y="320"/>
                  </a:lnTo>
                  <a:lnTo>
                    <a:pt x="305" y="321"/>
                  </a:lnTo>
                  <a:lnTo>
                    <a:pt x="305" y="321"/>
                  </a:lnTo>
                  <a:lnTo>
                    <a:pt x="308" y="332"/>
                  </a:lnTo>
                  <a:lnTo>
                    <a:pt x="310" y="330"/>
                  </a:lnTo>
                  <a:lnTo>
                    <a:pt x="310" y="330"/>
                  </a:lnTo>
                  <a:lnTo>
                    <a:pt x="316" y="330"/>
                  </a:lnTo>
                  <a:lnTo>
                    <a:pt x="317" y="330"/>
                  </a:lnTo>
                  <a:lnTo>
                    <a:pt x="317" y="330"/>
                  </a:lnTo>
                  <a:lnTo>
                    <a:pt x="316" y="333"/>
                  </a:lnTo>
                  <a:lnTo>
                    <a:pt x="322" y="332"/>
                  </a:lnTo>
                  <a:lnTo>
                    <a:pt x="322" y="332"/>
                  </a:lnTo>
                  <a:lnTo>
                    <a:pt x="322" y="332"/>
                  </a:lnTo>
                  <a:lnTo>
                    <a:pt x="323" y="332"/>
                  </a:lnTo>
                  <a:lnTo>
                    <a:pt x="323" y="338"/>
                  </a:lnTo>
                  <a:lnTo>
                    <a:pt x="326" y="336"/>
                  </a:lnTo>
                  <a:lnTo>
                    <a:pt x="326" y="336"/>
                  </a:lnTo>
                  <a:lnTo>
                    <a:pt x="326" y="336"/>
                  </a:lnTo>
                  <a:lnTo>
                    <a:pt x="332" y="341"/>
                  </a:lnTo>
                  <a:lnTo>
                    <a:pt x="332" y="341"/>
                  </a:lnTo>
                  <a:lnTo>
                    <a:pt x="329" y="354"/>
                  </a:lnTo>
                  <a:lnTo>
                    <a:pt x="336" y="357"/>
                  </a:lnTo>
                  <a:lnTo>
                    <a:pt x="336" y="357"/>
                  </a:lnTo>
                  <a:lnTo>
                    <a:pt x="339" y="366"/>
                  </a:lnTo>
                  <a:lnTo>
                    <a:pt x="338" y="379"/>
                  </a:lnTo>
                  <a:lnTo>
                    <a:pt x="336" y="379"/>
                  </a:lnTo>
                  <a:lnTo>
                    <a:pt x="336" y="379"/>
                  </a:lnTo>
                  <a:lnTo>
                    <a:pt x="336" y="379"/>
                  </a:lnTo>
                  <a:lnTo>
                    <a:pt x="332" y="376"/>
                  </a:lnTo>
                  <a:lnTo>
                    <a:pt x="332" y="379"/>
                  </a:lnTo>
                  <a:lnTo>
                    <a:pt x="336" y="385"/>
                  </a:lnTo>
                  <a:lnTo>
                    <a:pt x="338" y="391"/>
                  </a:lnTo>
                  <a:lnTo>
                    <a:pt x="338" y="392"/>
                  </a:lnTo>
                  <a:lnTo>
                    <a:pt x="338" y="392"/>
                  </a:lnTo>
                  <a:lnTo>
                    <a:pt x="336" y="392"/>
                  </a:lnTo>
                  <a:lnTo>
                    <a:pt x="335" y="392"/>
                  </a:lnTo>
                  <a:lnTo>
                    <a:pt x="333" y="391"/>
                  </a:lnTo>
                  <a:lnTo>
                    <a:pt x="332" y="391"/>
                  </a:lnTo>
                  <a:lnTo>
                    <a:pt x="335" y="398"/>
                  </a:lnTo>
                  <a:lnTo>
                    <a:pt x="335" y="400"/>
                  </a:lnTo>
                  <a:lnTo>
                    <a:pt x="333" y="401"/>
                  </a:lnTo>
                  <a:lnTo>
                    <a:pt x="333" y="401"/>
                  </a:lnTo>
                  <a:lnTo>
                    <a:pt x="333" y="401"/>
                  </a:lnTo>
                  <a:lnTo>
                    <a:pt x="332" y="401"/>
                  </a:lnTo>
                  <a:lnTo>
                    <a:pt x="325" y="388"/>
                  </a:lnTo>
                  <a:lnTo>
                    <a:pt x="308" y="387"/>
                  </a:lnTo>
                  <a:lnTo>
                    <a:pt x="308" y="387"/>
                  </a:lnTo>
                  <a:lnTo>
                    <a:pt x="296" y="372"/>
                  </a:lnTo>
                  <a:lnTo>
                    <a:pt x="292" y="375"/>
                  </a:lnTo>
                  <a:lnTo>
                    <a:pt x="290" y="375"/>
                  </a:lnTo>
                  <a:lnTo>
                    <a:pt x="290" y="375"/>
                  </a:lnTo>
                  <a:lnTo>
                    <a:pt x="283" y="366"/>
                  </a:lnTo>
                  <a:lnTo>
                    <a:pt x="282" y="366"/>
                  </a:lnTo>
                  <a:lnTo>
                    <a:pt x="285" y="370"/>
                  </a:lnTo>
                  <a:lnTo>
                    <a:pt x="296" y="387"/>
                  </a:lnTo>
                  <a:lnTo>
                    <a:pt x="317" y="406"/>
                  </a:lnTo>
                  <a:lnTo>
                    <a:pt x="317" y="406"/>
                  </a:lnTo>
                  <a:lnTo>
                    <a:pt x="319" y="418"/>
                  </a:lnTo>
                  <a:lnTo>
                    <a:pt x="317" y="419"/>
                  </a:lnTo>
                  <a:lnTo>
                    <a:pt x="317" y="419"/>
                  </a:lnTo>
                  <a:lnTo>
                    <a:pt x="316" y="419"/>
                  </a:lnTo>
                  <a:lnTo>
                    <a:pt x="314" y="419"/>
                  </a:lnTo>
                  <a:lnTo>
                    <a:pt x="313" y="419"/>
                  </a:lnTo>
                  <a:lnTo>
                    <a:pt x="313" y="419"/>
                  </a:lnTo>
                  <a:lnTo>
                    <a:pt x="307" y="413"/>
                  </a:lnTo>
                  <a:lnTo>
                    <a:pt x="301" y="415"/>
                  </a:lnTo>
                  <a:lnTo>
                    <a:pt x="301" y="415"/>
                  </a:lnTo>
                  <a:lnTo>
                    <a:pt x="301" y="415"/>
                  </a:lnTo>
                  <a:lnTo>
                    <a:pt x="285" y="409"/>
                  </a:lnTo>
                  <a:lnTo>
                    <a:pt x="282" y="403"/>
                  </a:lnTo>
                  <a:lnTo>
                    <a:pt x="279" y="404"/>
                  </a:lnTo>
                  <a:lnTo>
                    <a:pt x="279" y="404"/>
                  </a:lnTo>
                  <a:lnTo>
                    <a:pt x="277" y="404"/>
                  </a:lnTo>
                  <a:lnTo>
                    <a:pt x="277" y="404"/>
                  </a:lnTo>
                  <a:lnTo>
                    <a:pt x="273" y="394"/>
                  </a:lnTo>
                  <a:lnTo>
                    <a:pt x="268" y="395"/>
                  </a:lnTo>
                  <a:lnTo>
                    <a:pt x="268" y="395"/>
                  </a:lnTo>
                  <a:lnTo>
                    <a:pt x="268" y="395"/>
                  </a:lnTo>
                  <a:lnTo>
                    <a:pt x="267" y="394"/>
                  </a:lnTo>
                  <a:lnTo>
                    <a:pt x="267" y="391"/>
                  </a:lnTo>
                  <a:lnTo>
                    <a:pt x="262" y="394"/>
                  </a:lnTo>
                  <a:lnTo>
                    <a:pt x="261" y="394"/>
                  </a:lnTo>
                  <a:lnTo>
                    <a:pt x="261" y="394"/>
                  </a:lnTo>
                  <a:lnTo>
                    <a:pt x="249" y="388"/>
                  </a:lnTo>
                  <a:lnTo>
                    <a:pt x="237" y="372"/>
                  </a:lnTo>
                  <a:lnTo>
                    <a:pt x="237" y="370"/>
                  </a:lnTo>
                  <a:lnTo>
                    <a:pt x="239" y="370"/>
                  </a:lnTo>
                  <a:lnTo>
                    <a:pt x="239" y="370"/>
                  </a:lnTo>
                  <a:lnTo>
                    <a:pt x="242" y="373"/>
                  </a:lnTo>
                  <a:lnTo>
                    <a:pt x="246" y="370"/>
                  </a:lnTo>
                  <a:lnTo>
                    <a:pt x="227" y="360"/>
                  </a:lnTo>
                  <a:lnTo>
                    <a:pt x="218" y="341"/>
                  </a:lnTo>
                  <a:lnTo>
                    <a:pt x="204" y="338"/>
                  </a:lnTo>
                  <a:lnTo>
                    <a:pt x="204" y="338"/>
                  </a:lnTo>
                  <a:lnTo>
                    <a:pt x="204" y="333"/>
                  </a:lnTo>
                  <a:lnTo>
                    <a:pt x="202" y="335"/>
                  </a:lnTo>
                  <a:lnTo>
                    <a:pt x="206" y="344"/>
                  </a:lnTo>
                  <a:lnTo>
                    <a:pt x="206" y="344"/>
                  </a:lnTo>
                  <a:lnTo>
                    <a:pt x="204" y="347"/>
                  </a:lnTo>
                  <a:lnTo>
                    <a:pt x="204" y="347"/>
                  </a:lnTo>
                  <a:lnTo>
                    <a:pt x="204" y="347"/>
                  </a:lnTo>
                  <a:lnTo>
                    <a:pt x="191" y="341"/>
                  </a:lnTo>
                  <a:lnTo>
                    <a:pt x="188" y="342"/>
                  </a:lnTo>
                  <a:lnTo>
                    <a:pt x="190" y="347"/>
                  </a:lnTo>
                  <a:lnTo>
                    <a:pt x="188" y="347"/>
                  </a:lnTo>
                  <a:lnTo>
                    <a:pt x="178" y="352"/>
                  </a:lnTo>
                  <a:lnTo>
                    <a:pt x="178" y="352"/>
                  </a:lnTo>
                  <a:lnTo>
                    <a:pt x="176" y="352"/>
                  </a:lnTo>
                  <a:lnTo>
                    <a:pt x="164" y="347"/>
                  </a:lnTo>
                  <a:lnTo>
                    <a:pt x="159" y="339"/>
                  </a:lnTo>
                  <a:lnTo>
                    <a:pt x="159" y="338"/>
                  </a:lnTo>
                  <a:lnTo>
                    <a:pt x="160" y="327"/>
                  </a:lnTo>
                  <a:lnTo>
                    <a:pt x="167" y="321"/>
                  </a:lnTo>
                  <a:lnTo>
                    <a:pt x="167" y="317"/>
                  </a:lnTo>
                  <a:lnTo>
                    <a:pt x="167" y="317"/>
                  </a:lnTo>
                  <a:lnTo>
                    <a:pt x="167" y="317"/>
                  </a:lnTo>
                  <a:lnTo>
                    <a:pt x="169" y="317"/>
                  </a:lnTo>
                  <a:lnTo>
                    <a:pt x="167" y="315"/>
                  </a:lnTo>
                  <a:lnTo>
                    <a:pt x="167" y="314"/>
                  </a:lnTo>
                  <a:lnTo>
                    <a:pt x="169" y="314"/>
                  </a:lnTo>
                  <a:lnTo>
                    <a:pt x="173" y="314"/>
                  </a:lnTo>
                  <a:lnTo>
                    <a:pt x="182" y="317"/>
                  </a:lnTo>
                  <a:lnTo>
                    <a:pt x="191" y="318"/>
                  </a:lnTo>
                  <a:lnTo>
                    <a:pt x="196" y="318"/>
                  </a:lnTo>
                  <a:lnTo>
                    <a:pt x="210" y="311"/>
                  </a:lnTo>
                  <a:lnTo>
                    <a:pt x="210" y="311"/>
                  </a:lnTo>
                  <a:lnTo>
                    <a:pt x="210" y="311"/>
                  </a:lnTo>
                  <a:lnTo>
                    <a:pt x="218" y="314"/>
                  </a:lnTo>
                  <a:lnTo>
                    <a:pt x="218" y="308"/>
                  </a:lnTo>
                  <a:lnTo>
                    <a:pt x="206" y="292"/>
                  </a:lnTo>
                  <a:lnTo>
                    <a:pt x="206" y="290"/>
                  </a:lnTo>
                  <a:lnTo>
                    <a:pt x="225" y="272"/>
                  </a:lnTo>
                  <a:lnTo>
                    <a:pt x="227" y="265"/>
                  </a:lnTo>
                  <a:lnTo>
                    <a:pt x="234" y="255"/>
                  </a:lnTo>
                  <a:lnTo>
                    <a:pt x="225" y="225"/>
                  </a:lnTo>
                  <a:lnTo>
                    <a:pt x="215" y="219"/>
                  </a:lnTo>
                  <a:lnTo>
                    <a:pt x="215" y="219"/>
                  </a:lnTo>
                  <a:lnTo>
                    <a:pt x="213" y="206"/>
                  </a:lnTo>
                  <a:lnTo>
                    <a:pt x="210" y="206"/>
                  </a:lnTo>
                  <a:lnTo>
                    <a:pt x="210" y="212"/>
                  </a:lnTo>
                  <a:lnTo>
                    <a:pt x="209" y="213"/>
                  </a:lnTo>
                  <a:lnTo>
                    <a:pt x="209" y="213"/>
                  </a:lnTo>
                  <a:lnTo>
                    <a:pt x="209" y="212"/>
                  </a:lnTo>
                  <a:lnTo>
                    <a:pt x="200" y="201"/>
                  </a:lnTo>
                  <a:lnTo>
                    <a:pt x="200" y="197"/>
                  </a:lnTo>
                  <a:lnTo>
                    <a:pt x="193" y="197"/>
                  </a:lnTo>
                  <a:lnTo>
                    <a:pt x="179" y="207"/>
                  </a:lnTo>
                  <a:lnTo>
                    <a:pt x="179" y="207"/>
                  </a:lnTo>
                  <a:lnTo>
                    <a:pt x="178" y="207"/>
                  </a:lnTo>
                  <a:lnTo>
                    <a:pt x="178" y="207"/>
                  </a:lnTo>
                  <a:lnTo>
                    <a:pt x="178" y="192"/>
                  </a:lnTo>
                  <a:lnTo>
                    <a:pt x="178" y="192"/>
                  </a:lnTo>
                  <a:lnTo>
                    <a:pt x="178" y="192"/>
                  </a:lnTo>
                  <a:lnTo>
                    <a:pt x="179" y="192"/>
                  </a:lnTo>
                  <a:lnTo>
                    <a:pt x="181" y="192"/>
                  </a:lnTo>
                  <a:lnTo>
                    <a:pt x="182" y="192"/>
                  </a:lnTo>
                  <a:lnTo>
                    <a:pt x="185" y="192"/>
                  </a:lnTo>
                  <a:lnTo>
                    <a:pt x="185" y="192"/>
                  </a:lnTo>
                  <a:lnTo>
                    <a:pt x="190" y="189"/>
                  </a:lnTo>
                  <a:lnTo>
                    <a:pt x="188" y="185"/>
                  </a:lnTo>
                  <a:lnTo>
                    <a:pt x="172" y="172"/>
                  </a:lnTo>
                  <a:lnTo>
                    <a:pt x="172" y="172"/>
                  </a:lnTo>
                  <a:lnTo>
                    <a:pt x="172" y="170"/>
                  </a:lnTo>
                  <a:lnTo>
                    <a:pt x="175" y="169"/>
                  </a:lnTo>
                  <a:lnTo>
                    <a:pt x="173" y="164"/>
                  </a:lnTo>
                  <a:lnTo>
                    <a:pt x="166" y="164"/>
                  </a:lnTo>
                  <a:lnTo>
                    <a:pt x="164" y="163"/>
                  </a:lnTo>
                  <a:lnTo>
                    <a:pt x="164" y="149"/>
                  </a:lnTo>
                  <a:lnTo>
                    <a:pt x="163" y="149"/>
                  </a:lnTo>
                  <a:lnTo>
                    <a:pt x="160" y="151"/>
                  </a:lnTo>
                  <a:lnTo>
                    <a:pt x="159" y="151"/>
                  </a:lnTo>
                  <a:lnTo>
                    <a:pt x="157" y="151"/>
                  </a:lnTo>
                  <a:lnTo>
                    <a:pt x="157" y="151"/>
                  </a:lnTo>
                  <a:lnTo>
                    <a:pt x="150" y="143"/>
                  </a:lnTo>
                  <a:lnTo>
                    <a:pt x="144" y="143"/>
                  </a:lnTo>
                  <a:lnTo>
                    <a:pt x="145" y="143"/>
                  </a:lnTo>
                  <a:lnTo>
                    <a:pt x="147" y="145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1"/>
                  </a:lnTo>
                  <a:lnTo>
                    <a:pt x="138" y="164"/>
                  </a:lnTo>
                  <a:lnTo>
                    <a:pt x="138" y="164"/>
                  </a:lnTo>
                  <a:lnTo>
                    <a:pt x="136" y="164"/>
                  </a:lnTo>
                  <a:lnTo>
                    <a:pt x="135" y="158"/>
                  </a:lnTo>
                  <a:lnTo>
                    <a:pt x="114" y="154"/>
                  </a:lnTo>
                  <a:lnTo>
                    <a:pt x="121" y="163"/>
                  </a:lnTo>
                  <a:lnTo>
                    <a:pt x="123" y="166"/>
                  </a:lnTo>
                  <a:lnTo>
                    <a:pt x="123" y="166"/>
                  </a:lnTo>
                  <a:lnTo>
                    <a:pt x="123" y="167"/>
                  </a:lnTo>
                  <a:lnTo>
                    <a:pt x="120" y="167"/>
                  </a:lnTo>
                  <a:lnTo>
                    <a:pt x="118" y="167"/>
                  </a:lnTo>
                  <a:lnTo>
                    <a:pt x="113" y="160"/>
                  </a:lnTo>
                  <a:lnTo>
                    <a:pt x="110" y="166"/>
                  </a:lnTo>
                  <a:lnTo>
                    <a:pt x="108" y="166"/>
                  </a:lnTo>
                  <a:lnTo>
                    <a:pt x="108" y="166"/>
                  </a:lnTo>
                  <a:lnTo>
                    <a:pt x="93" y="157"/>
                  </a:lnTo>
                  <a:lnTo>
                    <a:pt x="56" y="157"/>
                  </a:lnTo>
                  <a:lnTo>
                    <a:pt x="56" y="157"/>
                  </a:lnTo>
                  <a:lnTo>
                    <a:pt x="49" y="148"/>
                  </a:lnTo>
                  <a:lnTo>
                    <a:pt x="47" y="140"/>
                  </a:lnTo>
                  <a:lnTo>
                    <a:pt x="41" y="146"/>
                  </a:lnTo>
                  <a:lnTo>
                    <a:pt x="41" y="146"/>
                  </a:lnTo>
                  <a:lnTo>
                    <a:pt x="40" y="146"/>
                  </a:lnTo>
                  <a:lnTo>
                    <a:pt x="37" y="146"/>
                  </a:lnTo>
                  <a:lnTo>
                    <a:pt x="34" y="146"/>
                  </a:lnTo>
                  <a:lnTo>
                    <a:pt x="31" y="146"/>
                  </a:lnTo>
                  <a:lnTo>
                    <a:pt x="28" y="146"/>
                  </a:lnTo>
                  <a:lnTo>
                    <a:pt x="27" y="145"/>
                  </a:lnTo>
                  <a:lnTo>
                    <a:pt x="27" y="145"/>
                  </a:lnTo>
                  <a:lnTo>
                    <a:pt x="10" y="123"/>
                  </a:lnTo>
                  <a:lnTo>
                    <a:pt x="10" y="123"/>
                  </a:lnTo>
                  <a:lnTo>
                    <a:pt x="12" y="118"/>
                  </a:lnTo>
                  <a:lnTo>
                    <a:pt x="10" y="117"/>
                  </a:lnTo>
                  <a:lnTo>
                    <a:pt x="10" y="115"/>
                  </a:lnTo>
                  <a:lnTo>
                    <a:pt x="10" y="115"/>
                  </a:lnTo>
                  <a:lnTo>
                    <a:pt x="15" y="115"/>
                  </a:lnTo>
                  <a:lnTo>
                    <a:pt x="24" y="117"/>
                  </a:lnTo>
                  <a:lnTo>
                    <a:pt x="33" y="117"/>
                  </a:lnTo>
                  <a:lnTo>
                    <a:pt x="35" y="117"/>
                  </a:lnTo>
                  <a:lnTo>
                    <a:pt x="3" y="100"/>
                  </a:lnTo>
                  <a:lnTo>
                    <a:pt x="1" y="100"/>
                  </a:lnTo>
                  <a:lnTo>
                    <a:pt x="4" y="87"/>
                  </a:lnTo>
                  <a:lnTo>
                    <a:pt x="0" y="78"/>
                  </a:lnTo>
                  <a:lnTo>
                    <a:pt x="0" y="77"/>
                  </a:lnTo>
                  <a:lnTo>
                    <a:pt x="6" y="71"/>
                  </a:lnTo>
                  <a:lnTo>
                    <a:pt x="6" y="71"/>
                  </a:lnTo>
                  <a:lnTo>
                    <a:pt x="4" y="69"/>
                  </a:lnTo>
                  <a:lnTo>
                    <a:pt x="3" y="60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0" y="44"/>
                  </a:lnTo>
                  <a:lnTo>
                    <a:pt x="10" y="43"/>
                  </a:lnTo>
                  <a:lnTo>
                    <a:pt x="13" y="28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40" y="0"/>
                  </a:lnTo>
                  <a:lnTo>
                    <a:pt x="47" y="0"/>
                  </a:lnTo>
                  <a:lnTo>
                    <a:pt x="58" y="0"/>
                  </a:lnTo>
                  <a:lnTo>
                    <a:pt x="65" y="0"/>
                  </a:lnTo>
                  <a:lnTo>
                    <a:pt x="6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25" name="Freeform 401">
              <a:extLst>
                <a:ext uri="{FF2B5EF4-FFF2-40B4-BE49-F238E27FC236}">
                  <a16:creationId xmlns:a16="http://schemas.microsoft.com/office/drawing/2014/main" id="{459DB078-FA5A-7E94-0D7F-2BD70DE7E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077" y="3063702"/>
              <a:ext cx="179080" cy="207897"/>
            </a:xfrm>
            <a:custGeom>
              <a:avLst/>
              <a:gdLst>
                <a:gd name="T0" fmla="*/ 50 w 87"/>
                <a:gd name="T1" fmla="*/ 0 h 101"/>
                <a:gd name="T2" fmla="*/ 46 w 87"/>
                <a:gd name="T3" fmla="*/ 5 h 101"/>
                <a:gd name="T4" fmla="*/ 46 w 87"/>
                <a:gd name="T5" fmla="*/ 14 h 101"/>
                <a:gd name="T6" fmla="*/ 41 w 87"/>
                <a:gd name="T7" fmla="*/ 15 h 101"/>
                <a:gd name="T8" fmla="*/ 34 w 87"/>
                <a:gd name="T9" fmla="*/ 31 h 101"/>
                <a:gd name="T10" fmla="*/ 43 w 87"/>
                <a:gd name="T11" fmla="*/ 30 h 101"/>
                <a:gd name="T12" fmla="*/ 43 w 87"/>
                <a:gd name="T13" fmla="*/ 30 h 101"/>
                <a:gd name="T14" fmla="*/ 43 w 87"/>
                <a:gd name="T15" fmla="*/ 33 h 101"/>
                <a:gd name="T16" fmla="*/ 51 w 87"/>
                <a:gd name="T17" fmla="*/ 34 h 101"/>
                <a:gd name="T18" fmla="*/ 44 w 87"/>
                <a:gd name="T19" fmla="*/ 39 h 101"/>
                <a:gd name="T20" fmla="*/ 47 w 87"/>
                <a:gd name="T21" fmla="*/ 42 h 101"/>
                <a:gd name="T22" fmla="*/ 51 w 87"/>
                <a:gd name="T23" fmla="*/ 42 h 101"/>
                <a:gd name="T24" fmla="*/ 54 w 87"/>
                <a:gd name="T25" fmla="*/ 40 h 101"/>
                <a:gd name="T26" fmla="*/ 54 w 87"/>
                <a:gd name="T27" fmla="*/ 42 h 101"/>
                <a:gd name="T28" fmla="*/ 63 w 87"/>
                <a:gd name="T29" fmla="*/ 43 h 101"/>
                <a:gd name="T30" fmla="*/ 77 w 87"/>
                <a:gd name="T31" fmla="*/ 45 h 101"/>
                <a:gd name="T32" fmla="*/ 71 w 87"/>
                <a:gd name="T33" fmla="*/ 63 h 101"/>
                <a:gd name="T34" fmla="*/ 81 w 87"/>
                <a:gd name="T35" fmla="*/ 60 h 101"/>
                <a:gd name="T36" fmla="*/ 83 w 87"/>
                <a:gd name="T37" fmla="*/ 60 h 101"/>
                <a:gd name="T38" fmla="*/ 81 w 87"/>
                <a:gd name="T39" fmla="*/ 64 h 101"/>
                <a:gd name="T40" fmla="*/ 75 w 87"/>
                <a:gd name="T41" fmla="*/ 71 h 101"/>
                <a:gd name="T42" fmla="*/ 74 w 87"/>
                <a:gd name="T43" fmla="*/ 77 h 101"/>
                <a:gd name="T44" fmla="*/ 84 w 87"/>
                <a:gd name="T45" fmla="*/ 68 h 101"/>
                <a:gd name="T46" fmla="*/ 84 w 87"/>
                <a:gd name="T47" fmla="*/ 68 h 101"/>
                <a:gd name="T48" fmla="*/ 83 w 87"/>
                <a:gd name="T49" fmla="*/ 80 h 101"/>
                <a:gd name="T50" fmla="*/ 84 w 87"/>
                <a:gd name="T51" fmla="*/ 77 h 101"/>
                <a:gd name="T52" fmla="*/ 86 w 87"/>
                <a:gd name="T53" fmla="*/ 77 h 101"/>
                <a:gd name="T54" fmla="*/ 83 w 87"/>
                <a:gd name="T55" fmla="*/ 98 h 101"/>
                <a:gd name="T56" fmla="*/ 77 w 87"/>
                <a:gd name="T57" fmla="*/ 100 h 101"/>
                <a:gd name="T58" fmla="*/ 77 w 87"/>
                <a:gd name="T59" fmla="*/ 100 h 101"/>
                <a:gd name="T60" fmla="*/ 74 w 87"/>
                <a:gd name="T61" fmla="*/ 91 h 101"/>
                <a:gd name="T62" fmla="*/ 68 w 87"/>
                <a:gd name="T63" fmla="*/ 95 h 101"/>
                <a:gd name="T64" fmla="*/ 68 w 87"/>
                <a:gd name="T65" fmla="*/ 94 h 101"/>
                <a:gd name="T66" fmla="*/ 68 w 87"/>
                <a:gd name="T67" fmla="*/ 74 h 101"/>
                <a:gd name="T68" fmla="*/ 65 w 87"/>
                <a:gd name="T69" fmla="*/ 83 h 101"/>
                <a:gd name="T70" fmla="*/ 47 w 87"/>
                <a:gd name="T71" fmla="*/ 95 h 101"/>
                <a:gd name="T72" fmla="*/ 44 w 87"/>
                <a:gd name="T73" fmla="*/ 92 h 101"/>
                <a:gd name="T74" fmla="*/ 44 w 87"/>
                <a:gd name="T75" fmla="*/ 91 h 101"/>
                <a:gd name="T76" fmla="*/ 53 w 87"/>
                <a:gd name="T77" fmla="*/ 79 h 101"/>
                <a:gd name="T78" fmla="*/ 50 w 87"/>
                <a:gd name="T79" fmla="*/ 83 h 101"/>
                <a:gd name="T80" fmla="*/ 41 w 87"/>
                <a:gd name="T81" fmla="*/ 83 h 101"/>
                <a:gd name="T82" fmla="*/ 46 w 87"/>
                <a:gd name="T83" fmla="*/ 79 h 101"/>
                <a:gd name="T84" fmla="*/ 34 w 87"/>
                <a:gd name="T85" fmla="*/ 82 h 101"/>
                <a:gd name="T86" fmla="*/ 0 w 87"/>
                <a:gd name="T87" fmla="*/ 79 h 101"/>
                <a:gd name="T88" fmla="*/ 0 w 87"/>
                <a:gd name="T89" fmla="*/ 74 h 101"/>
                <a:gd name="T90" fmla="*/ 10 w 87"/>
                <a:gd name="T91" fmla="*/ 66 h 101"/>
                <a:gd name="T92" fmla="*/ 1 w 87"/>
                <a:gd name="T93" fmla="*/ 63 h 101"/>
                <a:gd name="T94" fmla="*/ 8 w 87"/>
                <a:gd name="T95" fmla="*/ 60 h 101"/>
                <a:gd name="T96" fmla="*/ 13 w 87"/>
                <a:gd name="T97" fmla="*/ 51 h 101"/>
                <a:gd name="T98" fmla="*/ 14 w 87"/>
                <a:gd name="T99" fmla="*/ 45 h 101"/>
                <a:gd name="T100" fmla="*/ 19 w 87"/>
                <a:gd name="T101" fmla="*/ 42 h 101"/>
                <a:gd name="T102" fmla="*/ 22 w 87"/>
                <a:gd name="T103" fmla="*/ 30 h 101"/>
                <a:gd name="T104" fmla="*/ 23 w 87"/>
                <a:gd name="T105" fmla="*/ 28 h 101"/>
                <a:gd name="T106" fmla="*/ 26 w 87"/>
                <a:gd name="T107" fmla="*/ 21 h 101"/>
                <a:gd name="T108" fmla="*/ 25 w 87"/>
                <a:gd name="T109" fmla="*/ 18 h 101"/>
                <a:gd name="T110" fmla="*/ 41 w 87"/>
                <a:gd name="T111" fmla="*/ 2 h 101"/>
                <a:gd name="T112" fmla="*/ 44 w 87"/>
                <a:gd name="T113" fmla="*/ 0 h 101"/>
                <a:gd name="T114" fmla="*/ 48 w 87"/>
                <a:gd name="T11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7" h="101">
                  <a:moveTo>
                    <a:pt x="48" y="0"/>
                  </a:moveTo>
                  <a:lnTo>
                    <a:pt x="50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7" y="9"/>
                  </a:lnTo>
                  <a:lnTo>
                    <a:pt x="46" y="14"/>
                  </a:lnTo>
                  <a:lnTo>
                    <a:pt x="46" y="15"/>
                  </a:lnTo>
                  <a:lnTo>
                    <a:pt x="41" y="15"/>
                  </a:lnTo>
                  <a:lnTo>
                    <a:pt x="41" y="21"/>
                  </a:lnTo>
                  <a:lnTo>
                    <a:pt x="34" y="31"/>
                  </a:lnTo>
                  <a:lnTo>
                    <a:pt x="35" y="39"/>
                  </a:lnTo>
                  <a:lnTo>
                    <a:pt x="43" y="30"/>
                  </a:lnTo>
                  <a:lnTo>
                    <a:pt x="43" y="30"/>
                  </a:lnTo>
                  <a:lnTo>
                    <a:pt x="43" y="30"/>
                  </a:lnTo>
                  <a:lnTo>
                    <a:pt x="43" y="31"/>
                  </a:lnTo>
                  <a:lnTo>
                    <a:pt x="43" y="33"/>
                  </a:lnTo>
                  <a:lnTo>
                    <a:pt x="50" y="34"/>
                  </a:lnTo>
                  <a:lnTo>
                    <a:pt x="51" y="34"/>
                  </a:lnTo>
                  <a:lnTo>
                    <a:pt x="50" y="36"/>
                  </a:lnTo>
                  <a:lnTo>
                    <a:pt x="44" y="39"/>
                  </a:lnTo>
                  <a:lnTo>
                    <a:pt x="46" y="43"/>
                  </a:lnTo>
                  <a:lnTo>
                    <a:pt x="47" y="42"/>
                  </a:lnTo>
                  <a:lnTo>
                    <a:pt x="48" y="42"/>
                  </a:lnTo>
                  <a:lnTo>
                    <a:pt x="51" y="42"/>
                  </a:lnTo>
                  <a:lnTo>
                    <a:pt x="53" y="40"/>
                  </a:lnTo>
                  <a:lnTo>
                    <a:pt x="54" y="40"/>
                  </a:lnTo>
                  <a:lnTo>
                    <a:pt x="54" y="40"/>
                  </a:lnTo>
                  <a:lnTo>
                    <a:pt x="54" y="42"/>
                  </a:lnTo>
                  <a:lnTo>
                    <a:pt x="53" y="46"/>
                  </a:lnTo>
                  <a:lnTo>
                    <a:pt x="63" y="43"/>
                  </a:lnTo>
                  <a:lnTo>
                    <a:pt x="75" y="45"/>
                  </a:lnTo>
                  <a:lnTo>
                    <a:pt x="77" y="45"/>
                  </a:lnTo>
                  <a:lnTo>
                    <a:pt x="77" y="46"/>
                  </a:lnTo>
                  <a:lnTo>
                    <a:pt x="71" y="63"/>
                  </a:lnTo>
                  <a:lnTo>
                    <a:pt x="81" y="60"/>
                  </a:lnTo>
                  <a:lnTo>
                    <a:pt x="81" y="60"/>
                  </a:lnTo>
                  <a:lnTo>
                    <a:pt x="83" y="60"/>
                  </a:lnTo>
                  <a:lnTo>
                    <a:pt x="83" y="60"/>
                  </a:lnTo>
                  <a:lnTo>
                    <a:pt x="81" y="64"/>
                  </a:lnTo>
                  <a:lnTo>
                    <a:pt x="81" y="64"/>
                  </a:lnTo>
                  <a:lnTo>
                    <a:pt x="72" y="70"/>
                  </a:lnTo>
                  <a:lnTo>
                    <a:pt x="75" y="71"/>
                  </a:lnTo>
                  <a:lnTo>
                    <a:pt x="75" y="71"/>
                  </a:lnTo>
                  <a:lnTo>
                    <a:pt x="74" y="77"/>
                  </a:lnTo>
                  <a:lnTo>
                    <a:pt x="75" y="79"/>
                  </a:lnTo>
                  <a:lnTo>
                    <a:pt x="84" y="68"/>
                  </a:lnTo>
                  <a:lnTo>
                    <a:pt x="84" y="68"/>
                  </a:lnTo>
                  <a:lnTo>
                    <a:pt x="84" y="68"/>
                  </a:lnTo>
                  <a:lnTo>
                    <a:pt x="86" y="70"/>
                  </a:lnTo>
                  <a:lnTo>
                    <a:pt x="83" y="80"/>
                  </a:lnTo>
                  <a:lnTo>
                    <a:pt x="84" y="77"/>
                  </a:lnTo>
                  <a:lnTo>
                    <a:pt x="84" y="77"/>
                  </a:lnTo>
                  <a:lnTo>
                    <a:pt x="86" y="77"/>
                  </a:lnTo>
                  <a:lnTo>
                    <a:pt x="86" y="77"/>
                  </a:lnTo>
                  <a:lnTo>
                    <a:pt x="87" y="83"/>
                  </a:lnTo>
                  <a:lnTo>
                    <a:pt x="83" y="98"/>
                  </a:lnTo>
                  <a:lnTo>
                    <a:pt x="81" y="98"/>
                  </a:lnTo>
                  <a:lnTo>
                    <a:pt x="77" y="100"/>
                  </a:lnTo>
                  <a:lnTo>
                    <a:pt x="77" y="101"/>
                  </a:lnTo>
                  <a:lnTo>
                    <a:pt x="77" y="100"/>
                  </a:lnTo>
                  <a:lnTo>
                    <a:pt x="77" y="100"/>
                  </a:lnTo>
                  <a:lnTo>
                    <a:pt x="74" y="91"/>
                  </a:lnTo>
                  <a:lnTo>
                    <a:pt x="69" y="95"/>
                  </a:lnTo>
                  <a:lnTo>
                    <a:pt x="68" y="95"/>
                  </a:lnTo>
                  <a:lnTo>
                    <a:pt x="68" y="95"/>
                  </a:lnTo>
                  <a:lnTo>
                    <a:pt x="68" y="94"/>
                  </a:lnTo>
                  <a:lnTo>
                    <a:pt x="71" y="85"/>
                  </a:lnTo>
                  <a:lnTo>
                    <a:pt x="68" y="74"/>
                  </a:lnTo>
                  <a:lnTo>
                    <a:pt x="68" y="74"/>
                  </a:lnTo>
                  <a:lnTo>
                    <a:pt x="65" y="83"/>
                  </a:lnTo>
                  <a:lnTo>
                    <a:pt x="48" y="95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4" y="92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57" y="80"/>
                  </a:lnTo>
                  <a:lnTo>
                    <a:pt x="53" y="79"/>
                  </a:lnTo>
                  <a:lnTo>
                    <a:pt x="51" y="83"/>
                  </a:lnTo>
                  <a:lnTo>
                    <a:pt x="50" y="83"/>
                  </a:lnTo>
                  <a:lnTo>
                    <a:pt x="41" y="83"/>
                  </a:lnTo>
                  <a:lnTo>
                    <a:pt x="41" y="83"/>
                  </a:lnTo>
                  <a:lnTo>
                    <a:pt x="41" y="82"/>
                  </a:lnTo>
                  <a:lnTo>
                    <a:pt x="46" y="79"/>
                  </a:lnTo>
                  <a:lnTo>
                    <a:pt x="46" y="77"/>
                  </a:lnTo>
                  <a:lnTo>
                    <a:pt x="34" y="82"/>
                  </a:lnTo>
                  <a:lnTo>
                    <a:pt x="4" y="82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10" y="66"/>
                  </a:lnTo>
                  <a:lnTo>
                    <a:pt x="3" y="64"/>
                  </a:lnTo>
                  <a:lnTo>
                    <a:pt x="1" y="63"/>
                  </a:lnTo>
                  <a:lnTo>
                    <a:pt x="1" y="63"/>
                  </a:lnTo>
                  <a:lnTo>
                    <a:pt x="8" y="60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6" y="51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9" y="42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5" y="28"/>
                  </a:lnTo>
                  <a:lnTo>
                    <a:pt x="23" y="28"/>
                  </a:lnTo>
                  <a:lnTo>
                    <a:pt x="23" y="27"/>
                  </a:lnTo>
                  <a:lnTo>
                    <a:pt x="26" y="21"/>
                  </a:lnTo>
                  <a:lnTo>
                    <a:pt x="25" y="18"/>
                  </a:lnTo>
                  <a:lnTo>
                    <a:pt x="25" y="18"/>
                  </a:lnTo>
                  <a:lnTo>
                    <a:pt x="35" y="5"/>
                  </a:lnTo>
                  <a:lnTo>
                    <a:pt x="41" y="2"/>
                  </a:lnTo>
                  <a:lnTo>
                    <a:pt x="41" y="0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26" name="Freeform 560">
              <a:extLst>
                <a:ext uri="{FF2B5EF4-FFF2-40B4-BE49-F238E27FC236}">
                  <a16:creationId xmlns:a16="http://schemas.microsoft.com/office/drawing/2014/main" id="{786BDB4C-B040-4CC1-7B37-C680DE83A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950" y="2960782"/>
              <a:ext cx="24701" cy="32934"/>
            </a:xfrm>
            <a:custGeom>
              <a:avLst/>
              <a:gdLst>
                <a:gd name="T0" fmla="*/ 0 w 12"/>
                <a:gd name="T1" fmla="*/ 0 h 16"/>
                <a:gd name="T2" fmla="*/ 0 w 12"/>
                <a:gd name="T3" fmla="*/ 1 h 16"/>
                <a:gd name="T4" fmla="*/ 6 w 12"/>
                <a:gd name="T5" fmla="*/ 4 h 16"/>
                <a:gd name="T6" fmla="*/ 11 w 12"/>
                <a:gd name="T7" fmla="*/ 10 h 16"/>
                <a:gd name="T8" fmla="*/ 12 w 12"/>
                <a:gd name="T9" fmla="*/ 10 h 16"/>
                <a:gd name="T10" fmla="*/ 11 w 12"/>
                <a:gd name="T11" fmla="*/ 16 h 16"/>
                <a:gd name="T12" fmla="*/ 9 w 12"/>
                <a:gd name="T13" fmla="*/ 16 h 16"/>
                <a:gd name="T14" fmla="*/ 9 w 12"/>
                <a:gd name="T15" fmla="*/ 16 h 16"/>
                <a:gd name="T16" fmla="*/ 9 w 12"/>
                <a:gd name="T17" fmla="*/ 16 h 16"/>
                <a:gd name="T18" fmla="*/ 0 w 12"/>
                <a:gd name="T19" fmla="*/ 1 h 16"/>
                <a:gd name="T20" fmla="*/ 0 w 12"/>
                <a:gd name="T21" fmla="*/ 1 h 16"/>
                <a:gd name="T22" fmla="*/ 0 w 12"/>
                <a:gd name="T2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6">
                  <a:moveTo>
                    <a:pt x="0" y="0"/>
                  </a:moveTo>
                  <a:lnTo>
                    <a:pt x="0" y="1"/>
                  </a:lnTo>
                  <a:lnTo>
                    <a:pt x="6" y="4"/>
                  </a:lnTo>
                  <a:lnTo>
                    <a:pt x="11" y="10"/>
                  </a:lnTo>
                  <a:lnTo>
                    <a:pt x="12" y="10"/>
                  </a:lnTo>
                  <a:lnTo>
                    <a:pt x="11" y="16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27" name="Freeform 562">
              <a:extLst>
                <a:ext uri="{FF2B5EF4-FFF2-40B4-BE49-F238E27FC236}">
                  <a16:creationId xmlns:a16="http://schemas.microsoft.com/office/drawing/2014/main" id="{A5581932-8577-5A07-A179-82D497831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0775" y="2969016"/>
              <a:ext cx="18526" cy="24701"/>
            </a:xfrm>
            <a:custGeom>
              <a:avLst/>
              <a:gdLst>
                <a:gd name="T0" fmla="*/ 0 w 9"/>
                <a:gd name="T1" fmla="*/ 0 h 12"/>
                <a:gd name="T2" fmla="*/ 0 w 9"/>
                <a:gd name="T3" fmla="*/ 0 h 12"/>
                <a:gd name="T4" fmla="*/ 8 w 9"/>
                <a:gd name="T5" fmla="*/ 3 h 12"/>
                <a:gd name="T6" fmla="*/ 8 w 9"/>
                <a:gd name="T7" fmla="*/ 5 h 12"/>
                <a:gd name="T8" fmla="*/ 9 w 9"/>
                <a:gd name="T9" fmla="*/ 12 h 12"/>
                <a:gd name="T10" fmla="*/ 9 w 9"/>
                <a:gd name="T11" fmla="*/ 12 h 12"/>
                <a:gd name="T12" fmla="*/ 9 w 9"/>
                <a:gd name="T13" fmla="*/ 12 h 12"/>
                <a:gd name="T14" fmla="*/ 9 w 9"/>
                <a:gd name="T15" fmla="*/ 12 h 12"/>
                <a:gd name="T16" fmla="*/ 0 w 9"/>
                <a:gd name="T17" fmla="*/ 2 h 12"/>
                <a:gd name="T18" fmla="*/ 0 w 9"/>
                <a:gd name="T19" fmla="*/ 0 h 12"/>
                <a:gd name="T20" fmla="*/ 0 w 9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12">
                  <a:moveTo>
                    <a:pt x="0" y="0"/>
                  </a:moveTo>
                  <a:lnTo>
                    <a:pt x="0" y="0"/>
                  </a:lnTo>
                  <a:lnTo>
                    <a:pt x="8" y="3"/>
                  </a:lnTo>
                  <a:lnTo>
                    <a:pt x="8" y="5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28" name="Freeform 564">
              <a:extLst>
                <a:ext uri="{FF2B5EF4-FFF2-40B4-BE49-F238E27FC236}">
                  <a16:creationId xmlns:a16="http://schemas.microsoft.com/office/drawing/2014/main" id="{EE7706B5-6A8F-D28F-0CEF-3CB4659A2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600" y="2950490"/>
              <a:ext cx="12350" cy="12350"/>
            </a:xfrm>
            <a:custGeom>
              <a:avLst/>
              <a:gdLst>
                <a:gd name="T0" fmla="*/ 5 w 6"/>
                <a:gd name="T1" fmla="*/ 0 h 6"/>
                <a:gd name="T2" fmla="*/ 5 w 6"/>
                <a:gd name="T3" fmla="*/ 0 h 6"/>
                <a:gd name="T4" fmla="*/ 5 w 6"/>
                <a:gd name="T5" fmla="*/ 0 h 6"/>
                <a:gd name="T6" fmla="*/ 6 w 6"/>
                <a:gd name="T7" fmla="*/ 5 h 6"/>
                <a:gd name="T8" fmla="*/ 6 w 6"/>
                <a:gd name="T9" fmla="*/ 5 h 6"/>
                <a:gd name="T10" fmla="*/ 6 w 6"/>
                <a:gd name="T11" fmla="*/ 6 h 6"/>
                <a:gd name="T12" fmla="*/ 6 w 6"/>
                <a:gd name="T13" fmla="*/ 6 h 6"/>
                <a:gd name="T14" fmla="*/ 2 w 6"/>
                <a:gd name="T15" fmla="*/ 5 h 6"/>
                <a:gd name="T16" fmla="*/ 0 w 6"/>
                <a:gd name="T17" fmla="*/ 3 h 6"/>
                <a:gd name="T18" fmla="*/ 0 w 6"/>
                <a:gd name="T19" fmla="*/ 3 h 6"/>
                <a:gd name="T20" fmla="*/ 3 w 6"/>
                <a:gd name="T21" fmla="*/ 0 h 6"/>
                <a:gd name="T22" fmla="*/ 5 w 6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6">
                  <a:moveTo>
                    <a:pt x="5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6" y="5"/>
                  </a:lnTo>
                  <a:lnTo>
                    <a:pt x="6" y="5"/>
                  </a:lnTo>
                  <a:lnTo>
                    <a:pt x="6" y="6"/>
                  </a:lnTo>
                  <a:lnTo>
                    <a:pt x="6" y="6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3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29" name="Freeform 566">
              <a:extLst>
                <a:ext uri="{FF2B5EF4-FFF2-40B4-BE49-F238E27FC236}">
                  <a16:creationId xmlns:a16="http://schemas.microsoft.com/office/drawing/2014/main" id="{86023CD0-C8A1-BF93-7FBA-F38D8088E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315" y="2987541"/>
              <a:ext cx="30876" cy="51459"/>
            </a:xfrm>
            <a:custGeom>
              <a:avLst/>
              <a:gdLst>
                <a:gd name="T0" fmla="*/ 7 w 15"/>
                <a:gd name="T1" fmla="*/ 0 h 25"/>
                <a:gd name="T2" fmla="*/ 9 w 15"/>
                <a:gd name="T3" fmla="*/ 2 h 25"/>
                <a:gd name="T4" fmla="*/ 10 w 15"/>
                <a:gd name="T5" fmla="*/ 5 h 25"/>
                <a:gd name="T6" fmla="*/ 10 w 15"/>
                <a:gd name="T7" fmla="*/ 5 h 25"/>
                <a:gd name="T8" fmla="*/ 10 w 15"/>
                <a:gd name="T9" fmla="*/ 6 h 25"/>
                <a:gd name="T10" fmla="*/ 9 w 15"/>
                <a:gd name="T11" fmla="*/ 6 h 25"/>
                <a:gd name="T12" fmla="*/ 10 w 15"/>
                <a:gd name="T13" fmla="*/ 8 h 25"/>
                <a:gd name="T14" fmla="*/ 10 w 15"/>
                <a:gd name="T15" fmla="*/ 9 h 25"/>
                <a:gd name="T16" fmla="*/ 10 w 15"/>
                <a:gd name="T17" fmla="*/ 9 h 25"/>
                <a:gd name="T18" fmla="*/ 7 w 15"/>
                <a:gd name="T19" fmla="*/ 9 h 25"/>
                <a:gd name="T20" fmla="*/ 7 w 15"/>
                <a:gd name="T21" fmla="*/ 14 h 25"/>
                <a:gd name="T22" fmla="*/ 15 w 15"/>
                <a:gd name="T23" fmla="*/ 25 h 25"/>
                <a:gd name="T24" fmla="*/ 15 w 15"/>
                <a:gd name="T25" fmla="*/ 25 h 25"/>
                <a:gd name="T26" fmla="*/ 15 w 15"/>
                <a:gd name="T27" fmla="*/ 25 h 25"/>
                <a:gd name="T28" fmla="*/ 15 w 15"/>
                <a:gd name="T29" fmla="*/ 25 h 25"/>
                <a:gd name="T30" fmla="*/ 3 w 15"/>
                <a:gd name="T31" fmla="*/ 14 h 25"/>
                <a:gd name="T32" fmla="*/ 3 w 15"/>
                <a:gd name="T33" fmla="*/ 14 h 25"/>
                <a:gd name="T34" fmla="*/ 3 w 15"/>
                <a:gd name="T35" fmla="*/ 11 h 25"/>
                <a:gd name="T36" fmla="*/ 3 w 15"/>
                <a:gd name="T37" fmla="*/ 11 h 25"/>
                <a:gd name="T38" fmla="*/ 1 w 15"/>
                <a:gd name="T39" fmla="*/ 9 h 25"/>
                <a:gd name="T40" fmla="*/ 1 w 15"/>
                <a:gd name="T41" fmla="*/ 6 h 25"/>
                <a:gd name="T42" fmla="*/ 0 w 15"/>
                <a:gd name="T43" fmla="*/ 6 h 25"/>
                <a:gd name="T44" fmla="*/ 0 w 15"/>
                <a:gd name="T45" fmla="*/ 6 h 25"/>
                <a:gd name="T46" fmla="*/ 0 w 15"/>
                <a:gd name="T47" fmla="*/ 5 h 25"/>
                <a:gd name="T48" fmla="*/ 7 w 15"/>
                <a:gd name="T49" fmla="*/ 0 h 25"/>
                <a:gd name="T50" fmla="*/ 7 w 15"/>
                <a:gd name="T5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" h="25">
                  <a:moveTo>
                    <a:pt x="7" y="0"/>
                  </a:moveTo>
                  <a:lnTo>
                    <a:pt x="9" y="2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9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7" y="9"/>
                  </a:lnTo>
                  <a:lnTo>
                    <a:pt x="7" y="14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1" y="9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30" name="Freeform 568">
              <a:extLst>
                <a:ext uri="{FF2B5EF4-FFF2-40B4-BE49-F238E27FC236}">
                  <a16:creationId xmlns:a16="http://schemas.microsoft.com/office/drawing/2014/main" id="{7BDC8834-87CD-EB8B-07FD-CBFDB58B9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731" y="2948432"/>
              <a:ext cx="41168" cy="49401"/>
            </a:xfrm>
            <a:custGeom>
              <a:avLst/>
              <a:gdLst>
                <a:gd name="T0" fmla="*/ 1 w 20"/>
                <a:gd name="T1" fmla="*/ 0 h 24"/>
                <a:gd name="T2" fmla="*/ 7 w 20"/>
                <a:gd name="T3" fmla="*/ 0 h 24"/>
                <a:gd name="T4" fmla="*/ 9 w 20"/>
                <a:gd name="T5" fmla="*/ 0 h 24"/>
                <a:gd name="T6" fmla="*/ 9 w 20"/>
                <a:gd name="T7" fmla="*/ 1 h 24"/>
                <a:gd name="T8" fmla="*/ 9 w 20"/>
                <a:gd name="T9" fmla="*/ 3 h 24"/>
                <a:gd name="T10" fmla="*/ 10 w 20"/>
                <a:gd name="T11" fmla="*/ 1 h 24"/>
                <a:gd name="T12" fmla="*/ 11 w 20"/>
                <a:gd name="T13" fmla="*/ 0 h 24"/>
                <a:gd name="T14" fmla="*/ 11 w 20"/>
                <a:gd name="T15" fmla="*/ 0 h 24"/>
                <a:gd name="T16" fmla="*/ 11 w 20"/>
                <a:gd name="T17" fmla="*/ 1 h 24"/>
                <a:gd name="T18" fmla="*/ 13 w 20"/>
                <a:gd name="T19" fmla="*/ 6 h 24"/>
                <a:gd name="T20" fmla="*/ 14 w 20"/>
                <a:gd name="T21" fmla="*/ 3 h 24"/>
                <a:gd name="T22" fmla="*/ 17 w 20"/>
                <a:gd name="T23" fmla="*/ 0 h 24"/>
                <a:gd name="T24" fmla="*/ 19 w 20"/>
                <a:gd name="T25" fmla="*/ 0 h 24"/>
                <a:gd name="T26" fmla="*/ 19 w 20"/>
                <a:gd name="T27" fmla="*/ 0 h 24"/>
                <a:gd name="T28" fmla="*/ 19 w 20"/>
                <a:gd name="T29" fmla="*/ 0 h 24"/>
                <a:gd name="T30" fmla="*/ 20 w 20"/>
                <a:gd name="T31" fmla="*/ 4 h 24"/>
                <a:gd name="T32" fmla="*/ 17 w 20"/>
                <a:gd name="T33" fmla="*/ 18 h 24"/>
                <a:gd name="T34" fmla="*/ 17 w 20"/>
                <a:gd name="T35" fmla="*/ 19 h 24"/>
                <a:gd name="T36" fmla="*/ 11 w 20"/>
                <a:gd name="T37" fmla="*/ 24 h 24"/>
                <a:gd name="T38" fmla="*/ 10 w 20"/>
                <a:gd name="T39" fmla="*/ 24 h 24"/>
                <a:gd name="T40" fmla="*/ 10 w 20"/>
                <a:gd name="T41" fmla="*/ 24 h 24"/>
                <a:gd name="T42" fmla="*/ 10 w 20"/>
                <a:gd name="T43" fmla="*/ 24 h 24"/>
                <a:gd name="T44" fmla="*/ 9 w 20"/>
                <a:gd name="T45" fmla="*/ 18 h 24"/>
                <a:gd name="T46" fmla="*/ 9 w 20"/>
                <a:gd name="T47" fmla="*/ 18 h 24"/>
                <a:gd name="T48" fmla="*/ 10 w 20"/>
                <a:gd name="T49" fmla="*/ 16 h 24"/>
                <a:gd name="T50" fmla="*/ 4 w 20"/>
                <a:gd name="T51" fmla="*/ 13 h 24"/>
                <a:gd name="T52" fmla="*/ 4 w 20"/>
                <a:gd name="T53" fmla="*/ 13 h 24"/>
                <a:gd name="T54" fmla="*/ 0 w 20"/>
                <a:gd name="T55" fmla="*/ 4 h 24"/>
                <a:gd name="T56" fmla="*/ 0 w 20"/>
                <a:gd name="T57" fmla="*/ 1 h 24"/>
                <a:gd name="T58" fmla="*/ 1 w 20"/>
                <a:gd name="T5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0" h="24">
                  <a:moveTo>
                    <a:pt x="1" y="0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9" y="1"/>
                  </a:lnTo>
                  <a:lnTo>
                    <a:pt x="9" y="3"/>
                  </a:lnTo>
                  <a:lnTo>
                    <a:pt x="10" y="1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1"/>
                  </a:lnTo>
                  <a:lnTo>
                    <a:pt x="13" y="6"/>
                  </a:lnTo>
                  <a:lnTo>
                    <a:pt x="14" y="3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0" y="4"/>
                  </a:lnTo>
                  <a:lnTo>
                    <a:pt x="17" y="18"/>
                  </a:lnTo>
                  <a:lnTo>
                    <a:pt x="17" y="19"/>
                  </a:lnTo>
                  <a:lnTo>
                    <a:pt x="11" y="24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10" y="16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0" y="4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31" name="Freeform 570">
              <a:extLst>
                <a:ext uri="{FF2B5EF4-FFF2-40B4-BE49-F238E27FC236}">
                  <a16:creationId xmlns:a16="http://schemas.microsoft.com/office/drawing/2014/main" id="{40E2BEF0-AE22-DC04-D619-864ECBC7A3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2467" y="1361413"/>
              <a:ext cx="333459" cy="265532"/>
            </a:xfrm>
            <a:custGeom>
              <a:avLst/>
              <a:gdLst>
                <a:gd name="T0" fmla="*/ 122 w 162"/>
                <a:gd name="T1" fmla="*/ 6 h 129"/>
                <a:gd name="T2" fmla="*/ 122 w 162"/>
                <a:gd name="T3" fmla="*/ 22 h 129"/>
                <a:gd name="T4" fmla="*/ 122 w 162"/>
                <a:gd name="T5" fmla="*/ 43 h 129"/>
                <a:gd name="T6" fmla="*/ 135 w 162"/>
                <a:gd name="T7" fmla="*/ 47 h 129"/>
                <a:gd name="T8" fmla="*/ 140 w 162"/>
                <a:gd name="T9" fmla="*/ 52 h 129"/>
                <a:gd name="T10" fmla="*/ 143 w 162"/>
                <a:gd name="T11" fmla="*/ 61 h 129"/>
                <a:gd name="T12" fmla="*/ 145 w 162"/>
                <a:gd name="T13" fmla="*/ 43 h 129"/>
                <a:gd name="T14" fmla="*/ 160 w 162"/>
                <a:gd name="T15" fmla="*/ 50 h 129"/>
                <a:gd name="T16" fmla="*/ 153 w 162"/>
                <a:gd name="T17" fmla="*/ 98 h 129"/>
                <a:gd name="T18" fmla="*/ 117 w 162"/>
                <a:gd name="T19" fmla="*/ 101 h 129"/>
                <a:gd name="T20" fmla="*/ 119 w 162"/>
                <a:gd name="T21" fmla="*/ 93 h 129"/>
                <a:gd name="T22" fmla="*/ 67 w 162"/>
                <a:gd name="T23" fmla="*/ 129 h 129"/>
                <a:gd name="T24" fmla="*/ 43 w 162"/>
                <a:gd name="T25" fmla="*/ 116 h 129"/>
                <a:gd name="T26" fmla="*/ 61 w 162"/>
                <a:gd name="T27" fmla="*/ 98 h 129"/>
                <a:gd name="T28" fmla="*/ 71 w 162"/>
                <a:gd name="T29" fmla="*/ 92 h 129"/>
                <a:gd name="T30" fmla="*/ 67 w 162"/>
                <a:gd name="T31" fmla="*/ 87 h 129"/>
                <a:gd name="T32" fmla="*/ 51 w 162"/>
                <a:gd name="T33" fmla="*/ 98 h 129"/>
                <a:gd name="T34" fmla="*/ 49 w 162"/>
                <a:gd name="T35" fmla="*/ 95 h 129"/>
                <a:gd name="T36" fmla="*/ 51 w 162"/>
                <a:gd name="T37" fmla="*/ 82 h 129"/>
                <a:gd name="T38" fmla="*/ 49 w 162"/>
                <a:gd name="T39" fmla="*/ 79 h 129"/>
                <a:gd name="T40" fmla="*/ 48 w 162"/>
                <a:gd name="T41" fmla="*/ 87 h 129"/>
                <a:gd name="T42" fmla="*/ 45 w 162"/>
                <a:gd name="T43" fmla="*/ 95 h 129"/>
                <a:gd name="T44" fmla="*/ 39 w 162"/>
                <a:gd name="T45" fmla="*/ 101 h 129"/>
                <a:gd name="T46" fmla="*/ 30 w 162"/>
                <a:gd name="T47" fmla="*/ 101 h 129"/>
                <a:gd name="T48" fmla="*/ 28 w 162"/>
                <a:gd name="T49" fmla="*/ 101 h 129"/>
                <a:gd name="T50" fmla="*/ 18 w 162"/>
                <a:gd name="T51" fmla="*/ 89 h 129"/>
                <a:gd name="T52" fmla="*/ 0 w 162"/>
                <a:gd name="T53" fmla="*/ 86 h 129"/>
                <a:gd name="T54" fmla="*/ 22 w 162"/>
                <a:gd name="T55" fmla="*/ 73 h 129"/>
                <a:gd name="T56" fmla="*/ 17 w 162"/>
                <a:gd name="T57" fmla="*/ 71 h 129"/>
                <a:gd name="T58" fmla="*/ 6 w 162"/>
                <a:gd name="T59" fmla="*/ 64 h 129"/>
                <a:gd name="T60" fmla="*/ 34 w 162"/>
                <a:gd name="T61" fmla="*/ 52 h 129"/>
                <a:gd name="T62" fmla="*/ 24 w 162"/>
                <a:gd name="T63" fmla="*/ 53 h 129"/>
                <a:gd name="T64" fmla="*/ 14 w 162"/>
                <a:gd name="T65" fmla="*/ 55 h 129"/>
                <a:gd name="T66" fmla="*/ 12 w 162"/>
                <a:gd name="T67" fmla="*/ 53 h 129"/>
                <a:gd name="T68" fmla="*/ 36 w 162"/>
                <a:gd name="T69" fmla="*/ 37 h 129"/>
                <a:gd name="T70" fmla="*/ 24 w 162"/>
                <a:gd name="T71" fmla="*/ 30 h 129"/>
                <a:gd name="T72" fmla="*/ 36 w 162"/>
                <a:gd name="T73" fmla="*/ 19 h 129"/>
                <a:gd name="T74" fmla="*/ 48 w 162"/>
                <a:gd name="T75" fmla="*/ 36 h 129"/>
                <a:gd name="T76" fmla="*/ 79 w 162"/>
                <a:gd name="T77" fmla="*/ 50 h 129"/>
                <a:gd name="T78" fmla="*/ 76 w 162"/>
                <a:gd name="T79" fmla="*/ 55 h 129"/>
                <a:gd name="T80" fmla="*/ 80 w 162"/>
                <a:gd name="T81" fmla="*/ 55 h 129"/>
                <a:gd name="T82" fmla="*/ 85 w 162"/>
                <a:gd name="T83" fmla="*/ 70 h 129"/>
                <a:gd name="T84" fmla="*/ 101 w 162"/>
                <a:gd name="T85" fmla="*/ 53 h 129"/>
                <a:gd name="T86" fmla="*/ 110 w 162"/>
                <a:gd name="T87" fmla="*/ 46 h 129"/>
                <a:gd name="T88" fmla="*/ 95 w 162"/>
                <a:gd name="T89" fmla="*/ 22 h 129"/>
                <a:gd name="T90" fmla="*/ 110 w 162"/>
                <a:gd name="T91" fmla="*/ 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" h="129">
                  <a:moveTo>
                    <a:pt x="117" y="0"/>
                  </a:moveTo>
                  <a:lnTo>
                    <a:pt x="119" y="0"/>
                  </a:lnTo>
                  <a:lnTo>
                    <a:pt x="122" y="6"/>
                  </a:lnTo>
                  <a:lnTo>
                    <a:pt x="122" y="7"/>
                  </a:lnTo>
                  <a:lnTo>
                    <a:pt x="120" y="12"/>
                  </a:lnTo>
                  <a:lnTo>
                    <a:pt x="122" y="22"/>
                  </a:lnTo>
                  <a:lnTo>
                    <a:pt x="128" y="30"/>
                  </a:lnTo>
                  <a:lnTo>
                    <a:pt x="128" y="31"/>
                  </a:lnTo>
                  <a:lnTo>
                    <a:pt x="122" y="43"/>
                  </a:lnTo>
                  <a:lnTo>
                    <a:pt x="134" y="46"/>
                  </a:lnTo>
                  <a:lnTo>
                    <a:pt x="135" y="47"/>
                  </a:lnTo>
                  <a:lnTo>
                    <a:pt x="135" y="47"/>
                  </a:lnTo>
                  <a:lnTo>
                    <a:pt x="131" y="56"/>
                  </a:lnTo>
                  <a:lnTo>
                    <a:pt x="140" y="52"/>
                  </a:lnTo>
                  <a:lnTo>
                    <a:pt x="140" y="52"/>
                  </a:lnTo>
                  <a:lnTo>
                    <a:pt x="140" y="52"/>
                  </a:lnTo>
                  <a:lnTo>
                    <a:pt x="141" y="52"/>
                  </a:lnTo>
                  <a:lnTo>
                    <a:pt x="143" y="61"/>
                  </a:lnTo>
                  <a:lnTo>
                    <a:pt x="145" y="44"/>
                  </a:lnTo>
                  <a:lnTo>
                    <a:pt x="145" y="43"/>
                  </a:lnTo>
                  <a:lnTo>
                    <a:pt x="145" y="43"/>
                  </a:lnTo>
                  <a:lnTo>
                    <a:pt x="145" y="43"/>
                  </a:lnTo>
                  <a:lnTo>
                    <a:pt x="159" y="50"/>
                  </a:lnTo>
                  <a:lnTo>
                    <a:pt x="160" y="50"/>
                  </a:lnTo>
                  <a:lnTo>
                    <a:pt x="162" y="67"/>
                  </a:lnTo>
                  <a:lnTo>
                    <a:pt x="154" y="96"/>
                  </a:lnTo>
                  <a:lnTo>
                    <a:pt x="153" y="98"/>
                  </a:lnTo>
                  <a:lnTo>
                    <a:pt x="123" y="102"/>
                  </a:lnTo>
                  <a:lnTo>
                    <a:pt x="117" y="101"/>
                  </a:lnTo>
                  <a:lnTo>
                    <a:pt x="117" y="101"/>
                  </a:lnTo>
                  <a:lnTo>
                    <a:pt x="117" y="99"/>
                  </a:lnTo>
                  <a:lnTo>
                    <a:pt x="120" y="98"/>
                  </a:lnTo>
                  <a:lnTo>
                    <a:pt x="119" y="93"/>
                  </a:lnTo>
                  <a:lnTo>
                    <a:pt x="68" y="129"/>
                  </a:lnTo>
                  <a:lnTo>
                    <a:pt x="67" y="129"/>
                  </a:lnTo>
                  <a:lnTo>
                    <a:pt x="67" y="129"/>
                  </a:lnTo>
                  <a:lnTo>
                    <a:pt x="49" y="123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3" y="111"/>
                  </a:lnTo>
                  <a:lnTo>
                    <a:pt x="43" y="110"/>
                  </a:lnTo>
                  <a:lnTo>
                    <a:pt x="61" y="98"/>
                  </a:lnTo>
                  <a:lnTo>
                    <a:pt x="79" y="99"/>
                  </a:lnTo>
                  <a:lnTo>
                    <a:pt x="88" y="86"/>
                  </a:lnTo>
                  <a:lnTo>
                    <a:pt x="71" y="92"/>
                  </a:lnTo>
                  <a:lnTo>
                    <a:pt x="71" y="92"/>
                  </a:lnTo>
                  <a:lnTo>
                    <a:pt x="71" y="92"/>
                  </a:lnTo>
                  <a:lnTo>
                    <a:pt x="67" y="87"/>
                  </a:lnTo>
                  <a:lnTo>
                    <a:pt x="65" y="93"/>
                  </a:lnTo>
                  <a:lnTo>
                    <a:pt x="64" y="93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49" y="95"/>
                  </a:lnTo>
                  <a:lnTo>
                    <a:pt x="49" y="95"/>
                  </a:lnTo>
                  <a:lnTo>
                    <a:pt x="52" y="89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5" y="77"/>
                  </a:lnTo>
                  <a:lnTo>
                    <a:pt x="49" y="79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46" y="87"/>
                  </a:lnTo>
                  <a:lnTo>
                    <a:pt x="43" y="84"/>
                  </a:lnTo>
                  <a:lnTo>
                    <a:pt x="45" y="95"/>
                  </a:lnTo>
                  <a:lnTo>
                    <a:pt x="45" y="95"/>
                  </a:lnTo>
                  <a:lnTo>
                    <a:pt x="39" y="101"/>
                  </a:lnTo>
                  <a:lnTo>
                    <a:pt x="39" y="101"/>
                  </a:lnTo>
                  <a:lnTo>
                    <a:pt x="37" y="101"/>
                  </a:lnTo>
                  <a:lnTo>
                    <a:pt x="30" y="95"/>
                  </a:lnTo>
                  <a:lnTo>
                    <a:pt x="30" y="101"/>
                  </a:lnTo>
                  <a:lnTo>
                    <a:pt x="28" y="101"/>
                  </a:lnTo>
                  <a:lnTo>
                    <a:pt x="28" y="101"/>
                  </a:lnTo>
                  <a:lnTo>
                    <a:pt x="28" y="101"/>
                  </a:lnTo>
                  <a:lnTo>
                    <a:pt x="19" y="96"/>
                  </a:lnTo>
                  <a:lnTo>
                    <a:pt x="19" y="96"/>
                  </a:lnTo>
                  <a:lnTo>
                    <a:pt x="18" y="89"/>
                  </a:lnTo>
                  <a:lnTo>
                    <a:pt x="2" y="87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6" y="74"/>
                  </a:lnTo>
                  <a:lnTo>
                    <a:pt x="8" y="74"/>
                  </a:lnTo>
                  <a:lnTo>
                    <a:pt x="22" y="73"/>
                  </a:lnTo>
                  <a:lnTo>
                    <a:pt x="30" y="65"/>
                  </a:lnTo>
                  <a:lnTo>
                    <a:pt x="17" y="71"/>
                  </a:lnTo>
                  <a:lnTo>
                    <a:pt x="17" y="71"/>
                  </a:lnTo>
                  <a:lnTo>
                    <a:pt x="15" y="71"/>
                  </a:lnTo>
                  <a:lnTo>
                    <a:pt x="6" y="65"/>
                  </a:lnTo>
                  <a:lnTo>
                    <a:pt x="6" y="64"/>
                  </a:lnTo>
                  <a:lnTo>
                    <a:pt x="8" y="64"/>
                  </a:lnTo>
                  <a:lnTo>
                    <a:pt x="34" y="52"/>
                  </a:lnTo>
                  <a:lnTo>
                    <a:pt x="34" y="52"/>
                  </a:lnTo>
                  <a:lnTo>
                    <a:pt x="31" y="52"/>
                  </a:lnTo>
                  <a:lnTo>
                    <a:pt x="28" y="53"/>
                  </a:lnTo>
                  <a:lnTo>
                    <a:pt x="24" y="53"/>
                  </a:lnTo>
                  <a:lnTo>
                    <a:pt x="19" y="53"/>
                  </a:lnTo>
                  <a:lnTo>
                    <a:pt x="17" y="55"/>
                  </a:lnTo>
                  <a:lnTo>
                    <a:pt x="14" y="55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2" y="53"/>
                  </a:lnTo>
                  <a:lnTo>
                    <a:pt x="15" y="39"/>
                  </a:lnTo>
                  <a:lnTo>
                    <a:pt x="17" y="37"/>
                  </a:lnTo>
                  <a:lnTo>
                    <a:pt x="36" y="37"/>
                  </a:lnTo>
                  <a:lnTo>
                    <a:pt x="24" y="31"/>
                  </a:lnTo>
                  <a:lnTo>
                    <a:pt x="22" y="31"/>
                  </a:lnTo>
                  <a:lnTo>
                    <a:pt x="24" y="30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36"/>
                  </a:lnTo>
                  <a:lnTo>
                    <a:pt x="68" y="36"/>
                  </a:lnTo>
                  <a:lnTo>
                    <a:pt x="68" y="36"/>
                  </a:lnTo>
                  <a:lnTo>
                    <a:pt x="79" y="50"/>
                  </a:lnTo>
                  <a:lnTo>
                    <a:pt x="79" y="50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5"/>
                  </a:lnTo>
                  <a:lnTo>
                    <a:pt x="80" y="55"/>
                  </a:lnTo>
                  <a:lnTo>
                    <a:pt x="82" y="55"/>
                  </a:lnTo>
                  <a:lnTo>
                    <a:pt x="82" y="55"/>
                  </a:lnTo>
                  <a:lnTo>
                    <a:pt x="85" y="70"/>
                  </a:lnTo>
                  <a:lnTo>
                    <a:pt x="114" y="71"/>
                  </a:lnTo>
                  <a:lnTo>
                    <a:pt x="116" y="64"/>
                  </a:lnTo>
                  <a:lnTo>
                    <a:pt x="101" y="53"/>
                  </a:lnTo>
                  <a:lnTo>
                    <a:pt x="101" y="52"/>
                  </a:lnTo>
                  <a:lnTo>
                    <a:pt x="101" y="52"/>
                  </a:lnTo>
                  <a:lnTo>
                    <a:pt x="110" y="46"/>
                  </a:lnTo>
                  <a:lnTo>
                    <a:pt x="97" y="30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101" y="19"/>
                  </a:lnTo>
                  <a:lnTo>
                    <a:pt x="110" y="3"/>
                  </a:lnTo>
                  <a:lnTo>
                    <a:pt x="110" y="1"/>
                  </a:lnTo>
                  <a:lnTo>
                    <a:pt x="117" y="0"/>
                  </a:lnTo>
                  <a:lnTo>
                    <a:pt x="11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32" name="Freeform 572">
              <a:extLst>
                <a:ext uri="{FF2B5EF4-FFF2-40B4-BE49-F238E27FC236}">
                  <a16:creationId xmlns:a16="http://schemas.microsoft.com/office/drawing/2014/main" id="{8A5B22DC-8847-AD06-77D5-520921785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292" y="1336712"/>
              <a:ext cx="467254" cy="290233"/>
            </a:xfrm>
            <a:custGeom>
              <a:avLst/>
              <a:gdLst>
                <a:gd name="T0" fmla="*/ 11 w 227"/>
                <a:gd name="T1" fmla="*/ 2 h 141"/>
                <a:gd name="T2" fmla="*/ 23 w 227"/>
                <a:gd name="T3" fmla="*/ 2 h 141"/>
                <a:gd name="T4" fmla="*/ 48 w 227"/>
                <a:gd name="T5" fmla="*/ 15 h 141"/>
                <a:gd name="T6" fmla="*/ 70 w 227"/>
                <a:gd name="T7" fmla="*/ 21 h 141"/>
                <a:gd name="T8" fmla="*/ 86 w 227"/>
                <a:gd name="T9" fmla="*/ 34 h 141"/>
                <a:gd name="T10" fmla="*/ 76 w 227"/>
                <a:gd name="T11" fmla="*/ 37 h 141"/>
                <a:gd name="T12" fmla="*/ 101 w 227"/>
                <a:gd name="T13" fmla="*/ 45 h 141"/>
                <a:gd name="T14" fmla="*/ 94 w 227"/>
                <a:gd name="T15" fmla="*/ 56 h 141"/>
                <a:gd name="T16" fmla="*/ 82 w 227"/>
                <a:gd name="T17" fmla="*/ 55 h 141"/>
                <a:gd name="T18" fmla="*/ 73 w 227"/>
                <a:gd name="T19" fmla="*/ 55 h 141"/>
                <a:gd name="T20" fmla="*/ 85 w 227"/>
                <a:gd name="T21" fmla="*/ 62 h 141"/>
                <a:gd name="T22" fmla="*/ 76 w 227"/>
                <a:gd name="T23" fmla="*/ 70 h 141"/>
                <a:gd name="T24" fmla="*/ 81 w 227"/>
                <a:gd name="T25" fmla="*/ 64 h 141"/>
                <a:gd name="T26" fmla="*/ 101 w 227"/>
                <a:gd name="T27" fmla="*/ 74 h 141"/>
                <a:gd name="T28" fmla="*/ 94 w 227"/>
                <a:gd name="T29" fmla="*/ 85 h 141"/>
                <a:gd name="T30" fmla="*/ 107 w 227"/>
                <a:gd name="T31" fmla="*/ 79 h 141"/>
                <a:gd name="T32" fmla="*/ 112 w 227"/>
                <a:gd name="T33" fmla="*/ 89 h 141"/>
                <a:gd name="T34" fmla="*/ 118 w 227"/>
                <a:gd name="T35" fmla="*/ 83 h 141"/>
                <a:gd name="T36" fmla="*/ 122 w 227"/>
                <a:gd name="T37" fmla="*/ 82 h 141"/>
                <a:gd name="T38" fmla="*/ 122 w 227"/>
                <a:gd name="T39" fmla="*/ 82 h 141"/>
                <a:gd name="T40" fmla="*/ 135 w 227"/>
                <a:gd name="T41" fmla="*/ 94 h 141"/>
                <a:gd name="T42" fmla="*/ 140 w 227"/>
                <a:gd name="T43" fmla="*/ 88 h 141"/>
                <a:gd name="T44" fmla="*/ 190 w 227"/>
                <a:gd name="T45" fmla="*/ 67 h 141"/>
                <a:gd name="T46" fmla="*/ 224 w 227"/>
                <a:gd name="T47" fmla="*/ 85 h 141"/>
                <a:gd name="T48" fmla="*/ 227 w 227"/>
                <a:gd name="T49" fmla="*/ 98 h 141"/>
                <a:gd name="T50" fmla="*/ 220 w 227"/>
                <a:gd name="T51" fmla="*/ 132 h 141"/>
                <a:gd name="T52" fmla="*/ 198 w 227"/>
                <a:gd name="T53" fmla="*/ 141 h 141"/>
                <a:gd name="T54" fmla="*/ 180 w 227"/>
                <a:gd name="T55" fmla="*/ 123 h 141"/>
                <a:gd name="T56" fmla="*/ 180 w 227"/>
                <a:gd name="T57" fmla="*/ 126 h 141"/>
                <a:gd name="T58" fmla="*/ 174 w 227"/>
                <a:gd name="T59" fmla="*/ 135 h 141"/>
                <a:gd name="T60" fmla="*/ 164 w 227"/>
                <a:gd name="T61" fmla="*/ 137 h 141"/>
                <a:gd name="T62" fmla="*/ 158 w 227"/>
                <a:gd name="T63" fmla="*/ 137 h 141"/>
                <a:gd name="T64" fmla="*/ 155 w 227"/>
                <a:gd name="T65" fmla="*/ 138 h 141"/>
                <a:gd name="T66" fmla="*/ 153 w 227"/>
                <a:gd name="T67" fmla="*/ 138 h 141"/>
                <a:gd name="T68" fmla="*/ 149 w 227"/>
                <a:gd name="T69" fmla="*/ 137 h 141"/>
                <a:gd name="T70" fmla="*/ 107 w 227"/>
                <a:gd name="T71" fmla="*/ 138 h 141"/>
                <a:gd name="T72" fmla="*/ 104 w 227"/>
                <a:gd name="T73" fmla="*/ 129 h 141"/>
                <a:gd name="T74" fmla="*/ 103 w 227"/>
                <a:gd name="T75" fmla="*/ 131 h 141"/>
                <a:gd name="T76" fmla="*/ 100 w 227"/>
                <a:gd name="T77" fmla="*/ 132 h 141"/>
                <a:gd name="T78" fmla="*/ 95 w 227"/>
                <a:gd name="T79" fmla="*/ 138 h 141"/>
                <a:gd name="T80" fmla="*/ 82 w 227"/>
                <a:gd name="T81" fmla="*/ 132 h 141"/>
                <a:gd name="T82" fmla="*/ 81 w 227"/>
                <a:gd name="T83" fmla="*/ 132 h 141"/>
                <a:gd name="T84" fmla="*/ 70 w 227"/>
                <a:gd name="T85" fmla="*/ 132 h 141"/>
                <a:gd name="T86" fmla="*/ 69 w 227"/>
                <a:gd name="T87" fmla="*/ 132 h 141"/>
                <a:gd name="T88" fmla="*/ 61 w 227"/>
                <a:gd name="T89" fmla="*/ 113 h 141"/>
                <a:gd name="T90" fmla="*/ 57 w 227"/>
                <a:gd name="T91" fmla="*/ 102 h 141"/>
                <a:gd name="T92" fmla="*/ 49 w 227"/>
                <a:gd name="T93" fmla="*/ 43 h 141"/>
                <a:gd name="T94" fmla="*/ 26 w 227"/>
                <a:gd name="T95" fmla="*/ 49 h 141"/>
                <a:gd name="T96" fmla="*/ 0 w 227"/>
                <a:gd name="T97" fmla="*/ 18 h 141"/>
                <a:gd name="T98" fmla="*/ 2 w 227"/>
                <a:gd name="T99" fmla="*/ 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7" h="141">
                  <a:moveTo>
                    <a:pt x="8" y="0"/>
                  </a:moveTo>
                  <a:lnTo>
                    <a:pt x="9" y="2"/>
                  </a:lnTo>
                  <a:lnTo>
                    <a:pt x="11" y="2"/>
                  </a:lnTo>
                  <a:lnTo>
                    <a:pt x="15" y="2"/>
                  </a:lnTo>
                  <a:lnTo>
                    <a:pt x="20" y="2"/>
                  </a:lnTo>
                  <a:lnTo>
                    <a:pt x="23" y="2"/>
                  </a:lnTo>
                  <a:lnTo>
                    <a:pt x="26" y="2"/>
                  </a:lnTo>
                  <a:lnTo>
                    <a:pt x="27" y="2"/>
                  </a:lnTo>
                  <a:lnTo>
                    <a:pt x="48" y="15"/>
                  </a:lnTo>
                  <a:lnTo>
                    <a:pt x="48" y="15"/>
                  </a:lnTo>
                  <a:lnTo>
                    <a:pt x="43" y="37"/>
                  </a:lnTo>
                  <a:lnTo>
                    <a:pt x="70" y="21"/>
                  </a:lnTo>
                  <a:lnTo>
                    <a:pt x="70" y="21"/>
                  </a:lnTo>
                  <a:lnTo>
                    <a:pt x="72" y="21"/>
                  </a:lnTo>
                  <a:lnTo>
                    <a:pt x="86" y="34"/>
                  </a:lnTo>
                  <a:lnTo>
                    <a:pt x="86" y="36"/>
                  </a:lnTo>
                  <a:lnTo>
                    <a:pt x="85" y="36"/>
                  </a:lnTo>
                  <a:lnTo>
                    <a:pt x="76" y="37"/>
                  </a:lnTo>
                  <a:lnTo>
                    <a:pt x="101" y="45"/>
                  </a:lnTo>
                  <a:lnTo>
                    <a:pt x="101" y="45"/>
                  </a:lnTo>
                  <a:lnTo>
                    <a:pt x="101" y="45"/>
                  </a:lnTo>
                  <a:lnTo>
                    <a:pt x="97" y="55"/>
                  </a:lnTo>
                  <a:lnTo>
                    <a:pt x="95" y="56"/>
                  </a:lnTo>
                  <a:lnTo>
                    <a:pt x="94" y="56"/>
                  </a:lnTo>
                  <a:lnTo>
                    <a:pt x="91" y="56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78" y="55"/>
                  </a:lnTo>
                  <a:lnTo>
                    <a:pt x="75" y="55"/>
                  </a:lnTo>
                  <a:lnTo>
                    <a:pt x="73" y="55"/>
                  </a:lnTo>
                  <a:lnTo>
                    <a:pt x="85" y="61"/>
                  </a:lnTo>
                  <a:lnTo>
                    <a:pt x="86" y="61"/>
                  </a:lnTo>
                  <a:lnTo>
                    <a:pt x="85" y="62"/>
                  </a:lnTo>
                  <a:lnTo>
                    <a:pt x="76" y="64"/>
                  </a:lnTo>
                  <a:lnTo>
                    <a:pt x="76" y="65"/>
                  </a:lnTo>
                  <a:lnTo>
                    <a:pt x="76" y="70"/>
                  </a:lnTo>
                  <a:lnTo>
                    <a:pt x="79" y="64"/>
                  </a:lnTo>
                  <a:lnTo>
                    <a:pt x="81" y="64"/>
                  </a:lnTo>
                  <a:lnTo>
                    <a:pt x="81" y="64"/>
                  </a:lnTo>
                  <a:lnTo>
                    <a:pt x="98" y="70"/>
                  </a:lnTo>
                  <a:lnTo>
                    <a:pt x="101" y="74"/>
                  </a:lnTo>
                  <a:lnTo>
                    <a:pt x="101" y="74"/>
                  </a:lnTo>
                  <a:lnTo>
                    <a:pt x="100" y="82"/>
                  </a:lnTo>
                  <a:lnTo>
                    <a:pt x="98" y="82"/>
                  </a:lnTo>
                  <a:lnTo>
                    <a:pt x="94" y="85"/>
                  </a:lnTo>
                  <a:lnTo>
                    <a:pt x="103" y="92"/>
                  </a:lnTo>
                  <a:lnTo>
                    <a:pt x="106" y="79"/>
                  </a:lnTo>
                  <a:lnTo>
                    <a:pt x="107" y="79"/>
                  </a:lnTo>
                  <a:lnTo>
                    <a:pt x="107" y="79"/>
                  </a:lnTo>
                  <a:lnTo>
                    <a:pt x="107" y="79"/>
                  </a:lnTo>
                  <a:lnTo>
                    <a:pt x="112" y="89"/>
                  </a:lnTo>
                  <a:lnTo>
                    <a:pt x="118" y="83"/>
                  </a:lnTo>
                  <a:lnTo>
                    <a:pt x="118" y="83"/>
                  </a:lnTo>
                  <a:lnTo>
                    <a:pt x="118" y="83"/>
                  </a:lnTo>
                  <a:lnTo>
                    <a:pt x="119" y="85"/>
                  </a:lnTo>
                  <a:lnTo>
                    <a:pt x="121" y="89"/>
                  </a:lnTo>
                  <a:lnTo>
                    <a:pt x="122" y="82"/>
                  </a:lnTo>
                  <a:lnTo>
                    <a:pt x="122" y="82"/>
                  </a:lnTo>
                  <a:lnTo>
                    <a:pt x="122" y="82"/>
                  </a:lnTo>
                  <a:lnTo>
                    <a:pt x="122" y="82"/>
                  </a:lnTo>
                  <a:lnTo>
                    <a:pt x="135" y="92"/>
                  </a:lnTo>
                  <a:lnTo>
                    <a:pt x="137" y="92"/>
                  </a:lnTo>
                  <a:lnTo>
                    <a:pt x="135" y="94"/>
                  </a:lnTo>
                  <a:lnTo>
                    <a:pt x="134" y="95"/>
                  </a:lnTo>
                  <a:lnTo>
                    <a:pt x="146" y="94"/>
                  </a:lnTo>
                  <a:lnTo>
                    <a:pt x="140" y="88"/>
                  </a:lnTo>
                  <a:lnTo>
                    <a:pt x="140" y="88"/>
                  </a:lnTo>
                  <a:lnTo>
                    <a:pt x="140" y="86"/>
                  </a:lnTo>
                  <a:lnTo>
                    <a:pt x="190" y="67"/>
                  </a:lnTo>
                  <a:lnTo>
                    <a:pt x="190" y="67"/>
                  </a:lnTo>
                  <a:lnTo>
                    <a:pt x="190" y="67"/>
                  </a:lnTo>
                  <a:lnTo>
                    <a:pt x="224" y="85"/>
                  </a:lnTo>
                  <a:lnTo>
                    <a:pt x="224" y="85"/>
                  </a:lnTo>
                  <a:lnTo>
                    <a:pt x="227" y="98"/>
                  </a:lnTo>
                  <a:lnTo>
                    <a:pt x="227" y="98"/>
                  </a:lnTo>
                  <a:lnTo>
                    <a:pt x="215" y="110"/>
                  </a:lnTo>
                  <a:lnTo>
                    <a:pt x="220" y="132"/>
                  </a:lnTo>
                  <a:lnTo>
                    <a:pt x="220" y="132"/>
                  </a:lnTo>
                  <a:lnTo>
                    <a:pt x="198" y="141"/>
                  </a:lnTo>
                  <a:lnTo>
                    <a:pt x="198" y="141"/>
                  </a:lnTo>
                  <a:lnTo>
                    <a:pt x="198" y="141"/>
                  </a:lnTo>
                  <a:lnTo>
                    <a:pt x="186" y="138"/>
                  </a:lnTo>
                  <a:lnTo>
                    <a:pt x="181" y="132"/>
                  </a:lnTo>
                  <a:lnTo>
                    <a:pt x="180" y="123"/>
                  </a:lnTo>
                  <a:lnTo>
                    <a:pt x="177" y="120"/>
                  </a:lnTo>
                  <a:lnTo>
                    <a:pt x="180" y="125"/>
                  </a:lnTo>
                  <a:lnTo>
                    <a:pt x="180" y="126"/>
                  </a:lnTo>
                  <a:lnTo>
                    <a:pt x="175" y="135"/>
                  </a:lnTo>
                  <a:lnTo>
                    <a:pt x="175" y="135"/>
                  </a:lnTo>
                  <a:lnTo>
                    <a:pt x="174" y="135"/>
                  </a:lnTo>
                  <a:lnTo>
                    <a:pt x="171" y="135"/>
                  </a:lnTo>
                  <a:lnTo>
                    <a:pt x="168" y="135"/>
                  </a:lnTo>
                  <a:lnTo>
                    <a:pt x="164" y="137"/>
                  </a:lnTo>
                  <a:lnTo>
                    <a:pt x="161" y="137"/>
                  </a:lnTo>
                  <a:lnTo>
                    <a:pt x="158" y="137"/>
                  </a:lnTo>
                  <a:lnTo>
                    <a:pt x="158" y="137"/>
                  </a:lnTo>
                  <a:lnTo>
                    <a:pt x="156" y="137"/>
                  </a:lnTo>
                  <a:lnTo>
                    <a:pt x="156" y="132"/>
                  </a:lnTo>
                  <a:lnTo>
                    <a:pt x="155" y="138"/>
                  </a:lnTo>
                  <a:lnTo>
                    <a:pt x="153" y="139"/>
                  </a:lnTo>
                  <a:lnTo>
                    <a:pt x="153" y="139"/>
                  </a:lnTo>
                  <a:lnTo>
                    <a:pt x="153" y="138"/>
                  </a:lnTo>
                  <a:lnTo>
                    <a:pt x="149" y="132"/>
                  </a:lnTo>
                  <a:lnTo>
                    <a:pt x="149" y="135"/>
                  </a:lnTo>
                  <a:lnTo>
                    <a:pt x="149" y="137"/>
                  </a:lnTo>
                  <a:lnTo>
                    <a:pt x="112" y="139"/>
                  </a:lnTo>
                  <a:lnTo>
                    <a:pt x="109" y="139"/>
                  </a:lnTo>
                  <a:lnTo>
                    <a:pt x="107" y="138"/>
                  </a:lnTo>
                  <a:lnTo>
                    <a:pt x="109" y="125"/>
                  </a:lnTo>
                  <a:lnTo>
                    <a:pt x="107" y="123"/>
                  </a:lnTo>
                  <a:lnTo>
                    <a:pt x="104" y="129"/>
                  </a:lnTo>
                  <a:lnTo>
                    <a:pt x="104" y="131"/>
                  </a:lnTo>
                  <a:lnTo>
                    <a:pt x="104" y="131"/>
                  </a:lnTo>
                  <a:lnTo>
                    <a:pt x="103" y="131"/>
                  </a:lnTo>
                  <a:lnTo>
                    <a:pt x="98" y="126"/>
                  </a:lnTo>
                  <a:lnTo>
                    <a:pt x="100" y="131"/>
                  </a:lnTo>
                  <a:lnTo>
                    <a:pt x="100" y="132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82" y="128"/>
                  </a:lnTo>
                  <a:lnTo>
                    <a:pt x="82" y="132"/>
                  </a:lnTo>
                  <a:lnTo>
                    <a:pt x="81" y="132"/>
                  </a:lnTo>
                  <a:lnTo>
                    <a:pt x="81" y="132"/>
                  </a:lnTo>
                  <a:lnTo>
                    <a:pt x="81" y="132"/>
                  </a:lnTo>
                  <a:lnTo>
                    <a:pt x="76" y="128"/>
                  </a:lnTo>
                  <a:lnTo>
                    <a:pt x="75" y="126"/>
                  </a:lnTo>
                  <a:lnTo>
                    <a:pt x="70" y="132"/>
                  </a:lnTo>
                  <a:lnTo>
                    <a:pt x="69" y="132"/>
                  </a:lnTo>
                  <a:lnTo>
                    <a:pt x="69" y="132"/>
                  </a:lnTo>
                  <a:lnTo>
                    <a:pt x="69" y="132"/>
                  </a:lnTo>
                  <a:lnTo>
                    <a:pt x="61" y="123"/>
                  </a:lnTo>
                  <a:lnTo>
                    <a:pt x="61" y="114"/>
                  </a:lnTo>
                  <a:lnTo>
                    <a:pt x="61" y="113"/>
                  </a:lnTo>
                  <a:lnTo>
                    <a:pt x="66" y="108"/>
                  </a:lnTo>
                  <a:lnTo>
                    <a:pt x="57" y="104"/>
                  </a:lnTo>
                  <a:lnTo>
                    <a:pt x="57" y="102"/>
                  </a:lnTo>
                  <a:lnTo>
                    <a:pt x="57" y="94"/>
                  </a:lnTo>
                  <a:lnTo>
                    <a:pt x="63" y="82"/>
                  </a:lnTo>
                  <a:lnTo>
                    <a:pt x="49" y="43"/>
                  </a:lnTo>
                  <a:lnTo>
                    <a:pt x="27" y="49"/>
                  </a:lnTo>
                  <a:lnTo>
                    <a:pt x="27" y="49"/>
                  </a:lnTo>
                  <a:lnTo>
                    <a:pt x="26" y="49"/>
                  </a:lnTo>
                  <a:lnTo>
                    <a:pt x="0" y="19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8" y="16"/>
                  </a:lnTo>
                  <a:lnTo>
                    <a:pt x="2" y="9"/>
                  </a:lnTo>
                  <a:lnTo>
                    <a:pt x="2" y="8"/>
                  </a:lnTo>
                  <a:lnTo>
                    <a:pt x="8" y="2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33" name="Freeform 574">
              <a:extLst>
                <a:ext uri="{FF2B5EF4-FFF2-40B4-BE49-F238E27FC236}">
                  <a16:creationId xmlns:a16="http://schemas.microsoft.com/office/drawing/2014/main" id="{B35BC6AF-1778-D89E-F892-44A105A1C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497" y="1274961"/>
              <a:ext cx="201722" cy="205839"/>
            </a:xfrm>
            <a:custGeom>
              <a:avLst/>
              <a:gdLst>
                <a:gd name="T0" fmla="*/ 85 w 98"/>
                <a:gd name="T1" fmla="*/ 2 h 100"/>
                <a:gd name="T2" fmla="*/ 98 w 98"/>
                <a:gd name="T3" fmla="*/ 18 h 100"/>
                <a:gd name="T4" fmla="*/ 86 w 98"/>
                <a:gd name="T5" fmla="*/ 26 h 100"/>
                <a:gd name="T6" fmla="*/ 90 w 98"/>
                <a:gd name="T7" fmla="*/ 38 h 100"/>
                <a:gd name="T8" fmla="*/ 90 w 98"/>
                <a:gd name="T9" fmla="*/ 51 h 100"/>
                <a:gd name="T10" fmla="*/ 77 w 98"/>
                <a:gd name="T11" fmla="*/ 60 h 100"/>
                <a:gd name="T12" fmla="*/ 76 w 98"/>
                <a:gd name="T13" fmla="*/ 75 h 100"/>
                <a:gd name="T14" fmla="*/ 76 w 98"/>
                <a:gd name="T15" fmla="*/ 75 h 100"/>
                <a:gd name="T16" fmla="*/ 64 w 98"/>
                <a:gd name="T17" fmla="*/ 66 h 100"/>
                <a:gd name="T18" fmla="*/ 61 w 98"/>
                <a:gd name="T19" fmla="*/ 46 h 100"/>
                <a:gd name="T20" fmla="*/ 61 w 98"/>
                <a:gd name="T21" fmla="*/ 60 h 100"/>
                <a:gd name="T22" fmla="*/ 53 w 98"/>
                <a:gd name="T23" fmla="*/ 63 h 100"/>
                <a:gd name="T24" fmla="*/ 58 w 98"/>
                <a:gd name="T25" fmla="*/ 72 h 100"/>
                <a:gd name="T26" fmla="*/ 52 w 98"/>
                <a:gd name="T27" fmla="*/ 84 h 100"/>
                <a:gd name="T28" fmla="*/ 52 w 98"/>
                <a:gd name="T29" fmla="*/ 84 h 100"/>
                <a:gd name="T30" fmla="*/ 44 w 98"/>
                <a:gd name="T31" fmla="*/ 82 h 100"/>
                <a:gd name="T32" fmla="*/ 42 w 98"/>
                <a:gd name="T33" fmla="*/ 85 h 100"/>
                <a:gd name="T34" fmla="*/ 44 w 98"/>
                <a:gd name="T35" fmla="*/ 92 h 100"/>
                <a:gd name="T36" fmla="*/ 34 w 98"/>
                <a:gd name="T37" fmla="*/ 100 h 100"/>
                <a:gd name="T38" fmla="*/ 34 w 98"/>
                <a:gd name="T39" fmla="*/ 100 h 100"/>
                <a:gd name="T40" fmla="*/ 24 w 98"/>
                <a:gd name="T41" fmla="*/ 92 h 100"/>
                <a:gd name="T42" fmla="*/ 22 w 98"/>
                <a:gd name="T43" fmla="*/ 94 h 100"/>
                <a:gd name="T44" fmla="*/ 15 w 98"/>
                <a:gd name="T45" fmla="*/ 82 h 100"/>
                <a:gd name="T46" fmla="*/ 6 w 98"/>
                <a:gd name="T47" fmla="*/ 94 h 100"/>
                <a:gd name="T48" fmla="*/ 6 w 98"/>
                <a:gd name="T49" fmla="*/ 92 h 100"/>
                <a:gd name="T50" fmla="*/ 3 w 98"/>
                <a:gd name="T51" fmla="*/ 91 h 100"/>
                <a:gd name="T52" fmla="*/ 2 w 98"/>
                <a:gd name="T53" fmla="*/ 81 h 100"/>
                <a:gd name="T54" fmla="*/ 0 w 98"/>
                <a:gd name="T55" fmla="*/ 79 h 100"/>
                <a:gd name="T56" fmla="*/ 7 w 98"/>
                <a:gd name="T57" fmla="*/ 66 h 100"/>
                <a:gd name="T58" fmla="*/ 22 w 98"/>
                <a:gd name="T59" fmla="*/ 51 h 100"/>
                <a:gd name="T60" fmla="*/ 34 w 98"/>
                <a:gd name="T61" fmla="*/ 43 h 100"/>
                <a:gd name="T62" fmla="*/ 34 w 98"/>
                <a:gd name="T63" fmla="*/ 42 h 100"/>
                <a:gd name="T64" fmla="*/ 53 w 98"/>
                <a:gd name="T65" fmla="*/ 12 h 100"/>
                <a:gd name="T66" fmla="*/ 55 w 98"/>
                <a:gd name="T67" fmla="*/ 12 h 100"/>
                <a:gd name="T68" fmla="*/ 61 w 98"/>
                <a:gd name="T69" fmla="*/ 12 h 100"/>
                <a:gd name="T70" fmla="*/ 70 w 98"/>
                <a:gd name="T71" fmla="*/ 14 h 100"/>
                <a:gd name="T72" fmla="*/ 76 w 98"/>
                <a:gd name="T73" fmla="*/ 15 h 100"/>
                <a:gd name="T74" fmla="*/ 79 w 98"/>
                <a:gd name="T75" fmla="*/ 12 h 100"/>
                <a:gd name="T76" fmla="*/ 73 w 98"/>
                <a:gd name="T77" fmla="*/ 6 h 100"/>
                <a:gd name="T78" fmla="*/ 83 w 98"/>
                <a:gd name="T7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8" h="100">
                  <a:moveTo>
                    <a:pt x="83" y="0"/>
                  </a:moveTo>
                  <a:lnTo>
                    <a:pt x="85" y="2"/>
                  </a:lnTo>
                  <a:lnTo>
                    <a:pt x="96" y="17"/>
                  </a:lnTo>
                  <a:lnTo>
                    <a:pt x="98" y="18"/>
                  </a:lnTo>
                  <a:lnTo>
                    <a:pt x="96" y="18"/>
                  </a:lnTo>
                  <a:lnTo>
                    <a:pt x="86" y="26"/>
                  </a:lnTo>
                  <a:lnTo>
                    <a:pt x="90" y="36"/>
                  </a:lnTo>
                  <a:lnTo>
                    <a:pt x="90" y="38"/>
                  </a:lnTo>
                  <a:lnTo>
                    <a:pt x="86" y="41"/>
                  </a:lnTo>
                  <a:lnTo>
                    <a:pt x="90" y="51"/>
                  </a:lnTo>
                  <a:lnTo>
                    <a:pt x="90" y="52"/>
                  </a:lnTo>
                  <a:lnTo>
                    <a:pt x="77" y="60"/>
                  </a:lnTo>
                  <a:lnTo>
                    <a:pt x="77" y="73"/>
                  </a:lnTo>
                  <a:lnTo>
                    <a:pt x="76" y="75"/>
                  </a:lnTo>
                  <a:lnTo>
                    <a:pt x="76" y="75"/>
                  </a:lnTo>
                  <a:lnTo>
                    <a:pt x="76" y="75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67" y="46"/>
                  </a:lnTo>
                  <a:lnTo>
                    <a:pt x="61" y="46"/>
                  </a:lnTo>
                  <a:lnTo>
                    <a:pt x="58" y="52"/>
                  </a:lnTo>
                  <a:lnTo>
                    <a:pt x="61" y="60"/>
                  </a:lnTo>
                  <a:lnTo>
                    <a:pt x="59" y="60"/>
                  </a:lnTo>
                  <a:lnTo>
                    <a:pt x="53" y="63"/>
                  </a:lnTo>
                  <a:lnTo>
                    <a:pt x="58" y="72"/>
                  </a:lnTo>
                  <a:lnTo>
                    <a:pt x="58" y="72"/>
                  </a:lnTo>
                  <a:lnTo>
                    <a:pt x="53" y="84"/>
                  </a:lnTo>
                  <a:lnTo>
                    <a:pt x="52" y="84"/>
                  </a:lnTo>
                  <a:lnTo>
                    <a:pt x="52" y="84"/>
                  </a:lnTo>
                  <a:lnTo>
                    <a:pt x="52" y="84"/>
                  </a:lnTo>
                  <a:lnTo>
                    <a:pt x="44" y="73"/>
                  </a:lnTo>
                  <a:lnTo>
                    <a:pt x="44" y="82"/>
                  </a:lnTo>
                  <a:lnTo>
                    <a:pt x="44" y="82"/>
                  </a:lnTo>
                  <a:lnTo>
                    <a:pt x="42" y="85"/>
                  </a:lnTo>
                  <a:lnTo>
                    <a:pt x="44" y="91"/>
                  </a:lnTo>
                  <a:lnTo>
                    <a:pt x="44" y="92"/>
                  </a:lnTo>
                  <a:lnTo>
                    <a:pt x="34" y="100"/>
                  </a:lnTo>
                  <a:lnTo>
                    <a:pt x="34" y="100"/>
                  </a:lnTo>
                  <a:lnTo>
                    <a:pt x="34" y="100"/>
                  </a:lnTo>
                  <a:lnTo>
                    <a:pt x="34" y="100"/>
                  </a:lnTo>
                  <a:lnTo>
                    <a:pt x="28" y="81"/>
                  </a:lnTo>
                  <a:lnTo>
                    <a:pt x="24" y="92"/>
                  </a:lnTo>
                  <a:lnTo>
                    <a:pt x="24" y="94"/>
                  </a:lnTo>
                  <a:lnTo>
                    <a:pt x="22" y="94"/>
                  </a:lnTo>
                  <a:lnTo>
                    <a:pt x="22" y="92"/>
                  </a:lnTo>
                  <a:lnTo>
                    <a:pt x="15" y="82"/>
                  </a:lnTo>
                  <a:lnTo>
                    <a:pt x="7" y="92"/>
                  </a:lnTo>
                  <a:lnTo>
                    <a:pt x="6" y="94"/>
                  </a:lnTo>
                  <a:lnTo>
                    <a:pt x="6" y="94"/>
                  </a:lnTo>
                  <a:lnTo>
                    <a:pt x="6" y="92"/>
                  </a:lnTo>
                  <a:lnTo>
                    <a:pt x="3" y="91"/>
                  </a:lnTo>
                  <a:lnTo>
                    <a:pt x="3" y="91"/>
                  </a:lnTo>
                  <a:lnTo>
                    <a:pt x="6" y="81"/>
                  </a:lnTo>
                  <a:lnTo>
                    <a:pt x="2" y="81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18" y="66"/>
                  </a:lnTo>
                  <a:lnTo>
                    <a:pt x="22" y="51"/>
                  </a:lnTo>
                  <a:lnTo>
                    <a:pt x="34" y="43"/>
                  </a:lnTo>
                  <a:lnTo>
                    <a:pt x="34" y="43"/>
                  </a:lnTo>
                  <a:lnTo>
                    <a:pt x="34" y="42"/>
                  </a:lnTo>
                  <a:lnTo>
                    <a:pt x="34" y="42"/>
                  </a:lnTo>
                  <a:lnTo>
                    <a:pt x="37" y="33"/>
                  </a:lnTo>
                  <a:lnTo>
                    <a:pt x="53" y="12"/>
                  </a:lnTo>
                  <a:lnTo>
                    <a:pt x="53" y="12"/>
                  </a:lnTo>
                  <a:lnTo>
                    <a:pt x="55" y="12"/>
                  </a:lnTo>
                  <a:lnTo>
                    <a:pt x="58" y="12"/>
                  </a:lnTo>
                  <a:lnTo>
                    <a:pt x="61" y="12"/>
                  </a:lnTo>
                  <a:lnTo>
                    <a:pt x="65" y="14"/>
                  </a:lnTo>
                  <a:lnTo>
                    <a:pt x="70" y="14"/>
                  </a:lnTo>
                  <a:lnTo>
                    <a:pt x="73" y="14"/>
                  </a:lnTo>
                  <a:lnTo>
                    <a:pt x="76" y="15"/>
                  </a:lnTo>
                  <a:lnTo>
                    <a:pt x="77" y="15"/>
                  </a:lnTo>
                  <a:lnTo>
                    <a:pt x="79" y="12"/>
                  </a:lnTo>
                  <a:lnTo>
                    <a:pt x="74" y="8"/>
                  </a:lnTo>
                  <a:lnTo>
                    <a:pt x="73" y="6"/>
                  </a:lnTo>
                  <a:lnTo>
                    <a:pt x="74" y="6"/>
                  </a:lnTo>
                  <a:lnTo>
                    <a:pt x="83" y="0"/>
                  </a:lnTo>
                  <a:lnTo>
                    <a:pt x="8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34" name="Freeform 576">
              <a:extLst>
                <a:ext uri="{FF2B5EF4-FFF2-40B4-BE49-F238E27FC236}">
                  <a16:creationId xmlns:a16="http://schemas.microsoft.com/office/drawing/2014/main" id="{75A79300-E306-4DAA-58C3-1BFBD8A39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4146" y="1379939"/>
              <a:ext cx="135854" cy="183197"/>
            </a:xfrm>
            <a:custGeom>
              <a:avLst/>
              <a:gdLst>
                <a:gd name="T0" fmla="*/ 52 w 66"/>
                <a:gd name="T1" fmla="*/ 1 h 89"/>
                <a:gd name="T2" fmla="*/ 63 w 66"/>
                <a:gd name="T3" fmla="*/ 12 h 89"/>
                <a:gd name="T4" fmla="*/ 61 w 66"/>
                <a:gd name="T5" fmla="*/ 49 h 89"/>
                <a:gd name="T6" fmla="*/ 66 w 66"/>
                <a:gd name="T7" fmla="*/ 50 h 89"/>
                <a:gd name="T8" fmla="*/ 66 w 66"/>
                <a:gd name="T9" fmla="*/ 70 h 89"/>
                <a:gd name="T10" fmla="*/ 66 w 66"/>
                <a:gd name="T11" fmla="*/ 70 h 89"/>
                <a:gd name="T12" fmla="*/ 60 w 66"/>
                <a:gd name="T13" fmla="*/ 64 h 89"/>
                <a:gd name="T14" fmla="*/ 61 w 66"/>
                <a:gd name="T15" fmla="*/ 83 h 89"/>
                <a:gd name="T16" fmla="*/ 61 w 66"/>
                <a:gd name="T17" fmla="*/ 84 h 89"/>
                <a:gd name="T18" fmla="*/ 55 w 66"/>
                <a:gd name="T19" fmla="*/ 81 h 89"/>
                <a:gd name="T20" fmla="*/ 57 w 66"/>
                <a:gd name="T21" fmla="*/ 89 h 89"/>
                <a:gd name="T22" fmla="*/ 26 w 66"/>
                <a:gd name="T23" fmla="*/ 87 h 89"/>
                <a:gd name="T24" fmla="*/ 23 w 66"/>
                <a:gd name="T25" fmla="*/ 80 h 89"/>
                <a:gd name="T26" fmla="*/ 28 w 66"/>
                <a:gd name="T27" fmla="*/ 77 h 89"/>
                <a:gd name="T28" fmla="*/ 23 w 66"/>
                <a:gd name="T29" fmla="*/ 67 h 89"/>
                <a:gd name="T30" fmla="*/ 40 w 66"/>
                <a:gd name="T31" fmla="*/ 52 h 89"/>
                <a:gd name="T32" fmla="*/ 21 w 66"/>
                <a:gd name="T33" fmla="*/ 55 h 89"/>
                <a:gd name="T34" fmla="*/ 3 w 66"/>
                <a:gd name="T35" fmla="*/ 58 h 89"/>
                <a:gd name="T36" fmla="*/ 0 w 66"/>
                <a:gd name="T37" fmla="*/ 58 h 89"/>
                <a:gd name="T38" fmla="*/ 5 w 66"/>
                <a:gd name="T39" fmla="*/ 55 h 89"/>
                <a:gd name="T40" fmla="*/ 2 w 66"/>
                <a:gd name="T41" fmla="*/ 50 h 89"/>
                <a:gd name="T42" fmla="*/ 6 w 66"/>
                <a:gd name="T43" fmla="*/ 43 h 89"/>
                <a:gd name="T44" fmla="*/ 14 w 66"/>
                <a:gd name="T45" fmla="*/ 47 h 89"/>
                <a:gd name="T46" fmla="*/ 11 w 66"/>
                <a:gd name="T47" fmla="*/ 41 h 89"/>
                <a:gd name="T48" fmla="*/ 8 w 66"/>
                <a:gd name="T49" fmla="*/ 40 h 89"/>
                <a:gd name="T50" fmla="*/ 8 w 66"/>
                <a:gd name="T51" fmla="*/ 40 h 89"/>
                <a:gd name="T52" fmla="*/ 6 w 66"/>
                <a:gd name="T53" fmla="*/ 28 h 89"/>
                <a:gd name="T54" fmla="*/ 3 w 66"/>
                <a:gd name="T55" fmla="*/ 28 h 89"/>
                <a:gd name="T56" fmla="*/ 8 w 66"/>
                <a:gd name="T57" fmla="*/ 13 h 89"/>
                <a:gd name="T58" fmla="*/ 8 w 66"/>
                <a:gd name="T59" fmla="*/ 12 h 89"/>
                <a:gd name="T60" fmla="*/ 33 w 66"/>
                <a:gd name="T61" fmla="*/ 34 h 89"/>
                <a:gd name="T62" fmla="*/ 30 w 66"/>
                <a:gd name="T63" fmla="*/ 28 h 89"/>
                <a:gd name="T64" fmla="*/ 26 w 66"/>
                <a:gd name="T65" fmla="*/ 25 h 89"/>
                <a:gd name="T66" fmla="*/ 24 w 66"/>
                <a:gd name="T67" fmla="*/ 24 h 89"/>
                <a:gd name="T68" fmla="*/ 18 w 66"/>
                <a:gd name="T69" fmla="*/ 12 h 89"/>
                <a:gd name="T70" fmla="*/ 18 w 66"/>
                <a:gd name="T71" fmla="*/ 12 h 89"/>
                <a:gd name="T72" fmla="*/ 27 w 66"/>
                <a:gd name="T73" fmla="*/ 1 h 89"/>
                <a:gd name="T74" fmla="*/ 43 w 66"/>
                <a:gd name="T75" fmla="*/ 12 h 89"/>
                <a:gd name="T76" fmla="*/ 52 w 66"/>
                <a:gd name="T7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6" h="89">
                  <a:moveTo>
                    <a:pt x="52" y="0"/>
                  </a:moveTo>
                  <a:lnTo>
                    <a:pt x="52" y="1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64" y="38"/>
                  </a:lnTo>
                  <a:lnTo>
                    <a:pt x="61" y="49"/>
                  </a:lnTo>
                  <a:lnTo>
                    <a:pt x="66" y="50"/>
                  </a:lnTo>
                  <a:lnTo>
                    <a:pt x="66" y="50"/>
                  </a:lnTo>
                  <a:lnTo>
                    <a:pt x="66" y="68"/>
                  </a:lnTo>
                  <a:lnTo>
                    <a:pt x="66" y="70"/>
                  </a:lnTo>
                  <a:lnTo>
                    <a:pt x="66" y="70"/>
                  </a:lnTo>
                  <a:lnTo>
                    <a:pt x="66" y="70"/>
                  </a:lnTo>
                  <a:lnTo>
                    <a:pt x="60" y="61"/>
                  </a:lnTo>
                  <a:lnTo>
                    <a:pt x="60" y="64"/>
                  </a:lnTo>
                  <a:lnTo>
                    <a:pt x="55" y="73"/>
                  </a:lnTo>
                  <a:lnTo>
                    <a:pt x="61" y="83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55" y="81"/>
                  </a:lnTo>
                  <a:lnTo>
                    <a:pt x="57" y="89"/>
                  </a:lnTo>
                  <a:lnTo>
                    <a:pt x="57" y="89"/>
                  </a:lnTo>
                  <a:lnTo>
                    <a:pt x="57" y="89"/>
                  </a:lnTo>
                  <a:lnTo>
                    <a:pt x="26" y="87"/>
                  </a:lnTo>
                  <a:lnTo>
                    <a:pt x="24" y="87"/>
                  </a:lnTo>
                  <a:lnTo>
                    <a:pt x="23" y="80"/>
                  </a:lnTo>
                  <a:lnTo>
                    <a:pt x="24" y="78"/>
                  </a:lnTo>
                  <a:lnTo>
                    <a:pt x="28" y="77"/>
                  </a:lnTo>
                  <a:lnTo>
                    <a:pt x="23" y="68"/>
                  </a:lnTo>
                  <a:lnTo>
                    <a:pt x="23" y="67"/>
                  </a:lnTo>
                  <a:lnTo>
                    <a:pt x="43" y="52"/>
                  </a:lnTo>
                  <a:lnTo>
                    <a:pt x="40" y="52"/>
                  </a:lnTo>
                  <a:lnTo>
                    <a:pt x="31" y="53"/>
                  </a:lnTo>
                  <a:lnTo>
                    <a:pt x="21" y="55"/>
                  </a:lnTo>
                  <a:lnTo>
                    <a:pt x="12" y="56"/>
                  </a:lnTo>
                  <a:lnTo>
                    <a:pt x="3" y="58"/>
                  </a:lnTo>
                  <a:lnTo>
                    <a:pt x="0" y="59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5" y="5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5" y="44"/>
                  </a:lnTo>
                  <a:lnTo>
                    <a:pt x="6" y="43"/>
                  </a:lnTo>
                  <a:lnTo>
                    <a:pt x="6" y="43"/>
                  </a:lnTo>
                  <a:lnTo>
                    <a:pt x="14" y="47"/>
                  </a:lnTo>
                  <a:lnTo>
                    <a:pt x="11" y="43"/>
                  </a:lnTo>
                  <a:lnTo>
                    <a:pt x="11" y="41"/>
                  </a:lnTo>
                  <a:lnTo>
                    <a:pt x="12" y="38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6" y="28"/>
                  </a:lnTo>
                  <a:lnTo>
                    <a:pt x="3" y="28"/>
                  </a:lnTo>
                  <a:lnTo>
                    <a:pt x="3" y="28"/>
                  </a:lnTo>
                  <a:lnTo>
                    <a:pt x="3" y="27"/>
                  </a:lnTo>
                  <a:lnTo>
                    <a:pt x="8" y="13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13"/>
                  </a:lnTo>
                  <a:lnTo>
                    <a:pt x="33" y="34"/>
                  </a:lnTo>
                  <a:lnTo>
                    <a:pt x="28" y="28"/>
                  </a:lnTo>
                  <a:lnTo>
                    <a:pt x="30" y="28"/>
                  </a:lnTo>
                  <a:lnTo>
                    <a:pt x="31" y="27"/>
                  </a:lnTo>
                  <a:lnTo>
                    <a:pt x="26" y="25"/>
                  </a:lnTo>
                  <a:lnTo>
                    <a:pt x="24" y="25"/>
                  </a:lnTo>
                  <a:lnTo>
                    <a:pt x="24" y="24"/>
                  </a:lnTo>
                  <a:lnTo>
                    <a:pt x="30" y="21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7" y="1"/>
                  </a:lnTo>
                  <a:lnTo>
                    <a:pt x="43" y="12"/>
                  </a:lnTo>
                  <a:lnTo>
                    <a:pt x="52" y="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35" name="Freeform 578">
              <a:extLst>
                <a:ext uri="{FF2B5EF4-FFF2-40B4-BE49-F238E27FC236}">
                  <a16:creationId xmlns:a16="http://schemas.microsoft.com/office/drawing/2014/main" id="{2F13BDDC-91E0-8472-EB57-D1EF59DF3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4146" y="1678406"/>
              <a:ext cx="164671" cy="238774"/>
            </a:xfrm>
            <a:custGeom>
              <a:avLst/>
              <a:gdLst>
                <a:gd name="T0" fmla="*/ 30 w 80"/>
                <a:gd name="T1" fmla="*/ 0 h 116"/>
                <a:gd name="T2" fmla="*/ 66 w 80"/>
                <a:gd name="T3" fmla="*/ 0 h 116"/>
                <a:gd name="T4" fmla="*/ 67 w 80"/>
                <a:gd name="T5" fmla="*/ 0 h 116"/>
                <a:gd name="T6" fmla="*/ 71 w 80"/>
                <a:gd name="T7" fmla="*/ 8 h 116"/>
                <a:gd name="T8" fmla="*/ 68 w 80"/>
                <a:gd name="T9" fmla="*/ 27 h 116"/>
                <a:gd name="T10" fmla="*/ 61 w 80"/>
                <a:gd name="T11" fmla="*/ 33 h 116"/>
                <a:gd name="T12" fmla="*/ 63 w 80"/>
                <a:gd name="T13" fmla="*/ 40 h 116"/>
                <a:gd name="T14" fmla="*/ 64 w 80"/>
                <a:gd name="T15" fmla="*/ 42 h 116"/>
                <a:gd name="T16" fmla="*/ 70 w 80"/>
                <a:gd name="T17" fmla="*/ 57 h 116"/>
                <a:gd name="T18" fmla="*/ 76 w 80"/>
                <a:gd name="T19" fmla="*/ 52 h 116"/>
                <a:gd name="T20" fmla="*/ 77 w 80"/>
                <a:gd name="T21" fmla="*/ 54 h 116"/>
                <a:gd name="T22" fmla="*/ 80 w 80"/>
                <a:gd name="T23" fmla="*/ 65 h 116"/>
                <a:gd name="T24" fmla="*/ 79 w 80"/>
                <a:gd name="T25" fmla="*/ 92 h 116"/>
                <a:gd name="T26" fmla="*/ 68 w 80"/>
                <a:gd name="T27" fmla="*/ 102 h 116"/>
                <a:gd name="T28" fmla="*/ 67 w 80"/>
                <a:gd name="T29" fmla="*/ 102 h 116"/>
                <a:gd name="T30" fmla="*/ 63 w 80"/>
                <a:gd name="T31" fmla="*/ 102 h 116"/>
                <a:gd name="T32" fmla="*/ 60 w 80"/>
                <a:gd name="T33" fmla="*/ 102 h 116"/>
                <a:gd name="T34" fmla="*/ 60 w 80"/>
                <a:gd name="T35" fmla="*/ 108 h 116"/>
                <a:gd name="T36" fmla="*/ 54 w 80"/>
                <a:gd name="T37" fmla="*/ 116 h 116"/>
                <a:gd name="T38" fmla="*/ 45 w 80"/>
                <a:gd name="T39" fmla="*/ 114 h 116"/>
                <a:gd name="T40" fmla="*/ 40 w 80"/>
                <a:gd name="T41" fmla="*/ 98 h 116"/>
                <a:gd name="T42" fmla="*/ 28 w 80"/>
                <a:gd name="T43" fmla="*/ 82 h 116"/>
                <a:gd name="T44" fmla="*/ 14 w 80"/>
                <a:gd name="T45" fmla="*/ 77 h 116"/>
                <a:gd name="T46" fmla="*/ 0 w 80"/>
                <a:gd name="T47" fmla="*/ 54 h 116"/>
                <a:gd name="T48" fmla="*/ 2 w 80"/>
                <a:gd name="T49" fmla="*/ 45 h 116"/>
                <a:gd name="T50" fmla="*/ 8 w 80"/>
                <a:gd name="T51" fmla="*/ 42 h 116"/>
                <a:gd name="T52" fmla="*/ 18 w 80"/>
                <a:gd name="T53" fmla="*/ 57 h 116"/>
                <a:gd name="T54" fmla="*/ 28 w 80"/>
                <a:gd name="T55" fmla="*/ 48 h 116"/>
                <a:gd name="T56" fmla="*/ 31 w 80"/>
                <a:gd name="T57" fmla="*/ 45 h 116"/>
                <a:gd name="T58" fmla="*/ 27 w 80"/>
                <a:gd name="T59" fmla="*/ 34 h 116"/>
                <a:gd name="T60" fmla="*/ 28 w 80"/>
                <a:gd name="T61" fmla="*/ 34 h 116"/>
                <a:gd name="T62" fmla="*/ 31 w 80"/>
                <a:gd name="T63" fmla="*/ 34 h 116"/>
                <a:gd name="T64" fmla="*/ 14 w 80"/>
                <a:gd name="T65" fmla="*/ 21 h 116"/>
                <a:gd name="T66" fmla="*/ 15 w 80"/>
                <a:gd name="T67" fmla="*/ 21 h 116"/>
                <a:gd name="T68" fmla="*/ 21 w 80"/>
                <a:gd name="T69" fmla="*/ 22 h 116"/>
                <a:gd name="T70" fmla="*/ 24 w 80"/>
                <a:gd name="T71" fmla="*/ 22 h 116"/>
                <a:gd name="T72" fmla="*/ 17 w 80"/>
                <a:gd name="T73" fmla="*/ 12 h 116"/>
                <a:gd name="T74" fmla="*/ 17 w 80"/>
                <a:gd name="T75" fmla="*/ 11 h 116"/>
                <a:gd name="T76" fmla="*/ 26 w 80"/>
                <a:gd name="T77" fmla="*/ 3 h 116"/>
                <a:gd name="T78" fmla="*/ 28 w 80"/>
                <a:gd name="T7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0" h="116">
                  <a:moveTo>
                    <a:pt x="28" y="0"/>
                  </a:moveTo>
                  <a:lnTo>
                    <a:pt x="30" y="0"/>
                  </a:lnTo>
                  <a:lnTo>
                    <a:pt x="46" y="8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7" y="0"/>
                  </a:lnTo>
                  <a:lnTo>
                    <a:pt x="71" y="6"/>
                  </a:lnTo>
                  <a:lnTo>
                    <a:pt x="71" y="8"/>
                  </a:lnTo>
                  <a:lnTo>
                    <a:pt x="64" y="19"/>
                  </a:lnTo>
                  <a:lnTo>
                    <a:pt x="68" y="27"/>
                  </a:lnTo>
                  <a:lnTo>
                    <a:pt x="68" y="28"/>
                  </a:lnTo>
                  <a:lnTo>
                    <a:pt x="61" y="33"/>
                  </a:lnTo>
                  <a:lnTo>
                    <a:pt x="55" y="45"/>
                  </a:lnTo>
                  <a:lnTo>
                    <a:pt x="63" y="40"/>
                  </a:lnTo>
                  <a:lnTo>
                    <a:pt x="64" y="40"/>
                  </a:lnTo>
                  <a:lnTo>
                    <a:pt x="64" y="42"/>
                  </a:lnTo>
                  <a:lnTo>
                    <a:pt x="71" y="54"/>
                  </a:lnTo>
                  <a:lnTo>
                    <a:pt x="70" y="57"/>
                  </a:lnTo>
                  <a:lnTo>
                    <a:pt x="76" y="54"/>
                  </a:lnTo>
                  <a:lnTo>
                    <a:pt x="76" y="52"/>
                  </a:lnTo>
                  <a:lnTo>
                    <a:pt x="76" y="52"/>
                  </a:lnTo>
                  <a:lnTo>
                    <a:pt x="77" y="54"/>
                  </a:lnTo>
                  <a:lnTo>
                    <a:pt x="80" y="65"/>
                  </a:lnTo>
                  <a:lnTo>
                    <a:pt x="80" y="65"/>
                  </a:lnTo>
                  <a:lnTo>
                    <a:pt x="77" y="73"/>
                  </a:lnTo>
                  <a:lnTo>
                    <a:pt x="79" y="92"/>
                  </a:lnTo>
                  <a:lnTo>
                    <a:pt x="79" y="92"/>
                  </a:lnTo>
                  <a:lnTo>
                    <a:pt x="68" y="102"/>
                  </a:lnTo>
                  <a:lnTo>
                    <a:pt x="67" y="102"/>
                  </a:lnTo>
                  <a:lnTo>
                    <a:pt x="67" y="102"/>
                  </a:lnTo>
                  <a:lnTo>
                    <a:pt x="64" y="102"/>
                  </a:lnTo>
                  <a:lnTo>
                    <a:pt x="63" y="102"/>
                  </a:lnTo>
                  <a:lnTo>
                    <a:pt x="60" y="102"/>
                  </a:lnTo>
                  <a:lnTo>
                    <a:pt x="60" y="102"/>
                  </a:lnTo>
                  <a:lnTo>
                    <a:pt x="60" y="108"/>
                  </a:lnTo>
                  <a:lnTo>
                    <a:pt x="60" y="108"/>
                  </a:lnTo>
                  <a:lnTo>
                    <a:pt x="54" y="116"/>
                  </a:lnTo>
                  <a:lnTo>
                    <a:pt x="54" y="116"/>
                  </a:lnTo>
                  <a:lnTo>
                    <a:pt x="54" y="116"/>
                  </a:lnTo>
                  <a:lnTo>
                    <a:pt x="45" y="114"/>
                  </a:lnTo>
                  <a:lnTo>
                    <a:pt x="45" y="113"/>
                  </a:lnTo>
                  <a:lnTo>
                    <a:pt x="40" y="98"/>
                  </a:lnTo>
                  <a:lnTo>
                    <a:pt x="33" y="89"/>
                  </a:lnTo>
                  <a:lnTo>
                    <a:pt x="28" y="82"/>
                  </a:lnTo>
                  <a:lnTo>
                    <a:pt x="14" y="79"/>
                  </a:lnTo>
                  <a:lnTo>
                    <a:pt x="14" y="77"/>
                  </a:lnTo>
                  <a:lnTo>
                    <a:pt x="0" y="55"/>
                  </a:lnTo>
                  <a:lnTo>
                    <a:pt x="0" y="54"/>
                  </a:lnTo>
                  <a:lnTo>
                    <a:pt x="2" y="45"/>
                  </a:lnTo>
                  <a:lnTo>
                    <a:pt x="2" y="45"/>
                  </a:lnTo>
                  <a:lnTo>
                    <a:pt x="6" y="42"/>
                  </a:lnTo>
                  <a:lnTo>
                    <a:pt x="8" y="42"/>
                  </a:lnTo>
                  <a:lnTo>
                    <a:pt x="8" y="43"/>
                  </a:lnTo>
                  <a:lnTo>
                    <a:pt x="18" y="57"/>
                  </a:lnTo>
                  <a:lnTo>
                    <a:pt x="30" y="54"/>
                  </a:lnTo>
                  <a:lnTo>
                    <a:pt x="28" y="48"/>
                  </a:lnTo>
                  <a:lnTo>
                    <a:pt x="28" y="48"/>
                  </a:lnTo>
                  <a:lnTo>
                    <a:pt x="31" y="45"/>
                  </a:lnTo>
                  <a:lnTo>
                    <a:pt x="27" y="34"/>
                  </a:lnTo>
                  <a:lnTo>
                    <a:pt x="27" y="34"/>
                  </a:lnTo>
                  <a:lnTo>
                    <a:pt x="27" y="34"/>
                  </a:lnTo>
                  <a:lnTo>
                    <a:pt x="28" y="34"/>
                  </a:lnTo>
                  <a:lnTo>
                    <a:pt x="30" y="34"/>
                  </a:lnTo>
                  <a:lnTo>
                    <a:pt x="31" y="34"/>
                  </a:lnTo>
                  <a:lnTo>
                    <a:pt x="14" y="22"/>
                  </a:lnTo>
                  <a:lnTo>
                    <a:pt x="14" y="21"/>
                  </a:lnTo>
                  <a:lnTo>
                    <a:pt x="15" y="21"/>
                  </a:lnTo>
                  <a:lnTo>
                    <a:pt x="15" y="21"/>
                  </a:lnTo>
                  <a:lnTo>
                    <a:pt x="18" y="21"/>
                  </a:lnTo>
                  <a:lnTo>
                    <a:pt x="21" y="22"/>
                  </a:lnTo>
                  <a:lnTo>
                    <a:pt x="23" y="22"/>
                  </a:lnTo>
                  <a:lnTo>
                    <a:pt x="24" y="22"/>
                  </a:lnTo>
                  <a:lnTo>
                    <a:pt x="23" y="16"/>
                  </a:lnTo>
                  <a:lnTo>
                    <a:pt x="17" y="12"/>
                  </a:lnTo>
                  <a:lnTo>
                    <a:pt x="15" y="11"/>
                  </a:lnTo>
                  <a:lnTo>
                    <a:pt x="17" y="11"/>
                  </a:lnTo>
                  <a:lnTo>
                    <a:pt x="28" y="9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28" y="0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36" name="Freeform 584">
              <a:extLst>
                <a:ext uri="{FF2B5EF4-FFF2-40B4-BE49-F238E27FC236}">
                  <a16:creationId xmlns:a16="http://schemas.microsoft.com/office/drawing/2014/main" id="{2E7A977A-4FA9-EC21-A9D3-4B2FE6CDA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677" y="2997833"/>
              <a:ext cx="39109" cy="20584"/>
            </a:xfrm>
            <a:custGeom>
              <a:avLst/>
              <a:gdLst>
                <a:gd name="T0" fmla="*/ 1 w 19"/>
                <a:gd name="T1" fmla="*/ 0 h 10"/>
                <a:gd name="T2" fmla="*/ 13 w 19"/>
                <a:gd name="T3" fmla="*/ 0 h 10"/>
                <a:gd name="T4" fmla="*/ 14 w 19"/>
                <a:gd name="T5" fmla="*/ 0 h 10"/>
                <a:gd name="T6" fmla="*/ 19 w 19"/>
                <a:gd name="T7" fmla="*/ 9 h 10"/>
                <a:gd name="T8" fmla="*/ 19 w 19"/>
                <a:gd name="T9" fmla="*/ 10 h 10"/>
                <a:gd name="T10" fmla="*/ 17 w 19"/>
                <a:gd name="T11" fmla="*/ 10 h 10"/>
                <a:gd name="T12" fmla="*/ 17 w 19"/>
                <a:gd name="T13" fmla="*/ 10 h 10"/>
                <a:gd name="T14" fmla="*/ 0 w 19"/>
                <a:gd name="T15" fmla="*/ 3 h 10"/>
                <a:gd name="T16" fmla="*/ 0 w 19"/>
                <a:gd name="T17" fmla="*/ 3 h 10"/>
                <a:gd name="T18" fmla="*/ 0 w 19"/>
                <a:gd name="T19" fmla="*/ 3 h 10"/>
                <a:gd name="T20" fmla="*/ 1 w 19"/>
                <a:gd name="T21" fmla="*/ 0 h 10"/>
                <a:gd name="T22" fmla="*/ 1 w 19"/>
                <a:gd name="T2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0">
                  <a:moveTo>
                    <a:pt x="1" y="0"/>
                  </a:moveTo>
                  <a:lnTo>
                    <a:pt x="13" y="0"/>
                  </a:lnTo>
                  <a:lnTo>
                    <a:pt x="14" y="0"/>
                  </a:lnTo>
                  <a:lnTo>
                    <a:pt x="19" y="9"/>
                  </a:lnTo>
                  <a:lnTo>
                    <a:pt x="19" y="10"/>
                  </a:lnTo>
                  <a:lnTo>
                    <a:pt x="17" y="10"/>
                  </a:lnTo>
                  <a:lnTo>
                    <a:pt x="17" y="1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37" name="Freeform 585">
              <a:extLst>
                <a:ext uri="{FF2B5EF4-FFF2-40B4-BE49-F238E27FC236}">
                  <a16:creationId xmlns:a16="http://schemas.microsoft.com/office/drawing/2014/main" id="{446603E7-EAF7-5A47-15E9-B4F9032CEA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7561" y="2993717"/>
              <a:ext cx="43226" cy="24701"/>
            </a:xfrm>
            <a:custGeom>
              <a:avLst/>
              <a:gdLst>
                <a:gd name="T0" fmla="*/ 3 w 21"/>
                <a:gd name="T1" fmla="*/ 2 h 12"/>
                <a:gd name="T2" fmla="*/ 2 w 21"/>
                <a:gd name="T3" fmla="*/ 5 h 12"/>
                <a:gd name="T4" fmla="*/ 19 w 21"/>
                <a:gd name="T5" fmla="*/ 11 h 12"/>
                <a:gd name="T6" fmla="*/ 15 w 21"/>
                <a:gd name="T7" fmla="*/ 2 h 12"/>
                <a:gd name="T8" fmla="*/ 3 w 21"/>
                <a:gd name="T9" fmla="*/ 2 h 12"/>
                <a:gd name="T10" fmla="*/ 3 w 21"/>
                <a:gd name="T11" fmla="*/ 0 h 12"/>
                <a:gd name="T12" fmla="*/ 15 w 21"/>
                <a:gd name="T13" fmla="*/ 0 h 12"/>
                <a:gd name="T14" fmla="*/ 16 w 21"/>
                <a:gd name="T15" fmla="*/ 2 h 12"/>
                <a:gd name="T16" fmla="*/ 21 w 21"/>
                <a:gd name="T17" fmla="*/ 11 h 12"/>
                <a:gd name="T18" fmla="*/ 21 w 21"/>
                <a:gd name="T19" fmla="*/ 12 h 12"/>
                <a:gd name="T20" fmla="*/ 21 w 21"/>
                <a:gd name="T21" fmla="*/ 12 h 12"/>
                <a:gd name="T22" fmla="*/ 19 w 21"/>
                <a:gd name="T23" fmla="*/ 12 h 12"/>
                <a:gd name="T24" fmla="*/ 19 w 21"/>
                <a:gd name="T25" fmla="*/ 12 h 12"/>
                <a:gd name="T26" fmla="*/ 2 w 21"/>
                <a:gd name="T27" fmla="*/ 6 h 12"/>
                <a:gd name="T28" fmla="*/ 0 w 21"/>
                <a:gd name="T29" fmla="*/ 5 h 12"/>
                <a:gd name="T30" fmla="*/ 0 w 21"/>
                <a:gd name="T31" fmla="*/ 3 h 12"/>
                <a:gd name="T32" fmla="*/ 2 w 21"/>
                <a:gd name="T33" fmla="*/ 2 h 12"/>
                <a:gd name="T34" fmla="*/ 3 w 21"/>
                <a:gd name="T3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" h="12">
                  <a:moveTo>
                    <a:pt x="3" y="2"/>
                  </a:moveTo>
                  <a:lnTo>
                    <a:pt x="2" y="5"/>
                  </a:lnTo>
                  <a:lnTo>
                    <a:pt x="19" y="11"/>
                  </a:lnTo>
                  <a:lnTo>
                    <a:pt x="15" y="2"/>
                  </a:lnTo>
                  <a:lnTo>
                    <a:pt x="3" y="2"/>
                  </a:lnTo>
                  <a:close/>
                  <a:moveTo>
                    <a:pt x="3" y="0"/>
                  </a:moveTo>
                  <a:lnTo>
                    <a:pt x="15" y="0"/>
                  </a:lnTo>
                  <a:lnTo>
                    <a:pt x="16" y="2"/>
                  </a:lnTo>
                  <a:lnTo>
                    <a:pt x="21" y="11"/>
                  </a:lnTo>
                  <a:lnTo>
                    <a:pt x="21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2" y="6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38" name="Freeform 586">
              <a:extLst>
                <a:ext uri="{FF2B5EF4-FFF2-40B4-BE49-F238E27FC236}">
                  <a16:creationId xmlns:a16="http://schemas.microsoft.com/office/drawing/2014/main" id="{D1555057-9039-6527-C6DC-F463CDA56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9020" y="2526462"/>
              <a:ext cx="28817" cy="49401"/>
            </a:xfrm>
            <a:custGeom>
              <a:avLst/>
              <a:gdLst>
                <a:gd name="T0" fmla="*/ 3 w 14"/>
                <a:gd name="T1" fmla="*/ 0 h 24"/>
                <a:gd name="T2" fmla="*/ 3 w 14"/>
                <a:gd name="T3" fmla="*/ 0 h 24"/>
                <a:gd name="T4" fmla="*/ 14 w 14"/>
                <a:gd name="T5" fmla="*/ 3 h 24"/>
                <a:gd name="T6" fmla="*/ 14 w 14"/>
                <a:gd name="T7" fmla="*/ 3 h 24"/>
                <a:gd name="T8" fmla="*/ 14 w 14"/>
                <a:gd name="T9" fmla="*/ 3 h 24"/>
                <a:gd name="T10" fmla="*/ 6 w 14"/>
                <a:gd name="T11" fmla="*/ 24 h 24"/>
                <a:gd name="T12" fmla="*/ 6 w 14"/>
                <a:gd name="T13" fmla="*/ 24 h 24"/>
                <a:gd name="T14" fmla="*/ 6 w 14"/>
                <a:gd name="T15" fmla="*/ 24 h 24"/>
                <a:gd name="T16" fmla="*/ 6 w 14"/>
                <a:gd name="T17" fmla="*/ 24 h 24"/>
                <a:gd name="T18" fmla="*/ 0 w 14"/>
                <a:gd name="T19" fmla="*/ 18 h 24"/>
                <a:gd name="T20" fmla="*/ 0 w 14"/>
                <a:gd name="T21" fmla="*/ 18 h 24"/>
                <a:gd name="T22" fmla="*/ 0 w 14"/>
                <a:gd name="T23" fmla="*/ 5 h 24"/>
                <a:gd name="T24" fmla="*/ 3 w 14"/>
                <a:gd name="T25" fmla="*/ 0 h 24"/>
                <a:gd name="T26" fmla="*/ 3 w 14"/>
                <a:gd name="T2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24">
                  <a:moveTo>
                    <a:pt x="3" y="0"/>
                  </a:moveTo>
                  <a:lnTo>
                    <a:pt x="3" y="0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39" name="Freeform 588">
              <a:extLst>
                <a:ext uri="{FF2B5EF4-FFF2-40B4-BE49-F238E27FC236}">
                  <a16:creationId xmlns:a16="http://schemas.microsoft.com/office/drawing/2014/main" id="{49CAD855-E1FD-E9EA-7AAE-7FC8D1F39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334" y="2497645"/>
              <a:ext cx="53519" cy="47343"/>
            </a:xfrm>
            <a:custGeom>
              <a:avLst/>
              <a:gdLst>
                <a:gd name="T0" fmla="*/ 17 w 26"/>
                <a:gd name="T1" fmla="*/ 0 h 23"/>
                <a:gd name="T2" fmla="*/ 24 w 26"/>
                <a:gd name="T3" fmla="*/ 0 h 23"/>
                <a:gd name="T4" fmla="*/ 26 w 26"/>
                <a:gd name="T5" fmla="*/ 0 h 23"/>
                <a:gd name="T6" fmla="*/ 26 w 26"/>
                <a:gd name="T7" fmla="*/ 1 h 23"/>
                <a:gd name="T8" fmla="*/ 23 w 26"/>
                <a:gd name="T9" fmla="*/ 7 h 23"/>
                <a:gd name="T10" fmla="*/ 9 w 26"/>
                <a:gd name="T11" fmla="*/ 20 h 23"/>
                <a:gd name="T12" fmla="*/ 0 w 26"/>
                <a:gd name="T13" fmla="*/ 23 h 23"/>
                <a:gd name="T14" fmla="*/ 0 w 26"/>
                <a:gd name="T15" fmla="*/ 23 h 23"/>
                <a:gd name="T16" fmla="*/ 0 w 26"/>
                <a:gd name="T17" fmla="*/ 23 h 23"/>
                <a:gd name="T18" fmla="*/ 0 w 26"/>
                <a:gd name="T19" fmla="*/ 22 h 23"/>
                <a:gd name="T20" fmla="*/ 8 w 26"/>
                <a:gd name="T21" fmla="*/ 5 h 23"/>
                <a:gd name="T22" fmla="*/ 17 w 26"/>
                <a:gd name="T2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23">
                  <a:moveTo>
                    <a:pt x="17" y="0"/>
                  </a:moveTo>
                  <a:lnTo>
                    <a:pt x="24" y="0"/>
                  </a:lnTo>
                  <a:lnTo>
                    <a:pt x="26" y="0"/>
                  </a:lnTo>
                  <a:lnTo>
                    <a:pt x="26" y="1"/>
                  </a:lnTo>
                  <a:lnTo>
                    <a:pt x="23" y="7"/>
                  </a:lnTo>
                  <a:lnTo>
                    <a:pt x="9" y="20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8" y="5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40" name="Freeform 592">
              <a:extLst>
                <a:ext uri="{FF2B5EF4-FFF2-40B4-BE49-F238E27FC236}">
                  <a16:creationId xmlns:a16="http://schemas.microsoft.com/office/drawing/2014/main" id="{E1102D1C-2FE8-33FA-ACEB-1722BB5C7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290" y="2567630"/>
              <a:ext cx="24701" cy="18526"/>
            </a:xfrm>
            <a:custGeom>
              <a:avLst/>
              <a:gdLst>
                <a:gd name="T0" fmla="*/ 7 w 12"/>
                <a:gd name="T1" fmla="*/ 0 h 9"/>
                <a:gd name="T2" fmla="*/ 7 w 12"/>
                <a:gd name="T3" fmla="*/ 0 h 9"/>
                <a:gd name="T4" fmla="*/ 12 w 12"/>
                <a:gd name="T5" fmla="*/ 3 h 9"/>
                <a:gd name="T6" fmla="*/ 12 w 12"/>
                <a:gd name="T7" fmla="*/ 3 h 9"/>
                <a:gd name="T8" fmla="*/ 12 w 12"/>
                <a:gd name="T9" fmla="*/ 9 h 9"/>
                <a:gd name="T10" fmla="*/ 10 w 12"/>
                <a:gd name="T11" fmla="*/ 9 h 9"/>
                <a:gd name="T12" fmla="*/ 10 w 12"/>
                <a:gd name="T13" fmla="*/ 9 h 9"/>
                <a:gd name="T14" fmla="*/ 10 w 12"/>
                <a:gd name="T15" fmla="*/ 9 h 9"/>
                <a:gd name="T16" fmla="*/ 2 w 12"/>
                <a:gd name="T17" fmla="*/ 4 h 9"/>
                <a:gd name="T18" fmla="*/ 0 w 12"/>
                <a:gd name="T19" fmla="*/ 4 h 9"/>
                <a:gd name="T20" fmla="*/ 2 w 12"/>
                <a:gd name="T21" fmla="*/ 3 h 9"/>
                <a:gd name="T22" fmla="*/ 7 w 12"/>
                <a:gd name="T23" fmla="*/ 0 h 9"/>
                <a:gd name="T24" fmla="*/ 7 w 12"/>
                <a:gd name="T2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9">
                  <a:moveTo>
                    <a:pt x="7" y="0"/>
                  </a:moveTo>
                  <a:lnTo>
                    <a:pt x="7" y="0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2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2" y="4"/>
                  </a:lnTo>
                  <a:lnTo>
                    <a:pt x="0" y="4"/>
                  </a:lnTo>
                  <a:lnTo>
                    <a:pt x="2" y="3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41" name="Freeform 596">
              <a:extLst>
                <a:ext uri="{FF2B5EF4-FFF2-40B4-BE49-F238E27FC236}">
                  <a16:creationId xmlns:a16="http://schemas.microsoft.com/office/drawing/2014/main" id="{352ADBBF-351B-2434-1D70-D978E6094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495" y="1707222"/>
              <a:ext cx="131737" cy="84394"/>
            </a:xfrm>
            <a:custGeom>
              <a:avLst/>
              <a:gdLst>
                <a:gd name="T0" fmla="*/ 3 w 64"/>
                <a:gd name="T1" fmla="*/ 0 h 41"/>
                <a:gd name="T2" fmla="*/ 27 w 64"/>
                <a:gd name="T3" fmla="*/ 0 h 41"/>
                <a:gd name="T4" fmla="*/ 48 w 64"/>
                <a:gd name="T5" fmla="*/ 5 h 41"/>
                <a:gd name="T6" fmla="*/ 49 w 64"/>
                <a:gd name="T7" fmla="*/ 5 h 41"/>
                <a:gd name="T8" fmla="*/ 64 w 64"/>
                <a:gd name="T9" fmla="*/ 32 h 41"/>
                <a:gd name="T10" fmla="*/ 64 w 64"/>
                <a:gd name="T11" fmla="*/ 34 h 41"/>
                <a:gd name="T12" fmla="*/ 64 w 64"/>
                <a:gd name="T13" fmla="*/ 34 h 41"/>
                <a:gd name="T14" fmla="*/ 61 w 64"/>
                <a:gd name="T15" fmla="*/ 34 h 41"/>
                <a:gd name="T16" fmla="*/ 54 w 64"/>
                <a:gd name="T17" fmla="*/ 35 h 41"/>
                <a:gd name="T18" fmla="*/ 43 w 64"/>
                <a:gd name="T19" fmla="*/ 37 h 41"/>
                <a:gd name="T20" fmla="*/ 33 w 64"/>
                <a:gd name="T21" fmla="*/ 40 h 41"/>
                <a:gd name="T22" fmla="*/ 24 w 64"/>
                <a:gd name="T23" fmla="*/ 41 h 41"/>
                <a:gd name="T24" fmla="*/ 21 w 64"/>
                <a:gd name="T25" fmla="*/ 41 h 41"/>
                <a:gd name="T26" fmla="*/ 21 w 64"/>
                <a:gd name="T27" fmla="*/ 41 h 41"/>
                <a:gd name="T28" fmla="*/ 12 w 64"/>
                <a:gd name="T29" fmla="*/ 35 h 41"/>
                <a:gd name="T30" fmla="*/ 12 w 64"/>
                <a:gd name="T31" fmla="*/ 34 h 41"/>
                <a:gd name="T32" fmla="*/ 9 w 64"/>
                <a:gd name="T33" fmla="*/ 20 h 41"/>
                <a:gd name="T34" fmla="*/ 0 w 64"/>
                <a:gd name="T35" fmla="*/ 13 h 41"/>
                <a:gd name="T36" fmla="*/ 0 w 64"/>
                <a:gd name="T37" fmla="*/ 13 h 41"/>
                <a:gd name="T38" fmla="*/ 2 w 64"/>
                <a:gd name="T39" fmla="*/ 0 h 41"/>
                <a:gd name="T40" fmla="*/ 3 w 64"/>
                <a:gd name="T41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41">
                  <a:moveTo>
                    <a:pt x="3" y="0"/>
                  </a:moveTo>
                  <a:lnTo>
                    <a:pt x="27" y="0"/>
                  </a:lnTo>
                  <a:lnTo>
                    <a:pt x="48" y="5"/>
                  </a:lnTo>
                  <a:lnTo>
                    <a:pt x="49" y="5"/>
                  </a:lnTo>
                  <a:lnTo>
                    <a:pt x="64" y="32"/>
                  </a:lnTo>
                  <a:lnTo>
                    <a:pt x="64" y="34"/>
                  </a:lnTo>
                  <a:lnTo>
                    <a:pt x="64" y="34"/>
                  </a:lnTo>
                  <a:lnTo>
                    <a:pt x="61" y="34"/>
                  </a:lnTo>
                  <a:lnTo>
                    <a:pt x="54" y="35"/>
                  </a:lnTo>
                  <a:lnTo>
                    <a:pt x="43" y="37"/>
                  </a:lnTo>
                  <a:lnTo>
                    <a:pt x="33" y="40"/>
                  </a:lnTo>
                  <a:lnTo>
                    <a:pt x="24" y="41"/>
                  </a:lnTo>
                  <a:lnTo>
                    <a:pt x="21" y="41"/>
                  </a:lnTo>
                  <a:lnTo>
                    <a:pt x="21" y="41"/>
                  </a:lnTo>
                  <a:lnTo>
                    <a:pt x="12" y="35"/>
                  </a:lnTo>
                  <a:lnTo>
                    <a:pt x="12" y="34"/>
                  </a:lnTo>
                  <a:lnTo>
                    <a:pt x="9" y="20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42" name="Freeform 598">
              <a:extLst>
                <a:ext uri="{FF2B5EF4-FFF2-40B4-BE49-F238E27FC236}">
                  <a16:creationId xmlns:a16="http://schemas.microsoft.com/office/drawing/2014/main" id="{B1D81EE4-BA88-F396-16F9-48B2FC0F4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525" y="1186450"/>
              <a:ext cx="28817" cy="28818"/>
            </a:xfrm>
            <a:custGeom>
              <a:avLst/>
              <a:gdLst>
                <a:gd name="T0" fmla="*/ 3 w 14"/>
                <a:gd name="T1" fmla="*/ 0 h 14"/>
                <a:gd name="T2" fmla="*/ 14 w 14"/>
                <a:gd name="T3" fmla="*/ 0 h 14"/>
                <a:gd name="T4" fmla="*/ 14 w 14"/>
                <a:gd name="T5" fmla="*/ 0 h 14"/>
                <a:gd name="T6" fmla="*/ 14 w 14"/>
                <a:gd name="T7" fmla="*/ 2 h 14"/>
                <a:gd name="T8" fmla="*/ 11 w 14"/>
                <a:gd name="T9" fmla="*/ 12 h 14"/>
                <a:gd name="T10" fmla="*/ 9 w 14"/>
                <a:gd name="T11" fmla="*/ 14 h 14"/>
                <a:gd name="T12" fmla="*/ 9 w 14"/>
                <a:gd name="T13" fmla="*/ 14 h 14"/>
                <a:gd name="T14" fmla="*/ 6 w 14"/>
                <a:gd name="T15" fmla="*/ 14 h 14"/>
                <a:gd name="T16" fmla="*/ 3 w 14"/>
                <a:gd name="T17" fmla="*/ 14 h 14"/>
                <a:gd name="T18" fmla="*/ 2 w 14"/>
                <a:gd name="T19" fmla="*/ 14 h 14"/>
                <a:gd name="T20" fmla="*/ 0 w 14"/>
                <a:gd name="T21" fmla="*/ 14 h 14"/>
                <a:gd name="T22" fmla="*/ 0 w 14"/>
                <a:gd name="T23" fmla="*/ 14 h 14"/>
                <a:gd name="T24" fmla="*/ 0 w 14"/>
                <a:gd name="T25" fmla="*/ 12 h 14"/>
                <a:gd name="T26" fmla="*/ 2 w 14"/>
                <a:gd name="T27" fmla="*/ 0 h 14"/>
                <a:gd name="T28" fmla="*/ 3 w 14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" h="14">
                  <a:moveTo>
                    <a:pt x="3" y="0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14" y="2"/>
                  </a:lnTo>
                  <a:lnTo>
                    <a:pt x="11" y="12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6" y="14"/>
                  </a:lnTo>
                  <a:lnTo>
                    <a:pt x="3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43" name="Freeform 600">
              <a:extLst>
                <a:ext uri="{FF2B5EF4-FFF2-40B4-BE49-F238E27FC236}">
                  <a16:creationId xmlns:a16="http://schemas.microsoft.com/office/drawing/2014/main" id="{F5EFE40B-C1A6-D96B-1248-965910795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3473" y="1186450"/>
              <a:ext cx="41168" cy="22642"/>
            </a:xfrm>
            <a:custGeom>
              <a:avLst/>
              <a:gdLst>
                <a:gd name="T0" fmla="*/ 0 w 20"/>
                <a:gd name="T1" fmla="*/ 0 h 11"/>
                <a:gd name="T2" fmla="*/ 18 w 20"/>
                <a:gd name="T3" fmla="*/ 0 h 11"/>
                <a:gd name="T4" fmla="*/ 20 w 20"/>
                <a:gd name="T5" fmla="*/ 0 h 11"/>
                <a:gd name="T6" fmla="*/ 20 w 20"/>
                <a:gd name="T7" fmla="*/ 2 h 11"/>
                <a:gd name="T8" fmla="*/ 14 w 20"/>
                <a:gd name="T9" fmla="*/ 9 h 11"/>
                <a:gd name="T10" fmla="*/ 14 w 20"/>
                <a:gd name="T11" fmla="*/ 9 h 11"/>
                <a:gd name="T12" fmla="*/ 12 w 20"/>
                <a:gd name="T13" fmla="*/ 9 h 11"/>
                <a:gd name="T14" fmla="*/ 11 w 20"/>
                <a:gd name="T15" fmla="*/ 11 h 11"/>
                <a:gd name="T16" fmla="*/ 8 w 20"/>
                <a:gd name="T17" fmla="*/ 11 h 11"/>
                <a:gd name="T18" fmla="*/ 5 w 20"/>
                <a:gd name="T19" fmla="*/ 11 h 11"/>
                <a:gd name="T20" fmla="*/ 2 w 20"/>
                <a:gd name="T21" fmla="*/ 11 h 11"/>
                <a:gd name="T22" fmla="*/ 2 w 20"/>
                <a:gd name="T23" fmla="*/ 11 h 11"/>
                <a:gd name="T24" fmla="*/ 0 w 20"/>
                <a:gd name="T25" fmla="*/ 11 h 11"/>
                <a:gd name="T26" fmla="*/ 0 w 20"/>
                <a:gd name="T27" fmla="*/ 9 h 11"/>
                <a:gd name="T28" fmla="*/ 5 w 20"/>
                <a:gd name="T29" fmla="*/ 6 h 11"/>
                <a:gd name="T30" fmla="*/ 2 w 20"/>
                <a:gd name="T31" fmla="*/ 6 h 11"/>
                <a:gd name="T32" fmla="*/ 0 w 20"/>
                <a:gd name="T33" fmla="*/ 6 h 11"/>
                <a:gd name="T34" fmla="*/ 0 w 20"/>
                <a:gd name="T35" fmla="*/ 2 h 11"/>
                <a:gd name="T36" fmla="*/ 0 w 20"/>
                <a:gd name="T37" fmla="*/ 0 h 11"/>
                <a:gd name="T38" fmla="*/ 0 w 20"/>
                <a:gd name="T3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11">
                  <a:moveTo>
                    <a:pt x="0" y="0"/>
                  </a:moveTo>
                  <a:lnTo>
                    <a:pt x="18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2" y="9"/>
                  </a:lnTo>
                  <a:lnTo>
                    <a:pt x="11" y="11"/>
                  </a:lnTo>
                  <a:lnTo>
                    <a:pt x="8" y="11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0" y="11"/>
                  </a:lnTo>
                  <a:lnTo>
                    <a:pt x="0" y="9"/>
                  </a:lnTo>
                  <a:lnTo>
                    <a:pt x="5" y="6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44" name="Freeform 602">
              <a:extLst>
                <a:ext uri="{FF2B5EF4-FFF2-40B4-BE49-F238E27FC236}">
                  <a16:creationId xmlns:a16="http://schemas.microsoft.com/office/drawing/2014/main" id="{05C5119A-9449-3E00-79B7-D5F99D386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838" y="1186450"/>
              <a:ext cx="389036" cy="263474"/>
            </a:xfrm>
            <a:custGeom>
              <a:avLst/>
              <a:gdLst>
                <a:gd name="T0" fmla="*/ 189 w 189"/>
                <a:gd name="T1" fmla="*/ 0 h 128"/>
                <a:gd name="T2" fmla="*/ 184 w 189"/>
                <a:gd name="T3" fmla="*/ 8 h 128"/>
                <a:gd name="T4" fmla="*/ 184 w 189"/>
                <a:gd name="T5" fmla="*/ 11 h 128"/>
                <a:gd name="T6" fmla="*/ 178 w 189"/>
                <a:gd name="T7" fmla="*/ 23 h 128"/>
                <a:gd name="T8" fmla="*/ 157 w 189"/>
                <a:gd name="T9" fmla="*/ 42 h 128"/>
                <a:gd name="T10" fmla="*/ 149 w 189"/>
                <a:gd name="T11" fmla="*/ 60 h 128"/>
                <a:gd name="T12" fmla="*/ 131 w 189"/>
                <a:gd name="T13" fmla="*/ 63 h 128"/>
                <a:gd name="T14" fmla="*/ 119 w 189"/>
                <a:gd name="T15" fmla="*/ 64 h 128"/>
                <a:gd name="T16" fmla="*/ 111 w 189"/>
                <a:gd name="T17" fmla="*/ 63 h 128"/>
                <a:gd name="T18" fmla="*/ 103 w 189"/>
                <a:gd name="T19" fmla="*/ 73 h 128"/>
                <a:gd name="T20" fmla="*/ 135 w 189"/>
                <a:gd name="T21" fmla="*/ 67 h 128"/>
                <a:gd name="T22" fmla="*/ 137 w 189"/>
                <a:gd name="T23" fmla="*/ 79 h 128"/>
                <a:gd name="T24" fmla="*/ 150 w 189"/>
                <a:gd name="T25" fmla="*/ 81 h 128"/>
                <a:gd name="T26" fmla="*/ 154 w 189"/>
                <a:gd name="T27" fmla="*/ 91 h 128"/>
                <a:gd name="T28" fmla="*/ 113 w 189"/>
                <a:gd name="T29" fmla="*/ 128 h 128"/>
                <a:gd name="T30" fmla="*/ 111 w 189"/>
                <a:gd name="T31" fmla="*/ 127 h 128"/>
                <a:gd name="T32" fmla="*/ 111 w 189"/>
                <a:gd name="T33" fmla="*/ 109 h 128"/>
                <a:gd name="T34" fmla="*/ 98 w 189"/>
                <a:gd name="T35" fmla="*/ 104 h 128"/>
                <a:gd name="T36" fmla="*/ 91 w 189"/>
                <a:gd name="T37" fmla="*/ 115 h 128"/>
                <a:gd name="T38" fmla="*/ 91 w 189"/>
                <a:gd name="T39" fmla="*/ 115 h 128"/>
                <a:gd name="T40" fmla="*/ 85 w 189"/>
                <a:gd name="T41" fmla="*/ 104 h 128"/>
                <a:gd name="T42" fmla="*/ 79 w 189"/>
                <a:gd name="T43" fmla="*/ 113 h 128"/>
                <a:gd name="T44" fmla="*/ 67 w 189"/>
                <a:gd name="T45" fmla="*/ 112 h 128"/>
                <a:gd name="T46" fmla="*/ 66 w 189"/>
                <a:gd name="T47" fmla="*/ 112 h 128"/>
                <a:gd name="T48" fmla="*/ 67 w 189"/>
                <a:gd name="T49" fmla="*/ 119 h 128"/>
                <a:gd name="T50" fmla="*/ 57 w 189"/>
                <a:gd name="T51" fmla="*/ 118 h 128"/>
                <a:gd name="T52" fmla="*/ 39 w 189"/>
                <a:gd name="T53" fmla="*/ 115 h 128"/>
                <a:gd name="T54" fmla="*/ 36 w 189"/>
                <a:gd name="T55" fmla="*/ 115 h 128"/>
                <a:gd name="T56" fmla="*/ 34 w 189"/>
                <a:gd name="T57" fmla="*/ 116 h 128"/>
                <a:gd name="T58" fmla="*/ 26 w 189"/>
                <a:gd name="T59" fmla="*/ 115 h 128"/>
                <a:gd name="T60" fmla="*/ 23 w 189"/>
                <a:gd name="T61" fmla="*/ 116 h 128"/>
                <a:gd name="T62" fmla="*/ 15 w 189"/>
                <a:gd name="T63" fmla="*/ 112 h 128"/>
                <a:gd name="T64" fmla="*/ 12 w 189"/>
                <a:gd name="T65" fmla="*/ 112 h 128"/>
                <a:gd name="T66" fmla="*/ 11 w 189"/>
                <a:gd name="T67" fmla="*/ 106 h 128"/>
                <a:gd name="T68" fmla="*/ 5 w 189"/>
                <a:gd name="T69" fmla="*/ 112 h 128"/>
                <a:gd name="T70" fmla="*/ 2 w 189"/>
                <a:gd name="T71" fmla="*/ 92 h 128"/>
                <a:gd name="T72" fmla="*/ 31 w 189"/>
                <a:gd name="T73" fmla="*/ 69 h 128"/>
                <a:gd name="T74" fmla="*/ 34 w 189"/>
                <a:gd name="T75" fmla="*/ 58 h 128"/>
                <a:gd name="T76" fmla="*/ 28 w 189"/>
                <a:gd name="T77" fmla="*/ 58 h 128"/>
                <a:gd name="T78" fmla="*/ 26 w 189"/>
                <a:gd name="T79" fmla="*/ 58 h 128"/>
                <a:gd name="T80" fmla="*/ 18 w 189"/>
                <a:gd name="T81" fmla="*/ 30 h 128"/>
                <a:gd name="T82" fmla="*/ 37 w 189"/>
                <a:gd name="T83" fmla="*/ 27 h 128"/>
                <a:gd name="T84" fmla="*/ 52 w 189"/>
                <a:gd name="T85" fmla="*/ 51 h 128"/>
                <a:gd name="T86" fmla="*/ 79 w 189"/>
                <a:gd name="T87" fmla="*/ 51 h 128"/>
                <a:gd name="T88" fmla="*/ 77 w 189"/>
                <a:gd name="T89" fmla="*/ 46 h 128"/>
                <a:gd name="T90" fmla="*/ 69 w 189"/>
                <a:gd name="T91" fmla="*/ 46 h 128"/>
                <a:gd name="T92" fmla="*/ 64 w 189"/>
                <a:gd name="T93" fmla="*/ 46 h 128"/>
                <a:gd name="T94" fmla="*/ 63 w 189"/>
                <a:gd name="T95" fmla="*/ 42 h 128"/>
                <a:gd name="T96" fmla="*/ 61 w 189"/>
                <a:gd name="T97" fmla="*/ 42 h 128"/>
                <a:gd name="T98" fmla="*/ 58 w 189"/>
                <a:gd name="T99" fmla="*/ 30 h 128"/>
                <a:gd name="T100" fmla="*/ 55 w 189"/>
                <a:gd name="T101" fmla="*/ 29 h 128"/>
                <a:gd name="T102" fmla="*/ 51 w 189"/>
                <a:gd name="T103" fmla="*/ 23 h 128"/>
                <a:gd name="T104" fmla="*/ 63 w 189"/>
                <a:gd name="T105" fmla="*/ 6 h 128"/>
                <a:gd name="T106" fmla="*/ 64 w 189"/>
                <a:gd name="T107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89" h="128">
                  <a:moveTo>
                    <a:pt x="66" y="0"/>
                  </a:moveTo>
                  <a:lnTo>
                    <a:pt x="189" y="0"/>
                  </a:lnTo>
                  <a:lnTo>
                    <a:pt x="189" y="0"/>
                  </a:lnTo>
                  <a:lnTo>
                    <a:pt x="189" y="2"/>
                  </a:lnTo>
                  <a:lnTo>
                    <a:pt x="184" y="8"/>
                  </a:lnTo>
                  <a:lnTo>
                    <a:pt x="184" y="8"/>
                  </a:lnTo>
                  <a:lnTo>
                    <a:pt x="172" y="8"/>
                  </a:lnTo>
                  <a:lnTo>
                    <a:pt x="184" y="11"/>
                  </a:lnTo>
                  <a:lnTo>
                    <a:pt x="184" y="11"/>
                  </a:lnTo>
                  <a:lnTo>
                    <a:pt x="184" y="12"/>
                  </a:lnTo>
                  <a:lnTo>
                    <a:pt x="180" y="23"/>
                  </a:lnTo>
                  <a:lnTo>
                    <a:pt x="178" y="23"/>
                  </a:lnTo>
                  <a:lnTo>
                    <a:pt x="150" y="23"/>
                  </a:lnTo>
                  <a:lnTo>
                    <a:pt x="153" y="39"/>
                  </a:lnTo>
                  <a:lnTo>
                    <a:pt x="157" y="42"/>
                  </a:lnTo>
                  <a:lnTo>
                    <a:pt x="159" y="43"/>
                  </a:lnTo>
                  <a:lnTo>
                    <a:pt x="150" y="60"/>
                  </a:lnTo>
                  <a:lnTo>
                    <a:pt x="149" y="60"/>
                  </a:lnTo>
                  <a:lnTo>
                    <a:pt x="146" y="60"/>
                  </a:lnTo>
                  <a:lnTo>
                    <a:pt x="140" y="61"/>
                  </a:lnTo>
                  <a:lnTo>
                    <a:pt x="131" y="63"/>
                  </a:lnTo>
                  <a:lnTo>
                    <a:pt x="123" y="64"/>
                  </a:lnTo>
                  <a:lnTo>
                    <a:pt x="120" y="64"/>
                  </a:lnTo>
                  <a:lnTo>
                    <a:pt x="119" y="64"/>
                  </a:lnTo>
                  <a:lnTo>
                    <a:pt x="107" y="54"/>
                  </a:lnTo>
                  <a:lnTo>
                    <a:pt x="111" y="61"/>
                  </a:lnTo>
                  <a:lnTo>
                    <a:pt x="111" y="63"/>
                  </a:lnTo>
                  <a:lnTo>
                    <a:pt x="111" y="63"/>
                  </a:lnTo>
                  <a:lnTo>
                    <a:pt x="101" y="66"/>
                  </a:lnTo>
                  <a:lnTo>
                    <a:pt x="103" y="73"/>
                  </a:lnTo>
                  <a:lnTo>
                    <a:pt x="134" y="67"/>
                  </a:lnTo>
                  <a:lnTo>
                    <a:pt x="135" y="67"/>
                  </a:lnTo>
                  <a:lnTo>
                    <a:pt x="135" y="67"/>
                  </a:lnTo>
                  <a:lnTo>
                    <a:pt x="140" y="73"/>
                  </a:lnTo>
                  <a:lnTo>
                    <a:pt x="140" y="75"/>
                  </a:lnTo>
                  <a:lnTo>
                    <a:pt x="137" y="79"/>
                  </a:lnTo>
                  <a:lnTo>
                    <a:pt x="141" y="88"/>
                  </a:lnTo>
                  <a:lnTo>
                    <a:pt x="150" y="81"/>
                  </a:lnTo>
                  <a:lnTo>
                    <a:pt x="150" y="81"/>
                  </a:lnTo>
                  <a:lnTo>
                    <a:pt x="150" y="81"/>
                  </a:lnTo>
                  <a:lnTo>
                    <a:pt x="152" y="81"/>
                  </a:lnTo>
                  <a:lnTo>
                    <a:pt x="154" y="91"/>
                  </a:lnTo>
                  <a:lnTo>
                    <a:pt x="153" y="101"/>
                  </a:lnTo>
                  <a:lnTo>
                    <a:pt x="152" y="103"/>
                  </a:lnTo>
                  <a:lnTo>
                    <a:pt x="113" y="128"/>
                  </a:lnTo>
                  <a:lnTo>
                    <a:pt x="113" y="128"/>
                  </a:lnTo>
                  <a:lnTo>
                    <a:pt x="113" y="128"/>
                  </a:lnTo>
                  <a:lnTo>
                    <a:pt x="111" y="127"/>
                  </a:lnTo>
                  <a:lnTo>
                    <a:pt x="111" y="124"/>
                  </a:lnTo>
                  <a:lnTo>
                    <a:pt x="114" y="115"/>
                  </a:lnTo>
                  <a:lnTo>
                    <a:pt x="111" y="109"/>
                  </a:lnTo>
                  <a:lnTo>
                    <a:pt x="101" y="109"/>
                  </a:lnTo>
                  <a:lnTo>
                    <a:pt x="101" y="109"/>
                  </a:lnTo>
                  <a:lnTo>
                    <a:pt x="98" y="104"/>
                  </a:lnTo>
                  <a:lnTo>
                    <a:pt x="98" y="107"/>
                  </a:lnTo>
                  <a:lnTo>
                    <a:pt x="98" y="107"/>
                  </a:lnTo>
                  <a:lnTo>
                    <a:pt x="91" y="115"/>
                  </a:lnTo>
                  <a:lnTo>
                    <a:pt x="91" y="115"/>
                  </a:lnTo>
                  <a:lnTo>
                    <a:pt x="91" y="115"/>
                  </a:lnTo>
                  <a:lnTo>
                    <a:pt x="91" y="115"/>
                  </a:lnTo>
                  <a:lnTo>
                    <a:pt x="85" y="103"/>
                  </a:lnTo>
                  <a:lnTo>
                    <a:pt x="85" y="104"/>
                  </a:lnTo>
                  <a:lnTo>
                    <a:pt x="85" y="104"/>
                  </a:lnTo>
                  <a:lnTo>
                    <a:pt x="80" y="112"/>
                  </a:lnTo>
                  <a:lnTo>
                    <a:pt x="79" y="113"/>
                  </a:lnTo>
                  <a:lnTo>
                    <a:pt x="79" y="113"/>
                  </a:lnTo>
                  <a:lnTo>
                    <a:pt x="79" y="112"/>
                  </a:lnTo>
                  <a:lnTo>
                    <a:pt x="70" y="101"/>
                  </a:lnTo>
                  <a:lnTo>
                    <a:pt x="67" y="112"/>
                  </a:lnTo>
                  <a:lnTo>
                    <a:pt x="66" y="112"/>
                  </a:lnTo>
                  <a:lnTo>
                    <a:pt x="66" y="113"/>
                  </a:lnTo>
                  <a:lnTo>
                    <a:pt x="66" y="112"/>
                  </a:lnTo>
                  <a:lnTo>
                    <a:pt x="63" y="109"/>
                  </a:lnTo>
                  <a:lnTo>
                    <a:pt x="67" y="119"/>
                  </a:lnTo>
                  <a:lnTo>
                    <a:pt x="67" y="119"/>
                  </a:lnTo>
                  <a:lnTo>
                    <a:pt x="67" y="119"/>
                  </a:lnTo>
                  <a:lnTo>
                    <a:pt x="64" y="119"/>
                  </a:lnTo>
                  <a:lnTo>
                    <a:pt x="57" y="118"/>
                  </a:lnTo>
                  <a:lnTo>
                    <a:pt x="49" y="116"/>
                  </a:lnTo>
                  <a:lnTo>
                    <a:pt x="42" y="116"/>
                  </a:lnTo>
                  <a:lnTo>
                    <a:pt x="39" y="115"/>
                  </a:lnTo>
                  <a:lnTo>
                    <a:pt x="39" y="115"/>
                  </a:lnTo>
                  <a:lnTo>
                    <a:pt x="39" y="107"/>
                  </a:lnTo>
                  <a:lnTo>
                    <a:pt x="36" y="115"/>
                  </a:lnTo>
                  <a:lnTo>
                    <a:pt x="36" y="116"/>
                  </a:lnTo>
                  <a:lnTo>
                    <a:pt x="36" y="116"/>
                  </a:lnTo>
                  <a:lnTo>
                    <a:pt x="34" y="116"/>
                  </a:lnTo>
                  <a:lnTo>
                    <a:pt x="27" y="106"/>
                  </a:lnTo>
                  <a:lnTo>
                    <a:pt x="26" y="115"/>
                  </a:lnTo>
                  <a:lnTo>
                    <a:pt x="26" y="115"/>
                  </a:lnTo>
                  <a:lnTo>
                    <a:pt x="24" y="115"/>
                  </a:lnTo>
                  <a:lnTo>
                    <a:pt x="23" y="116"/>
                  </a:lnTo>
                  <a:lnTo>
                    <a:pt x="23" y="116"/>
                  </a:lnTo>
                  <a:lnTo>
                    <a:pt x="21" y="116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4" y="103"/>
                  </a:lnTo>
                  <a:lnTo>
                    <a:pt x="14" y="112"/>
                  </a:lnTo>
                  <a:lnTo>
                    <a:pt x="12" y="112"/>
                  </a:lnTo>
                  <a:lnTo>
                    <a:pt x="12" y="112"/>
                  </a:lnTo>
                  <a:lnTo>
                    <a:pt x="12" y="112"/>
                  </a:lnTo>
                  <a:lnTo>
                    <a:pt x="11" y="106"/>
                  </a:lnTo>
                  <a:lnTo>
                    <a:pt x="6" y="112"/>
                  </a:lnTo>
                  <a:lnTo>
                    <a:pt x="6" y="113"/>
                  </a:lnTo>
                  <a:lnTo>
                    <a:pt x="5" y="112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2" y="92"/>
                  </a:lnTo>
                  <a:lnTo>
                    <a:pt x="15" y="76"/>
                  </a:lnTo>
                  <a:lnTo>
                    <a:pt x="34" y="69"/>
                  </a:lnTo>
                  <a:lnTo>
                    <a:pt x="31" y="69"/>
                  </a:lnTo>
                  <a:lnTo>
                    <a:pt x="31" y="69"/>
                  </a:lnTo>
                  <a:lnTo>
                    <a:pt x="31" y="67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1" y="58"/>
                  </a:lnTo>
                  <a:lnTo>
                    <a:pt x="28" y="58"/>
                  </a:lnTo>
                  <a:lnTo>
                    <a:pt x="27" y="58"/>
                  </a:lnTo>
                  <a:lnTo>
                    <a:pt x="26" y="58"/>
                  </a:lnTo>
                  <a:lnTo>
                    <a:pt x="26" y="58"/>
                  </a:lnTo>
                  <a:lnTo>
                    <a:pt x="18" y="42"/>
                  </a:lnTo>
                  <a:lnTo>
                    <a:pt x="17" y="30"/>
                  </a:lnTo>
                  <a:lnTo>
                    <a:pt x="18" y="30"/>
                  </a:lnTo>
                  <a:lnTo>
                    <a:pt x="21" y="29"/>
                  </a:lnTo>
                  <a:lnTo>
                    <a:pt x="30" y="29"/>
                  </a:lnTo>
                  <a:lnTo>
                    <a:pt x="37" y="27"/>
                  </a:lnTo>
                  <a:lnTo>
                    <a:pt x="42" y="27"/>
                  </a:lnTo>
                  <a:lnTo>
                    <a:pt x="42" y="27"/>
                  </a:lnTo>
                  <a:lnTo>
                    <a:pt x="52" y="51"/>
                  </a:lnTo>
                  <a:lnTo>
                    <a:pt x="69" y="58"/>
                  </a:lnTo>
                  <a:lnTo>
                    <a:pt x="80" y="55"/>
                  </a:lnTo>
                  <a:lnTo>
                    <a:pt x="79" y="51"/>
                  </a:lnTo>
                  <a:lnTo>
                    <a:pt x="79" y="49"/>
                  </a:lnTo>
                  <a:lnTo>
                    <a:pt x="79" y="46"/>
                  </a:lnTo>
                  <a:lnTo>
                    <a:pt x="77" y="46"/>
                  </a:lnTo>
                  <a:lnTo>
                    <a:pt x="76" y="46"/>
                  </a:lnTo>
                  <a:lnTo>
                    <a:pt x="71" y="46"/>
                  </a:lnTo>
                  <a:lnTo>
                    <a:pt x="69" y="46"/>
                  </a:lnTo>
                  <a:lnTo>
                    <a:pt x="66" y="46"/>
                  </a:lnTo>
                  <a:lnTo>
                    <a:pt x="64" y="46"/>
                  </a:lnTo>
                  <a:lnTo>
                    <a:pt x="64" y="46"/>
                  </a:lnTo>
                  <a:lnTo>
                    <a:pt x="64" y="46"/>
                  </a:lnTo>
                  <a:lnTo>
                    <a:pt x="64" y="38"/>
                  </a:lnTo>
                  <a:lnTo>
                    <a:pt x="63" y="42"/>
                  </a:lnTo>
                  <a:lnTo>
                    <a:pt x="63" y="42"/>
                  </a:lnTo>
                  <a:lnTo>
                    <a:pt x="63" y="42"/>
                  </a:lnTo>
                  <a:lnTo>
                    <a:pt x="61" y="42"/>
                  </a:lnTo>
                  <a:lnTo>
                    <a:pt x="57" y="36"/>
                  </a:lnTo>
                  <a:lnTo>
                    <a:pt x="57" y="36"/>
                  </a:lnTo>
                  <a:lnTo>
                    <a:pt x="58" y="30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9"/>
                  </a:lnTo>
                  <a:lnTo>
                    <a:pt x="63" y="24"/>
                  </a:lnTo>
                  <a:lnTo>
                    <a:pt x="51" y="24"/>
                  </a:lnTo>
                  <a:lnTo>
                    <a:pt x="51" y="23"/>
                  </a:lnTo>
                  <a:lnTo>
                    <a:pt x="51" y="23"/>
                  </a:lnTo>
                  <a:lnTo>
                    <a:pt x="71" y="9"/>
                  </a:lnTo>
                  <a:lnTo>
                    <a:pt x="63" y="6"/>
                  </a:lnTo>
                  <a:lnTo>
                    <a:pt x="63" y="6"/>
                  </a:lnTo>
                  <a:lnTo>
                    <a:pt x="63" y="5"/>
                  </a:lnTo>
                  <a:lnTo>
                    <a:pt x="64" y="0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45" name="Freeform 604">
              <a:extLst>
                <a:ext uri="{FF2B5EF4-FFF2-40B4-BE49-F238E27FC236}">
                  <a16:creationId xmlns:a16="http://schemas.microsoft.com/office/drawing/2014/main" id="{AED80DFC-165A-8013-A885-E1DAE1811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7224" y="2158010"/>
              <a:ext cx="34993" cy="26759"/>
            </a:xfrm>
            <a:custGeom>
              <a:avLst/>
              <a:gdLst>
                <a:gd name="T0" fmla="*/ 7 w 17"/>
                <a:gd name="T1" fmla="*/ 0 h 13"/>
                <a:gd name="T2" fmla="*/ 7 w 17"/>
                <a:gd name="T3" fmla="*/ 0 h 13"/>
                <a:gd name="T4" fmla="*/ 17 w 17"/>
                <a:gd name="T5" fmla="*/ 10 h 13"/>
                <a:gd name="T6" fmla="*/ 17 w 17"/>
                <a:gd name="T7" fmla="*/ 12 h 13"/>
                <a:gd name="T8" fmla="*/ 17 w 17"/>
                <a:gd name="T9" fmla="*/ 12 h 13"/>
                <a:gd name="T10" fmla="*/ 16 w 17"/>
                <a:gd name="T11" fmla="*/ 12 h 13"/>
                <a:gd name="T12" fmla="*/ 14 w 17"/>
                <a:gd name="T13" fmla="*/ 12 h 13"/>
                <a:gd name="T14" fmla="*/ 11 w 17"/>
                <a:gd name="T15" fmla="*/ 13 h 13"/>
                <a:gd name="T16" fmla="*/ 8 w 17"/>
                <a:gd name="T17" fmla="*/ 13 h 13"/>
                <a:gd name="T18" fmla="*/ 5 w 17"/>
                <a:gd name="T19" fmla="*/ 13 h 13"/>
                <a:gd name="T20" fmla="*/ 5 w 17"/>
                <a:gd name="T21" fmla="*/ 13 h 13"/>
                <a:gd name="T22" fmla="*/ 4 w 17"/>
                <a:gd name="T23" fmla="*/ 13 h 13"/>
                <a:gd name="T24" fmla="*/ 0 w 17"/>
                <a:gd name="T25" fmla="*/ 4 h 13"/>
                <a:gd name="T26" fmla="*/ 0 w 17"/>
                <a:gd name="T27" fmla="*/ 4 h 13"/>
                <a:gd name="T28" fmla="*/ 5 w 17"/>
                <a:gd name="T29" fmla="*/ 0 h 13"/>
                <a:gd name="T30" fmla="*/ 7 w 17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3">
                  <a:moveTo>
                    <a:pt x="7" y="0"/>
                  </a:moveTo>
                  <a:lnTo>
                    <a:pt x="7" y="0"/>
                  </a:lnTo>
                  <a:lnTo>
                    <a:pt x="17" y="10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4" y="12"/>
                  </a:lnTo>
                  <a:lnTo>
                    <a:pt x="11" y="13"/>
                  </a:lnTo>
                  <a:lnTo>
                    <a:pt x="8" y="13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4" y="13"/>
                  </a:lnTo>
                  <a:lnTo>
                    <a:pt x="0" y="4"/>
                  </a:lnTo>
                  <a:lnTo>
                    <a:pt x="0" y="4"/>
                  </a:lnTo>
                  <a:lnTo>
                    <a:pt x="5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46" name="Freeform 606">
              <a:extLst>
                <a:ext uri="{FF2B5EF4-FFF2-40B4-BE49-F238E27FC236}">
                  <a16:creationId xmlns:a16="http://schemas.microsoft.com/office/drawing/2014/main" id="{D150F6C1-A74D-498A-A593-D87A7095A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297" y="2143601"/>
              <a:ext cx="61751" cy="78219"/>
            </a:xfrm>
            <a:custGeom>
              <a:avLst/>
              <a:gdLst>
                <a:gd name="T0" fmla="*/ 13 w 30"/>
                <a:gd name="T1" fmla="*/ 0 h 38"/>
                <a:gd name="T2" fmla="*/ 13 w 30"/>
                <a:gd name="T3" fmla="*/ 1 h 38"/>
                <a:gd name="T4" fmla="*/ 27 w 30"/>
                <a:gd name="T5" fmla="*/ 4 h 38"/>
                <a:gd name="T6" fmla="*/ 28 w 30"/>
                <a:gd name="T7" fmla="*/ 4 h 38"/>
                <a:gd name="T8" fmla="*/ 30 w 30"/>
                <a:gd name="T9" fmla="*/ 11 h 38"/>
                <a:gd name="T10" fmla="*/ 30 w 30"/>
                <a:gd name="T11" fmla="*/ 28 h 38"/>
                <a:gd name="T12" fmla="*/ 22 w 30"/>
                <a:gd name="T13" fmla="*/ 37 h 38"/>
                <a:gd name="T14" fmla="*/ 22 w 30"/>
                <a:gd name="T15" fmla="*/ 38 h 38"/>
                <a:gd name="T16" fmla="*/ 4 w 30"/>
                <a:gd name="T17" fmla="*/ 38 h 38"/>
                <a:gd name="T18" fmla="*/ 4 w 30"/>
                <a:gd name="T19" fmla="*/ 37 h 38"/>
                <a:gd name="T20" fmla="*/ 0 w 30"/>
                <a:gd name="T21" fmla="*/ 28 h 38"/>
                <a:gd name="T22" fmla="*/ 1 w 30"/>
                <a:gd name="T23" fmla="*/ 17 h 38"/>
                <a:gd name="T24" fmla="*/ 12 w 30"/>
                <a:gd name="T25" fmla="*/ 1 h 38"/>
                <a:gd name="T26" fmla="*/ 13 w 30"/>
                <a:gd name="T2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" h="38">
                  <a:moveTo>
                    <a:pt x="13" y="0"/>
                  </a:moveTo>
                  <a:lnTo>
                    <a:pt x="13" y="1"/>
                  </a:lnTo>
                  <a:lnTo>
                    <a:pt x="27" y="4"/>
                  </a:lnTo>
                  <a:lnTo>
                    <a:pt x="28" y="4"/>
                  </a:lnTo>
                  <a:lnTo>
                    <a:pt x="30" y="11"/>
                  </a:lnTo>
                  <a:lnTo>
                    <a:pt x="30" y="28"/>
                  </a:lnTo>
                  <a:lnTo>
                    <a:pt x="22" y="37"/>
                  </a:lnTo>
                  <a:lnTo>
                    <a:pt x="22" y="38"/>
                  </a:lnTo>
                  <a:lnTo>
                    <a:pt x="4" y="38"/>
                  </a:lnTo>
                  <a:lnTo>
                    <a:pt x="4" y="37"/>
                  </a:lnTo>
                  <a:lnTo>
                    <a:pt x="0" y="28"/>
                  </a:lnTo>
                  <a:lnTo>
                    <a:pt x="1" y="17"/>
                  </a:lnTo>
                  <a:lnTo>
                    <a:pt x="12" y="1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47" name="Freeform 610">
              <a:extLst>
                <a:ext uri="{FF2B5EF4-FFF2-40B4-BE49-F238E27FC236}">
                  <a16:creationId xmlns:a16="http://schemas.microsoft.com/office/drawing/2014/main" id="{0199DFAD-FB70-132F-DBDB-ACBC3AC55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3765" y="2314448"/>
              <a:ext cx="191431" cy="170847"/>
            </a:xfrm>
            <a:custGeom>
              <a:avLst/>
              <a:gdLst>
                <a:gd name="T0" fmla="*/ 25 w 93"/>
                <a:gd name="T1" fmla="*/ 0 h 83"/>
                <a:gd name="T2" fmla="*/ 27 w 93"/>
                <a:gd name="T3" fmla="*/ 1 h 83"/>
                <a:gd name="T4" fmla="*/ 30 w 93"/>
                <a:gd name="T5" fmla="*/ 7 h 83"/>
                <a:gd name="T6" fmla="*/ 30 w 93"/>
                <a:gd name="T7" fmla="*/ 16 h 83"/>
                <a:gd name="T8" fmla="*/ 36 w 93"/>
                <a:gd name="T9" fmla="*/ 11 h 83"/>
                <a:gd name="T10" fmla="*/ 36 w 93"/>
                <a:gd name="T11" fmla="*/ 11 h 83"/>
                <a:gd name="T12" fmla="*/ 37 w 93"/>
                <a:gd name="T13" fmla="*/ 11 h 83"/>
                <a:gd name="T14" fmla="*/ 41 w 93"/>
                <a:gd name="T15" fmla="*/ 16 h 83"/>
                <a:gd name="T16" fmla="*/ 41 w 93"/>
                <a:gd name="T17" fmla="*/ 16 h 83"/>
                <a:gd name="T18" fmla="*/ 41 w 93"/>
                <a:gd name="T19" fmla="*/ 20 h 83"/>
                <a:gd name="T20" fmla="*/ 68 w 93"/>
                <a:gd name="T21" fmla="*/ 37 h 83"/>
                <a:gd name="T22" fmla="*/ 70 w 93"/>
                <a:gd name="T23" fmla="*/ 37 h 83"/>
                <a:gd name="T24" fmla="*/ 73 w 93"/>
                <a:gd name="T25" fmla="*/ 53 h 83"/>
                <a:gd name="T26" fmla="*/ 74 w 93"/>
                <a:gd name="T27" fmla="*/ 53 h 83"/>
                <a:gd name="T28" fmla="*/ 76 w 93"/>
                <a:gd name="T29" fmla="*/ 53 h 83"/>
                <a:gd name="T30" fmla="*/ 78 w 93"/>
                <a:gd name="T31" fmla="*/ 53 h 83"/>
                <a:gd name="T32" fmla="*/ 81 w 93"/>
                <a:gd name="T33" fmla="*/ 53 h 83"/>
                <a:gd name="T34" fmla="*/ 83 w 93"/>
                <a:gd name="T35" fmla="*/ 53 h 83"/>
                <a:gd name="T36" fmla="*/ 83 w 93"/>
                <a:gd name="T37" fmla="*/ 53 h 83"/>
                <a:gd name="T38" fmla="*/ 93 w 93"/>
                <a:gd name="T39" fmla="*/ 63 h 83"/>
                <a:gd name="T40" fmla="*/ 93 w 93"/>
                <a:gd name="T41" fmla="*/ 63 h 83"/>
                <a:gd name="T42" fmla="*/ 93 w 93"/>
                <a:gd name="T43" fmla="*/ 65 h 83"/>
                <a:gd name="T44" fmla="*/ 80 w 93"/>
                <a:gd name="T45" fmla="*/ 74 h 83"/>
                <a:gd name="T46" fmla="*/ 80 w 93"/>
                <a:gd name="T47" fmla="*/ 74 h 83"/>
                <a:gd name="T48" fmla="*/ 80 w 93"/>
                <a:gd name="T49" fmla="*/ 74 h 83"/>
                <a:gd name="T50" fmla="*/ 62 w 93"/>
                <a:gd name="T51" fmla="*/ 68 h 83"/>
                <a:gd name="T52" fmla="*/ 62 w 93"/>
                <a:gd name="T53" fmla="*/ 66 h 83"/>
                <a:gd name="T54" fmla="*/ 62 w 93"/>
                <a:gd name="T55" fmla="*/ 59 h 83"/>
                <a:gd name="T56" fmla="*/ 53 w 93"/>
                <a:gd name="T57" fmla="*/ 57 h 83"/>
                <a:gd name="T58" fmla="*/ 53 w 93"/>
                <a:gd name="T59" fmla="*/ 57 h 83"/>
                <a:gd name="T60" fmla="*/ 53 w 93"/>
                <a:gd name="T61" fmla="*/ 57 h 83"/>
                <a:gd name="T62" fmla="*/ 55 w 93"/>
                <a:gd name="T63" fmla="*/ 53 h 83"/>
                <a:gd name="T64" fmla="*/ 47 w 93"/>
                <a:gd name="T65" fmla="*/ 54 h 83"/>
                <a:gd name="T66" fmla="*/ 47 w 93"/>
                <a:gd name="T67" fmla="*/ 63 h 83"/>
                <a:gd name="T68" fmla="*/ 47 w 93"/>
                <a:gd name="T69" fmla="*/ 65 h 83"/>
                <a:gd name="T70" fmla="*/ 27 w 93"/>
                <a:gd name="T71" fmla="*/ 83 h 83"/>
                <a:gd name="T72" fmla="*/ 27 w 93"/>
                <a:gd name="T73" fmla="*/ 83 h 83"/>
                <a:gd name="T74" fmla="*/ 25 w 93"/>
                <a:gd name="T75" fmla="*/ 83 h 83"/>
                <a:gd name="T76" fmla="*/ 21 w 93"/>
                <a:gd name="T77" fmla="*/ 78 h 83"/>
                <a:gd name="T78" fmla="*/ 21 w 93"/>
                <a:gd name="T79" fmla="*/ 78 h 83"/>
                <a:gd name="T80" fmla="*/ 19 w 93"/>
                <a:gd name="T81" fmla="*/ 65 h 83"/>
                <a:gd name="T82" fmla="*/ 19 w 93"/>
                <a:gd name="T83" fmla="*/ 65 h 83"/>
                <a:gd name="T84" fmla="*/ 19 w 93"/>
                <a:gd name="T85" fmla="*/ 66 h 83"/>
                <a:gd name="T86" fmla="*/ 3 w 93"/>
                <a:gd name="T87" fmla="*/ 71 h 83"/>
                <a:gd name="T88" fmla="*/ 3 w 93"/>
                <a:gd name="T89" fmla="*/ 71 h 83"/>
                <a:gd name="T90" fmla="*/ 1 w 93"/>
                <a:gd name="T91" fmla="*/ 71 h 83"/>
                <a:gd name="T92" fmla="*/ 0 w 93"/>
                <a:gd name="T93" fmla="*/ 66 h 83"/>
                <a:gd name="T94" fmla="*/ 0 w 93"/>
                <a:gd name="T95" fmla="*/ 66 h 83"/>
                <a:gd name="T96" fmla="*/ 3 w 93"/>
                <a:gd name="T97" fmla="*/ 59 h 83"/>
                <a:gd name="T98" fmla="*/ 12 w 93"/>
                <a:gd name="T99" fmla="*/ 51 h 83"/>
                <a:gd name="T100" fmla="*/ 10 w 93"/>
                <a:gd name="T101" fmla="*/ 40 h 83"/>
                <a:gd name="T102" fmla="*/ 13 w 93"/>
                <a:gd name="T103" fmla="*/ 13 h 83"/>
                <a:gd name="T104" fmla="*/ 18 w 93"/>
                <a:gd name="T105" fmla="*/ 3 h 83"/>
                <a:gd name="T106" fmla="*/ 19 w 93"/>
                <a:gd name="T107" fmla="*/ 3 h 83"/>
                <a:gd name="T108" fmla="*/ 25 w 93"/>
                <a:gd name="T109" fmla="*/ 0 h 83"/>
                <a:gd name="T110" fmla="*/ 25 w 93"/>
                <a:gd name="T111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3" h="83">
                  <a:moveTo>
                    <a:pt x="25" y="0"/>
                  </a:moveTo>
                  <a:lnTo>
                    <a:pt x="27" y="1"/>
                  </a:lnTo>
                  <a:lnTo>
                    <a:pt x="30" y="7"/>
                  </a:lnTo>
                  <a:lnTo>
                    <a:pt x="30" y="16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7" y="11"/>
                  </a:lnTo>
                  <a:lnTo>
                    <a:pt x="41" y="16"/>
                  </a:lnTo>
                  <a:lnTo>
                    <a:pt x="41" y="16"/>
                  </a:lnTo>
                  <a:lnTo>
                    <a:pt x="41" y="20"/>
                  </a:lnTo>
                  <a:lnTo>
                    <a:pt x="68" y="37"/>
                  </a:lnTo>
                  <a:lnTo>
                    <a:pt x="70" y="37"/>
                  </a:lnTo>
                  <a:lnTo>
                    <a:pt x="73" y="53"/>
                  </a:lnTo>
                  <a:lnTo>
                    <a:pt x="74" y="53"/>
                  </a:lnTo>
                  <a:lnTo>
                    <a:pt x="76" y="53"/>
                  </a:lnTo>
                  <a:lnTo>
                    <a:pt x="78" y="53"/>
                  </a:lnTo>
                  <a:lnTo>
                    <a:pt x="81" y="53"/>
                  </a:lnTo>
                  <a:lnTo>
                    <a:pt x="83" y="53"/>
                  </a:lnTo>
                  <a:lnTo>
                    <a:pt x="83" y="53"/>
                  </a:lnTo>
                  <a:lnTo>
                    <a:pt x="93" y="63"/>
                  </a:lnTo>
                  <a:lnTo>
                    <a:pt x="93" y="63"/>
                  </a:lnTo>
                  <a:lnTo>
                    <a:pt x="93" y="65"/>
                  </a:lnTo>
                  <a:lnTo>
                    <a:pt x="80" y="74"/>
                  </a:lnTo>
                  <a:lnTo>
                    <a:pt x="80" y="74"/>
                  </a:lnTo>
                  <a:lnTo>
                    <a:pt x="80" y="74"/>
                  </a:lnTo>
                  <a:lnTo>
                    <a:pt x="62" y="68"/>
                  </a:lnTo>
                  <a:lnTo>
                    <a:pt x="62" y="66"/>
                  </a:lnTo>
                  <a:lnTo>
                    <a:pt x="62" y="59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5" y="53"/>
                  </a:lnTo>
                  <a:lnTo>
                    <a:pt x="47" y="54"/>
                  </a:lnTo>
                  <a:lnTo>
                    <a:pt x="47" y="63"/>
                  </a:lnTo>
                  <a:lnTo>
                    <a:pt x="47" y="65"/>
                  </a:lnTo>
                  <a:lnTo>
                    <a:pt x="27" y="83"/>
                  </a:lnTo>
                  <a:lnTo>
                    <a:pt x="27" y="83"/>
                  </a:lnTo>
                  <a:lnTo>
                    <a:pt x="25" y="83"/>
                  </a:lnTo>
                  <a:lnTo>
                    <a:pt x="21" y="78"/>
                  </a:lnTo>
                  <a:lnTo>
                    <a:pt x="21" y="78"/>
                  </a:lnTo>
                  <a:lnTo>
                    <a:pt x="19" y="65"/>
                  </a:lnTo>
                  <a:lnTo>
                    <a:pt x="19" y="65"/>
                  </a:lnTo>
                  <a:lnTo>
                    <a:pt x="19" y="66"/>
                  </a:lnTo>
                  <a:lnTo>
                    <a:pt x="3" y="71"/>
                  </a:lnTo>
                  <a:lnTo>
                    <a:pt x="3" y="71"/>
                  </a:lnTo>
                  <a:lnTo>
                    <a:pt x="1" y="71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3" y="59"/>
                  </a:lnTo>
                  <a:lnTo>
                    <a:pt x="12" y="51"/>
                  </a:lnTo>
                  <a:lnTo>
                    <a:pt x="10" y="40"/>
                  </a:lnTo>
                  <a:lnTo>
                    <a:pt x="13" y="13"/>
                  </a:lnTo>
                  <a:lnTo>
                    <a:pt x="18" y="3"/>
                  </a:lnTo>
                  <a:lnTo>
                    <a:pt x="19" y="3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48" name="Freeform 612">
              <a:extLst>
                <a:ext uri="{FF2B5EF4-FFF2-40B4-BE49-F238E27FC236}">
                  <a16:creationId xmlns:a16="http://schemas.microsoft.com/office/drawing/2014/main" id="{9834D162-4E36-8A02-5A58-45EC6F800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9941" y="2145659"/>
              <a:ext cx="12350" cy="39109"/>
            </a:xfrm>
            <a:custGeom>
              <a:avLst/>
              <a:gdLst>
                <a:gd name="T0" fmla="*/ 4 w 6"/>
                <a:gd name="T1" fmla="*/ 0 h 19"/>
                <a:gd name="T2" fmla="*/ 4 w 6"/>
                <a:gd name="T3" fmla="*/ 0 h 19"/>
                <a:gd name="T4" fmla="*/ 6 w 6"/>
                <a:gd name="T5" fmla="*/ 1 h 19"/>
                <a:gd name="T6" fmla="*/ 6 w 6"/>
                <a:gd name="T7" fmla="*/ 19 h 19"/>
                <a:gd name="T8" fmla="*/ 6 w 6"/>
                <a:gd name="T9" fmla="*/ 19 h 19"/>
                <a:gd name="T10" fmla="*/ 6 w 6"/>
                <a:gd name="T11" fmla="*/ 19 h 19"/>
                <a:gd name="T12" fmla="*/ 6 w 6"/>
                <a:gd name="T13" fmla="*/ 19 h 19"/>
                <a:gd name="T14" fmla="*/ 0 w 6"/>
                <a:gd name="T15" fmla="*/ 15 h 19"/>
                <a:gd name="T16" fmla="*/ 0 w 6"/>
                <a:gd name="T17" fmla="*/ 15 h 19"/>
                <a:gd name="T18" fmla="*/ 0 w 6"/>
                <a:gd name="T19" fmla="*/ 3 h 19"/>
                <a:gd name="T20" fmla="*/ 0 w 6"/>
                <a:gd name="T21" fmla="*/ 1 h 19"/>
                <a:gd name="T22" fmla="*/ 4 w 6"/>
                <a:gd name="T23" fmla="*/ 0 h 19"/>
                <a:gd name="T24" fmla="*/ 4 w 6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9">
                  <a:moveTo>
                    <a:pt x="4" y="0"/>
                  </a:moveTo>
                  <a:lnTo>
                    <a:pt x="4" y="0"/>
                  </a:lnTo>
                  <a:lnTo>
                    <a:pt x="6" y="1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49" name="Freeform 614">
              <a:extLst>
                <a:ext uri="{FF2B5EF4-FFF2-40B4-BE49-F238E27FC236}">
                  <a16:creationId xmlns:a16="http://schemas.microsoft.com/office/drawing/2014/main" id="{5EB3BCC6-4E1F-3282-13E1-618EC02DA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343" y="1651646"/>
              <a:ext cx="144087" cy="201723"/>
            </a:xfrm>
            <a:custGeom>
              <a:avLst/>
              <a:gdLst>
                <a:gd name="T0" fmla="*/ 28 w 70"/>
                <a:gd name="T1" fmla="*/ 0 h 98"/>
                <a:gd name="T2" fmla="*/ 70 w 70"/>
                <a:gd name="T3" fmla="*/ 12 h 98"/>
                <a:gd name="T4" fmla="*/ 70 w 70"/>
                <a:gd name="T5" fmla="*/ 12 h 98"/>
                <a:gd name="T6" fmla="*/ 70 w 70"/>
                <a:gd name="T7" fmla="*/ 13 h 98"/>
                <a:gd name="T8" fmla="*/ 64 w 70"/>
                <a:gd name="T9" fmla="*/ 28 h 98"/>
                <a:gd name="T10" fmla="*/ 64 w 70"/>
                <a:gd name="T11" fmla="*/ 28 h 98"/>
                <a:gd name="T12" fmla="*/ 61 w 70"/>
                <a:gd name="T13" fmla="*/ 28 h 98"/>
                <a:gd name="T14" fmla="*/ 58 w 70"/>
                <a:gd name="T15" fmla="*/ 41 h 98"/>
                <a:gd name="T16" fmla="*/ 58 w 70"/>
                <a:gd name="T17" fmla="*/ 41 h 98"/>
                <a:gd name="T18" fmla="*/ 55 w 70"/>
                <a:gd name="T19" fmla="*/ 44 h 98"/>
                <a:gd name="T20" fmla="*/ 57 w 70"/>
                <a:gd name="T21" fmla="*/ 44 h 98"/>
                <a:gd name="T22" fmla="*/ 57 w 70"/>
                <a:gd name="T23" fmla="*/ 44 h 98"/>
                <a:gd name="T24" fmla="*/ 57 w 70"/>
                <a:gd name="T25" fmla="*/ 44 h 98"/>
                <a:gd name="T26" fmla="*/ 55 w 70"/>
                <a:gd name="T27" fmla="*/ 50 h 98"/>
                <a:gd name="T28" fmla="*/ 46 w 70"/>
                <a:gd name="T29" fmla="*/ 68 h 98"/>
                <a:gd name="T30" fmla="*/ 46 w 70"/>
                <a:gd name="T31" fmla="*/ 68 h 98"/>
                <a:gd name="T32" fmla="*/ 42 w 70"/>
                <a:gd name="T33" fmla="*/ 68 h 98"/>
                <a:gd name="T34" fmla="*/ 33 w 70"/>
                <a:gd name="T35" fmla="*/ 67 h 98"/>
                <a:gd name="T36" fmla="*/ 22 w 70"/>
                <a:gd name="T37" fmla="*/ 67 h 98"/>
                <a:gd name="T38" fmla="*/ 18 w 70"/>
                <a:gd name="T39" fmla="*/ 67 h 98"/>
                <a:gd name="T40" fmla="*/ 30 w 70"/>
                <a:gd name="T41" fmla="*/ 77 h 98"/>
                <a:gd name="T42" fmla="*/ 30 w 70"/>
                <a:gd name="T43" fmla="*/ 78 h 98"/>
                <a:gd name="T44" fmla="*/ 21 w 70"/>
                <a:gd name="T45" fmla="*/ 95 h 98"/>
                <a:gd name="T46" fmla="*/ 21 w 70"/>
                <a:gd name="T47" fmla="*/ 95 h 98"/>
                <a:gd name="T48" fmla="*/ 9 w 70"/>
                <a:gd name="T49" fmla="*/ 98 h 98"/>
                <a:gd name="T50" fmla="*/ 9 w 70"/>
                <a:gd name="T51" fmla="*/ 98 h 98"/>
                <a:gd name="T52" fmla="*/ 9 w 70"/>
                <a:gd name="T53" fmla="*/ 98 h 98"/>
                <a:gd name="T54" fmla="*/ 6 w 70"/>
                <a:gd name="T55" fmla="*/ 96 h 98"/>
                <a:gd name="T56" fmla="*/ 6 w 70"/>
                <a:gd name="T57" fmla="*/ 96 h 98"/>
                <a:gd name="T58" fmla="*/ 6 w 70"/>
                <a:gd name="T59" fmla="*/ 95 h 98"/>
                <a:gd name="T60" fmla="*/ 9 w 70"/>
                <a:gd name="T61" fmla="*/ 92 h 98"/>
                <a:gd name="T62" fmla="*/ 6 w 70"/>
                <a:gd name="T63" fmla="*/ 90 h 98"/>
                <a:gd name="T64" fmla="*/ 6 w 70"/>
                <a:gd name="T65" fmla="*/ 89 h 98"/>
                <a:gd name="T66" fmla="*/ 6 w 70"/>
                <a:gd name="T67" fmla="*/ 80 h 98"/>
                <a:gd name="T68" fmla="*/ 9 w 70"/>
                <a:gd name="T69" fmla="*/ 74 h 98"/>
                <a:gd name="T70" fmla="*/ 0 w 70"/>
                <a:gd name="T71" fmla="*/ 68 h 98"/>
                <a:gd name="T72" fmla="*/ 0 w 70"/>
                <a:gd name="T73" fmla="*/ 68 h 98"/>
                <a:gd name="T74" fmla="*/ 0 w 70"/>
                <a:gd name="T75" fmla="*/ 58 h 98"/>
                <a:gd name="T76" fmla="*/ 0 w 70"/>
                <a:gd name="T77" fmla="*/ 21 h 98"/>
                <a:gd name="T78" fmla="*/ 0 w 70"/>
                <a:gd name="T79" fmla="*/ 21 h 98"/>
                <a:gd name="T80" fmla="*/ 0 w 70"/>
                <a:gd name="T81" fmla="*/ 21 h 98"/>
                <a:gd name="T82" fmla="*/ 0 w 70"/>
                <a:gd name="T83" fmla="*/ 21 h 98"/>
                <a:gd name="T84" fmla="*/ 12 w 70"/>
                <a:gd name="T85" fmla="*/ 24 h 98"/>
                <a:gd name="T86" fmla="*/ 3 w 70"/>
                <a:gd name="T87" fmla="*/ 13 h 98"/>
                <a:gd name="T88" fmla="*/ 3 w 70"/>
                <a:gd name="T89" fmla="*/ 12 h 98"/>
                <a:gd name="T90" fmla="*/ 8 w 70"/>
                <a:gd name="T91" fmla="*/ 4 h 98"/>
                <a:gd name="T92" fmla="*/ 8 w 70"/>
                <a:gd name="T93" fmla="*/ 3 h 98"/>
                <a:gd name="T94" fmla="*/ 28 w 70"/>
                <a:gd name="T9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0" h="98">
                  <a:moveTo>
                    <a:pt x="28" y="0"/>
                  </a:moveTo>
                  <a:lnTo>
                    <a:pt x="70" y="12"/>
                  </a:lnTo>
                  <a:lnTo>
                    <a:pt x="70" y="12"/>
                  </a:lnTo>
                  <a:lnTo>
                    <a:pt x="70" y="13"/>
                  </a:lnTo>
                  <a:lnTo>
                    <a:pt x="64" y="28"/>
                  </a:lnTo>
                  <a:lnTo>
                    <a:pt x="64" y="28"/>
                  </a:lnTo>
                  <a:lnTo>
                    <a:pt x="61" y="28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55" y="44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55" y="50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2" y="68"/>
                  </a:lnTo>
                  <a:lnTo>
                    <a:pt x="33" y="67"/>
                  </a:lnTo>
                  <a:lnTo>
                    <a:pt x="22" y="67"/>
                  </a:lnTo>
                  <a:lnTo>
                    <a:pt x="18" y="67"/>
                  </a:lnTo>
                  <a:lnTo>
                    <a:pt x="30" y="77"/>
                  </a:lnTo>
                  <a:lnTo>
                    <a:pt x="30" y="78"/>
                  </a:lnTo>
                  <a:lnTo>
                    <a:pt x="21" y="95"/>
                  </a:lnTo>
                  <a:lnTo>
                    <a:pt x="21" y="95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6" y="96"/>
                  </a:lnTo>
                  <a:lnTo>
                    <a:pt x="6" y="96"/>
                  </a:lnTo>
                  <a:lnTo>
                    <a:pt x="6" y="95"/>
                  </a:lnTo>
                  <a:lnTo>
                    <a:pt x="9" y="92"/>
                  </a:lnTo>
                  <a:lnTo>
                    <a:pt x="6" y="90"/>
                  </a:lnTo>
                  <a:lnTo>
                    <a:pt x="6" y="89"/>
                  </a:lnTo>
                  <a:lnTo>
                    <a:pt x="6" y="80"/>
                  </a:lnTo>
                  <a:lnTo>
                    <a:pt x="9" y="74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58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2" y="24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8" y="4"/>
                  </a:lnTo>
                  <a:lnTo>
                    <a:pt x="8" y="3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50" name="Freeform 616">
              <a:extLst>
                <a:ext uri="{FF2B5EF4-FFF2-40B4-BE49-F238E27FC236}">
                  <a16:creationId xmlns:a16="http://schemas.microsoft.com/office/drawing/2014/main" id="{6856BC17-C300-436F-060F-2D2FDB08E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642" y="1495209"/>
              <a:ext cx="82335" cy="113212"/>
            </a:xfrm>
            <a:custGeom>
              <a:avLst/>
              <a:gdLst>
                <a:gd name="T0" fmla="*/ 21 w 40"/>
                <a:gd name="T1" fmla="*/ 0 h 55"/>
                <a:gd name="T2" fmla="*/ 21 w 40"/>
                <a:gd name="T3" fmla="*/ 0 h 55"/>
                <a:gd name="T4" fmla="*/ 40 w 40"/>
                <a:gd name="T5" fmla="*/ 22 h 55"/>
                <a:gd name="T6" fmla="*/ 40 w 40"/>
                <a:gd name="T7" fmla="*/ 24 h 55"/>
                <a:gd name="T8" fmla="*/ 40 w 40"/>
                <a:gd name="T9" fmla="*/ 49 h 55"/>
                <a:gd name="T10" fmla="*/ 39 w 40"/>
                <a:gd name="T11" fmla="*/ 51 h 55"/>
                <a:gd name="T12" fmla="*/ 26 w 40"/>
                <a:gd name="T13" fmla="*/ 55 h 55"/>
                <a:gd name="T14" fmla="*/ 26 w 40"/>
                <a:gd name="T15" fmla="*/ 55 h 55"/>
                <a:gd name="T16" fmla="*/ 24 w 40"/>
                <a:gd name="T17" fmla="*/ 54 h 55"/>
                <a:gd name="T18" fmla="*/ 2 w 40"/>
                <a:gd name="T19" fmla="*/ 33 h 55"/>
                <a:gd name="T20" fmla="*/ 0 w 40"/>
                <a:gd name="T21" fmla="*/ 24 h 55"/>
                <a:gd name="T22" fmla="*/ 0 w 40"/>
                <a:gd name="T23" fmla="*/ 24 h 55"/>
                <a:gd name="T24" fmla="*/ 9 w 40"/>
                <a:gd name="T25" fmla="*/ 14 h 55"/>
                <a:gd name="T26" fmla="*/ 6 w 40"/>
                <a:gd name="T27" fmla="*/ 12 h 55"/>
                <a:gd name="T28" fmla="*/ 6 w 40"/>
                <a:gd name="T29" fmla="*/ 12 h 55"/>
                <a:gd name="T30" fmla="*/ 6 w 40"/>
                <a:gd name="T31" fmla="*/ 11 h 55"/>
                <a:gd name="T32" fmla="*/ 21 w 40"/>
                <a:gd name="T33" fmla="*/ 0 h 55"/>
                <a:gd name="T34" fmla="*/ 21 w 40"/>
                <a:gd name="T35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" h="55">
                  <a:moveTo>
                    <a:pt x="21" y="0"/>
                  </a:moveTo>
                  <a:lnTo>
                    <a:pt x="21" y="0"/>
                  </a:lnTo>
                  <a:lnTo>
                    <a:pt x="40" y="22"/>
                  </a:lnTo>
                  <a:lnTo>
                    <a:pt x="40" y="24"/>
                  </a:lnTo>
                  <a:lnTo>
                    <a:pt x="40" y="49"/>
                  </a:lnTo>
                  <a:lnTo>
                    <a:pt x="39" y="51"/>
                  </a:lnTo>
                  <a:lnTo>
                    <a:pt x="26" y="55"/>
                  </a:lnTo>
                  <a:lnTo>
                    <a:pt x="26" y="55"/>
                  </a:lnTo>
                  <a:lnTo>
                    <a:pt x="24" y="54"/>
                  </a:lnTo>
                  <a:lnTo>
                    <a:pt x="2" y="33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9" y="14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51" name="Freeform 618">
              <a:extLst>
                <a:ext uri="{FF2B5EF4-FFF2-40B4-BE49-F238E27FC236}">
                  <a16:creationId xmlns:a16="http://schemas.microsoft.com/office/drawing/2014/main" id="{AEA4B12B-F6FC-AFD3-6075-EAE76525D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845" y="1563136"/>
              <a:ext cx="30876" cy="20584"/>
            </a:xfrm>
            <a:custGeom>
              <a:avLst/>
              <a:gdLst>
                <a:gd name="T0" fmla="*/ 12 w 15"/>
                <a:gd name="T1" fmla="*/ 0 h 10"/>
                <a:gd name="T2" fmla="*/ 14 w 15"/>
                <a:gd name="T3" fmla="*/ 0 h 10"/>
                <a:gd name="T4" fmla="*/ 15 w 15"/>
                <a:gd name="T5" fmla="*/ 6 h 10"/>
                <a:gd name="T6" fmla="*/ 15 w 15"/>
                <a:gd name="T7" fmla="*/ 7 h 10"/>
                <a:gd name="T8" fmla="*/ 12 w 15"/>
                <a:gd name="T9" fmla="*/ 10 h 10"/>
                <a:gd name="T10" fmla="*/ 12 w 15"/>
                <a:gd name="T11" fmla="*/ 10 h 10"/>
                <a:gd name="T12" fmla="*/ 12 w 15"/>
                <a:gd name="T13" fmla="*/ 10 h 10"/>
                <a:gd name="T14" fmla="*/ 0 w 15"/>
                <a:gd name="T15" fmla="*/ 6 h 10"/>
                <a:gd name="T16" fmla="*/ 0 w 15"/>
                <a:gd name="T17" fmla="*/ 6 h 10"/>
                <a:gd name="T18" fmla="*/ 0 w 15"/>
                <a:gd name="T19" fmla="*/ 4 h 10"/>
                <a:gd name="T20" fmla="*/ 12 w 15"/>
                <a:gd name="T21" fmla="*/ 0 h 10"/>
                <a:gd name="T22" fmla="*/ 12 w 15"/>
                <a:gd name="T2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0">
                  <a:moveTo>
                    <a:pt x="12" y="0"/>
                  </a:moveTo>
                  <a:lnTo>
                    <a:pt x="14" y="0"/>
                  </a:lnTo>
                  <a:lnTo>
                    <a:pt x="15" y="6"/>
                  </a:lnTo>
                  <a:lnTo>
                    <a:pt x="15" y="7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52" name="Freeform 620">
              <a:extLst>
                <a:ext uri="{FF2B5EF4-FFF2-40B4-BE49-F238E27FC236}">
                  <a16:creationId xmlns:a16="http://schemas.microsoft.com/office/drawing/2014/main" id="{E9833CA7-6B92-8673-F96C-A07916679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312" y="1449924"/>
              <a:ext cx="26759" cy="32934"/>
            </a:xfrm>
            <a:custGeom>
              <a:avLst/>
              <a:gdLst>
                <a:gd name="T0" fmla="*/ 7 w 13"/>
                <a:gd name="T1" fmla="*/ 0 h 16"/>
                <a:gd name="T2" fmla="*/ 7 w 13"/>
                <a:gd name="T3" fmla="*/ 0 h 16"/>
                <a:gd name="T4" fmla="*/ 10 w 13"/>
                <a:gd name="T5" fmla="*/ 3 h 16"/>
                <a:gd name="T6" fmla="*/ 10 w 13"/>
                <a:gd name="T7" fmla="*/ 3 h 16"/>
                <a:gd name="T8" fmla="*/ 9 w 13"/>
                <a:gd name="T9" fmla="*/ 9 h 16"/>
                <a:gd name="T10" fmla="*/ 13 w 13"/>
                <a:gd name="T11" fmla="*/ 15 h 16"/>
                <a:gd name="T12" fmla="*/ 13 w 13"/>
                <a:gd name="T13" fmla="*/ 15 h 16"/>
                <a:gd name="T14" fmla="*/ 12 w 13"/>
                <a:gd name="T15" fmla="*/ 16 h 16"/>
                <a:gd name="T16" fmla="*/ 1 w 13"/>
                <a:gd name="T17" fmla="*/ 16 h 16"/>
                <a:gd name="T18" fmla="*/ 1 w 13"/>
                <a:gd name="T19" fmla="*/ 15 h 16"/>
                <a:gd name="T20" fmla="*/ 0 w 13"/>
                <a:gd name="T21" fmla="*/ 15 h 16"/>
                <a:gd name="T22" fmla="*/ 6 w 13"/>
                <a:gd name="T23" fmla="*/ 0 h 16"/>
                <a:gd name="T24" fmla="*/ 6 w 13"/>
                <a:gd name="T25" fmla="*/ 0 h 16"/>
                <a:gd name="T26" fmla="*/ 7 w 13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" h="16">
                  <a:moveTo>
                    <a:pt x="7" y="0"/>
                  </a:moveTo>
                  <a:lnTo>
                    <a:pt x="7" y="0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9" y="9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2" y="16"/>
                  </a:lnTo>
                  <a:lnTo>
                    <a:pt x="1" y="16"/>
                  </a:lnTo>
                  <a:lnTo>
                    <a:pt x="1" y="15"/>
                  </a:lnTo>
                  <a:lnTo>
                    <a:pt x="0" y="15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53" name="Freeform 626">
              <a:extLst>
                <a:ext uri="{FF2B5EF4-FFF2-40B4-BE49-F238E27FC236}">
                  <a16:creationId xmlns:a16="http://schemas.microsoft.com/office/drawing/2014/main" id="{16237384-3B0F-6FA0-7B88-426E871AB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845" y="2032449"/>
              <a:ext cx="30876" cy="28818"/>
            </a:xfrm>
            <a:custGeom>
              <a:avLst/>
              <a:gdLst>
                <a:gd name="T0" fmla="*/ 5 w 15"/>
                <a:gd name="T1" fmla="*/ 0 h 14"/>
                <a:gd name="T2" fmla="*/ 15 w 15"/>
                <a:gd name="T3" fmla="*/ 2 h 14"/>
                <a:gd name="T4" fmla="*/ 15 w 15"/>
                <a:gd name="T5" fmla="*/ 3 h 14"/>
                <a:gd name="T6" fmla="*/ 15 w 15"/>
                <a:gd name="T7" fmla="*/ 3 h 14"/>
                <a:gd name="T8" fmla="*/ 8 w 15"/>
                <a:gd name="T9" fmla="*/ 8 h 14"/>
                <a:gd name="T10" fmla="*/ 8 w 15"/>
                <a:gd name="T11" fmla="*/ 12 h 14"/>
                <a:gd name="T12" fmla="*/ 6 w 15"/>
                <a:gd name="T13" fmla="*/ 14 h 14"/>
                <a:gd name="T14" fmla="*/ 6 w 15"/>
                <a:gd name="T15" fmla="*/ 14 h 14"/>
                <a:gd name="T16" fmla="*/ 6 w 15"/>
                <a:gd name="T17" fmla="*/ 14 h 14"/>
                <a:gd name="T18" fmla="*/ 0 w 15"/>
                <a:gd name="T19" fmla="*/ 2 h 14"/>
                <a:gd name="T20" fmla="*/ 0 w 15"/>
                <a:gd name="T21" fmla="*/ 2 h 14"/>
                <a:gd name="T22" fmla="*/ 2 w 15"/>
                <a:gd name="T23" fmla="*/ 0 h 14"/>
                <a:gd name="T24" fmla="*/ 5 w 15"/>
                <a:gd name="T2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" h="14">
                  <a:moveTo>
                    <a:pt x="5" y="0"/>
                  </a:moveTo>
                  <a:lnTo>
                    <a:pt x="15" y="2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8" y="8"/>
                  </a:lnTo>
                  <a:lnTo>
                    <a:pt x="8" y="12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54" name="Freeform 628">
              <a:extLst>
                <a:ext uri="{FF2B5EF4-FFF2-40B4-BE49-F238E27FC236}">
                  <a16:creationId xmlns:a16="http://schemas.microsoft.com/office/drawing/2014/main" id="{25867B5E-D913-BFB2-1A40-D9C4F992A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2933" y="1252319"/>
              <a:ext cx="82335" cy="47343"/>
            </a:xfrm>
            <a:custGeom>
              <a:avLst/>
              <a:gdLst>
                <a:gd name="T0" fmla="*/ 15 w 40"/>
                <a:gd name="T1" fmla="*/ 0 h 23"/>
                <a:gd name="T2" fmla="*/ 15 w 40"/>
                <a:gd name="T3" fmla="*/ 0 h 23"/>
                <a:gd name="T4" fmla="*/ 40 w 40"/>
                <a:gd name="T5" fmla="*/ 7 h 23"/>
                <a:gd name="T6" fmla="*/ 40 w 40"/>
                <a:gd name="T7" fmla="*/ 7 h 23"/>
                <a:gd name="T8" fmla="*/ 40 w 40"/>
                <a:gd name="T9" fmla="*/ 9 h 23"/>
                <a:gd name="T10" fmla="*/ 37 w 40"/>
                <a:gd name="T11" fmla="*/ 11 h 23"/>
                <a:gd name="T12" fmla="*/ 37 w 40"/>
                <a:gd name="T13" fmla="*/ 22 h 23"/>
                <a:gd name="T14" fmla="*/ 37 w 40"/>
                <a:gd name="T15" fmla="*/ 23 h 23"/>
                <a:gd name="T16" fmla="*/ 35 w 40"/>
                <a:gd name="T17" fmla="*/ 23 h 23"/>
                <a:gd name="T18" fmla="*/ 16 w 40"/>
                <a:gd name="T19" fmla="*/ 22 h 23"/>
                <a:gd name="T20" fmla="*/ 0 w 40"/>
                <a:gd name="T21" fmla="*/ 9 h 23"/>
                <a:gd name="T22" fmla="*/ 0 w 40"/>
                <a:gd name="T23" fmla="*/ 7 h 23"/>
                <a:gd name="T24" fmla="*/ 0 w 40"/>
                <a:gd name="T25" fmla="*/ 7 h 23"/>
                <a:gd name="T26" fmla="*/ 15 w 40"/>
                <a:gd name="T27" fmla="*/ 0 h 23"/>
                <a:gd name="T28" fmla="*/ 15 w 40"/>
                <a:gd name="T2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0" h="23">
                  <a:moveTo>
                    <a:pt x="15" y="0"/>
                  </a:moveTo>
                  <a:lnTo>
                    <a:pt x="15" y="0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0" y="9"/>
                  </a:lnTo>
                  <a:lnTo>
                    <a:pt x="37" y="11"/>
                  </a:lnTo>
                  <a:lnTo>
                    <a:pt x="37" y="22"/>
                  </a:lnTo>
                  <a:lnTo>
                    <a:pt x="37" y="23"/>
                  </a:lnTo>
                  <a:lnTo>
                    <a:pt x="35" y="23"/>
                  </a:lnTo>
                  <a:lnTo>
                    <a:pt x="16" y="22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7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55" name="Freeform 632">
              <a:extLst>
                <a:ext uri="{FF2B5EF4-FFF2-40B4-BE49-F238E27FC236}">
                  <a16:creationId xmlns:a16="http://schemas.microsoft.com/office/drawing/2014/main" id="{0F90B8A9-DB20-9480-7357-3419B81A2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488" y="1186450"/>
              <a:ext cx="22642" cy="22642"/>
            </a:xfrm>
            <a:custGeom>
              <a:avLst/>
              <a:gdLst>
                <a:gd name="T0" fmla="*/ 2 w 11"/>
                <a:gd name="T1" fmla="*/ 0 h 11"/>
                <a:gd name="T2" fmla="*/ 6 w 11"/>
                <a:gd name="T3" fmla="*/ 0 h 11"/>
                <a:gd name="T4" fmla="*/ 8 w 11"/>
                <a:gd name="T5" fmla="*/ 0 h 11"/>
                <a:gd name="T6" fmla="*/ 11 w 11"/>
                <a:gd name="T7" fmla="*/ 9 h 11"/>
                <a:gd name="T8" fmla="*/ 11 w 11"/>
                <a:gd name="T9" fmla="*/ 11 h 11"/>
                <a:gd name="T10" fmla="*/ 11 w 11"/>
                <a:gd name="T11" fmla="*/ 11 h 11"/>
                <a:gd name="T12" fmla="*/ 11 w 11"/>
                <a:gd name="T13" fmla="*/ 11 h 11"/>
                <a:gd name="T14" fmla="*/ 0 w 11"/>
                <a:gd name="T15" fmla="*/ 2 h 11"/>
                <a:gd name="T16" fmla="*/ 0 w 11"/>
                <a:gd name="T17" fmla="*/ 0 h 11"/>
                <a:gd name="T18" fmla="*/ 2 w 11"/>
                <a:gd name="T1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1">
                  <a:moveTo>
                    <a:pt x="2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11" y="9"/>
                  </a:lnTo>
                  <a:lnTo>
                    <a:pt x="11" y="11"/>
                  </a:lnTo>
                  <a:lnTo>
                    <a:pt x="11" y="11"/>
                  </a:lnTo>
                  <a:lnTo>
                    <a:pt x="11" y="11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56" name="Freeform 634">
              <a:extLst>
                <a:ext uri="{FF2B5EF4-FFF2-40B4-BE49-F238E27FC236}">
                  <a16:creationId xmlns:a16="http://schemas.microsoft.com/office/drawing/2014/main" id="{B903B600-25E6-00F9-4EEB-B7C2BB9D8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9970" y="1186450"/>
              <a:ext cx="57635" cy="28818"/>
            </a:xfrm>
            <a:custGeom>
              <a:avLst/>
              <a:gdLst>
                <a:gd name="T0" fmla="*/ 0 w 28"/>
                <a:gd name="T1" fmla="*/ 0 h 14"/>
                <a:gd name="T2" fmla="*/ 22 w 28"/>
                <a:gd name="T3" fmla="*/ 0 h 14"/>
                <a:gd name="T4" fmla="*/ 22 w 28"/>
                <a:gd name="T5" fmla="*/ 0 h 14"/>
                <a:gd name="T6" fmla="*/ 28 w 28"/>
                <a:gd name="T7" fmla="*/ 12 h 14"/>
                <a:gd name="T8" fmla="*/ 28 w 28"/>
                <a:gd name="T9" fmla="*/ 12 h 14"/>
                <a:gd name="T10" fmla="*/ 28 w 28"/>
                <a:gd name="T11" fmla="*/ 14 h 14"/>
                <a:gd name="T12" fmla="*/ 4 w 28"/>
                <a:gd name="T13" fmla="*/ 8 h 14"/>
                <a:gd name="T14" fmla="*/ 3 w 28"/>
                <a:gd name="T15" fmla="*/ 8 h 14"/>
                <a:gd name="T16" fmla="*/ 0 w 28"/>
                <a:gd name="T17" fmla="*/ 2 h 14"/>
                <a:gd name="T18" fmla="*/ 0 w 28"/>
                <a:gd name="T19" fmla="*/ 0 h 14"/>
                <a:gd name="T20" fmla="*/ 0 w 28"/>
                <a:gd name="T2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14">
                  <a:moveTo>
                    <a:pt x="0" y="0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8" y="12"/>
                  </a:lnTo>
                  <a:lnTo>
                    <a:pt x="28" y="12"/>
                  </a:lnTo>
                  <a:lnTo>
                    <a:pt x="28" y="14"/>
                  </a:lnTo>
                  <a:lnTo>
                    <a:pt x="4" y="8"/>
                  </a:lnTo>
                  <a:lnTo>
                    <a:pt x="3" y="8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57" name="Freeform 636">
              <a:extLst>
                <a:ext uri="{FF2B5EF4-FFF2-40B4-BE49-F238E27FC236}">
                  <a16:creationId xmlns:a16="http://schemas.microsoft.com/office/drawing/2014/main" id="{65DEE77C-9627-66B9-DD46-AC8D28185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6570" y="1215268"/>
              <a:ext cx="37051" cy="45285"/>
            </a:xfrm>
            <a:custGeom>
              <a:avLst/>
              <a:gdLst>
                <a:gd name="T0" fmla="*/ 6 w 18"/>
                <a:gd name="T1" fmla="*/ 0 h 22"/>
                <a:gd name="T2" fmla="*/ 6 w 18"/>
                <a:gd name="T3" fmla="*/ 0 h 22"/>
                <a:gd name="T4" fmla="*/ 7 w 18"/>
                <a:gd name="T5" fmla="*/ 0 h 22"/>
                <a:gd name="T6" fmla="*/ 18 w 18"/>
                <a:gd name="T7" fmla="*/ 15 h 22"/>
                <a:gd name="T8" fmla="*/ 18 w 18"/>
                <a:gd name="T9" fmla="*/ 16 h 22"/>
                <a:gd name="T10" fmla="*/ 10 w 18"/>
                <a:gd name="T11" fmla="*/ 22 h 22"/>
                <a:gd name="T12" fmla="*/ 9 w 18"/>
                <a:gd name="T13" fmla="*/ 22 h 22"/>
                <a:gd name="T14" fmla="*/ 9 w 18"/>
                <a:gd name="T15" fmla="*/ 22 h 22"/>
                <a:gd name="T16" fmla="*/ 9 w 18"/>
                <a:gd name="T17" fmla="*/ 22 h 22"/>
                <a:gd name="T18" fmla="*/ 0 w 18"/>
                <a:gd name="T19" fmla="*/ 7 h 22"/>
                <a:gd name="T20" fmla="*/ 0 w 18"/>
                <a:gd name="T21" fmla="*/ 6 h 22"/>
                <a:gd name="T22" fmla="*/ 6 w 18"/>
                <a:gd name="T23" fmla="*/ 0 h 22"/>
                <a:gd name="T24" fmla="*/ 6 w 18"/>
                <a:gd name="T2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2">
                  <a:moveTo>
                    <a:pt x="6" y="0"/>
                  </a:moveTo>
                  <a:lnTo>
                    <a:pt x="6" y="0"/>
                  </a:lnTo>
                  <a:lnTo>
                    <a:pt x="7" y="0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0" y="22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0" y="7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58" name="Freeform 638">
              <a:extLst>
                <a:ext uri="{FF2B5EF4-FFF2-40B4-BE49-F238E27FC236}">
                  <a16:creationId xmlns:a16="http://schemas.microsoft.com/office/drawing/2014/main" id="{C1BFD191-9210-5399-E4EC-78CFB8077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795" y="1215268"/>
              <a:ext cx="96744" cy="88511"/>
            </a:xfrm>
            <a:custGeom>
              <a:avLst/>
              <a:gdLst>
                <a:gd name="T0" fmla="*/ 47 w 47"/>
                <a:gd name="T1" fmla="*/ 0 h 43"/>
                <a:gd name="T2" fmla="*/ 47 w 47"/>
                <a:gd name="T3" fmla="*/ 1 h 43"/>
                <a:gd name="T4" fmla="*/ 47 w 47"/>
                <a:gd name="T5" fmla="*/ 1 h 43"/>
                <a:gd name="T6" fmla="*/ 26 w 47"/>
                <a:gd name="T7" fmla="*/ 15 h 43"/>
                <a:gd name="T8" fmla="*/ 41 w 47"/>
                <a:gd name="T9" fmla="*/ 16 h 43"/>
                <a:gd name="T10" fmla="*/ 41 w 47"/>
                <a:gd name="T11" fmla="*/ 16 h 43"/>
                <a:gd name="T12" fmla="*/ 41 w 47"/>
                <a:gd name="T13" fmla="*/ 34 h 43"/>
                <a:gd name="T14" fmla="*/ 40 w 47"/>
                <a:gd name="T15" fmla="*/ 34 h 43"/>
                <a:gd name="T16" fmla="*/ 14 w 47"/>
                <a:gd name="T17" fmla="*/ 43 h 43"/>
                <a:gd name="T18" fmla="*/ 14 w 47"/>
                <a:gd name="T19" fmla="*/ 43 h 43"/>
                <a:gd name="T20" fmla="*/ 14 w 47"/>
                <a:gd name="T21" fmla="*/ 43 h 43"/>
                <a:gd name="T22" fmla="*/ 1 w 47"/>
                <a:gd name="T23" fmla="*/ 32 h 43"/>
                <a:gd name="T24" fmla="*/ 1 w 47"/>
                <a:gd name="T25" fmla="*/ 31 h 43"/>
                <a:gd name="T26" fmla="*/ 0 w 47"/>
                <a:gd name="T27" fmla="*/ 16 h 43"/>
                <a:gd name="T28" fmla="*/ 0 w 47"/>
                <a:gd name="T29" fmla="*/ 15 h 43"/>
                <a:gd name="T30" fmla="*/ 17 w 47"/>
                <a:gd name="T31" fmla="*/ 0 h 43"/>
                <a:gd name="T32" fmla="*/ 47 w 47"/>
                <a:gd name="T3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43">
                  <a:moveTo>
                    <a:pt x="47" y="0"/>
                  </a:moveTo>
                  <a:lnTo>
                    <a:pt x="47" y="1"/>
                  </a:lnTo>
                  <a:lnTo>
                    <a:pt x="47" y="1"/>
                  </a:lnTo>
                  <a:lnTo>
                    <a:pt x="26" y="15"/>
                  </a:lnTo>
                  <a:lnTo>
                    <a:pt x="41" y="16"/>
                  </a:lnTo>
                  <a:lnTo>
                    <a:pt x="41" y="16"/>
                  </a:lnTo>
                  <a:lnTo>
                    <a:pt x="41" y="34"/>
                  </a:lnTo>
                  <a:lnTo>
                    <a:pt x="40" y="34"/>
                  </a:lnTo>
                  <a:lnTo>
                    <a:pt x="14" y="43"/>
                  </a:lnTo>
                  <a:lnTo>
                    <a:pt x="14" y="43"/>
                  </a:lnTo>
                  <a:lnTo>
                    <a:pt x="14" y="43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59" name="Freeform 642">
              <a:extLst>
                <a:ext uri="{FF2B5EF4-FFF2-40B4-BE49-F238E27FC236}">
                  <a16:creationId xmlns:a16="http://schemas.microsoft.com/office/drawing/2014/main" id="{9A8D3801-8FE3-D196-94D0-51BDDFEE0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241" y="1451982"/>
              <a:ext cx="49401" cy="61751"/>
            </a:xfrm>
            <a:custGeom>
              <a:avLst/>
              <a:gdLst>
                <a:gd name="T0" fmla="*/ 18 w 24"/>
                <a:gd name="T1" fmla="*/ 0 h 30"/>
                <a:gd name="T2" fmla="*/ 18 w 24"/>
                <a:gd name="T3" fmla="*/ 0 h 30"/>
                <a:gd name="T4" fmla="*/ 24 w 24"/>
                <a:gd name="T5" fmla="*/ 0 h 30"/>
                <a:gd name="T6" fmla="*/ 24 w 24"/>
                <a:gd name="T7" fmla="*/ 2 h 30"/>
                <a:gd name="T8" fmla="*/ 24 w 24"/>
                <a:gd name="T9" fmla="*/ 2 h 30"/>
                <a:gd name="T10" fmla="*/ 14 w 24"/>
                <a:gd name="T11" fmla="*/ 29 h 30"/>
                <a:gd name="T12" fmla="*/ 12 w 24"/>
                <a:gd name="T13" fmla="*/ 30 h 30"/>
                <a:gd name="T14" fmla="*/ 12 w 24"/>
                <a:gd name="T15" fmla="*/ 30 h 30"/>
                <a:gd name="T16" fmla="*/ 12 w 24"/>
                <a:gd name="T17" fmla="*/ 30 h 30"/>
                <a:gd name="T18" fmla="*/ 0 w 24"/>
                <a:gd name="T19" fmla="*/ 21 h 30"/>
                <a:gd name="T20" fmla="*/ 0 w 24"/>
                <a:gd name="T21" fmla="*/ 21 h 30"/>
                <a:gd name="T22" fmla="*/ 0 w 24"/>
                <a:gd name="T23" fmla="*/ 20 h 30"/>
                <a:gd name="T24" fmla="*/ 18 w 24"/>
                <a:gd name="T25" fmla="*/ 0 h 30"/>
                <a:gd name="T26" fmla="*/ 18 w 24"/>
                <a:gd name="T2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0">
                  <a:moveTo>
                    <a:pt x="18" y="0"/>
                  </a:moveTo>
                  <a:lnTo>
                    <a:pt x="18" y="0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2" y="30"/>
                  </a:lnTo>
                  <a:lnTo>
                    <a:pt x="12" y="3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60" name="Freeform 644">
              <a:extLst>
                <a:ext uri="{FF2B5EF4-FFF2-40B4-BE49-F238E27FC236}">
                  <a16:creationId xmlns:a16="http://schemas.microsoft.com/office/drawing/2014/main" id="{C6184765-BDE2-DA7E-CF4C-0DF560BB6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277" y="1517851"/>
              <a:ext cx="34993" cy="41168"/>
            </a:xfrm>
            <a:custGeom>
              <a:avLst/>
              <a:gdLst>
                <a:gd name="T0" fmla="*/ 12 w 17"/>
                <a:gd name="T1" fmla="*/ 0 h 20"/>
                <a:gd name="T2" fmla="*/ 12 w 17"/>
                <a:gd name="T3" fmla="*/ 1 h 20"/>
                <a:gd name="T4" fmla="*/ 17 w 17"/>
                <a:gd name="T5" fmla="*/ 14 h 20"/>
                <a:gd name="T6" fmla="*/ 17 w 17"/>
                <a:gd name="T7" fmla="*/ 16 h 20"/>
                <a:gd name="T8" fmla="*/ 16 w 17"/>
                <a:gd name="T9" fmla="*/ 19 h 20"/>
                <a:gd name="T10" fmla="*/ 16 w 17"/>
                <a:gd name="T11" fmla="*/ 20 h 20"/>
                <a:gd name="T12" fmla="*/ 15 w 17"/>
                <a:gd name="T13" fmla="*/ 19 h 20"/>
                <a:gd name="T14" fmla="*/ 0 w 17"/>
                <a:gd name="T15" fmla="*/ 16 h 20"/>
                <a:gd name="T16" fmla="*/ 0 w 17"/>
                <a:gd name="T17" fmla="*/ 16 h 20"/>
                <a:gd name="T18" fmla="*/ 0 w 17"/>
                <a:gd name="T19" fmla="*/ 14 h 20"/>
                <a:gd name="T20" fmla="*/ 4 w 17"/>
                <a:gd name="T21" fmla="*/ 1 h 20"/>
                <a:gd name="T22" fmla="*/ 4 w 17"/>
                <a:gd name="T23" fmla="*/ 1 h 20"/>
                <a:gd name="T24" fmla="*/ 6 w 17"/>
                <a:gd name="T25" fmla="*/ 1 h 20"/>
                <a:gd name="T26" fmla="*/ 9 w 17"/>
                <a:gd name="T27" fmla="*/ 1 h 20"/>
                <a:gd name="T28" fmla="*/ 10 w 17"/>
                <a:gd name="T29" fmla="*/ 1 h 20"/>
                <a:gd name="T30" fmla="*/ 12 w 17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20">
                  <a:moveTo>
                    <a:pt x="12" y="0"/>
                  </a:moveTo>
                  <a:lnTo>
                    <a:pt x="12" y="1"/>
                  </a:lnTo>
                  <a:lnTo>
                    <a:pt x="17" y="14"/>
                  </a:lnTo>
                  <a:lnTo>
                    <a:pt x="17" y="16"/>
                  </a:lnTo>
                  <a:lnTo>
                    <a:pt x="16" y="19"/>
                  </a:lnTo>
                  <a:lnTo>
                    <a:pt x="16" y="20"/>
                  </a:lnTo>
                  <a:lnTo>
                    <a:pt x="15" y="19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4" y="1"/>
                  </a:lnTo>
                  <a:lnTo>
                    <a:pt x="4" y="1"/>
                  </a:lnTo>
                  <a:lnTo>
                    <a:pt x="6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61" name="Freeform 648">
              <a:extLst>
                <a:ext uri="{FF2B5EF4-FFF2-40B4-BE49-F238E27FC236}">
                  <a16:creationId xmlns:a16="http://schemas.microsoft.com/office/drawing/2014/main" id="{530FA8DA-ADA6-FD20-1F4F-D6863DAD4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036" y="1449924"/>
              <a:ext cx="39109" cy="20584"/>
            </a:xfrm>
            <a:custGeom>
              <a:avLst/>
              <a:gdLst>
                <a:gd name="T0" fmla="*/ 12 w 19"/>
                <a:gd name="T1" fmla="*/ 0 h 10"/>
                <a:gd name="T2" fmla="*/ 13 w 19"/>
                <a:gd name="T3" fmla="*/ 0 h 10"/>
                <a:gd name="T4" fmla="*/ 19 w 19"/>
                <a:gd name="T5" fmla="*/ 3 h 10"/>
                <a:gd name="T6" fmla="*/ 19 w 19"/>
                <a:gd name="T7" fmla="*/ 4 h 10"/>
                <a:gd name="T8" fmla="*/ 18 w 19"/>
                <a:gd name="T9" fmla="*/ 4 h 10"/>
                <a:gd name="T10" fmla="*/ 0 w 19"/>
                <a:gd name="T11" fmla="*/ 10 h 10"/>
                <a:gd name="T12" fmla="*/ 0 w 19"/>
                <a:gd name="T13" fmla="*/ 10 h 10"/>
                <a:gd name="T14" fmla="*/ 0 w 19"/>
                <a:gd name="T15" fmla="*/ 10 h 10"/>
                <a:gd name="T16" fmla="*/ 0 w 19"/>
                <a:gd name="T17" fmla="*/ 9 h 10"/>
                <a:gd name="T18" fmla="*/ 12 w 19"/>
                <a:gd name="T19" fmla="*/ 0 h 10"/>
                <a:gd name="T20" fmla="*/ 12 w 19"/>
                <a:gd name="T2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0">
                  <a:moveTo>
                    <a:pt x="12" y="0"/>
                  </a:moveTo>
                  <a:lnTo>
                    <a:pt x="13" y="0"/>
                  </a:lnTo>
                  <a:lnTo>
                    <a:pt x="19" y="3"/>
                  </a:lnTo>
                  <a:lnTo>
                    <a:pt x="19" y="4"/>
                  </a:lnTo>
                  <a:lnTo>
                    <a:pt x="18" y="4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62" name="Freeform 650">
              <a:extLst>
                <a:ext uri="{FF2B5EF4-FFF2-40B4-BE49-F238E27FC236}">
                  <a16:creationId xmlns:a16="http://schemas.microsoft.com/office/drawing/2014/main" id="{457B1EE4-4FD9-5D95-539F-B044AC151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511" y="1423165"/>
              <a:ext cx="57635" cy="28818"/>
            </a:xfrm>
            <a:custGeom>
              <a:avLst/>
              <a:gdLst>
                <a:gd name="T0" fmla="*/ 21 w 28"/>
                <a:gd name="T1" fmla="*/ 0 h 14"/>
                <a:gd name="T2" fmla="*/ 22 w 28"/>
                <a:gd name="T3" fmla="*/ 0 h 14"/>
                <a:gd name="T4" fmla="*/ 28 w 28"/>
                <a:gd name="T5" fmla="*/ 4 h 14"/>
                <a:gd name="T6" fmla="*/ 28 w 28"/>
                <a:gd name="T7" fmla="*/ 4 h 14"/>
                <a:gd name="T8" fmla="*/ 28 w 28"/>
                <a:gd name="T9" fmla="*/ 4 h 14"/>
                <a:gd name="T10" fmla="*/ 21 w 28"/>
                <a:gd name="T11" fmla="*/ 13 h 14"/>
                <a:gd name="T12" fmla="*/ 21 w 28"/>
                <a:gd name="T13" fmla="*/ 14 h 14"/>
                <a:gd name="T14" fmla="*/ 21 w 28"/>
                <a:gd name="T15" fmla="*/ 14 h 14"/>
                <a:gd name="T16" fmla="*/ 2 w 28"/>
                <a:gd name="T17" fmla="*/ 9 h 14"/>
                <a:gd name="T18" fmla="*/ 0 w 28"/>
                <a:gd name="T19" fmla="*/ 9 h 14"/>
                <a:gd name="T20" fmla="*/ 2 w 28"/>
                <a:gd name="T21" fmla="*/ 7 h 14"/>
                <a:gd name="T22" fmla="*/ 21 w 28"/>
                <a:gd name="T23" fmla="*/ 0 h 14"/>
                <a:gd name="T24" fmla="*/ 21 w 28"/>
                <a:gd name="T2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14">
                  <a:moveTo>
                    <a:pt x="21" y="0"/>
                  </a:moveTo>
                  <a:lnTo>
                    <a:pt x="22" y="0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1" y="13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63" name="Freeform 654">
              <a:extLst>
                <a:ext uri="{FF2B5EF4-FFF2-40B4-BE49-F238E27FC236}">
                  <a16:creationId xmlns:a16="http://schemas.microsoft.com/office/drawing/2014/main" id="{8EA39223-6536-E60B-E9CC-844FAA68E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511" y="1388173"/>
              <a:ext cx="43226" cy="34993"/>
            </a:xfrm>
            <a:custGeom>
              <a:avLst/>
              <a:gdLst>
                <a:gd name="T0" fmla="*/ 8 w 21"/>
                <a:gd name="T1" fmla="*/ 0 h 17"/>
                <a:gd name="T2" fmla="*/ 9 w 21"/>
                <a:gd name="T3" fmla="*/ 0 h 17"/>
                <a:gd name="T4" fmla="*/ 21 w 21"/>
                <a:gd name="T5" fmla="*/ 11 h 17"/>
                <a:gd name="T6" fmla="*/ 21 w 21"/>
                <a:gd name="T7" fmla="*/ 12 h 17"/>
                <a:gd name="T8" fmla="*/ 21 w 21"/>
                <a:gd name="T9" fmla="*/ 12 h 17"/>
                <a:gd name="T10" fmla="*/ 8 w 21"/>
                <a:gd name="T11" fmla="*/ 17 h 17"/>
                <a:gd name="T12" fmla="*/ 8 w 21"/>
                <a:gd name="T13" fmla="*/ 17 h 17"/>
                <a:gd name="T14" fmla="*/ 6 w 21"/>
                <a:gd name="T15" fmla="*/ 17 h 17"/>
                <a:gd name="T16" fmla="*/ 0 w 21"/>
                <a:gd name="T17" fmla="*/ 3 h 17"/>
                <a:gd name="T18" fmla="*/ 0 w 21"/>
                <a:gd name="T19" fmla="*/ 3 h 17"/>
                <a:gd name="T20" fmla="*/ 0 w 21"/>
                <a:gd name="T21" fmla="*/ 2 h 17"/>
                <a:gd name="T22" fmla="*/ 8 w 21"/>
                <a:gd name="T23" fmla="*/ 0 h 17"/>
                <a:gd name="T24" fmla="*/ 8 w 21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" h="17">
                  <a:moveTo>
                    <a:pt x="8" y="0"/>
                  </a:moveTo>
                  <a:lnTo>
                    <a:pt x="9" y="0"/>
                  </a:lnTo>
                  <a:lnTo>
                    <a:pt x="21" y="11"/>
                  </a:lnTo>
                  <a:lnTo>
                    <a:pt x="21" y="12"/>
                  </a:lnTo>
                  <a:lnTo>
                    <a:pt x="21" y="12"/>
                  </a:lnTo>
                  <a:lnTo>
                    <a:pt x="8" y="17"/>
                  </a:lnTo>
                  <a:lnTo>
                    <a:pt x="8" y="17"/>
                  </a:lnTo>
                  <a:lnTo>
                    <a:pt x="6" y="17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64" name="Freeform 656">
              <a:extLst>
                <a:ext uri="{FF2B5EF4-FFF2-40B4-BE49-F238E27FC236}">
                  <a16:creationId xmlns:a16="http://schemas.microsoft.com/office/drawing/2014/main" id="{D8B814C7-DE94-BC5E-8F3F-E48EBB70E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401" y="1252319"/>
              <a:ext cx="51459" cy="76161"/>
            </a:xfrm>
            <a:custGeom>
              <a:avLst/>
              <a:gdLst>
                <a:gd name="T0" fmla="*/ 1 w 25"/>
                <a:gd name="T1" fmla="*/ 0 h 37"/>
                <a:gd name="T2" fmla="*/ 1 w 25"/>
                <a:gd name="T3" fmla="*/ 0 h 37"/>
                <a:gd name="T4" fmla="*/ 15 w 25"/>
                <a:gd name="T5" fmla="*/ 10 h 37"/>
                <a:gd name="T6" fmla="*/ 25 w 25"/>
                <a:gd name="T7" fmla="*/ 34 h 37"/>
                <a:gd name="T8" fmla="*/ 25 w 25"/>
                <a:gd name="T9" fmla="*/ 34 h 37"/>
                <a:gd name="T10" fmla="*/ 24 w 25"/>
                <a:gd name="T11" fmla="*/ 34 h 37"/>
                <a:gd name="T12" fmla="*/ 24 w 25"/>
                <a:gd name="T13" fmla="*/ 34 h 37"/>
                <a:gd name="T14" fmla="*/ 21 w 25"/>
                <a:gd name="T15" fmla="*/ 35 h 37"/>
                <a:gd name="T16" fmla="*/ 19 w 25"/>
                <a:gd name="T17" fmla="*/ 35 h 37"/>
                <a:gd name="T18" fmla="*/ 16 w 25"/>
                <a:gd name="T19" fmla="*/ 35 h 37"/>
                <a:gd name="T20" fmla="*/ 15 w 25"/>
                <a:gd name="T21" fmla="*/ 35 h 37"/>
                <a:gd name="T22" fmla="*/ 13 w 25"/>
                <a:gd name="T23" fmla="*/ 37 h 37"/>
                <a:gd name="T24" fmla="*/ 12 w 25"/>
                <a:gd name="T25" fmla="*/ 35 h 37"/>
                <a:gd name="T26" fmla="*/ 0 w 25"/>
                <a:gd name="T27" fmla="*/ 1 h 37"/>
                <a:gd name="T28" fmla="*/ 1 w 25"/>
                <a:gd name="T29" fmla="*/ 0 h 37"/>
                <a:gd name="T30" fmla="*/ 1 w 25"/>
                <a:gd name="T3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" h="37">
                  <a:moveTo>
                    <a:pt x="1" y="0"/>
                  </a:moveTo>
                  <a:lnTo>
                    <a:pt x="1" y="0"/>
                  </a:lnTo>
                  <a:lnTo>
                    <a:pt x="15" y="10"/>
                  </a:lnTo>
                  <a:lnTo>
                    <a:pt x="25" y="34"/>
                  </a:lnTo>
                  <a:lnTo>
                    <a:pt x="25" y="34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1" y="35"/>
                  </a:lnTo>
                  <a:lnTo>
                    <a:pt x="19" y="35"/>
                  </a:lnTo>
                  <a:lnTo>
                    <a:pt x="16" y="35"/>
                  </a:lnTo>
                  <a:lnTo>
                    <a:pt x="15" y="35"/>
                  </a:lnTo>
                  <a:lnTo>
                    <a:pt x="13" y="37"/>
                  </a:lnTo>
                  <a:lnTo>
                    <a:pt x="12" y="35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65" name="Freeform 658">
              <a:extLst>
                <a:ext uri="{FF2B5EF4-FFF2-40B4-BE49-F238E27FC236}">
                  <a16:creationId xmlns:a16="http://schemas.microsoft.com/office/drawing/2014/main" id="{12C189A3-7E0A-2799-D8E1-0EE373EEA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970" y="1223501"/>
              <a:ext cx="49401" cy="30876"/>
            </a:xfrm>
            <a:custGeom>
              <a:avLst/>
              <a:gdLst>
                <a:gd name="T0" fmla="*/ 9 w 24"/>
                <a:gd name="T1" fmla="*/ 0 h 15"/>
                <a:gd name="T2" fmla="*/ 11 w 24"/>
                <a:gd name="T3" fmla="*/ 2 h 15"/>
                <a:gd name="T4" fmla="*/ 24 w 24"/>
                <a:gd name="T5" fmla="*/ 11 h 15"/>
                <a:gd name="T6" fmla="*/ 24 w 24"/>
                <a:gd name="T7" fmla="*/ 12 h 15"/>
                <a:gd name="T8" fmla="*/ 24 w 24"/>
                <a:gd name="T9" fmla="*/ 12 h 15"/>
                <a:gd name="T10" fmla="*/ 23 w 24"/>
                <a:gd name="T11" fmla="*/ 12 h 15"/>
                <a:gd name="T12" fmla="*/ 21 w 24"/>
                <a:gd name="T13" fmla="*/ 12 h 15"/>
                <a:gd name="T14" fmla="*/ 18 w 24"/>
                <a:gd name="T15" fmla="*/ 14 h 15"/>
                <a:gd name="T16" fmla="*/ 14 w 24"/>
                <a:gd name="T17" fmla="*/ 14 h 15"/>
                <a:gd name="T18" fmla="*/ 11 w 24"/>
                <a:gd name="T19" fmla="*/ 15 h 15"/>
                <a:gd name="T20" fmla="*/ 9 w 24"/>
                <a:gd name="T21" fmla="*/ 15 h 15"/>
                <a:gd name="T22" fmla="*/ 8 w 24"/>
                <a:gd name="T23" fmla="*/ 15 h 15"/>
                <a:gd name="T24" fmla="*/ 8 w 24"/>
                <a:gd name="T25" fmla="*/ 15 h 15"/>
                <a:gd name="T26" fmla="*/ 0 w 24"/>
                <a:gd name="T27" fmla="*/ 5 h 15"/>
                <a:gd name="T28" fmla="*/ 0 w 24"/>
                <a:gd name="T29" fmla="*/ 5 h 15"/>
                <a:gd name="T30" fmla="*/ 2 w 24"/>
                <a:gd name="T31" fmla="*/ 3 h 15"/>
                <a:gd name="T32" fmla="*/ 9 w 24"/>
                <a:gd name="T33" fmla="*/ 0 h 15"/>
                <a:gd name="T34" fmla="*/ 9 w 24"/>
                <a:gd name="T3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" h="15">
                  <a:moveTo>
                    <a:pt x="9" y="0"/>
                  </a:moveTo>
                  <a:lnTo>
                    <a:pt x="11" y="2"/>
                  </a:lnTo>
                  <a:lnTo>
                    <a:pt x="24" y="11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3" y="12"/>
                  </a:lnTo>
                  <a:lnTo>
                    <a:pt x="21" y="12"/>
                  </a:lnTo>
                  <a:lnTo>
                    <a:pt x="18" y="14"/>
                  </a:lnTo>
                  <a:lnTo>
                    <a:pt x="14" y="14"/>
                  </a:lnTo>
                  <a:lnTo>
                    <a:pt x="11" y="15"/>
                  </a:lnTo>
                  <a:lnTo>
                    <a:pt x="9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66" name="Freeform 660">
              <a:extLst>
                <a:ext uri="{FF2B5EF4-FFF2-40B4-BE49-F238E27FC236}">
                  <a16:creationId xmlns:a16="http://schemas.microsoft.com/office/drawing/2014/main" id="{5358BFC8-D0BE-A4CE-70ED-D54DA6014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1197" y="1186450"/>
              <a:ext cx="57635" cy="61751"/>
            </a:xfrm>
            <a:custGeom>
              <a:avLst/>
              <a:gdLst>
                <a:gd name="T0" fmla="*/ 0 w 28"/>
                <a:gd name="T1" fmla="*/ 0 h 30"/>
                <a:gd name="T2" fmla="*/ 21 w 28"/>
                <a:gd name="T3" fmla="*/ 0 h 30"/>
                <a:gd name="T4" fmla="*/ 22 w 28"/>
                <a:gd name="T5" fmla="*/ 0 h 30"/>
                <a:gd name="T6" fmla="*/ 28 w 28"/>
                <a:gd name="T7" fmla="*/ 12 h 30"/>
                <a:gd name="T8" fmla="*/ 28 w 28"/>
                <a:gd name="T9" fmla="*/ 12 h 30"/>
                <a:gd name="T10" fmla="*/ 25 w 28"/>
                <a:gd name="T11" fmla="*/ 26 h 30"/>
                <a:gd name="T12" fmla="*/ 25 w 28"/>
                <a:gd name="T13" fmla="*/ 26 h 30"/>
                <a:gd name="T14" fmla="*/ 15 w 28"/>
                <a:gd name="T15" fmla="*/ 30 h 30"/>
                <a:gd name="T16" fmla="*/ 15 w 28"/>
                <a:gd name="T17" fmla="*/ 30 h 30"/>
                <a:gd name="T18" fmla="*/ 13 w 28"/>
                <a:gd name="T19" fmla="*/ 30 h 30"/>
                <a:gd name="T20" fmla="*/ 6 w 28"/>
                <a:gd name="T21" fmla="*/ 23 h 30"/>
                <a:gd name="T22" fmla="*/ 0 w 28"/>
                <a:gd name="T23" fmla="*/ 2 h 30"/>
                <a:gd name="T24" fmla="*/ 0 w 28"/>
                <a:gd name="T25" fmla="*/ 0 h 30"/>
                <a:gd name="T26" fmla="*/ 0 w 28"/>
                <a:gd name="T2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0">
                  <a:moveTo>
                    <a:pt x="0" y="0"/>
                  </a:moveTo>
                  <a:lnTo>
                    <a:pt x="21" y="0"/>
                  </a:lnTo>
                  <a:lnTo>
                    <a:pt x="22" y="0"/>
                  </a:lnTo>
                  <a:lnTo>
                    <a:pt x="28" y="12"/>
                  </a:lnTo>
                  <a:lnTo>
                    <a:pt x="28" y="12"/>
                  </a:lnTo>
                  <a:lnTo>
                    <a:pt x="25" y="26"/>
                  </a:lnTo>
                  <a:lnTo>
                    <a:pt x="25" y="26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13" y="30"/>
                  </a:lnTo>
                  <a:lnTo>
                    <a:pt x="6" y="2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67" name="Freeform 662">
              <a:extLst>
                <a:ext uri="{FF2B5EF4-FFF2-40B4-BE49-F238E27FC236}">
                  <a16:creationId xmlns:a16="http://schemas.microsoft.com/office/drawing/2014/main" id="{E3CE3D51-8277-9C13-6880-1573D8E9A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708" y="1186450"/>
              <a:ext cx="82335" cy="61751"/>
            </a:xfrm>
            <a:custGeom>
              <a:avLst/>
              <a:gdLst>
                <a:gd name="T0" fmla="*/ 2 w 40"/>
                <a:gd name="T1" fmla="*/ 0 h 30"/>
                <a:gd name="T2" fmla="*/ 39 w 40"/>
                <a:gd name="T3" fmla="*/ 0 h 30"/>
                <a:gd name="T4" fmla="*/ 39 w 40"/>
                <a:gd name="T5" fmla="*/ 0 h 30"/>
                <a:gd name="T6" fmla="*/ 39 w 40"/>
                <a:gd name="T7" fmla="*/ 2 h 30"/>
                <a:gd name="T8" fmla="*/ 37 w 40"/>
                <a:gd name="T9" fmla="*/ 8 h 30"/>
                <a:gd name="T10" fmla="*/ 40 w 40"/>
                <a:gd name="T11" fmla="*/ 15 h 30"/>
                <a:gd name="T12" fmla="*/ 40 w 40"/>
                <a:gd name="T13" fmla="*/ 17 h 30"/>
                <a:gd name="T14" fmla="*/ 36 w 40"/>
                <a:gd name="T15" fmla="*/ 21 h 30"/>
                <a:gd name="T16" fmla="*/ 9 w 40"/>
                <a:gd name="T17" fmla="*/ 30 h 30"/>
                <a:gd name="T18" fmla="*/ 9 w 40"/>
                <a:gd name="T19" fmla="*/ 30 h 30"/>
                <a:gd name="T20" fmla="*/ 7 w 40"/>
                <a:gd name="T21" fmla="*/ 30 h 30"/>
                <a:gd name="T22" fmla="*/ 7 w 40"/>
                <a:gd name="T23" fmla="*/ 29 h 30"/>
                <a:gd name="T24" fmla="*/ 9 w 40"/>
                <a:gd name="T25" fmla="*/ 23 h 30"/>
                <a:gd name="T26" fmla="*/ 0 w 40"/>
                <a:gd name="T27" fmla="*/ 12 h 30"/>
                <a:gd name="T28" fmla="*/ 0 w 40"/>
                <a:gd name="T29" fmla="*/ 12 h 30"/>
                <a:gd name="T30" fmla="*/ 0 w 40"/>
                <a:gd name="T31" fmla="*/ 12 h 30"/>
                <a:gd name="T32" fmla="*/ 12 w 40"/>
                <a:gd name="T33" fmla="*/ 5 h 30"/>
                <a:gd name="T34" fmla="*/ 2 w 40"/>
                <a:gd name="T35" fmla="*/ 2 h 30"/>
                <a:gd name="T36" fmla="*/ 0 w 40"/>
                <a:gd name="T37" fmla="*/ 0 h 30"/>
                <a:gd name="T38" fmla="*/ 2 w 40"/>
                <a:gd name="T3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0" h="30">
                  <a:moveTo>
                    <a:pt x="2" y="0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39" y="2"/>
                  </a:lnTo>
                  <a:lnTo>
                    <a:pt x="37" y="8"/>
                  </a:lnTo>
                  <a:lnTo>
                    <a:pt x="40" y="15"/>
                  </a:lnTo>
                  <a:lnTo>
                    <a:pt x="40" y="17"/>
                  </a:lnTo>
                  <a:lnTo>
                    <a:pt x="36" y="21"/>
                  </a:lnTo>
                  <a:lnTo>
                    <a:pt x="9" y="30"/>
                  </a:lnTo>
                  <a:lnTo>
                    <a:pt x="9" y="30"/>
                  </a:lnTo>
                  <a:lnTo>
                    <a:pt x="7" y="30"/>
                  </a:lnTo>
                  <a:lnTo>
                    <a:pt x="7" y="29"/>
                  </a:lnTo>
                  <a:lnTo>
                    <a:pt x="9" y="23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2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68" name="Freeform 668">
              <a:extLst>
                <a:ext uri="{FF2B5EF4-FFF2-40B4-BE49-F238E27FC236}">
                  <a16:creationId xmlns:a16="http://schemas.microsoft.com/office/drawing/2014/main" id="{BFC44543-C34B-920A-0051-CD7813355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423" y="2024215"/>
              <a:ext cx="115270" cy="109094"/>
            </a:xfrm>
            <a:custGeom>
              <a:avLst/>
              <a:gdLst>
                <a:gd name="T0" fmla="*/ 21 w 56"/>
                <a:gd name="T1" fmla="*/ 0 h 53"/>
                <a:gd name="T2" fmla="*/ 21 w 56"/>
                <a:gd name="T3" fmla="*/ 0 h 53"/>
                <a:gd name="T4" fmla="*/ 34 w 56"/>
                <a:gd name="T5" fmla="*/ 13 h 53"/>
                <a:gd name="T6" fmla="*/ 53 w 56"/>
                <a:gd name="T7" fmla="*/ 41 h 53"/>
                <a:gd name="T8" fmla="*/ 56 w 56"/>
                <a:gd name="T9" fmla="*/ 40 h 53"/>
                <a:gd name="T10" fmla="*/ 56 w 56"/>
                <a:gd name="T11" fmla="*/ 40 h 53"/>
                <a:gd name="T12" fmla="*/ 56 w 56"/>
                <a:gd name="T13" fmla="*/ 40 h 53"/>
                <a:gd name="T14" fmla="*/ 56 w 56"/>
                <a:gd name="T15" fmla="*/ 40 h 53"/>
                <a:gd name="T16" fmla="*/ 43 w 56"/>
                <a:gd name="T17" fmla="*/ 53 h 53"/>
                <a:gd name="T18" fmla="*/ 41 w 56"/>
                <a:gd name="T19" fmla="*/ 53 h 53"/>
                <a:gd name="T20" fmla="*/ 41 w 56"/>
                <a:gd name="T21" fmla="*/ 53 h 53"/>
                <a:gd name="T22" fmla="*/ 0 w 56"/>
                <a:gd name="T23" fmla="*/ 38 h 53"/>
                <a:gd name="T24" fmla="*/ 0 w 56"/>
                <a:gd name="T25" fmla="*/ 38 h 53"/>
                <a:gd name="T26" fmla="*/ 0 w 56"/>
                <a:gd name="T27" fmla="*/ 31 h 53"/>
                <a:gd name="T28" fmla="*/ 0 w 56"/>
                <a:gd name="T29" fmla="*/ 31 h 53"/>
                <a:gd name="T30" fmla="*/ 13 w 56"/>
                <a:gd name="T31" fmla="*/ 22 h 53"/>
                <a:gd name="T32" fmla="*/ 12 w 56"/>
                <a:gd name="T33" fmla="*/ 16 h 53"/>
                <a:gd name="T34" fmla="*/ 12 w 56"/>
                <a:gd name="T35" fmla="*/ 15 h 53"/>
                <a:gd name="T36" fmla="*/ 13 w 56"/>
                <a:gd name="T37" fmla="*/ 15 h 53"/>
                <a:gd name="T38" fmla="*/ 16 w 56"/>
                <a:gd name="T39" fmla="*/ 15 h 53"/>
                <a:gd name="T40" fmla="*/ 15 w 56"/>
                <a:gd name="T41" fmla="*/ 13 h 53"/>
                <a:gd name="T42" fmla="*/ 15 w 56"/>
                <a:gd name="T43" fmla="*/ 12 h 53"/>
                <a:gd name="T44" fmla="*/ 19 w 56"/>
                <a:gd name="T45" fmla="*/ 0 h 53"/>
                <a:gd name="T46" fmla="*/ 21 w 56"/>
                <a:gd name="T47" fmla="*/ 0 h 53"/>
                <a:gd name="T48" fmla="*/ 21 w 56"/>
                <a:gd name="T4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6" h="53">
                  <a:moveTo>
                    <a:pt x="21" y="0"/>
                  </a:moveTo>
                  <a:lnTo>
                    <a:pt x="21" y="0"/>
                  </a:lnTo>
                  <a:lnTo>
                    <a:pt x="34" y="13"/>
                  </a:lnTo>
                  <a:lnTo>
                    <a:pt x="53" y="41"/>
                  </a:lnTo>
                  <a:lnTo>
                    <a:pt x="56" y="40"/>
                  </a:lnTo>
                  <a:lnTo>
                    <a:pt x="56" y="40"/>
                  </a:lnTo>
                  <a:lnTo>
                    <a:pt x="56" y="40"/>
                  </a:lnTo>
                  <a:lnTo>
                    <a:pt x="56" y="40"/>
                  </a:lnTo>
                  <a:lnTo>
                    <a:pt x="43" y="53"/>
                  </a:lnTo>
                  <a:lnTo>
                    <a:pt x="41" y="53"/>
                  </a:lnTo>
                  <a:lnTo>
                    <a:pt x="41" y="53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13" y="22"/>
                  </a:lnTo>
                  <a:lnTo>
                    <a:pt x="12" y="16"/>
                  </a:lnTo>
                  <a:lnTo>
                    <a:pt x="12" y="15"/>
                  </a:lnTo>
                  <a:lnTo>
                    <a:pt x="13" y="15"/>
                  </a:lnTo>
                  <a:lnTo>
                    <a:pt x="16" y="15"/>
                  </a:lnTo>
                  <a:lnTo>
                    <a:pt x="15" y="13"/>
                  </a:lnTo>
                  <a:lnTo>
                    <a:pt x="15" y="12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69" name="Freeform 670">
              <a:extLst>
                <a:ext uri="{FF2B5EF4-FFF2-40B4-BE49-F238E27FC236}">
                  <a16:creationId xmlns:a16="http://schemas.microsoft.com/office/drawing/2014/main" id="{8EB9AB4C-3244-1214-E484-04F98A3D3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423" y="1657821"/>
              <a:ext cx="45285" cy="30876"/>
            </a:xfrm>
            <a:custGeom>
              <a:avLst/>
              <a:gdLst>
                <a:gd name="T0" fmla="*/ 21 w 22"/>
                <a:gd name="T1" fmla="*/ 0 h 15"/>
                <a:gd name="T2" fmla="*/ 22 w 22"/>
                <a:gd name="T3" fmla="*/ 1 h 15"/>
                <a:gd name="T4" fmla="*/ 22 w 22"/>
                <a:gd name="T5" fmla="*/ 1 h 15"/>
                <a:gd name="T6" fmla="*/ 12 w 22"/>
                <a:gd name="T7" fmla="*/ 15 h 15"/>
                <a:gd name="T8" fmla="*/ 12 w 22"/>
                <a:gd name="T9" fmla="*/ 15 h 15"/>
                <a:gd name="T10" fmla="*/ 12 w 22"/>
                <a:gd name="T11" fmla="*/ 15 h 15"/>
                <a:gd name="T12" fmla="*/ 0 w 22"/>
                <a:gd name="T13" fmla="*/ 13 h 15"/>
                <a:gd name="T14" fmla="*/ 0 w 22"/>
                <a:gd name="T15" fmla="*/ 12 h 15"/>
                <a:gd name="T16" fmla="*/ 0 w 22"/>
                <a:gd name="T17" fmla="*/ 12 h 15"/>
                <a:gd name="T18" fmla="*/ 21 w 22"/>
                <a:gd name="T19" fmla="*/ 1 h 15"/>
                <a:gd name="T20" fmla="*/ 21 w 22"/>
                <a:gd name="T2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15">
                  <a:moveTo>
                    <a:pt x="21" y="0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21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70" name="Freeform 672">
              <a:extLst>
                <a:ext uri="{FF2B5EF4-FFF2-40B4-BE49-F238E27FC236}">
                  <a16:creationId xmlns:a16="http://schemas.microsoft.com/office/drawing/2014/main" id="{D3FA6830-68FE-64B6-C806-4DADFB44E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116" y="1748391"/>
              <a:ext cx="18526" cy="28818"/>
            </a:xfrm>
            <a:custGeom>
              <a:avLst/>
              <a:gdLst>
                <a:gd name="T0" fmla="*/ 6 w 9"/>
                <a:gd name="T1" fmla="*/ 0 h 14"/>
                <a:gd name="T2" fmla="*/ 6 w 9"/>
                <a:gd name="T3" fmla="*/ 0 h 14"/>
                <a:gd name="T4" fmla="*/ 6 w 9"/>
                <a:gd name="T5" fmla="*/ 0 h 14"/>
                <a:gd name="T6" fmla="*/ 9 w 9"/>
                <a:gd name="T7" fmla="*/ 8 h 14"/>
                <a:gd name="T8" fmla="*/ 8 w 9"/>
                <a:gd name="T9" fmla="*/ 9 h 14"/>
                <a:gd name="T10" fmla="*/ 3 w 9"/>
                <a:gd name="T11" fmla="*/ 14 h 14"/>
                <a:gd name="T12" fmla="*/ 3 w 9"/>
                <a:gd name="T13" fmla="*/ 14 h 14"/>
                <a:gd name="T14" fmla="*/ 3 w 9"/>
                <a:gd name="T15" fmla="*/ 14 h 14"/>
                <a:gd name="T16" fmla="*/ 3 w 9"/>
                <a:gd name="T17" fmla="*/ 14 h 14"/>
                <a:gd name="T18" fmla="*/ 0 w 9"/>
                <a:gd name="T19" fmla="*/ 3 h 14"/>
                <a:gd name="T20" fmla="*/ 0 w 9"/>
                <a:gd name="T21" fmla="*/ 3 h 14"/>
                <a:gd name="T22" fmla="*/ 6 w 9"/>
                <a:gd name="T23" fmla="*/ 0 h 14"/>
                <a:gd name="T24" fmla="*/ 6 w 9"/>
                <a:gd name="T2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4"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9" y="8"/>
                  </a:lnTo>
                  <a:lnTo>
                    <a:pt x="8" y="9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0" y="3"/>
                  </a:lnTo>
                  <a:lnTo>
                    <a:pt x="0" y="3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71" name="Freeform 674">
              <a:extLst>
                <a:ext uri="{FF2B5EF4-FFF2-40B4-BE49-F238E27FC236}">
                  <a16:creationId xmlns:a16="http://schemas.microsoft.com/office/drawing/2014/main" id="{34BACECF-5C5B-2379-6B7F-D2412A62E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642" y="1694872"/>
              <a:ext cx="69985" cy="78219"/>
            </a:xfrm>
            <a:custGeom>
              <a:avLst/>
              <a:gdLst>
                <a:gd name="T0" fmla="*/ 8 w 34"/>
                <a:gd name="T1" fmla="*/ 0 h 38"/>
                <a:gd name="T2" fmla="*/ 10 w 34"/>
                <a:gd name="T3" fmla="*/ 0 h 38"/>
                <a:gd name="T4" fmla="*/ 13 w 34"/>
                <a:gd name="T5" fmla="*/ 0 h 38"/>
                <a:gd name="T6" fmla="*/ 17 w 34"/>
                <a:gd name="T7" fmla="*/ 0 h 38"/>
                <a:gd name="T8" fmla="*/ 22 w 34"/>
                <a:gd name="T9" fmla="*/ 0 h 38"/>
                <a:gd name="T10" fmla="*/ 25 w 34"/>
                <a:gd name="T11" fmla="*/ 1 h 38"/>
                <a:gd name="T12" fmla="*/ 28 w 34"/>
                <a:gd name="T13" fmla="*/ 1 h 38"/>
                <a:gd name="T14" fmla="*/ 29 w 34"/>
                <a:gd name="T15" fmla="*/ 1 h 38"/>
                <a:gd name="T16" fmla="*/ 31 w 34"/>
                <a:gd name="T17" fmla="*/ 1 h 38"/>
                <a:gd name="T18" fmla="*/ 34 w 34"/>
                <a:gd name="T19" fmla="*/ 7 h 38"/>
                <a:gd name="T20" fmla="*/ 34 w 34"/>
                <a:gd name="T21" fmla="*/ 8 h 38"/>
                <a:gd name="T22" fmla="*/ 28 w 34"/>
                <a:gd name="T23" fmla="*/ 29 h 38"/>
                <a:gd name="T24" fmla="*/ 23 w 34"/>
                <a:gd name="T25" fmla="*/ 38 h 38"/>
                <a:gd name="T26" fmla="*/ 23 w 34"/>
                <a:gd name="T27" fmla="*/ 38 h 38"/>
                <a:gd name="T28" fmla="*/ 23 w 34"/>
                <a:gd name="T29" fmla="*/ 38 h 38"/>
                <a:gd name="T30" fmla="*/ 22 w 34"/>
                <a:gd name="T31" fmla="*/ 38 h 38"/>
                <a:gd name="T32" fmla="*/ 0 w 34"/>
                <a:gd name="T33" fmla="*/ 13 h 38"/>
                <a:gd name="T34" fmla="*/ 0 w 34"/>
                <a:gd name="T35" fmla="*/ 11 h 38"/>
                <a:gd name="T36" fmla="*/ 7 w 34"/>
                <a:gd name="T37" fmla="*/ 0 h 38"/>
                <a:gd name="T38" fmla="*/ 8 w 34"/>
                <a:gd name="T3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4" h="38">
                  <a:moveTo>
                    <a:pt x="8" y="0"/>
                  </a:moveTo>
                  <a:lnTo>
                    <a:pt x="10" y="0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22" y="0"/>
                  </a:lnTo>
                  <a:lnTo>
                    <a:pt x="25" y="1"/>
                  </a:lnTo>
                  <a:lnTo>
                    <a:pt x="28" y="1"/>
                  </a:lnTo>
                  <a:lnTo>
                    <a:pt x="29" y="1"/>
                  </a:lnTo>
                  <a:lnTo>
                    <a:pt x="31" y="1"/>
                  </a:lnTo>
                  <a:lnTo>
                    <a:pt x="34" y="7"/>
                  </a:lnTo>
                  <a:lnTo>
                    <a:pt x="34" y="8"/>
                  </a:lnTo>
                  <a:lnTo>
                    <a:pt x="28" y="29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2" y="38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7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72" name="Freeform 676">
              <a:extLst>
                <a:ext uri="{FF2B5EF4-FFF2-40B4-BE49-F238E27FC236}">
                  <a16:creationId xmlns:a16="http://schemas.microsoft.com/office/drawing/2014/main" id="{779909B9-91A4-4F67-AB41-E208E3886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9533" y="1727807"/>
              <a:ext cx="491956" cy="405503"/>
            </a:xfrm>
            <a:custGeom>
              <a:avLst/>
              <a:gdLst>
                <a:gd name="T0" fmla="*/ 62 w 239"/>
                <a:gd name="T1" fmla="*/ 4 h 197"/>
                <a:gd name="T2" fmla="*/ 59 w 239"/>
                <a:gd name="T3" fmla="*/ 35 h 197"/>
                <a:gd name="T4" fmla="*/ 71 w 239"/>
                <a:gd name="T5" fmla="*/ 21 h 197"/>
                <a:gd name="T6" fmla="*/ 78 w 239"/>
                <a:gd name="T7" fmla="*/ 16 h 197"/>
                <a:gd name="T8" fmla="*/ 93 w 239"/>
                <a:gd name="T9" fmla="*/ 46 h 197"/>
                <a:gd name="T10" fmla="*/ 114 w 239"/>
                <a:gd name="T11" fmla="*/ 31 h 197"/>
                <a:gd name="T12" fmla="*/ 110 w 239"/>
                <a:gd name="T13" fmla="*/ 18 h 197"/>
                <a:gd name="T14" fmla="*/ 111 w 239"/>
                <a:gd name="T15" fmla="*/ 16 h 197"/>
                <a:gd name="T16" fmla="*/ 138 w 239"/>
                <a:gd name="T17" fmla="*/ 59 h 197"/>
                <a:gd name="T18" fmla="*/ 139 w 239"/>
                <a:gd name="T19" fmla="*/ 71 h 197"/>
                <a:gd name="T20" fmla="*/ 145 w 239"/>
                <a:gd name="T21" fmla="*/ 50 h 197"/>
                <a:gd name="T22" fmla="*/ 144 w 239"/>
                <a:gd name="T23" fmla="*/ 7 h 197"/>
                <a:gd name="T24" fmla="*/ 142 w 239"/>
                <a:gd name="T25" fmla="*/ 3 h 197"/>
                <a:gd name="T26" fmla="*/ 157 w 239"/>
                <a:gd name="T27" fmla="*/ 4 h 197"/>
                <a:gd name="T28" fmla="*/ 160 w 239"/>
                <a:gd name="T29" fmla="*/ 4 h 197"/>
                <a:gd name="T30" fmla="*/ 178 w 239"/>
                <a:gd name="T31" fmla="*/ 25 h 197"/>
                <a:gd name="T32" fmla="*/ 184 w 239"/>
                <a:gd name="T33" fmla="*/ 59 h 197"/>
                <a:gd name="T34" fmla="*/ 204 w 239"/>
                <a:gd name="T35" fmla="*/ 116 h 197"/>
                <a:gd name="T36" fmla="*/ 210 w 239"/>
                <a:gd name="T37" fmla="*/ 116 h 197"/>
                <a:gd name="T38" fmla="*/ 213 w 239"/>
                <a:gd name="T39" fmla="*/ 116 h 197"/>
                <a:gd name="T40" fmla="*/ 237 w 239"/>
                <a:gd name="T41" fmla="*/ 133 h 197"/>
                <a:gd name="T42" fmla="*/ 236 w 239"/>
                <a:gd name="T43" fmla="*/ 154 h 197"/>
                <a:gd name="T44" fmla="*/ 230 w 239"/>
                <a:gd name="T45" fmla="*/ 147 h 197"/>
                <a:gd name="T46" fmla="*/ 228 w 239"/>
                <a:gd name="T47" fmla="*/ 154 h 197"/>
                <a:gd name="T48" fmla="*/ 224 w 239"/>
                <a:gd name="T49" fmla="*/ 151 h 197"/>
                <a:gd name="T50" fmla="*/ 216 w 239"/>
                <a:gd name="T51" fmla="*/ 157 h 197"/>
                <a:gd name="T52" fmla="*/ 215 w 239"/>
                <a:gd name="T53" fmla="*/ 159 h 197"/>
                <a:gd name="T54" fmla="*/ 209 w 239"/>
                <a:gd name="T55" fmla="*/ 157 h 197"/>
                <a:gd name="T56" fmla="*/ 221 w 239"/>
                <a:gd name="T57" fmla="*/ 159 h 197"/>
                <a:gd name="T58" fmla="*/ 224 w 239"/>
                <a:gd name="T59" fmla="*/ 162 h 197"/>
                <a:gd name="T60" fmla="*/ 230 w 239"/>
                <a:gd name="T61" fmla="*/ 172 h 197"/>
                <a:gd name="T62" fmla="*/ 210 w 239"/>
                <a:gd name="T63" fmla="*/ 187 h 197"/>
                <a:gd name="T64" fmla="*/ 191 w 239"/>
                <a:gd name="T65" fmla="*/ 182 h 197"/>
                <a:gd name="T66" fmla="*/ 179 w 239"/>
                <a:gd name="T67" fmla="*/ 181 h 197"/>
                <a:gd name="T68" fmla="*/ 166 w 239"/>
                <a:gd name="T69" fmla="*/ 170 h 197"/>
                <a:gd name="T70" fmla="*/ 163 w 239"/>
                <a:gd name="T71" fmla="*/ 160 h 197"/>
                <a:gd name="T72" fmla="*/ 136 w 239"/>
                <a:gd name="T73" fmla="*/ 179 h 197"/>
                <a:gd name="T74" fmla="*/ 111 w 239"/>
                <a:gd name="T75" fmla="*/ 193 h 197"/>
                <a:gd name="T76" fmla="*/ 78 w 239"/>
                <a:gd name="T77" fmla="*/ 197 h 197"/>
                <a:gd name="T78" fmla="*/ 75 w 239"/>
                <a:gd name="T79" fmla="*/ 196 h 197"/>
                <a:gd name="T80" fmla="*/ 70 w 239"/>
                <a:gd name="T81" fmla="*/ 182 h 197"/>
                <a:gd name="T82" fmla="*/ 31 w 239"/>
                <a:gd name="T83" fmla="*/ 162 h 197"/>
                <a:gd name="T84" fmla="*/ 21 w 239"/>
                <a:gd name="T85" fmla="*/ 139 h 197"/>
                <a:gd name="T86" fmla="*/ 84 w 239"/>
                <a:gd name="T87" fmla="*/ 130 h 197"/>
                <a:gd name="T88" fmla="*/ 47 w 239"/>
                <a:gd name="T89" fmla="*/ 121 h 197"/>
                <a:gd name="T90" fmla="*/ 9 w 239"/>
                <a:gd name="T91" fmla="*/ 101 h 197"/>
                <a:gd name="T92" fmla="*/ 40 w 239"/>
                <a:gd name="T93" fmla="*/ 87 h 197"/>
                <a:gd name="T94" fmla="*/ 38 w 239"/>
                <a:gd name="T95" fmla="*/ 84 h 197"/>
                <a:gd name="T96" fmla="*/ 31 w 239"/>
                <a:gd name="T97" fmla="*/ 83 h 197"/>
                <a:gd name="T98" fmla="*/ 12 w 239"/>
                <a:gd name="T99" fmla="*/ 87 h 197"/>
                <a:gd name="T100" fmla="*/ 10 w 239"/>
                <a:gd name="T101" fmla="*/ 83 h 197"/>
                <a:gd name="T102" fmla="*/ 13 w 239"/>
                <a:gd name="T103" fmla="*/ 76 h 197"/>
                <a:gd name="T104" fmla="*/ 4 w 239"/>
                <a:gd name="T105" fmla="*/ 77 h 197"/>
                <a:gd name="T106" fmla="*/ 1 w 239"/>
                <a:gd name="T107" fmla="*/ 76 h 197"/>
                <a:gd name="T108" fmla="*/ 12 w 239"/>
                <a:gd name="T109" fmla="*/ 50 h 197"/>
                <a:gd name="T110" fmla="*/ 10 w 239"/>
                <a:gd name="T111" fmla="*/ 33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39" h="197">
                  <a:moveTo>
                    <a:pt x="56" y="0"/>
                  </a:moveTo>
                  <a:lnTo>
                    <a:pt x="56" y="0"/>
                  </a:lnTo>
                  <a:lnTo>
                    <a:pt x="62" y="4"/>
                  </a:lnTo>
                  <a:lnTo>
                    <a:pt x="64" y="4"/>
                  </a:lnTo>
                  <a:lnTo>
                    <a:pt x="65" y="18"/>
                  </a:lnTo>
                  <a:lnTo>
                    <a:pt x="59" y="35"/>
                  </a:lnTo>
                  <a:lnTo>
                    <a:pt x="70" y="31"/>
                  </a:lnTo>
                  <a:lnTo>
                    <a:pt x="70" y="21"/>
                  </a:lnTo>
                  <a:lnTo>
                    <a:pt x="71" y="21"/>
                  </a:lnTo>
                  <a:lnTo>
                    <a:pt x="77" y="16"/>
                  </a:lnTo>
                  <a:lnTo>
                    <a:pt x="77" y="16"/>
                  </a:lnTo>
                  <a:lnTo>
                    <a:pt x="78" y="16"/>
                  </a:lnTo>
                  <a:lnTo>
                    <a:pt x="101" y="31"/>
                  </a:lnTo>
                  <a:lnTo>
                    <a:pt x="101" y="33"/>
                  </a:lnTo>
                  <a:lnTo>
                    <a:pt x="93" y="46"/>
                  </a:lnTo>
                  <a:lnTo>
                    <a:pt x="117" y="35"/>
                  </a:lnTo>
                  <a:lnTo>
                    <a:pt x="114" y="31"/>
                  </a:lnTo>
                  <a:lnTo>
                    <a:pt x="114" y="31"/>
                  </a:lnTo>
                  <a:lnTo>
                    <a:pt x="116" y="30"/>
                  </a:lnTo>
                  <a:lnTo>
                    <a:pt x="118" y="30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11" y="16"/>
                  </a:lnTo>
                  <a:lnTo>
                    <a:pt x="111" y="16"/>
                  </a:lnTo>
                  <a:lnTo>
                    <a:pt x="123" y="21"/>
                  </a:lnTo>
                  <a:lnTo>
                    <a:pt x="136" y="37"/>
                  </a:lnTo>
                  <a:lnTo>
                    <a:pt x="138" y="59"/>
                  </a:lnTo>
                  <a:lnTo>
                    <a:pt x="141" y="62"/>
                  </a:lnTo>
                  <a:lnTo>
                    <a:pt x="141" y="62"/>
                  </a:lnTo>
                  <a:lnTo>
                    <a:pt x="139" y="71"/>
                  </a:lnTo>
                  <a:lnTo>
                    <a:pt x="142" y="74"/>
                  </a:lnTo>
                  <a:lnTo>
                    <a:pt x="150" y="64"/>
                  </a:lnTo>
                  <a:lnTo>
                    <a:pt x="145" y="50"/>
                  </a:lnTo>
                  <a:lnTo>
                    <a:pt x="139" y="10"/>
                  </a:lnTo>
                  <a:lnTo>
                    <a:pt x="141" y="10"/>
                  </a:lnTo>
                  <a:lnTo>
                    <a:pt x="144" y="7"/>
                  </a:lnTo>
                  <a:lnTo>
                    <a:pt x="142" y="3"/>
                  </a:lnTo>
                  <a:lnTo>
                    <a:pt x="142" y="3"/>
                  </a:lnTo>
                  <a:lnTo>
                    <a:pt x="142" y="3"/>
                  </a:lnTo>
                  <a:lnTo>
                    <a:pt x="142" y="3"/>
                  </a:lnTo>
                  <a:lnTo>
                    <a:pt x="157" y="9"/>
                  </a:lnTo>
                  <a:lnTo>
                    <a:pt x="157" y="4"/>
                  </a:lnTo>
                  <a:lnTo>
                    <a:pt x="157" y="4"/>
                  </a:lnTo>
                  <a:lnTo>
                    <a:pt x="157" y="4"/>
                  </a:lnTo>
                  <a:lnTo>
                    <a:pt x="160" y="4"/>
                  </a:lnTo>
                  <a:lnTo>
                    <a:pt x="161" y="4"/>
                  </a:lnTo>
                  <a:lnTo>
                    <a:pt x="178" y="25"/>
                  </a:lnTo>
                  <a:lnTo>
                    <a:pt x="178" y="25"/>
                  </a:lnTo>
                  <a:lnTo>
                    <a:pt x="178" y="30"/>
                  </a:lnTo>
                  <a:lnTo>
                    <a:pt x="181" y="34"/>
                  </a:lnTo>
                  <a:lnTo>
                    <a:pt x="184" y="59"/>
                  </a:lnTo>
                  <a:lnTo>
                    <a:pt x="191" y="77"/>
                  </a:lnTo>
                  <a:lnTo>
                    <a:pt x="190" y="98"/>
                  </a:lnTo>
                  <a:lnTo>
                    <a:pt x="204" y="116"/>
                  </a:lnTo>
                  <a:lnTo>
                    <a:pt x="206" y="116"/>
                  </a:lnTo>
                  <a:lnTo>
                    <a:pt x="207" y="116"/>
                  </a:lnTo>
                  <a:lnTo>
                    <a:pt x="210" y="116"/>
                  </a:lnTo>
                  <a:lnTo>
                    <a:pt x="212" y="116"/>
                  </a:lnTo>
                  <a:lnTo>
                    <a:pt x="213" y="116"/>
                  </a:lnTo>
                  <a:lnTo>
                    <a:pt x="213" y="116"/>
                  </a:lnTo>
                  <a:lnTo>
                    <a:pt x="230" y="133"/>
                  </a:lnTo>
                  <a:lnTo>
                    <a:pt x="237" y="133"/>
                  </a:lnTo>
                  <a:lnTo>
                    <a:pt x="237" y="133"/>
                  </a:lnTo>
                  <a:lnTo>
                    <a:pt x="239" y="139"/>
                  </a:lnTo>
                  <a:lnTo>
                    <a:pt x="237" y="153"/>
                  </a:lnTo>
                  <a:lnTo>
                    <a:pt x="236" y="154"/>
                  </a:lnTo>
                  <a:lnTo>
                    <a:pt x="233" y="154"/>
                  </a:lnTo>
                  <a:lnTo>
                    <a:pt x="231" y="153"/>
                  </a:lnTo>
                  <a:lnTo>
                    <a:pt x="230" y="147"/>
                  </a:lnTo>
                  <a:lnTo>
                    <a:pt x="228" y="153"/>
                  </a:lnTo>
                  <a:lnTo>
                    <a:pt x="228" y="153"/>
                  </a:lnTo>
                  <a:lnTo>
                    <a:pt x="228" y="154"/>
                  </a:lnTo>
                  <a:lnTo>
                    <a:pt x="228" y="154"/>
                  </a:lnTo>
                  <a:lnTo>
                    <a:pt x="224" y="153"/>
                  </a:lnTo>
                  <a:lnTo>
                    <a:pt x="224" y="151"/>
                  </a:lnTo>
                  <a:lnTo>
                    <a:pt x="221" y="145"/>
                  </a:lnTo>
                  <a:lnTo>
                    <a:pt x="215" y="150"/>
                  </a:lnTo>
                  <a:lnTo>
                    <a:pt x="216" y="157"/>
                  </a:lnTo>
                  <a:lnTo>
                    <a:pt x="216" y="157"/>
                  </a:lnTo>
                  <a:lnTo>
                    <a:pt x="216" y="159"/>
                  </a:lnTo>
                  <a:lnTo>
                    <a:pt x="215" y="159"/>
                  </a:lnTo>
                  <a:lnTo>
                    <a:pt x="212" y="157"/>
                  </a:lnTo>
                  <a:lnTo>
                    <a:pt x="210" y="157"/>
                  </a:lnTo>
                  <a:lnTo>
                    <a:pt x="209" y="157"/>
                  </a:lnTo>
                  <a:lnTo>
                    <a:pt x="209" y="167"/>
                  </a:lnTo>
                  <a:lnTo>
                    <a:pt x="221" y="159"/>
                  </a:lnTo>
                  <a:lnTo>
                    <a:pt x="221" y="159"/>
                  </a:lnTo>
                  <a:lnTo>
                    <a:pt x="222" y="159"/>
                  </a:lnTo>
                  <a:lnTo>
                    <a:pt x="224" y="160"/>
                  </a:lnTo>
                  <a:lnTo>
                    <a:pt x="224" y="162"/>
                  </a:lnTo>
                  <a:lnTo>
                    <a:pt x="221" y="169"/>
                  </a:lnTo>
                  <a:lnTo>
                    <a:pt x="228" y="172"/>
                  </a:lnTo>
                  <a:lnTo>
                    <a:pt x="230" y="172"/>
                  </a:lnTo>
                  <a:lnTo>
                    <a:pt x="230" y="173"/>
                  </a:lnTo>
                  <a:lnTo>
                    <a:pt x="210" y="187"/>
                  </a:lnTo>
                  <a:lnTo>
                    <a:pt x="210" y="187"/>
                  </a:lnTo>
                  <a:lnTo>
                    <a:pt x="207" y="185"/>
                  </a:lnTo>
                  <a:lnTo>
                    <a:pt x="200" y="184"/>
                  </a:lnTo>
                  <a:lnTo>
                    <a:pt x="191" y="182"/>
                  </a:lnTo>
                  <a:lnTo>
                    <a:pt x="184" y="181"/>
                  </a:lnTo>
                  <a:lnTo>
                    <a:pt x="181" y="181"/>
                  </a:lnTo>
                  <a:lnTo>
                    <a:pt x="179" y="181"/>
                  </a:lnTo>
                  <a:lnTo>
                    <a:pt x="179" y="179"/>
                  </a:lnTo>
                  <a:lnTo>
                    <a:pt x="182" y="175"/>
                  </a:lnTo>
                  <a:lnTo>
                    <a:pt x="166" y="170"/>
                  </a:lnTo>
                  <a:lnTo>
                    <a:pt x="164" y="170"/>
                  </a:lnTo>
                  <a:lnTo>
                    <a:pt x="164" y="163"/>
                  </a:lnTo>
                  <a:lnTo>
                    <a:pt x="163" y="160"/>
                  </a:lnTo>
                  <a:lnTo>
                    <a:pt x="153" y="178"/>
                  </a:lnTo>
                  <a:lnTo>
                    <a:pt x="153" y="178"/>
                  </a:lnTo>
                  <a:lnTo>
                    <a:pt x="136" y="179"/>
                  </a:lnTo>
                  <a:lnTo>
                    <a:pt x="124" y="191"/>
                  </a:lnTo>
                  <a:lnTo>
                    <a:pt x="121" y="191"/>
                  </a:lnTo>
                  <a:lnTo>
                    <a:pt x="111" y="193"/>
                  </a:lnTo>
                  <a:lnTo>
                    <a:pt x="101" y="194"/>
                  </a:lnTo>
                  <a:lnTo>
                    <a:pt x="89" y="196"/>
                  </a:lnTo>
                  <a:lnTo>
                    <a:pt x="78" y="197"/>
                  </a:lnTo>
                  <a:lnTo>
                    <a:pt x="75" y="197"/>
                  </a:lnTo>
                  <a:lnTo>
                    <a:pt x="75" y="197"/>
                  </a:lnTo>
                  <a:lnTo>
                    <a:pt x="75" y="196"/>
                  </a:lnTo>
                  <a:lnTo>
                    <a:pt x="77" y="193"/>
                  </a:lnTo>
                  <a:lnTo>
                    <a:pt x="71" y="188"/>
                  </a:lnTo>
                  <a:lnTo>
                    <a:pt x="70" y="182"/>
                  </a:lnTo>
                  <a:lnTo>
                    <a:pt x="70" y="176"/>
                  </a:lnTo>
                  <a:lnTo>
                    <a:pt x="55" y="167"/>
                  </a:lnTo>
                  <a:lnTo>
                    <a:pt x="31" y="162"/>
                  </a:lnTo>
                  <a:lnTo>
                    <a:pt x="31" y="162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61" y="127"/>
                  </a:lnTo>
                  <a:lnTo>
                    <a:pt x="84" y="130"/>
                  </a:lnTo>
                  <a:lnTo>
                    <a:pt x="89" y="124"/>
                  </a:lnTo>
                  <a:lnTo>
                    <a:pt x="67" y="114"/>
                  </a:lnTo>
                  <a:lnTo>
                    <a:pt x="47" y="121"/>
                  </a:lnTo>
                  <a:lnTo>
                    <a:pt x="19" y="117"/>
                  </a:lnTo>
                  <a:lnTo>
                    <a:pt x="18" y="117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0" y="99"/>
                  </a:lnTo>
                  <a:lnTo>
                    <a:pt x="40" y="87"/>
                  </a:lnTo>
                  <a:lnTo>
                    <a:pt x="38" y="84"/>
                  </a:lnTo>
                  <a:lnTo>
                    <a:pt x="38" y="84"/>
                  </a:lnTo>
                  <a:lnTo>
                    <a:pt x="38" y="84"/>
                  </a:lnTo>
                  <a:lnTo>
                    <a:pt x="41" y="81"/>
                  </a:lnTo>
                  <a:lnTo>
                    <a:pt x="38" y="81"/>
                  </a:lnTo>
                  <a:lnTo>
                    <a:pt x="31" y="83"/>
                  </a:lnTo>
                  <a:lnTo>
                    <a:pt x="22" y="86"/>
                  </a:lnTo>
                  <a:lnTo>
                    <a:pt x="15" y="87"/>
                  </a:lnTo>
                  <a:lnTo>
                    <a:pt x="12" y="87"/>
                  </a:lnTo>
                  <a:lnTo>
                    <a:pt x="10" y="87"/>
                  </a:lnTo>
                  <a:lnTo>
                    <a:pt x="9" y="84"/>
                  </a:lnTo>
                  <a:lnTo>
                    <a:pt x="10" y="83"/>
                  </a:lnTo>
                  <a:lnTo>
                    <a:pt x="15" y="80"/>
                  </a:lnTo>
                  <a:lnTo>
                    <a:pt x="15" y="76"/>
                  </a:lnTo>
                  <a:lnTo>
                    <a:pt x="13" y="76"/>
                  </a:lnTo>
                  <a:lnTo>
                    <a:pt x="12" y="76"/>
                  </a:lnTo>
                  <a:lnTo>
                    <a:pt x="7" y="76"/>
                  </a:lnTo>
                  <a:lnTo>
                    <a:pt x="4" y="77"/>
                  </a:lnTo>
                  <a:lnTo>
                    <a:pt x="3" y="77"/>
                  </a:lnTo>
                  <a:lnTo>
                    <a:pt x="1" y="77"/>
                  </a:lnTo>
                  <a:lnTo>
                    <a:pt x="1" y="76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2" y="50"/>
                  </a:lnTo>
                  <a:lnTo>
                    <a:pt x="7" y="46"/>
                  </a:lnTo>
                  <a:lnTo>
                    <a:pt x="7" y="44"/>
                  </a:lnTo>
                  <a:lnTo>
                    <a:pt x="10" y="33"/>
                  </a:lnTo>
                  <a:lnTo>
                    <a:pt x="56" y="0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73" name="Freeform 678">
              <a:extLst>
                <a:ext uri="{FF2B5EF4-FFF2-40B4-BE49-F238E27FC236}">
                  <a16:creationId xmlns:a16="http://schemas.microsoft.com/office/drawing/2014/main" id="{4C1633E4-D9EC-F4BA-E117-9E7902330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2220" y="1606361"/>
              <a:ext cx="288175" cy="323167"/>
            </a:xfrm>
            <a:custGeom>
              <a:avLst/>
              <a:gdLst>
                <a:gd name="T0" fmla="*/ 60 w 140"/>
                <a:gd name="T1" fmla="*/ 1 h 157"/>
                <a:gd name="T2" fmla="*/ 83 w 140"/>
                <a:gd name="T3" fmla="*/ 20 h 157"/>
                <a:gd name="T4" fmla="*/ 88 w 140"/>
                <a:gd name="T5" fmla="*/ 19 h 157"/>
                <a:gd name="T6" fmla="*/ 89 w 140"/>
                <a:gd name="T7" fmla="*/ 19 h 157"/>
                <a:gd name="T8" fmla="*/ 89 w 140"/>
                <a:gd name="T9" fmla="*/ 25 h 157"/>
                <a:gd name="T10" fmla="*/ 92 w 140"/>
                <a:gd name="T11" fmla="*/ 17 h 157"/>
                <a:gd name="T12" fmla="*/ 97 w 140"/>
                <a:gd name="T13" fmla="*/ 17 h 157"/>
                <a:gd name="T14" fmla="*/ 106 w 140"/>
                <a:gd name="T15" fmla="*/ 17 h 157"/>
                <a:gd name="T16" fmla="*/ 110 w 140"/>
                <a:gd name="T17" fmla="*/ 17 h 157"/>
                <a:gd name="T18" fmla="*/ 140 w 140"/>
                <a:gd name="T19" fmla="*/ 53 h 157"/>
                <a:gd name="T20" fmla="*/ 140 w 140"/>
                <a:gd name="T21" fmla="*/ 54 h 157"/>
                <a:gd name="T22" fmla="*/ 86 w 140"/>
                <a:gd name="T23" fmla="*/ 105 h 157"/>
                <a:gd name="T24" fmla="*/ 76 w 140"/>
                <a:gd name="T25" fmla="*/ 109 h 157"/>
                <a:gd name="T26" fmla="*/ 73 w 140"/>
                <a:gd name="T27" fmla="*/ 130 h 157"/>
                <a:gd name="T28" fmla="*/ 70 w 140"/>
                <a:gd name="T29" fmla="*/ 139 h 157"/>
                <a:gd name="T30" fmla="*/ 60 w 140"/>
                <a:gd name="T31" fmla="*/ 145 h 157"/>
                <a:gd name="T32" fmla="*/ 55 w 140"/>
                <a:gd name="T33" fmla="*/ 140 h 157"/>
                <a:gd name="T34" fmla="*/ 36 w 140"/>
                <a:gd name="T35" fmla="*/ 157 h 157"/>
                <a:gd name="T36" fmla="*/ 36 w 140"/>
                <a:gd name="T37" fmla="*/ 157 h 157"/>
                <a:gd name="T38" fmla="*/ 0 w 140"/>
                <a:gd name="T39" fmla="*/ 121 h 157"/>
                <a:gd name="T40" fmla="*/ 12 w 140"/>
                <a:gd name="T41" fmla="*/ 93 h 157"/>
                <a:gd name="T42" fmla="*/ 9 w 140"/>
                <a:gd name="T43" fmla="*/ 78 h 157"/>
                <a:gd name="T44" fmla="*/ 12 w 140"/>
                <a:gd name="T45" fmla="*/ 71 h 157"/>
                <a:gd name="T46" fmla="*/ 26 w 140"/>
                <a:gd name="T47" fmla="*/ 37 h 157"/>
                <a:gd name="T48" fmla="*/ 20 w 140"/>
                <a:gd name="T49" fmla="*/ 23 h 157"/>
                <a:gd name="T50" fmla="*/ 17 w 140"/>
                <a:gd name="T51" fmla="*/ 11 h 157"/>
                <a:gd name="T52" fmla="*/ 17 w 140"/>
                <a:gd name="T53" fmla="*/ 10 h 157"/>
                <a:gd name="T54" fmla="*/ 36 w 140"/>
                <a:gd name="T55" fmla="*/ 4 h 157"/>
                <a:gd name="T56" fmla="*/ 38 w 140"/>
                <a:gd name="T57" fmla="*/ 8 h 157"/>
                <a:gd name="T58" fmla="*/ 38 w 140"/>
                <a:gd name="T59" fmla="*/ 4 h 157"/>
                <a:gd name="T60" fmla="*/ 41 w 140"/>
                <a:gd name="T61" fmla="*/ 4 h 157"/>
                <a:gd name="T62" fmla="*/ 48 w 140"/>
                <a:gd name="T63" fmla="*/ 3 h 157"/>
                <a:gd name="T64" fmla="*/ 55 w 140"/>
                <a:gd name="T65" fmla="*/ 1 h 157"/>
                <a:gd name="T66" fmla="*/ 58 w 140"/>
                <a:gd name="T6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0" h="157">
                  <a:moveTo>
                    <a:pt x="58" y="0"/>
                  </a:moveTo>
                  <a:lnTo>
                    <a:pt x="60" y="1"/>
                  </a:lnTo>
                  <a:lnTo>
                    <a:pt x="83" y="19"/>
                  </a:lnTo>
                  <a:lnTo>
                    <a:pt x="83" y="20"/>
                  </a:lnTo>
                  <a:lnTo>
                    <a:pt x="82" y="25"/>
                  </a:lnTo>
                  <a:lnTo>
                    <a:pt x="88" y="19"/>
                  </a:lnTo>
                  <a:lnTo>
                    <a:pt x="89" y="19"/>
                  </a:lnTo>
                  <a:lnTo>
                    <a:pt x="89" y="19"/>
                  </a:lnTo>
                  <a:lnTo>
                    <a:pt x="89" y="20"/>
                  </a:lnTo>
                  <a:lnTo>
                    <a:pt x="89" y="25"/>
                  </a:lnTo>
                  <a:lnTo>
                    <a:pt x="92" y="17"/>
                  </a:lnTo>
                  <a:lnTo>
                    <a:pt x="92" y="17"/>
                  </a:lnTo>
                  <a:lnTo>
                    <a:pt x="94" y="17"/>
                  </a:lnTo>
                  <a:lnTo>
                    <a:pt x="97" y="17"/>
                  </a:lnTo>
                  <a:lnTo>
                    <a:pt x="101" y="17"/>
                  </a:lnTo>
                  <a:lnTo>
                    <a:pt x="106" y="17"/>
                  </a:lnTo>
                  <a:lnTo>
                    <a:pt x="109" y="17"/>
                  </a:lnTo>
                  <a:lnTo>
                    <a:pt x="110" y="17"/>
                  </a:lnTo>
                  <a:lnTo>
                    <a:pt x="110" y="17"/>
                  </a:lnTo>
                  <a:lnTo>
                    <a:pt x="140" y="53"/>
                  </a:lnTo>
                  <a:lnTo>
                    <a:pt x="140" y="54"/>
                  </a:lnTo>
                  <a:lnTo>
                    <a:pt x="140" y="54"/>
                  </a:lnTo>
                  <a:lnTo>
                    <a:pt x="91" y="90"/>
                  </a:lnTo>
                  <a:lnTo>
                    <a:pt x="86" y="105"/>
                  </a:lnTo>
                  <a:lnTo>
                    <a:pt x="86" y="105"/>
                  </a:lnTo>
                  <a:lnTo>
                    <a:pt x="76" y="109"/>
                  </a:lnTo>
                  <a:lnTo>
                    <a:pt x="72" y="121"/>
                  </a:lnTo>
                  <a:lnTo>
                    <a:pt x="73" y="130"/>
                  </a:lnTo>
                  <a:lnTo>
                    <a:pt x="70" y="139"/>
                  </a:lnTo>
                  <a:lnTo>
                    <a:pt x="70" y="139"/>
                  </a:lnTo>
                  <a:lnTo>
                    <a:pt x="60" y="145"/>
                  </a:lnTo>
                  <a:lnTo>
                    <a:pt x="60" y="145"/>
                  </a:lnTo>
                  <a:lnTo>
                    <a:pt x="58" y="145"/>
                  </a:lnTo>
                  <a:lnTo>
                    <a:pt x="55" y="140"/>
                  </a:lnTo>
                  <a:lnTo>
                    <a:pt x="36" y="157"/>
                  </a:lnTo>
                  <a:lnTo>
                    <a:pt x="36" y="157"/>
                  </a:lnTo>
                  <a:lnTo>
                    <a:pt x="36" y="157"/>
                  </a:lnTo>
                  <a:lnTo>
                    <a:pt x="36" y="157"/>
                  </a:lnTo>
                  <a:lnTo>
                    <a:pt x="23" y="130"/>
                  </a:lnTo>
                  <a:lnTo>
                    <a:pt x="0" y="121"/>
                  </a:lnTo>
                  <a:lnTo>
                    <a:pt x="0" y="120"/>
                  </a:lnTo>
                  <a:lnTo>
                    <a:pt x="12" y="93"/>
                  </a:lnTo>
                  <a:lnTo>
                    <a:pt x="9" y="80"/>
                  </a:lnTo>
                  <a:lnTo>
                    <a:pt x="9" y="78"/>
                  </a:lnTo>
                  <a:lnTo>
                    <a:pt x="15" y="77"/>
                  </a:lnTo>
                  <a:lnTo>
                    <a:pt x="12" y="71"/>
                  </a:lnTo>
                  <a:lnTo>
                    <a:pt x="12" y="69"/>
                  </a:lnTo>
                  <a:lnTo>
                    <a:pt x="26" y="37"/>
                  </a:lnTo>
                  <a:lnTo>
                    <a:pt x="21" y="29"/>
                  </a:lnTo>
                  <a:lnTo>
                    <a:pt x="20" y="23"/>
                  </a:lnTo>
                  <a:lnTo>
                    <a:pt x="21" y="19"/>
                  </a:lnTo>
                  <a:lnTo>
                    <a:pt x="17" y="11"/>
                  </a:lnTo>
                  <a:lnTo>
                    <a:pt x="17" y="10"/>
                  </a:lnTo>
                  <a:lnTo>
                    <a:pt x="17" y="10"/>
                  </a:lnTo>
                  <a:lnTo>
                    <a:pt x="35" y="4"/>
                  </a:lnTo>
                  <a:lnTo>
                    <a:pt x="36" y="4"/>
                  </a:lnTo>
                  <a:lnTo>
                    <a:pt x="36" y="4"/>
                  </a:lnTo>
                  <a:lnTo>
                    <a:pt x="38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9" y="4"/>
                  </a:lnTo>
                  <a:lnTo>
                    <a:pt x="41" y="4"/>
                  </a:lnTo>
                  <a:lnTo>
                    <a:pt x="45" y="3"/>
                  </a:lnTo>
                  <a:lnTo>
                    <a:pt x="48" y="3"/>
                  </a:lnTo>
                  <a:lnTo>
                    <a:pt x="52" y="1"/>
                  </a:lnTo>
                  <a:lnTo>
                    <a:pt x="55" y="1"/>
                  </a:lnTo>
                  <a:lnTo>
                    <a:pt x="58" y="1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74" name="Freeform 680">
              <a:extLst>
                <a:ext uri="{FF2B5EF4-FFF2-40B4-BE49-F238E27FC236}">
                  <a16:creationId xmlns:a16="http://schemas.microsoft.com/office/drawing/2014/main" id="{030E789C-3D37-8321-819E-1DC12524C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571" y="2071558"/>
              <a:ext cx="28817" cy="24701"/>
            </a:xfrm>
            <a:custGeom>
              <a:avLst/>
              <a:gdLst>
                <a:gd name="T0" fmla="*/ 1 w 14"/>
                <a:gd name="T1" fmla="*/ 0 h 12"/>
                <a:gd name="T2" fmla="*/ 1 w 14"/>
                <a:gd name="T3" fmla="*/ 0 h 12"/>
                <a:gd name="T4" fmla="*/ 14 w 14"/>
                <a:gd name="T5" fmla="*/ 12 h 12"/>
                <a:gd name="T6" fmla="*/ 14 w 14"/>
                <a:gd name="T7" fmla="*/ 12 h 12"/>
                <a:gd name="T8" fmla="*/ 13 w 14"/>
                <a:gd name="T9" fmla="*/ 12 h 12"/>
                <a:gd name="T10" fmla="*/ 13 w 14"/>
                <a:gd name="T11" fmla="*/ 12 h 12"/>
                <a:gd name="T12" fmla="*/ 4 w 14"/>
                <a:gd name="T13" fmla="*/ 11 h 12"/>
                <a:gd name="T14" fmla="*/ 3 w 14"/>
                <a:gd name="T15" fmla="*/ 9 h 12"/>
                <a:gd name="T16" fmla="*/ 0 w 14"/>
                <a:gd name="T17" fmla="*/ 2 h 12"/>
                <a:gd name="T18" fmla="*/ 1 w 14"/>
                <a:gd name="T19" fmla="*/ 0 h 12"/>
                <a:gd name="T20" fmla="*/ 1 w 14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2">
                  <a:moveTo>
                    <a:pt x="1" y="0"/>
                  </a:moveTo>
                  <a:lnTo>
                    <a:pt x="1" y="0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4" y="11"/>
                  </a:lnTo>
                  <a:lnTo>
                    <a:pt x="3" y="9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75" name="Freeform 682">
              <a:extLst>
                <a:ext uri="{FF2B5EF4-FFF2-40B4-BE49-F238E27FC236}">
                  <a16:creationId xmlns:a16="http://schemas.microsoft.com/office/drawing/2014/main" id="{28C9F6FA-37BB-6B43-3AAE-17E4CB6A3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6979" y="2032448"/>
              <a:ext cx="43226" cy="57635"/>
            </a:xfrm>
            <a:custGeom>
              <a:avLst/>
              <a:gdLst>
                <a:gd name="T0" fmla="*/ 13 w 21"/>
                <a:gd name="T1" fmla="*/ 0 h 28"/>
                <a:gd name="T2" fmla="*/ 13 w 21"/>
                <a:gd name="T3" fmla="*/ 0 h 28"/>
                <a:gd name="T4" fmla="*/ 13 w 21"/>
                <a:gd name="T5" fmla="*/ 2 h 28"/>
                <a:gd name="T6" fmla="*/ 16 w 21"/>
                <a:gd name="T7" fmla="*/ 8 h 28"/>
                <a:gd name="T8" fmla="*/ 16 w 21"/>
                <a:gd name="T9" fmla="*/ 8 h 28"/>
                <a:gd name="T10" fmla="*/ 18 w 21"/>
                <a:gd name="T11" fmla="*/ 8 h 28"/>
                <a:gd name="T12" fmla="*/ 19 w 21"/>
                <a:gd name="T13" fmla="*/ 8 h 28"/>
                <a:gd name="T14" fmla="*/ 21 w 21"/>
                <a:gd name="T15" fmla="*/ 8 h 28"/>
                <a:gd name="T16" fmla="*/ 21 w 21"/>
                <a:gd name="T17" fmla="*/ 8 h 28"/>
                <a:gd name="T18" fmla="*/ 21 w 21"/>
                <a:gd name="T19" fmla="*/ 9 h 28"/>
                <a:gd name="T20" fmla="*/ 10 w 21"/>
                <a:gd name="T21" fmla="*/ 27 h 28"/>
                <a:gd name="T22" fmla="*/ 10 w 21"/>
                <a:gd name="T23" fmla="*/ 28 h 28"/>
                <a:gd name="T24" fmla="*/ 9 w 21"/>
                <a:gd name="T25" fmla="*/ 28 h 28"/>
                <a:gd name="T26" fmla="*/ 6 w 21"/>
                <a:gd name="T27" fmla="*/ 27 h 28"/>
                <a:gd name="T28" fmla="*/ 6 w 21"/>
                <a:gd name="T29" fmla="*/ 25 h 28"/>
                <a:gd name="T30" fmla="*/ 6 w 21"/>
                <a:gd name="T31" fmla="*/ 25 h 28"/>
                <a:gd name="T32" fmla="*/ 9 w 21"/>
                <a:gd name="T33" fmla="*/ 22 h 28"/>
                <a:gd name="T34" fmla="*/ 7 w 21"/>
                <a:gd name="T35" fmla="*/ 22 h 28"/>
                <a:gd name="T36" fmla="*/ 6 w 21"/>
                <a:gd name="T37" fmla="*/ 22 h 28"/>
                <a:gd name="T38" fmla="*/ 4 w 21"/>
                <a:gd name="T39" fmla="*/ 22 h 28"/>
                <a:gd name="T40" fmla="*/ 4 w 21"/>
                <a:gd name="T41" fmla="*/ 22 h 28"/>
                <a:gd name="T42" fmla="*/ 0 w 21"/>
                <a:gd name="T43" fmla="*/ 14 h 28"/>
                <a:gd name="T44" fmla="*/ 1 w 21"/>
                <a:gd name="T45" fmla="*/ 12 h 28"/>
                <a:gd name="T46" fmla="*/ 1 w 21"/>
                <a:gd name="T47" fmla="*/ 12 h 28"/>
                <a:gd name="T48" fmla="*/ 1 w 21"/>
                <a:gd name="T49" fmla="*/ 12 h 28"/>
                <a:gd name="T50" fmla="*/ 6 w 21"/>
                <a:gd name="T51" fmla="*/ 14 h 28"/>
                <a:gd name="T52" fmla="*/ 12 w 21"/>
                <a:gd name="T53" fmla="*/ 12 h 28"/>
                <a:gd name="T54" fmla="*/ 10 w 21"/>
                <a:gd name="T55" fmla="*/ 9 h 28"/>
                <a:gd name="T56" fmla="*/ 10 w 21"/>
                <a:gd name="T57" fmla="*/ 9 h 28"/>
                <a:gd name="T58" fmla="*/ 12 w 21"/>
                <a:gd name="T59" fmla="*/ 2 h 28"/>
                <a:gd name="T60" fmla="*/ 13 w 21"/>
                <a:gd name="T61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" h="28">
                  <a:moveTo>
                    <a:pt x="13" y="0"/>
                  </a:moveTo>
                  <a:lnTo>
                    <a:pt x="13" y="0"/>
                  </a:lnTo>
                  <a:lnTo>
                    <a:pt x="13" y="2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19" y="8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9"/>
                  </a:lnTo>
                  <a:lnTo>
                    <a:pt x="10" y="27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6" y="27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9" y="22"/>
                  </a:lnTo>
                  <a:lnTo>
                    <a:pt x="7" y="22"/>
                  </a:lnTo>
                  <a:lnTo>
                    <a:pt x="6" y="22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0" y="14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6" y="14"/>
                  </a:lnTo>
                  <a:lnTo>
                    <a:pt x="12" y="12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2" y="2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76" name="Freeform 685">
              <a:extLst>
                <a:ext uri="{FF2B5EF4-FFF2-40B4-BE49-F238E27FC236}">
                  <a16:creationId xmlns:a16="http://schemas.microsoft.com/office/drawing/2014/main" id="{9114D442-3EB9-03C2-3BD3-CAFCD6122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246" y="2065382"/>
              <a:ext cx="12350" cy="12350"/>
            </a:xfrm>
            <a:custGeom>
              <a:avLst/>
              <a:gdLst>
                <a:gd name="T0" fmla="*/ 2 w 6"/>
                <a:gd name="T1" fmla="*/ 0 h 6"/>
                <a:gd name="T2" fmla="*/ 5 w 6"/>
                <a:gd name="T3" fmla="*/ 0 h 6"/>
                <a:gd name="T4" fmla="*/ 6 w 6"/>
                <a:gd name="T5" fmla="*/ 0 h 6"/>
                <a:gd name="T6" fmla="*/ 6 w 6"/>
                <a:gd name="T7" fmla="*/ 0 h 6"/>
                <a:gd name="T8" fmla="*/ 5 w 6"/>
                <a:gd name="T9" fmla="*/ 6 h 6"/>
                <a:gd name="T10" fmla="*/ 5 w 6"/>
                <a:gd name="T11" fmla="*/ 6 h 6"/>
                <a:gd name="T12" fmla="*/ 2 w 6"/>
                <a:gd name="T13" fmla="*/ 6 h 6"/>
                <a:gd name="T14" fmla="*/ 2 w 6"/>
                <a:gd name="T15" fmla="*/ 6 h 6"/>
                <a:gd name="T16" fmla="*/ 0 w 6"/>
                <a:gd name="T17" fmla="*/ 0 h 6"/>
                <a:gd name="T18" fmla="*/ 0 w 6"/>
                <a:gd name="T19" fmla="*/ 0 h 6"/>
                <a:gd name="T20" fmla="*/ 2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6"/>
                  </a:lnTo>
                  <a:lnTo>
                    <a:pt x="5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77" name="Freeform 687">
              <a:extLst>
                <a:ext uri="{FF2B5EF4-FFF2-40B4-BE49-F238E27FC236}">
                  <a16:creationId xmlns:a16="http://schemas.microsoft.com/office/drawing/2014/main" id="{E4270E77-0DC7-9C88-3152-D139FBCC9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3721" y="2075675"/>
              <a:ext cx="24701" cy="30876"/>
            </a:xfrm>
            <a:custGeom>
              <a:avLst/>
              <a:gdLst>
                <a:gd name="T0" fmla="*/ 9 w 12"/>
                <a:gd name="T1" fmla="*/ 0 h 15"/>
                <a:gd name="T2" fmla="*/ 9 w 12"/>
                <a:gd name="T3" fmla="*/ 0 h 15"/>
                <a:gd name="T4" fmla="*/ 9 w 12"/>
                <a:gd name="T5" fmla="*/ 0 h 15"/>
                <a:gd name="T6" fmla="*/ 12 w 12"/>
                <a:gd name="T7" fmla="*/ 3 h 15"/>
                <a:gd name="T8" fmla="*/ 12 w 12"/>
                <a:gd name="T9" fmla="*/ 4 h 15"/>
                <a:gd name="T10" fmla="*/ 8 w 12"/>
                <a:gd name="T11" fmla="*/ 10 h 15"/>
                <a:gd name="T12" fmla="*/ 0 w 12"/>
                <a:gd name="T13" fmla="*/ 15 h 15"/>
                <a:gd name="T14" fmla="*/ 0 w 12"/>
                <a:gd name="T15" fmla="*/ 15 h 15"/>
                <a:gd name="T16" fmla="*/ 0 w 12"/>
                <a:gd name="T17" fmla="*/ 13 h 15"/>
                <a:gd name="T18" fmla="*/ 0 w 12"/>
                <a:gd name="T19" fmla="*/ 13 h 15"/>
                <a:gd name="T20" fmla="*/ 8 w 12"/>
                <a:gd name="T21" fmla="*/ 0 h 15"/>
                <a:gd name="T22" fmla="*/ 9 w 12"/>
                <a:gd name="T2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5">
                  <a:moveTo>
                    <a:pt x="9" y="0"/>
                  </a:moveTo>
                  <a:lnTo>
                    <a:pt x="9" y="0"/>
                  </a:lnTo>
                  <a:lnTo>
                    <a:pt x="9" y="0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8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8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78" name="Freeform 1910">
              <a:extLst>
                <a:ext uri="{FF2B5EF4-FFF2-40B4-BE49-F238E27FC236}">
                  <a16:creationId xmlns:a16="http://schemas.microsoft.com/office/drawing/2014/main" id="{BDFFCEA3-B192-BC93-054D-76585F645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081" y="2512053"/>
              <a:ext cx="30877" cy="14409"/>
            </a:xfrm>
            <a:custGeom>
              <a:avLst/>
              <a:gdLst>
                <a:gd name="T0" fmla="*/ 7 w 15"/>
                <a:gd name="T1" fmla="*/ 0 h 7"/>
                <a:gd name="T2" fmla="*/ 7 w 15"/>
                <a:gd name="T3" fmla="*/ 0 h 7"/>
                <a:gd name="T4" fmla="*/ 10 w 15"/>
                <a:gd name="T5" fmla="*/ 0 h 7"/>
                <a:gd name="T6" fmla="*/ 12 w 15"/>
                <a:gd name="T7" fmla="*/ 0 h 7"/>
                <a:gd name="T8" fmla="*/ 13 w 15"/>
                <a:gd name="T9" fmla="*/ 0 h 7"/>
                <a:gd name="T10" fmla="*/ 15 w 15"/>
                <a:gd name="T11" fmla="*/ 1 h 7"/>
                <a:gd name="T12" fmla="*/ 15 w 15"/>
                <a:gd name="T13" fmla="*/ 1 h 7"/>
                <a:gd name="T14" fmla="*/ 15 w 15"/>
                <a:gd name="T15" fmla="*/ 3 h 7"/>
                <a:gd name="T16" fmla="*/ 1 w 15"/>
                <a:gd name="T17" fmla="*/ 7 h 7"/>
                <a:gd name="T18" fmla="*/ 1 w 15"/>
                <a:gd name="T19" fmla="*/ 7 h 7"/>
                <a:gd name="T20" fmla="*/ 0 w 15"/>
                <a:gd name="T21" fmla="*/ 6 h 7"/>
                <a:gd name="T22" fmla="*/ 1 w 15"/>
                <a:gd name="T23" fmla="*/ 6 h 7"/>
                <a:gd name="T24" fmla="*/ 7 w 15"/>
                <a:gd name="T25" fmla="*/ 0 h 7"/>
                <a:gd name="T26" fmla="*/ 7 w 15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7">
                  <a:moveTo>
                    <a:pt x="7" y="0"/>
                  </a:moveTo>
                  <a:lnTo>
                    <a:pt x="7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5" y="1"/>
                  </a:lnTo>
                  <a:lnTo>
                    <a:pt x="15" y="3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6"/>
                  </a:lnTo>
                  <a:lnTo>
                    <a:pt x="1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79" name="Freeform 1912">
              <a:extLst>
                <a:ext uri="{FF2B5EF4-FFF2-40B4-BE49-F238E27FC236}">
                  <a16:creationId xmlns:a16="http://schemas.microsoft.com/office/drawing/2014/main" id="{52DF51BB-755E-46D0-32EB-7EBB4C196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3344" y="2590272"/>
              <a:ext cx="14409" cy="16467"/>
            </a:xfrm>
            <a:custGeom>
              <a:avLst/>
              <a:gdLst>
                <a:gd name="T0" fmla="*/ 3 w 7"/>
                <a:gd name="T1" fmla="*/ 0 h 8"/>
                <a:gd name="T2" fmla="*/ 3 w 7"/>
                <a:gd name="T3" fmla="*/ 0 h 8"/>
                <a:gd name="T4" fmla="*/ 3 w 7"/>
                <a:gd name="T5" fmla="*/ 2 h 8"/>
                <a:gd name="T6" fmla="*/ 7 w 7"/>
                <a:gd name="T7" fmla="*/ 8 h 8"/>
                <a:gd name="T8" fmla="*/ 7 w 7"/>
                <a:gd name="T9" fmla="*/ 8 h 8"/>
                <a:gd name="T10" fmla="*/ 6 w 7"/>
                <a:gd name="T11" fmla="*/ 8 h 8"/>
                <a:gd name="T12" fmla="*/ 6 w 7"/>
                <a:gd name="T13" fmla="*/ 8 h 8"/>
                <a:gd name="T14" fmla="*/ 0 w 7"/>
                <a:gd name="T15" fmla="*/ 6 h 8"/>
                <a:gd name="T16" fmla="*/ 0 w 7"/>
                <a:gd name="T17" fmla="*/ 5 h 8"/>
                <a:gd name="T18" fmla="*/ 0 w 7"/>
                <a:gd name="T19" fmla="*/ 5 h 8"/>
                <a:gd name="T20" fmla="*/ 3 w 7"/>
                <a:gd name="T21" fmla="*/ 2 h 8"/>
                <a:gd name="T22" fmla="*/ 3 w 7"/>
                <a:gd name="T2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8">
                  <a:moveTo>
                    <a:pt x="3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7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6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  <p:sp>
          <p:nvSpPr>
            <p:cNvPr id="680" name="Freeform 1914">
              <a:extLst>
                <a:ext uri="{FF2B5EF4-FFF2-40B4-BE49-F238E27FC236}">
                  <a16:creationId xmlns:a16="http://schemas.microsoft.com/office/drawing/2014/main" id="{9331762D-7A62-0D02-72ED-BB2860C68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030" y="2551164"/>
              <a:ext cx="26759" cy="18527"/>
            </a:xfrm>
            <a:custGeom>
              <a:avLst/>
              <a:gdLst>
                <a:gd name="T0" fmla="*/ 13 w 13"/>
                <a:gd name="T1" fmla="*/ 0 h 9"/>
                <a:gd name="T2" fmla="*/ 13 w 13"/>
                <a:gd name="T3" fmla="*/ 0 h 9"/>
                <a:gd name="T4" fmla="*/ 13 w 13"/>
                <a:gd name="T5" fmla="*/ 0 h 9"/>
                <a:gd name="T6" fmla="*/ 12 w 13"/>
                <a:gd name="T7" fmla="*/ 6 h 9"/>
                <a:gd name="T8" fmla="*/ 12 w 13"/>
                <a:gd name="T9" fmla="*/ 6 h 9"/>
                <a:gd name="T10" fmla="*/ 7 w 13"/>
                <a:gd name="T11" fmla="*/ 8 h 9"/>
                <a:gd name="T12" fmla="*/ 7 w 13"/>
                <a:gd name="T13" fmla="*/ 9 h 9"/>
                <a:gd name="T14" fmla="*/ 7 w 13"/>
                <a:gd name="T15" fmla="*/ 8 h 9"/>
                <a:gd name="T16" fmla="*/ 1 w 13"/>
                <a:gd name="T17" fmla="*/ 5 h 9"/>
                <a:gd name="T18" fmla="*/ 0 w 13"/>
                <a:gd name="T19" fmla="*/ 5 h 9"/>
                <a:gd name="T20" fmla="*/ 1 w 13"/>
                <a:gd name="T21" fmla="*/ 3 h 9"/>
                <a:gd name="T22" fmla="*/ 13 w 13"/>
                <a:gd name="T23" fmla="*/ 0 h 9"/>
                <a:gd name="T24" fmla="*/ 13 w 13"/>
                <a:gd name="T2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9">
                  <a:moveTo>
                    <a:pt x="13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7" y="8"/>
                  </a:lnTo>
                  <a:lnTo>
                    <a:pt x="7" y="9"/>
                  </a:lnTo>
                  <a:lnTo>
                    <a:pt x="7" y="8"/>
                  </a:lnTo>
                  <a:lnTo>
                    <a:pt x="1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115166" tIns="57583" rIns="115166" bIns="57583" numCol="1" anchor="t" anchorCtr="0" compatLnSpc="1">
              <a:prstTxWarp prst="textNoShape">
                <a:avLst/>
              </a:prstTxWarp>
            </a:bodyPr>
            <a:lstStyle/>
            <a:p>
              <a:pPr defTabSz="1151687"/>
              <a:endParaRPr lang="en-GB" sz="2267">
                <a:solidFill>
                  <a:srgbClr val="455560"/>
                </a:solidFill>
                <a:latin typeface="Arial"/>
              </a:endParaRPr>
            </a:p>
          </p:txBody>
        </p:sp>
      </p:grpSp>
      <p:sp>
        <p:nvSpPr>
          <p:cNvPr id="1228" name="TextBox 1227">
            <a:extLst>
              <a:ext uri="{FF2B5EF4-FFF2-40B4-BE49-F238E27FC236}">
                <a16:creationId xmlns:a16="http://schemas.microsoft.com/office/drawing/2014/main" id="{42E35626-884C-403A-8681-CCEF732618BC}"/>
              </a:ext>
            </a:extLst>
          </p:cNvPr>
          <p:cNvSpPr txBox="1"/>
          <p:nvPr/>
        </p:nvSpPr>
        <p:spPr>
          <a:xfrm>
            <a:off x="5523944" y="6437218"/>
            <a:ext cx="62143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1" i="1" dirty="0">
                <a:solidFill>
                  <a:schemeClr val="bg1">
                    <a:lumMod val="65000"/>
                  </a:schemeClr>
                </a:solidFill>
              </a:rPr>
              <a:t>This map is a generalized approximate illustration only, and is not intended to be used for reference or quotation purposes.</a:t>
            </a:r>
            <a:endParaRPr lang="en-US" sz="200" dirty="0">
              <a:solidFill>
                <a:schemeClr val="bg1">
                  <a:lumMod val="65000"/>
                </a:schemeClr>
              </a:solidFill>
              <a:latin typeface="FedEx Sans Medium" panose="020B0603020203020204" pitchFamily="34" charset="0"/>
              <a:ea typeface="FedEx Sans Medium" panose="020B0603020203020204" pitchFamily="34" charset="0"/>
              <a:cs typeface="FedEx Sans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77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66608-7E70-429F-9857-A800DB4D8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EE4E3EAD-CD8F-797A-FC4E-18224BA19C60}"/>
              </a:ext>
            </a:extLst>
          </p:cNvPr>
          <p:cNvSpPr txBox="1"/>
          <p:nvPr/>
        </p:nvSpPr>
        <p:spPr>
          <a:xfrm>
            <a:off x="7844431" y="1205870"/>
            <a:ext cx="2157592" cy="537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Guinea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Guinea Bissau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I</a:t>
            </a: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ndia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Iran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Iraq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Jordan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Kazakhstan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Kenya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Kuwait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Kyrgyzstan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Lebanon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Lesotho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Liberia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Libya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Madagascar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Malawi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Maldives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Mali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Mauritania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Mauritius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Mayotte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Morocco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Mozambique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Namibia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Nepal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Niger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Nigeria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Oman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Pakistan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Qatar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Reunion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Rwanda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Saudi Arabia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Senegal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Seychelles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Sierra Leone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South Africa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South Sudan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Sri Lanka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Sudan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Swaziland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Syria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Tajikistan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</a:t>
            </a: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anzania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Togo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Tunisia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Turkmenistan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Uganda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United Arab Emirates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9822E6-13B2-8276-33B4-A3397ED09800}"/>
              </a:ext>
            </a:extLst>
          </p:cNvPr>
          <p:cNvSpPr txBox="1"/>
          <p:nvPr/>
        </p:nvSpPr>
        <p:spPr>
          <a:xfrm>
            <a:off x="9105928" y="261359"/>
            <a:ext cx="27293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t>Title goes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0F30DB-FD58-0772-286D-18E149D847A0}"/>
              </a:ext>
            </a:extLst>
          </p:cNvPr>
          <p:cNvSpPr txBox="1"/>
          <p:nvPr/>
        </p:nvSpPr>
        <p:spPr>
          <a:xfrm>
            <a:off x="9105928" y="727625"/>
            <a:ext cx="2729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none" strike="noStrike" dirty="0">
                <a:solidFill>
                  <a:srgbClr val="000000"/>
                </a:solidFill>
                <a:effectLst/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Manager Name | Manager Title</a:t>
            </a:r>
            <a:endParaRPr lang="en-US" sz="1200" dirty="0">
              <a:latin typeface="FedEx Sans Medium" panose="020B0603020203020204" pitchFamily="34" charset="0"/>
              <a:ea typeface="FedEx Sans Medium" panose="020B0603020203020204" pitchFamily="34" charset="0"/>
              <a:cs typeface="FedEx Sans Medium" panose="020B0603020203020204" pitchFamily="34" charset="0"/>
            </a:endParaRPr>
          </a:p>
        </p:txBody>
      </p:sp>
      <p:pic>
        <p:nvPicPr>
          <p:cNvPr id="12" name="Picture 11" descr="A logo with orange and purple letters&#10;&#10;Description automatically generated">
            <a:extLst>
              <a:ext uri="{FF2B5EF4-FFF2-40B4-BE49-F238E27FC236}">
                <a16:creationId xmlns:a16="http://schemas.microsoft.com/office/drawing/2014/main" id="{2D53D0B2-6191-B0C7-9D28-DFDBF1B4EB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163011" y="462707"/>
            <a:ext cx="1250782" cy="61296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E0A243-3839-400A-5959-AD08D63A19E5}"/>
              </a:ext>
            </a:extLst>
          </p:cNvPr>
          <p:cNvSpPr/>
          <p:nvPr/>
        </p:nvSpPr>
        <p:spPr>
          <a:xfrm>
            <a:off x="996732" y="1196561"/>
            <a:ext cx="117827" cy="845633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FB1CFF-1C18-9FAB-DABE-E6CE6E141084}"/>
              </a:ext>
            </a:extLst>
          </p:cNvPr>
          <p:cNvSpPr txBox="1"/>
          <p:nvPr/>
        </p:nvSpPr>
        <p:spPr>
          <a:xfrm>
            <a:off x="1114560" y="1169341"/>
            <a:ext cx="21575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trike="noStrike" dirty="0">
                <a:solidFill>
                  <a:srgbClr val="000000"/>
                </a:solidFill>
                <a:effectLst/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North America | First Last</a:t>
            </a:r>
            <a:endParaRPr lang="en-US" sz="1000" dirty="0">
              <a:latin typeface="FedEx Sans Medium" panose="020B0603020203020204" pitchFamily="34" charset="0"/>
              <a:ea typeface="FedEx Sans Medium" panose="020B0603020203020204" pitchFamily="34" charset="0"/>
              <a:cs typeface="FedEx Sans Medium" panose="020B0603020203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5328A5-5F07-8393-708B-0721824755A1}"/>
              </a:ext>
            </a:extLst>
          </p:cNvPr>
          <p:cNvSpPr txBox="1"/>
          <p:nvPr/>
        </p:nvSpPr>
        <p:spPr>
          <a:xfrm>
            <a:off x="1114560" y="1411252"/>
            <a:ext cx="215759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First Last, Job Title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United States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r>
              <a:rPr lang="en-US" sz="700" dirty="0">
                <a:solidFill>
                  <a:srgbClr val="000000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First Last, Job Title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Canada</a:t>
            </a:r>
            <a:endParaRPr lang="en-US" sz="700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2DDD2-C9D9-2832-5BE7-0AF26E7B9E0B}"/>
              </a:ext>
            </a:extLst>
          </p:cNvPr>
          <p:cNvSpPr/>
          <p:nvPr/>
        </p:nvSpPr>
        <p:spPr>
          <a:xfrm>
            <a:off x="996732" y="2300091"/>
            <a:ext cx="117827" cy="4246565"/>
          </a:xfrm>
          <a:prstGeom prst="rect">
            <a:avLst/>
          </a:prstGeom>
          <a:solidFill>
            <a:srgbClr val="C747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2E9387-899C-1DDE-6E8F-DA38B345E601}"/>
              </a:ext>
            </a:extLst>
          </p:cNvPr>
          <p:cNvSpPr txBox="1"/>
          <p:nvPr/>
        </p:nvSpPr>
        <p:spPr>
          <a:xfrm>
            <a:off x="1114560" y="2272872"/>
            <a:ext cx="21575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LAC </a:t>
            </a:r>
            <a:r>
              <a:rPr lang="en-US" sz="1000" strike="noStrike" dirty="0">
                <a:solidFill>
                  <a:srgbClr val="000000"/>
                </a:solidFill>
                <a:effectLst/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| First Last</a:t>
            </a:r>
            <a:endParaRPr lang="en-US" sz="1000" dirty="0">
              <a:latin typeface="FedEx Sans Medium" panose="020B0603020203020204" pitchFamily="34" charset="0"/>
              <a:ea typeface="FedEx Sans Medium" panose="020B0603020203020204" pitchFamily="34" charset="0"/>
              <a:cs typeface="FedEx Sans Medium" panose="020B06030202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C6A416-EC26-AA99-8EFC-D47DAB9F1A0B}"/>
              </a:ext>
            </a:extLst>
          </p:cNvPr>
          <p:cNvSpPr txBox="1"/>
          <p:nvPr/>
        </p:nvSpPr>
        <p:spPr>
          <a:xfrm>
            <a:off x="1114560" y="2514783"/>
            <a:ext cx="2157592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Anguilla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Argentina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Aruba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Bahamas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Barbados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Belize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Bermuda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Bolivia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Bonaire, St. Eustatius and Saba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Brazil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British Virgin Islands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Cayman Islands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Chile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Colombia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Costa Rica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Cura</a:t>
            </a:r>
            <a:r>
              <a:rPr lang="en-US" sz="700" b="0" i="0" u="none" strike="noStrike" dirty="0">
                <a:solidFill>
                  <a:srgbClr val="1F1F1F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ç</a:t>
            </a: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Dominica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Dominican Republic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Ecuador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El Salvador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Fr. Guiana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Grenada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Guadeloupe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Guatemala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Guyana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Haiti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Honduras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Jamaica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Martinique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Mexico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Montserrat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Nicaragua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Panama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Paraguay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Peru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Puerto Rico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Saint Lucia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5C447B-C43A-3195-CFB3-E8780E1D5996}"/>
              </a:ext>
            </a:extLst>
          </p:cNvPr>
          <p:cNvSpPr/>
          <p:nvPr/>
        </p:nvSpPr>
        <p:spPr>
          <a:xfrm>
            <a:off x="3241524" y="1167064"/>
            <a:ext cx="117827" cy="1284593"/>
          </a:xfrm>
          <a:prstGeom prst="rect">
            <a:avLst/>
          </a:prstGeom>
          <a:solidFill>
            <a:srgbClr val="C747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99C2A-DC21-029F-D3B9-8074949B4FFA}"/>
              </a:ext>
            </a:extLst>
          </p:cNvPr>
          <p:cNvSpPr txBox="1"/>
          <p:nvPr/>
        </p:nvSpPr>
        <p:spPr>
          <a:xfrm>
            <a:off x="3359352" y="1174384"/>
            <a:ext cx="215759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Saint Maarten (Dutch)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Saint Martin (French)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St. Barthelemy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St. Kitts-Nevis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St. Vincent and the Grenadines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Suriname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Trinidad &amp; Tobago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Turks &amp; Caicos Islands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U.S. Virgin Islands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Uruguay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Venezuela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1794F6-FB30-F2B6-9EFB-B4216FE85579}"/>
              </a:ext>
            </a:extLst>
          </p:cNvPr>
          <p:cNvSpPr/>
          <p:nvPr/>
        </p:nvSpPr>
        <p:spPr>
          <a:xfrm>
            <a:off x="3237792" y="2720787"/>
            <a:ext cx="117827" cy="3825869"/>
          </a:xfrm>
          <a:prstGeom prst="rect">
            <a:avLst/>
          </a:prstGeom>
          <a:solidFill>
            <a:srgbClr val="A636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EE41B8-DACF-3B61-53E2-701FB1983985}"/>
              </a:ext>
            </a:extLst>
          </p:cNvPr>
          <p:cNvSpPr txBox="1"/>
          <p:nvPr/>
        </p:nvSpPr>
        <p:spPr>
          <a:xfrm>
            <a:off x="3355620" y="2693568"/>
            <a:ext cx="21575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Europe </a:t>
            </a:r>
            <a:r>
              <a:rPr lang="en-US" sz="1000" strike="noStrike" dirty="0">
                <a:solidFill>
                  <a:srgbClr val="000000"/>
                </a:solidFill>
                <a:effectLst/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| First Last</a:t>
            </a:r>
            <a:endParaRPr lang="en-US" sz="1000" dirty="0">
              <a:latin typeface="FedEx Sans Medium" panose="020B0603020203020204" pitchFamily="34" charset="0"/>
              <a:ea typeface="FedEx Sans Medium" panose="020B0603020203020204" pitchFamily="34" charset="0"/>
              <a:cs typeface="FedEx Sans Medium" panose="020B06030202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BC9BD3-F5FA-EFD0-F868-1E0B98921BDE}"/>
              </a:ext>
            </a:extLst>
          </p:cNvPr>
          <p:cNvSpPr txBox="1"/>
          <p:nvPr/>
        </p:nvSpPr>
        <p:spPr>
          <a:xfrm>
            <a:off x="3355620" y="2935479"/>
            <a:ext cx="215759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Albania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Andorra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Armenia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Austria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Azerbaijan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Belgium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Bosnia &amp; Herzegovina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Bulgaria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Croatia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Cyprus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Czech Republic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Denmark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Estonia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Faroe Islands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Finland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France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Georgia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Germany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Gibraltar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Greece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</a:t>
            </a: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reenland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Hungary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Iceland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I</a:t>
            </a: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reland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Israel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Italy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Kosovo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Latvia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Liechtenstein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Lithuania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Luxembourg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Macedonia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</a:t>
            </a: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alta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E03497-20FB-3922-16FB-6A0316E9DC7B}"/>
              </a:ext>
            </a:extLst>
          </p:cNvPr>
          <p:cNvSpPr/>
          <p:nvPr/>
        </p:nvSpPr>
        <p:spPr>
          <a:xfrm>
            <a:off x="5486315" y="1189732"/>
            <a:ext cx="117827" cy="2139048"/>
          </a:xfrm>
          <a:prstGeom prst="rect">
            <a:avLst/>
          </a:prstGeom>
          <a:solidFill>
            <a:srgbClr val="A636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131051-DA20-D965-75FD-B618D5E4AF3C}"/>
              </a:ext>
            </a:extLst>
          </p:cNvPr>
          <p:cNvSpPr txBox="1"/>
          <p:nvPr/>
        </p:nvSpPr>
        <p:spPr>
          <a:xfrm>
            <a:off x="5604143" y="1194562"/>
            <a:ext cx="2157592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Moldova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Monaco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Montenegro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Netherlands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Norway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Palestine Authority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Poland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Portugal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Romania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San Marino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Serbia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Slovakia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Slovenia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Spain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Sweden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Switzerland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Turkey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Ukraine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United Kingdom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9CC48D-551F-CC83-E424-C44B382C122C}"/>
              </a:ext>
            </a:extLst>
          </p:cNvPr>
          <p:cNvSpPr/>
          <p:nvPr/>
        </p:nvSpPr>
        <p:spPr>
          <a:xfrm>
            <a:off x="5486315" y="3593601"/>
            <a:ext cx="117827" cy="2953056"/>
          </a:xfrm>
          <a:prstGeom prst="rect">
            <a:avLst/>
          </a:prstGeom>
          <a:solidFill>
            <a:srgbClr val="E455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3A10E8-0957-9AD1-BACD-F4796A97F2F9}"/>
              </a:ext>
            </a:extLst>
          </p:cNvPr>
          <p:cNvSpPr txBox="1"/>
          <p:nvPr/>
        </p:nvSpPr>
        <p:spPr>
          <a:xfrm>
            <a:off x="5604143" y="3566381"/>
            <a:ext cx="21575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MEISA </a:t>
            </a:r>
            <a:r>
              <a:rPr lang="en-US" sz="1000" strike="noStrike" dirty="0">
                <a:solidFill>
                  <a:srgbClr val="000000"/>
                </a:solidFill>
                <a:effectLst/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| First Last</a:t>
            </a:r>
            <a:endParaRPr lang="en-US" sz="1000" dirty="0">
              <a:latin typeface="FedEx Sans Medium" panose="020B0603020203020204" pitchFamily="34" charset="0"/>
              <a:ea typeface="FedEx Sans Medium" panose="020B0603020203020204" pitchFamily="34" charset="0"/>
              <a:cs typeface="FedEx Sans Medium" panose="020B06030202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2228F5-A5A3-923D-D9A0-8FF34F0760FF}"/>
              </a:ext>
            </a:extLst>
          </p:cNvPr>
          <p:cNvSpPr txBox="1"/>
          <p:nvPr/>
        </p:nvSpPr>
        <p:spPr>
          <a:xfrm>
            <a:off x="5604143" y="3808292"/>
            <a:ext cx="2157592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Afghanistan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Algeria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Angola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Bahrain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Bangladesh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Benin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Bhutan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Botswana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Burkina Faso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Burundi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Cameron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Cape Verde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Central Africa Rep.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Chad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Congo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1D35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Côte d'Ivoire</a:t>
            </a:r>
            <a:endParaRPr lang="en-US" sz="700" b="0" i="0" u="none" strike="noStrike" dirty="0">
              <a:solidFill>
                <a:srgbClr val="000000"/>
              </a:solidFill>
              <a:effectLst/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Democratic Rep. of Congo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Djibouti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Egypt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Equatorial Guinea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E</a:t>
            </a: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ritrea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Ethiopia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Gabon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Gambia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Ghana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700" b="0" i="0" u="none" strike="noStrike" dirty="0">
              <a:solidFill>
                <a:srgbClr val="000000"/>
              </a:solidFill>
              <a:effectLst/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16ADFA-7177-2BB5-3B27-A671DC202814}"/>
              </a:ext>
            </a:extLst>
          </p:cNvPr>
          <p:cNvSpPr/>
          <p:nvPr/>
        </p:nvSpPr>
        <p:spPr>
          <a:xfrm>
            <a:off x="7726603" y="1201039"/>
            <a:ext cx="117827" cy="5345617"/>
          </a:xfrm>
          <a:prstGeom prst="rect">
            <a:avLst/>
          </a:prstGeom>
          <a:solidFill>
            <a:srgbClr val="E455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77EE4C-6D0D-492A-0551-929C3C399754}"/>
              </a:ext>
            </a:extLst>
          </p:cNvPr>
          <p:cNvSpPr txBox="1"/>
          <p:nvPr/>
        </p:nvSpPr>
        <p:spPr>
          <a:xfrm>
            <a:off x="9973938" y="1205870"/>
            <a:ext cx="215759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Uzbekistan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Zambia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Zimbabwe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34FC9B8-4D38-F2D5-9ECD-C01601C302DA}"/>
              </a:ext>
            </a:extLst>
          </p:cNvPr>
          <p:cNvSpPr/>
          <p:nvPr/>
        </p:nvSpPr>
        <p:spPr>
          <a:xfrm>
            <a:off x="9856110" y="1201041"/>
            <a:ext cx="117827" cy="415498"/>
          </a:xfrm>
          <a:prstGeom prst="rect">
            <a:avLst/>
          </a:prstGeom>
          <a:solidFill>
            <a:srgbClr val="E455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FBD06A8-37F2-2B8E-0D85-532703E34F10}"/>
              </a:ext>
            </a:extLst>
          </p:cNvPr>
          <p:cNvSpPr/>
          <p:nvPr/>
        </p:nvSpPr>
        <p:spPr>
          <a:xfrm>
            <a:off x="9856110" y="1849833"/>
            <a:ext cx="117827" cy="4696823"/>
          </a:xfrm>
          <a:prstGeom prst="rect">
            <a:avLst/>
          </a:prstGeom>
          <a:solidFill>
            <a:srgbClr val="7D22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349CA9-20C0-91A3-05F8-116FE5394B72}"/>
              </a:ext>
            </a:extLst>
          </p:cNvPr>
          <p:cNvSpPr txBox="1"/>
          <p:nvPr/>
        </p:nvSpPr>
        <p:spPr>
          <a:xfrm>
            <a:off x="9973938" y="1822614"/>
            <a:ext cx="21575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APAC </a:t>
            </a:r>
            <a:r>
              <a:rPr lang="en-US" sz="1000" strike="noStrike" dirty="0">
                <a:solidFill>
                  <a:srgbClr val="000000"/>
                </a:solidFill>
                <a:effectLst/>
                <a:latin typeface="FedEx Sans Medium" panose="020B0603020203020204" pitchFamily="34" charset="0"/>
                <a:ea typeface="FedEx Sans Medium" panose="020B0603020203020204" pitchFamily="34" charset="0"/>
                <a:cs typeface="FedEx Sans Medium" panose="020B0603020203020204" pitchFamily="34" charset="0"/>
              </a:rPr>
              <a:t>| First Last</a:t>
            </a:r>
            <a:endParaRPr lang="en-US" sz="1000" dirty="0">
              <a:latin typeface="FedEx Sans Medium" panose="020B0603020203020204" pitchFamily="34" charset="0"/>
              <a:ea typeface="FedEx Sans Medium" panose="020B0603020203020204" pitchFamily="34" charset="0"/>
              <a:cs typeface="FedEx Sans Medium" panose="020B06030202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83C2FE-94DD-5624-2E40-F9E7A48DF860}"/>
              </a:ext>
            </a:extLst>
          </p:cNvPr>
          <p:cNvSpPr txBox="1"/>
          <p:nvPr/>
        </p:nvSpPr>
        <p:spPr>
          <a:xfrm>
            <a:off x="9973938" y="2064525"/>
            <a:ext cx="2157592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American Samoa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Australia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Brunei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Cambodia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China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Christmas Islands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Cook Islands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Fiji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French Polynesia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Guam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Hong Kong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Indonesia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Japan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Kiribati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Laos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Macau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Malaysia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Marshall Islands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Micronesia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Mongolia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Myanmar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Nauru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New Caledonia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Northern Mariana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Palau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Papua New Guinea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Philippines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Saipan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Samoa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Singapore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Solomon Islands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South Korea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Taiwan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Thailand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Timor Leste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Tonga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Tuvalu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Vanuatu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Vietnam</a:t>
            </a:r>
            <a:endParaRPr lang="en-US" sz="700" dirty="0">
              <a:solidFill>
                <a:srgbClr val="000000"/>
              </a:solidFill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Wallis and Futuna Islands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0" i="0" u="none" strike="noStrike" dirty="0">
                <a:solidFill>
                  <a:srgbClr val="000000"/>
                </a:solidFill>
                <a:effectLst/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Western Samoa</a:t>
            </a:r>
          </a:p>
        </p:txBody>
      </p:sp>
    </p:spTree>
    <p:extLst>
      <p:ext uri="{BB962C8B-B14F-4D97-AF65-F5344CB8AC3E}">
        <p14:creationId xmlns:p14="http://schemas.microsoft.com/office/powerpoint/2010/main" val="2953511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7340</TotalTime>
  <Words>420</Words>
  <Application>Microsoft Macintosh PowerPoint</Application>
  <PresentationFormat>Widescreen</PresentationFormat>
  <Paragraphs>241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FedEx Sans</vt:lpstr>
      <vt:lpstr>FedEx Sans Light</vt:lpstr>
      <vt:lpstr>FedEx Sans Medium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Natalie Black</dc:creator>
  <cp:lastModifiedBy>Taylor Lackie</cp:lastModifiedBy>
  <cp:revision>10</cp:revision>
  <dcterms:created xsi:type="dcterms:W3CDTF">2025-01-03T17:53:50Z</dcterms:created>
  <dcterms:modified xsi:type="dcterms:W3CDTF">2025-05-27T14:25:14Z</dcterms:modified>
</cp:coreProperties>
</file>